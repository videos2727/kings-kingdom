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61" r:id="rId4"/>
    <p:sldId id="262" r:id="rId5"/>
    <p:sldId id="260" r:id="rId6"/>
    <p:sldId id="267" r:id="rId7"/>
    <p:sldId id="276" r:id="rId8"/>
    <p:sldId id="266" r:id="rId9"/>
    <p:sldId id="256" r:id="rId10"/>
    <p:sldId id="264" r:id="rId11"/>
    <p:sldId id="265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3200" dirty="0" smtClean="0"/>
            <a:t>Environmental</a:t>
          </a:r>
          <a:endParaRPr lang="en-AU" sz="32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80E88C88-2DEA-49B6-B35F-9FDC5A150622}">
      <dgm:prSet custT="1"/>
      <dgm:spPr/>
      <dgm:t>
        <a:bodyPr/>
        <a:lstStyle/>
        <a:p>
          <a:pPr rtl="0"/>
          <a:r>
            <a:rPr lang="en-AU" sz="3200" dirty="0" smtClean="0"/>
            <a:t>Social</a:t>
          </a:r>
          <a:endParaRPr lang="en-AU" sz="3200" dirty="0"/>
        </a:p>
      </dgm:t>
    </dgm:pt>
    <dgm:pt modelId="{CC60EB3F-2A1E-43F7-A54B-398CD77BEA0B}" type="parTrans" cxnId="{D8E789A3-D2F0-4526-B4CB-F9CDD4EFCCB2}">
      <dgm:prSet/>
      <dgm:spPr/>
      <dgm:t>
        <a:bodyPr/>
        <a:lstStyle/>
        <a:p>
          <a:endParaRPr lang="en-AU" sz="3200"/>
        </a:p>
      </dgm:t>
    </dgm:pt>
    <dgm:pt modelId="{9BFFE733-9C93-4655-AFC3-EF636AF59AF4}" type="sibTrans" cxnId="{D8E789A3-D2F0-4526-B4CB-F9CDD4EFCCB2}">
      <dgm:prSet custT="1"/>
      <dgm:spPr/>
      <dgm:t>
        <a:bodyPr/>
        <a:lstStyle/>
        <a:p>
          <a:endParaRPr lang="en-AU" sz="3200"/>
        </a:p>
      </dgm:t>
    </dgm:pt>
    <dgm:pt modelId="{0D64E8AD-3C6C-4B4D-8168-9C8C2E3B9EAE}">
      <dgm:prSet custT="1"/>
      <dgm:spPr/>
      <dgm:t>
        <a:bodyPr/>
        <a:lstStyle/>
        <a:p>
          <a:pPr rtl="0"/>
          <a:r>
            <a:rPr lang="en-AU" sz="3200" dirty="0" smtClean="0"/>
            <a:t>Cultural</a:t>
          </a:r>
          <a:endParaRPr lang="en-AU" sz="3200" dirty="0"/>
        </a:p>
      </dgm:t>
    </dgm:pt>
    <dgm:pt modelId="{6578A9FB-47BB-4349-9E49-19CD0FE87F37}" type="parTrans" cxnId="{64D7C3BC-CE7E-477B-A2C1-83331697C4B2}">
      <dgm:prSet/>
      <dgm:spPr/>
      <dgm:t>
        <a:bodyPr/>
        <a:lstStyle/>
        <a:p>
          <a:endParaRPr lang="en-AU" sz="3200"/>
        </a:p>
      </dgm:t>
    </dgm:pt>
    <dgm:pt modelId="{C6AF3E49-F5E3-4AD7-A3D8-A37C4B863B5B}" type="sibTrans" cxnId="{64D7C3BC-CE7E-477B-A2C1-83331697C4B2}">
      <dgm:prSet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3200" dirty="0" smtClean="0"/>
            <a:t>Infrastructure</a:t>
          </a:r>
          <a:endParaRPr lang="en-AU" sz="32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3200" dirty="0" smtClean="0"/>
            <a:t>Economic</a:t>
          </a:r>
          <a:endParaRPr lang="en-AU" sz="32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C4731439-16C0-4C70-9C24-3A7811E888DF}" type="pres">
      <dgm:prSet presAssocID="{0D953CA9-5B5B-470C-A10B-16407E93FFB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F13D9A4C-8B8E-4637-83A4-42BA514FE155}" type="pres">
      <dgm:prSet presAssocID="{B2886D43-91D8-405E-913E-17DC81E31DA9}" presName="linNode" presStyleCnt="0"/>
      <dgm:spPr/>
    </dgm:pt>
    <dgm:pt modelId="{7B485637-E18C-48E7-9DC4-4C148E9CA1B9}" type="pres">
      <dgm:prSet presAssocID="{B2886D43-91D8-405E-913E-17DC81E31DA9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8DFE965-C9B8-4571-BAA1-E074094979E4}" type="pres">
      <dgm:prSet presAssocID="{1AF6EB5E-026F-44D1-8C35-A1646B9FDBA0}" presName="sp" presStyleCnt="0"/>
      <dgm:spPr/>
    </dgm:pt>
    <dgm:pt modelId="{86523C6A-3642-4432-B8CA-E4DFC129BADB}" type="pres">
      <dgm:prSet presAssocID="{80E88C88-2DEA-49B6-B35F-9FDC5A150622}" presName="linNode" presStyleCnt="0"/>
      <dgm:spPr/>
    </dgm:pt>
    <dgm:pt modelId="{60EB79DF-FF5E-41AD-8F03-3E703EEC7D04}" type="pres">
      <dgm:prSet presAssocID="{80E88C88-2DEA-49B6-B35F-9FDC5A150622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544EADC7-C4BD-4A8A-B7DD-C77E82E0EB62}" type="pres">
      <dgm:prSet presAssocID="{9BFFE733-9C93-4655-AFC3-EF636AF59AF4}" presName="sp" presStyleCnt="0"/>
      <dgm:spPr/>
    </dgm:pt>
    <dgm:pt modelId="{3979AF94-9213-4249-B8C0-86450162C9E1}" type="pres">
      <dgm:prSet presAssocID="{0D64E8AD-3C6C-4B4D-8168-9C8C2E3B9EAE}" presName="linNode" presStyleCnt="0"/>
      <dgm:spPr/>
    </dgm:pt>
    <dgm:pt modelId="{E7DCAEB5-C26A-4734-BFFD-7ED82A134F30}" type="pres">
      <dgm:prSet presAssocID="{0D64E8AD-3C6C-4B4D-8168-9C8C2E3B9EAE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455D9A0-08CD-46B3-BBC9-894A511884FC}" type="pres">
      <dgm:prSet presAssocID="{C6AF3E49-F5E3-4AD7-A3D8-A37C4B863B5B}" presName="sp" presStyleCnt="0"/>
      <dgm:spPr/>
    </dgm:pt>
    <dgm:pt modelId="{7FBB14E6-3482-446F-B4A0-C13436483007}" type="pres">
      <dgm:prSet presAssocID="{9B675BBB-258D-4348-8EFC-EC3F6B4826FD}" presName="linNode" presStyleCnt="0"/>
      <dgm:spPr/>
    </dgm:pt>
    <dgm:pt modelId="{7420E287-6AD4-4A84-B921-F6D9548FEB80}" type="pres">
      <dgm:prSet presAssocID="{9B675BBB-258D-4348-8EFC-EC3F6B4826FD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AEE40B5-9D4C-4558-B6C8-817BF61F17C0}" type="pres">
      <dgm:prSet presAssocID="{BF3A9632-1100-4246-8099-AF198E45BBA1}" presName="sp" presStyleCnt="0"/>
      <dgm:spPr/>
    </dgm:pt>
    <dgm:pt modelId="{2C387B2F-9CAB-48A8-8869-924FB5BF1200}" type="pres">
      <dgm:prSet presAssocID="{425E5828-D5B6-4A98-AF45-FCF5A237B4C9}" presName="linNode" presStyleCnt="0"/>
      <dgm:spPr/>
    </dgm:pt>
    <dgm:pt modelId="{07EEBE61-ADA8-4527-9E0C-97625D4E6BDE}" type="pres">
      <dgm:prSet presAssocID="{425E5828-D5B6-4A98-AF45-FCF5A237B4C9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BC204DAD-57F9-41BD-90CF-436A9B7DCB37}" type="presOf" srcId="{9B675BBB-258D-4348-8EFC-EC3F6B4826FD}" destId="{7420E287-6AD4-4A84-B921-F6D9548FEB80}" srcOrd="0" destOrd="0" presId="urn:microsoft.com/office/officeart/2005/8/layout/vList5"/>
    <dgm:cxn modelId="{E2BE5F5B-FBF9-493A-AB38-5061517BBE16}" type="presOf" srcId="{0D953CA9-5B5B-470C-A10B-16407E93FFB4}" destId="{C4731439-16C0-4C70-9C24-3A7811E888DF}" srcOrd="0" destOrd="0" presId="urn:microsoft.com/office/officeart/2005/8/layout/vList5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BC240ACD-45DF-42F3-960A-E26D997FC285}" type="presOf" srcId="{80E88C88-2DEA-49B6-B35F-9FDC5A150622}" destId="{60EB79DF-FF5E-41AD-8F03-3E703EEC7D04}" srcOrd="0" destOrd="0" presId="urn:microsoft.com/office/officeart/2005/8/layout/vList5"/>
    <dgm:cxn modelId="{10B28FEB-F9A7-4034-A32E-64C63F980BA3}" type="presOf" srcId="{B2886D43-91D8-405E-913E-17DC81E31DA9}" destId="{7B485637-E18C-48E7-9DC4-4C148E9CA1B9}" srcOrd="0" destOrd="0" presId="urn:microsoft.com/office/officeart/2005/8/layout/vList5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64D7C3BC-CE7E-477B-A2C1-83331697C4B2}" srcId="{0D953CA9-5B5B-470C-A10B-16407E93FFB4}" destId="{0D64E8AD-3C6C-4B4D-8168-9C8C2E3B9EAE}" srcOrd="2" destOrd="0" parTransId="{6578A9FB-47BB-4349-9E49-19CD0FE87F37}" sibTransId="{C6AF3E49-F5E3-4AD7-A3D8-A37C4B863B5B}"/>
    <dgm:cxn modelId="{D2330CEF-412A-49EB-BD5B-C6FE44A417DA}" type="presOf" srcId="{425E5828-D5B6-4A98-AF45-FCF5A237B4C9}" destId="{07EEBE61-ADA8-4527-9E0C-97625D4E6BDE}" srcOrd="0" destOrd="0" presId="urn:microsoft.com/office/officeart/2005/8/layout/vList5"/>
    <dgm:cxn modelId="{D8E789A3-D2F0-4526-B4CB-F9CDD4EFCCB2}" srcId="{0D953CA9-5B5B-470C-A10B-16407E93FFB4}" destId="{80E88C88-2DEA-49B6-B35F-9FDC5A150622}" srcOrd="1" destOrd="0" parTransId="{CC60EB3F-2A1E-43F7-A54B-398CD77BEA0B}" sibTransId="{9BFFE733-9C93-4655-AFC3-EF636AF59AF4}"/>
    <dgm:cxn modelId="{D66AA890-73E9-4D7B-B152-300AD9EF8FD5}" type="presOf" srcId="{0D64E8AD-3C6C-4B4D-8168-9C8C2E3B9EAE}" destId="{E7DCAEB5-C26A-4734-BFFD-7ED82A134F30}" srcOrd="0" destOrd="0" presId="urn:microsoft.com/office/officeart/2005/8/layout/vList5"/>
    <dgm:cxn modelId="{03C9DCBE-0327-4092-AB24-02A422310DEF}" type="presParOf" srcId="{C4731439-16C0-4C70-9C24-3A7811E888DF}" destId="{F13D9A4C-8B8E-4637-83A4-42BA514FE155}" srcOrd="0" destOrd="0" presId="urn:microsoft.com/office/officeart/2005/8/layout/vList5"/>
    <dgm:cxn modelId="{0D7B4557-CF02-4115-95A3-5C03DAC0ECDE}" type="presParOf" srcId="{F13D9A4C-8B8E-4637-83A4-42BA514FE155}" destId="{7B485637-E18C-48E7-9DC4-4C148E9CA1B9}" srcOrd="0" destOrd="0" presId="urn:microsoft.com/office/officeart/2005/8/layout/vList5"/>
    <dgm:cxn modelId="{57C425CE-8EF4-471C-AFC6-9074C352E81F}" type="presParOf" srcId="{C4731439-16C0-4C70-9C24-3A7811E888DF}" destId="{98DFE965-C9B8-4571-BAA1-E074094979E4}" srcOrd="1" destOrd="0" presId="urn:microsoft.com/office/officeart/2005/8/layout/vList5"/>
    <dgm:cxn modelId="{9E676CB1-602D-4DF8-BE35-A760F6145E61}" type="presParOf" srcId="{C4731439-16C0-4C70-9C24-3A7811E888DF}" destId="{86523C6A-3642-4432-B8CA-E4DFC129BADB}" srcOrd="2" destOrd="0" presId="urn:microsoft.com/office/officeart/2005/8/layout/vList5"/>
    <dgm:cxn modelId="{1F7653B0-38C2-45EF-ADC0-B7987A21E8DC}" type="presParOf" srcId="{86523C6A-3642-4432-B8CA-E4DFC129BADB}" destId="{60EB79DF-FF5E-41AD-8F03-3E703EEC7D04}" srcOrd="0" destOrd="0" presId="urn:microsoft.com/office/officeart/2005/8/layout/vList5"/>
    <dgm:cxn modelId="{7F328F06-80E4-41A6-90DB-6CCE9D1FE084}" type="presParOf" srcId="{C4731439-16C0-4C70-9C24-3A7811E888DF}" destId="{544EADC7-C4BD-4A8A-B7DD-C77E82E0EB62}" srcOrd="3" destOrd="0" presId="urn:microsoft.com/office/officeart/2005/8/layout/vList5"/>
    <dgm:cxn modelId="{440B591B-DDFC-4CFD-BBE0-9FA52CE53AAF}" type="presParOf" srcId="{C4731439-16C0-4C70-9C24-3A7811E888DF}" destId="{3979AF94-9213-4249-B8C0-86450162C9E1}" srcOrd="4" destOrd="0" presId="urn:microsoft.com/office/officeart/2005/8/layout/vList5"/>
    <dgm:cxn modelId="{89805876-0F9E-4A2A-A328-B6D96FBB8BE8}" type="presParOf" srcId="{3979AF94-9213-4249-B8C0-86450162C9E1}" destId="{E7DCAEB5-C26A-4734-BFFD-7ED82A134F30}" srcOrd="0" destOrd="0" presId="urn:microsoft.com/office/officeart/2005/8/layout/vList5"/>
    <dgm:cxn modelId="{BF3ED6E0-7909-41F2-8EBA-7AE92B95AAB2}" type="presParOf" srcId="{C4731439-16C0-4C70-9C24-3A7811E888DF}" destId="{F455D9A0-08CD-46B3-BBC9-894A511884FC}" srcOrd="5" destOrd="0" presId="urn:microsoft.com/office/officeart/2005/8/layout/vList5"/>
    <dgm:cxn modelId="{3DB6D607-644E-4B26-878A-46E4B11AB1A8}" type="presParOf" srcId="{C4731439-16C0-4C70-9C24-3A7811E888DF}" destId="{7FBB14E6-3482-446F-B4A0-C13436483007}" srcOrd="6" destOrd="0" presId="urn:microsoft.com/office/officeart/2005/8/layout/vList5"/>
    <dgm:cxn modelId="{946F2A82-4C7E-4A6E-972A-AEB631361908}" type="presParOf" srcId="{7FBB14E6-3482-446F-B4A0-C13436483007}" destId="{7420E287-6AD4-4A84-B921-F6D9548FEB80}" srcOrd="0" destOrd="0" presId="urn:microsoft.com/office/officeart/2005/8/layout/vList5"/>
    <dgm:cxn modelId="{787C4307-8EE7-47D1-B5A4-00CADDDC6E3C}" type="presParOf" srcId="{C4731439-16C0-4C70-9C24-3A7811E888DF}" destId="{2AEE40B5-9D4C-4558-B6C8-817BF61F17C0}" srcOrd="7" destOrd="0" presId="urn:microsoft.com/office/officeart/2005/8/layout/vList5"/>
    <dgm:cxn modelId="{3B155DB2-3C52-430F-B53C-305828F92D22}" type="presParOf" srcId="{C4731439-16C0-4C70-9C24-3A7811E888DF}" destId="{2C387B2F-9CAB-48A8-8869-924FB5BF1200}" srcOrd="8" destOrd="0" presId="urn:microsoft.com/office/officeart/2005/8/layout/vList5"/>
    <dgm:cxn modelId="{51A52359-3809-4FE7-86A5-8ACFA1F056C8}" type="presParOf" srcId="{2C387B2F-9CAB-48A8-8869-924FB5BF1200}" destId="{07EEBE61-ADA8-4527-9E0C-97625D4E6BD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3200" dirty="0" smtClean="0"/>
            <a:t>Environmental</a:t>
          </a:r>
          <a:endParaRPr lang="en-AU" sz="32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80E88C88-2DEA-49B6-B35F-9FDC5A150622}">
      <dgm:prSet custT="1"/>
      <dgm:spPr/>
      <dgm:t>
        <a:bodyPr/>
        <a:lstStyle/>
        <a:p>
          <a:pPr rtl="0"/>
          <a:r>
            <a:rPr lang="en-AU" sz="3200" dirty="0" smtClean="0"/>
            <a:t>Social</a:t>
          </a:r>
          <a:endParaRPr lang="en-AU" sz="3200" dirty="0"/>
        </a:p>
      </dgm:t>
    </dgm:pt>
    <dgm:pt modelId="{CC60EB3F-2A1E-43F7-A54B-398CD77BEA0B}" type="parTrans" cxnId="{D8E789A3-D2F0-4526-B4CB-F9CDD4EFCCB2}">
      <dgm:prSet/>
      <dgm:spPr/>
      <dgm:t>
        <a:bodyPr/>
        <a:lstStyle/>
        <a:p>
          <a:endParaRPr lang="en-AU" sz="3200"/>
        </a:p>
      </dgm:t>
    </dgm:pt>
    <dgm:pt modelId="{9BFFE733-9C93-4655-AFC3-EF636AF59AF4}" type="sibTrans" cxnId="{D8E789A3-D2F0-4526-B4CB-F9CDD4EFCCB2}">
      <dgm:prSet custT="1"/>
      <dgm:spPr/>
      <dgm:t>
        <a:bodyPr/>
        <a:lstStyle/>
        <a:p>
          <a:endParaRPr lang="en-AU" sz="3200"/>
        </a:p>
      </dgm:t>
    </dgm:pt>
    <dgm:pt modelId="{0D64E8AD-3C6C-4B4D-8168-9C8C2E3B9EAE}">
      <dgm:prSet custT="1"/>
      <dgm:spPr/>
      <dgm:t>
        <a:bodyPr/>
        <a:lstStyle/>
        <a:p>
          <a:pPr rtl="0"/>
          <a:r>
            <a:rPr lang="en-AU" sz="3200" dirty="0" smtClean="0"/>
            <a:t>Cultural</a:t>
          </a:r>
          <a:endParaRPr lang="en-AU" sz="3200" dirty="0"/>
        </a:p>
      </dgm:t>
    </dgm:pt>
    <dgm:pt modelId="{6578A9FB-47BB-4349-9E49-19CD0FE87F37}" type="parTrans" cxnId="{64D7C3BC-CE7E-477B-A2C1-83331697C4B2}">
      <dgm:prSet/>
      <dgm:spPr/>
      <dgm:t>
        <a:bodyPr/>
        <a:lstStyle/>
        <a:p>
          <a:endParaRPr lang="en-AU" sz="3200"/>
        </a:p>
      </dgm:t>
    </dgm:pt>
    <dgm:pt modelId="{C6AF3E49-F5E3-4AD7-A3D8-A37C4B863B5B}" type="sibTrans" cxnId="{64D7C3BC-CE7E-477B-A2C1-83331697C4B2}">
      <dgm:prSet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3200" dirty="0" smtClean="0"/>
            <a:t>Infrastructure</a:t>
          </a:r>
          <a:endParaRPr lang="en-AU" sz="32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C0F30594-E49B-487F-8E3E-5582647BB70E}">
      <dgm:prSet custT="1"/>
      <dgm:spPr/>
      <dgm:t>
        <a:bodyPr/>
        <a:lstStyle/>
        <a:p>
          <a:pPr rtl="0"/>
          <a:r>
            <a:rPr lang="en-AU" sz="2400" dirty="0" smtClean="0"/>
            <a:t>Cleanliness, dust, pollution, noise, air and water quality, aesthetics</a:t>
          </a:r>
          <a:endParaRPr lang="en-AU" sz="2400" dirty="0"/>
        </a:p>
      </dgm:t>
    </dgm:pt>
    <dgm:pt modelId="{80DFCAC7-97D6-459B-B90F-AD541E878655}" type="parTrans" cxnId="{F69CC129-6156-4EAC-B7FC-D10E75438711}">
      <dgm:prSet/>
      <dgm:spPr/>
      <dgm:t>
        <a:bodyPr/>
        <a:lstStyle/>
        <a:p>
          <a:endParaRPr lang="en-AU"/>
        </a:p>
      </dgm:t>
    </dgm:pt>
    <dgm:pt modelId="{F226EF1D-6136-4C55-87F6-268903FA2FA5}" type="sibTrans" cxnId="{F69CC129-6156-4EAC-B7FC-D10E75438711}">
      <dgm:prSet/>
      <dgm:spPr/>
      <dgm:t>
        <a:bodyPr/>
        <a:lstStyle/>
        <a:p>
          <a:endParaRPr lang="en-AU"/>
        </a:p>
      </dgm:t>
    </dgm:pt>
    <dgm:pt modelId="{AF3CA2B2-3073-47EF-965E-19D9B4C6D1ED}">
      <dgm:prSet custT="1"/>
      <dgm:spPr/>
      <dgm:t>
        <a:bodyPr/>
        <a:lstStyle/>
        <a:p>
          <a:pPr rtl="0"/>
          <a:r>
            <a:rPr lang="en-AU" sz="2400" dirty="0" smtClean="0"/>
            <a:t>personal security, traffic safety, community identity and pride, neighbourliness</a:t>
          </a:r>
          <a:endParaRPr lang="en-AU" sz="2400" dirty="0"/>
        </a:p>
      </dgm:t>
    </dgm:pt>
    <dgm:pt modelId="{A4C63C08-F159-4029-9B4B-E3F2DC5EE9DB}" type="parTrans" cxnId="{2C183692-9C8B-49B8-BD52-8ABE8007B246}">
      <dgm:prSet/>
      <dgm:spPr/>
      <dgm:t>
        <a:bodyPr/>
        <a:lstStyle/>
        <a:p>
          <a:endParaRPr lang="en-AU"/>
        </a:p>
      </dgm:t>
    </dgm:pt>
    <dgm:pt modelId="{C29E9EDA-52C0-448E-A9A7-DDF68135B88E}" type="sibTrans" cxnId="{2C183692-9C8B-49B8-BD52-8ABE8007B246}">
      <dgm:prSet/>
      <dgm:spPr/>
      <dgm:t>
        <a:bodyPr/>
        <a:lstStyle/>
        <a:p>
          <a:endParaRPr lang="en-AU"/>
        </a:p>
      </dgm:t>
    </dgm:pt>
    <dgm:pt modelId="{D0D0B8C4-7A3D-4CBB-887F-7C337A479411}">
      <dgm:prSet custT="1"/>
      <dgm:spPr/>
      <dgm:t>
        <a:bodyPr/>
        <a:lstStyle/>
        <a:p>
          <a:pPr rtl="0"/>
          <a:r>
            <a:rPr lang="en-AU" sz="2400" dirty="0" smtClean="0"/>
            <a:t>historic structures, mature trees, traditional architectural styles, streetscapes</a:t>
          </a:r>
          <a:endParaRPr lang="en-AU" sz="2400" dirty="0"/>
        </a:p>
      </dgm:t>
    </dgm:pt>
    <dgm:pt modelId="{A1AA1306-97E7-469E-9E12-872E1F30D335}" type="parTrans" cxnId="{BB653E40-9B93-4E77-B93F-1A2565677DD0}">
      <dgm:prSet/>
      <dgm:spPr/>
      <dgm:t>
        <a:bodyPr/>
        <a:lstStyle/>
        <a:p>
          <a:endParaRPr lang="en-AU"/>
        </a:p>
      </dgm:t>
    </dgm:pt>
    <dgm:pt modelId="{E128BC9F-FDDD-44C4-9AD9-4E4A32F97383}" type="sibTrans" cxnId="{BB653E40-9B93-4E77-B93F-1A2565677DD0}">
      <dgm:prSet/>
      <dgm:spPr/>
      <dgm:t>
        <a:bodyPr/>
        <a:lstStyle/>
        <a:p>
          <a:endParaRPr lang="en-AU"/>
        </a:p>
      </dgm:t>
    </dgm:pt>
    <dgm:pt modelId="{C3FF24AD-0F15-4A66-9B67-5AEFF188A2D8}">
      <dgm:prSet custT="1"/>
      <dgm:spPr/>
      <dgm:t>
        <a:bodyPr/>
        <a:lstStyle/>
        <a:p>
          <a:pPr rtl="0"/>
          <a:r>
            <a:rPr lang="en-AU" sz="2000" dirty="0" smtClean="0"/>
            <a:t>streets, public transport, health, shopping centres, schools, religious institutions, parks and sporting facilities, other public facilities.</a:t>
          </a:r>
          <a:endParaRPr lang="en-AU" sz="2000" dirty="0"/>
        </a:p>
      </dgm:t>
    </dgm:pt>
    <dgm:pt modelId="{633BE0D9-03FD-4B52-BD0E-63BE501A1A2C}" type="parTrans" cxnId="{F2E5A421-D82D-4678-9B6C-0EFE0016FE45}">
      <dgm:prSet/>
      <dgm:spPr/>
      <dgm:t>
        <a:bodyPr/>
        <a:lstStyle/>
        <a:p>
          <a:endParaRPr lang="en-AU"/>
        </a:p>
      </dgm:t>
    </dgm:pt>
    <dgm:pt modelId="{9E6F21B9-83A8-40E2-BF75-935255DE27CE}" type="sibTrans" cxnId="{F2E5A421-D82D-4678-9B6C-0EFE0016FE45}">
      <dgm:prSet/>
      <dgm:spPr/>
      <dgm:t>
        <a:bodyPr/>
        <a:lstStyle/>
        <a:p>
          <a:endParaRPr lang="en-AU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3200" dirty="0" smtClean="0"/>
            <a:t>Economic</a:t>
          </a:r>
          <a:endParaRPr lang="en-AU" sz="32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7133CF71-E82A-455D-B24D-1A06755DA466}">
      <dgm:prSet custT="1"/>
      <dgm:spPr/>
      <dgm:t>
        <a:bodyPr/>
        <a:lstStyle/>
        <a:p>
          <a:pPr rtl="0"/>
          <a:r>
            <a:rPr lang="en-AU" sz="3200" dirty="0" smtClean="0"/>
            <a:t>Value of property</a:t>
          </a:r>
          <a:endParaRPr lang="en-AU" sz="3200" dirty="0"/>
        </a:p>
      </dgm:t>
    </dgm:pt>
    <dgm:pt modelId="{FF194D4C-5542-43E3-AEC6-F6028A1D599C}" type="parTrans" cxnId="{10A4DC66-4C04-4CE1-A9BE-380FBAB2CC23}">
      <dgm:prSet/>
      <dgm:spPr/>
      <dgm:t>
        <a:bodyPr/>
        <a:lstStyle/>
        <a:p>
          <a:endParaRPr lang="en-AU"/>
        </a:p>
      </dgm:t>
    </dgm:pt>
    <dgm:pt modelId="{55067EEA-1E66-4EC0-B3B6-2B08DCB90D25}" type="sibTrans" cxnId="{10A4DC66-4C04-4CE1-A9BE-380FBAB2CC23}">
      <dgm:prSet/>
      <dgm:spPr/>
      <dgm:t>
        <a:bodyPr/>
        <a:lstStyle/>
        <a:p>
          <a:endParaRPr lang="en-AU"/>
        </a:p>
      </dgm:t>
    </dgm:pt>
    <dgm:pt modelId="{C4731439-16C0-4C70-9C24-3A7811E888DF}" type="pres">
      <dgm:prSet presAssocID="{0D953CA9-5B5B-470C-A10B-16407E93FFB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F13D9A4C-8B8E-4637-83A4-42BA514FE155}" type="pres">
      <dgm:prSet presAssocID="{B2886D43-91D8-405E-913E-17DC81E31DA9}" presName="linNode" presStyleCnt="0"/>
      <dgm:spPr/>
    </dgm:pt>
    <dgm:pt modelId="{7B485637-E18C-48E7-9DC4-4C148E9CA1B9}" type="pres">
      <dgm:prSet presAssocID="{B2886D43-91D8-405E-913E-17DC81E31DA9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90AA1CF-CAF0-4F16-B8EB-6AA66E1EC124}" type="pres">
      <dgm:prSet presAssocID="{B2886D43-91D8-405E-913E-17DC81E31DA9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8DFE965-C9B8-4571-BAA1-E074094979E4}" type="pres">
      <dgm:prSet presAssocID="{1AF6EB5E-026F-44D1-8C35-A1646B9FDBA0}" presName="sp" presStyleCnt="0"/>
      <dgm:spPr/>
    </dgm:pt>
    <dgm:pt modelId="{86523C6A-3642-4432-B8CA-E4DFC129BADB}" type="pres">
      <dgm:prSet presAssocID="{80E88C88-2DEA-49B6-B35F-9FDC5A150622}" presName="linNode" presStyleCnt="0"/>
      <dgm:spPr/>
    </dgm:pt>
    <dgm:pt modelId="{60EB79DF-FF5E-41AD-8F03-3E703EEC7D04}" type="pres">
      <dgm:prSet presAssocID="{80E88C88-2DEA-49B6-B35F-9FDC5A150622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789E3E4-39AE-4B67-8C64-F75221414BB8}" type="pres">
      <dgm:prSet presAssocID="{80E88C88-2DEA-49B6-B35F-9FDC5A150622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544EADC7-C4BD-4A8A-B7DD-C77E82E0EB62}" type="pres">
      <dgm:prSet presAssocID="{9BFFE733-9C93-4655-AFC3-EF636AF59AF4}" presName="sp" presStyleCnt="0"/>
      <dgm:spPr/>
    </dgm:pt>
    <dgm:pt modelId="{3979AF94-9213-4249-B8C0-86450162C9E1}" type="pres">
      <dgm:prSet presAssocID="{0D64E8AD-3C6C-4B4D-8168-9C8C2E3B9EAE}" presName="linNode" presStyleCnt="0"/>
      <dgm:spPr/>
    </dgm:pt>
    <dgm:pt modelId="{E7DCAEB5-C26A-4734-BFFD-7ED82A134F30}" type="pres">
      <dgm:prSet presAssocID="{0D64E8AD-3C6C-4B4D-8168-9C8C2E3B9EAE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95E21C1-F716-4486-8C26-578FD393DCD1}" type="pres">
      <dgm:prSet presAssocID="{0D64E8AD-3C6C-4B4D-8168-9C8C2E3B9EAE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455D9A0-08CD-46B3-BBC9-894A511884FC}" type="pres">
      <dgm:prSet presAssocID="{C6AF3E49-F5E3-4AD7-A3D8-A37C4B863B5B}" presName="sp" presStyleCnt="0"/>
      <dgm:spPr/>
    </dgm:pt>
    <dgm:pt modelId="{7FBB14E6-3482-446F-B4A0-C13436483007}" type="pres">
      <dgm:prSet presAssocID="{9B675BBB-258D-4348-8EFC-EC3F6B4826FD}" presName="linNode" presStyleCnt="0"/>
      <dgm:spPr/>
    </dgm:pt>
    <dgm:pt modelId="{7420E287-6AD4-4A84-B921-F6D9548FEB80}" type="pres">
      <dgm:prSet presAssocID="{9B675BBB-258D-4348-8EFC-EC3F6B4826FD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E154202-99D9-47DA-A58E-50199F3ADAD7}" type="pres">
      <dgm:prSet presAssocID="{9B675BBB-258D-4348-8EFC-EC3F6B4826FD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AEE40B5-9D4C-4558-B6C8-817BF61F17C0}" type="pres">
      <dgm:prSet presAssocID="{BF3A9632-1100-4246-8099-AF198E45BBA1}" presName="sp" presStyleCnt="0"/>
      <dgm:spPr/>
    </dgm:pt>
    <dgm:pt modelId="{2C387B2F-9CAB-48A8-8869-924FB5BF1200}" type="pres">
      <dgm:prSet presAssocID="{425E5828-D5B6-4A98-AF45-FCF5A237B4C9}" presName="linNode" presStyleCnt="0"/>
      <dgm:spPr/>
    </dgm:pt>
    <dgm:pt modelId="{07EEBE61-ADA8-4527-9E0C-97625D4E6BDE}" type="pres">
      <dgm:prSet presAssocID="{425E5828-D5B6-4A98-AF45-FCF5A237B4C9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CEC6221-9B53-4150-8F26-18C0F9961A16}" type="pres">
      <dgm:prSet presAssocID="{425E5828-D5B6-4A98-AF45-FCF5A237B4C9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1FEA7290-D069-40A2-8634-AF464B73F459}" type="presOf" srcId="{B2886D43-91D8-405E-913E-17DC81E31DA9}" destId="{7B485637-E18C-48E7-9DC4-4C148E9CA1B9}" srcOrd="0" destOrd="0" presId="urn:microsoft.com/office/officeart/2005/8/layout/vList5"/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294BA034-6F0C-496E-90C8-3654A2EE7C7F}" type="presOf" srcId="{C3FF24AD-0F15-4A66-9B67-5AEFF188A2D8}" destId="{7CEC6221-9B53-4150-8F26-18C0F9961A16}" srcOrd="0" destOrd="0" presId="urn:microsoft.com/office/officeart/2005/8/layout/vList5"/>
    <dgm:cxn modelId="{6FA135B8-24CD-417B-B724-D7CF11527C4D}" type="presOf" srcId="{7133CF71-E82A-455D-B24D-1A06755DA466}" destId="{6E154202-99D9-47DA-A58E-50199F3ADAD7}" srcOrd="0" destOrd="0" presId="urn:microsoft.com/office/officeart/2005/8/layout/vList5"/>
    <dgm:cxn modelId="{2CE7F332-19F9-45C7-BBC8-D6396DB0280C}" type="presOf" srcId="{AF3CA2B2-3073-47EF-965E-19D9B4C6D1ED}" destId="{0789E3E4-39AE-4B67-8C64-F75221414BB8}" srcOrd="0" destOrd="0" presId="urn:microsoft.com/office/officeart/2005/8/layout/vList5"/>
    <dgm:cxn modelId="{BB653E40-9B93-4E77-B93F-1A2565677DD0}" srcId="{0D64E8AD-3C6C-4B4D-8168-9C8C2E3B9EAE}" destId="{D0D0B8C4-7A3D-4CBB-887F-7C337A479411}" srcOrd="0" destOrd="0" parTransId="{A1AA1306-97E7-469E-9E12-872E1F30D335}" sibTransId="{E128BC9F-FDDD-44C4-9AD9-4E4A32F97383}"/>
    <dgm:cxn modelId="{CD8FB81C-F06B-4304-AE5E-CE059360E39C}" type="presOf" srcId="{0D953CA9-5B5B-470C-A10B-16407E93FFB4}" destId="{C4731439-16C0-4C70-9C24-3A7811E888DF}" srcOrd="0" destOrd="0" presId="urn:microsoft.com/office/officeart/2005/8/layout/vList5"/>
    <dgm:cxn modelId="{10A4DC66-4C04-4CE1-A9BE-380FBAB2CC23}" srcId="{9B675BBB-258D-4348-8EFC-EC3F6B4826FD}" destId="{7133CF71-E82A-455D-B24D-1A06755DA466}" srcOrd="0" destOrd="0" parTransId="{FF194D4C-5542-43E3-AEC6-F6028A1D599C}" sibTransId="{55067EEA-1E66-4EC0-B3B6-2B08DCB90D25}"/>
    <dgm:cxn modelId="{F2E5A421-D82D-4678-9B6C-0EFE0016FE45}" srcId="{425E5828-D5B6-4A98-AF45-FCF5A237B4C9}" destId="{C3FF24AD-0F15-4A66-9B67-5AEFF188A2D8}" srcOrd="0" destOrd="0" parTransId="{633BE0D9-03FD-4B52-BD0E-63BE501A1A2C}" sibTransId="{9E6F21B9-83A8-40E2-BF75-935255DE27CE}"/>
    <dgm:cxn modelId="{F6113FCB-59EB-46AD-BD28-2C75B346DE78}" type="presOf" srcId="{0D64E8AD-3C6C-4B4D-8168-9C8C2E3B9EAE}" destId="{E7DCAEB5-C26A-4734-BFFD-7ED82A134F30}" srcOrd="0" destOrd="0" presId="urn:microsoft.com/office/officeart/2005/8/layout/vList5"/>
    <dgm:cxn modelId="{FCD0C4E5-66EC-4F6B-ACB7-8C9B52D34E66}" type="presOf" srcId="{C0F30594-E49B-487F-8E3E-5582647BB70E}" destId="{490AA1CF-CAF0-4F16-B8EB-6AA66E1EC124}" srcOrd="0" destOrd="0" presId="urn:microsoft.com/office/officeart/2005/8/layout/vList5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64D7C3BC-CE7E-477B-A2C1-83331697C4B2}" srcId="{0D953CA9-5B5B-470C-A10B-16407E93FFB4}" destId="{0D64E8AD-3C6C-4B4D-8168-9C8C2E3B9EAE}" srcOrd="2" destOrd="0" parTransId="{6578A9FB-47BB-4349-9E49-19CD0FE87F37}" sibTransId="{C6AF3E49-F5E3-4AD7-A3D8-A37C4B863B5B}"/>
    <dgm:cxn modelId="{D8E789A3-D2F0-4526-B4CB-F9CDD4EFCCB2}" srcId="{0D953CA9-5B5B-470C-A10B-16407E93FFB4}" destId="{80E88C88-2DEA-49B6-B35F-9FDC5A150622}" srcOrd="1" destOrd="0" parTransId="{CC60EB3F-2A1E-43F7-A54B-398CD77BEA0B}" sibTransId="{9BFFE733-9C93-4655-AFC3-EF636AF59AF4}"/>
    <dgm:cxn modelId="{F69CC129-6156-4EAC-B7FC-D10E75438711}" srcId="{B2886D43-91D8-405E-913E-17DC81E31DA9}" destId="{C0F30594-E49B-487F-8E3E-5582647BB70E}" srcOrd="0" destOrd="0" parTransId="{80DFCAC7-97D6-459B-B90F-AD541E878655}" sibTransId="{F226EF1D-6136-4C55-87F6-268903FA2FA5}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AC9885A7-E696-4B5E-8F31-6E95DADB6065}" type="presOf" srcId="{D0D0B8C4-7A3D-4CBB-887F-7C337A479411}" destId="{295E21C1-F716-4486-8C26-578FD393DCD1}" srcOrd="0" destOrd="0" presId="urn:microsoft.com/office/officeart/2005/8/layout/vList5"/>
    <dgm:cxn modelId="{D82E0178-2554-4689-B2AE-E97C5D4D0479}" type="presOf" srcId="{425E5828-D5B6-4A98-AF45-FCF5A237B4C9}" destId="{07EEBE61-ADA8-4527-9E0C-97625D4E6BDE}" srcOrd="0" destOrd="0" presId="urn:microsoft.com/office/officeart/2005/8/layout/vList5"/>
    <dgm:cxn modelId="{C0E5F9A5-8302-4B6B-8EAC-647FB08BD41E}" type="presOf" srcId="{80E88C88-2DEA-49B6-B35F-9FDC5A150622}" destId="{60EB79DF-FF5E-41AD-8F03-3E703EEC7D04}" srcOrd="0" destOrd="0" presId="urn:microsoft.com/office/officeart/2005/8/layout/vList5"/>
    <dgm:cxn modelId="{2C183692-9C8B-49B8-BD52-8ABE8007B246}" srcId="{80E88C88-2DEA-49B6-B35F-9FDC5A150622}" destId="{AF3CA2B2-3073-47EF-965E-19D9B4C6D1ED}" srcOrd="0" destOrd="0" parTransId="{A4C63C08-F159-4029-9B4B-E3F2DC5EE9DB}" sibTransId="{C29E9EDA-52C0-448E-A9A7-DDF68135B88E}"/>
    <dgm:cxn modelId="{B408D213-FE21-4165-B5AF-05048C4BF9A1}" type="presOf" srcId="{9B675BBB-258D-4348-8EFC-EC3F6B4826FD}" destId="{7420E287-6AD4-4A84-B921-F6D9548FEB80}" srcOrd="0" destOrd="0" presId="urn:microsoft.com/office/officeart/2005/8/layout/vList5"/>
    <dgm:cxn modelId="{CEFA2227-8867-472B-8115-7C7B12A60E17}" type="presParOf" srcId="{C4731439-16C0-4C70-9C24-3A7811E888DF}" destId="{F13D9A4C-8B8E-4637-83A4-42BA514FE155}" srcOrd="0" destOrd="0" presId="urn:microsoft.com/office/officeart/2005/8/layout/vList5"/>
    <dgm:cxn modelId="{2F5F98ED-397D-45A7-8DAF-95388EBAA938}" type="presParOf" srcId="{F13D9A4C-8B8E-4637-83A4-42BA514FE155}" destId="{7B485637-E18C-48E7-9DC4-4C148E9CA1B9}" srcOrd="0" destOrd="0" presId="urn:microsoft.com/office/officeart/2005/8/layout/vList5"/>
    <dgm:cxn modelId="{B7B7FF41-BE27-427D-B4A1-7D08CD5C2706}" type="presParOf" srcId="{F13D9A4C-8B8E-4637-83A4-42BA514FE155}" destId="{490AA1CF-CAF0-4F16-B8EB-6AA66E1EC124}" srcOrd="1" destOrd="0" presId="urn:microsoft.com/office/officeart/2005/8/layout/vList5"/>
    <dgm:cxn modelId="{1D128801-613D-452C-88A7-0A43DBB10460}" type="presParOf" srcId="{C4731439-16C0-4C70-9C24-3A7811E888DF}" destId="{98DFE965-C9B8-4571-BAA1-E074094979E4}" srcOrd="1" destOrd="0" presId="urn:microsoft.com/office/officeart/2005/8/layout/vList5"/>
    <dgm:cxn modelId="{52511E02-716E-471B-BEF9-EF895A0BDAC8}" type="presParOf" srcId="{C4731439-16C0-4C70-9C24-3A7811E888DF}" destId="{86523C6A-3642-4432-B8CA-E4DFC129BADB}" srcOrd="2" destOrd="0" presId="urn:microsoft.com/office/officeart/2005/8/layout/vList5"/>
    <dgm:cxn modelId="{72392F12-2636-4144-A5C3-97A3E3C23C3D}" type="presParOf" srcId="{86523C6A-3642-4432-B8CA-E4DFC129BADB}" destId="{60EB79DF-FF5E-41AD-8F03-3E703EEC7D04}" srcOrd="0" destOrd="0" presId="urn:microsoft.com/office/officeart/2005/8/layout/vList5"/>
    <dgm:cxn modelId="{5DA71EE5-EF3A-468A-969C-826A565C7B1C}" type="presParOf" srcId="{86523C6A-3642-4432-B8CA-E4DFC129BADB}" destId="{0789E3E4-39AE-4B67-8C64-F75221414BB8}" srcOrd="1" destOrd="0" presId="urn:microsoft.com/office/officeart/2005/8/layout/vList5"/>
    <dgm:cxn modelId="{7CD0232D-ED8C-4672-9841-077CBC67C81D}" type="presParOf" srcId="{C4731439-16C0-4C70-9C24-3A7811E888DF}" destId="{544EADC7-C4BD-4A8A-B7DD-C77E82E0EB62}" srcOrd="3" destOrd="0" presId="urn:microsoft.com/office/officeart/2005/8/layout/vList5"/>
    <dgm:cxn modelId="{13D5DFD9-DD92-45F3-B02B-46B3866CDA46}" type="presParOf" srcId="{C4731439-16C0-4C70-9C24-3A7811E888DF}" destId="{3979AF94-9213-4249-B8C0-86450162C9E1}" srcOrd="4" destOrd="0" presId="urn:microsoft.com/office/officeart/2005/8/layout/vList5"/>
    <dgm:cxn modelId="{A8D0E5ED-0493-429B-84DB-5AD37F48861D}" type="presParOf" srcId="{3979AF94-9213-4249-B8C0-86450162C9E1}" destId="{E7DCAEB5-C26A-4734-BFFD-7ED82A134F30}" srcOrd="0" destOrd="0" presId="urn:microsoft.com/office/officeart/2005/8/layout/vList5"/>
    <dgm:cxn modelId="{E3724547-A40F-40F3-B7C6-AAFFA001517A}" type="presParOf" srcId="{3979AF94-9213-4249-B8C0-86450162C9E1}" destId="{295E21C1-F716-4486-8C26-578FD393DCD1}" srcOrd="1" destOrd="0" presId="urn:microsoft.com/office/officeart/2005/8/layout/vList5"/>
    <dgm:cxn modelId="{CA8914BF-7ACD-4C4F-95AB-12EF7B85670D}" type="presParOf" srcId="{C4731439-16C0-4C70-9C24-3A7811E888DF}" destId="{F455D9A0-08CD-46B3-BBC9-894A511884FC}" srcOrd="5" destOrd="0" presId="urn:microsoft.com/office/officeart/2005/8/layout/vList5"/>
    <dgm:cxn modelId="{B7A3DD41-821F-425F-A879-6C69CF662253}" type="presParOf" srcId="{C4731439-16C0-4C70-9C24-3A7811E888DF}" destId="{7FBB14E6-3482-446F-B4A0-C13436483007}" srcOrd="6" destOrd="0" presId="urn:microsoft.com/office/officeart/2005/8/layout/vList5"/>
    <dgm:cxn modelId="{42C3AEF1-4204-47B5-8247-DADFB0BE12E3}" type="presParOf" srcId="{7FBB14E6-3482-446F-B4A0-C13436483007}" destId="{7420E287-6AD4-4A84-B921-F6D9548FEB80}" srcOrd="0" destOrd="0" presId="urn:microsoft.com/office/officeart/2005/8/layout/vList5"/>
    <dgm:cxn modelId="{2311D037-B71E-4376-A4DD-BCFD82016266}" type="presParOf" srcId="{7FBB14E6-3482-446F-B4A0-C13436483007}" destId="{6E154202-99D9-47DA-A58E-50199F3ADAD7}" srcOrd="1" destOrd="0" presId="urn:microsoft.com/office/officeart/2005/8/layout/vList5"/>
    <dgm:cxn modelId="{CF9FF72A-B26C-4702-953E-499A8676ACC5}" type="presParOf" srcId="{C4731439-16C0-4C70-9C24-3A7811E888DF}" destId="{2AEE40B5-9D4C-4558-B6C8-817BF61F17C0}" srcOrd="7" destOrd="0" presId="urn:microsoft.com/office/officeart/2005/8/layout/vList5"/>
    <dgm:cxn modelId="{1C3B1B63-4287-491D-AA68-21D60A170DA9}" type="presParOf" srcId="{C4731439-16C0-4C70-9C24-3A7811E888DF}" destId="{2C387B2F-9CAB-48A8-8869-924FB5BF1200}" srcOrd="8" destOrd="0" presId="urn:microsoft.com/office/officeart/2005/8/layout/vList5"/>
    <dgm:cxn modelId="{4BCF9CED-44AB-4276-821D-81990E5408A5}" type="presParOf" srcId="{2C387B2F-9CAB-48A8-8869-924FB5BF1200}" destId="{07EEBE61-ADA8-4527-9E0C-97625D4E6BDE}" srcOrd="0" destOrd="0" presId="urn:microsoft.com/office/officeart/2005/8/layout/vList5"/>
    <dgm:cxn modelId="{B73ECF2B-3C16-4F0C-BF3D-5166C3F33771}" type="presParOf" srcId="{2C387B2F-9CAB-48A8-8869-924FB5BF1200}" destId="{7CEC6221-9B53-4150-8F26-18C0F9961A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3200" dirty="0" smtClean="0"/>
            <a:t>Environmental</a:t>
          </a:r>
          <a:endParaRPr lang="en-AU" sz="32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80E88C88-2DEA-49B6-B35F-9FDC5A150622}">
      <dgm:prSet custT="1"/>
      <dgm:spPr/>
      <dgm:t>
        <a:bodyPr/>
        <a:lstStyle/>
        <a:p>
          <a:pPr rtl="0"/>
          <a:r>
            <a:rPr lang="en-AU" sz="3200" dirty="0" smtClean="0"/>
            <a:t>Social</a:t>
          </a:r>
          <a:endParaRPr lang="en-AU" sz="3200" dirty="0"/>
        </a:p>
      </dgm:t>
    </dgm:pt>
    <dgm:pt modelId="{CC60EB3F-2A1E-43F7-A54B-398CD77BEA0B}" type="parTrans" cxnId="{D8E789A3-D2F0-4526-B4CB-F9CDD4EFCCB2}">
      <dgm:prSet/>
      <dgm:spPr/>
      <dgm:t>
        <a:bodyPr/>
        <a:lstStyle/>
        <a:p>
          <a:endParaRPr lang="en-AU" sz="3200"/>
        </a:p>
      </dgm:t>
    </dgm:pt>
    <dgm:pt modelId="{9BFFE733-9C93-4655-AFC3-EF636AF59AF4}" type="sibTrans" cxnId="{D8E789A3-D2F0-4526-B4CB-F9CDD4EFCCB2}">
      <dgm:prSet custT="1"/>
      <dgm:spPr/>
      <dgm:t>
        <a:bodyPr/>
        <a:lstStyle/>
        <a:p>
          <a:endParaRPr lang="en-AU" sz="3200"/>
        </a:p>
      </dgm:t>
    </dgm:pt>
    <dgm:pt modelId="{0D64E8AD-3C6C-4B4D-8168-9C8C2E3B9EAE}">
      <dgm:prSet custT="1"/>
      <dgm:spPr/>
      <dgm:t>
        <a:bodyPr/>
        <a:lstStyle/>
        <a:p>
          <a:pPr rtl="0"/>
          <a:r>
            <a:rPr lang="en-AU" sz="3200" dirty="0" smtClean="0"/>
            <a:t>Cultural</a:t>
          </a:r>
          <a:endParaRPr lang="en-AU" sz="3200" dirty="0"/>
        </a:p>
      </dgm:t>
    </dgm:pt>
    <dgm:pt modelId="{6578A9FB-47BB-4349-9E49-19CD0FE87F37}" type="parTrans" cxnId="{64D7C3BC-CE7E-477B-A2C1-83331697C4B2}">
      <dgm:prSet/>
      <dgm:spPr/>
      <dgm:t>
        <a:bodyPr/>
        <a:lstStyle/>
        <a:p>
          <a:endParaRPr lang="en-AU" sz="3200"/>
        </a:p>
      </dgm:t>
    </dgm:pt>
    <dgm:pt modelId="{C6AF3E49-F5E3-4AD7-A3D8-A37C4B863B5B}" type="sibTrans" cxnId="{64D7C3BC-CE7E-477B-A2C1-83331697C4B2}">
      <dgm:prSet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3200" dirty="0" smtClean="0"/>
            <a:t>Infrastructure</a:t>
          </a:r>
          <a:endParaRPr lang="en-AU" sz="32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C0F30594-E49B-487F-8E3E-5582647BB70E}">
      <dgm:prSet custT="1"/>
      <dgm:spPr/>
      <dgm:t>
        <a:bodyPr/>
        <a:lstStyle/>
        <a:p>
          <a:pPr rtl="0"/>
          <a:r>
            <a:rPr lang="en-AU" sz="2400" dirty="0" smtClean="0"/>
            <a:t>Cleanliness, dust, pollution, noise, air and water quality, aesthetics</a:t>
          </a:r>
          <a:endParaRPr lang="en-AU" sz="2400" dirty="0"/>
        </a:p>
      </dgm:t>
    </dgm:pt>
    <dgm:pt modelId="{80DFCAC7-97D6-459B-B90F-AD541E878655}" type="parTrans" cxnId="{F69CC129-6156-4EAC-B7FC-D10E75438711}">
      <dgm:prSet/>
      <dgm:spPr/>
      <dgm:t>
        <a:bodyPr/>
        <a:lstStyle/>
        <a:p>
          <a:endParaRPr lang="en-AU"/>
        </a:p>
      </dgm:t>
    </dgm:pt>
    <dgm:pt modelId="{F226EF1D-6136-4C55-87F6-268903FA2FA5}" type="sibTrans" cxnId="{F69CC129-6156-4EAC-B7FC-D10E75438711}">
      <dgm:prSet/>
      <dgm:spPr/>
      <dgm:t>
        <a:bodyPr/>
        <a:lstStyle/>
        <a:p>
          <a:endParaRPr lang="en-AU"/>
        </a:p>
      </dgm:t>
    </dgm:pt>
    <dgm:pt modelId="{AF3CA2B2-3073-47EF-965E-19D9B4C6D1ED}">
      <dgm:prSet custT="1"/>
      <dgm:spPr/>
      <dgm:t>
        <a:bodyPr/>
        <a:lstStyle/>
        <a:p>
          <a:pPr rtl="0"/>
          <a:r>
            <a:rPr lang="en-AU" sz="2200" dirty="0" smtClean="0"/>
            <a:t>personal security, traffic safety, community identity and pride, neighbourliness</a:t>
          </a:r>
          <a:endParaRPr lang="en-AU" sz="2200" dirty="0"/>
        </a:p>
      </dgm:t>
    </dgm:pt>
    <dgm:pt modelId="{A4C63C08-F159-4029-9B4B-E3F2DC5EE9DB}" type="parTrans" cxnId="{2C183692-9C8B-49B8-BD52-8ABE8007B246}">
      <dgm:prSet/>
      <dgm:spPr/>
      <dgm:t>
        <a:bodyPr/>
        <a:lstStyle/>
        <a:p>
          <a:endParaRPr lang="en-AU"/>
        </a:p>
      </dgm:t>
    </dgm:pt>
    <dgm:pt modelId="{C29E9EDA-52C0-448E-A9A7-DDF68135B88E}" type="sibTrans" cxnId="{2C183692-9C8B-49B8-BD52-8ABE8007B246}">
      <dgm:prSet/>
      <dgm:spPr/>
      <dgm:t>
        <a:bodyPr/>
        <a:lstStyle/>
        <a:p>
          <a:endParaRPr lang="en-AU"/>
        </a:p>
      </dgm:t>
    </dgm:pt>
    <dgm:pt modelId="{D0D0B8C4-7A3D-4CBB-887F-7C337A479411}">
      <dgm:prSet custT="1"/>
      <dgm:spPr/>
      <dgm:t>
        <a:bodyPr/>
        <a:lstStyle/>
        <a:p>
          <a:pPr rtl="0"/>
          <a:r>
            <a:rPr lang="en-AU" sz="2200" dirty="0" smtClean="0"/>
            <a:t>historic structures, mature trees, traditional architectural styles, streetscapes</a:t>
          </a:r>
          <a:endParaRPr lang="en-AU" sz="2200" dirty="0"/>
        </a:p>
      </dgm:t>
    </dgm:pt>
    <dgm:pt modelId="{A1AA1306-97E7-469E-9E12-872E1F30D335}" type="parTrans" cxnId="{BB653E40-9B93-4E77-B93F-1A2565677DD0}">
      <dgm:prSet/>
      <dgm:spPr/>
      <dgm:t>
        <a:bodyPr/>
        <a:lstStyle/>
        <a:p>
          <a:endParaRPr lang="en-AU"/>
        </a:p>
      </dgm:t>
    </dgm:pt>
    <dgm:pt modelId="{E128BC9F-FDDD-44C4-9AD9-4E4A32F97383}" type="sibTrans" cxnId="{BB653E40-9B93-4E77-B93F-1A2565677DD0}">
      <dgm:prSet/>
      <dgm:spPr/>
      <dgm:t>
        <a:bodyPr/>
        <a:lstStyle/>
        <a:p>
          <a:endParaRPr lang="en-AU"/>
        </a:p>
      </dgm:t>
    </dgm:pt>
    <dgm:pt modelId="{C3FF24AD-0F15-4A66-9B67-5AEFF188A2D8}">
      <dgm:prSet custT="1"/>
      <dgm:spPr/>
      <dgm:t>
        <a:bodyPr/>
        <a:lstStyle/>
        <a:p>
          <a:pPr rtl="0"/>
          <a:r>
            <a:rPr lang="en-AU" sz="2000" dirty="0" smtClean="0"/>
            <a:t>streets, public transport, health, shopping centres, schools, religious institutions, parks and sporting facilities, other public facilities.</a:t>
          </a:r>
          <a:endParaRPr lang="en-AU" sz="2000" dirty="0"/>
        </a:p>
      </dgm:t>
    </dgm:pt>
    <dgm:pt modelId="{633BE0D9-03FD-4B52-BD0E-63BE501A1A2C}" type="parTrans" cxnId="{F2E5A421-D82D-4678-9B6C-0EFE0016FE45}">
      <dgm:prSet/>
      <dgm:spPr/>
      <dgm:t>
        <a:bodyPr/>
        <a:lstStyle/>
        <a:p>
          <a:endParaRPr lang="en-AU"/>
        </a:p>
      </dgm:t>
    </dgm:pt>
    <dgm:pt modelId="{9E6F21B9-83A8-40E2-BF75-935255DE27CE}" type="sibTrans" cxnId="{F2E5A421-D82D-4678-9B6C-0EFE0016FE45}">
      <dgm:prSet/>
      <dgm:spPr/>
      <dgm:t>
        <a:bodyPr/>
        <a:lstStyle/>
        <a:p>
          <a:endParaRPr lang="en-AU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3200" dirty="0" smtClean="0"/>
            <a:t>Economic</a:t>
          </a:r>
          <a:endParaRPr lang="en-AU" sz="32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7133CF71-E82A-455D-B24D-1A06755DA466}">
      <dgm:prSet custT="1"/>
      <dgm:spPr/>
      <dgm:t>
        <a:bodyPr/>
        <a:lstStyle/>
        <a:p>
          <a:pPr rtl="0"/>
          <a:r>
            <a:rPr lang="en-AU" sz="3200" dirty="0" smtClean="0"/>
            <a:t>Value of property</a:t>
          </a:r>
          <a:endParaRPr lang="en-AU" sz="3200" dirty="0"/>
        </a:p>
      </dgm:t>
    </dgm:pt>
    <dgm:pt modelId="{FF194D4C-5542-43E3-AEC6-F6028A1D599C}" type="parTrans" cxnId="{10A4DC66-4C04-4CE1-A9BE-380FBAB2CC23}">
      <dgm:prSet/>
      <dgm:spPr/>
      <dgm:t>
        <a:bodyPr/>
        <a:lstStyle/>
        <a:p>
          <a:endParaRPr lang="en-AU"/>
        </a:p>
      </dgm:t>
    </dgm:pt>
    <dgm:pt modelId="{55067EEA-1E66-4EC0-B3B6-2B08DCB90D25}" type="sibTrans" cxnId="{10A4DC66-4C04-4CE1-A9BE-380FBAB2CC23}">
      <dgm:prSet/>
      <dgm:spPr/>
      <dgm:t>
        <a:bodyPr/>
        <a:lstStyle/>
        <a:p>
          <a:endParaRPr lang="en-AU"/>
        </a:p>
      </dgm:t>
    </dgm:pt>
    <dgm:pt modelId="{C4731439-16C0-4C70-9C24-3A7811E888DF}" type="pres">
      <dgm:prSet presAssocID="{0D953CA9-5B5B-470C-A10B-16407E93FFB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F13D9A4C-8B8E-4637-83A4-42BA514FE155}" type="pres">
      <dgm:prSet presAssocID="{B2886D43-91D8-405E-913E-17DC81E31DA9}" presName="linNode" presStyleCnt="0"/>
      <dgm:spPr/>
    </dgm:pt>
    <dgm:pt modelId="{7B485637-E18C-48E7-9DC4-4C148E9CA1B9}" type="pres">
      <dgm:prSet presAssocID="{B2886D43-91D8-405E-913E-17DC81E31DA9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90AA1CF-CAF0-4F16-B8EB-6AA66E1EC124}" type="pres">
      <dgm:prSet presAssocID="{B2886D43-91D8-405E-913E-17DC81E31DA9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8DFE965-C9B8-4571-BAA1-E074094979E4}" type="pres">
      <dgm:prSet presAssocID="{1AF6EB5E-026F-44D1-8C35-A1646B9FDBA0}" presName="sp" presStyleCnt="0"/>
      <dgm:spPr/>
    </dgm:pt>
    <dgm:pt modelId="{86523C6A-3642-4432-B8CA-E4DFC129BADB}" type="pres">
      <dgm:prSet presAssocID="{80E88C88-2DEA-49B6-B35F-9FDC5A150622}" presName="linNode" presStyleCnt="0"/>
      <dgm:spPr/>
    </dgm:pt>
    <dgm:pt modelId="{60EB79DF-FF5E-41AD-8F03-3E703EEC7D04}" type="pres">
      <dgm:prSet presAssocID="{80E88C88-2DEA-49B6-B35F-9FDC5A150622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789E3E4-39AE-4B67-8C64-F75221414BB8}" type="pres">
      <dgm:prSet presAssocID="{80E88C88-2DEA-49B6-B35F-9FDC5A150622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544EADC7-C4BD-4A8A-B7DD-C77E82E0EB62}" type="pres">
      <dgm:prSet presAssocID="{9BFFE733-9C93-4655-AFC3-EF636AF59AF4}" presName="sp" presStyleCnt="0"/>
      <dgm:spPr/>
    </dgm:pt>
    <dgm:pt modelId="{3979AF94-9213-4249-B8C0-86450162C9E1}" type="pres">
      <dgm:prSet presAssocID="{0D64E8AD-3C6C-4B4D-8168-9C8C2E3B9EAE}" presName="linNode" presStyleCnt="0"/>
      <dgm:spPr/>
    </dgm:pt>
    <dgm:pt modelId="{E7DCAEB5-C26A-4734-BFFD-7ED82A134F30}" type="pres">
      <dgm:prSet presAssocID="{0D64E8AD-3C6C-4B4D-8168-9C8C2E3B9EAE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95E21C1-F716-4486-8C26-578FD393DCD1}" type="pres">
      <dgm:prSet presAssocID="{0D64E8AD-3C6C-4B4D-8168-9C8C2E3B9EAE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455D9A0-08CD-46B3-BBC9-894A511884FC}" type="pres">
      <dgm:prSet presAssocID="{C6AF3E49-F5E3-4AD7-A3D8-A37C4B863B5B}" presName="sp" presStyleCnt="0"/>
      <dgm:spPr/>
    </dgm:pt>
    <dgm:pt modelId="{7FBB14E6-3482-446F-B4A0-C13436483007}" type="pres">
      <dgm:prSet presAssocID="{9B675BBB-258D-4348-8EFC-EC3F6B4826FD}" presName="linNode" presStyleCnt="0"/>
      <dgm:spPr/>
    </dgm:pt>
    <dgm:pt modelId="{7420E287-6AD4-4A84-B921-F6D9548FEB80}" type="pres">
      <dgm:prSet presAssocID="{9B675BBB-258D-4348-8EFC-EC3F6B4826FD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E154202-99D9-47DA-A58E-50199F3ADAD7}" type="pres">
      <dgm:prSet presAssocID="{9B675BBB-258D-4348-8EFC-EC3F6B4826FD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AEE40B5-9D4C-4558-B6C8-817BF61F17C0}" type="pres">
      <dgm:prSet presAssocID="{BF3A9632-1100-4246-8099-AF198E45BBA1}" presName="sp" presStyleCnt="0"/>
      <dgm:spPr/>
    </dgm:pt>
    <dgm:pt modelId="{2C387B2F-9CAB-48A8-8869-924FB5BF1200}" type="pres">
      <dgm:prSet presAssocID="{425E5828-D5B6-4A98-AF45-FCF5A237B4C9}" presName="linNode" presStyleCnt="0"/>
      <dgm:spPr/>
    </dgm:pt>
    <dgm:pt modelId="{07EEBE61-ADA8-4527-9E0C-97625D4E6BDE}" type="pres">
      <dgm:prSet presAssocID="{425E5828-D5B6-4A98-AF45-FCF5A237B4C9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CEC6221-9B53-4150-8F26-18C0F9961A16}" type="pres">
      <dgm:prSet presAssocID="{425E5828-D5B6-4A98-AF45-FCF5A237B4C9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CD5C6944-7862-4CB1-B6DB-DEEE65E98CEC}" type="presOf" srcId="{0D953CA9-5B5B-470C-A10B-16407E93FFB4}" destId="{C4731439-16C0-4C70-9C24-3A7811E888DF}" srcOrd="0" destOrd="0" presId="urn:microsoft.com/office/officeart/2005/8/layout/vList5"/>
    <dgm:cxn modelId="{A7D27861-7451-410F-9D37-AA9DAE95A618}" type="presOf" srcId="{C3FF24AD-0F15-4A66-9B67-5AEFF188A2D8}" destId="{7CEC6221-9B53-4150-8F26-18C0F9961A16}" srcOrd="0" destOrd="0" presId="urn:microsoft.com/office/officeart/2005/8/layout/vList5"/>
    <dgm:cxn modelId="{BB653E40-9B93-4E77-B93F-1A2565677DD0}" srcId="{0D64E8AD-3C6C-4B4D-8168-9C8C2E3B9EAE}" destId="{D0D0B8C4-7A3D-4CBB-887F-7C337A479411}" srcOrd="0" destOrd="0" parTransId="{A1AA1306-97E7-469E-9E12-872E1F30D335}" sibTransId="{E128BC9F-FDDD-44C4-9AD9-4E4A32F97383}"/>
    <dgm:cxn modelId="{8FE695BD-0512-4D8D-8DA1-80585F23AA2F}" type="presOf" srcId="{425E5828-D5B6-4A98-AF45-FCF5A237B4C9}" destId="{07EEBE61-ADA8-4527-9E0C-97625D4E6BDE}" srcOrd="0" destOrd="0" presId="urn:microsoft.com/office/officeart/2005/8/layout/vList5"/>
    <dgm:cxn modelId="{CE35CCE0-5F4F-4242-B4A2-6361F564B5B3}" type="presOf" srcId="{9B675BBB-258D-4348-8EFC-EC3F6B4826FD}" destId="{7420E287-6AD4-4A84-B921-F6D9548FEB80}" srcOrd="0" destOrd="0" presId="urn:microsoft.com/office/officeart/2005/8/layout/vList5"/>
    <dgm:cxn modelId="{10A4DC66-4C04-4CE1-A9BE-380FBAB2CC23}" srcId="{9B675BBB-258D-4348-8EFC-EC3F6B4826FD}" destId="{7133CF71-E82A-455D-B24D-1A06755DA466}" srcOrd="0" destOrd="0" parTransId="{FF194D4C-5542-43E3-AEC6-F6028A1D599C}" sibTransId="{55067EEA-1E66-4EC0-B3B6-2B08DCB90D25}"/>
    <dgm:cxn modelId="{F2E5A421-D82D-4678-9B6C-0EFE0016FE45}" srcId="{425E5828-D5B6-4A98-AF45-FCF5A237B4C9}" destId="{C3FF24AD-0F15-4A66-9B67-5AEFF188A2D8}" srcOrd="0" destOrd="0" parTransId="{633BE0D9-03FD-4B52-BD0E-63BE501A1A2C}" sibTransId="{9E6F21B9-83A8-40E2-BF75-935255DE27CE}"/>
    <dgm:cxn modelId="{9EC93270-4C70-4255-BF62-B1592EADBB8F}" type="presOf" srcId="{7133CF71-E82A-455D-B24D-1A06755DA466}" destId="{6E154202-99D9-47DA-A58E-50199F3ADAD7}" srcOrd="0" destOrd="0" presId="urn:microsoft.com/office/officeart/2005/8/layout/vList5"/>
    <dgm:cxn modelId="{CBB5EF9F-D46E-40D9-B252-0FE4B4C474AA}" type="presOf" srcId="{D0D0B8C4-7A3D-4CBB-887F-7C337A479411}" destId="{295E21C1-F716-4486-8C26-578FD393DCD1}" srcOrd="0" destOrd="0" presId="urn:microsoft.com/office/officeart/2005/8/layout/vList5"/>
    <dgm:cxn modelId="{06F2E14B-8151-49A2-A079-3F822BC2586B}" type="presOf" srcId="{80E88C88-2DEA-49B6-B35F-9FDC5A150622}" destId="{60EB79DF-FF5E-41AD-8F03-3E703EEC7D04}" srcOrd="0" destOrd="0" presId="urn:microsoft.com/office/officeart/2005/8/layout/vList5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64D7C3BC-CE7E-477B-A2C1-83331697C4B2}" srcId="{0D953CA9-5B5B-470C-A10B-16407E93FFB4}" destId="{0D64E8AD-3C6C-4B4D-8168-9C8C2E3B9EAE}" srcOrd="2" destOrd="0" parTransId="{6578A9FB-47BB-4349-9E49-19CD0FE87F37}" sibTransId="{C6AF3E49-F5E3-4AD7-A3D8-A37C4B863B5B}"/>
    <dgm:cxn modelId="{D8E789A3-D2F0-4526-B4CB-F9CDD4EFCCB2}" srcId="{0D953CA9-5B5B-470C-A10B-16407E93FFB4}" destId="{80E88C88-2DEA-49B6-B35F-9FDC5A150622}" srcOrd="1" destOrd="0" parTransId="{CC60EB3F-2A1E-43F7-A54B-398CD77BEA0B}" sibTransId="{9BFFE733-9C93-4655-AFC3-EF636AF59AF4}"/>
    <dgm:cxn modelId="{F69CC129-6156-4EAC-B7FC-D10E75438711}" srcId="{B2886D43-91D8-405E-913E-17DC81E31DA9}" destId="{C0F30594-E49B-487F-8E3E-5582647BB70E}" srcOrd="0" destOrd="0" parTransId="{80DFCAC7-97D6-459B-B90F-AD541E878655}" sibTransId="{F226EF1D-6136-4C55-87F6-268903FA2FA5}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7F40BFBC-A2F2-4555-9502-905AE6A2986E}" type="presOf" srcId="{C0F30594-E49B-487F-8E3E-5582647BB70E}" destId="{490AA1CF-CAF0-4F16-B8EB-6AA66E1EC124}" srcOrd="0" destOrd="0" presId="urn:microsoft.com/office/officeart/2005/8/layout/vList5"/>
    <dgm:cxn modelId="{5BEEDBFA-7F56-497B-8FCC-41658A38B7EB}" type="presOf" srcId="{0D64E8AD-3C6C-4B4D-8168-9C8C2E3B9EAE}" destId="{E7DCAEB5-C26A-4734-BFFD-7ED82A134F30}" srcOrd="0" destOrd="0" presId="urn:microsoft.com/office/officeart/2005/8/layout/vList5"/>
    <dgm:cxn modelId="{DFA7C1D1-261B-4AEE-9B8D-535B54612590}" type="presOf" srcId="{B2886D43-91D8-405E-913E-17DC81E31DA9}" destId="{7B485637-E18C-48E7-9DC4-4C148E9CA1B9}" srcOrd="0" destOrd="0" presId="urn:microsoft.com/office/officeart/2005/8/layout/vList5"/>
    <dgm:cxn modelId="{2C183692-9C8B-49B8-BD52-8ABE8007B246}" srcId="{80E88C88-2DEA-49B6-B35F-9FDC5A150622}" destId="{AF3CA2B2-3073-47EF-965E-19D9B4C6D1ED}" srcOrd="0" destOrd="0" parTransId="{A4C63C08-F159-4029-9B4B-E3F2DC5EE9DB}" sibTransId="{C29E9EDA-52C0-448E-A9A7-DDF68135B88E}"/>
    <dgm:cxn modelId="{C3F22009-8678-47BC-BD5A-C793C9EFA58D}" type="presOf" srcId="{AF3CA2B2-3073-47EF-965E-19D9B4C6D1ED}" destId="{0789E3E4-39AE-4B67-8C64-F75221414BB8}" srcOrd="0" destOrd="0" presId="urn:microsoft.com/office/officeart/2005/8/layout/vList5"/>
    <dgm:cxn modelId="{EBA1FD27-4720-40FE-BF8C-F24B3C5B9548}" type="presParOf" srcId="{C4731439-16C0-4C70-9C24-3A7811E888DF}" destId="{F13D9A4C-8B8E-4637-83A4-42BA514FE155}" srcOrd="0" destOrd="0" presId="urn:microsoft.com/office/officeart/2005/8/layout/vList5"/>
    <dgm:cxn modelId="{E04D6CC7-EDA2-41B7-9268-8A463AE29CAD}" type="presParOf" srcId="{F13D9A4C-8B8E-4637-83A4-42BA514FE155}" destId="{7B485637-E18C-48E7-9DC4-4C148E9CA1B9}" srcOrd="0" destOrd="0" presId="urn:microsoft.com/office/officeart/2005/8/layout/vList5"/>
    <dgm:cxn modelId="{4FF181BC-362E-45DB-A0DD-2C3234CCF2A6}" type="presParOf" srcId="{F13D9A4C-8B8E-4637-83A4-42BA514FE155}" destId="{490AA1CF-CAF0-4F16-B8EB-6AA66E1EC124}" srcOrd="1" destOrd="0" presId="urn:microsoft.com/office/officeart/2005/8/layout/vList5"/>
    <dgm:cxn modelId="{ECADAF3D-7DD3-49FB-88B7-F020051655B1}" type="presParOf" srcId="{C4731439-16C0-4C70-9C24-3A7811E888DF}" destId="{98DFE965-C9B8-4571-BAA1-E074094979E4}" srcOrd="1" destOrd="0" presId="urn:microsoft.com/office/officeart/2005/8/layout/vList5"/>
    <dgm:cxn modelId="{54105C07-8CB0-4936-BAAC-42A082C927A8}" type="presParOf" srcId="{C4731439-16C0-4C70-9C24-3A7811E888DF}" destId="{86523C6A-3642-4432-B8CA-E4DFC129BADB}" srcOrd="2" destOrd="0" presId="urn:microsoft.com/office/officeart/2005/8/layout/vList5"/>
    <dgm:cxn modelId="{6A4E4389-BFA6-4CD2-947E-05DF1AAB1D1B}" type="presParOf" srcId="{86523C6A-3642-4432-B8CA-E4DFC129BADB}" destId="{60EB79DF-FF5E-41AD-8F03-3E703EEC7D04}" srcOrd="0" destOrd="0" presId="urn:microsoft.com/office/officeart/2005/8/layout/vList5"/>
    <dgm:cxn modelId="{9B80007A-C7B2-4C6F-8803-A5E1C81941CA}" type="presParOf" srcId="{86523C6A-3642-4432-B8CA-E4DFC129BADB}" destId="{0789E3E4-39AE-4B67-8C64-F75221414BB8}" srcOrd="1" destOrd="0" presId="urn:microsoft.com/office/officeart/2005/8/layout/vList5"/>
    <dgm:cxn modelId="{06E080B8-54D1-414E-BBC8-827F586FC8C0}" type="presParOf" srcId="{C4731439-16C0-4C70-9C24-3A7811E888DF}" destId="{544EADC7-C4BD-4A8A-B7DD-C77E82E0EB62}" srcOrd="3" destOrd="0" presId="urn:microsoft.com/office/officeart/2005/8/layout/vList5"/>
    <dgm:cxn modelId="{4BCDF47F-DB1F-45CF-8EF5-4BE74E0D67DE}" type="presParOf" srcId="{C4731439-16C0-4C70-9C24-3A7811E888DF}" destId="{3979AF94-9213-4249-B8C0-86450162C9E1}" srcOrd="4" destOrd="0" presId="urn:microsoft.com/office/officeart/2005/8/layout/vList5"/>
    <dgm:cxn modelId="{A44D8923-091B-4A46-BF63-AFA7AA12EFB1}" type="presParOf" srcId="{3979AF94-9213-4249-B8C0-86450162C9E1}" destId="{E7DCAEB5-C26A-4734-BFFD-7ED82A134F30}" srcOrd="0" destOrd="0" presId="urn:microsoft.com/office/officeart/2005/8/layout/vList5"/>
    <dgm:cxn modelId="{B4596200-606A-466B-859D-B57828B2E768}" type="presParOf" srcId="{3979AF94-9213-4249-B8C0-86450162C9E1}" destId="{295E21C1-F716-4486-8C26-578FD393DCD1}" srcOrd="1" destOrd="0" presId="urn:microsoft.com/office/officeart/2005/8/layout/vList5"/>
    <dgm:cxn modelId="{1FEB22D0-12AE-4E3E-BCE7-8D862AFA1546}" type="presParOf" srcId="{C4731439-16C0-4C70-9C24-3A7811E888DF}" destId="{F455D9A0-08CD-46B3-BBC9-894A511884FC}" srcOrd="5" destOrd="0" presId="urn:microsoft.com/office/officeart/2005/8/layout/vList5"/>
    <dgm:cxn modelId="{670110CB-606D-4A4E-8CC5-5220515558CC}" type="presParOf" srcId="{C4731439-16C0-4C70-9C24-3A7811E888DF}" destId="{7FBB14E6-3482-446F-B4A0-C13436483007}" srcOrd="6" destOrd="0" presId="urn:microsoft.com/office/officeart/2005/8/layout/vList5"/>
    <dgm:cxn modelId="{075B9C87-71BD-4CF8-97BF-654558EB62AB}" type="presParOf" srcId="{7FBB14E6-3482-446F-B4A0-C13436483007}" destId="{7420E287-6AD4-4A84-B921-F6D9548FEB80}" srcOrd="0" destOrd="0" presId="urn:microsoft.com/office/officeart/2005/8/layout/vList5"/>
    <dgm:cxn modelId="{DD5E6F21-1634-4D55-901D-5EAA2CBA5BC0}" type="presParOf" srcId="{7FBB14E6-3482-446F-B4A0-C13436483007}" destId="{6E154202-99D9-47DA-A58E-50199F3ADAD7}" srcOrd="1" destOrd="0" presId="urn:microsoft.com/office/officeart/2005/8/layout/vList5"/>
    <dgm:cxn modelId="{1694D255-5F7F-486D-B921-DFB6F18668A3}" type="presParOf" srcId="{C4731439-16C0-4C70-9C24-3A7811E888DF}" destId="{2AEE40B5-9D4C-4558-B6C8-817BF61F17C0}" srcOrd="7" destOrd="0" presId="urn:microsoft.com/office/officeart/2005/8/layout/vList5"/>
    <dgm:cxn modelId="{E619E08D-CC00-4BE8-B9DC-DAB9871B4C0D}" type="presParOf" srcId="{C4731439-16C0-4C70-9C24-3A7811E888DF}" destId="{2C387B2F-9CAB-48A8-8869-924FB5BF1200}" srcOrd="8" destOrd="0" presId="urn:microsoft.com/office/officeart/2005/8/layout/vList5"/>
    <dgm:cxn modelId="{43DCE3DC-3F6C-40B5-BE9E-F4A51F0D236C}" type="presParOf" srcId="{2C387B2F-9CAB-48A8-8869-924FB5BF1200}" destId="{07EEBE61-ADA8-4527-9E0C-97625D4E6BDE}" srcOrd="0" destOrd="0" presId="urn:microsoft.com/office/officeart/2005/8/layout/vList5"/>
    <dgm:cxn modelId="{8D9C0AB4-5542-48D8-8D86-B092FC294103}" type="presParOf" srcId="{2C387B2F-9CAB-48A8-8869-924FB5BF1200}" destId="{7CEC6221-9B53-4150-8F26-18C0F9961A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85637-E18C-48E7-9DC4-4C148E9CA1B9}">
      <dsp:nvSpPr>
        <dsp:cNvPr id="0" name=""/>
        <dsp:cNvSpPr/>
      </dsp:nvSpPr>
      <dsp:spPr>
        <a:xfrm>
          <a:off x="2811192" y="2930"/>
          <a:ext cx="3162591" cy="128144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Environmental</a:t>
          </a:r>
          <a:endParaRPr lang="en-AU" sz="3200" kern="1200" dirty="0"/>
        </a:p>
      </dsp:txBody>
      <dsp:txXfrm>
        <a:off x="2873747" y="65485"/>
        <a:ext cx="3037481" cy="1156331"/>
      </dsp:txXfrm>
    </dsp:sp>
    <dsp:sp modelId="{60EB79DF-FF5E-41AD-8F03-3E703EEC7D04}">
      <dsp:nvSpPr>
        <dsp:cNvPr id="0" name=""/>
        <dsp:cNvSpPr/>
      </dsp:nvSpPr>
      <dsp:spPr>
        <a:xfrm>
          <a:off x="2811192" y="1348444"/>
          <a:ext cx="3162591" cy="128144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Social</a:t>
          </a:r>
          <a:endParaRPr lang="en-AU" sz="3200" kern="1200" dirty="0"/>
        </a:p>
      </dsp:txBody>
      <dsp:txXfrm>
        <a:off x="2873747" y="1410999"/>
        <a:ext cx="3037481" cy="1156331"/>
      </dsp:txXfrm>
    </dsp:sp>
    <dsp:sp modelId="{E7DCAEB5-C26A-4734-BFFD-7ED82A134F30}">
      <dsp:nvSpPr>
        <dsp:cNvPr id="0" name=""/>
        <dsp:cNvSpPr/>
      </dsp:nvSpPr>
      <dsp:spPr>
        <a:xfrm>
          <a:off x="2811192" y="2693959"/>
          <a:ext cx="3162591" cy="128144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Cultural</a:t>
          </a:r>
          <a:endParaRPr lang="en-AU" sz="3200" kern="1200" dirty="0"/>
        </a:p>
      </dsp:txBody>
      <dsp:txXfrm>
        <a:off x="2873747" y="2756514"/>
        <a:ext cx="3037481" cy="1156331"/>
      </dsp:txXfrm>
    </dsp:sp>
    <dsp:sp modelId="{7420E287-6AD4-4A84-B921-F6D9548FEB80}">
      <dsp:nvSpPr>
        <dsp:cNvPr id="0" name=""/>
        <dsp:cNvSpPr/>
      </dsp:nvSpPr>
      <dsp:spPr>
        <a:xfrm>
          <a:off x="2811192" y="4039473"/>
          <a:ext cx="3162591" cy="12814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Economic</a:t>
          </a:r>
          <a:endParaRPr lang="en-AU" sz="3200" kern="1200" dirty="0"/>
        </a:p>
      </dsp:txBody>
      <dsp:txXfrm>
        <a:off x="2873747" y="4102028"/>
        <a:ext cx="3037481" cy="1156331"/>
      </dsp:txXfrm>
    </dsp:sp>
    <dsp:sp modelId="{07EEBE61-ADA8-4527-9E0C-97625D4E6BDE}">
      <dsp:nvSpPr>
        <dsp:cNvPr id="0" name=""/>
        <dsp:cNvSpPr/>
      </dsp:nvSpPr>
      <dsp:spPr>
        <a:xfrm>
          <a:off x="2811192" y="5384987"/>
          <a:ext cx="3162591" cy="128144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Infrastructure</a:t>
          </a:r>
          <a:endParaRPr lang="en-AU" sz="3200" kern="1200" dirty="0"/>
        </a:p>
      </dsp:txBody>
      <dsp:txXfrm>
        <a:off x="2873747" y="5447542"/>
        <a:ext cx="3037481" cy="1156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AA1CF-CAF0-4F16-B8EB-6AA66E1EC124}">
      <dsp:nvSpPr>
        <dsp:cNvPr id="0" name=""/>
        <dsp:cNvSpPr/>
      </dsp:nvSpPr>
      <dsp:spPr>
        <a:xfrm rot="5400000">
          <a:off x="5461206" y="-2167540"/>
          <a:ext cx="1025153" cy="56223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Cleanliness, dust, pollution, noise, air and water quality, aesthetics</a:t>
          </a:r>
          <a:endParaRPr lang="en-AU" sz="2400" kern="1200" dirty="0"/>
        </a:p>
      </dsp:txBody>
      <dsp:txXfrm rot="-5400000">
        <a:off x="3162591" y="181119"/>
        <a:ext cx="5572340" cy="925065"/>
      </dsp:txXfrm>
    </dsp:sp>
    <dsp:sp modelId="{7B485637-E18C-48E7-9DC4-4C148E9CA1B9}">
      <dsp:nvSpPr>
        <dsp:cNvPr id="0" name=""/>
        <dsp:cNvSpPr/>
      </dsp:nvSpPr>
      <dsp:spPr>
        <a:xfrm>
          <a:off x="0" y="2930"/>
          <a:ext cx="3162591" cy="128144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Environmental</a:t>
          </a:r>
          <a:endParaRPr lang="en-AU" sz="3200" kern="1200" dirty="0"/>
        </a:p>
      </dsp:txBody>
      <dsp:txXfrm>
        <a:off x="62555" y="65485"/>
        <a:ext cx="3037481" cy="1156331"/>
      </dsp:txXfrm>
    </dsp:sp>
    <dsp:sp modelId="{0789E3E4-39AE-4B67-8C64-F75221414BB8}">
      <dsp:nvSpPr>
        <dsp:cNvPr id="0" name=""/>
        <dsp:cNvSpPr/>
      </dsp:nvSpPr>
      <dsp:spPr>
        <a:xfrm rot="5400000">
          <a:off x="5461206" y="-822026"/>
          <a:ext cx="1025153" cy="56223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personal security, traffic safety, community identity and pride, neighbourliness</a:t>
          </a:r>
          <a:endParaRPr lang="en-AU" sz="2400" kern="1200" dirty="0"/>
        </a:p>
      </dsp:txBody>
      <dsp:txXfrm rot="-5400000">
        <a:off x="3162591" y="1526633"/>
        <a:ext cx="5572340" cy="925065"/>
      </dsp:txXfrm>
    </dsp:sp>
    <dsp:sp modelId="{60EB79DF-FF5E-41AD-8F03-3E703EEC7D04}">
      <dsp:nvSpPr>
        <dsp:cNvPr id="0" name=""/>
        <dsp:cNvSpPr/>
      </dsp:nvSpPr>
      <dsp:spPr>
        <a:xfrm>
          <a:off x="0" y="1348444"/>
          <a:ext cx="3162591" cy="128144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Social</a:t>
          </a:r>
          <a:endParaRPr lang="en-AU" sz="3200" kern="1200" dirty="0"/>
        </a:p>
      </dsp:txBody>
      <dsp:txXfrm>
        <a:off x="62555" y="1410999"/>
        <a:ext cx="3037481" cy="1156331"/>
      </dsp:txXfrm>
    </dsp:sp>
    <dsp:sp modelId="{295E21C1-F716-4486-8C26-578FD393DCD1}">
      <dsp:nvSpPr>
        <dsp:cNvPr id="0" name=""/>
        <dsp:cNvSpPr/>
      </dsp:nvSpPr>
      <dsp:spPr>
        <a:xfrm rot="5400000">
          <a:off x="5461206" y="523487"/>
          <a:ext cx="1025153" cy="56223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historic structures, mature trees, traditional architectural styles, streetscapes</a:t>
          </a:r>
          <a:endParaRPr lang="en-AU" sz="2400" kern="1200" dirty="0"/>
        </a:p>
      </dsp:txBody>
      <dsp:txXfrm rot="-5400000">
        <a:off x="3162591" y="2872146"/>
        <a:ext cx="5572340" cy="925065"/>
      </dsp:txXfrm>
    </dsp:sp>
    <dsp:sp modelId="{E7DCAEB5-C26A-4734-BFFD-7ED82A134F30}">
      <dsp:nvSpPr>
        <dsp:cNvPr id="0" name=""/>
        <dsp:cNvSpPr/>
      </dsp:nvSpPr>
      <dsp:spPr>
        <a:xfrm>
          <a:off x="0" y="2693959"/>
          <a:ext cx="3162591" cy="128144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Cultural</a:t>
          </a:r>
          <a:endParaRPr lang="en-AU" sz="3200" kern="1200" dirty="0"/>
        </a:p>
      </dsp:txBody>
      <dsp:txXfrm>
        <a:off x="62555" y="2756514"/>
        <a:ext cx="3037481" cy="1156331"/>
      </dsp:txXfrm>
    </dsp:sp>
    <dsp:sp modelId="{6E154202-99D9-47DA-A58E-50199F3ADAD7}">
      <dsp:nvSpPr>
        <dsp:cNvPr id="0" name=""/>
        <dsp:cNvSpPr/>
      </dsp:nvSpPr>
      <dsp:spPr>
        <a:xfrm rot="5400000">
          <a:off x="5461206" y="1869001"/>
          <a:ext cx="1025153" cy="56223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3200" kern="1200" dirty="0" smtClean="0"/>
            <a:t>Value of property</a:t>
          </a:r>
          <a:endParaRPr lang="en-AU" sz="3200" kern="1200" dirty="0"/>
        </a:p>
      </dsp:txBody>
      <dsp:txXfrm rot="-5400000">
        <a:off x="3162591" y="4217660"/>
        <a:ext cx="5572340" cy="925065"/>
      </dsp:txXfrm>
    </dsp:sp>
    <dsp:sp modelId="{7420E287-6AD4-4A84-B921-F6D9548FEB80}">
      <dsp:nvSpPr>
        <dsp:cNvPr id="0" name=""/>
        <dsp:cNvSpPr/>
      </dsp:nvSpPr>
      <dsp:spPr>
        <a:xfrm>
          <a:off x="0" y="4039473"/>
          <a:ext cx="3162591" cy="12814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Economic</a:t>
          </a:r>
          <a:endParaRPr lang="en-AU" sz="3200" kern="1200" dirty="0"/>
        </a:p>
      </dsp:txBody>
      <dsp:txXfrm>
        <a:off x="62555" y="4102028"/>
        <a:ext cx="3037481" cy="1156331"/>
      </dsp:txXfrm>
    </dsp:sp>
    <dsp:sp modelId="{7CEC6221-9B53-4150-8F26-18C0F9961A16}">
      <dsp:nvSpPr>
        <dsp:cNvPr id="0" name=""/>
        <dsp:cNvSpPr/>
      </dsp:nvSpPr>
      <dsp:spPr>
        <a:xfrm rot="5400000">
          <a:off x="5461206" y="3214515"/>
          <a:ext cx="1025153" cy="5622384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streets, public transport, health, shopping centres, schools, religious institutions, parks and sporting facilities, other public facilities.</a:t>
          </a:r>
          <a:endParaRPr lang="en-AU" sz="2000" kern="1200" dirty="0"/>
        </a:p>
      </dsp:txBody>
      <dsp:txXfrm rot="-5400000">
        <a:off x="3162591" y="5563174"/>
        <a:ext cx="5572340" cy="925065"/>
      </dsp:txXfrm>
    </dsp:sp>
    <dsp:sp modelId="{07EEBE61-ADA8-4527-9E0C-97625D4E6BDE}">
      <dsp:nvSpPr>
        <dsp:cNvPr id="0" name=""/>
        <dsp:cNvSpPr/>
      </dsp:nvSpPr>
      <dsp:spPr>
        <a:xfrm>
          <a:off x="0" y="5384987"/>
          <a:ext cx="3162591" cy="128144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Infrastructure</a:t>
          </a:r>
          <a:endParaRPr lang="en-AU" sz="3200" kern="1200" dirty="0"/>
        </a:p>
      </dsp:txBody>
      <dsp:txXfrm>
        <a:off x="62555" y="5447542"/>
        <a:ext cx="3037481" cy="1156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AA1CF-CAF0-4F16-B8EB-6AA66E1EC124}">
      <dsp:nvSpPr>
        <dsp:cNvPr id="0" name=""/>
        <dsp:cNvSpPr/>
      </dsp:nvSpPr>
      <dsp:spPr>
        <a:xfrm rot="5400000">
          <a:off x="5553183" y="-2283037"/>
          <a:ext cx="841199" cy="56223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/>
            <a:t>Cleanliness, dust, pollution, noise, air and water quality, aesthetics</a:t>
          </a:r>
          <a:endParaRPr lang="en-AU" sz="2400" kern="1200" dirty="0"/>
        </a:p>
      </dsp:txBody>
      <dsp:txXfrm rot="-5400000">
        <a:off x="3162591" y="148619"/>
        <a:ext cx="5581320" cy="759071"/>
      </dsp:txXfrm>
    </dsp:sp>
    <dsp:sp modelId="{7B485637-E18C-48E7-9DC4-4C148E9CA1B9}">
      <dsp:nvSpPr>
        <dsp:cNvPr id="0" name=""/>
        <dsp:cNvSpPr/>
      </dsp:nvSpPr>
      <dsp:spPr>
        <a:xfrm>
          <a:off x="0" y="2404"/>
          <a:ext cx="3162591" cy="10514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Environmental</a:t>
          </a:r>
          <a:endParaRPr lang="en-AU" sz="3200" kern="1200" dirty="0"/>
        </a:p>
      </dsp:txBody>
      <dsp:txXfrm>
        <a:off x="51330" y="53734"/>
        <a:ext cx="3059931" cy="948839"/>
      </dsp:txXfrm>
    </dsp:sp>
    <dsp:sp modelId="{0789E3E4-39AE-4B67-8C64-F75221414BB8}">
      <dsp:nvSpPr>
        <dsp:cNvPr id="0" name=""/>
        <dsp:cNvSpPr/>
      </dsp:nvSpPr>
      <dsp:spPr>
        <a:xfrm rot="5400000">
          <a:off x="5553183" y="-1178962"/>
          <a:ext cx="841199" cy="56223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200" kern="1200" dirty="0" smtClean="0"/>
            <a:t>personal security, traffic safety, community identity and pride, neighbourliness</a:t>
          </a:r>
          <a:endParaRPr lang="en-AU" sz="2200" kern="1200" dirty="0"/>
        </a:p>
      </dsp:txBody>
      <dsp:txXfrm rot="-5400000">
        <a:off x="3162591" y="1252694"/>
        <a:ext cx="5581320" cy="759071"/>
      </dsp:txXfrm>
    </dsp:sp>
    <dsp:sp modelId="{60EB79DF-FF5E-41AD-8F03-3E703EEC7D04}">
      <dsp:nvSpPr>
        <dsp:cNvPr id="0" name=""/>
        <dsp:cNvSpPr/>
      </dsp:nvSpPr>
      <dsp:spPr>
        <a:xfrm>
          <a:off x="0" y="1106479"/>
          <a:ext cx="3162591" cy="10514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Social</a:t>
          </a:r>
          <a:endParaRPr lang="en-AU" sz="3200" kern="1200" dirty="0"/>
        </a:p>
      </dsp:txBody>
      <dsp:txXfrm>
        <a:off x="51330" y="1157809"/>
        <a:ext cx="3059931" cy="948839"/>
      </dsp:txXfrm>
    </dsp:sp>
    <dsp:sp modelId="{295E21C1-F716-4486-8C26-578FD393DCD1}">
      <dsp:nvSpPr>
        <dsp:cNvPr id="0" name=""/>
        <dsp:cNvSpPr/>
      </dsp:nvSpPr>
      <dsp:spPr>
        <a:xfrm rot="5400000">
          <a:off x="5553183" y="-74888"/>
          <a:ext cx="841199" cy="56223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200" kern="1200" dirty="0" smtClean="0"/>
            <a:t>historic structures, mature trees, traditional architectural styles, streetscapes</a:t>
          </a:r>
          <a:endParaRPr lang="en-AU" sz="2200" kern="1200" dirty="0"/>
        </a:p>
      </dsp:txBody>
      <dsp:txXfrm rot="-5400000">
        <a:off x="3162591" y="2356768"/>
        <a:ext cx="5581320" cy="759071"/>
      </dsp:txXfrm>
    </dsp:sp>
    <dsp:sp modelId="{E7DCAEB5-C26A-4734-BFFD-7ED82A134F30}">
      <dsp:nvSpPr>
        <dsp:cNvPr id="0" name=""/>
        <dsp:cNvSpPr/>
      </dsp:nvSpPr>
      <dsp:spPr>
        <a:xfrm>
          <a:off x="0" y="2210554"/>
          <a:ext cx="3162591" cy="10514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Cultural</a:t>
          </a:r>
          <a:endParaRPr lang="en-AU" sz="3200" kern="1200" dirty="0"/>
        </a:p>
      </dsp:txBody>
      <dsp:txXfrm>
        <a:off x="51330" y="2261884"/>
        <a:ext cx="3059931" cy="948839"/>
      </dsp:txXfrm>
    </dsp:sp>
    <dsp:sp modelId="{6E154202-99D9-47DA-A58E-50199F3ADAD7}">
      <dsp:nvSpPr>
        <dsp:cNvPr id="0" name=""/>
        <dsp:cNvSpPr/>
      </dsp:nvSpPr>
      <dsp:spPr>
        <a:xfrm rot="5400000">
          <a:off x="5553183" y="1029186"/>
          <a:ext cx="841199" cy="56223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3200" kern="1200" dirty="0" smtClean="0"/>
            <a:t>Value of property</a:t>
          </a:r>
          <a:endParaRPr lang="en-AU" sz="3200" kern="1200" dirty="0"/>
        </a:p>
      </dsp:txBody>
      <dsp:txXfrm rot="-5400000">
        <a:off x="3162591" y="3460842"/>
        <a:ext cx="5581320" cy="759071"/>
      </dsp:txXfrm>
    </dsp:sp>
    <dsp:sp modelId="{7420E287-6AD4-4A84-B921-F6D9548FEB80}">
      <dsp:nvSpPr>
        <dsp:cNvPr id="0" name=""/>
        <dsp:cNvSpPr/>
      </dsp:nvSpPr>
      <dsp:spPr>
        <a:xfrm>
          <a:off x="0" y="3314628"/>
          <a:ext cx="3162591" cy="10514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Economic</a:t>
          </a:r>
          <a:endParaRPr lang="en-AU" sz="3200" kern="1200" dirty="0"/>
        </a:p>
      </dsp:txBody>
      <dsp:txXfrm>
        <a:off x="51330" y="3365958"/>
        <a:ext cx="3059931" cy="948839"/>
      </dsp:txXfrm>
    </dsp:sp>
    <dsp:sp modelId="{7CEC6221-9B53-4150-8F26-18C0F9961A16}">
      <dsp:nvSpPr>
        <dsp:cNvPr id="0" name=""/>
        <dsp:cNvSpPr/>
      </dsp:nvSpPr>
      <dsp:spPr>
        <a:xfrm rot="5400000">
          <a:off x="5553183" y="2133260"/>
          <a:ext cx="841199" cy="5622384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streets, public transport, health, shopping centres, schools, religious institutions, parks and sporting facilities, other public facilities.</a:t>
          </a:r>
          <a:endParaRPr lang="en-AU" sz="2000" kern="1200" dirty="0"/>
        </a:p>
      </dsp:txBody>
      <dsp:txXfrm rot="-5400000">
        <a:off x="3162591" y="4564916"/>
        <a:ext cx="5581320" cy="759071"/>
      </dsp:txXfrm>
    </dsp:sp>
    <dsp:sp modelId="{07EEBE61-ADA8-4527-9E0C-97625D4E6BDE}">
      <dsp:nvSpPr>
        <dsp:cNvPr id="0" name=""/>
        <dsp:cNvSpPr/>
      </dsp:nvSpPr>
      <dsp:spPr>
        <a:xfrm>
          <a:off x="0" y="4418703"/>
          <a:ext cx="3162591" cy="105149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/>
            <a:t>Infrastructure</a:t>
          </a:r>
          <a:endParaRPr lang="en-AU" sz="3200" kern="1200" dirty="0"/>
        </a:p>
      </dsp:txBody>
      <dsp:txXfrm>
        <a:off x="51330" y="4470033"/>
        <a:ext cx="3059931" cy="948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412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927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664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57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085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963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292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48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21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9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49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EDB5-B332-4E42-B5F4-0D4870F8356C}" type="datetimeFigureOut">
              <a:rPr lang="en-AU" smtClean="0"/>
              <a:t>2/05/2016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E672C-5DB0-4B4D-9896-9FB5E62A477F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81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76672"/>
            <a:ext cx="4382120" cy="3067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72172" y="3717032"/>
            <a:ext cx="2629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Lesson </a:t>
            </a:r>
            <a:r>
              <a:rPr lang="en-US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540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655935"/>
            <a:ext cx="3302000" cy="23114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83568" y="3200784"/>
            <a:ext cx="7295704" cy="3352408"/>
            <a:chOff x="251520" y="3200784"/>
            <a:chExt cx="7295704" cy="33524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520" y="3429000"/>
              <a:ext cx="3279648" cy="28956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871" y="3200784"/>
              <a:ext cx="1834896" cy="193852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040" y="4005064"/>
              <a:ext cx="2615184" cy="2548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671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5080000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829124"/>
            <a:ext cx="4130824" cy="27332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3829124"/>
            <a:ext cx="3822521" cy="24081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548680"/>
            <a:ext cx="278859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0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1" y="2636912"/>
            <a:ext cx="2867025" cy="1600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43" y="908720"/>
            <a:ext cx="57150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48681" y="2924944"/>
            <a:ext cx="8293495" cy="2808312"/>
          </a:xfrm>
          <a:prstGeom prst="flowChartAlternateProcess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3600" dirty="0">
                <a:solidFill>
                  <a:srgbClr val="FF0000"/>
                </a:solidFill>
              </a:rPr>
              <a:t>'Liveability' </a:t>
            </a:r>
            <a:r>
              <a:rPr lang="en-AU" sz="3600" dirty="0"/>
              <a:t>- the qualities of a place (city, town, suburb, neighbourhood) that contribute to the quality of life experienced by residents and others.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2"/>
            <a:ext cx="914400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2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1" y="2636912"/>
            <a:ext cx="885698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The </a:t>
            </a:r>
            <a:r>
              <a:rPr lang="en-AU" sz="3200" dirty="0" smtClean="0"/>
              <a:t>liveability </a:t>
            </a:r>
            <a:r>
              <a:rPr lang="en-AU" sz="3200" dirty="0"/>
              <a:t>of </a:t>
            </a:r>
            <a:r>
              <a:rPr lang="en-AU" sz="3200" u="sng" dirty="0" smtClean="0"/>
              <a:t>suburbs and neighbourhoods </a:t>
            </a:r>
            <a:r>
              <a:rPr lang="en-AU" sz="3200" dirty="0" smtClean="0"/>
              <a:t>depends </a:t>
            </a:r>
            <a:r>
              <a:rPr lang="en-AU" sz="3200" dirty="0"/>
              <a:t>on the environmental and social quality of a place as </a:t>
            </a:r>
            <a:r>
              <a:rPr lang="en-AU" sz="3200" dirty="0">
                <a:solidFill>
                  <a:srgbClr val="FF0000"/>
                </a:solidFill>
              </a:rPr>
              <a:t>perceived</a:t>
            </a:r>
            <a:r>
              <a:rPr lang="en-AU" sz="3200" dirty="0"/>
              <a:t> by residents, workers, customers and visitors to the area.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93373" y="5085184"/>
            <a:ext cx="64292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These factors include:</a:t>
            </a:r>
            <a:endParaRPr lang="en-US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5498" y="188640"/>
            <a:ext cx="748134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‘Liveability’ –</a:t>
            </a:r>
          </a:p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suburbs/neighbourhoods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chemeClr val="accent5">
                  <a:lumMod val="75000"/>
                </a:schemeClr>
              </a:soli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74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91369986"/>
              </p:ext>
            </p:extLst>
          </p:nvPr>
        </p:nvGraphicFramePr>
        <p:xfrm>
          <a:off x="179512" y="0"/>
          <a:ext cx="8784976" cy="666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337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61601647"/>
              </p:ext>
            </p:extLst>
          </p:nvPr>
        </p:nvGraphicFramePr>
        <p:xfrm>
          <a:off x="179512" y="0"/>
          <a:ext cx="8784976" cy="666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22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65288" y="188640"/>
            <a:ext cx="701345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How ‘liveable’ is Narrogin?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80"/>
          <a:stretch/>
        </p:blipFill>
        <p:spPr>
          <a:xfrm>
            <a:off x="652595" y="1158427"/>
            <a:ext cx="5504365" cy="4541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484784"/>
            <a:ext cx="1048512" cy="21640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85" y="3789040"/>
            <a:ext cx="1644774" cy="16447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5617" y="1412776"/>
            <a:ext cx="2002167" cy="2236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https://pixabay.com/static/uploads/photo/2015/02/03/15/52/think-622689_640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69559"/>
            <a:ext cx="2540927" cy="179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3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3413" y="188640"/>
            <a:ext cx="885723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Put your group findings in a chart: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132856"/>
            <a:ext cx="1450728" cy="2048087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287332"/>
              </p:ext>
            </p:extLst>
          </p:nvPr>
        </p:nvGraphicFramePr>
        <p:xfrm>
          <a:off x="1524000" y="1397000"/>
          <a:ext cx="60960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 smtClean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588" y="1441793"/>
            <a:ext cx="1386749" cy="13821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441793"/>
            <a:ext cx="1358149" cy="135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3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5290" y="188640"/>
            <a:ext cx="701345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How ‘liveable’ is 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Narrogin?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13949721"/>
              </p:ext>
            </p:extLst>
          </p:nvPr>
        </p:nvGraphicFramePr>
        <p:xfrm>
          <a:off x="179512" y="1196752"/>
          <a:ext cx="8784976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12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5289" y="188640"/>
            <a:ext cx="701345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How ‘liveable’ is 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Narrogin?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072" y="1019637"/>
            <a:ext cx="4060816" cy="413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243</Words>
  <Application>Microsoft Office PowerPoint</Application>
  <PresentationFormat>On-screen Show (4:3)</PresentationFormat>
  <Paragraphs>44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XXIII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XXIII College</dc:creator>
  <cp:lastModifiedBy>DONAVON Rebecca</cp:lastModifiedBy>
  <cp:revision>19</cp:revision>
  <dcterms:created xsi:type="dcterms:W3CDTF">2013-05-07T04:01:56Z</dcterms:created>
  <dcterms:modified xsi:type="dcterms:W3CDTF">2016-05-02T02:32:57Z</dcterms:modified>
</cp:coreProperties>
</file>