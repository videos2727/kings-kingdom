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58" r:id="rId5"/>
    <p:sldId id="259" r:id="rId6"/>
    <p:sldId id="263" r:id="rId7"/>
    <p:sldId id="26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>
        <p:scale>
          <a:sx n="81" d="100"/>
          <a:sy n="81" d="100"/>
        </p:scale>
        <p:origin x="-78" y="-7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89515-56CD-4617-A268-7672C08A6CE5}" type="datetimeFigureOut">
              <a:rPr lang="en-AU" smtClean="0"/>
              <a:t>18/11/2015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05159-E03E-4F93-ACB2-8C207A8CD73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33216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89515-56CD-4617-A268-7672C08A6CE5}" type="datetimeFigureOut">
              <a:rPr lang="en-AU" smtClean="0"/>
              <a:t>18/11/2015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05159-E03E-4F93-ACB2-8C207A8CD73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173827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89515-56CD-4617-A268-7672C08A6CE5}" type="datetimeFigureOut">
              <a:rPr lang="en-AU" smtClean="0"/>
              <a:t>18/11/2015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05159-E03E-4F93-ACB2-8C207A8CD73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11878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89515-56CD-4617-A268-7672C08A6CE5}" type="datetimeFigureOut">
              <a:rPr lang="en-AU" smtClean="0"/>
              <a:t>18/11/2015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05159-E03E-4F93-ACB2-8C207A8CD73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873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89515-56CD-4617-A268-7672C08A6CE5}" type="datetimeFigureOut">
              <a:rPr lang="en-AU" smtClean="0"/>
              <a:t>18/11/2015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05159-E03E-4F93-ACB2-8C207A8CD73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467988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89515-56CD-4617-A268-7672C08A6CE5}" type="datetimeFigureOut">
              <a:rPr lang="en-AU" smtClean="0"/>
              <a:t>18/11/2015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05159-E03E-4F93-ACB2-8C207A8CD73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31799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89515-56CD-4617-A268-7672C08A6CE5}" type="datetimeFigureOut">
              <a:rPr lang="en-AU" smtClean="0"/>
              <a:t>18/11/2015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05159-E03E-4F93-ACB2-8C207A8CD73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20438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89515-56CD-4617-A268-7672C08A6CE5}" type="datetimeFigureOut">
              <a:rPr lang="en-AU" smtClean="0"/>
              <a:t>18/11/2015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05159-E03E-4F93-ACB2-8C207A8CD73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97851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89515-56CD-4617-A268-7672C08A6CE5}" type="datetimeFigureOut">
              <a:rPr lang="en-AU" smtClean="0"/>
              <a:t>18/11/2015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05159-E03E-4F93-ACB2-8C207A8CD73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397605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89515-56CD-4617-A268-7672C08A6CE5}" type="datetimeFigureOut">
              <a:rPr lang="en-AU" smtClean="0"/>
              <a:t>18/11/2015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05159-E03E-4F93-ACB2-8C207A8CD73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32000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89515-56CD-4617-A268-7672C08A6CE5}" type="datetimeFigureOut">
              <a:rPr lang="en-AU" smtClean="0"/>
              <a:t>18/11/2015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05159-E03E-4F93-ACB2-8C207A8CD73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06175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789515-56CD-4617-A268-7672C08A6CE5}" type="datetimeFigureOut">
              <a:rPr lang="en-AU" smtClean="0"/>
              <a:t>18/11/2015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D05159-E03E-4F93-ACB2-8C207A8CD73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62372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jpeg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jpeg"/><Relationship Id="rId5" Type="http://schemas.openxmlformats.org/officeDocument/2006/relationships/image" Target="../media/image19.jpeg"/><Relationship Id="rId4" Type="http://schemas.openxmlformats.org/officeDocument/2006/relationships/image" Target="../media/image18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7828" y="591441"/>
            <a:ext cx="11436439" cy="1153129"/>
          </a:xfrm>
        </p:spPr>
        <p:txBody>
          <a:bodyPr/>
          <a:lstStyle/>
          <a:p>
            <a:r>
              <a:rPr lang="en-AU" b="1" u="sng" dirty="0" smtClean="0">
                <a:solidFill>
                  <a:srgbClr val="002060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What makes a place liveable? </a:t>
            </a:r>
            <a:endParaRPr lang="en-AU" b="1" u="sng" dirty="0">
              <a:solidFill>
                <a:srgbClr val="002060"/>
              </a:solidFill>
              <a:latin typeface="Adobe Fan Heiti Std B" panose="020B0700000000000000" pitchFamily="34" charset="-128"/>
              <a:ea typeface="Adobe Fan Heiti Std B" panose="020B0700000000000000" pitchFamily="34" charset="-128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5368" y="1811949"/>
            <a:ext cx="12262833" cy="635111"/>
          </a:xfrm>
        </p:spPr>
        <p:txBody>
          <a:bodyPr>
            <a:normAutofit/>
          </a:bodyPr>
          <a:lstStyle/>
          <a:p>
            <a:r>
              <a:rPr lang="en-AU" sz="2600" dirty="0" smtClean="0"/>
              <a:t>L/O: Students will </a:t>
            </a:r>
            <a:r>
              <a:rPr lang="en-AU" sz="2600" dirty="0"/>
              <a:t>examine a variety of locations and </a:t>
            </a:r>
            <a:r>
              <a:rPr lang="en-AU" sz="2600" dirty="0" smtClean="0"/>
              <a:t>decide what makes a place liveable</a:t>
            </a:r>
            <a:r>
              <a:rPr lang="en-AU" sz="2600" dirty="0"/>
              <a:t>.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6282" y="62398"/>
            <a:ext cx="38379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131EFDA5-672F-44AC-B16D-62A86EE6B79D}" type="datetime3">
              <a:rPr lang="en-AU" sz="2400" u="sng" smtClean="0"/>
              <a:pPr algn="ctr"/>
              <a:t>18 November, 2015</a:t>
            </a:fld>
            <a:endParaRPr lang="en-AU" sz="2400" u="sng" dirty="0"/>
          </a:p>
        </p:txBody>
      </p:sp>
      <p:pic>
        <p:nvPicPr>
          <p:cNvPr id="1026" name="Picture 2" descr="http://resources1.news.com.au/images/2013/08/28/1226705/726581-e10e4a18-0f8c-11e3-bfe4-e8fe552df05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371849"/>
            <a:ext cx="6191250" cy="3486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http://myfancyhouse.com/wp-content/uploads/2013/01/Fanciful-5-Star-Lux-Maldive-Resort-in-South-Ari-Atoll-28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0642" y="3377965"/>
            <a:ext cx="5221357" cy="34800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2" descr="http://www.curtislibrary.com/wp-content/uploads/2013/03/Tibetan-prayer-flags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209" y="2289076"/>
            <a:ext cx="4739475" cy="3154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7167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6000" b="1" u="sng" dirty="0" smtClean="0">
                <a:solidFill>
                  <a:srgbClr val="002060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Starter: </a:t>
            </a:r>
            <a:endParaRPr lang="en-AU" sz="6000" dirty="0"/>
          </a:p>
        </p:txBody>
      </p:sp>
      <p:sp>
        <p:nvSpPr>
          <p:cNvPr id="5" name="TextBox 4"/>
          <p:cNvSpPr txBox="1"/>
          <p:nvPr/>
        </p:nvSpPr>
        <p:spPr>
          <a:xfrm>
            <a:off x="304799" y="1690688"/>
            <a:ext cx="5552662" cy="467820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AU" sz="2800" dirty="0" smtClean="0"/>
              <a:t>Monocle Magazine conducts a </a:t>
            </a:r>
            <a:r>
              <a:rPr lang="en-AU" sz="2800" i="1" dirty="0" smtClean="0"/>
              <a:t>Quality of Life </a:t>
            </a:r>
            <a:r>
              <a:rPr lang="en-AU" sz="2800" dirty="0" smtClean="0"/>
              <a:t>survey annually. The purpose of this survey is to find out what makes a city ‘a good place to live in’.  </a:t>
            </a:r>
          </a:p>
          <a:p>
            <a:r>
              <a:rPr lang="en-AU" sz="2800" b="1" dirty="0" smtClean="0"/>
              <a:t>10 of the top 25 cities are listed here. Working with a partner, decide which cities are the top 3 </a:t>
            </a:r>
            <a:r>
              <a:rPr lang="en-AU" sz="2800" b="1" dirty="0"/>
              <a:t>most liveable </a:t>
            </a:r>
            <a:r>
              <a:rPr lang="en-AU" sz="2800" b="1" dirty="0" smtClean="0"/>
              <a:t>cities </a:t>
            </a:r>
            <a:r>
              <a:rPr lang="en-AU" sz="2800" b="1" dirty="0"/>
              <a:t>in the world</a:t>
            </a:r>
            <a:r>
              <a:rPr lang="en-AU" sz="2800" b="1" dirty="0" smtClean="0"/>
              <a:t>. (1 being the best). </a:t>
            </a:r>
          </a:p>
          <a:p>
            <a:endParaRPr lang="en-AU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1462" y="0"/>
            <a:ext cx="6120538" cy="227526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232932" y="2275262"/>
            <a:ext cx="300814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3600" dirty="0" smtClean="0"/>
              <a:t>Helsinki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3600" dirty="0" smtClean="0"/>
              <a:t>Berlin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3600" dirty="0" smtClean="0"/>
              <a:t>Madrid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3600" dirty="0" smtClean="0"/>
              <a:t>Dubai</a:t>
            </a:r>
            <a:endParaRPr lang="en-A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3600" dirty="0" smtClean="0"/>
              <a:t>Honolulu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0" y="2275262"/>
            <a:ext cx="3161470" cy="29492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AU" sz="3600" dirty="0">
                <a:solidFill>
                  <a:prstClr val="black"/>
                </a:solidFill>
              </a:rPr>
              <a:t>Zurich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AU" sz="3600" dirty="0">
                <a:solidFill>
                  <a:prstClr val="black"/>
                </a:solidFill>
              </a:rPr>
              <a:t>Melbourne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AU" sz="3600" dirty="0">
                <a:solidFill>
                  <a:prstClr val="black"/>
                </a:solidFill>
              </a:rPr>
              <a:t>Tokyo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AU" sz="3600" dirty="0">
                <a:solidFill>
                  <a:prstClr val="black"/>
                </a:solidFill>
              </a:rPr>
              <a:t>Sydney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AU" sz="3600" dirty="0">
                <a:solidFill>
                  <a:prstClr val="black"/>
                </a:solidFill>
              </a:rPr>
              <a:t>Copenhagen 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96000" y="5414583"/>
            <a:ext cx="5958625" cy="1333947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sz="2800" dirty="0" smtClean="0"/>
              <a:t>Extension: Justify your answers! What do you think makes your #1 most liveable city the best?  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1118177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5698"/>
            <a:ext cx="4650311" cy="384883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0"/>
            <a:ext cx="292350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AU" sz="6000" b="1" dirty="0" smtClean="0">
                <a:latin typeface="Batang" panose="02030600000101010101" pitchFamily="18" charset="-127"/>
                <a:ea typeface="Batang" panose="02030600000101010101" pitchFamily="18" charset="-127"/>
              </a:rPr>
              <a:t>Finland</a:t>
            </a:r>
            <a:endParaRPr lang="en-AU" sz="6000" b="1" dirty="0">
              <a:latin typeface="Batang" panose="02030600000101010101" pitchFamily="18" charset="-127"/>
              <a:ea typeface="Batang" panose="02030600000101010101" pitchFamily="18" charset="-127"/>
            </a:endParaRPr>
          </a:p>
        </p:txBody>
      </p:sp>
      <p:pic>
        <p:nvPicPr>
          <p:cNvPr id="1030" name="Picture 6" descr="http://www.operationworld.org/files/ow/maps/lgmap/finl-MMAP-md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8535" y="3607990"/>
            <a:ext cx="4593465" cy="32500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ttp://www.raileurope.co.uk/portals/0/images/TicketsAndPasses/Finland/Finland1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5784" y="0"/>
            <a:ext cx="5236216" cy="3497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http://www.wild-wonders.com/blog/wp-content/uploads/2008/08/swd_finland_12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0311" y="2290868"/>
            <a:ext cx="3283075" cy="2170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12" descr="data:image/jpeg;base64,/9j/4AAQSkZJRgABAQAAAQABAAD/2wCEAAkGBhQQEBUUEBQUFRQUFBQVFRQUFBQWFBgUFBQVFBQVFBUXHSYeFxkjGRQUHzAgIycpLC0sFR4xNTAqNSYrLCoBCQoKDgwOGg8PFykdHhwpLCwpLCksKSkpKSkpKSksKSwpLCkpLCksKSwsLCwsKSkpKSksLCkpNSwpKSksLCwsKf/AABEIALUBFwMBIgACEQEDEQH/xAAcAAABBQEBAQAAAAAAAAAAAAADAAECBAUGBwj/xABFEAACAQIEAwYDAwkGBAcAAAABAgADEQQSITEFQVEGEyJhcYEykaEkQsEUFSNSsbKz0fA0Q2JyguFTkpOiBxYzY3PC8f/EABkBAAMBAQEAAAAAAAAAAAAAAAABAgMEBf/EACYRAAICAgICAgMAAwEAAAAAAAABAhEDEiExBBMyQSJRgWFxwRT/2gAMAwEAAhEDEQA/ANfLHyydorT2LPPohlitCWj2jsKB2itCARZYWFA7R7QmWLLHYqB5YssJliywsKB5Y1oXLKHGSaaCqP7lg7W/4ditT/tYn/TByoKLWWK0BxSqFpZ7+FWpsSP1BUQsfTLrLmSGwUByxssNliyx2KgOSNkh8sYiFhQDJI5JYyxskdhQApGKQ5WLLCwoBkkcksZY2WFgAyRikOVjZIWADLFlhykbJCwK5WMUhykbJCwAZIssNkjZIrAEFj5YTJJBIWOjW7Gr9sp+j/uNFC9kF+2U/R/3Ginm+S7n/Drw/EpZYrSeWK06bMqIWj5ZMCPaPYKB5YCtjkRwrkIW+EtorHmqsdM3lvrfUay2BIV8MtRStRVZTurAMp9QYbBQrRkIYAg3BAII2IOoMxqvZbu9cFVfDtvkBL0CfOm17eo+Up8D409Gu2HxirSLtnpkf+kSfiyMTbKzXbyJI02E+ynyGt9HUZYssHga/eIG03dTba6OyH92Rr4gljTpEd4AGOYEooOwcgjKTytc87Wl7E6ixdBmX9G2VxqpPwk9HHNTsfmNRB4HFriKd7W1ZHRtSrjR0bzH1BB5yhX7SNhz9soPTX/jUv01H/UQAye6zIPaWimO72i+ahWRRXsrWWoCQlQAi5IWwPlIllSKUG+jV4MMhqYOr4hTW9O/38M9woPmuqH0EtcLVqR7moc2Ufon5tT5Bv8AGux66HnK/H2CVMLiVIIFUU2IOjUq4sdRuLgEes0MUv6ej6VP/rJc66+v+lKNlnLGKw2SLLNtjKgJWNlh8kbJDYKAZY2WWMkbJHsFAMkbJD5YxSGwUAyxZIbJGyQ2CgWWNlhckWSGwUBKxssNliyxbBQDJGyQ+WLLDYdFfJF3csZY2WLYdAO7ku7hcscLDYdGl2UX7Wno/wC40UL2XX7Uno/7hinFnf5G+PozbRwJK0Vp0GY1orSQjwAiBFlko8AI2lLi/B6eKpmnVGm6sPiVv1lPI/Q7HSaAEcQfPYdHCYTidbhufD1UFQAM9JgSoYHmN9L7ruCTvcTq+BYbLQQk5mqDvXf9apUAZj9QB5ADlJca4MuJpZDowN0fmr8j5g7Ecx7TlOGV6zlMFWORVqZagFw5QKz5AwPwNbfmDMbcHT/hp8kdk+JQaF0HUF1H0JmLxLsfh8SM9G1JztUo5cjf5kHhceYsfObNHg9FB4aNIW6U0/baXAJo1fZCddHl1XC1cK35PiychJamys3dMR94DqL7aEX57nssHje/q0zYjKhB2ILHVrHp4R85occ4MuKotTbc6o3NXAOVgeW/yJE5jsFWLMVbdFa4J2NwpHtqJySg4zSXTN01KL/aOzyxrQto1p22c1A7RWk7RWhYUDtFaTtGIhY6I2kSIS0a0LFQPLFlhLRoWFA8sa0JFCwoFlitCWitCx0CKxssMVjWhYUByxZYW0a0LCgeWPlhLRARWFGl2ZH2lPRv3TFJdmx9pT0b90x5zZfkbQ6MzLFaZY7WEC5pA9fDGXtWCD+jUeosf62l+5fon1s1QY9pgjjvj0QX6C+uh/r2l9eN3/uT7Ew9yD1sv2j2mf8Anxdu7fz1Ed+Mhd0YW8uUftiLRl8COBKDcYAF8jW62NrXtJrxhbajnbn9dPKHtiGjLwE5vtjw4gJiqWlSiVLHql+f+UkH0Jm4/EwoByE32tmO2/KBxHGKboyvRcqylW0bUN4T+2TKaaGotB+G44V6S1E2YXt0PMexuJbtOC7HceGGD0qoZlDlRl1IZTlvbfWw9wPOddheNF9TRqoDfLmAzG2huq/Dy538hHHKmglBpl+04vshTy8Qxi8lap9at51FPjKn7lTT/D52nNdmsYiYvF1GD2dzayFjrUY69NhJlJOUSop0zsbRWmdV43TYqqd5fMpN6bDwqQTz52A9zCvxukN+8/6TTRZIkasuWjSj+f6XJav/AEyB0gm7QJsqVL+akQ9iDVmkYpmfn8D4qdQf6T0kT2hXkr+6Nb6Q9iDVmnEZkP2mQbKx9oy9pk5qwPobbbbQ9iDVmvGmT/5gB2Vra6lWAAGt/OQTjzX1TQ7fFtzJsNOsPYg1ZsRTI/8AMQvbLr0u310gT2kv8KgnprbTlf1/ZD2INWbkec3S7TVNL0wdDci9hb+hDL2syi7U99vC347xPIh6G6Y0wqna+wJ7rQWuSLQa9rs1/Ag/5vmNdYez/AtToDFObHatj8Kqd/63lzGcYekgZu6ub6BtbDqLbQ9iDVmxJBDyB+U5dO1NTQ2BGnw39vpaEPau+hNv9B5b6306xOY9DuOzlIjEpccm/dMaYPYjj3fY+moOhD20IOlNid/O8aYydstKjWyyL0xbUD5SQaRdcwnQRyZNKyvplHxdNNvLyv7zXpNdReVvzeLg32vyHPrLFGnl53+Q/ZEkMVGqTvz2EN/W8hYdNo5qAbkRksc2Omhsdedjb+R+sZqAIsVFvQTK4ggZg9Kq1OqBbMozIw/VqIdHAubbEX0MAONYmn8eHFYD7+HcA2/+KpqD5AwartCTNHGcXWkbGniGtbWnQquvX4lFjp0vMzFdu6FPTLXLHZTSanr0JqWt9Yj25oJpWTEUT/7mHqAfMAiVeLdtsI9K6VlcqQTSKv412dPEtgSCbE8wJDdrhlpHO8CqW4gjP/e1M/lnZi1h6FvpPTazeE+k8mr4unUdmwpY92+elfRiqkEaH5fKepcPxq1qSVEPhdQw99x7G49pGLplTMxC41ytoRfQ203I5bAazK7D1wlGvWbd6o23JIL2HvUnR8cxHd4as9/hpv8AMqQPqRMLsLw8iiGb4cxKDz0Bb6Ae3lJneySGvi2zo8HQIu76u2/QDkg8hLOaRtJpQJ2mvEERzJkVJY2XU+u3rJYnDuouDrz0MbD4RlYup6XXmQCdCSbX10ImjnvcHcbzilmk3xwbqCOf/OdviU78j9YjxykN3ty1DaE6C+mmunrprDcRwVjcDf8Aq8y8XgyCGCqRYizAG9wQwI6Ha0n/ANM4/wCSvVFlz890hux91a/vcQVTtLSHNj6D+ZguK8IV6IqURlyKDYDdAMpB53W3yBmM/AmYXXQ72krypS6H6Yrs3qPaWkxsSRfbMNPnfSargje/lOGrcJa2lr21B673HkZt8F4lVVTQq+LLZqZJ1C81v01Fprh8iUpayJyYklaNuK8qflbfq/WL8tP6s9HRnJsWw04zt1+VVq9GjhqrUkK5ndD4yS/dqLjWwuDa4+I7206g4/qP/wA5zicN2iw9fiNao2IGSlRVlAGVMtO7MAWtmbMTtocw85lm2jBtdmuJxcvy6OfHbTiDUPyVPFiEqsr1SKbHKmmUlxYkNfxHW1pnY3t/xBXAdqaNSJVlFGlldlPizaG/Tw2GkDR4zULs9FF8VarWIqOLnvANCwy9Nr77b6nwPaBcVRq06lMLUcMe9uGUGoQoyoRdW5XBHMznlOS7NVCD+z2LAMKtGnUyKpqU0cqVBtnUNYnTa8tUeFGoQAtP1NMG3XnM7hn5PiOH0a9C5PwORcgMgs+YbC5sRbkRLWE7RtRp92qjcm97HXXWdcVtG4nM3q6kVcazUmIbDKVUkBvAFIHMdARylXCVe8N+7ogAEWYb7a3t5fWR4lxdqu4AHQfjAYdARdh+E6FD8eTJz54On7MUgMUlkoD49U+L4G28I/oxQHZKmv5XTKjk/P8AwN5RTiyqpG8HaCCK8zqmPPKVnxzHnOpY2zJ5EjYNcDrAvxBRyMyGrk7kyOeWsX7IeU0KvEjylV6xO8CWizzRQSM9mycp8U4wMP3bswAD6jTMUZWVrLubaH2k8VQzi2ZlINwymxBsRzBB0JFj1md+ZKLd4tiahFmqv4qoLAFWDHbrpYaGEk2OLRbTtbi31o4VjT5Go602YdQhtb3vLuD7V0HbJiKfc1f1ayLb2e1j9Jn8O4pmJp1bLWX4l2DdHTqDv5S7XopUXLUUMOjC/wAukx9d8pmvsrtC432To4i9Wge6rEEq9MgK5tpnUaG+1xY+s5/sv2rrYZGpNR7xVzPo4VlBIzAK2hGY7DXUwnFKL4FO8wtV1W9jTezoNzcBuWh/nMLH4p0pVHt+la7aqcwzG4NjtzNuU5ci1f6N4O0aGJ7QmoHXUd7ZGzc2zhhr1vp6GdvwLHZqdNEFlVFW55kaNb3vPMMOcMuCLDMXpgMoBuGfxeLyNit+Wg853HYzF06GDWpVcWAuN76i9rdb/jOKeSS6OhQvijsMJWDnTWxIPqDaa9NdJynB6m1RQQtT4l6Pz+f851WEq3ExeRy5Zemrol3dtZPEUtAw3BCnzU7E+n4xVDvKtajUJzKSVKnMubLuBYDTkbw24JY+JpZl0lL8ltccjqP69f2w7Ygj4lqL5lQy/NL297SaVrjdTv8AMbzP2R+y6YClRsRY7G9je2U76eoBlfDYEeIEklGKXO9hZlv18LDWXKrEa5fcWPMf17QOFxas9Q5ha1NrcwCttRvyHymUJL2OumU7oyeK4UX0mXw65xSLf7rfsNpv8UxKZcy66H3tMvsoxq47MSCQpOmwAtYTSLanYPmJcbELYsrBlU5WZLMFbo1jcQmKwr01VjYq5AU3sdRcaGcpV4y2GGIoJSLh6zZjr4crW2A1vY79DH432zxDUk7yhlVVuHOcX+7m1sBbKR7T0Y+Yn2jml4r+mLt7xfucEyBitWsGVFA3RSBVJbkMpI63PvPLK6MyJWqUqWWwVcuZcxytbMLnXw30nVdoeIoQFx2Rqh8SUmLKKNNwp1CWYu+UNrsLW30x8awbh4anayMCLeIeFymzXvo436Qy+T+UUum/sMeH8W39AadOp3ZPdIqZPGilvEtswa7E3O49hO04R2Jwv5OjVlzEoC5NRhTLHU7ECw29pwXBVfFVKdEVkTORTCnvLjoelxYW1G01uJ9n8Vwp1qKFemoe7DxKwfTx0z8K6gaaXO+olyknxZml9nacE4rQwFZBhapWjVqilVp5y1O9VD3VQZr5SCoBIOxN9p1eO4ijKQrU2vYHLlNhfT4dp8/4bF1quQOWZEtlAsNcwVWGmpBYb8ri89W4JRC4dGAINRVdgdwSL22G15ph2c0kuCclKJdqn/f1ipVtLc7SFTeDXeenXBxpnR9jj9sp+j/uNFI9jf7bT8w/8Nop5/k/P+HVi6MYtFIiKeicZK8V40cRDHiiCR+7gAryljcO+YVKNs6jKVOgdN8pPJgbkHzMuinEacTpjXBjvXoYrw1AVqL91vBUX/KdiPS4g6TvQqFRV7xQAQG3XllYj8PlDcfwQISo1PvFQsHUXzd24sWW2t1IU+hMynr4FaZNNiXt4QWfRuVw2g+s5Mra6pHRjSZcxOL/ACmrTTKQi3eoDbVV9ORIC+eY9Jz3EeNsaNRmF6lQXueXkPQTqMCBh8K+IqaXBqG+hygHILfL/nnAYNjiAb7E7cufKc2VvVNvlmuNK2l9F3DYTD06aJVdnq1UVigHg8fwqSDcn2nVpg+6wotc0rXUaE5vuioRy138tZn4LgyKEsBntZqhW7WtlGU8vCBOp4fSUoUIBUjLbynnZo2uD0MGTSSbLnDMaqqPEyqwGbOjgCwurqwBHIeRE67CVwQMpuDaxGxvzBnE8RwxwygUmJWoChVzmtYZrpm0voRrprynVcOrIygIbFUXwsMrAAAA5Ty8xcecwja4ZrmSkt4mmtW5N5ZpG4tyAmYtYAhSRc8ufXQczLFTEmnTLWJJ5DmOU0TRyst1TtIXG52mEe0o++jgeQv+yVKXaHvXsAQo+Z9ZVoKNLi9RNF2e4tlbK2umtraazjuNOnfhsKQARlqKux+LxDzBy/M6S3ieHtXxvfXICIVW27MwIBtzsGY+tpu8F7NUqIzVSF6eIFz+IHlMac5cIu1FcnK1eM1ETJVz0xzJp5lI21Zdtb622MtdnK3c1aj3BU0nVWQ3GYgZdN+sv8U4Hnd2oPU7k6sCpdla/wBw879D6azn+HMi1WCKVa5Gap8ZI3GXQKee1/OaLFq0xezZNDLTrVMTWZqZVC2YVHsoYkk3APLUwHaviDUKAagi1aq2W/xLTW5swT+8ILG3qSdoLi/F6mHxFNXCmnWt42UkqwNm8XMaryl1mQ/GoNiQSrW2sNOVvOdWzjHWK+zFJSdyZ5O4Zyz4nvM7Eklgbk9Sx5y5w7HqMPVoEm7BimnMWcA9LlZ3GLw6VcwpVgmRspWojFc3+ZSOXlOf4x2ZxZyVEppV7o5r0GLG1wdVNmtp05zNzc0lONf37RooqPMXZznZSkj42gtUeA1UvvsDcD3tb3nsHGcCalBmp1Kd6dNqqqw8GgN0KndHU5SOjmcNhey2IavRrNRCU1qqcxYBiocaFDqDbWx6TsOLMiMad86ZVFuV7tfryK6+UrnJNUQkop2YmLwyGpTqM1kRB+hpqQtMOfhdid7Nlvpt7zp1e4FtBYfznNUMQhwb0iWUHvKeY3uDqL672vcWmpw3EsyLmGygAndgBbMRyv6z0/Fgoc32cueW3FdF2od+sFfWMzQLPrO9HLR0vYyp9vpelT+G0Ur9hWvxCl6VP4bRTzvJ+Z1Y+ioKUkKMs5I+Wdmxy6lcUpMU4YJFki2HqCyxZYbJEFi2HQC0WWHKxgIth0AyyIwilrlVJ6lVv87Sxl9pEm2p5SWxpHE/+K/FAlCnQU61Dmb/ACJtf1Y/9kxuCKBRUKPujbe/OY/HzXx2MqMVNxspIGWneyLc6a3HqSYbs3xUIQlTRgbDT6GcOT8mdUODvMMpVdR6/wC00sPRdQCOetumnMzP4cWrsAo5+3rOq4nw5loFFNmZDYte1/O2tpjrbNNqOewvFRia/dVM11GZWU2XbW4IvznWHhYrIFNR1ZbgEZQR5g5bzjeGcFqUq/esynwlQLEHW1vLkfnOt4dUIUvUNgttfLl9ZM8CcbHHM0+AXGMFVoBHFQsFPh01Qkbg7ykvaet8ObP7XHzt0nW06oqAhfFrbrtvKfDWHelTYX0Fx9LTOGO1/oqUuTKw9apVHgVSSeX8rTK4xWag9qi6kZh47Ag9LCemUsOg3ufIWUfSct/4n8PFbB51ADUDnFv1D4ag+RDf6YevgSlyU+A4k1aWYXUC6kKTtpz9J1mEwFJQM1M6i+YnN6TguwvErLUS3h8BI66kX+YHzndtw90TMrbC4Q6+01gouKIl8mHr00tZVbysfO+1553iXz13rBSQKxOY67AKoPqEM7bjfFFo4J6y75CF5fpDoBby1PtMDhuAVeHlTfPUTNYDXw6r+Pzk5FdRRcHXJU7acFp4zDWQkMLVKJsRlbmp5ZSOfI6zj0xJNJqeIpVM4WxypnzL1Gotyvy856VwFy2GGd9EJQqvxNl1Fr+TCNxKuo+FQNALDc25MeYm0bklRDqLPPOA8DVEcsr3qEZF1zKoB58ifS4684sXSVaJpoai1QDkcNe1xvm3vOkxTFmJ+dv2TJrYO5sJuvFVcmbz/o5Tg3bCsgejiGY1FJuW1zLpppr9dQZLCYnOWFNGJJL6khdT5nwjXl0m7W7M0XdXqjMV9vnbUjyl6ph9dAB5D6So+Mk7RLzNqjHw3DzfNUIZvTQeg/2mqp0kloxnFp2QgYSkDd4JnkmEgV1mpNnRdgB9vpnyqfw2ihOwC/bqfpU/caPPO8j5nRj6CRaSMa06TnJ3EWYSN44EBiLCNn8oisjaACep6SOYyVo4EQECCZHurw4EkBE5FUcnxLgjq4YKvd5gzt94ZLlVOl7XsfaYnBewBq1+8R7hmJvk0W+tzmt1nqVCjea2FwQ5aek5cjNooocK7PpQphRvzNtTN2jw7vBdxoNry1S4eLaf7y6qhRqbTls2o5HiHCFR7DnOa7eZqf5Nhl2q56z255AEQf8Aex+XSdtxEjvwbXBItrOV7f4a+NwrMQAlGroOhdLfW8MsnqOCWx1HZagtHDJcalffXeSxnBjWfMvh0PueXpNjBYRaaKByAG3QASydOgEULiKXJzvB1aozLUNiBtsdDbWadbg1N0ZGBIZWVvRhYyhxV7OKlHRxv/iEgvaBnFgcp6c5o03yibo8x7KYd8JxKphsQCuRbXGoZQQyuvUED6kcp6wOOAi6qL9ZwvbNu7qUcQLFlbI3W2pW59c3/NNOkf0QqI11bW3TyPnyiglerHJ8WZ/aBGrVRRF8lg/O2fONB9JqrjTQLWQOCo8XIA6fjaU6vE6KuO8BDFkyLqM7W8Nv1tSRNrF0Up0smwFttNtv2RQb3fA5VSOd4JXakrtUBF8iAW+8FYk35eELFi8aXA5AXtb63gMzAnNUeoLkqGtZR0AAHKwg2edvj4nBcnPlnt0MWMgTaSJg8tz5TrRiJhcXgbw1Y2FpW/GXRNjsecA8LUMCZSEQIkVk2jrBjOj7Cf22n6P/AA2ij9hf7bT9Kn8Nop53kfM6cfQwikLxXnSc5MiMIgl5LJACN5EwtoxEBgwJICSMV4hjhZNJDNGS5ktDs1MK4E1sPjVHUzFwlKbFB1A1nLNG8TTpVWb/AAjy/nDd0g3Ottdbn1mFiOKlTbl1ErpXLcySesy0Zexb4hXDVFt93+d5y/afHrWx9EDYGlTO36xqMvpYrOkxVGy5t9JwRwlTE1wae/eM9721Xwjfll/CZZaouHdnqbcY08ItKNbFljqY+GwYucxJ6f7y3R4Su73Ple3pL4JMqpW1HUm3WR/NHeeKoQpB0ym9x5marpTpjw2HlzlKtXLaKLft+X4mUm/oRyPH6TWamRmGZDr0BH4EzQ4FhVoU6COpZarPci5UNlJW45A5G97dZq1uDAgFnIfS9rEWGuUj11gquOFJArEMR0UKOuw89ZDUpZE0NNKNMuY+vRGUsoJS+QkAFbixy8xObxuNLny5CBxOJLkk85XLTux4lE55SsTGQItJQTmdCM2MdTaE+ERIltYGtUvNEiWDqNeDblEZC8slEnOkFCGDaCGRIvJKsiohFiY0dF2HH22l6VP4bRRdiP7dT9H/AIbRTzvI+Z04+iForQgkZ1HMIGPGLRs0AJgR4LWMfMwoLJuZG8gaogzVjoLDZhJLiLSr3kYmGoWaCYqFONNploxlujRva59hM5QNFIspd5oYdLcpGkQBtHStc2EwkaINjMR4Mo1B0MzcFRpo75SQ+Qpl5AvrcGaKpDDDpfNzGk5p4k2bKVFrhWIyUkD+J1RVY9WCgEj3EK+MzSC4lbWtI/lIA5CNRFYqjW12v6E/WQStlFl3O5JlV3BN9h9ZT4hxIJcJ9ZcYXwS3Q3EeJ5dBqevKYdSqTvGqVSxvIZes7IQ1MJSsQ1kr20jX5QbNfSaJENj1G5SKCMWvpIu9tBLoVj1HldmkmMGZaJE5kDETrETGMYQbyQ0kWMBjLDIINRCiSxo6DsR/bqfpU/htFG7En7dS9Kn8NopweR8zfH0RvGJiinSc42eIvFFGBA1DBloopSJGMgTFFGAgYWnTiiiGSyy5QNhHikyLQzVyfaWqFSw9Y0Uyl0UuywKxi787RRTE2Jd6RGNUneNFAChi+ItcgaTPNydTGim6XBhJ8kjptBkx4ppHolg3eQURRSxCqG0CYopaJItIRRRoGQMcxooDIRERRQAmgjiKKQWjoOxH9vp+lT+G0UUU4fI+Ztj6P//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pic>
        <p:nvPicPr>
          <p:cNvPr id="1038" name="Picture 14" descr="http://tripideas.co.uk/dynamic/galleries/5942/x420/5881.jp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3191" y="1"/>
            <a:ext cx="3270196" cy="21801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http://hipstersleek.files.wordpress.com/2013/05/helsinki-8.jpe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8208" y="4572538"/>
            <a:ext cx="3915178" cy="2339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9703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15663"/>
            <a:ext cx="5934075" cy="4505325"/>
          </a:xfrm>
          <a:prstGeom prst="rect">
            <a:avLst/>
          </a:prstGeom>
        </p:spPr>
      </p:pic>
      <p:pic>
        <p:nvPicPr>
          <p:cNvPr id="2050" name="Picture 2" descr="http://www.goway.com/media/maps/victoria-map480.gif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765"/>
          <a:stretch/>
        </p:blipFill>
        <p:spPr bwMode="auto">
          <a:xfrm>
            <a:off x="8203843" y="3764168"/>
            <a:ext cx="3988157" cy="3093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0" y="0"/>
            <a:ext cx="350305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AU" sz="6000" b="1" dirty="0" smtClean="0">
                <a:latin typeface="Batang" panose="02030600000101010101" pitchFamily="18" charset="-127"/>
                <a:ea typeface="Batang" panose="02030600000101010101" pitchFamily="18" charset="-127"/>
              </a:rPr>
              <a:t>Australia</a:t>
            </a:r>
            <a:endParaRPr lang="en-AU" sz="6000" b="1" dirty="0">
              <a:latin typeface="Batang" panose="02030600000101010101" pitchFamily="18" charset="-127"/>
              <a:ea typeface="Batang" panose="02030600000101010101" pitchFamily="18" charset="-127"/>
            </a:endParaRPr>
          </a:p>
        </p:txBody>
      </p:sp>
      <p:pic>
        <p:nvPicPr>
          <p:cNvPr id="2052" name="Picture 4" descr="http://www.australia.com/contentimages/explore-itineraries-three-great-days-melbourne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4075" y="0"/>
            <a:ext cx="6257925" cy="352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http://www.alphacarhire.com.au/blog/upload2/2013/03/Brighton2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4075" y="3656302"/>
            <a:ext cx="2375548" cy="1314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http://www.apollocamper.com/graphics/hero/location-melbourne_Tourism-Australia-Copyright.jp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0485" y="5106760"/>
            <a:ext cx="3789138" cy="1761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9661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37273"/>
            <a:ext cx="5667375" cy="43910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-1" y="0"/>
            <a:ext cx="373487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AU" sz="6000" b="1" dirty="0" smtClean="0">
                <a:latin typeface="Batang" panose="02030600000101010101" pitchFamily="18" charset="-127"/>
                <a:ea typeface="Batang" panose="02030600000101010101" pitchFamily="18" charset="-127"/>
              </a:rPr>
              <a:t>Denmark</a:t>
            </a:r>
            <a:endParaRPr lang="en-AU" sz="6000" b="1" dirty="0">
              <a:latin typeface="Batang" panose="02030600000101010101" pitchFamily="18" charset="-127"/>
              <a:ea typeface="Batang" panose="02030600000101010101" pitchFamily="18" charset="-127"/>
            </a:endParaRPr>
          </a:p>
        </p:txBody>
      </p:sp>
      <p:pic>
        <p:nvPicPr>
          <p:cNvPr id="3074" name="Picture 2" descr="http://wwp.greenwichmeantime.com/images/europe/denmark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0550" y="3733799"/>
            <a:ext cx="3981450" cy="3124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http://cdni.condenast.co.uk/646x430/a_c/copenhagen_cnt_6nov09_istock_b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4134" y="0"/>
            <a:ext cx="5507865" cy="3666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http://graphics8.nytimes.com/images/2007/04/22/travel/copenhagen-600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0635" y="5006733"/>
            <a:ext cx="3471125" cy="1851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http://upload.wikimedia.org/wikipedia/commons/2/24/Egeskov_Slot_08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5323" y="2923505"/>
            <a:ext cx="3007279" cy="1894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8075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z="6000" b="1" u="sng" dirty="0" smtClean="0">
                <a:solidFill>
                  <a:srgbClr val="002060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Glossary: 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6213" y="1825624"/>
            <a:ext cx="11629623" cy="4459265"/>
          </a:xfrm>
        </p:spPr>
        <p:txBody>
          <a:bodyPr>
            <a:normAutofit/>
          </a:bodyPr>
          <a:lstStyle/>
          <a:p>
            <a:r>
              <a:rPr lang="en-AU" sz="3600" dirty="0" smtClean="0"/>
              <a:t>Liveability: </a:t>
            </a:r>
          </a:p>
          <a:p>
            <a:r>
              <a:rPr lang="en-AU" sz="3600" dirty="0" smtClean="0"/>
              <a:t>Quality of life (QOL):  </a:t>
            </a:r>
            <a:endParaRPr lang="en-AU" sz="3600" dirty="0"/>
          </a:p>
        </p:txBody>
      </p:sp>
      <p:sp>
        <p:nvSpPr>
          <p:cNvPr id="4" name="TextBox 3"/>
          <p:cNvSpPr txBox="1"/>
          <p:nvPr/>
        </p:nvSpPr>
        <p:spPr>
          <a:xfrm>
            <a:off x="180304" y="3306910"/>
            <a:ext cx="11745532" cy="107721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AU" sz="3200" b="1" u="sng" dirty="0" smtClean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Liveability:</a:t>
            </a:r>
            <a:r>
              <a:rPr lang="en-AU" sz="3200" dirty="0" smtClean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 </a:t>
            </a:r>
            <a:r>
              <a:rPr lang="en-AU" sz="3200" b="1" dirty="0" smtClean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The features of a place that improve the quality of life.</a:t>
            </a:r>
            <a:r>
              <a:rPr lang="en-AU" sz="3200" dirty="0" smtClean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 (Environment, services, infrastructure, transport </a:t>
            </a:r>
            <a:r>
              <a:rPr lang="en-AU" sz="3200" dirty="0" err="1" smtClean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etc</a:t>
            </a:r>
            <a:r>
              <a:rPr lang="en-AU" sz="3200" dirty="0" smtClean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) 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180304" y="4958366"/>
            <a:ext cx="11745532" cy="107721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AU" sz="3200" b="1" u="sng" dirty="0" smtClean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Quality of life: </a:t>
            </a:r>
            <a:r>
              <a:rPr lang="en-AU" sz="3200" b="1" dirty="0" smtClean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The condition of a human life. </a:t>
            </a:r>
            <a:r>
              <a:rPr lang="en-AU" sz="3200" dirty="0" smtClean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(Excellent, good or poor) </a:t>
            </a:r>
            <a:r>
              <a:rPr lang="en-AU" sz="3200" i="1" dirty="0" smtClean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Residing in a liveable area improves QOL</a:t>
            </a:r>
            <a:r>
              <a:rPr lang="en-AU" sz="3200" dirty="0" smtClean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.  </a:t>
            </a:r>
            <a:endParaRPr lang="en-AU" sz="3200" dirty="0">
              <a:latin typeface="Adobe Fangsong Std R" panose="02020400000000000000" pitchFamily="18" charset="-128"/>
              <a:ea typeface="Adobe Fangsong Std R" panose="02020400000000000000" pitchFamily="18" charset="-128"/>
            </a:endParaRPr>
          </a:p>
        </p:txBody>
      </p:sp>
      <p:pic>
        <p:nvPicPr>
          <p:cNvPr id="2050" name="Picture 2" descr="http://genomicenterprise.com/yahoo_site_admin/assets/images/LeafletPlanet_glossary.155183355_std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8172451" y="-1257300"/>
            <a:ext cx="2762250" cy="5276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6061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6000" b="1" u="sng" dirty="0" smtClean="0">
                <a:solidFill>
                  <a:srgbClr val="002060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Plenary: </a:t>
            </a:r>
            <a:endParaRPr lang="en-AU" sz="6000" dirty="0"/>
          </a:p>
        </p:txBody>
      </p:sp>
      <p:sp>
        <p:nvSpPr>
          <p:cNvPr id="4" name="TextBox 3"/>
          <p:cNvSpPr txBox="1"/>
          <p:nvPr/>
        </p:nvSpPr>
        <p:spPr>
          <a:xfrm>
            <a:off x="422744" y="1436914"/>
            <a:ext cx="5089782" cy="526297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AU" sz="2800" u="sng" dirty="0" smtClean="0"/>
              <a:t>Concept Map: </a:t>
            </a:r>
          </a:p>
          <a:p>
            <a:r>
              <a:rPr lang="en-AU" sz="2800" dirty="0" smtClean="0"/>
              <a:t>Work in groups of 4 to complete an A3 concept map on </a:t>
            </a:r>
            <a:r>
              <a:rPr lang="en-AU" sz="2800" b="1" i="1" dirty="0" smtClean="0"/>
              <a:t>‘what makes a place liveable?’</a:t>
            </a:r>
            <a:r>
              <a:rPr lang="en-AU" sz="2800" dirty="0" smtClean="0"/>
              <a:t> You should aim to make your chart as detailed as possible and contribute equally as a group. </a:t>
            </a:r>
          </a:p>
          <a:p>
            <a:r>
              <a:rPr lang="en-AU" sz="2800" b="1" u="sng" dirty="0" smtClean="0"/>
              <a:t>Hints: </a:t>
            </a:r>
          </a:p>
          <a:p>
            <a:r>
              <a:rPr lang="en-AU" sz="2800" dirty="0" smtClean="0"/>
              <a:t>Think about what you like about your city, and things you’ve enjoyed at other places you’ve visited. </a:t>
            </a:r>
          </a:p>
        </p:txBody>
      </p:sp>
      <p:pic>
        <p:nvPicPr>
          <p:cNvPr id="3074" name="Picture 2" descr="http://www.skatergirl.co.uk/wp-content/uploads/2010/05/53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6563" y="4018208"/>
            <a:ext cx="6356586" cy="2681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http://cassmob.files.wordpress.com/2012/04/mp900314367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50849" y="708338"/>
            <a:ext cx="2822300" cy="3262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http://images.brisbanetimes.com.au/2013/03/12/4103343/bus-wide-620x349.jp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46" r="19762"/>
          <a:stretch/>
        </p:blipFill>
        <p:spPr bwMode="auto">
          <a:xfrm>
            <a:off x="5849160" y="1132962"/>
            <a:ext cx="3193961" cy="2413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5979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1234</TotalTime>
  <Words>248</Words>
  <Application>Microsoft Office PowerPoint</Application>
  <PresentationFormat>Custom</PresentationFormat>
  <Paragraphs>30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What makes a place liveable? </vt:lpstr>
      <vt:lpstr>Starter: </vt:lpstr>
      <vt:lpstr>PowerPoint Presentation</vt:lpstr>
      <vt:lpstr>PowerPoint Presentation</vt:lpstr>
      <vt:lpstr>PowerPoint Presentation</vt:lpstr>
      <vt:lpstr>Glossary: </vt:lpstr>
      <vt:lpstr>Plenary: </vt:lpstr>
    </vt:vector>
  </TitlesOfParts>
  <Company>St Laurence's College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Sarah Gunn</dc:creator>
  <cp:lastModifiedBy>DONAVON Rebecca</cp:lastModifiedBy>
  <cp:revision>38</cp:revision>
  <dcterms:created xsi:type="dcterms:W3CDTF">2013-08-28T03:22:37Z</dcterms:created>
  <dcterms:modified xsi:type="dcterms:W3CDTF">2015-11-18T01:15:58Z</dcterms:modified>
</cp:coreProperties>
</file>