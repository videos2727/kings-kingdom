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66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218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89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1646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050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9236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456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587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744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385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233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280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E6089-DFFA-4C39-B2AB-06ECD268CD2E}" type="datetimeFigureOut">
              <a:rPr lang="en-AU" smtClean="0"/>
              <a:t>9/11/2015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61AF6-9D17-453D-BBB2-4A99202088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011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ailymail.co.uk/news/article-2547882/Watch-amazing-footage-destruction-wreaked-rockfall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youtube.com/watch?v=QobxnFYhMos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Liveability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374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Choose one of the three houses…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Looking at each of the pictures, choose the house that you would like to live in.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2780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118" y="275354"/>
            <a:ext cx="8538882" cy="604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47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30" b="11236"/>
          <a:stretch/>
        </p:blipFill>
        <p:spPr>
          <a:xfrm>
            <a:off x="2622175" y="267608"/>
            <a:ext cx="7449671" cy="622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7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693" y="457199"/>
            <a:ext cx="7906871" cy="593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81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564" y="617949"/>
            <a:ext cx="8930659" cy="595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58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713" y="576890"/>
            <a:ext cx="9129827" cy="510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08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009" y="560853"/>
            <a:ext cx="7726849" cy="519147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65411" y="5950694"/>
            <a:ext cx="6096000" cy="6850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u="sng" dirty="0" smtClean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http://www.dailymail.co.uk/news/article-2547882/Watch-amazing-footage-destruction-wreaked-rockfall.html</a:t>
            </a:r>
            <a:r>
              <a:rPr lang="en-AU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A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3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7188" y="380885"/>
            <a:ext cx="6096000" cy="11208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house on Wade </a:t>
            </a:r>
            <a:r>
              <a:rPr lang="en-AU" sz="1600" dirty="0">
                <a:solidFill>
                  <a:srgbClr val="333333"/>
                </a:solidFill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AU" sz="1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venue</a:t>
            </a:r>
            <a:endParaRPr lang="en-AU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u="sng" dirty="0" smtClean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https://www.youtube.com/watch?v=QobxnFYhMos</a:t>
            </a:r>
            <a:r>
              <a:rPr lang="en-AU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AU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012" y="2111188"/>
            <a:ext cx="5701552" cy="427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53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7507" y="1075766"/>
            <a:ext cx="10018058" cy="3649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600" b="1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Liveability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the sum of the factors that add up to a community’s </a:t>
            </a:r>
            <a:r>
              <a:rPr lang="en-AU" sz="3600" b="1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quality of life 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 including the built and natural environments, economic prosperity, social stability and equity, educational opportunity, and cultural, entertainment and recreation possibilities.</a:t>
            </a:r>
            <a:endParaRPr lang="en-AU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378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7507" y="1075766"/>
            <a:ext cx="10018058" cy="3649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3600" b="1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Liveability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the sum of the factors that add up to a community’s </a:t>
            </a:r>
            <a:r>
              <a:rPr lang="en-AU" sz="3600" b="1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quality of life 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— including the </a:t>
            </a:r>
            <a:r>
              <a:rPr lang="en-AU" sz="3600" b="1" dirty="0" smtClean="0">
                <a:solidFill>
                  <a:srgbClr val="7030A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built and natural environments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AU" sz="3600" b="1" dirty="0" smtClean="0">
                <a:solidFill>
                  <a:srgbClr val="0070C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economic</a:t>
            </a:r>
            <a:r>
              <a:rPr lang="en-AU" sz="3600" b="1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600" b="1" dirty="0" smtClean="0">
                <a:solidFill>
                  <a:srgbClr val="0070C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prosperity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AU" sz="3600" b="1" dirty="0" smtClean="0">
                <a:solidFill>
                  <a:srgbClr val="00B05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stability 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AU" sz="3600" b="1" dirty="0" smtClean="0">
                <a:solidFill>
                  <a:srgbClr val="92D05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equity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AU" sz="3600" b="1" dirty="0" smtClean="0">
                <a:solidFill>
                  <a:srgbClr val="FFC00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educational opportunity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en-AU" sz="3600" b="1" dirty="0" smtClean="0">
                <a:solidFill>
                  <a:srgbClr val="FF0000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cultural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AU" sz="3600" b="1" dirty="0" smtClean="0">
                <a:solidFill>
                  <a:srgbClr val="FF00FF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entertainment</a:t>
            </a:r>
            <a:r>
              <a:rPr lang="en-AU" sz="3600" dirty="0" smtClean="0">
                <a:solidFill>
                  <a:srgbClr val="FF00FF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AU" sz="3600" b="1" dirty="0" smtClean="0">
                <a:solidFill>
                  <a:srgbClr val="339966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recreation</a:t>
            </a:r>
            <a:r>
              <a:rPr lang="en-AU" sz="3600" b="1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AU" sz="3600" dirty="0" smtClean="0">
                <a:solidFill>
                  <a:srgbClr val="333333"/>
                </a:solidFill>
                <a:effectLst/>
                <a:latin typeface="Helvetica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possibilities.</a:t>
            </a:r>
            <a:endParaRPr lang="en-AU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995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Dissect the meaning of this definition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Pictionary! Draw a symbol that represents each of the factors that make up liveability.</a:t>
            </a:r>
          </a:p>
          <a:p>
            <a:r>
              <a:rPr lang="en-AU" dirty="0" smtClean="0"/>
              <a:t>Then write down a reason why these factors are important to a community’s quality of life.</a:t>
            </a:r>
          </a:p>
          <a:p>
            <a:r>
              <a:rPr lang="en-AU" dirty="0" smtClean="0"/>
              <a:t>Pick a place anywhere in the world that you could live… explain why!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18158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169</Words>
  <Application>Microsoft Office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Helvetica</vt:lpstr>
      <vt:lpstr>Times New Roman</vt:lpstr>
      <vt:lpstr>Office Theme</vt:lpstr>
      <vt:lpstr>Liveability</vt:lpstr>
      <vt:lpstr>Choose one of the three houses…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Dissect the meaning of this definition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Livability</dc:title>
  <dc:creator>Rebecca Donavon</dc:creator>
  <cp:lastModifiedBy>Rebecca Donavon</cp:lastModifiedBy>
  <cp:revision>3</cp:revision>
  <dcterms:created xsi:type="dcterms:W3CDTF">2015-11-09T11:47:45Z</dcterms:created>
  <dcterms:modified xsi:type="dcterms:W3CDTF">2015-11-09T11:57:15Z</dcterms:modified>
</cp:coreProperties>
</file>