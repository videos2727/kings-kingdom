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5" r:id="rId2"/>
    <p:sldId id="266" r:id="rId3"/>
    <p:sldId id="262" r:id="rId4"/>
    <p:sldId id="263" r:id="rId5"/>
    <p:sldId id="281" r:id="rId6"/>
    <p:sldId id="270" r:id="rId7"/>
    <p:sldId id="280" r:id="rId8"/>
    <p:sldId id="272" r:id="rId9"/>
    <p:sldId id="273" r:id="rId10"/>
    <p:sldId id="274" r:id="rId11"/>
    <p:sldId id="275" r:id="rId12"/>
    <p:sldId id="276" r:id="rId13"/>
    <p:sldId id="277" r:id="rId14"/>
    <p:sldId id="278" r:id="rId15"/>
    <p:sldId id="279" r:id="rId16"/>
    <p:sldId id="271" r:id="rId17"/>
    <p:sldId id="269" r:id="rId18"/>
    <p:sldId id="26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04"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9F17A7-A18E-4BE5-8D41-D5FD794E552B}" type="doc">
      <dgm:prSet loTypeId="urn:microsoft.com/office/officeart/2005/8/layout/vList5" loCatId="list" qsTypeId="urn:microsoft.com/office/officeart/2005/8/quickstyle/3d2" qsCatId="3D" csTypeId="urn:microsoft.com/office/officeart/2005/8/colors/colorful1" csCatId="colorful" phldr="1"/>
      <dgm:spPr/>
      <dgm:t>
        <a:bodyPr/>
        <a:lstStyle/>
        <a:p>
          <a:endParaRPr lang="en-AU"/>
        </a:p>
      </dgm:t>
    </dgm:pt>
    <dgm:pt modelId="{539057BA-39F9-49D1-9C0F-67D570C49AFC}">
      <dgm:prSet phldrT="[Text]"/>
      <dgm:spPr/>
      <dgm:t>
        <a:bodyPr/>
        <a:lstStyle/>
        <a:p>
          <a:r>
            <a:rPr lang="en-AU" dirty="0" smtClean="0"/>
            <a:t>Location</a:t>
          </a:r>
          <a:endParaRPr lang="en-AU" dirty="0"/>
        </a:p>
      </dgm:t>
    </dgm:pt>
    <dgm:pt modelId="{FB7BE869-A814-4EF1-9050-EB6E08784AA7}" type="parTrans" cxnId="{77CA6AB7-1437-4CCD-887C-4A2AC05E2389}">
      <dgm:prSet/>
      <dgm:spPr/>
      <dgm:t>
        <a:bodyPr/>
        <a:lstStyle/>
        <a:p>
          <a:endParaRPr lang="en-AU"/>
        </a:p>
      </dgm:t>
    </dgm:pt>
    <dgm:pt modelId="{A6713F12-0C9E-4BF9-8BC9-3A131277E20E}" type="sibTrans" cxnId="{77CA6AB7-1437-4CCD-887C-4A2AC05E2389}">
      <dgm:prSet/>
      <dgm:spPr/>
      <dgm:t>
        <a:bodyPr/>
        <a:lstStyle/>
        <a:p>
          <a:endParaRPr lang="en-AU"/>
        </a:p>
      </dgm:t>
    </dgm:pt>
    <dgm:pt modelId="{AFD2B019-C999-40B9-AADF-EC74A7C0B4F0}">
      <dgm:prSet phldrT="[Text]"/>
      <dgm:spPr/>
      <dgm:t>
        <a:bodyPr/>
        <a:lstStyle/>
        <a:p>
          <a:r>
            <a:rPr lang="en-AU" dirty="0" smtClean="0"/>
            <a:t>Resources </a:t>
          </a:r>
          <a:endParaRPr lang="en-AU" dirty="0"/>
        </a:p>
      </dgm:t>
    </dgm:pt>
    <dgm:pt modelId="{006E81EF-D638-4EB8-A090-62968098CB3C}" type="parTrans" cxnId="{360B8F32-A15E-4491-A8AF-7A100DA8F6DC}">
      <dgm:prSet/>
      <dgm:spPr/>
      <dgm:t>
        <a:bodyPr/>
        <a:lstStyle/>
        <a:p>
          <a:endParaRPr lang="en-AU"/>
        </a:p>
      </dgm:t>
    </dgm:pt>
    <dgm:pt modelId="{6EF49F6B-BF0E-4A71-B566-2EFA77DC24E6}" type="sibTrans" cxnId="{360B8F32-A15E-4491-A8AF-7A100DA8F6DC}">
      <dgm:prSet/>
      <dgm:spPr/>
      <dgm:t>
        <a:bodyPr/>
        <a:lstStyle/>
        <a:p>
          <a:endParaRPr lang="en-AU"/>
        </a:p>
      </dgm:t>
    </dgm:pt>
    <dgm:pt modelId="{2AEA9487-580E-4B1D-891E-7CA9C2D2865A}">
      <dgm:prSet phldrT="[Text]"/>
      <dgm:spPr/>
      <dgm:t>
        <a:bodyPr/>
        <a:lstStyle/>
        <a:p>
          <a:r>
            <a:rPr lang="en-AU" dirty="0" smtClean="0"/>
            <a:t>Communications</a:t>
          </a:r>
          <a:endParaRPr lang="en-AU" dirty="0"/>
        </a:p>
      </dgm:t>
    </dgm:pt>
    <dgm:pt modelId="{02588E5A-6FAC-4EF7-A2F6-12C0D3666B9A}" type="parTrans" cxnId="{0C682669-C35B-4738-960A-564E461A6B37}">
      <dgm:prSet/>
      <dgm:spPr/>
      <dgm:t>
        <a:bodyPr/>
        <a:lstStyle/>
        <a:p>
          <a:endParaRPr lang="en-AU"/>
        </a:p>
      </dgm:t>
    </dgm:pt>
    <dgm:pt modelId="{4AA4F485-EF4C-4DF1-AE9C-1EED961CAC0F}" type="sibTrans" cxnId="{0C682669-C35B-4738-960A-564E461A6B37}">
      <dgm:prSet/>
      <dgm:spPr/>
      <dgm:t>
        <a:bodyPr/>
        <a:lstStyle/>
        <a:p>
          <a:endParaRPr lang="en-AU"/>
        </a:p>
      </dgm:t>
    </dgm:pt>
    <dgm:pt modelId="{5A0E6116-6EA8-4A7A-A0B4-590C49D28808}">
      <dgm:prSet phldrT="[Text]"/>
      <dgm:spPr/>
      <dgm:t>
        <a:bodyPr/>
        <a:lstStyle/>
        <a:p>
          <a:r>
            <a:rPr lang="en-AU" dirty="0" smtClean="0"/>
            <a:t>Services</a:t>
          </a:r>
          <a:endParaRPr lang="en-AU" dirty="0"/>
        </a:p>
      </dgm:t>
    </dgm:pt>
    <dgm:pt modelId="{D6AE2FF0-9361-4042-95B3-2E328CD45BCB}" type="parTrans" cxnId="{E1C56E9F-BF9C-4BFE-B448-50FD0423A944}">
      <dgm:prSet/>
      <dgm:spPr/>
      <dgm:t>
        <a:bodyPr/>
        <a:lstStyle/>
        <a:p>
          <a:endParaRPr lang="en-AU"/>
        </a:p>
      </dgm:t>
    </dgm:pt>
    <dgm:pt modelId="{FE767E8A-8B62-4B81-BB3A-56654CFB7B77}" type="sibTrans" cxnId="{E1C56E9F-BF9C-4BFE-B448-50FD0423A944}">
      <dgm:prSet/>
      <dgm:spPr/>
      <dgm:t>
        <a:bodyPr/>
        <a:lstStyle/>
        <a:p>
          <a:endParaRPr lang="en-AU"/>
        </a:p>
      </dgm:t>
    </dgm:pt>
    <dgm:pt modelId="{F14D96F8-DCCA-4B8D-83FB-F967E046CDE9}">
      <dgm:prSet phldrT="[Text]" custT="1"/>
      <dgm:spPr/>
      <dgm:t>
        <a:bodyPr/>
        <a:lstStyle/>
        <a:p>
          <a:r>
            <a:rPr lang="en-AU" sz="2000" b="1" dirty="0" smtClean="0"/>
            <a:t>Urban? Rural, remote?</a:t>
          </a:r>
          <a:endParaRPr lang="en-AU" sz="2000" b="1" dirty="0"/>
        </a:p>
      </dgm:t>
    </dgm:pt>
    <dgm:pt modelId="{37C4DCA5-B9F5-46FD-A587-30BBD49FD194}" type="parTrans" cxnId="{BE0113E5-8122-4101-AB03-77FBDCCBDDB4}">
      <dgm:prSet/>
      <dgm:spPr/>
      <dgm:t>
        <a:bodyPr/>
        <a:lstStyle/>
        <a:p>
          <a:endParaRPr lang="en-AU"/>
        </a:p>
      </dgm:t>
    </dgm:pt>
    <dgm:pt modelId="{A66702F7-3FAC-4AB9-B63D-D1C1DA5EB5B6}" type="sibTrans" cxnId="{BE0113E5-8122-4101-AB03-77FBDCCBDDB4}">
      <dgm:prSet/>
      <dgm:spPr/>
      <dgm:t>
        <a:bodyPr/>
        <a:lstStyle/>
        <a:p>
          <a:endParaRPr lang="en-AU"/>
        </a:p>
      </dgm:t>
    </dgm:pt>
    <dgm:pt modelId="{A35B89E8-2D9D-4B83-B03E-BDAE5342C28F}">
      <dgm:prSet phldrT="[Text]" custT="1"/>
      <dgm:spPr/>
      <dgm:t>
        <a:bodyPr/>
        <a:lstStyle/>
        <a:p>
          <a:r>
            <a:rPr lang="en-AU" sz="2000" b="1" dirty="0" smtClean="0"/>
            <a:t>Water, electricity, gas, sanitation</a:t>
          </a:r>
          <a:endParaRPr lang="en-AU" sz="2000" b="1" dirty="0"/>
        </a:p>
      </dgm:t>
    </dgm:pt>
    <dgm:pt modelId="{D3E11A26-930A-4AD0-B14D-A7AD0AD1332A}" type="parTrans" cxnId="{7B895E7C-9F72-4968-8508-FBB41EF331CF}">
      <dgm:prSet/>
      <dgm:spPr/>
      <dgm:t>
        <a:bodyPr/>
        <a:lstStyle/>
        <a:p>
          <a:endParaRPr lang="en-AU"/>
        </a:p>
      </dgm:t>
    </dgm:pt>
    <dgm:pt modelId="{1CC1471D-482F-43DD-BED0-79E0C6B10963}" type="sibTrans" cxnId="{7B895E7C-9F72-4968-8508-FBB41EF331CF}">
      <dgm:prSet/>
      <dgm:spPr/>
      <dgm:t>
        <a:bodyPr/>
        <a:lstStyle/>
        <a:p>
          <a:endParaRPr lang="en-AU"/>
        </a:p>
      </dgm:t>
    </dgm:pt>
    <dgm:pt modelId="{2FCBEAC4-4E7E-4739-8C0E-BECA299FE418}">
      <dgm:prSet phldrT="[Text]" custT="1"/>
      <dgm:spPr/>
      <dgm:t>
        <a:bodyPr/>
        <a:lstStyle/>
        <a:p>
          <a:r>
            <a:rPr lang="en-AU" sz="2000" b="1" dirty="0" smtClean="0"/>
            <a:t>Road, phone, internet, public transport, shipping</a:t>
          </a:r>
          <a:endParaRPr lang="en-AU" sz="2000" b="1" dirty="0"/>
        </a:p>
      </dgm:t>
    </dgm:pt>
    <dgm:pt modelId="{11472F38-D3A1-4CF8-BC12-A85F287450C6}" type="parTrans" cxnId="{B97990FA-2B7E-4D0A-BB92-B95F66C3774F}">
      <dgm:prSet/>
      <dgm:spPr/>
      <dgm:t>
        <a:bodyPr/>
        <a:lstStyle/>
        <a:p>
          <a:endParaRPr lang="en-AU"/>
        </a:p>
      </dgm:t>
    </dgm:pt>
    <dgm:pt modelId="{5A088ADC-F595-4321-931A-8FBCC3547DF5}" type="sibTrans" cxnId="{B97990FA-2B7E-4D0A-BB92-B95F66C3774F}">
      <dgm:prSet/>
      <dgm:spPr/>
      <dgm:t>
        <a:bodyPr/>
        <a:lstStyle/>
        <a:p>
          <a:endParaRPr lang="en-AU"/>
        </a:p>
      </dgm:t>
    </dgm:pt>
    <dgm:pt modelId="{A7BD3212-003A-4D85-91D3-CEF465724D52}">
      <dgm:prSet phldrT="[Text]"/>
      <dgm:spPr/>
      <dgm:t>
        <a:bodyPr/>
        <a:lstStyle/>
        <a:p>
          <a:r>
            <a:rPr lang="en-AU" dirty="0" smtClean="0"/>
            <a:t>Economy</a:t>
          </a:r>
          <a:endParaRPr lang="en-AU" dirty="0"/>
        </a:p>
      </dgm:t>
    </dgm:pt>
    <dgm:pt modelId="{B5881D2B-9CEE-42C6-9083-B234C9462986}" type="parTrans" cxnId="{3D4B90BC-3C8E-4F40-959B-6683BF6FC8D8}">
      <dgm:prSet/>
      <dgm:spPr/>
      <dgm:t>
        <a:bodyPr/>
        <a:lstStyle/>
        <a:p>
          <a:endParaRPr lang="en-AU"/>
        </a:p>
      </dgm:t>
    </dgm:pt>
    <dgm:pt modelId="{855B13FA-DD14-44C6-B5DD-8CB12A515D17}" type="sibTrans" cxnId="{3D4B90BC-3C8E-4F40-959B-6683BF6FC8D8}">
      <dgm:prSet/>
      <dgm:spPr/>
      <dgm:t>
        <a:bodyPr/>
        <a:lstStyle/>
        <a:p>
          <a:endParaRPr lang="en-AU"/>
        </a:p>
      </dgm:t>
    </dgm:pt>
    <dgm:pt modelId="{D76C6D5A-B7B6-4DB8-8622-CE2733537621}">
      <dgm:prSet phldrT="[Text]"/>
      <dgm:spPr/>
      <dgm:t>
        <a:bodyPr/>
        <a:lstStyle/>
        <a:p>
          <a:r>
            <a:rPr lang="en-AU" dirty="0" smtClean="0"/>
            <a:t>Government</a:t>
          </a:r>
          <a:endParaRPr lang="en-AU" dirty="0"/>
        </a:p>
      </dgm:t>
    </dgm:pt>
    <dgm:pt modelId="{66DC5A3B-28F1-4F23-8E19-D571C5B7D248}" type="parTrans" cxnId="{CB121B40-17C6-488D-BF6D-742C6C65E462}">
      <dgm:prSet/>
      <dgm:spPr/>
      <dgm:t>
        <a:bodyPr/>
        <a:lstStyle/>
        <a:p>
          <a:endParaRPr lang="en-AU"/>
        </a:p>
      </dgm:t>
    </dgm:pt>
    <dgm:pt modelId="{47412FB2-E944-4303-A2C2-C33F48675A44}" type="sibTrans" cxnId="{CB121B40-17C6-488D-BF6D-742C6C65E462}">
      <dgm:prSet/>
      <dgm:spPr/>
      <dgm:t>
        <a:bodyPr/>
        <a:lstStyle/>
        <a:p>
          <a:endParaRPr lang="en-AU"/>
        </a:p>
      </dgm:t>
    </dgm:pt>
    <dgm:pt modelId="{434474C5-06D4-4066-856E-BC2BE5C80350}">
      <dgm:prSet phldrT="[Text]" custT="1"/>
      <dgm:spPr/>
      <dgm:t>
        <a:bodyPr/>
        <a:lstStyle/>
        <a:p>
          <a:r>
            <a:rPr lang="en-AU" sz="2000" b="1" dirty="0" smtClean="0"/>
            <a:t>Performance, policy – environment, crime rates, tax </a:t>
          </a:r>
          <a:r>
            <a:rPr lang="en-AU" sz="2000" b="1" dirty="0" err="1" smtClean="0"/>
            <a:t>etc</a:t>
          </a:r>
          <a:endParaRPr lang="en-AU" sz="2000" b="1" dirty="0"/>
        </a:p>
      </dgm:t>
    </dgm:pt>
    <dgm:pt modelId="{00FAA94B-2FEA-4CE8-B91A-24BFB40413B0}" type="parTrans" cxnId="{4DEFB27B-5703-42D3-BBE9-F7DE380D4E9B}">
      <dgm:prSet/>
      <dgm:spPr/>
      <dgm:t>
        <a:bodyPr/>
        <a:lstStyle/>
        <a:p>
          <a:endParaRPr lang="en-AU"/>
        </a:p>
      </dgm:t>
    </dgm:pt>
    <dgm:pt modelId="{5BFD7B8E-6F62-48CF-AE77-1C826E99C535}" type="sibTrans" cxnId="{4DEFB27B-5703-42D3-BBE9-F7DE380D4E9B}">
      <dgm:prSet/>
      <dgm:spPr/>
      <dgm:t>
        <a:bodyPr/>
        <a:lstStyle/>
        <a:p>
          <a:endParaRPr lang="en-AU"/>
        </a:p>
      </dgm:t>
    </dgm:pt>
    <dgm:pt modelId="{941B1EAF-1A5D-405F-A387-5482059D1167}">
      <dgm:prSet phldrT="[Text]" custT="1"/>
      <dgm:spPr/>
      <dgm:t>
        <a:bodyPr/>
        <a:lstStyle/>
        <a:p>
          <a:r>
            <a:rPr lang="en-AU" sz="2000" b="1" dirty="0" smtClean="0"/>
            <a:t>Stable, flourishing? – trade, GDP, Job opportunities, affordable housing</a:t>
          </a:r>
          <a:endParaRPr lang="en-AU" sz="2000" b="1" dirty="0"/>
        </a:p>
      </dgm:t>
    </dgm:pt>
    <dgm:pt modelId="{AA05E9A0-A2C7-4D25-8547-F35D178C8E52}" type="parTrans" cxnId="{25AE12A9-E3A8-4525-8505-9B7EB560FCAE}">
      <dgm:prSet/>
      <dgm:spPr/>
      <dgm:t>
        <a:bodyPr/>
        <a:lstStyle/>
        <a:p>
          <a:endParaRPr lang="en-AU"/>
        </a:p>
      </dgm:t>
    </dgm:pt>
    <dgm:pt modelId="{BFDC3B5D-BBF5-4C4B-A1FE-89D4A859472A}" type="sibTrans" cxnId="{25AE12A9-E3A8-4525-8505-9B7EB560FCAE}">
      <dgm:prSet/>
      <dgm:spPr/>
      <dgm:t>
        <a:bodyPr/>
        <a:lstStyle/>
        <a:p>
          <a:endParaRPr lang="en-AU"/>
        </a:p>
      </dgm:t>
    </dgm:pt>
    <dgm:pt modelId="{D317E8FB-CC5F-4264-9F98-3BE476B9508A}">
      <dgm:prSet phldrT="[Text]" custT="1"/>
      <dgm:spPr/>
      <dgm:t>
        <a:bodyPr/>
        <a:lstStyle/>
        <a:p>
          <a:r>
            <a:rPr lang="en-AU" sz="2000" b="1" dirty="0" smtClean="0"/>
            <a:t>Health, education, housing, entertainment, cleanliness, safety - police</a:t>
          </a:r>
          <a:endParaRPr lang="en-AU" sz="2000" b="1" dirty="0"/>
        </a:p>
      </dgm:t>
    </dgm:pt>
    <dgm:pt modelId="{82A46741-E789-4478-AD11-9ECD62721F76}" type="parTrans" cxnId="{09457231-9E54-42FE-A730-8D77850A27F6}">
      <dgm:prSet/>
      <dgm:spPr/>
      <dgm:t>
        <a:bodyPr/>
        <a:lstStyle/>
        <a:p>
          <a:endParaRPr lang="en-AU"/>
        </a:p>
      </dgm:t>
    </dgm:pt>
    <dgm:pt modelId="{35BB7296-76E4-499D-A8DC-302F45367FBE}" type="sibTrans" cxnId="{09457231-9E54-42FE-A730-8D77850A27F6}">
      <dgm:prSet/>
      <dgm:spPr/>
      <dgm:t>
        <a:bodyPr/>
        <a:lstStyle/>
        <a:p>
          <a:endParaRPr lang="en-AU"/>
        </a:p>
      </dgm:t>
    </dgm:pt>
    <dgm:pt modelId="{80A9FE73-6364-4CAC-8779-7DEEA3AE494F}">
      <dgm:prSet phldrT="[Text]"/>
      <dgm:spPr/>
      <dgm:t>
        <a:bodyPr/>
        <a:lstStyle/>
        <a:p>
          <a:r>
            <a:rPr lang="en-AU" dirty="0" smtClean="0"/>
            <a:t>Geography</a:t>
          </a:r>
          <a:endParaRPr lang="en-AU" dirty="0"/>
        </a:p>
      </dgm:t>
    </dgm:pt>
    <dgm:pt modelId="{41123C4B-39AE-441B-BCBF-E11A5786D62B}" type="parTrans" cxnId="{E0AEF218-819D-4318-8C8F-C07590CDC709}">
      <dgm:prSet/>
      <dgm:spPr/>
      <dgm:t>
        <a:bodyPr/>
        <a:lstStyle/>
        <a:p>
          <a:endParaRPr lang="en-AU"/>
        </a:p>
      </dgm:t>
    </dgm:pt>
    <dgm:pt modelId="{62DBF564-63FB-448B-95A9-BB85DFDDB46B}" type="sibTrans" cxnId="{E0AEF218-819D-4318-8C8F-C07590CDC709}">
      <dgm:prSet/>
      <dgm:spPr/>
      <dgm:t>
        <a:bodyPr/>
        <a:lstStyle/>
        <a:p>
          <a:endParaRPr lang="en-AU"/>
        </a:p>
      </dgm:t>
    </dgm:pt>
    <dgm:pt modelId="{FC2C54EA-7C34-45F0-B85A-72DCA61B9F32}">
      <dgm:prSet phldrT="[Text]" custT="1"/>
      <dgm:spPr/>
      <dgm:t>
        <a:bodyPr/>
        <a:lstStyle/>
        <a:p>
          <a:r>
            <a:rPr lang="en-AU" sz="2000" b="1" dirty="0" smtClean="0"/>
            <a:t>Climate, terrain, location</a:t>
          </a:r>
          <a:endParaRPr lang="en-AU" sz="2000" b="1" dirty="0"/>
        </a:p>
      </dgm:t>
    </dgm:pt>
    <dgm:pt modelId="{64F714E0-0E41-439F-BF7A-2F4869823E69}" type="parTrans" cxnId="{BEF2A1F9-9E6E-4D9A-9572-D34C14143CF5}">
      <dgm:prSet/>
      <dgm:spPr/>
      <dgm:t>
        <a:bodyPr/>
        <a:lstStyle/>
        <a:p>
          <a:endParaRPr lang="en-AU"/>
        </a:p>
      </dgm:t>
    </dgm:pt>
    <dgm:pt modelId="{955F48F3-7854-4F82-A07B-21D8DBC4EF45}" type="sibTrans" cxnId="{BEF2A1F9-9E6E-4D9A-9572-D34C14143CF5}">
      <dgm:prSet/>
      <dgm:spPr/>
      <dgm:t>
        <a:bodyPr/>
        <a:lstStyle/>
        <a:p>
          <a:endParaRPr lang="en-AU"/>
        </a:p>
      </dgm:t>
    </dgm:pt>
    <dgm:pt modelId="{4F05DC07-AD92-4AAC-A00D-7046E382A148}" type="pres">
      <dgm:prSet presAssocID="{E09F17A7-A18E-4BE5-8D41-D5FD794E552B}" presName="Name0" presStyleCnt="0">
        <dgm:presLayoutVars>
          <dgm:dir/>
          <dgm:animLvl val="lvl"/>
          <dgm:resizeHandles val="exact"/>
        </dgm:presLayoutVars>
      </dgm:prSet>
      <dgm:spPr/>
      <dgm:t>
        <a:bodyPr/>
        <a:lstStyle/>
        <a:p>
          <a:endParaRPr lang="en-AU"/>
        </a:p>
      </dgm:t>
    </dgm:pt>
    <dgm:pt modelId="{3C0BA80F-EBBA-4501-9236-03BEAB7A7F18}" type="pres">
      <dgm:prSet presAssocID="{539057BA-39F9-49D1-9C0F-67D570C49AFC}" presName="linNode" presStyleCnt="0"/>
      <dgm:spPr/>
    </dgm:pt>
    <dgm:pt modelId="{54923076-AA6D-40DB-8A31-E446D3874168}" type="pres">
      <dgm:prSet presAssocID="{539057BA-39F9-49D1-9C0F-67D570C49AFC}" presName="parentText" presStyleLbl="node1" presStyleIdx="0" presStyleCnt="7">
        <dgm:presLayoutVars>
          <dgm:chMax val="1"/>
          <dgm:bulletEnabled val="1"/>
        </dgm:presLayoutVars>
      </dgm:prSet>
      <dgm:spPr/>
      <dgm:t>
        <a:bodyPr/>
        <a:lstStyle/>
        <a:p>
          <a:endParaRPr lang="en-AU"/>
        </a:p>
      </dgm:t>
    </dgm:pt>
    <dgm:pt modelId="{598ADAD8-410E-41CC-A3C2-C6AD44D2165B}" type="pres">
      <dgm:prSet presAssocID="{539057BA-39F9-49D1-9C0F-67D570C49AFC}" presName="descendantText" presStyleLbl="alignAccFollowNode1" presStyleIdx="0" presStyleCnt="7">
        <dgm:presLayoutVars>
          <dgm:bulletEnabled val="1"/>
        </dgm:presLayoutVars>
      </dgm:prSet>
      <dgm:spPr/>
      <dgm:t>
        <a:bodyPr/>
        <a:lstStyle/>
        <a:p>
          <a:endParaRPr lang="en-AU"/>
        </a:p>
      </dgm:t>
    </dgm:pt>
    <dgm:pt modelId="{F8785556-43C3-48E3-93EC-247659E935A0}" type="pres">
      <dgm:prSet presAssocID="{A6713F12-0C9E-4BF9-8BC9-3A131277E20E}" presName="sp" presStyleCnt="0"/>
      <dgm:spPr/>
    </dgm:pt>
    <dgm:pt modelId="{610B1952-7C53-4BA3-A230-D150D2ED5BC7}" type="pres">
      <dgm:prSet presAssocID="{AFD2B019-C999-40B9-AADF-EC74A7C0B4F0}" presName="linNode" presStyleCnt="0"/>
      <dgm:spPr/>
    </dgm:pt>
    <dgm:pt modelId="{1D2A02CC-68E8-4F26-BE5C-02E04E918B6E}" type="pres">
      <dgm:prSet presAssocID="{AFD2B019-C999-40B9-AADF-EC74A7C0B4F0}" presName="parentText" presStyleLbl="node1" presStyleIdx="1" presStyleCnt="7">
        <dgm:presLayoutVars>
          <dgm:chMax val="1"/>
          <dgm:bulletEnabled val="1"/>
        </dgm:presLayoutVars>
      </dgm:prSet>
      <dgm:spPr/>
      <dgm:t>
        <a:bodyPr/>
        <a:lstStyle/>
        <a:p>
          <a:endParaRPr lang="en-AU"/>
        </a:p>
      </dgm:t>
    </dgm:pt>
    <dgm:pt modelId="{F163ED24-EC40-480E-B9A8-DB5BE7FEBD72}" type="pres">
      <dgm:prSet presAssocID="{AFD2B019-C999-40B9-AADF-EC74A7C0B4F0}" presName="descendantText" presStyleLbl="alignAccFollowNode1" presStyleIdx="1" presStyleCnt="7">
        <dgm:presLayoutVars>
          <dgm:bulletEnabled val="1"/>
        </dgm:presLayoutVars>
      </dgm:prSet>
      <dgm:spPr/>
      <dgm:t>
        <a:bodyPr/>
        <a:lstStyle/>
        <a:p>
          <a:endParaRPr lang="en-AU"/>
        </a:p>
      </dgm:t>
    </dgm:pt>
    <dgm:pt modelId="{D274B7BB-B111-4760-B786-535AAA148C9E}" type="pres">
      <dgm:prSet presAssocID="{6EF49F6B-BF0E-4A71-B566-2EFA77DC24E6}" presName="sp" presStyleCnt="0"/>
      <dgm:spPr/>
    </dgm:pt>
    <dgm:pt modelId="{ADF92DE9-6808-409C-89A6-AD7D8DE6EA8A}" type="pres">
      <dgm:prSet presAssocID="{2AEA9487-580E-4B1D-891E-7CA9C2D2865A}" presName="linNode" presStyleCnt="0"/>
      <dgm:spPr/>
    </dgm:pt>
    <dgm:pt modelId="{02DFAD28-1550-4CBF-943C-257F7BD0ECC7}" type="pres">
      <dgm:prSet presAssocID="{2AEA9487-580E-4B1D-891E-7CA9C2D2865A}" presName="parentText" presStyleLbl="node1" presStyleIdx="2" presStyleCnt="7">
        <dgm:presLayoutVars>
          <dgm:chMax val="1"/>
          <dgm:bulletEnabled val="1"/>
        </dgm:presLayoutVars>
      </dgm:prSet>
      <dgm:spPr/>
      <dgm:t>
        <a:bodyPr/>
        <a:lstStyle/>
        <a:p>
          <a:endParaRPr lang="en-AU"/>
        </a:p>
      </dgm:t>
    </dgm:pt>
    <dgm:pt modelId="{CC318BB8-48D0-4C30-80CC-6D8C7364B73B}" type="pres">
      <dgm:prSet presAssocID="{2AEA9487-580E-4B1D-891E-7CA9C2D2865A}" presName="descendantText" presStyleLbl="alignAccFollowNode1" presStyleIdx="2" presStyleCnt="7">
        <dgm:presLayoutVars>
          <dgm:bulletEnabled val="1"/>
        </dgm:presLayoutVars>
      </dgm:prSet>
      <dgm:spPr/>
      <dgm:t>
        <a:bodyPr/>
        <a:lstStyle/>
        <a:p>
          <a:endParaRPr lang="en-AU"/>
        </a:p>
      </dgm:t>
    </dgm:pt>
    <dgm:pt modelId="{8A25B5DE-F91D-45FE-98F8-23908DE3B13B}" type="pres">
      <dgm:prSet presAssocID="{4AA4F485-EF4C-4DF1-AE9C-1EED961CAC0F}" presName="sp" presStyleCnt="0"/>
      <dgm:spPr/>
    </dgm:pt>
    <dgm:pt modelId="{29694843-6A4F-4700-91F5-E24AB975CB3B}" type="pres">
      <dgm:prSet presAssocID="{5A0E6116-6EA8-4A7A-A0B4-590C49D28808}" presName="linNode" presStyleCnt="0"/>
      <dgm:spPr/>
    </dgm:pt>
    <dgm:pt modelId="{579C4CF8-6416-4CA6-9A6A-AC21B1A52803}" type="pres">
      <dgm:prSet presAssocID="{5A0E6116-6EA8-4A7A-A0B4-590C49D28808}" presName="parentText" presStyleLbl="node1" presStyleIdx="3" presStyleCnt="7">
        <dgm:presLayoutVars>
          <dgm:chMax val="1"/>
          <dgm:bulletEnabled val="1"/>
        </dgm:presLayoutVars>
      </dgm:prSet>
      <dgm:spPr/>
      <dgm:t>
        <a:bodyPr/>
        <a:lstStyle/>
        <a:p>
          <a:endParaRPr lang="en-AU"/>
        </a:p>
      </dgm:t>
    </dgm:pt>
    <dgm:pt modelId="{B7049521-66EB-4EF7-8559-30E27BA35253}" type="pres">
      <dgm:prSet presAssocID="{5A0E6116-6EA8-4A7A-A0B4-590C49D28808}" presName="descendantText" presStyleLbl="alignAccFollowNode1" presStyleIdx="3" presStyleCnt="7">
        <dgm:presLayoutVars>
          <dgm:bulletEnabled val="1"/>
        </dgm:presLayoutVars>
      </dgm:prSet>
      <dgm:spPr/>
      <dgm:t>
        <a:bodyPr/>
        <a:lstStyle/>
        <a:p>
          <a:endParaRPr lang="en-AU"/>
        </a:p>
      </dgm:t>
    </dgm:pt>
    <dgm:pt modelId="{7C4611DF-E7A3-4F30-B584-E69EF15DD439}" type="pres">
      <dgm:prSet presAssocID="{FE767E8A-8B62-4B81-BB3A-56654CFB7B77}" presName="sp" presStyleCnt="0"/>
      <dgm:spPr/>
    </dgm:pt>
    <dgm:pt modelId="{286A29B7-6EB5-4B92-A1CF-D74C5ACA8FEF}" type="pres">
      <dgm:prSet presAssocID="{A7BD3212-003A-4D85-91D3-CEF465724D52}" presName="linNode" presStyleCnt="0"/>
      <dgm:spPr/>
    </dgm:pt>
    <dgm:pt modelId="{8CDFF1C0-CBA2-4010-9E7B-ADB6B9D77199}" type="pres">
      <dgm:prSet presAssocID="{A7BD3212-003A-4D85-91D3-CEF465724D52}" presName="parentText" presStyleLbl="node1" presStyleIdx="4" presStyleCnt="7">
        <dgm:presLayoutVars>
          <dgm:chMax val="1"/>
          <dgm:bulletEnabled val="1"/>
        </dgm:presLayoutVars>
      </dgm:prSet>
      <dgm:spPr/>
      <dgm:t>
        <a:bodyPr/>
        <a:lstStyle/>
        <a:p>
          <a:endParaRPr lang="en-AU"/>
        </a:p>
      </dgm:t>
    </dgm:pt>
    <dgm:pt modelId="{54976FF7-97E6-4CDE-A5D9-65B4B6919509}" type="pres">
      <dgm:prSet presAssocID="{A7BD3212-003A-4D85-91D3-CEF465724D52}" presName="descendantText" presStyleLbl="alignAccFollowNode1" presStyleIdx="4" presStyleCnt="7">
        <dgm:presLayoutVars>
          <dgm:bulletEnabled val="1"/>
        </dgm:presLayoutVars>
      </dgm:prSet>
      <dgm:spPr/>
      <dgm:t>
        <a:bodyPr/>
        <a:lstStyle/>
        <a:p>
          <a:endParaRPr lang="en-AU"/>
        </a:p>
      </dgm:t>
    </dgm:pt>
    <dgm:pt modelId="{010645FC-FB41-4185-B9AD-AC01FEEA09BB}" type="pres">
      <dgm:prSet presAssocID="{855B13FA-DD14-44C6-B5DD-8CB12A515D17}" presName="sp" presStyleCnt="0"/>
      <dgm:spPr/>
    </dgm:pt>
    <dgm:pt modelId="{EC6B6C07-A3B7-40B1-BCFF-9CDB4BEB596E}" type="pres">
      <dgm:prSet presAssocID="{D76C6D5A-B7B6-4DB8-8622-CE2733537621}" presName="linNode" presStyleCnt="0"/>
      <dgm:spPr/>
    </dgm:pt>
    <dgm:pt modelId="{BF75AB56-5C73-40D0-A43F-13E6D1844B0D}" type="pres">
      <dgm:prSet presAssocID="{D76C6D5A-B7B6-4DB8-8622-CE2733537621}" presName="parentText" presStyleLbl="node1" presStyleIdx="5" presStyleCnt="7">
        <dgm:presLayoutVars>
          <dgm:chMax val="1"/>
          <dgm:bulletEnabled val="1"/>
        </dgm:presLayoutVars>
      </dgm:prSet>
      <dgm:spPr/>
      <dgm:t>
        <a:bodyPr/>
        <a:lstStyle/>
        <a:p>
          <a:endParaRPr lang="en-AU"/>
        </a:p>
      </dgm:t>
    </dgm:pt>
    <dgm:pt modelId="{270EF2C2-892E-4C80-8B53-6D069481C0D1}" type="pres">
      <dgm:prSet presAssocID="{D76C6D5A-B7B6-4DB8-8622-CE2733537621}" presName="descendantText" presStyleLbl="alignAccFollowNode1" presStyleIdx="5" presStyleCnt="7">
        <dgm:presLayoutVars>
          <dgm:bulletEnabled val="1"/>
        </dgm:presLayoutVars>
      </dgm:prSet>
      <dgm:spPr/>
      <dgm:t>
        <a:bodyPr/>
        <a:lstStyle/>
        <a:p>
          <a:endParaRPr lang="en-AU"/>
        </a:p>
      </dgm:t>
    </dgm:pt>
    <dgm:pt modelId="{699726AB-AB6F-44BE-8564-FAE27A765632}" type="pres">
      <dgm:prSet presAssocID="{47412FB2-E944-4303-A2C2-C33F48675A44}" presName="sp" presStyleCnt="0"/>
      <dgm:spPr/>
    </dgm:pt>
    <dgm:pt modelId="{6A70787E-E73B-42F8-841F-8BCAD53EDF49}" type="pres">
      <dgm:prSet presAssocID="{80A9FE73-6364-4CAC-8779-7DEEA3AE494F}" presName="linNode" presStyleCnt="0"/>
      <dgm:spPr/>
    </dgm:pt>
    <dgm:pt modelId="{3A95E790-C8D9-4293-BD11-B4539FDFF85B}" type="pres">
      <dgm:prSet presAssocID="{80A9FE73-6364-4CAC-8779-7DEEA3AE494F}" presName="parentText" presStyleLbl="node1" presStyleIdx="6" presStyleCnt="7">
        <dgm:presLayoutVars>
          <dgm:chMax val="1"/>
          <dgm:bulletEnabled val="1"/>
        </dgm:presLayoutVars>
      </dgm:prSet>
      <dgm:spPr/>
      <dgm:t>
        <a:bodyPr/>
        <a:lstStyle/>
        <a:p>
          <a:endParaRPr lang="en-AU"/>
        </a:p>
      </dgm:t>
    </dgm:pt>
    <dgm:pt modelId="{8F0E9384-3042-4EA7-A406-5AC27A1FC021}" type="pres">
      <dgm:prSet presAssocID="{80A9FE73-6364-4CAC-8779-7DEEA3AE494F}" presName="descendantText" presStyleLbl="alignAccFollowNode1" presStyleIdx="6" presStyleCnt="7">
        <dgm:presLayoutVars>
          <dgm:bulletEnabled val="1"/>
        </dgm:presLayoutVars>
      </dgm:prSet>
      <dgm:spPr/>
      <dgm:t>
        <a:bodyPr/>
        <a:lstStyle/>
        <a:p>
          <a:endParaRPr lang="en-AU"/>
        </a:p>
      </dgm:t>
    </dgm:pt>
  </dgm:ptLst>
  <dgm:cxnLst>
    <dgm:cxn modelId="{09457231-9E54-42FE-A730-8D77850A27F6}" srcId="{5A0E6116-6EA8-4A7A-A0B4-590C49D28808}" destId="{D317E8FB-CC5F-4264-9F98-3BE476B9508A}" srcOrd="0" destOrd="0" parTransId="{82A46741-E789-4478-AD11-9ECD62721F76}" sibTransId="{35BB7296-76E4-499D-A8DC-302F45367FBE}"/>
    <dgm:cxn modelId="{73B50E05-37BC-407C-841F-A6B936BBAEE7}" type="presOf" srcId="{D317E8FB-CC5F-4264-9F98-3BE476B9508A}" destId="{B7049521-66EB-4EF7-8559-30E27BA35253}" srcOrd="0" destOrd="0" presId="urn:microsoft.com/office/officeart/2005/8/layout/vList5"/>
    <dgm:cxn modelId="{870B81A2-B74F-47E4-859F-3F789129C602}" type="presOf" srcId="{A7BD3212-003A-4D85-91D3-CEF465724D52}" destId="{8CDFF1C0-CBA2-4010-9E7B-ADB6B9D77199}" srcOrd="0" destOrd="0" presId="urn:microsoft.com/office/officeart/2005/8/layout/vList5"/>
    <dgm:cxn modelId="{E0AEF218-819D-4318-8C8F-C07590CDC709}" srcId="{E09F17A7-A18E-4BE5-8D41-D5FD794E552B}" destId="{80A9FE73-6364-4CAC-8779-7DEEA3AE494F}" srcOrd="6" destOrd="0" parTransId="{41123C4B-39AE-441B-BCBF-E11A5786D62B}" sibTransId="{62DBF564-63FB-448B-95A9-BB85DFDDB46B}"/>
    <dgm:cxn modelId="{E02B2F46-B3F8-4E99-9D0A-8FB7E80DAC06}" type="presOf" srcId="{5A0E6116-6EA8-4A7A-A0B4-590C49D28808}" destId="{579C4CF8-6416-4CA6-9A6A-AC21B1A52803}" srcOrd="0" destOrd="0" presId="urn:microsoft.com/office/officeart/2005/8/layout/vList5"/>
    <dgm:cxn modelId="{F1BB0493-FBD7-4DF4-A4AD-41884BF0B927}" type="presOf" srcId="{E09F17A7-A18E-4BE5-8D41-D5FD794E552B}" destId="{4F05DC07-AD92-4AAC-A00D-7046E382A148}" srcOrd="0" destOrd="0" presId="urn:microsoft.com/office/officeart/2005/8/layout/vList5"/>
    <dgm:cxn modelId="{07C1107A-778D-4D9E-974D-4D2CD0481ABB}" type="presOf" srcId="{539057BA-39F9-49D1-9C0F-67D570C49AFC}" destId="{54923076-AA6D-40DB-8A31-E446D3874168}" srcOrd="0" destOrd="0" presId="urn:microsoft.com/office/officeart/2005/8/layout/vList5"/>
    <dgm:cxn modelId="{2AD81C8B-B394-4A70-9E66-49A9A956919B}" type="presOf" srcId="{2FCBEAC4-4E7E-4739-8C0E-BECA299FE418}" destId="{CC318BB8-48D0-4C30-80CC-6D8C7364B73B}" srcOrd="0" destOrd="0" presId="urn:microsoft.com/office/officeart/2005/8/layout/vList5"/>
    <dgm:cxn modelId="{8D6EFE79-1F7C-455F-9709-A606846C84C8}" type="presOf" srcId="{80A9FE73-6364-4CAC-8779-7DEEA3AE494F}" destId="{3A95E790-C8D9-4293-BD11-B4539FDFF85B}" srcOrd="0" destOrd="0" presId="urn:microsoft.com/office/officeart/2005/8/layout/vList5"/>
    <dgm:cxn modelId="{EA551B5D-B8DE-46E4-9294-E5A612C41002}" type="presOf" srcId="{D76C6D5A-B7B6-4DB8-8622-CE2733537621}" destId="{BF75AB56-5C73-40D0-A43F-13E6D1844B0D}" srcOrd="0" destOrd="0" presId="urn:microsoft.com/office/officeart/2005/8/layout/vList5"/>
    <dgm:cxn modelId="{5553D3BE-4E15-4D00-9A7C-08F57BD6BC9D}" type="presOf" srcId="{F14D96F8-DCCA-4B8D-83FB-F967E046CDE9}" destId="{598ADAD8-410E-41CC-A3C2-C6AD44D2165B}" srcOrd="0" destOrd="0" presId="urn:microsoft.com/office/officeart/2005/8/layout/vList5"/>
    <dgm:cxn modelId="{3493F329-F5C2-4C0E-ACAB-A6CDD9AAE88B}" type="presOf" srcId="{A35B89E8-2D9D-4B83-B03E-BDAE5342C28F}" destId="{F163ED24-EC40-480E-B9A8-DB5BE7FEBD72}" srcOrd="0" destOrd="0" presId="urn:microsoft.com/office/officeart/2005/8/layout/vList5"/>
    <dgm:cxn modelId="{BEF2A1F9-9E6E-4D9A-9572-D34C14143CF5}" srcId="{80A9FE73-6364-4CAC-8779-7DEEA3AE494F}" destId="{FC2C54EA-7C34-45F0-B85A-72DCA61B9F32}" srcOrd="0" destOrd="0" parTransId="{64F714E0-0E41-439F-BF7A-2F4869823E69}" sibTransId="{955F48F3-7854-4F82-A07B-21D8DBC4EF45}"/>
    <dgm:cxn modelId="{77CA6AB7-1437-4CCD-887C-4A2AC05E2389}" srcId="{E09F17A7-A18E-4BE5-8D41-D5FD794E552B}" destId="{539057BA-39F9-49D1-9C0F-67D570C49AFC}" srcOrd="0" destOrd="0" parTransId="{FB7BE869-A814-4EF1-9050-EB6E08784AA7}" sibTransId="{A6713F12-0C9E-4BF9-8BC9-3A131277E20E}"/>
    <dgm:cxn modelId="{4DEFB27B-5703-42D3-BBE9-F7DE380D4E9B}" srcId="{D76C6D5A-B7B6-4DB8-8622-CE2733537621}" destId="{434474C5-06D4-4066-856E-BC2BE5C80350}" srcOrd="0" destOrd="0" parTransId="{00FAA94B-2FEA-4CE8-B91A-24BFB40413B0}" sibTransId="{5BFD7B8E-6F62-48CF-AE77-1C826E99C535}"/>
    <dgm:cxn modelId="{1F432664-18BA-47A5-B10A-4BED80CAC1FB}" type="presOf" srcId="{941B1EAF-1A5D-405F-A387-5482059D1167}" destId="{54976FF7-97E6-4CDE-A5D9-65B4B6919509}" srcOrd="0" destOrd="0" presId="urn:microsoft.com/office/officeart/2005/8/layout/vList5"/>
    <dgm:cxn modelId="{0C682669-C35B-4738-960A-564E461A6B37}" srcId="{E09F17A7-A18E-4BE5-8D41-D5FD794E552B}" destId="{2AEA9487-580E-4B1D-891E-7CA9C2D2865A}" srcOrd="2" destOrd="0" parTransId="{02588E5A-6FAC-4EF7-A2F6-12C0D3666B9A}" sibTransId="{4AA4F485-EF4C-4DF1-AE9C-1EED961CAC0F}"/>
    <dgm:cxn modelId="{510F35C6-E47A-4FB2-8EDC-9AB9696D2586}" type="presOf" srcId="{AFD2B019-C999-40B9-AADF-EC74A7C0B4F0}" destId="{1D2A02CC-68E8-4F26-BE5C-02E04E918B6E}" srcOrd="0" destOrd="0" presId="urn:microsoft.com/office/officeart/2005/8/layout/vList5"/>
    <dgm:cxn modelId="{F1151F0D-54AC-434E-99FE-ED4B92319515}" type="presOf" srcId="{434474C5-06D4-4066-856E-BC2BE5C80350}" destId="{270EF2C2-892E-4C80-8B53-6D069481C0D1}" srcOrd="0" destOrd="0" presId="urn:microsoft.com/office/officeart/2005/8/layout/vList5"/>
    <dgm:cxn modelId="{CB121B40-17C6-488D-BF6D-742C6C65E462}" srcId="{E09F17A7-A18E-4BE5-8D41-D5FD794E552B}" destId="{D76C6D5A-B7B6-4DB8-8622-CE2733537621}" srcOrd="5" destOrd="0" parTransId="{66DC5A3B-28F1-4F23-8E19-D571C5B7D248}" sibTransId="{47412FB2-E944-4303-A2C2-C33F48675A44}"/>
    <dgm:cxn modelId="{3D4B90BC-3C8E-4F40-959B-6683BF6FC8D8}" srcId="{E09F17A7-A18E-4BE5-8D41-D5FD794E552B}" destId="{A7BD3212-003A-4D85-91D3-CEF465724D52}" srcOrd="4" destOrd="0" parTransId="{B5881D2B-9CEE-42C6-9083-B234C9462986}" sibTransId="{855B13FA-DD14-44C6-B5DD-8CB12A515D17}"/>
    <dgm:cxn modelId="{25AE12A9-E3A8-4525-8505-9B7EB560FCAE}" srcId="{A7BD3212-003A-4D85-91D3-CEF465724D52}" destId="{941B1EAF-1A5D-405F-A387-5482059D1167}" srcOrd="0" destOrd="0" parTransId="{AA05E9A0-A2C7-4D25-8547-F35D178C8E52}" sibTransId="{BFDC3B5D-BBF5-4C4B-A1FE-89D4A859472A}"/>
    <dgm:cxn modelId="{7462DE25-213A-4329-A3D8-ED4F92654E54}" type="presOf" srcId="{2AEA9487-580E-4B1D-891E-7CA9C2D2865A}" destId="{02DFAD28-1550-4CBF-943C-257F7BD0ECC7}" srcOrd="0" destOrd="0" presId="urn:microsoft.com/office/officeart/2005/8/layout/vList5"/>
    <dgm:cxn modelId="{360B8F32-A15E-4491-A8AF-7A100DA8F6DC}" srcId="{E09F17A7-A18E-4BE5-8D41-D5FD794E552B}" destId="{AFD2B019-C999-40B9-AADF-EC74A7C0B4F0}" srcOrd="1" destOrd="0" parTransId="{006E81EF-D638-4EB8-A090-62968098CB3C}" sibTransId="{6EF49F6B-BF0E-4A71-B566-2EFA77DC24E6}"/>
    <dgm:cxn modelId="{7B895E7C-9F72-4968-8508-FBB41EF331CF}" srcId="{AFD2B019-C999-40B9-AADF-EC74A7C0B4F0}" destId="{A35B89E8-2D9D-4B83-B03E-BDAE5342C28F}" srcOrd="0" destOrd="0" parTransId="{D3E11A26-930A-4AD0-B14D-A7AD0AD1332A}" sibTransId="{1CC1471D-482F-43DD-BED0-79E0C6B10963}"/>
    <dgm:cxn modelId="{25D42A60-BEB4-4118-A4EB-F5B305CBAD7C}" type="presOf" srcId="{FC2C54EA-7C34-45F0-B85A-72DCA61B9F32}" destId="{8F0E9384-3042-4EA7-A406-5AC27A1FC021}" srcOrd="0" destOrd="0" presId="urn:microsoft.com/office/officeart/2005/8/layout/vList5"/>
    <dgm:cxn modelId="{B97990FA-2B7E-4D0A-BB92-B95F66C3774F}" srcId="{2AEA9487-580E-4B1D-891E-7CA9C2D2865A}" destId="{2FCBEAC4-4E7E-4739-8C0E-BECA299FE418}" srcOrd="0" destOrd="0" parTransId="{11472F38-D3A1-4CF8-BC12-A85F287450C6}" sibTransId="{5A088ADC-F595-4321-931A-8FBCC3547DF5}"/>
    <dgm:cxn modelId="{E1C56E9F-BF9C-4BFE-B448-50FD0423A944}" srcId="{E09F17A7-A18E-4BE5-8D41-D5FD794E552B}" destId="{5A0E6116-6EA8-4A7A-A0B4-590C49D28808}" srcOrd="3" destOrd="0" parTransId="{D6AE2FF0-9361-4042-95B3-2E328CD45BCB}" sibTransId="{FE767E8A-8B62-4B81-BB3A-56654CFB7B77}"/>
    <dgm:cxn modelId="{BE0113E5-8122-4101-AB03-77FBDCCBDDB4}" srcId="{539057BA-39F9-49D1-9C0F-67D570C49AFC}" destId="{F14D96F8-DCCA-4B8D-83FB-F967E046CDE9}" srcOrd="0" destOrd="0" parTransId="{37C4DCA5-B9F5-46FD-A587-30BBD49FD194}" sibTransId="{A66702F7-3FAC-4AB9-B63D-D1C1DA5EB5B6}"/>
    <dgm:cxn modelId="{9F7036CE-9F35-4807-9CC2-158505CF2C20}" type="presParOf" srcId="{4F05DC07-AD92-4AAC-A00D-7046E382A148}" destId="{3C0BA80F-EBBA-4501-9236-03BEAB7A7F18}" srcOrd="0" destOrd="0" presId="urn:microsoft.com/office/officeart/2005/8/layout/vList5"/>
    <dgm:cxn modelId="{25C1D6D0-F214-4043-A3B4-3D073DFE8C9B}" type="presParOf" srcId="{3C0BA80F-EBBA-4501-9236-03BEAB7A7F18}" destId="{54923076-AA6D-40DB-8A31-E446D3874168}" srcOrd="0" destOrd="0" presId="urn:microsoft.com/office/officeart/2005/8/layout/vList5"/>
    <dgm:cxn modelId="{B70279C6-4E18-4A23-AE53-4E1736C93474}" type="presParOf" srcId="{3C0BA80F-EBBA-4501-9236-03BEAB7A7F18}" destId="{598ADAD8-410E-41CC-A3C2-C6AD44D2165B}" srcOrd="1" destOrd="0" presId="urn:microsoft.com/office/officeart/2005/8/layout/vList5"/>
    <dgm:cxn modelId="{9EE4624B-2CC3-449A-9672-D4063BFF2932}" type="presParOf" srcId="{4F05DC07-AD92-4AAC-A00D-7046E382A148}" destId="{F8785556-43C3-48E3-93EC-247659E935A0}" srcOrd="1" destOrd="0" presId="urn:microsoft.com/office/officeart/2005/8/layout/vList5"/>
    <dgm:cxn modelId="{917F6E1F-65AA-4EFB-808A-716E79DE9652}" type="presParOf" srcId="{4F05DC07-AD92-4AAC-A00D-7046E382A148}" destId="{610B1952-7C53-4BA3-A230-D150D2ED5BC7}" srcOrd="2" destOrd="0" presId="urn:microsoft.com/office/officeart/2005/8/layout/vList5"/>
    <dgm:cxn modelId="{51B40DCB-7689-43D0-BE5A-D6D0E483520E}" type="presParOf" srcId="{610B1952-7C53-4BA3-A230-D150D2ED5BC7}" destId="{1D2A02CC-68E8-4F26-BE5C-02E04E918B6E}" srcOrd="0" destOrd="0" presId="urn:microsoft.com/office/officeart/2005/8/layout/vList5"/>
    <dgm:cxn modelId="{63F385DC-4FFA-49A4-95FE-2E97D9685987}" type="presParOf" srcId="{610B1952-7C53-4BA3-A230-D150D2ED5BC7}" destId="{F163ED24-EC40-480E-B9A8-DB5BE7FEBD72}" srcOrd="1" destOrd="0" presId="urn:microsoft.com/office/officeart/2005/8/layout/vList5"/>
    <dgm:cxn modelId="{20E64DEB-E2D4-4C6D-AFA8-B113DE847146}" type="presParOf" srcId="{4F05DC07-AD92-4AAC-A00D-7046E382A148}" destId="{D274B7BB-B111-4760-B786-535AAA148C9E}" srcOrd="3" destOrd="0" presId="urn:microsoft.com/office/officeart/2005/8/layout/vList5"/>
    <dgm:cxn modelId="{7B812D1C-3F99-41AB-A9C3-D21D9A0AB328}" type="presParOf" srcId="{4F05DC07-AD92-4AAC-A00D-7046E382A148}" destId="{ADF92DE9-6808-409C-89A6-AD7D8DE6EA8A}" srcOrd="4" destOrd="0" presId="urn:microsoft.com/office/officeart/2005/8/layout/vList5"/>
    <dgm:cxn modelId="{9F22EDF9-486A-4FD9-8BB2-1C1E9BD60E90}" type="presParOf" srcId="{ADF92DE9-6808-409C-89A6-AD7D8DE6EA8A}" destId="{02DFAD28-1550-4CBF-943C-257F7BD0ECC7}" srcOrd="0" destOrd="0" presId="urn:microsoft.com/office/officeart/2005/8/layout/vList5"/>
    <dgm:cxn modelId="{2F5BF57B-43CE-44F1-BCAC-068ADA0C2AF8}" type="presParOf" srcId="{ADF92DE9-6808-409C-89A6-AD7D8DE6EA8A}" destId="{CC318BB8-48D0-4C30-80CC-6D8C7364B73B}" srcOrd="1" destOrd="0" presId="urn:microsoft.com/office/officeart/2005/8/layout/vList5"/>
    <dgm:cxn modelId="{67E58B36-B6A0-4815-8114-5B0D40724C10}" type="presParOf" srcId="{4F05DC07-AD92-4AAC-A00D-7046E382A148}" destId="{8A25B5DE-F91D-45FE-98F8-23908DE3B13B}" srcOrd="5" destOrd="0" presId="urn:microsoft.com/office/officeart/2005/8/layout/vList5"/>
    <dgm:cxn modelId="{95939CFF-B45A-4704-91D0-07791672F297}" type="presParOf" srcId="{4F05DC07-AD92-4AAC-A00D-7046E382A148}" destId="{29694843-6A4F-4700-91F5-E24AB975CB3B}" srcOrd="6" destOrd="0" presId="urn:microsoft.com/office/officeart/2005/8/layout/vList5"/>
    <dgm:cxn modelId="{7BF31B73-9AB3-4EE0-87EF-2CD506106AAC}" type="presParOf" srcId="{29694843-6A4F-4700-91F5-E24AB975CB3B}" destId="{579C4CF8-6416-4CA6-9A6A-AC21B1A52803}" srcOrd="0" destOrd="0" presId="urn:microsoft.com/office/officeart/2005/8/layout/vList5"/>
    <dgm:cxn modelId="{A0004B44-72E6-41D9-A034-AF95919487BA}" type="presParOf" srcId="{29694843-6A4F-4700-91F5-E24AB975CB3B}" destId="{B7049521-66EB-4EF7-8559-30E27BA35253}" srcOrd="1" destOrd="0" presId="urn:microsoft.com/office/officeart/2005/8/layout/vList5"/>
    <dgm:cxn modelId="{4FA61442-5B7E-4421-9F1B-865DF3587E9D}" type="presParOf" srcId="{4F05DC07-AD92-4AAC-A00D-7046E382A148}" destId="{7C4611DF-E7A3-4F30-B584-E69EF15DD439}" srcOrd="7" destOrd="0" presId="urn:microsoft.com/office/officeart/2005/8/layout/vList5"/>
    <dgm:cxn modelId="{4BA57244-6E22-4DB3-86D5-E9CEC813A18A}" type="presParOf" srcId="{4F05DC07-AD92-4AAC-A00D-7046E382A148}" destId="{286A29B7-6EB5-4B92-A1CF-D74C5ACA8FEF}" srcOrd="8" destOrd="0" presId="urn:microsoft.com/office/officeart/2005/8/layout/vList5"/>
    <dgm:cxn modelId="{89CF6BC6-5CB0-492E-A292-0C7809292DD8}" type="presParOf" srcId="{286A29B7-6EB5-4B92-A1CF-D74C5ACA8FEF}" destId="{8CDFF1C0-CBA2-4010-9E7B-ADB6B9D77199}" srcOrd="0" destOrd="0" presId="urn:microsoft.com/office/officeart/2005/8/layout/vList5"/>
    <dgm:cxn modelId="{1F067FCD-4EDF-4309-B28A-6D6E8EA8D99C}" type="presParOf" srcId="{286A29B7-6EB5-4B92-A1CF-D74C5ACA8FEF}" destId="{54976FF7-97E6-4CDE-A5D9-65B4B6919509}" srcOrd="1" destOrd="0" presId="urn:microsoft.com/office/officeart/2005/8/layout/vList5"/>
    <dgm:cxn modelId="{DA58E392-DCAA-43C2-BFA2-F7F9A72F7C21}" type="presParOf" srcId="{4F05DC07-AD92-4AAC-A00D-7046E382A148}" destId="{010645FC-FB41-4185-B9AD-AC01FEEA09BB}" srcOrd="9" destOrd="0" presId="urn:microsoft.com/office/officeart/2005/8/layout/vList5"/>
    <dgm:cxn modelId="{550BAE00-CD13-4563-B271-827E267AEF1D}" type="presParOf" srcId="{4F05DC07-AD92-4AAC-A00D-7046E382A148}" destId="{EC6B6C07-A3B7-40B1-BCFF-9CDB4BEB596E}" srcOrd="10" destOrd="0" presId="urn:microsoft.com/office/officeart/2005/8/layout/vList5"/>
    <dgm:cxn modelId="{63F3B9FD-9AD4-430C-A2CD-1544B19F7BBD}" type="presParOf" srcId="{EC6B6C07-A3B7-40B1-BCFF-9CDB4BEB596E}" destId="{BF75AB56-5C73-40D0-A43F-13E6D1844B0D}" srcOrd="0" destOrd="0" presId="urn:microsoft.com/office/officeart/2005/8/layout/vList5"/>
    <dgm:cxn modelId="{93EFDDEE-7AD3-495A-898A-96A9214CEBE8}" type="presParOf" srcId="{EC6B6C07-A3B7-40B1-BCFF-9CDB4BEB596E}" destId="{270EF2C2-892E-4C80-8B53-6D069481C0D1}" srcOrd="1" destOrd="0" presId="urn:microsoft.com/office/officeart/2005/8/layout/vList5"/>
    <dgm:cxn modelId="{8416F6CF-9A45-49B3-9606-AE219C52325D}" type="presParOf" srcId="{4F05DC07-AD92-4AAC-A00D-7046E382A148}" destId="{699726AB-AB6F-44BE-8564-FAE27A765632}" srcOrd="11" destOrd="0" presId="urn:microsoft.com/office/officeart/2005/8/layout/vList5"/>
    <dgm:cxn modelId="{57EA9534-7FD1-4BB8-95BE-01A0374C578B}" type="presParOf" srcId="{4F05DC07-AD92-4AAC-A00D-7046E382A148}" destId="{6A70787E-E73B-42F8-841F-8BCAD53EDF49}" srcOrd="12" destOrd="0" presId="urn:microsoft.com/office/officeart/2005/8/layout/vList5"/>
    <dgm:cxn modelId="{D5216737-C885-48CF-B449-5E9D997A5C3F}" type="presParOf" srcId="{6A70787E-E73B-42F8-841F-8BCAD53EDF49}" destId="{3A95E790-C8D9-4293-BD11-B4539FDFF85B}" srcOrd="0" destOrd="0" presId="urn:microsoft.com/office/officeart/2005/8/layout/vList5"/>
    <dgm:cxn modelId="{D2604D92-46A9-4C9E-A3E5-248EDE563D39}" type="presParOf" srcId="{6A70787E-E73B-42F8-841F-8BCAD53EDF49}" destId="{8F0E9384-3042-4EA7-A406-5AC27A1FC02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8ADAD8-410E-41CC-A3C2-C6AD44D2165B}">
      <dsp:nvSpPr>
        <dsp:cNvPr id="0" name=""/>
        <dsp:cNvSpPr/>
      </dsp:nvSpPr>
      <dsp:spPr>
        <a:xfrm rot="5400000">
          <a:off x="5595759" y="-2414554"/>
          <a:ext cx="560185" cy="5530214"/>
        </a:xfrm>
        <a:prstGeom prst="round2Same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AU" sz="2000" b="1" kern="1200" dirty="0" smtClean="0"/>
            <a:t>Urban? Rural, remote?</a:t>
          </a:r>
          <a:endParaRPr lang="en-AU" sz="2000" b="1" kern="1200" dirty="0"/>
        </a:p>
      </dsp:txBody>
      <dsp:txXfrm rot="-5400000">
        <a:off x="3110745" y="97806"/>
        <a:ext cx="5502868" cy="505493"/>
      </dsp:txXfrm>
    </dsp:sp>
    <dsp:sp modelId="{54923076-AA6D-40DB-8A31-E446D3874168}">
      <dsp:nvSpPr>
        <dsp:cNvPr id="0" name=""/>
        <dsp:cNvSpPr/>
      </dsp:nvSpPr>
      <dsp:spPr>
        <a:xfrm>
          <a:off x="0" y="436"/>
          <a:ext cx="3110745" cy="700232"/>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AU" sz="2900" kern="1200" dirty="0" smtClean="0"/>
            <a:t>Location</a:t>
          </a:r>
          <a:endParaRPr lang="en-AU" sz="2900" kern="1200" dirty="0"/>
        </a:p>
      </dsp:txBody>
      <dsp:txXfrm>
        <a:off x="34183" y="34619"/>
        <a:ext cx="3042379" cy="631866"/>
      </dsp:txXfrm>
    </dsp:sp>
    <dsp:sp modelId="{F163ED24-EC40-480E-B9A8-DB5BE7FEBD72}">
      <dsp:nvSpPr>
        <dsp:cNvPr id="0" name=""/>
        <dsp:cNvSpPr/>
      </dsp:nvSpPr>
      <dsp:spPr>
        <a:xfrm rot="5400000">
          <a:off x="5595759" y="-1679310"/>
          <a:ext cx="560185" cy="5530214"/>
        </a:xfrm>
        <a:prstGeom prst="round2Same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AU" sz="2000" b="1" kern="1200" dirty="0" smtClean="0"/>
            <a:t>Water, electricity, gas, sanitation</a:t>
          </a:r>
          <a:endParaRPr lang="en-AU" sz="2000" b="1" kern="1200" dirty="0"/>
        </a:p>
      </dsp:txBody>
      <dsp:txXfrm rot="-5400000">
        <a:off x="3110745" y="833050"/>
        <a:ext cx="5502868" cy="505493"/>
      </dsp:txXfrm>
    </dsp:sp>
    <dsp:sp modelId="{1D2A02CC-68E8-4F26-BE5C-02E04E918B6E}">
      <dsp:nvSpPr>
        <dsp:cNvPr id="0" name=""/>
        <dsp:cNvSpPr/>
      </dsp:nvSpPr>
      <dsp:spPr>
        <a:xfrm>
          <a:off x="0" y="735680"/>
          <a:ext cx="3110745" cy="700232"/>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AU" sz="2900" kern="1200" dirty="0" smtClean="0"/>
            <a:t>Resources </a:t>
          </a:r>
          <a:endParaRPr lang="en-AU" sz="2900" kern="1200" dirty="0"/>
        </a:p>
      </dsp:txBody>
      <dsp:txXfrm>
        <a:off x="34183" y="769863"/>
        <a:ext cx="3042379" cy="631866"/>
      </dsp:txXfrm>
    </dsp:sp>
    <dsp:sp modelId="{CC318BB8-48D0-4C30-80CC-6D8C7364B73B}">
      <dsp:nvSpPr>
        <dsp:cNvPr id="0" name=""/>
        <dsp:cNvSpPr/>
      </dsp:nvSpPr>
      <dsp:spPr>
        <a:xfrm rot="5400000">
          <a:off x="5595759" y="-944066"/>
          <a:ext cx="560185" cy="5530214"/>
        </a:xfrm>
        <a:prstGeom prst="round2Same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AU" sz="2000" b="1" kern="1200" dirty="0" smtClean="0"/>
            <a:t>Road, phone, internet, public transport, shipping</a:t>
          </a:r>
          <a:endParaRPr lang="en-AU" sz="2000" b="1" kern="1200" dirty="0"/>
        </a:p>
      </dsp:txBody>
      <dsp:txXfrm rot="-5400000">
        <a:off x="3110745" y="1568294"/>
        <a:ext cx="5502868" cy="505493"/>
      </dsp:txXfrm>
    </dsp:sp>
    <dsp:sp modelId="{02DFAD28-1550-4CBF-943C-257F7BD0ECC7}">
      <dsp:nvSpPr>
        <dsp:cNvPr id="0" name=""/>
        <dsp:cNvSpPr/>
      </dsp:nvSpPr>
      <dsp:spPr>
        <a:xfrm>
          <a:off x="0" y="1470924"/>
          <a:ext cx="3110745" cy="700232"/>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AU" sz="2900" kern="1200" dirty="0" smtClean="0"/>
            <a:t>Communications</a:t>
          </a:r>
          <a:endParaRPr lang="en-AU" sz="2900" kern="1200" dirty="0"/>
        </a:p>
      </dsp:txBody>
      <dsp:txXfrm>
        <a:off x="34183" y="1505107"/>
        <a:ext cx="3042379" cy="631866"/>
      </dsp:txXfrm>
    </dsp:sp>
    <dsp:sp modelId="{B7049521-66EB-4EF7-8559-30E27BA35253}">
      <dsp:nvSpPr>
        <dsp:cNvPr id="0" name=""/>
        <dsp:cNvSpPr/>
      </dsp:nvSpPr>
      <dsp:spPr>
        <a:xfrm rot="5400000">
          <a:off x="5595759" y="-208823"/>
          <a:ext cx="560185" cy="5530214"/>
        </a:xfrm>
        <a:prstGeom prst="round2Same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AU" sz="2000" b="1" kern="1200" dirty="0" smtClean="0"/>
            <a:t>Health, education, housing, entertainment, cleanliness, safety - police</a:t>
          </a:r>
          <a:endParaRPr lang="en-AU" sz="2000" b="1" kern="1200" dirty="0"/>
        </a:p>
      </dsp:txBody>
      <dsp:txXfrm rot="-5400000">
        <a:off x="3110745" y="2303537"/>
        <a:ext cx="5502868" cy="505493"/>
      </dsp:txXfrm>
    </dsp:sp>
    <dsp:sp modelId="{579C4CF8-6416-4CA6-9A6A-AC21B1A52803}">
      <dsp:nvSpPr>
        <dsp:cNvPr id="0" name=""/>
        <dsp:cNvSpPr/>
      </dsp:nvSpPr>
      <dsp:spPr>
        <a:xfrm>
          <a:off x="0" y="2206167"/>
          <a:ext cx="3110745" cy="700232"/>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AU" sz="2900" kern="1200" dirty="0" smtClean="0"/>
            <a:t>Services</a:t>
          </a:r>
          <a:endParaRPr lang="en-AU" sz="2900" kern="1200" dirty="0"/>
        </a:p>
      </dsp:txBody>
      <dsp:txXfrm>
        <a:off x="34183" y="2240350"/>
        <a:ext cx="3042379" cy="631866"/>
      </dsp:txXfrm>
    </dsp:sp>
    <dsp:sp modelId="{54976FF7-97E6-4CDE-A5D9-65B4B6919509}">
      <dsp:nvSpPr>
        <dsp:cNvPr id="0" name=""/>
        <dsp:cNvSpPr/>
      </dsp:nvSpPr>
      <dsp:spPr>
        <a:xfrm rot="5400000">
          <a:off x="5595759" y="526420"/>
          <a:ext cx="560185" cy="5530214"/>
        </a:xfrm>
        <a:prstGeom prst="round2SameRect">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AU" sz="2000" b="1" kern="1200" dirty="0" smtClean="0"/>
            <a:t>Stable, flourishing? – trade, GDP, Job opportunities, affordable housing</a:t>
          </a:r>
          <a:endParaRPr lang="en-AU" sz="2000" b="1" kern="1200" dirty="0"/>
        </a:p>
      </dsp:txBody>
      <dsp:txXfrm rot="-5400000">
        <a:off x="3110745" y="3038780"/>
        <a:ext cx="5502868" cy="505493"/>
      </dsp:txXfrm>
    </dsp:sp>
    <dsp:sp modelId="{8CDFF1C0-CBA2-4010-9E7B-ADB6B9D77199}">
      <dsp:nvSpPr>
        <dsp:cNvPr id="0" name=""/>
        <dsp:cNvSpPr/>
      </dsp:nvSpPr>
      <dsp:spPr>
        <a:xfrm>
          <a:off x="0" y="2941411"/>
          <a:ext cx="3110745" cy="700232"/>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AU" sz="2900" kern="1200" dirty="0" smtClean="0"/>
            <a:t>Economy</a:t>
          </a:r>
          <a:endParaRPr lang="en-AU" sz="2900" kern="1200" dirty="0"/>
        </a:p>
      </dsp:txBody>
      <dsp:txXfrm>
        <a:off x="34183" y="2975594"/>
        <a:ext cx="3042379" cy="631866"/>
      </dsp:txXfrm>
    </dsp:sp>
    <dsp:sp modelId="{270EF2C2-892E-4C80-8B53-6D069481C0D1}">
      <dsp:nvSpPr>
        <dsp:cNvPr id="0" name=""/>
        <dsp:cNvSpPr/>
      </dsp:nvSpPr>
      <dsp:spPr>
        <a:xfrm rot="5400000">
          <a:off x="5595759" y="1261664"/>
          <a:ext cx="560185" cy="5530214"/>
        </a:xfrm>
        <a:prstGeom prst="round2Same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AU" sz="2000" b="1" kern="1200" dirty="0" smtClean="0"/>
            <a:t>Performance, policy – environment, crime rates, tax </a:t>
          </a:r>
          <a:r>
            <a:rPr lang="en-AU" sz="2000" b="1" kern="1200" dirty="0" err="1" smtClean="0"/>
            <a:t>etc</a:t>
          </a:r>
          <a:endParaRPr lang="en-AU" sz="2000" b="1" kern="1200" dirty="0"/>
        </a:p>
      </dsp:txBody>
      <dsp:txXfrm rot="-5400000">
        <a:off x="3110745" y="3774024"/>
        <a:ext cx="5502868" cy="505493"/>
      </dsp:txXfrm>
    </dsp:sp>
    <dsp:sp modelId="{BF75AB56-5C73-40D0-A43F-13E6D1844B0D}">
      <dsp:nvSpPr>
        <dsp:cNvPr id="0" name=""/>
        <dsp:cNvSpPr/>
      </dsp:nvSpPr>
      <dsp:spPr>
        <a:xfrm>
          <a:off x="0" y="3676655"/>
          <a:ext cx="3110745" cy="700232"/>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AU" sz="2900" kern="1200" dirty="0" smtClean="0"/>
            <a:t>Government</a:t>
          </a:r>
          <a:endParaRPr lang="en-AU" sz="2900" kern="1200" dirty="0"/>
        </a:p>
      </dsp:txBody>
      <dsp:txXfrm>
        <a:off x="34183" y="3710838"/>
        <a:ext cx="3042379" cy="631866"/>
      </dsp:txXfrm>
    </dsp:sp>
    <dsp:sp modelId="{8F0E9384-3042-4EA7-A406-5AC27A1FC021}">
      <dsp:nvSpPr>
        <dsp:cNvPr id="0" name=""/>
        <dsp:cNvSpPr/>
      </dsp:nvSpPr>
      <dsp:spPr>
        <a:xfrm rot="5400000">
          <a:off x="5595759" y="1996907"/>
          <a:ext cx="560185" cy="5530214"/>
        </a:xfrm>
        <a:prstGeom prst="round2Same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AU" sz="2000" b="1" kern="1200" dirty="0" smtClean="0"/>
            <a:t>Climate, terrain, location</a:t>
          </a:r>
          <a:endParaRPr lang="en-AU" sz="2000" b="1" kern="1200" dirty="0"/>
        </a:p>
      </dsp:txBody>
      <dsp:txXfrm rot="-5400000">
        <a:off x="3110745" y="4509267"/>
        <a:ext cx="5502868" cy="505493"/>
      </dsp:txXfrm>
    </dsp:sp>
    <dsp:sp modelId="{3A95E790-C8D9-4293-BD11-B4539FDFF85B}">
      <dsp:nvSpPr>
        <dsp:cNvPr id="0" name=""/>
        <dsp:cNvSpPr/>
      </dsp:nvSpPr>
      <dsp:spPr>
        <a:xfrm>
          <a:off x="0" y="4411899"/>
          <a:ext cx="3110745" cy="700232"/>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AU" sz="2900" kern="1200" dirty="0" smtClean="0"/>
            <a:t>Geography</a:t>
          </a:r>
          <a:endParaRPr lang="en-AU" sz="2900" kern="1200" dirty="0"/>
        </a:p>
      </dsp:txBody>
      <dsp:txXfrm>
        <a:off x="34183" y="4446082"/>
        <a:ext cx="3042379" cy="63186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AC5426-A977-4CC7-9941-C2C132778BDF}" type="datetimeFigureOut">
              <a:rPr lang="en-AU" smtClean="0"/>
              <a:t>4/05/2016</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C7FBE6-8E64-4843-B67D-1F3AB21BD5E3}" type="slidenum">
              <a:rPr lang="en-AU" smtClean="0"/>
              <a:t>‹#›</a:t>
            </a:fld>
            <a:endParaRPr lang="en-AU"/>
          </a:p>
        </p:txBody>
      </p:sp>
    </p:spTree>
    <p:extLst>
      <p:ext uri="{BB962C8B-B14F-4D97-AF65-F5344CB8AC3E}">
        <p14:creationId xmlns:p14="http://schemas.microsoft.com/office/powerpoint/2010/main" val="34424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F4C7FBE6-8E64-4843-B67D-1F3AB21BD5E3}" type="slidenum">
              <a:rPr lang="en-AU" smtClean="0"/>
              <a:t>18</a:t>
            </a:fld>
            <a:endParaRPr lang="en-AU"/>
          </a:p>
        </p:txBody>
      </p:sp>
    </p:spTree>
    <p:extLst>
      <p:ext uri="{BB962C8B-B14F-4D97-AF65-F5344CB8AC3E}">
        <p14:creationId xmlns:p14="http://schemas.microsoft.com/office/powerpoint/2010/main" val="3345004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F797EDB5-B332-4E42-B5F4-0D4870F8356C}" type="datetimeFigureOut">
              <a:rPr lang="en-AU" smtClean="0"/>
              <a:t>4/05/2016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2194125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F797EDB5-B332-4E42-B5F4-0D4870F8356C}" type="datetimeFigureOut">
              <a:rPr lang="en-AU" smtClean="0"/>
              <a:t>4/05/2016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2959279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797EDB5-B332-4E42-B5F4-0D4870F8356C}" type="datetimeFigureOut">
              <a:rPr lang="en-AU" smtClean="0"/>
              <a:t>4/05/2016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3586642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F797EDB5-B332-4E42-B5F4-0D4870F8356C}" type="datetimeFigureOut">
              <a:rPr lang="en-AU" smtClean="0"/>
              <a:t>4/05/2016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2788574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F797EDB5-B332-4E42-B5F4-0D4870F8356C}" type="datetimeFigureOut">
              <a:rPr lang="en-AU" smtClean="0"/>
              <a:t>4/05/2016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2850859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F797EDB5-B332-4E42-B5F4-0D4870F8356C}" type="datetimeFigureOut">
              <a:rPr lang="en-AU" smtClean="0"/>
              <a:t>4/05/2016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2809638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97EDB5-B332-4E42-B5F4-0D4870F8356C}" type="datetimeFigureOut">
              <a:rPr lang="en-AU" smtClean="0"/>
              <a:t>4/05/2016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992925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797EDB5-B332-4E42-B5F4-0D4870F8356C}" type="datetimeFigureOut">
              <a:rPr lang="en-AU" smtClean="0"/>
              <a:t>4/05/2016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168480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797EDB5-B332-4E42-B5F4-0D4870F8356C}" type="datetimeFigureOut">
              <a:rPr lang="en-AU" smtClean="0"/>
              <a:t>4/05/2016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134219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F797EDB5-B332-4E42-B5F4-0D4870F8356C}" type="datetimeFigureOut">
              <a:rPr lang="en-AU" smtClean="0"/>
              <a:t>4/05/2016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7095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F797EDB5-B332-4E42-B5F4-0D4870F8356C}" type="datetimeFigureOut">
              <a:rPr lang="en-AU" smtClean="0"/>
              <a:t>4/05/2016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4E672C-5DB0-4B4D-9896-9FB5E62A477F}" type="slidenum">
              <a:rPr lang="en-AU" smtClean="0"/>
              <a:t>‹#›</a:t>
            </a:fld>
            <a:endParaRPr lang="en-AU"/>
          </a:p>
        </p:txBody>
      </p:sp>
    </p:spTree>
    <p:extLst>
      <p:ext uri="{BB962C8B-B14F-4D97-AF65-F5344CB8AC3E}">
        <p14:creationId xmlns:p14="http://schemas.microsoft.com/office/powerpoint/2010/main" val="1594941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97EDB5-B332-4E42-B5F4-0D4870F8356C}" type="datetimeFigureOut">
              <a:rPr lang="en-AU" smtClean="0"/>
              <a:t>4/05/2016</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4E672C-5DB0-4B4D-9896-9FB5E62A477F}" type="slidenum">
              <a:rPr lang="en-AU" smtClean="0"/>
              <a:t>‹#›</a:t>
            </a:fld>
            <a:endParaRPr lang="en-AU"/>
          </a:p>
        </p:txBody>
      </p:sp>
    </p:spTree>
    <p:extLst>
      <p:ext uri="{BB962C8B-B14F-4D97-AF65-F5344CB8AC3E}">
        <p14:creationId xmlns:p14="http://schemas.microsoft.com/office/powerpoint/2010/main" val="3328134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hyperlink" Target="http://www.telegraph.co.uk/travel/10270269/The-worlds-most-liveable-cities-2013.html?frame=2654758" TargetMode="Externa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hyperlink" Target="http://www.telegraph.co.uk/travel/travelnews/10270633/The-worlds-least-liveable-cities-2013.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476672"/>
            <a:ext cx="4382120" cy="3067484"/>
          </a:xfrm>
          <a:prstGeom prst="rect">
            <a:avLst/>
          </a:prstGeom>
        </p:spPr>
      </p:pic>
      <p:pic>
        <p:nvPicPr>
          <p:cNvPr id="9" name="Picture 8"/>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t="60212"/>
          <a:stretch/>
        </p:blipFill>
        <p:spPr>
          <a:xfrm>
            <a:off x="-36512" y="5669165"/>
            <a:ext cx="9180512" cy="1223067"/>
          </a:xfrm>
          <a:prstGeom prst="rect">
            <a:avLst/>
          </a:prstGeom>
        </p:spPr>
      </p:pic>
      <p:sp>
        <p:nvSpPr>
          <p:cNvPr id="2" name="Rectangle 1"/>
          <p:cNvSpPr/>
          <p:nvPr/>
        </p:nvSpPr>
        <p:spPr>
          <a:xfrm>
            <a:off x="3072173" y="3717032"/>
            <a:ext cx="2629246" cy="923330"/>
          </a:xfrm>
          <a:prstGeom prst="rect">
            <a:avLst/>
          </a:prstGeom>
          <a:noFill/>
        </p:spPr>
        <p:txBody>
          <a:bodyPr wrap="none" lIns="91440" tIns="45720" rIns="91440" bIns="45720">
            <a:spAutoFit/>
          </a:bodyPr>
          <a:lstStyle/>
          <a:p>
            <a:pPr algn="ctr"/>
            <a:r>
              <a:rPr lang="en-US" sz="5400" b="1" cap="none" spc="0"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Lesson 2</a:t>
            </a:r>
            <a:endParaRPr 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Tree>
    <p:extLst>
      <p:ext uri="{BB962C8B-B14F-4D97-AF65-F5344CB8AC3E}">
        <p14:creationId xmlns:p14="http://schemas.microsoft.com/office/powerpoint/2010/main" val="12064626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Alternate Process 4"/>
          <p:cNvSpPr/>
          <p:nvPr/>
        </p:nvSpPr>
        <p:spPr>
          <a:xfrm>
            <a:off x="448681" y="2924944"/>
            <a:ext cx="8293495" cy="2808312"/>
          </a:xfrm>
          <a:prstGeom prst="flowChartAlternateProcess">
            <a:avLst/>
          </a:prstGeom>
          <a:ln w="762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3600" dirty="0">
                <a:solidFill>
                  <a:srgbClr val="FF0000"/>
                </a:solidFill>
              </a:rPr>
              <a:t>'Liveability' </a:t>
            </a:r>
            <a:r>
              <a:rPr lang="en-AU" sz="3600" dirty="0"/>
              <a:t>- the qualities of a place (city, town, suburb, neighbourhood) that contribute to the quality of life experienced by residents and others. </a:t>
            </a:r>
          </a:p>
        </p:txBody>
      </p:sp>
      <p:pic>
        <p:nvPicPr>
          <p:cNvPr id="3" name="Picture 2"/>
          <p:cNvPicPr>
            <a:picLocks noChangeAspect="1"/>
          </p:cNvPicPr>
          <p:nvPr/>
        </p:nvPicPr>
        <p:blipFill>
          <a:blip r:embed="rId2"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0" y="28952"/>
            <a:ext cx="9144000" cy="2423160"/>
          </a:xfrm>
          <a:prstGeom prst="rect">
            <a:avLst/>
          </a:prstGeom>
        </p:spPr>
      </p:pic>
    </p:spTree>
    <p:extLst>
      <p:ext uri="{BB962C8B-B14F-4D97-AF65-F5344CB8AC3E}">
        <p14:creationId xmlns:p14="http://schemas.microsoft.com/office/powerpoint/2010/main" val="24115637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782707758"/>
              </p:ext>
            </p:extLst>
          </p:nvPr>
        </p:nvGraphicFramePr>
        <p:xfrm>
          <a:off x="179512" y="1556792"/>
          <a:ext cx="8640960" cy="51125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p:cNvSpPr/>
          <p:nvPr/>
        </p:nvSpPr>
        <p:spPr>
          <a:xfrm>
            <a:off x="1837087" y="404664"/>
            <a:ext cx="5678157"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t>
            </a:r>
            <a:r>
              <a:rPr lang="en-US" sz="5400" b="1" cap="none" spc="0" dirty="0" err="1"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Liveability</a:t>
            </a: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 Cities</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31125265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54472" y="188640"/>
            <a:ext cx="7635103" cy="830997"/>
          </a:xfrm>
          <a:prstGeom prst="rect">
            <a:avLst/>
          </a:prstGeom>
          <a:noFill/>
        </p:spPr>
        <p:txBody>
          <a:bodyPr wrap="none" lIns="91440" tIns="45720" rIns="91440" bIns="45720">
            <a:spAutoFit/>
          </a:bodyPr>
          <a:lstStyle/>
          <a:p>
            <a:pPr algn="ct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Most &amp; Least ‘Liveable’ Cities</a:t>
            </a:r>
            <a:endParaRPr lang="en-US"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133" y="1712727"/>
            <a:ext cx="1647073" cy="1630603"/>
          </a:xfrm>
          <a:prstGeom prst="rect">
            <a:avLst/>
          </a:prstGeom>
        </p:spPr>
      </p:pic>
      <p:sp>
        <p:nvSpPr>
          <p:cNvPr id="2" name="Rectangle 1"/>
          <p:cNvSpPr/>
          <p:nvPr/>
        </p:nvSpPr>
        <p:spPr>
          <a:xfrm>
            <a:off x="356372" y="1196752"/>
            <a:ext cx="8538812" cy="646331"/>
          </a:xfrm>
          <a:prstGeom prst="rect">
            <a:avLst/>
          </a:prstGeom>
        </p:spPr>
        <p:txBody>
          <a:bodyPr wrap="square">
            <a:spAutoFit/>
          </a:bodyPr>
          <a:lstStyle/>
          <a:p>
            <a:pPr algn="ctr"/>
            <a:r>
              <a:rPr lang="en-AU" dirty="0">
                <a:hlinkClick r:id="rId3"/>
              </a:rPr>
              <a:t>http://</a:t>
            </a:r>
            <a:r>
              <a:rPr lang="en-AU" dirty="0" smtClean="0">
                <a:hlinkClick r:id="rId3"/>
              </a:rPr>
              <a:t>www.telegraph.co.uk/travel/10270269/The-worlds-most-liveable-cities-2013.html?frame=2654758</a:t>
            </a:r>
            <a:r>
              <a:rPr lang="en-AU" dirty="0" smtClean="0"/>
              <a:t> </a:t>
            </a:r>
            <a:endParaRPr lang="en-AU" dirty="0"/>
          </a:p>
        </p:txBody>
      </p:sp>
      <p:sp>
        <p:nvSpPr>
          <p:cNvPr id="10" name="Rectangle 9"/>
          <p:cNvSpPr/>
          <p:nvPr/>
        </p:nvSpPr>
        <p:spPr>
          <a:xfrm>
            <a:off x="1619672" y="2204864"/>
            <a:ext cx="7128791" cy="646331"/>
          </a:xfrm>
          <a:prstGeom prst="rect">
            <a:avLst/>
          </a:prstGeom>
        </p:spPr>
        <p:txBody>
          <a:bodyPr wrap="square">
            <a:spAutoFit/>
          </a:bodyPr>
          <a:lstStyle/>
          <a:p>
            <a:pPr algn="ctr"/>
            <a:r>
              <a:rPr lang="en-AU" dirty="0">
                <a:hlinkClick r:id="rId4"/>
              </a:rPr>
              <a:t>http://</a:t>
            </a:r>
            <a:r>
              <a:rPr lang="en-AU" dirty="0" smtClean="0">
                <a:hlinkClick r:id="rId4"/>
              </a:rPr>
              <a:t>www.telegraph.co.uk/travel/travelnews/10270633/The-worlds-least-liveable-cities-2013.html</a:t>
            </a:r>
            <a:r>
              <a:rPr lang="en-AU" dirty="0" smtClean="0"/>
              <a:t> </a:t>
            </a:r>
            <a:endParaRPr lang="en-AU" dirty="0"/>
          </a:p>
        </p:txBody>
      </p:sp>
    </p:spTree>
    <p:extLst>
      <p:ext uri="{BB962C8B-B14F-4D97-AF65-F5344CB8AC3E}">
        <p14:creationId xmlns:p14="http://schemas.microsoft.com/office/powerpoint/2010/main" val="8917981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522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10</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pic>
        <p:nvPicPr>
          <p:cNvPr id="1028" name="Picture 4" descr="The world's most liveable cities - image 01 of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207726"/>
            <a:ext cx="6858000" cy="427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9037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55976" y="4484452"/>
            <a:ext cx="4572000" cy="2031325"/>
          </a:xfrm>
          <a:prstGeom prst="rect">
            <a:avLst/>
          </a:prstGeom>
        </p:spPr>
        <p:txBody>
          <a:bodyPr>
            <a:spAutoFit/>
          </a:bodyPr>
          <a:lstStyle/>
          <a:p>
            <a:r>
              <a:rPr lang="en-AU" dirty="0"/>
              <a:t>"The city on the Swan is beginning to lose its teenage awkwardness. A booming local economy is attracting talent and investment from around the world. And the city's much-touted "Mediterranean lifestyle" based around sailing, dining and the beach now seems incredibly attractive. " </a:t>
            </a:r>
          </a:p>
        </p:txBody>
      </p:sp>
      <p:pic>
        <p:nvPicPr>
          <p:cNvPr id="1026" name="Picture 2" descr="The world's most liveable cities - image 11 of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8" y="207726"/>
            <a:ext cx="6858000" cy="42767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cap="none" spc="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9</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spTree>
    <p:extLst>
      <p:ext uri="{BB962C8B-B14F-4D97-AF65-F5344CB8AC3E}">
        <p14:creationId xmlns:p14="http://schemas.microsoft.com/office/powerpoint/2010/main" val="10322715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55976" y="4484452"/>
            <a:ext cx="4572000" cy="1477328"/>
          </a:xfrm>
          <a:prstGeom prst="rect">
            <a:avLst/>
          </a:prstGeom>
        </p:spPr>
        <p:txBody>
          <a:bodyPr>
            <a:spAutoFit/>
          </a:bodyPr>
          <a:lstStyle/>
          <a:p>
            <a:r>
              <a:rPr lang="en-AU" dirty="0"/>
              <a:t>"Helsinki is a city on the crest of a newfound confidence, enjoying the afterglow of its reign as last year's World Design Capital and proud centre of one of Europe's most prosperous countries"</a:t>
            </a:r>
          </a:p>
        </p:txBody>
      </p:sp>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8</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pic>
        <p:nvPicPr>
          <p:cNvPr id="2050" name="Picture 2" descr="The world's most liveable cities - image 21 of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33" y="207726"/>
            <a:ext cx="6858000" cy="427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06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55976" y="4484452"/>
            <a:ext cx="4572000" cy="2308324"/>
          </a:xfrm>
          <a:prstGeom prst="rect">
            <a:avLst/>
          </a:prstGeom>
        </p:spPr>
        <p:txBody>
          <a:bodyPr>
            <a:spAutoFit/>
          </a:bodyPr>
          <a:lstStyle/>
          <a:p>
            <a:r>
              <a:rPr lang="en-AU" dirty="0"/>
              <a:t>Apart from its made-for-television harbour, this city has just about everything a visitor might desire: great surf beaches, world-class cuisine, a flamboyant nightlife, high-end shopping, art galleries, museums, grand Victorian parks - not to mention the Sydney Opera House, one of the greatest buildings of the 20th century." </a:t>
            </a:r>
          </a:p>
        </p:txBody>
      </p:sp>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7</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pic>
        <p:nvPicPr>
          <p:cNvPr id="3074" name="Picture 2" descr="The world's most liveable cities - image 31 of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91282"/>
            <a:ext cx="6858000" cy="427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700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4575" y="4484452"/>
            <a:ext cx="5343401" cy="2308324"/>
          </a:xfrm>
          <a:prstGeom prst="rect">
            <a:avLst/>
          </a:prstGeom>
        </p:spPr>
        <p:txBody>
          <a:bodyPr wrap="square">
            <a:spAutoFit/>
          </a:bodyPr>
          <a:lstStyle/>
          <a:p>
            <a:r>
              <a:rPr lang="en-AU" dirty="0"/>
              <a:t>Adelaide, surely the most elegant of all Australian cities with its tree-lined boulevards and glorious Victorian parklands, conjures up two powerful (and conflicting) images in the minds of non-South Australians: the revered batsman Sir Don Bradman, who is buried here, and Don Dunstan, a flamboyant state premier who outraged 1960s Australia by wearing pink shorts into parliament. </a:t>
            </a:r>
          </a:p>
        </p:txBody>
      </p:sp>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cap="none" spc="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6</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pic>
        <p:nvPicPr>
          <p:cNvPr id="4098" name="Picture 2" descr="&quot;Unlike big, cosmopolitan Sydney and Melbourne, Adelaide is very compact, and perhaps slightly parochial, and that’s part of its charm&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207726"/>
            <a:ext cx="6858000" cy="427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725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4575" y="4484452"/>
            <a:ext cx="5343401" cy="1754326"/>
          </a:xfrm>
          <a:prstGeom prst="rect">
            <a:avLst/>
          </a:prstGeom>
        </p:spPr>
        <p:txBody>
          <a:bodyPr wrap="square">
            <a:spAutoFit/>
          </a:bodyPr>
          <a:lstStyle/>
          <a:p>
            <a:r>
              <a:rPr lang="en-AU" dirty="0"/>
              <a:t> "Calgary is a city possessed. Not repossessed in any boring bailiff way, but taken over, body and soul, in the all-powerful, almost supernatural sense. By spirits, you ask? Yes, </a:t>
            </a:r>
            <a:r>
              <a:rPr lang="en-AU" dirty="0" err="1"/>
              <a:t>siree</a:t>
            </a:r>
            <a:r>
              <a:rPr lang="en-AU" dirty="0"/>
              <a:t>! By the spirits of the Old West. In Calgary, in the Canadian province of Alberta, it's Stampede time</a:t>
            </a:r>
          </a:p>
        </p:txBody>
      </p:sp>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cap="none" spc="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5</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pic>
        <p:nvPicPr>
          <p:cNvPr id="5122" name="Picture 2" descr="The world's most liveable cities - image 51 of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03" y="207726"/>
            <a:ext cx="6858000" cy="427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780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4575" y="4484452"/>
            <a:ext cx="5343401" cy="2308324"/>
          </a:xfrm>
          <a:prstGeom prst="rect">
            <a:avLst/>
          </a:prstGeom>
        </p:spPr>
        <p:txBody>
          <a:bodyPr wrap="square">
            <a:spAutoFit/>
          </a:bodyPr>
          <a:lstStyle/>
          <a:p>
            <a:r>
              <a:rPr lang="en-AU" dirty="0"/>
              <a:t> North America's fourth largest city is arguably its most vibrant, thanks to the waves of young immigrants, who have transformed a rather sober destination into the world's most cosmopolitan. Few cities are as creative, thanks to talented fashion designers and artists, architects and craftspeople, musicians and chefs. The museums are world class, while the large student population adds to the buzz.</a:t>
            </a:r>
          </a:p>
        </p:txBody>
      </p:sp>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4</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pic>
        <p:nvPicPr>
          <p:cNvPr id="6146" name="Picture 2" descr="The world's most liveable cities - image 61 of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06785"/>
            <a:ext cx="6858000" cy="427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061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39753" y="4484452"/>
            <a:ext cx="6588224" cy="2308324"/>
          </a:xfrm>
          <a:prstGeom prst="rect">
            <a:avLst/>
          </a:prstGeom>
        </p:spPr>
        <p:txBody>
          <a:bodyPr wrap="square">
            <a:spAutoFit/>
          </a:bodyPr>
          <a:lstStyle/>
          <a:p>
            <a:r>
              <a:rPr lang="en-AU" dirty="0"/>
              <a:t> When prizes are handed out for the "best place to live in the world", Vancouver regularly gets a mention. What felt like a big town on my first visit a decade ago is now a grown-up city, with glass tower blocks, a buzzy cultural life and a cosmopolitan population that includes newcomers from Asia, as well as home-grown Canadians and first-generation Europeans. And nowhere is this ethnic mix more representative than on a plate in one of Vancouver's atmospheric restaurants. </a:t>
            </a:r>
          </a:p>
        </p:txBody>
      </p:sp>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3</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pic>
        <p:nvPicPr>
          <p:cNvPr id="7170" name="Picture 2" descr="The world's most liveable cities - image 71 of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688" y="212991"/>
            <a:ext cx="6858000" cy="427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4593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7664" y="4484452"/>
            <a:ext cx="7380313" cy="2308324"/>
          </a:xfrm>
          <a:prstGeom prst="rect">
            <a:avLst/>
          </a:prstGeom>
        </p:spPr>
        <p:txBody>
          <a:bodyPr wrap="square">
            <a:spAutoFit/>
          </a:bodyPr>
          <a:lstStyle/>
          <a:p>
            <a:r>
              <a:rPr lang="en-AU" dirty="0"/>
              <a:t>There is much more for lovers of Art Nouveau, too, to enjoy in this city right now, from the glorious gold-leafed structure that bears the name of the Secessionists to the brave new buildings, artworks and artefacts that they fashioned so beautifully. Then, of course, there are all the other reasons to visit Vienna, especially as it slips into its cosy, Christmassy winter coat: from the imperial splendour of the Habsburg heritage and the sublime music of Mozart, Strauss and Beethoven, to the charm and old-world character of its coffee houses and the tastiness of its strudels, schnitzels and </a:t>
            </a:r>
            <a:r>
              <a:rPr lang="en-AU" dirty="0" err="1"/>
              <a:t>Sachertorte</a:t>
            </a:r>
            <a:r>
              <a:rPr lang="en-AU" dirty="0"/>
              <a:t> </a:t>
            </a:r>
          </a:p>
        </p:txBody>
      </p:sp>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2</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pic>
        <p:nvPicPr>
          <p:cNvPr id="8194" name="Picture 2" descr="The world's most liveable cities - image 81 of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07726"/>
            <a:ext cx="6858000" cy="427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566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7664" y="4797152"/>
            <a:ext cx="7380313" cy="1754326"/>
          </a:xfrm>
          <a:prstGeom prst="rect">
            <a:avLst/>
          </a:prstGeom>
        </p:spPr>
        <p:txBody>
          <a:bodyPr wrap="square">
            <a:spAutoFit/>
          </a:bodyPr>
          <a:lstStyle/>
          <a:p>
            <a:r>
              <a:rPr lang="en-AU" dirty="0"/>
              <a:t>Birthplace of Australian Rules Football, host of the 1956 Olympic Games, home of both the Australian Open and the Australian Grand Prix, Melbourne can rightly claim to be the sportiest city in a country where sport is the only true religion. "Stuffy? Old-fashioned? Nonsense. Caffeine-fuelled, sports-mad and outward looking, Melbourne is unquestionably Australia's most exciting and diverse metropolis.</a:t>
            </a:r>
          </a:p>
        </p:txBody>
      </p:sp>
      <p:sp>
        <p:nvSpPr>
          <p:cNvPr id="3" name="Rectangle 2"/>
          <p:cNvSpPr/>
          <p:nvPr/>
        </p:nvSpPr>
        <p:spPr>
          <a:xfrm>
            <a:off x="7380312" y="1124744"/>
            <a:ext cx="1224136" cy="923330"/>
          </a:xfrm>
          <a:prstGeom prst="rect">
            <a:avLst/>
          </a:prstGeom>
          <a:noFill/>
        </p:spPr>
        <p:txBody>
          <a:bodyPr wrap="square" lIns="91440" tIns="45720" rIns="91440" bIns="45720">
            <a:spAutoFit/>
          </a:bodyPr>
          <a:lstStyle/>
          <a:p>
            <a:pPr algn="ctr"/>
            <a:r>
              <a:rPr lang="en-US" sz="54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1</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pic>
        <p:nvPicPr>
          <p:cNvPr id="9218" name="Picture 2" descr="The world's most liveable cities - image 91 of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213673"/>
            <a:ext cx="6858000" cy="427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7201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26827307"/>
              </p:ext>
            </p:extLst>
          </p:nvPr>
        </p:nvGraphicFramePr>
        <p:xfrm>
          <a:off x="755576" y="980728"/>
          <a:ext cx="7632848" cy="5112569"/>
        </p:xfrm>
        <a:graphic>
          <a:graphicData uri="http://schemas.openxmlformats.org/drawingml/2006/table">
            <a:tbl>
              <a:tblPr firstRow="1" bandRow="1">
                <a:tableStyleId>{5C22544A-7EE6-4342-B048-85BDC9FD1C3A}</a:tableStyleId>
              </a:tblPr>
              <a:tblGrid>
                <a:gridCol w="3816424"/>
                <a:gridCol w="3816424"/>
              </a:tblGrid>
              <a:tr h="464779">
                <a:tc>
                  <a:txBody>
                    <a:bodyPr/>
                    <a:lstStyle/>
                    <a:p>
                      <a:r>
                        <a:rPr lang="en-AU" dirty="0" smtClean="0"/>
                        <a:t>Most Liveable Cities in the World</a:t>
                      </a:r>
                      <a:endParaRPr lang="en-AU" dirty="0"/>
                    </a:p>
                  </a:txBody>
                  <a:tcPr/>
                </a:tc>
                <a:tc>
                  <a:txBody>
                    <a:bodyPr/>
                    <a:lstStyle/>
                    <a:p>
                      <a:r>
                        <a:rPr lang="en-AU" dirty="0" smtClean="0"/>
                        <a:t>Least Liveable</a:t>
                      </a:r>
                      <a:r>
                        <a:rPr lang="en-AU" baseline="0" dirty="0" smtClean="0"/>
                        <a:t> Cities in the World</a:t>
                      </a:r>
                      <a:endParaRPr lang="en-AU" dirty="0"/>
                    </a:p>
                  </a:txBody>
                  <a:tcPr/>
                </a:tc>
              </a:tr>
              <a:tr h="464779">
                <a:tc>
                  <a:txBody>
                    <a:bodyPr/>
                    <a:lstStyle/>
                    <a:p>
                      <a:r>
                        <a:rPr lang="en-AU" dirty="0" smtClean="0"/>
                        <a:t>1. Melbourne,</a:t>
                      </a:r>
                      <a:r>
                        <a:rPr lang="en-AU" baseline="0" dirty="0" smtClean="0"/>
                        <a:t> Australia</a:t>
                      </a:r>
                      <a:endParaRPr lang="en-AU" dirty="0"/>
                    </a:p>
                  </a:txBody>
                  <a:tcPr/>
                </a:tc>
                <a:tc>
                  <a:txBody>
                    <a:bodyPr/>
                    <a:lstStyle/>
                    <a:p>
                      <a:r>
                        <a:rPr lang="en-AU" dirty="0" smtClean="0"/>
                        <a:t>1. Damascus,</a:t>
                      </a:r>
                      <a:r>
                        <a:rPr lang="en-AU" baseline="0" dirty="0" smtClean="0"/>
                        <a:t> Syria</a:t>
                      </a:r>
                      <a:endParaRPr lang="en-AU" dirty="0"/>
                    </a:p>
                  </a:txBody>
                  <a:tcPr/>
                </a:tc>
              </a:tr>
              <a:tr h="464779">
                <a:tc>
                  <a:txBody>
                    <a:bodyPr/>
                    <a:lstStyle/>
                    <a:p>
                      <a:r>
                        <a:rPr lang="en-AU" dirty="0" smtClean="0"/>
                        <a:t>2. Vienna,</a:t>
                      </a:r>
                      <a:r>
                        <a:rPr lang="en-AU" baseline="0" dirty="0" smtClean="0"/>
                        <a:t> Austria</a:t>
                      </a:r>
                      <a:endParaRPr lang="en-AU" dirty="0"/>
                    </a:p>
                  </a:txBody>
                  <a:tcPr/>
                </a:tc>
                <a:tc>
                  <a:txBody>
                    <a:bodyPr/>
                    <a:lstStyle/>
                    <a:p>
                      <a:r>
                        <a:rPr lang="en-AU" dirty="0" smtClean="0"/>
                        <a:t>2. Dhaka,</a:t>
                      </a:r>
                      <a:r>
                        <a:rPr lang="en-AU" baseline="0" dirty="0" smtClean="0"/>
                        <a:t> Bangladesh</a:t>
                      </a:r>
                      <a:endParaRPr lang="en-AU" dirty="0"/>
                    </a:p>
                  </a:txBody>
                  <a:tcPr/>
                </a:tc>
              </a:tr>
              <a:tr h="464779">
                <a:tc>
                  <a:txBody>
                    <a:bodyPr/>
                    <a:lstStyle/>
                    <a:p>
                      <a:r>
                        <a:rPr lang="en-AU" dirty="0" smtClean="0"/>
                        <a:t>3. Vancouver,</a:t>
                      </a:r>
                      <a:r>
                        <a:rPr lang="en-AU" baseline="0" dirty="0" smtClean="0"/>
                        <a:t> Canada</a:t>
                      </a:r>
                      <a:endParaRPr lang="en-AU" dirty="0"/>
                    </a:p>
                  </a:txBody>
                  <a:tcPr/>
                </a:tc>
                <a:tc>
                  <a:txBody>
                    <a:bodyPr/>
                    <a:lstStyle/>
                    <a:p>
                      <a:r>
                        <a:rPr lang="en-AU" dirty="0" smtClean="0"/>
                        <a:t>3. Port </a:t>
                      </a:r>
                      <a:r>
                        <a:rPr lang="en-AU" dirty="0" err="1" smtClean="0"/>
                        <a:t>Morseby</a:t>
                      </a:r>
                      <a:r>
                        <a:rPr lang="en-AU" dirty="0" smtClean="0"/>
                        <a:t>,</a:t>
                      </a:r>
                      <a:r>
                        <a:rPr lang="en-AU" baseline="0" dirty="0" smtClean="0"/>
                        <a:t> Papua New Guinea</a:t>
                      </a:r>
                      <a:endParaRPr lang="en-AU" dirty="0"/>
                    </a:p>
                  </a:txBody>
                  <a:tcPr/>
                </a:tc>
              </a:tr>
              <a:tr h="464779">
                <a:tc>
                  <a:txBody>
                    <a:bodyPr/>
                    <a:lstStyle/>
                    <a:p>
                      <a:r>
                        <a:rPr lang="en-AU" dirty="0" smtClean="0"/>
                        <a:t>4. Toronto,</a:t>
                      </a:r>
                      <a:r>
                        <a:rPr lang="en-AU" baseline="0" dirty="0" smtClean="0"/>
                        <a:t> Canada</a:t>
                      </a:r>
                      <a:endParaRPr lang="en-AU" dirty="0"/>
                    </a:p>
                  </a:txBody>
                  <a:tcPr/>
                </a:tc>
                <a:tc>
                  <a:txBody>
                    <a:bodyPr/>
                    <a:lstStyle/>
                    <a:p>
                      <a:r>
                        <a:rPr lang="en-AU" dirty="0" smtClean="0"/>
                        <a:t>4. Lagos, Nigeria</a:t>
                      </a:r>
                      <a:endParaRPr lang="en-AU" dirty="0"/>
                    </a:p>
                  </a:txBody>
                  <a:tcPr/>
                </a:tc>
              </a:tr>
              <a:tr h="464779">
                <a:tc>
                  <a:txBody>
                    <a:bodyPr/>
                    <a:lstStyle/>
                    <a:p>
                      <a:r>
                        <a:rPr lang="en-AU" dirty="0" smtClean="0"/>
                        <a:t>5. Calgary,</a:t>
                      </a:r>
                      <a:r>
                        <a:rPr lang="en-AU" baseline="0" dirty="0" smtClean="0"/>
                        <a:t> Canada</a:t>
                      </a:r>
                      <a:endParaRPr lang="en-AU" dirty="0"/>
                    </a:p>
                  </a:txBody>
                  <a:tcPr/>
                </a:tc>
                <a:tc>
                  <a:txBody>
                    <a:bodyPr/>
                    <a:lstStyle/>
                    <a:p>
                      <a:r>
                        <a:rPr lang="en-AU" dirty="0" smtClean="0"/>
                        <a:t>5. Harare, Zimbabwe</a:t>
                      </a:r>
                      <a:endParaRPr lang="en-AU" dirty="0"/>
                    </a:p>
                  </a:txBody>
                  <a:tcPr/>
                </a:tc>
              </a:tr>
              <a:tr h="464779">
                <a:tc>
                  <a:txBody>
                    <a:bodyPr/>
                    <a:lstStyle/>
                    <a:p>
                      <a:r>
                        <a:rPr lang="en-AU" dirty="0" smtClean="0"/>
                        <a:t>6. Adelaide,</a:t>
                      </a:r>
                      <a:r>
                        <a:rPr lang="en-AU" baseline="0" dirty="0" smtClean="0"/>
                        <a:t> Australia</a:t>
                      </a:r>
                      <a:endParaRPr lang="en-AU" dirty="0"/>
                    </a:p>
                  </a:txBody>
                  <a:tcPr/>
                </a:tc>
                <a:tc>
                  <a:txBody>
                    <a:bodyPr/>
                    <a:lstStyle/>
                    <a:p>
                      <a:r>
                        <a:rPr lang="en-AU" dirty="0" smtClean="0"/>
                        <a:t>6. Algiers, Algeria</a:t>
                      </a:r>
                      <a:endParaRPr lang="en-AU" dirty="0"/>
                    </a:p>
                  </a:txBody>
                  <a:tcPr/>
                </a:tc>
              </a:tr>
              <a:tr h="464779">
                <a:tc>
                  <a:txBody>
                    <a:bodyPr/>
                    <a:lstStyle/>
                    <a:p>
                      <a:r>
                        <a:rPr lang="en-AU" dirty="0" smtClean="0"/>
                        <a:t>7. Sydney,</a:t>
                      </a:r>
                      <a:r>
                        <a:rPr lang="en-AU" baseline="0" dirty="0" smtClean="0"/>
                        <a:t> Australia</a:t>
                      </a:r>
                      <a:endParaRPr lang="en-AU" dirty="0"/>
                    </a:p>
                  </a:txBody>
                  <a:tcPr/>
                </a:tc>
                <a:tc>
                  <a:txBody>
                    <a:bodyPr/>
                    <a:lstStyle/>
                    <a:p>
                      <a:r>
                        <a:rPr lang="en-AU" dirty="0" smtClean="0"/>
                        <a:t>7. Karachi, Pakistan</a:t>
                      </a:r>
                      <a:endParaRPr lang="en-AU" dirty="0"/>
                    </a:p>
                  </a:txBody>
                  <a:tcPr/>
                </a:tc>
              </a:tr>
              <a:tr h="464779">
                <a:tc>
                  <a:txBody>
                    <a:bodyPr/>
                    <a:lstStyle/>
                    <a:p>
                      <a:r>
                        <a:rPr lang="en-AU" dirty="0" smtClean="0"/>
                        <a:t>8. Helsinki, Finland</a:t>
                      </a:r>
                      <a:endParaRPr lang="en-AU" dirty="0"/>
                    </a:p>
                  </a:txBody>
                  <a:tcPr/>
                </a:tc>
                <a:tc>
                  <a:txBody>
                    <a:bodyPr/>
                    <a:lstStyle/>
                    <a:p>
                      <a:r>
                        <a:rPr lang="en-AU" dirty="0" smtClean="0"/>
                        <a:t>8. Tripoli,</a:t>
                      </a:r>
                      <a:r>
                        <a:rPr lang="en-AU" baseline="0" dirty="0" smtClean="0"/>
                        <a:t> Libya</a:t>
                      </a:r>
                      <a:endParaRPr lang="en-AU" dirty="0"/>
                    </a:p>
                  </a:txBody>
                  <a:tcPr/>
                </a:tc>
              </a:tr>
              <a:tr h="464779">
                <a:tc>
                  <a:txBody>
                    <a:bodyPr/>
                    <a:lstStyle/>
                    <a:p>
                      <a:r>
                        <a:rPr lang="en-AU" dirty="0" smtClean="0"/>
                        <a:t>9. Perth,</a:t>
                      </a:r>
                      <a:r>
                        <a:rPr lang="en-AU" baseline="0" dirty="0" smtClean="0"/>
                        <a:t> Australia</a:t>
                      </a:r>
                      <a:endParaRPr lang="en-AU" dirty="0"/>
                    </a:p>
                  </a:txBody>
                  <a:tcPr/>
                </a:tc>
                <a:tc>
                  <a:txBody>
                    <a:bodyPr/>
                    <a:lstStyle/>
                    <a:p>
                      <a:r>
                        <a:rPr lang="en-AU" dirty="0" smtClean="0"/>
                        <a:t>9. Douala,</a:t>
                      </a:r>
                      <a:r>
                        <a:rPr lang="en-AU" baseline="0" dirty="0" smtClean="0"/>
                        <a:t> Cameroon</a:t>
                      </a:r>
                      <a:endParaRPr lang="en-AU" dirty="0"/>
                    </a:p>
                  </a:txBody>
                  <a:tcPr/>
                </a:tc>
              </a:tr>
              <a:tr h="464779">
                <a:tc>
                  <a:txBody>
                    <a:bodyPr/>
                    <a:lstStyle/>
                    <a:p>
                      <a:r>
                        <a:rPr lang="en-AU" dirty="0" smtClean="0"/>
                        <a:t>10. Auckland,</a:t>
                      </a:r>
                      <a:r>
                        <a:rPr lang="en-AU" baseline="0" dirty="0" smtClean="0"/>
                        <a:t> New Zealand</a:t>
                      </a:r>
                      <a:endParaRPr lang="en-AU" dirty="0"/>
                    </a:p>
                  </a:txBody>
                  <a:tcPr/>
                </a:tc>
                <a:tc>
                  <a:txBody>
                    <a:bodyPr/>
                    <a:lstStyle/>
                    <a:p>
                      <a:r>
                        <a:rPr lang="en-AU" dirty="0" smtClean="0"/>
                        <a:t>10. Tehran, Iran</a:t>
                      </a:r>
                      <a:endParaRPr lang="en-AU" dirty="0"/>
                    </a:p>
                  </a:txBody>
                  <a:tcPr/>
                </a:tc>
              </a:tr>
            </a:tbl>
          </a:graphicData>
        </a:graphic>
      </p:graphicFrame>
    </p:spTree>
    <p:extLst>
      <p:ext uri="{BB962C8B-B14F-4D97-AF65-F5344CB8AC3E}">
        <p14:creationId xmlns:p14="http://schemas.microsoft.com/office/powerpoint/2010/main" val="2559010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54476" y="188640"/>
            <a:ext cx="7635103" cy="1569660"/>
          </a:xfrm>
          <a:prstGeom prst="rect">
            <a:avLst/>
          </a:prstGeom>
          <a:noFill/>
        </p:spPr>
        <p:txBody>
          <a:bodyPr wrap="none" lIns="91440" tIns="45720" rIns="91440" bIns="45720">
            <a:spAutoFit/>
          </a:bodyPr>
          <a:lstStyle/>
          <a:p>
            <a:pPr algn="ct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Mapping the</a:t>
            </a:r>
          </a:p>
          <a:p>
            <a:pPr algn="ct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Most &amp; Least ‘Liveable’ Cities</a:t>
            </a:r>
            <a:endParaRPr lang="en-US"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758300"/>
            <a:ext cx="2395530" cy="2206570"/>
          </a:xfrm>
          <a:prstGeom prst="rect">
            <a:avLst/>
          </a:prstGeom>
        </p:spPr>
      </p:pic>
      <p:grpSp>
        <p:nvGrpSpPr>
          <p:cNvPr id="5" name="Group 4"/>
          <p:cNvGrpSpPr/>
          <p:nvPr/>
        </p:nvGrpSpPr>
        <p:grpSpPr>
          <a:xfrm>
            <a:off x="2647050" y="2001357"/>
            <a:ext cx="5996400" cy="4248472"/>
            <a:chOff x="2647050" y="2001357"/>
            <a:chExt cx="5996400" cy="4248472"/>
          </a:xfrm>
        </p:grpSpPr>
        <p:pic>
          <p:nvPicPr>
            <p:cNvPr id="1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941"/>
            <a:stretch/>
          </p:blipFill>
          <p:spPr bwMode="auto">
            <a:xfrm rot="16200000">
              <a:off x="3521014" y="1127393"/>
              <a:ext cx="4248472" cy="599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004048" y="2164214"/>
              <a:ext cx="1296144" cy="369332"/>
            </a:xfrm>
            <a:prstGeom prst="rect">
              <a:avLst/>
            </a:prstGeom>
            <a:solidFill>
              <a:schemeClr val="bg1"/>
            </a:solidFill>
          </p:spPr>
          <p:txBody>
            <a:bodyPr wrap="square" rtlCol="0">
              <a:spAutoFit/>
            </a:bodyPr>
            <a:lstStyle/>
            <a:p>
              <a:endParaRPr lang="en-AU" dirty="0"/>
            </a:p>
          </p:txBody>
        </p:sp>
        <p:sp>
          <p:nvSpPr>
            <p:cNvPr id="13" name="TextBox 12"/>
            <p:cNvSpPr txBox="1"/>
            <p:nvPr/>
          </p:nvSpPr>
          <p:spPr>
            <a:xfrm>
              <a:off x="2884004" y="2348880"/>
              <a:ext cx="207640" cy="369332"/>
            </a:xfrm>
            <a:prstGeom prst="rect">
              <a:avLst/>
            </a:prstGeom>
            <a:solidFill>
              <a:schemeClr val="bg1"/>
            </a:solidFill>
          </p:spPr>
          <p:txBody>
            <a:bodyPr wrap="square" rtlCol="0">
              <a:spAutoFit/>
            </a:bodyPr>
            <a:lstStyle/>
            <a:p>
              <a:endParaRPr lang="en-AU" dirty="0"/>
            </a:p>
          </p:txBody>
        </p:sp>
      </p:grpSp>
    </p:spTree>
    <p:extLst>
      <p:ext uri="{BB962C8B-B14F-4D97-AF65-F5344CB8AC3E}">
        <p14:creationId xmlns:p14="http://schemas.microsoft.com/office/powerpoint/2010/main" val="6919812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197478" y="775743"/>
            <a:ext cx="10009112" cy="6082257"/>
            <a:chOff x="250730" y="450250"/>
            <a:chExt cx="8425726" cy="5632007"/>
          </a:xfrm>
        </p:grpSpPr>
        <p:grpSp>
          <p:nvGrpSpPr>
            <p:cNvPr id="20" name="Group 19"/>
            <p:cNvGrpSpPr/>
            <p:nvPr/>
          </p:nvGrpSpPr>
          <p:grpSpPr>
            <a:xfrm>
              <a:off x="250730" y="450250"/>
              <a:ext cx="8425726" cy="5632007"/>
              <a:chOff x="1157909" y="450250"/>
              <a:chExt cx="6852870" cy="4634933"/>
            </a:xfrm>
          </p:grpSpPr>
          <p:grpSp>
            <p:nvGrpSpPr>
              <p:cNvPr id="21" name="Group 20"/>
              <p:cNvGrpSpPr/>
              <p:nvPr/>
            </p:nvGrpSpPr>
            <p:grpSpPr>
              <a:xfrm>
                <a:off x="1157909" y="450250"/>
                <a:ext cx="6242139" cy="4634933"/>
                <a:chOff x="2647050" y="2001357"/>
                <a:chExt cx="5996400" cy="4248472"/>
              </a:xfrm>
            </p:grpSpPr>
            <p:pic>
              <p:nvPicPr>
                <p:cNvPr id="2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941"/>
                <a:stretch/>
              </p:blipFill>
              <p:spPr bwMode="auto">
                <a:xfrm rot="16200000">
                  <a:off x="3521014" y="1127393"/>
                  <a:ext cx="4248472" cy="599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p:cNvSpPr txBox="1"/>
                <p:nvPr/>
              </p:nvSpPr>
              <p:spPr>
                <a:xfrm>
                  <a:off x="5004048" y="2164214"/>
                  <a:ext cx="1296144" cy="369332"/>
                </a:xfrm>
                <a:prstGeom prst="rect">
                  <a:avLst/>
                </a:prstGeom>
                <a:solidFill>
                  <a:schemeClr val="bg1"/>
                </a:solidFill>
              </p:spPr>
              <p:txBody>
                <a:bodyPr wrap="square" rtlCol="0">
                  <a:spAutoFit/>
                </a:bodyPr>
                <a:lstStyle/>
                <a:p>
                  <a:endParaRPr lang="en-AU" dirty="0"/>
                </a:p>
              </p:txBody>
            </p:sp>
            <p:sp>
              <p:nvSpPr>
                <p:cNvPr id="24" name="TextBox 23"/>
                <p:cNvSpPr txBox="1"/>
                <p:nvPr/>
              </p:nvSpPr>
              <p:spPr>
                <a:xfrm>
                  <a:off x="2884004" y="2348880"/>
                  <a:ext cx="207640" cy="369332"/>
                </a:xfrm>
                <a:prstGeom prst="rect">
                  <a:avLst/>
                </a:prstGeom>
                <a:solidFill>
                  <a:schemeClr val="bg1"/>
                </a:solidFill>
              </p:spPr>
              <p:txBody>
                <a:bodyPr wrap="square" rtlCol="0">
                  <a:spAutoFit/>
                </a:bodyPr>
                <a:lstStyle/>
                <a:p>
                  <a:endParaRPr lang="en-AU" dirty="0"/>
                </a:p>
              </p:txBody>
            </p:sp>
          </p:grpSp>
          <p:grpSp>
            <p:nvGrpSpPr>
              <p:cNvPr id="11" name="Group 10"/>
              <p:cNvGrpSpPr/>
              <p:nvPr/>
            </p:nvGrpSpPr>
            <p:grpSpPr>
              <a:xfrm>
                <a:off x="5543699" y="2533837"/>
                <a:ext cx="1440160" cy="369332"/>
                <a:chOff x="683568" y="796062"/>
                <a:chExt cx="1440160" cy="369332"/>
              </a:xfrm>
            </p:grpSpPr>
            <p:sp>
              <p:nvSpPr>
                <p:cNvPr id="12" name="Oval 11"/>
                <p:cNvSpPr/>
                <p:nvPr/>
              </p:nvSpPr>
              <p:spPr>
                <a:xfrm>
                  <a:off x="683568" y="908720"/>
                  <a:ext cx="144016" cy="144016"/>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2</a:t>
                  </a:r>
                  <a:endParaRPr lang="en-AU" dirty="0"/>
                </a:p>
              </p:txBody>
            </p:sp>
            <p:sp>
              <p:nvSpPr>
                <p:cNvPr id="13" name="TextBox 12"/>
                <p:cNvSpPr txBox="1"/>
                <p:nvPr/>
              </p:nvSpPr>
              <p:spPr>
                <a:xfrm>
                  <a:off x="827584" y="796062"/>
                  <a:ext cx="1296144" cy="369332"/>
                </a:xfrm>
                <a:prstGeom prst="rect">
                  <a:avLst/>
                </a:prstGeom>
                <a:noFill/>
              </p:spPr>
              <p:txBody>
                <a:bodyPr wrap="square" rtlCol="0">
                  <a:spAutoFit/>
                </a:bodyPr>
                <a:lstStyle/>
                <a:p>
                  <a:r>
                    <a:rPr lang="en-AU" dirty="0" smtClean="0"/>
                    <a:t>Bangladesh</a:t>
                  </a:r>
                  <a:endParaRPr lang="en-AU" dirty="0"/>
                </a:p>
              </p:txBody>
            </p:sp>
          </p:grpSp>
          <p:grpSp>
            <p:nvGrpSpPr>
              <p:cNvPr id="5" name="Group 4"/>
              <p:cNvGrpSpPr/>
              <p:nvPr/>
            </p:nvGrpSpPr>
            <p:grpSpPr>
              <a:xfrm>
                <a:off x="6570619" y="3789040"/>
                <a:ext cx="1440160" cy="369332"/>
                <a:chOff x="683568" y="796062"/>
                <a:chExt cx="1440160" cy="369332"/>
              </a:xfrm>
            </p:grpSpPr>
            <p:sp>
              <p:nvSpPr>
                <p:cNvPr id="3" name="Oval 2"/>
                <p:cNvSpPr/>
                <p:nvPr/>
              </p:nvSpPr>
              <p:spPr>
                <a:xfrm>
                  <a:off x="683568" y="908720"/>
                  <a:ext cx="144016" cy="144016"/>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1</a:t>
                  </a:r>
                  <a:endParaRPr lang="en-AU" dirty="0"/>
                </a:p>
              </p:txBody>
            </p:sp>
            <p:sp>
              <p:nvSpPr>
                <p:cNvPr id="4" name="TextBox 3"/>
                <p:cNvSpPr txBox="1"/>
                <p:nvPr/>
              </p:nvSpPr>
              <p:spPr>
                <a:xfrm>
                  <a:off x="827584" y="796062"/>
                  <a:ext cx="1296144" cy="369332"/>
                </a:xfrm>
                <a:prstGeom prst="rect">
                  <a:avLst/>
                </a:prstGeom>
                <a:noFill/>
              </p:spPr>
              <p:txBody>
                <a:bodyPr wrap="square" rtlCol="0">
                  <a:spAutoFit/>
                </a:bodyPr>
                <a:lstStyle/>
                <a:p>
                  <a:r>
                    <a:rPr lang="en-AU" dirty="0" smtClean="0"/>
                    <a:t>Melbourne</a:t>
                  </a:r>
                  <a:endParaRPr lang="en-AU" dirty="0"/>
                </a:p>
              </p:txBody>
            </p:sp>
          </p:grpSp>
        </p:grpSp>
        <p:grpSp>
          <p:nvGrpSpPr>
            <p:cNvPr id="18" name="Group 17"/>
            <p:cNvGrpSpPr/>
            <p:nvPr/>
          </p:nvGrpSpPr>
          <p:grpSpPr>
            <a:xfrm>
              <a:off x="430241" y="4507286"/>
              <a:ext cx="1555252" cy="1264786"/>
              <a:chOff x="0" y="4437112"/>
              <a:chExt cx="1555252" cy="2304256"/>
            </a:xfrm>
          </p:grpSpPr>
          <p:sp>
            <p:nvSpPr>
              <p:cNvPr id="6" name="Rounded Rectangle 5"/>
              <p:cNvSpPr/>
              <p:nvPr/>
            </p:nvSpPr>
            <p:spPr>
              <a:xfrm>
                <a:off x="0" y="4437112"/>
                <a:ext cx="1547664" cy="23042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7" name="TextBox 6"/>
              <p:cNvSpPr txBox="1"/>
              <p:nvPr/>
            </p:nvSpPr>
            <p:spPr>
              <a:xfrm>
                <a:off x="179512" y="4437112"/>
                <a:ext cx="1152128" cy="369332"/>
              </a:xfrm>
              <a:prstGeom prst="rect">
                <a:avLst/>
              </a:prstGeom>
              <a:noFill/>
            </p:spPr>
            <p:txBody>
              <a:bodyPr wrap="square" rtlCol="0">
                <a:spAutoFit/>
              </a:bodyPr>
              <a:lstStyle/>
              <a:p>
                <a:pPr algn="ctr"/>
                <a:r>
                  <a:rPr lang="en-AU" dirty="0" smtClean="0"/>
                  <a:t>Legend</a:t>
                </a:r>
                <a:endParaRPr lang="en-AU" dirty="0"/>
              </a:p>
            </p:txBody>
          </p:sp>
          <p:grpSp>
            <p:nvGrpSpPr>
              <p:cNvPr id="8" name="Group 7"/>
              <p:cNvGrpSpPr/>
              <p:nvPr/>
            </p:nvGrpSpPr>
            <p:grpSpPr>
              <a:xfrm>
                <a:off x="46194" y="5094081"/>
                <a:ext cx="1508346" cy="423047"/>
                <a:chOff x="694266" y="1054397"/>
                <a:chExt cx="1508346" cy="423047"/>
              </a:xfrm>
            </p:grpSpPr>
            <p:sp>
              <p:nvSpPr>
                <p:cNvPr id="9" name="Oval 8"/>
                <p:cNvSpPr/>
                <p:nvPr/>
              </p:nvSpPr>
              <p:spPr>
                <a:xfrm>
                  <a:off x="694266" y="1147102"/>
                  <a:ext cx="191668" cy="330342"/>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p:cNvSpPr txBox="1"/>
                <p:nvPr/>
              </p:nvSpPr>
              <p:spPr>
                <a:xfrm>
                  <a:off x="906468" y="1054397"/>
                  <a:ext cx="1296144" cy="369332"/>
                </a:xfrm>
                <a:prstGeom prst="rect">
                  <a:avLst/>
                </a:prstGeom>
                <a:noFill/>
              </p:spPr>
              <p:txBody>
                <a:bodyPr wrap="square" rtlCol="0">
                  <a:spAutoFit/>
                </a:bodyPr>
                <a:lstStyle/>
                <a:p>
                  <a:r>
                    <a:rPr lang="en-AU" dirty="0" smtClean="0"/>
                    <a:t>Liveable</a:t>
                  </a:r>
                  <a:endParaRPr lang="en-AU" dirty="0"/>
                </a:p>
              </p:txBody>
            </p:sp>
          </p:grpSp>
          <p:grpSp>
            <p:nvGrpSpPr>
              <p:cNvPr id="14" name="Group 13"/>
              <p:cNvGrpSpPr/>
              <p:nvPr/>
            </p:nvGrpSpPr>
            <p:grpSpPr>
              <a:xfrm>
                <a:off x="39593" y="5766423"/>
                <a:ext cx="1515659" cy="572203"/>
                <a:chOff x="666267" y="1322988"/>
                <a:chExt cx="1515659" cy="572203"/>
              </a:xfrm>
            </p:grpSpPr>
            <p:sp>
              <p:nvSpPr>
                <p:cNvPr id="15" name="Oval 14"/>
                <p:cNvSpPr/>
                <p:nvPr/>
              </p:nvSpPr>
              <p:spPr>
                <a:xfrm>
                  <a:off x="666267" y="1435644"/>
                  <a:ext cx="198269" cy="459547"/>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p:cNvSpPr txBox="1"/>
                <p:nvPr/>
              </p:nvSpPr>
              <p:spPr>
                <a:xfrm>
                  <a:off x="885782" y="1322988"/>
                  <a:ext cx="1296144" cy="369332"/>
                </a:xfrm>
                <a:prstGeom prst="rect">
                  <a:avLst/>
                </a:prstGeom>
                <a:noFill/>
              </p:spPr>
              <p:txBody>
                <a:bodyPr wrap="square" rtlCol="0">
                  <a:spAutoFit/>
                </a:bodyPr>
                <a:lstStyle/>
                <a:p>
                  <a:r>
                    <a:rPr lang="en-AU" dirty="0" smtClean="0"/>
                    <a:t>Unliveable</a:t>
                  </a:r>
                  <a:endParaRPr lang="en-AU" dirty="0"/>
                </a:p>
              </p:txBody>
            </p:sp>
          </p:grpSp>
        </p:grpSp>
      </p:grpSp>
      <p:sp>
        <p:nvSpPr>
          <p:cNvPr id="26" name="Rectangle 25"/>
          <p:cNvSpPr/>
          <p:nvPr/>
        </p:nvSpPr>
        <p:spPr>
          <a:xfrm>
            <a:off x="288665" y="82349"/>
            <a:ext cx="8457765" cy="923330"/>
          </a:xfrm>
          <a:prstGeom prst="rect">
            <a:avLst/>
          </a:prstGeom>
          <a:noFill/>
        </p:spPr>
        <p:txBody>
          <a:bodyPr wrap="none" lIns="91440" tIns="45720" rIns="91440" bIns="45720">
            <a:spAutoFit/>
          </a:bodyPr>
          <a:lstStyle/>
          <a:p>
            <a:pPr algn="ct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Most and Least Livable Cities</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27" name="Oval 26"/>
          <p:cNvSpPr/>
          <p:nvPr/>
        </p:nvSpPr>
        <p:spPr>
          <a:xfrm>
            <a:off x="6948264" y="5266583"/>
            <a:ext cx="210346" cy="18898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9</a:t>
            </a:r>
            <a:endParaRPr lang="en-AU" dirty="0"/>
          </a:p>
        </p:txBody>
      </p:sp>
      <p:sp>
        <p:nvSpPr>
          <p:cNvPr id="28" name="Oval 27"/>
          <p:cNvSpPr/>
          <p:nvPr/>
        </p:nvSpPr>
        <p:spPr>
          <a:xfrm>
            <a:off x="7488410" y="5266582"/>
            <a:ext cx="210346" cy="18898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6</a:t>
            </a:r>
            <a:endParaRPr lang="en-AU" dirty="0"/>
          </a:p>
        </p:txBody>
      </p:sp>
      <p:sp>
        <p:nvSpPr>
          <p:cNvPr id="29" name="Oval 28"/>
          <p:cNvSpPr/>
          <p:nvPr/>
        </p:nvSpPr>
        <p:spPr>
          <a:xfrm>
            <a:off x="7890434" y="5115968"/>
            <a:ext cx="210346" cy="18898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7</a:t>
            </a:r>
            <a:endParaRPr lang="en-AU" dirty="0"/>
          </a:p>
        </p:txBody>
      </p:sp>
      <p:sp>
        <p:nvSpPr>
          <p:cNvPr id="30" name="Oval 29"/>
          <p:cNvSpPr/>
          <p:nvPr/>
        </p:nvSpPr>
        <p:spPr>
          <a:xfrm>
            <a:off x="5004048" y="2348880"/>
            <a:ext cx="210346" cy="18898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8</a:t>
            </a:r>
            <a:endParaRPr lang="en-AU" dirty="0"/>
          </a:p>
        </p:txBody>
      </p:sp>
      <p:sp>
        <p:nvSpPr>
          <p:cNvPr id="31" name="Oval 30"/>
          <p:cNvSpPr/>
          <p:nvPr/>
        </p:nvSpPr>
        <p:spPr>
          <a:xfrm>
            <a:off x="4517547" y="2924944"/>
            <a:ext cx="210346" cy="18898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2</a:t>
            </a:r>
            <a:endParaRPr lang="en-AU" dirty="0"/>
          </a:p>
        </p:txBody>
      </p:sp>
      <p:sp>
        <p:nvSpPr>
          <p:cNvPr id="32" name="Oval 31"/>
          <p:cNvSpPr/>
          <p:nvPr/>
        </p:nvSpPr>
        <p:spPr>
          <a:xfrm>
            <a:off x="695236" y="2558703"/>
            <a:ext cx="210346" cy="18898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3</a:t>
            </a:r>
            <a:endParaRPr lang="en-AU" dirty="0"/>
          </a:p>
        </p:txBody>
      </p:sp>
      <p:sp>
        <p:nvSpPr>
          <p:cNvPr id="33" name="Oval 32"/>
          <p:cNvSpPr/>
          <p:nvPr/>
        </p:nvSpPr>
        <p:spPr>
          <a:xfrm>
            <a:off x="1187624" y="2656786"/>
            <a:ext cx="210346" cy="18898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5</a:t>
            </a:r>
            <a:endParaRPr lang="en-AU" dirty="0"/>
          </a:p>
        </p:txBody>
      </p:sp>
      <p:sp>
        <p:nvSpPr>
          <p:cNvPr id="34" name="Oval 33"/>
          <p:cNvSpPr/>
          <p:nvPr/>
        </p:nvSpPr>
        <p:spPr>
          <a:xfrm>
            <a:off x="1979712" y="2830450"/>
            <a:ext cx="210346" cy="18898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4</a:t>
            </a:r>
            <a:endParaRPr lang="en-AU" dirty="0"/>
          </a:p>
        </p:txBody>
      </p:sp>
      <p:sp>
        <p:nvSpPr>
          <p:cNvPr id="35" name="Oval 34"/>
          <p:cNvSpPr/>
          <p:nvPr/>
        </p:nvSpPr>
        <p:spPr>
          <a:xfrm>
            <a:off x="8460432" y="5433353"/>
            <a:ext cx="210346" cy="18898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900" dirty="0" smtClean="0"/>
              <a:t>10</a:t>
            </a:r>
            <a:endParaRPr lang="en-AU" sz="900" dirty="0"/>
          </a:p>
        </p:txBody>
      </p:sp>
      <p:sp>
        <p:nvSpPr>
          <p:cNvPr id="36" name="Oval 35"/>
          <p:cNvSpPr/>
          <p:nvPr/>
        </p:nvSpPr>
        <p:spPr>
          <a:xfrm>
            <a:off x="7802993" y="4581128"/>
            <a:ext cx="210346" cy="188987"/>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3</a:t>
            </a:r>
            <a:endParaRPr lang="en-AU" dirty="0"/>
          </a:p>
        </p:txBody>
      </p:sp>
      <p:sp>
        <p:nvSpPr>
          <p:cNvPr id="37" name="Oval 36"/>
          <p:cNvSpPr/>
          <p:nvPr/>
        </p:nvSpPr>
        <p:spPr>
          <a:xfrm>
            <a:off x="5109221" y="3185575"/>
            <a:ext cx="318790" cy="249759"/>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smtClean="0"/>
              <a:t>10</a:t>
            </a:r>
            <a:endParaRPr lang="en-AU" sz="1200" dirty="0"/>
          </a:p>
        </p:txBody>
      </p:sp>
      <p:sp>
        <p:nvSpPr>
          <p:cNvPr id="38" name="Oval 37"/>
          <p:cNvSpPr/>
          <p:nvPr/>
        </p:nvSpPr>
        <p:spPr>
          <a:xfrm>
            <a:off x="4811626" y="3177262"/>
            <a:ext cx="210346" cy="188987"/>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1</a:t>
            </a:r>
            <a:endParaRPr lang="en-AU" dirty="0"/>
          </a:p>
        </p:txBody>
      </p:sp>
      <p:sp>
        <p:nvSpPr>
          <p:cNvPr id="39" name="Oval 38"/>
          <p:cNvSpPr/>
          <p:nvPr/>
        </p:nvSpPr>
        <p:spPr>
          <a:xfrm>
            <a:off x="4706453" y="4899349"/>
            <a:ext cx="210346" cy="188987"/>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5</a:t>
            </a:r>
            <a:endParaRPr lang="en-AU" dirty="0"/>
          </a:p>
        </p:txBody>
      </p:sp>
      <p:sp>
        <p:nvSpPr>
          <p:cNvPr id="40" name="Oval 39"/>
          <p:cNvSpPr/>
          <p:nvPr/>
        </p:nvSpPr>
        <p:spPr>
          <a:xfrm>
            <a:off x="4067944" y="4077072"/>
            <a:ext cx="210346" cy="188987"/>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4</a:t>
            </a:r>
            <a:endParaRPr lang="en-AU" dirty="0"/>
          </a:p>
        </p:txBody>
      </p:sp>
      <p:sp>
        <p:nvSpPr>
          <p:cNvPr id="41" name="Oval 40"/>
          <p:cNvSpPr/>
          <p:nvPr/>
        </p:nvSpPr>
        <p:spPr>
          <a:xfrm>
            <a:off x="4255896" y="4171565"/>
            <a:ext cx="210346" cy="188987"/>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9</a:t>
            </a:r>
            <a:endParaRPr lang="en-AU" dirty="0"/>
          </a:p>
        </p:txBody>
      </p:sp>
      <p:sp>
        <p:nvSpPr>
          <p:cNvPr id="42" name="Oval 41"/>
          <p:cNvSpPr/>
          <p:nvPr/>
        </p:nvSpPr>
        <p:spPr>
          <a:xfrm>
            <a:off x="4371515" y="3394529"/>
            <a:ext cx="210346" cy="188987"/>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8</a:t>
            </a:r>
            <a:endParaRPr lang="en-AU" dirty="0"/>
          </a:p>
        </p:txBody>
      </p:sp>
      <p:sp>
        <p:nvSpPr>
          <p:cNvPr id="43" name="Oval 42"/>
          <p:cNvSpPr/>
          <p:nvPr/>
        </p:nvSpPr>
        <p:spPr>
          <a:xfrm>
            <a:off x="4130940" y="3273748"/>
            <a:ext cx="210346" cy="188987"/>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6</a:t>
            </a:r>
            <a:endParaRPr lang="en-AU" dirty="0"/>
          </a:p>
        </p:txBody>
      </p:sp>
      <p:sp>
        <p:nvSpPr>
          <p:cNvPr id="44" name="Oval 43"/>
          <p:cNvSpPr/>
          <p:nvPr/>
        </p:nvSpPr>
        <p:spPr>
          <a:xfrm>
            <a:off x="5580112" y="3563229"/>
            <a:ext cx="210346" cy="188987"/>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t>7</a:t>
            </a:r>
            <a:endParaRPr lang="en-AU" dirty="0"/>
          </a:p>
        </p:txBody>
      </p:sp>
    </p:spTree>
    <p:extLst>
      <p:ext uri="{BB962C8B-B14F-4D97-AF65-F5344CB8AC3E}">
        <p14:creationId xmlns:p14="http://schemas.microsoft.com/office/powerpoint/2010/main" val="14474105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681</Words>
  <Application>Microsoft Office PowerPoint</Application>
  <PresentationFormat>On-screen Show (4:3)</PresentationFormat>
  <Paragraphs>90</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John XXIII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XXIII College</dc:creator>
  <cp:lastModifiedBy>DONAVON Rebecca</cp:lastModifiedBy>
  <cp:revision>27</cp:revision>
  <dcterms:created xsi:type="dcterms:W3CDTF">2013-05-07T04:01:56Z</dcterms:created>
  <dcterms:modified xsi:type="dcterms:W3CDTF">2016-05-04T03:56:58Z</dcterms:modified>
</cp:coreProperties>
</file>