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60" r:id="rId3"/>
    <p:sldId id="275" r:id="rId4"/>
    <p:sldId id="274" r:id="rId5"/>
    <p:sldId id="271" r:id="rId6"/>
    <p:sldId id="268" r:id="rId7"/>
    <p:sldId id="273" r:id="rId8"/>
    <p:sldId id="27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09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B9FB30-179F-42A9-85E7-EB6FD8EF045F}" type="doc">
      <dgm:prSet loTypeId="urn:microsoft.com/office/officeart/2011/layout/Circle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AU"/>
        </a:p>
      </dgm:t>
    </dgm:pt>
    <dgm:pt modelId="{AF326FF0-CD81-40AF-92E3-18D996542282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AU" dirty="0"/>
        </a:p>
      </dgm:t>
    </dgm:pt>
    <dgm:pt modelId="{2EFC8874-9632-4A6D-A87E-4DE575F35F9D}" type="parTrans" cxnId="{CAA5E25E-37E1-49C7-B598-AC5D7AEA3D48}">
      <dgm:prSet/>
      <dgm:spPr/>
      <dgm:t>
        <a:bodyPr/>
        <a:lstStyle/>
        <a:p>
          <a:endParaRPr lang="en-AU"/>
        </a:p>
      </dgm:t>
    </dgm:pt>
    <dgm:pt modelId="{53D05DEE-A35D-4CDA-AA24-D6B3A7E14067}" type="sibTrans" cxnId="{CAA5E25E-37E1-49C7-B598-AC5D7AEA3D48}">
      <dgm:prSet/>
      <dgm:spPr/>
      <dgm:t>
        <a:bodyPr/>
        <a:lstStyle/>
        <a:p>
          <a:endParaRPr lang="en-AU"/>
        </a:p>
      </dgm:t>
    </dgm:pt>
    <dgm:pt modelId="{734E3AEE-9A16-4D3A-8408-0F8010B7C076}">
      <dgm:prSet phldrT="[Text]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AU" dirty="0"/>
        </a:p>
      </dgm:t>
    </dgm:pt>
    <dgm:pt modelId="{847BDCBB-B5C1-47CD-A82A-9EFFB208A6DC}" type="parTrans" cxnId="{CD8B00C8-3BB3-42C9-8D0F-0E6849A3B5FB}">
      <dgm:prSet/>
      <dgm:spPr/>
      <dgm:t>
        <a:bodyPr/>
        <a:lstStyle/>
        <a:p>
          <a:endParaRPr lang="en-AU"/>
        </a:p>
      </dgm:t>
    </dgm:pt>
    <dgm:pt modelId="{D5EBA7CC-0384-46E0-B050-85531EAFEC90}" type="sibTrans" cxnId="{CD8B00C8-3BB3-42C9-8D0F-0E6849A3B5FB}">
      <dgm:prSet/>
      <dgm:spPr/>
      <dgm:t>
        <a:bodyPr/>
        <a:lstStyle/>
        <a:p>
          <a:endParaRPr lang="en-AU"/>
        </a:p>
      </dgm:t>
    </dgm:pt>
    <dgm:pt modelId="{4B1F850E-9511-4995-A67E-87623ACA0809}">
      <dgm:prSet phldrT="[Text]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AU" dirty="0"/>
        </a:p>
      </dgm:t>
    </dgm:pt>
    <dgm:pt modelId="{74E91CA9-695A-4D1D-8462-43AC7572EEDE}" type="parTrans" cxnId="{46DBA49F-1BCA-48EE-B24A-D1BAC2BC917F}">
      <dgm:prSet/>
      <dgm:spPr/>
      <dgm:t>
        <a:bodyPr/>
        <a:lstStyle/>
        <a:p>
          <a:endParaRPr lang="en-AU"/>
        </a:p>
      </dgm:t>
    </dgm:pt>
    <dgm:pt modelId="{021C1A1D-EBA1-4112-9B86-9C0B73AF45B2}" type="sibTrans" cxnId="{46DBA49F-1BCA-48EE-B24A-D1BAC2BC917F}">
      <dgm:prSet/>
      <dgm:spPr/>
      <dgm:t>
        <a:bodyPr/>
        <a:lstStyle/>
        <a:p>
          <a:endParaRPr lang="en-AU"/>
        </a:p>
      </dgm:t>
    </dgm:pt>
    <dgm:pt modelId="{28C64F0E-420F-4F3A-B981-F9C2142E8113}">
      <dgm:prSet phldrT="[Text]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en-AU" dirty="0"/>
        </a:p>
      </dgm:t>
    </dgm:pt>
    <dgm:pt modelId="{588E6201-B220-43EC-AC98-099E014EF5BB}" type="parTrans" cxnId="{5D321409-96B6-4261-BC23-1F56681DF0E8}">
      <dgm:prSet/>
      <dgm:spPr/>
      <dgm:t>
        <a:bodyPr/>
        <a:lstStyle/>
        <a:p>
          <a:endParaRPr lang="en-AU"/>
        </a:p>
      </dgm:t>
    </dgm:pt>
    <dgm:pt modelId="{C96C7C5E-4BAE-49FF-AF68-E9FFA98ECCB3}" type="sibTrans" cxnId="{5D321409-96B6-4261-BC23-1F56681DF0E8}">
      <dgm:prSet/>
      <dgm:spPr/>
      <dgm:t>
        <a:bodyPr/>
        <a:lstStyle/>
        <a:p>
          <a:endParaRPr lang="en-AU"/>
        </a:p>
      </dgm:t>
    </dgm:pt>
    <dgm:pt modelId="{5C1A850F-96C7-43CF-8401-09C280A42377}" type="pres">
      <dgm:prSet presAssocID="{5EB9FB30-179F-42A9-85E7-EB6FD8EF045F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AU"/>
        </a:p>
      </dgm:t>
    </dgm:pt>
    <dgm:pt modelId="{CE56C209-06D5-474A-9FFD-834B84C65ED4}" type="pres">
      <dgm:prSet presAssocID="{4B1F850E-9511-4995-A67E-87623ACA0809}" presName="Accent4" presStyleCnt="0"/>
      <dgm:spPr/>
    </dgm:pt>
    <dgm:pt modelId="{63AEACB3-DEE8-4D37-8135-349C8706F0A2}" type="pres">
      <dgm:prSet presAssocID="{4B1F850E-9511-4995-A67E-87623ACA0809}" presName="Accent" presStyleLbl="node1" presStyleIdx="0" presStyleCnt="4"/>
      <dgm:spPr/>
    </dgm:pt>
    <dgm:pt modelId="{A0118186-DF28-4BF6-A8F1-2F193A32D069}" type="pres">
      <dgm:prSet presAssocID="{4B1F850E-9511-4995-A67E-87623ACA0809}" presName="ParentBackground4" presStyleCnt="0"/>
      <dgm:spPr/>
    </dgm:pt>
    <dgm:pt modelId="{FF1ACE1A-3D46-4715-9BF4-E8A530CBD682}" type="pres">
      <dgm:prSet presAssocID="{4B1F850E-9511-4995-A67E-87623ACA0809}" presName="ParentBackground" presStyleLbl="fgAcc1" presStyleIdx="0" presStyleCnt="4"/>
      <dgm:spPr/>
      <dgm:t>
        <a:bodyPr/>
        <a:lstStyle/>
        <a:p>
          <a:endParaRPr lang="en-AU"/>
        </a:p>
      </dgm:t>
    </dgm:pt>
    <dgm:pt modelId="{77E8CC6C-7D75-4594-8200-661DE1D54F44}" type="pres">
      <dgm:prSet presAssocID="{4B1F850E-9511-4995-A67E-87623ACA0809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D7410A0E-ED5F-482A-B2B9-ACD05A32A30D}" type="pres">
      <dgm:prSet presAssocID="{28C64F0E-420F-4F3A-B981-F9C2142E8113}" presName="Accent3" presStyleCnt="0"/>
      <dgm:spPr/>
    </dgm:pt>
    <dgm:pt modelId="{EC0E703C-57DD-439E-B55A-3FBDF2869E88}" type="pres">
      <dgm:prSet presAssocID="{28C64F0E-420F-4F3A-B981-F9C2142E8113}" presName="Accent" presStyleLbl="node1" presStyleIdx="1" presStyleCnt="4"/>
      <dgm:spPr/>
    </dgm:pt>
    <dgm:pt modelId="{8104CA5D-23A7-4556-B2F3-2FBF2A164C40}" type="pres">
      <dgm:prSet presAssocID="{28C64F0E-420F-4F3A-B981-F9C2142E8113}" presName="ParentBackground3" presStyleCnt="0"/>
      <dgm:spPr/>
    </dgm:pt>
    <dgm:pt modelId="{5C33C1CF-409D-410F-A5AB-B03A2095BE71}" type="pres">
      <dgm:prSet presAssocID="{28C64F0E-420F-4F3A-B981-F9C2142E8113}" presName="ParentBackground" presStyleLbl="fgAcc1" presStyleIdx="1" presStyleCnt="4"/>
      <dgm:spPr/>
      <dgm:t>
        <a:bodyPr/>
        <a:lstStyle/>
        <a:p>
          <a:endParaRPr lang="en-AU"/>
        </a:p>
      </dgm:t>
    </dgm:pt>
    <dgm:pt modelId="{C2EC71D4-301C-44A6-9514-20AB9F61A796}" type="pres">
      <dgm:prSet presAssocID="{28C64F0E-420F-4F3A-B981-F9C2142E8113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5DFD3A65-A0E7-478E-BB62-27E39A911BC9}" type="pres">
      <dgm:prSet presAssocID="{734E3AEE-9A16-4D3A-8408-0F8010B7C076}" presName="Accent2" presStyleCnt="0"/>
      <dgm:spPr/>
    </dgm:pt>
    <dgm:pt modelId="{C95CAD78-D084-4A5A-91EB-AF07966559DB}" type="pres">
      <dgm:prSet presAssocID="{734E3AEE-9A16-4D3A-8408-0F8010B7C076}" presName="Accent" presStyleLbl="node1" presStyleIdx="2" presStyleCnt="4"/>
      <dgm:spPr/>
    </dgm:pt>
    <dgm:pt modelId="{E7A3BA75-E59B-4858-BE10-C396F2420ECF}" type="pres">
      <dgm:prSet presAssocID="{734E3AEE-9A16-4D3A-8408-0F8010B7C076}" presName="ParentBackground2" presStyleCnt="0"/>
      <dgm:spPr/>
    </dgm:pt>
    <dgm:pt modelId="{5B35F163-3C64-4F22-808B-2AFC06E3DB60}" type="pres">
      <dgm:prSet presAssocID="{734E3AEE-9A16-4D3A-8408-0F8010B7C076}" presName="ParentBackground" presStyleLbl="fgAcc1" presStyleIdx="2" presStyleCnt="4"/>
      <dgm:spPr/>
      <dgm:t>
        <a:bodyPr/>
        <a:lstStyle/>
        <a:p>
          <a:endParaRPr lang="en-AU"/>
        </a:p>
      </dgm:t>
    </dgm:pt>
    <dgm:pt modelId="{8262BFFB-9D1C-457B-BAF1-FD851CECBAFE}" type="pres">
      <dgm:prSet presAssocID="{734E3AEE-9A16-4D3A-8408-0F8010B7C076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E53CFC8-F7E9-4ED3-B4A8-6EDDCA50A31E}" type="pres">
      <dgm:prSet presAssocID="{AF326FF0-CD81-40AF-92E3-18D996542282}" presName="Accent1" presStyleCnt="0"/>
      <dgm:spPr/>
    </dgm:pt>
    <dgm:pt modelId="{383912FB-0A45-463F-AA75-2D8CB121FC64}" type="pres">
      <dgm:prSet presAssocID="{AF326FF0-CD81-40AF-92E3-18D996542282}" presName="Accent" presStyleLbl="node1" presStyleIdx="3" presStyleCnt="4"/>
      <dgm:spPr/>
    </dgm:pt>
    <dgm:pt modelId="{9560947A-8BB4-42C4-B2AC-4F45A18D1D1E}" type="pres">
      <dgm:prSet presAssocID="{AF326FF0-CD81-40AF-92E3-18D996542282}" presName="ParentBackground1" presStyleCnt="0"/>
      <dgm:spPr/>
    </dgm:pt>
    <dgm:pt modelId="{1745681C-4306-44D7-BB5E-6F3BDCD92E8E}" type="pres">
      <dgm:prSet presAssocID="{AF326FF0-CD81-40AF-92E3-18D996542282}" presName="ParentBackground" presStyleLbl="fgAcc1" presStyleIdx="3" presStyleCnt="4"/>
      <dgm:spPr/>
      <dgm:t>
        <a:bodyPr/>
        <a:lstStyle/>
        <a:p>
          <a:endParaRPr lang="en-AU"/>
        </a:p>
      </dgm:t>
    </dgm:pt>
    <dgm:pt modelId="{5173ABBB-682F-4B5D-9FDB-684BB3FBC8D6}" type="pres">
      <dgm:prSet presAssocID="{AF326FF0-CD81-40AF-92E3-18D996542282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F5FFB4E1-300E-4B19-BC67-37530FC42C98}" type="presOf" srcId="{AF326FF0-CD81-40AF-92E3-18D996542282}" destId="{1745681C-4306-44D7-BB5E-6F3BDCD92E8E}" srcOrd="0" destOrd="0" presId="urn:microsoft.com/office/officeart/2011/layout/CircleProcess"/>
    <dgm:cxn modelId="{DF2C9D75-A55B-4F26-AAB5-32E7A7A624F7}" type="presOf" srcId="{4B1F850E-9511-4995-A67E-87623ACA0809}" destId="{77E8CC6C-7D75-4594-8200-661DE1D54F44}" srcOrd="1" destOrd="0" presId="urn:microsoft.com/office/officeart/2011/layout/CircleProcess"/>
    <dgm:cxn modelId="{BD2FED82-EACE-46BA-AA1A-0C25DBBEE29D}" type="presOf" srcId="{734E3AEE-9A16-4D3A-8408-0F8010B7C076}" destId="{8262BFFB-9D1C-457B-BAF1-FD851CECBAFE}" srcOrd="1" destOrd="0" presId="urn:microsoft.com/office/officeart/2011/layout/CircleProcess"/>
    <dgm:cxn modelId="{46DBA49F-1BCA-48EE-B24A-D1BAC2BC917F}" srcId="{5EB9FB30-179F-42A9-85E7-EB6FD8EF045F}" destId="{4B1F850E-9511-4995-A67E-87623ACA0809}" srcOrd="3" destOrd="0" parTransId="{74E91CA9-695A-4D1D-8462-43AC7572EEDE}" sibTransId="{021C1A1D-EBA1-4112-9B86-9C0B73AF45B2}"/>
    <dgm:cxn modelId="{CD8B00C8-3BB3-42C9-8D0F-0E6849A3B5FB}" srcId="{5EB9FB30-179F-42A9-85E7-EB6FD8EF045F}" destId="{734E3AEE-9A16-4D3A-8408-0F8010B7C076}" srcOrd="1" destOrd="0" parTransId="{847BDCBB-B5C1-47CD-A82A-9EFFB208A6DC}" sibTransId="{D5EBA7CC-0384-46E0-B050-85531EAFEC90}"/>
    <dgm:cxn modelId="{CAA5E25E-37E1-49C7-B598-AC5D7AEA3D48}" srcId="{5EB9FB30-179F-42A9-85E7-EB6FD8EF045F}" destId="{AF326FF0-CD81-40AF-92E3-18D996542282}" srcOrd="0" destOrd="0" parTransId="{2EFC8874-9632-4A6D-A87E-4DE575F35F9D}" sibTransId="{53D05DEE-A35D-4CDA-AA24-D6B3A7E14067}"/>
    <dgm:cxn modelId="{C324A3AB-51A9-4934-BD1B-F50369D882A0}" type="presOf" srcId="{5EB9FB30-179F-42A9-85E7-EB6FD8EF045F}" destId="{5C1A850F-96C7-43CF-8401-09C280A42377}" srcOrd="0" destOrd="0" presId="urn:microsoft.com/office/officeart/2011/layout/CircleProcess"/>
    <dgm:cxn modelId="{5D321409-96B6-4261-BC23-1F56681DF0E8}" srcId="{5EB9FB30-179F-42A9-85E7-EB6FD8EF045F}" destId="{28C64F0E-420F-4F3A-B981-F9C2142E8113}" srcOrd="2" destOrd="0" parTransId="{588E6201-B220-43EC-AC98-099E014EF5BB}" sibTransId="{C96C7C5E-4BAE-49FF-AF68-E9FFA98ECCB3}"/>
    <dgm:cxn modelId="{FD0648C2-2E99-4B41-A0BE-965B7F45FB95}" type="presOf" srcId="{28C64F0E-420F-4F3A-B981-F9C2142E8113}" destId="{C2EC71D4-301C-44A6-9514-20AB9F61A796}" srcOrd="1" destOrd="0" presId="urn:microsoft.com/office/officeart/2011/layout/CircleProcess"/>
    <dgm:cxn modelId="{05C7EB82-B432-4FE9-B531-2A1F305C1794}" type="presOf" srcId="{734E3AEE-9A16-4D3A-8408-0F8010B7C076}" destId="{5B35F163-3C64-4F22-808B-2AFC06E3DB60}" srcOrd="0" destOrd="0" presId="urn:microsoft.com/office/officeart/2011/layout/CircleProcess"/>
    <dgm:cxn modelId="{ADED9044-C20C-4F92-98E7-8E04F02C63FD}" type="presOf" srcId="{4B1F850E-9511-4995-A67E-87623ACA0809}" destId="{FF1ACE1A-3D46-4715-9BF4-E8A530CBD682}" srcOrd="0" destOrd="0" presId="urn:microsoft.com/office/officeart/2011/layout/CircleProcess"/>
    <dgm:cxn modelId="{C6F70F69-57F9-4993-9F05-E7B4497B17D3}" type="presOf" srcId="{AF326FF0-CD81-40AF-92E3-18D996542282}" destId="{5173ABBB-682F-4B5D-9FDB-684BB3FBC8D6}" srcOrd="1" destOrd="0" presId="urn:microsoft.com/office/officeart/2011/layout/CircleProcess"/>
    <dgm:cxn modelId="{FFB1A61C-8928-416D-9A95-9BF0100DA134}" type="presOf" srcId="{28C64F0E-420F-4F3A-B981-F9C2142E8113}" destId="{5C33C1CF-409D-410F-A5AB-B03A2095BE71}" srcOrd="0" destOrd="0" presId="urn:microsoft.com/office/officeart/2011/layout/CircleProcess"/>
    <dgm:cxn modelId="{EB7D3055-FF4B-4BAB-B291-90994940BAA4}" type="presParOf" srcId="{5C1A850F-96C7-43CF-8401-09C280A42377}" destId="{CE56C209-06D5-474A-9FFD-834B84C65ED4}" srcOrd="0" destOrd="0" presId="urn:microsoft.com/office/officeart/2011/layout/CircleProcess"/>
    <dgm:cxn modelId="{ED8BFC48-FAAE-48AB-98E3-CB08D86C077D}" type="presParOf" srcId="{CE56C209-06D5-474A-9FFD-834B84C65ED4}" destId="{63AEACB3-DEE8-4D37-8135-349C8706F0A2}" srcOrd="0" destOrd="0" presId="urn:microsoft.com/office/officeart/2011/layout/CircleProcess"/>
    <dgm:cxn modelId="{BEDF3BCD-F7A2-4B3B-9D3B-3A28B842385D}" type="presParOf" srcId="{5C1A850F-96C7-43CF-8401-09C280A42377}" destId="{A0118186-DF28-4BF6-A8F1-2F193A32D069}" srcOrd="1" destOrd="0" presId="urn:microsoft.com/office/officeart/2011/layout/CircleProcess"/>
    <dgm:cxn modelId="{AD4644BA-1AFF-49F2-994E-B387F9C11B9D}" type="presParOf" srcId="{A0118186-DF28-4BF6-A8F1-2F193A32D069}" destId="{FF1ACE1A-3D46-4715-9BF4-E8A530CBD682}" srcOrd="0" destOrd="0" presId="urn:microsoft.com/office/officeart/2011/layout/CircleProcess"/>
    <dgm:cxn modelId="{C29215A6-922D-47E8-B3E0-5EC3F32A14B8}" type="presParOf" srcId="{5C1A850F-96C7-43CF-8401-09C280A42377}" destId="{77E8CC6C-7D75-4594-8200-661DE1D54F44}" srcOrd="2" destOrd="0" presId="urn:microsoft.com/office/officeart/2011/layout/CircleProcess"/>
    <dgm:cxn modelId="{8697CFE9-5ED3-40A9-9936-1228B240724A}" type="presParOf" srcId="{5C1A850F-96C7-43CF-8401-09C280A42377}" destId="{D7410A0E-ED5F-482A-B2B9-ACD05A32A30D}" srcOrd="3" destOrd="0" presId="urn:microsoft.com/office/officeart/2011/layout/CircleProcess"/>
    <dgm:cxn modelId="{154CA4F9-6EB6-48F1-A706-50412EB40BF8}" type="presParOf" srcId="{D7410A0E-ED5F-482A-B2B9-ACD05A32A30D}" destId="{EC0E703C-57DD-439E-B55A-3FBDF2869E88}" srcOrd="0" destOrd="0" presId="urn:microsoft.com/office/officeart/2011/layout/CircleProcess"/>
    <dgm:cxn modelId="{E50BD602-BC5A-453B-B76F-F1DB6FD15397}" type="presParOf" srcId="{5C1A850F-96C7-43CF-8401-09C280A42377}" destId="{8104CA5D-23A7-4556-B2F3-2FBF2A164C40}" srcOrd="4" destOrd="0" presId="urn:microsoft.com/office/officeart/2011/layout/CircleProcess"/>
    <dgm:cxn modelId="{3225BD86-6FED-4527-9200-74BB84D5E2C4}" type="presParOf" srcId="{8104CA5D-23A7-4556-B2F3-2FBF2A164C40}" destId="{5C33C1CF-409D-410F-A5AB-B03A2095BE71}" srcOrd="0" destOrd="0" presId="urn:microsoft.com/office/officeart/2011/layout/CircleProcess"/>
    <dgm:cxn modelId="{33F53546-3076-447E-91DD-1EED87FCF798}" type="presParOf" srcId="{5C1A850F-96C7-43CF-8401-09C280A42377}" destId="{C2EC71D4-301C-44A6-9514-20AB9F61A796}" srcOrd="5" destOrd="0" presId="urn:microsoft.com/office/officeart/2011/layout/CircleProcess"/>
    <dgm:cxn modelId="{7F3A7DB8-CDA8-4636-B4C3-35192C4733C4}" type="presParOf" srcId="{5C1A850F-96C7-43CF-8401-09C280A42377}" destId="{5DFD3A65-A0E7-478E-BB62-27E39A911BC9}" srcOrd="6" destOrd="0" presId="urn:microsoft.com/office/officeart/2011/layout/CircleProcess"/>
    <dgm:cxn modelId="{EF361A4E-E456-47FE-AF91-5EBD84EEB419}" type="presParOf" srcId="{5DFD3A65-A0E7-478E-BB62-27E39A911BC9}" destId="{C95CAD78-D084-4A5A-91EB-AF07966559DB}" srcOrd="0" destOrd="0" presId="urn:microsoft.com/office/officeart/2011/layout/CircleProcess"/>
    <dgm:cxn modelId="{C4BFFDB7-BFC9-4A87-BD9A-B4B80CEEF53F}" type="presParOf" srcId="{5C1A850F-96C7-43CF-8401-09C280A42377}" destId="{E7A3BA75-E59B-4858-BE10-C396F2420ECF}" srcOrd="7" destOrd="0" presId="urn:microsoft.com/office/officeart/2011/layout/CircleProcess"/>
    <dgm:cxn modelId="{2AD9BA7F-4CDF-470F-9E3A-CEB89FBDE8D1}" type="presParOf" srcId="{E7A3BA75-E59B-4858-BE10-C396F2420ECF}" destId="{5B35F163-3C64-4F22-808B-2AFC06E3DB60}" srcOrd="0" destOrd="0" presId="urn:microsoft.com/office/officeart/2011/layout/CircleProcess"/>
    <dgm:cxn modelId="{001A798B-ECB5-4793-B678-7511EC42B24F}" type="presParOf" srcId="{5C1A850F-96C7-43CF-8401-09C280A42377}" destId="{8262BFFB-9D1C-457B-BAF1-FD851CECBAFE}" srcOrd="8" destOrd="0" presId="urn:microsoft.com/office/officeart/2011/layout/CircleProcess"/>
    <dgm:cxn modelId="{E47AF856-4DBD-4132-8D75-93C95D470359}" type="presParOf" srcId="{5C1A850F-96C7-43CF-8401-09C280A42377}" destId="{3E53CFC8-F7E9-4ED3-B4A8-6EDDCA50A31E}" srcOrd="9" destOrd="0" presId="urn:microsoft.com/office/officeart/2011/layout/CircleProcess"/>
    <dgm:cxn modelId="{B4B7576E-6607-47BA-ABFB-525DEF3CBC75}" type="presParOf" srcId="{3E53CFC8-F7E9-4ED3-B4A8-6EDDCA50A31E}" destId="{383912FB-0A45-463F-AA75-2D8CB121FC64}" srcOrd="0" destOrd="0" presId="urn:microsoft.com/office/officeart/2011/layout/CircleProcess"/>
    <dgm:cxn modelId="{2E0BC7EA-D6E4-4603-92E9-8393D7013AE9}" type="presParOf" srcId="{5C1A850F-96C7-43CF-8401-09C280A42377}" destId="{9560947A-8BB4-42C4-B2AC-4F45A18D1D1E}" srcOrd="10" destOrd="0" presId="urn:microsoft.com/office/officeart/2011/layout/CircleProcess"/>
    <dgm:cxn modelId="{68D9B450-633B-41D4-AC03-F27776020F79}" type="presParOf" srcId="{9560947A-8BB4-42C4-B2AC-4F45A18D1D1E}" destId="{1745681C-4306-44D7-BB5E-6F3BDCD92E8E}" srcOrd="0" destOrd="0" presId="urn:microsoft.com/office/officeart/2011/layout/CircleProcess"/>
    <dgm:cxn modelId="{72ED5B9B-8ED7-4D3C-A031-F40C9D669897}" type="presParOf" srcId="{5C1A850F-96C7-43CF-8401-09C280A42377}" destId="{5173ABBB-682F-4B5D-9FDB-684BB3FBC8D6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AEACB3-DEE8-4D37-8135-349C8706F0A2}">
      <dsp:nvSpPr>
        <dsp:cNvPr id="0" name=""/>
        <dsp:cNvSpPr/>
      </dsp:nvSpPr>
      <dsp:spPr>
        <a:xfrm>
          <a:off x="7207480" y="820912"/>
          <a:ext cx="2174868" cy="217498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ACE1A-3D46-4715-9BF4-E8A530CBD682}">
      <dsp:nvSpPr>
        <dsp:cNvPr id="0" name=""/>
        <dsp:cNvSpPr/>
      </dsp:nvSpPr>
      <dsp:spPr>
        <a:xfrm>
          <a:off x="7280225" y="893424"/>
          <a:ext cx="2030312" cy="2029955"/>
        </a:xfrm>
        <a:prstGeom prst="ellips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6500" kern="1200" dirty="0"/>
        </a:p>
      </dsp:txBody>
      <dsp:txXfrm>
        <a:off x="7570269" y="1183473"/>
        <a:ext cx="1450223" cy="1449859"/>
      </dsp:txXfrm>
    </dsp:sp>
    <dsp:sp modelId="{EC0E703C-57DD-439E-B55A-3FBDF2869E88}">
      <dsp:nvSpPr>
        <dsp:cNvPr id="0" name=""/>
        <dsp:cNvSpPr/>
      </dsp:nvSpPr>
      <dsp:spPr>
        <a:xfrm rot="2700000">
          <a:off x="4950523" y="820759"/>
          <a:ext cx="2174904" cy="2174904"/>
        </a:xfrm>
        <a:prstGeom prst="teardrop">
          <a:avLst>
            <a:gd name="adj" fmla="val 10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3C1CF-409D-410F-A5AB-B03A2095BE71}">
      <dsp:nvSpPr>
        <dsp:cNvPr id="0" name=""/>
        <dsp:cNvSpPr/>
      </dsp:nvSpPr>
      <dsp:spPr>
        <a:xfrm>
          <a:off x="5032612" y="893424"/>
          <a:ext cx="2030312" cy="2029955"/>
        </a:xfrm>
        <a:prstGeom prst="ellipse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6500" kern="1200" dirty="0"/>
        </a:p>
      </dsp:txBody>
      <dsp:txXfrm>
        <a:off x="5322656" y="1183473"/>
        <a:ext cx="1450223" cy="1449859"/>
      </dsp:txXfrm>
    </dsp:sp>
    <dsp:sp modelId="{C95CAD78-D084-4A5A-91EB-AF07966559DB}">
      <dsp:nvSpPr>
        <dsp:cNvPr id="0" name=""/>
        <dsp:cNvSpPr/>
      </dsp:nvSpPr>
      <dsp:spPr>
        <a:xfrm rot="2700000">
          <a:off x="2712236" y="820759"/>
          <a:ext cx="2174904" cy="2174904"/>
        </a:xfrm>
        <a:prstGeom prst="teardrop">
          <a:avLst>
            <a:gd name="adj" fmla="val 1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5F163-3C64-4F22-808B-2AFC06E3DB60}">
      <dsp:nvSpPr>
        <dsp:cNvPr id="0" name=""/>
        <dsp:cNvSpPr/>
      </dsp:nvSpPr>
      <dsp:spPr>
        <a:xfrm>
          <a:off x="2784999" y="893424"/>
          <a:ext cx="2030312" cy="2029955"/>
        </a:xfrm>
        <a:prstGeom prst="ellipse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6500" kern="1200" dirty="0"/>
        </a:p>
      </dsp:txBody>
      <dsp:txXfrm>
        <a:off x="3075043" y="1183473"/>
        <a:ext cx="1450223" cy="1449859"/>
      </dsp:txXfrm>
    </dsp:sp>
    <dsp:sp modelId="{383912FB-0A45-463F-AA75-2D8CB121FC64}">
      <dsp:nvSpPr>
        <dsp:cNvPr id="0" name=""/>
        <dsp:cNvSpPr/>
      </dsp:nvSpPr>
      <dsp:spPr>
        <a:xfrm rot="2700000">
          <a:off x="464623" y="820759"/>
          <a:ext cx="2174904" cy="2174904"/>
        </a:xfrm>
        <a:prstGeom prst="teardrop">
          <a:avLst>
            <a:gd name="adj" fmla="val 10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5681C-4306-44D7-BB5E-6F3BDCD92E8E}">
      <dsp:nvSpPr>
        <dsp:cNvPr id="0" name=""/>
        <dsp:cNvSpPr/>
      </dsp:nvSpPr>
      <dsp:spPr>
        <a:xfrm>
          <a:off x="537385" y="893424"/>
          <a:ext cx="2030312" cy="2029955"/>
        </a:xfrm>
        <a:prstGeom prst="ellipse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AU" sz="6500" kern="1200" dirty="0"/>
        </a:p>
      </dsp:txBody>
      <dsp:txXfrm>
        <a:off x="827430" y="1183473"/>
        <a:ext cx="1450223" cy="14498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4125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9279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6642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57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0859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963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92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80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1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9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4941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97EDB5-B332-4E42-B5F4-0D4870F8356C}" type="datetimeFigureOut">
              <a:rPr lang="en-AU" smtClean="0"/>
              <a:t>28/04/2016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E672C-5DB0-4B4D-9896-9FB5E62A47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13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lesson%202%20-%20assessing_liveability_survey.pdf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476672"/>
            <a:ext cx="4382120" cy="30674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72173" y="3717032"/>
            <a:ext cx="26292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Lesson 2</a:t>
            </a:r>
            <a:endParaRPr lang="en-US" sz="54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5540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Alternate Process 4"/>
          <p:cNvSpPr/>
          <p:nvPr/>
        </p:nvSpPr>
        <p:spPr>
          <a:xfrm>
            <a:off x="448681" y="2924944"/>
            <a:ext cx="8293495" cy="2808312"/>
          </a:xfrm>
          <a:prstGeom prst="flowChartAlternateProcess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3600" dirty="0">
                <a:solidFill>
                  <a:srgbClr val="FF0000"/>
                </a:solidFill>
              </a:rPr>
              <a:t>'Liveability' </a:t>
            </a:r>
            <a:r>
              <a:rPr lang="en-AU" sz="3600" dirty="0"/>
              <a:t>- the qualities of a place (city, town, suburb, neighbourhood) that contribute to the quality of life experienced by residents and others.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52"/>
            <a:ext cx="9144000" cy="24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23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2450" y="188640"/>
            <a:ext cx="785913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How ‘</a:t>
            </a:r>
            <a:r>
              <a:rPr lang="en-US" sz="48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liveable</a:t>
            </a:r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’ is your suburb?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026" name="Picture 2">
            <a:hlinkClick r:id="rId3" action="ppaction://hlinkfil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50" y="1019637"/>
            <a:ext cx="3571875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716016" y="2347511"/>
            <a:ext cx="406835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Complete the</a:t>
            </a:r>
          </a:p>
          <a:p>
            <a:pPr algn="ctr"/>
            <a:r>
              <a:rPr lang="en-US" sz="5400" b="1" dirty="0" smtClean="0">
                <a:ln w="17780" cmpd="sng">
                  <a:solidFill>
                    <a:schemeClr val="accent1">
                      <a:tint val="3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63000"/>
                        <a:sat val="105000"/>
                      </a:schemeClr>
                    </a:gs>
                    <a:gs pos="90000">
                      <a:schemeClr val="accent1">
                        <a:shade val="50000"/>
                        <a:satMod val="100000"/>
                      </a:schemeClr>
                    </a:gs>
                  </a:gsLst>
                  <a:lin ang="5400000"/>
                </a:gradFill>
                <a:effectLst>
                  <a:outerShdw blurRad="55000" dist="50800" dir="5400000" algn="tl">
                    <a:srgbClr val="000000">
                      <a:alpha val="33000"/>
                    </a:srgbClr>
                  </a:outerShdw>
                </a:effectLst>
              </a:rPr>
              <a:t>survey</a:t>
            </a:r>
            <a:endParaRPr lang="en-US" sz="5400" b="1" cap="none" spc="0" dirty="0">
              <a:ln w="17780" cmpd="sng">
                <a:solidFill>
                  <a:schemeClr val="accent1">
                    <a:tint val="3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63000"/>
                      <a:sat val="105000"/>
                    </a:schemeClr>
                  </a:gs>
                  <a:gs pos="90000">
                    <a:schemeClr val="accent1">
                      <a:shade val="50000"/>
                      <a:satMod val="100000"/>
                    </a:schemeClr>
                  </a:gs>
                </a:gsLst>
                <a:lin ang="5400000"/>
              </a:gradFill>
              <a:effectLst>
                <a:outerShdw blurRad="55000" dist="50800" dir="5400000" algn="tl">
                  <a:srgbClr val="000000">
                    <a:alpha val="3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6996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212"/>
          <a:stretch/>
        </p:blipFill>
        <p:spPr>
          <a:xfrm>
            <a:off x="-36512" y="5669165"/>
            <a:ext cx="9180512" cy="12230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9660" y="188640"/>
            <a:ext cx="7844713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How ‘</a:t>
            </a:r>
            <a:r>
              <a:rPr lang="en-US" sz="48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liveable</a:t>
            </a:r>
            <a:r>
              <a:rPr lang="en-US" sz="48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’ is your suburb?</a:t>
            </a:r>
            <a:endParaRPr lang="en-US" sz="48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4104" y="1457261"/>
            <a:ext cx="5759896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Use your own knowledge and the survey to create a flyer advertising the features of your suburb as a ‘</a:t>
            </a:r>
            <a:r>
              <a:rPr lang="en-US" sz="3600" b="1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liveable</a:t>
            </a:r>
            <a:r>
              <a:rPr lang="en-US" sz="3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’ area.</a:t>
            </a:r>
            <a:endParaRPr lang="en-US" sz="3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0" r="69687" b="37778"/>
          <a:stretch/>
        </p:blipFill>
        <p:spPr bwMode="auto">
          <a:xfrm>
            <a:off x="332334" y="1338941"/>
            <a:ext cx="3051770" cy="309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972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offwestend.com/files/begin_end_logo_colou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" y="0"/>
            <a:ext cx="91382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 rot="20093107">
            <a:off x="4670512" y="4741513"/>
            <a:ext cx="447109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8800" b="1" cap="none" spc="0" dirty="0" smtClean="0">
                <a:ln/>
                <a:solidFill>
                  <a:schemeClr val="accent3"/>
                </a:solidFill>
                <a:effectLst/>
                <a:latin typeface="Albertus Extra Bold" pitchFamily="34" charset="0"/>
              </a:rPr>
              <a:t>In Mind</a:t>
            </a:r>
            <a:endParaRPr lang="en-US" sz="8800" b="1" cap="none" spc="0" dirty="0">
              <a:ln/>
              <a:solidFill>
                <a:schemeClr val="accent3"/>
              </a:solidFill>
              <a:effectLst/>
              <a:latin typeface="Albertus Extra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686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19" t="12222" r="37812" b="31111"/>
          <a:stretch/>
        </p:blipFill>
        <p:spPr bwMode="auto">
          <a:xfrm>
            <a:off x="2123728" y="-8012"/>
            <a:ext cx="494179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632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89" y="131336"/>
            <a:ext cx="8363021" cy="65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96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910651596"/>
              </p:ext>
            </p:extLst>
          </p:nvPr>
        </p:nvGraphicFramePr>
        <p:xfrm>
          <a:off x="-252536" y="1412776"/>
          <a:ext cx="9396536" cy="3816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0394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77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Albertus Extra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XXIII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XXIII College</dc:creator>
  <cp:lastModifiedBy>Rebecca Donavon</cp:lastModifiedBy>
  <cp:revision>17</cp:revision>
  <dcterms:created xsi:type="dcterms:W3CDTF">2013-05-07T04:01:56Z</dcterms:created>
  <dcterms:modified xsi:type="dcterms:W3CDTF">2016-04-28T12:13:27Z</dcterms:modified>
</cp:coreProperties>
</file>