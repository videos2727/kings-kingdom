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5" r:id="rId2"/>
    <p:sldId id="307" r:id="rId3"/>
    <p:sldId id="308" r:id="rId4"/>
    <p:sldId id="309" r:id="rId5"/>
    <p:sldId id="311" r:id="rId6"/>
    <p:sldId id="312" r:id="rId7"/>
    <p:sldId id="314" r:id="rId8"/>
    <p:sldId id="315" r:id="rId9"/>
    <p:sldId id="316" r:id="rId10"/>
    <p:sldId id="306" r:id="rId11"/>
    <p:sldId id="318" r:id="rId12"/>
    <p:sldId id="260" r:id="rId13"/>
    <p:sldId id="304" r:id="rId14"/>
    <p:sldId id="259" r:id="rId15"/>
    <p:sldId id="258" r:id="rId16"/>
    <p:sldId id="303" r:id="rId17"/>
    <p:sldId id="301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31/01/2016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\\e4190s01sv001.green.schools.internal\Shared\AdminShared\All%20Staff\Learning%20Areas\Mathematics\Programs\2016\Year%207\Year%207%20Mathematics%20Program%20Outline%202016%20Student.doc" TargetMode="External"/><Relationship Id="rId2" Type="http://schemas.openxmlformats.org/officeDocument/2006/relationships/hyperlink" Target="file:///\\e4190s01sv001.green.schools.internal\Shared\AdminShared\All%20Staff\Learning%20Areas\Mathematics\Programs\2016\Year%207\Course%20Information%20year%207%202016.do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91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65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08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297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47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1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745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  <p:pic>
        <p:nvPicPr>
          <p:cNvPr id="7184" name="Picture 16" descr="C:\Users\e4047095\AppData\Local\Microsoft\Windows\Temporary Internet Files\Content.IE5\NT6PWUPC\photo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051" y="4869268"/>
            <a:ext cx="1147068" cy="153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926785" y="4363235"/>
            <a:ext cx="213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Interactive notebook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012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  <p:pic>
        <p:nvPicPr>
          <p:cNvPr id="7184" name="Picture 16" descr="C:\Users\e4047095\AppData\Local\Microsoft\Windows\Temporary Internet Files\Content.IE5\NT6PWUPC\photo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051" y="4869268"/>
            <a:ext cx="1147068" cy="153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926785" y="4363235"/>
            <a:ext cx="213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410951" y="147990"/>
            <a:ext cx="7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Paper</a:t>
            </a:r>
            <a:endParaRPr lang="en-AU" dirty="0"/>
          </a:p>
        </p:txBody>
      </p:sp>
      <p:pic>
        <p:nvPicPr>
          <p:cNvPr id="8195" name="Picture 3" descr="C:\Users\e4047095\AppData\Local\Microsoft\Windows\Temporary Internet Files\Content.IE5\FL99N31V\lined_paper_by_flameshaft-d4s5611[1]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07" y="208460"/>
            <a:ext cx="1006687" cy="125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00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</a:p>
          <a:p>
            <a:r>
              <a:rPr lang="en-AU" dirty="0" smtClean="0"/>
              <a:t>BYOD</a:t>
            </a:r>
          </a:p>
          <a:p>
            <a:r>
              <a:rPr lang="en-AU" dirty="0" smtClean="0"/>
              <a:t>Connect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sz="1100" dirty="0" smtClean="0">
                <a:hlinkClick r:id="rId2" action="ppaction://hlinkfile"/>
              </a:rPr>
              <a:t>S:\AdminShared\All Staff\Learning Areas\Mathematics\Programs\2016\Year 7\Course Information year 7 2016.doc</a:t>
            </a:r>
            <a:r>
              <a:rPr lang="en-AU" sz="1100" dirty="0" smtClean="0"/>
              <a:t/>
            </a:r>
            <a:br>
              <a:rPr lang="en-AU" sz="1100" dirty="0" smtClean="0"/>
            </a:br>
            <a:r>
              <a:rPr lang="en-AU" sz="1100" dirty="0" smtClean="0"/>
              <a:t/>
            </a:r>
            <a:br>
              <a:rPr lang="en-AU" sz="1100" dirty="0" smtClean="0"/>
            </a:br>
            <a:r>
              <a:rPr lang="en-AU" sz="1100" dirty="0" smtClean="0">
                <a:hlinkClick r:id="rId3" action="ppaction://hlinkfile"/>
              </a:rPr>
              <a:t>S:\AdminShared\All Staff\Learning Areas\Mathematics\Programs\2016\Year 7\Year 7 Mathematics Program Outline 2016 Student.doc</a:t>
            </a:r>
            <a:endParaRPr lang="en-AU" sz="1100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148" y="227687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69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</a:p>
          <a:p>
            <a:r>
              <a:rPr lang="en-AU" dirty="0" smtClean="0"/>
              <a:t>BYOD</a:t>
            </a:r>
          </a:p>
          <a:p>
            <a:r>
              <a:rPr lang="en-AU" dirty="0" smtClean="0"/>
              <a:t>Connect </a:t>
            </a:r>
          </a:p>
          <a:p>
            <a:r>
              <a:rPr lang="en-AU" dirty="0" smtClean="0"/>
              <a:t>Expectations – Work and behaviour(Classroom rules to allow everyone to learn)</a:t>
            </a:r>
          </a:p>
          <a:p>
            <a:r>
              <a:rPr lang="en-AU" dirty="0" smtClean="0"/>
              <a:t>Homework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823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Your name </a:t>
            </a:r>
          </a:p>
          <a:p>
            <a:pPr>
              <a:buFontTx/>
              <a:buChar char="-"/>
            </a:pPr>
            <a:r>
              <a:rPr lang="en-AU" dirty="0" smtClean="0"/>
              <a:t>Class </a:t>
            </a:r>
            <a:r>
              <a:rPr lang="en-AU" dirty="0" smtClean="0"/>
              <a:t>7 Maths 7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Teachers Name – </a:t>
            </a:r>
            <a:r>
              <a:rPr lang="en-AU" dirty="0" smtClean="0"/>
              <a:t>Mr McAllister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Naplan</a:t>
            </a:r>
            <a:r>
              <a:rPr lang="en-AU" dirty="0" smtClean="0"/>
              <a:t> Practice</a:t>
            </a:r>
          </a:p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254</Words>
  <Application>Microsoft Office PowerPoint</Application>
  <PresentationFormat>On-screen Show (4:3)</PresentationFormat>
  <Paragraphs>120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First Lesson</vt:lpstr>
      <vt:lpstr>Equipment</vt:lpstr>
      <vt:lpstr>Equipment</vt:lpstr>
      <vt:lpstr>Equipment</vt:lpstr>
      <vt:lpstr>Equipment</vt:lpstr>
      <vt:lpstr>Equipment</vt:lpstr>
      <vt:lpstr>Equipment</vt:lpstr>
      <vt:lpstr>Equipment</vt:lpstr>
      <vt:lpstr>Equipment</vt:lpstr>
      <vt:lpstr>First Lesson</vt:lpstr>
      <vt:lpstr>First Lesson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55</cp:revision>
  <dcterms:created xsi:type="dcterms:W3CDTF">2014-05-14T02:58:57Z</dcterms:created>
  <dcterms:modified xsi:type="dcterms:W3CDTF">2016-01-31T05:57:25Z</dcterms:modified>
</cp:coreProperties>
</file>