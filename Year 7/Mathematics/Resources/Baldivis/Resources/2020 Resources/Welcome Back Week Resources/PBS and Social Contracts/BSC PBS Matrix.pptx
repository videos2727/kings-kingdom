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bookmarkIdSeed="3">
  <p:sldMasterIdLst>
    <p:sldMasterId id="2147483985" r:id="rId1"/>
  </p:sldMasterIdLst>
  <p:notesMasterIdLst>
    <p:notesMasterId r:id="rId3"/>
  </p:notesMasterIdLst>
  <p:handoutMasterIdLst>
    <p:handoutMasterId r:id="rId4"/>
  </p:handoutMasterIdLst>
  <p:sldIdLst>
    <p:sldId id="1503" r:id="rId2"/>
  </p:sldIdLst>
  <p:sldSz cx="12801600" cy="9601200" type="A3"/>
  <p:notesSz cx="6858000" cy="9144000"/>
  <p:custDataLst>
    <p:tags r:id="rId5"/>
  </p:custDataLst>
  <p:defaultTextStyle>
    <a:defPPr>
      <a:defRPr lang="pl-PL"/>
    </a:defPPr>
    <a:lvl1pPr marL="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4032" userDrawn="1">
          <p15:clr>
            <a:srgbClr val="A4A3A4"/>
          </p15:clr>
        </p15:guide>
        <p15:guide id="3" orient="horz" pos="5564" userDrawn="1">
          <p15:clr>
            <a:srgbClr val="A4A3A4"/>
          </p15:clr>
        </p15:guide>
        <p15:guide id="4" orient="horz" pos="993" userDrawn="1">
          <p15:clr>
            <a:srgbClr val="A4A3A4"/>
          </p15:clr>
        </p15:guide>
        <p15:guide id="5" pos="7651" userDrawn="1">
          <p15:clr>
            <a:srgbClr val="A4A3A4"/>
          </p15:clr>
        </p15:guide>
        <p15:guide id="6" pos="4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2D2D"/>
    <a:srgbClr val="FF520A"/>
    <a:srgbClr val="FAB000"/>
    <a:srgbClr val="FFFFFF"/>
    <a:srgbClr val="000000"/>
    <a:srgbClr val="00A4DE"/>
    <a:srgbClr val="6B8093"/>
    <a:srgbClr val="E7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53" autoAdjust="0"/>
    <p:restoredTop sz="96220" autoAdjust="0"/>
  </p:normalViewPr>
  <p:slideViewPr>
    <p:cSldViewPr>
      <p:cViewPr varScale="1">
        <p:scale>
          <a:sx n="60" d="100"/>
          <a:sy n="60" d="100"/>
        </p:scale>
        <p:origin x="1560" y="38"/>
      </p:cViewPr>
      <p:guideLst>
        <p:guide orient="horz" pos="3024"/>
        <p:guide pos="4032"/>
        <p:guide orient="horz" pos="5564"/>
        <p:guide orient="horz" pos="993"/>
        <p:guide pos="7651"/>
        <p:guide pos="4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315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 dirty="0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9335BD-16FD-4E47-8904-7E8B30ED065A}" type="datetimeFigureOut">
              <a:rPr lang="pl-PL" smtClean="0"/>
              <a:pPr/>
              <a:t>30.01.2020</a:t>
            </a:fld>
            <a:endParaRPr lang="pl-PL" dirty="0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 dirty="0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6C943-ABAE-4F24-B488-FD9921B2301C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719153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F2D1AA-A807-45C9-B81B-7AB47464D345}" type="datetimeFigureOut">
              <a:rPr lang="pl-PL" smtClean="0"/>
              <a:pPr/>
              <a:t>30.01.2020</a:t>
            </a:fld>
            <a:endParaRPr lang="pl-P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CA9B70-4282-4131-9D67-1CC513EF87C4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69891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a 17" hidden="1"/>
          <p:cNvGrpSpPr/>
          <p:nvPr/>
        </p:nvGrpSpPr>
        <p:grpSpPr>
          <a:xfrm>
            <a:off x="1108212" y="3288432"/>
            <a:ext cx="171919" cy="2818208"/>
            <a:chOff x="672538" y="397517"/>
            <a:chExt cx="91857" cy="1129339"/>
          </a:xfrm>
        </p:grpSpPr>
        <p:sp>
          <p:nvSpPr>
            <p:cNvPr id="22" name="Prostokąt 21"/>
            <p:cNvSpPr/>
            <p:nvPr/>
          </p:nvSpPr>
          <p:spPr>
            <a:xfrm>
              <a:off x="672538" y="397517"/>
              <a:ext cx="40393" cy="1129339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6012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l-PL" sz="189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Trójkąt równoramienny 22"/>
            <p:cNvSpPr/>
            <p:nvPr/>
          </p:nvSpPr>
          <p:spPr>
            <a:xfrm rot="5400000">
              <a:off x="626161" y="927594"/>
              <a:ext cx="207284" cy="69185"/>
            </a:xfrm>
            <a:prstGeom prst="triangle">
              <a:avLst/>
            </a:prstGeom>
            <a:solidFill>
              <a:schemeClr val="accent4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6012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l-PL" sz="189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36CDCCBA-1D63-4925-ACBD-4455DAF80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0404" y="3299968"/>
            <a:ext cx="9760792" cy="2806672"/>
          </a:xfrm>
        </p:spPr>
        <p:txBody>
          <a:bodyPr anchor="ctr">
            <a:normAutofit/>
          </a:bodyPr>
          <a:lstStyle>
            <a:lvl1pPr algn="l">
              <a:defRPr sz="378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8182A57-36CF-4C38-A126-08E828D19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5662" y="6723625"/>
            <a:ext cx="9890278" cy="1682761"/>
          </a:xfrm>
        </p:spPr>
        <p:txBody>
          <a:bodyPr>
            <a:normAutofit/>
          </a:bodyPr>
          <a:lstStyle>
            <a:lvl1pPr marL="0" indent="0" algn="l">
              <a:buNone/>
              <a:defRPr sz="294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D345189-F5AF-46D7-89FE-FD4335BF93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53564" y="8898891"/>
            <a:ext cx="1362228" cy="511175"/>
          </a:xfrm>
        </p:spPr>
        <p:txBody>
          <a:bodyPr/>
          <a:lstStyle>
            <a:lvl1pPr>
              <a:defRPr sz="1680"/>
            </a:lvl1pPr>
          </a:lstStyle>
          <a:p>
            <a:fld id="{453B19DA-14F6-4094-AA28-C8A9342C25A1}" type="datetime1">
              <a:rPr lang="pl-PL" noProof="0" smtClean="0"/>
              <a:t>30.01.2020</a:t>
            </a:fld>
            <a:endParaRPr lang="en-US" noProof="0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66BFE9C-64DA-435C-A0C4-C5263E66B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22814" y="8898891"/>
            <a:ext cx="8423125" cy="511175"/>
          </a:xfrm>
        </p:spPr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47323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24" userDrawn="1">
          <p15:clr>
            <a:srgbClr val="FBAE40"/>
          </p15:clr>
        </p15:guide>
        <p15:guide id="2" pos="403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60FD3-C03C-4DB5-A320-2BE3E848370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Write your text here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3D50F-2265-4988-A9EA-215EE1150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C429C-1BBF-4EE4-8946-679402E5F7CF}" type="datetime1">
              <a:rPr lang="pl-PL" noProof="0" smtClean="0"/>
              <a:t>30.01.2020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8CDE1-24B2-46AC-82B8-EA59AC8EB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6EF0-0CFA-44A4-A20B-92F2FA772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D432C2-953E-4645-BC73-3709396F7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Write title here</a:t>
            </a:r>
          </a:p>
        </p:txBody>
      </p:sp>
    </p:spTree>
    <p:extLst>
      <p:ext uri="{BB962C8B-B14F-4D97-AF65-F5344CB8AC3E}">
        <p14:creationId xmlns:p14="http://schemas.microsoft.com/office/powerpoint/2010/main" val="3561584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F9451E-7A5A-40E5-845B-46EB32ADBD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Write title here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3D7FE1F-3A6C-4A90-8374-5A9240EC73E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084" y="1877075"/>
            <a:ext cx="5665707" cy="69559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Write your text here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4581F8AE-70D5-464D-A5BE-ACFB8E5DE7C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80810" y="1877075"/>
            <a:ext cx="5665706" cy="69559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Write your text here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B4C253D-F093-445B-831E-F85900448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26C55-9A3D-4DD5-BE5F-522CCDF4FBC7}" type="datetime1">
              <a:rPr lang="pl-PL" noProof="0" smtClean="0"/>
              <a:t>30.01.2020</a:t>
            </a:fld>
            <a:endParaRPr lang="en-US" noProof="0" dirty="0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EE34FFE-0F03-4D00-8DB3-08CBEA358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A41EDE8-BBB1-4F88-ADD5-7A00E301B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5F45-05E1-4AB6-A090-051B6D14F12A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21740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77463DD-1237-4FA8-B195-CBD238876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Write title here</a:t>
            </a:r>
            <a:endParaRPr lang="en-US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0E58D595-E919-4DC5-B7BC-954C39A67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997DC-669C-4C64-911F-0FF79A65206E}" type="datetime1">
              <a:rPr lang="pl-PL" smtClean="0"/>
              <a:t>30.01.2020</a:t>
            </a:fld>
            <a:endParaRPr lang="en-US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F3C28E3-54FC-4AC8-868C-79CEEDCCA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DC6A627-F5F7-42F2-9FA7-5671168C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5F45-05E1-4AB6-A090-051B6D14F1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46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out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77463DD-1237-4FA8-B195-CBD238876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084" y="-1076930"/>
            <a:ext cx="11494373" cy="957555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Write title here</a:t>
            </a:r>
            <a:endParaRPr lang="en-US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0E58D595-E919-4DC5-B7BC-954C39A67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FB345-85E6-4C98-850F-A5CE23E31BCE}" type="datetime1">
              <a:rPr lang="pl-PL" smtClean="0"/>
              <a:t>30.01.2020</a:t>
            </a:fld>
            <a:endParaRPr lang="en-US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F3C28E3-54FC-4AC8-868C-79CEEDCCA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DC6A627-F5F7-42F2-9FA7-5671168C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5F45-05E1-4AB6-A090-051B6D14F1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5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E2ACCF3-4023-4A83-8CBF-A577CB2015B7}"/>
              </a:ext>
            </a:extLst>
          </p:cNvPr>
          <p:cNvGrpSpPr/>
          <p:nvPr userDrawn="1"/>
        </p:nvGrpSpPr>
        <p:grpSpPr>
          <a:xfrm>
            <a:off x="0" y="1"/>
            <a:ext cx="12773991" cy="9601137"/>
            <a:chOff x="0" y="0"/>
            <a:chExt cx="9150795" cy="6857955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4134AE5-1FE8-4AFE-A1DF-37597D49D603}"/>
                </a:ext>
              </a:extLst>
            </p:cNvPr>
            <p:cNvSpPr/>
            <p:nvPr userDrawn="1"/>
          </p:nvSpPr>
          <p:spPr>
            <a:xfrm>
              <a:off x="0" y="0"/>
              <a:ext cx="9150795" cy="6857955"/>
            </a:xfrm>
            <a:prstGeom prst="rect">
              <a:avLst/>
            </a:prstGeom>
            <a:solidFill>
              <a:srgbClr val="1F49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3" dirty="0">
                <a:solidFill>
                  <a:schemeClr val="tx1"/>
                </a:solidFill>
              </a:endParaRPr>
            </a:p>
          </p:txBody>
        </p:sp>
        <p:sp>
          <p:nvSpPr>
            <p:cNvPr id="57" name="Prostokąt 10">
              <a:extLst>
                <a:ext uri="{FF2B5EF4-FFF2-40B4-BE49-F238E27FC236}">
                  <a16:creationId xmlns:a16="http://schemas.microsoft.com/office/drawing/2014/main" id="{1F41AD17-CC94-4816-A3A9-B90A1975E86D}"/>
                </a:ext>
              </a:extLst>
            </p:cNvPr>
            <p:cNvSpPr/>
            <p:nvPr userDrawn="1"/>
          </p:nvSpPr>
          <p:spPr>
            <a:xfrm>
              <a:off x="0" y="0"/>
              <a:ext cx="9150795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2223" dirty="0">
                <a:solidFill>
                  <a:prstClr val="white"/>
                </a:solidFill>
              </a:endParaRPr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577463DD-1237-4FA8-B195-CBD238876E63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Write title here</a:t>
            </a:r>
            <a:endParaRPr lang="en-US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0E58D595-E919-4DC5-B7BC-954C39A678F7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EAFABF44-88ED-480D-A900-4571DB6CCADE}" type="datetime1">
              <a:rPr lang="pl-PL" smtClean="0"/>
              <a:t>30.01.2020</a:t>
            </a:fld>
            <a:endParaRPr lang="en-US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F3C28E3-54FC-4AC8-868C-79CEEDCCAEEF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DC6A627-F5F7-42F2-9FA7-5671168CC6A3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88555F45-05E1-4AB6-A090-051B6D14F1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230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7735F4-1557-410A-BABA-A1C0FE0C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3D935-3DA2-41C7-8E49-93EB2F1F5BD7}" type="datetime1">
              <a:rPr lang="pl-PL" smtClean="0"/>
              <a:t>30.01.2020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A954C8-A745-41A4-AAD0-A4912491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6D04F-F2B5-4DC6-AC72-0D7B2FF08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39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866149-D9DB-4110-BE38-E3F6E4BC5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084" y="0"/>
            <a:ext cx="11494373" cy="1360800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 noProof="0" dirty="0"/>
              <a:t>Write title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543A4-A38A-42F0-B552-F0A92F184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082" y="1574642"/>
            <a:ext cx="11491436" cy="7258405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E0776-F1A8-4911-A447-3C456A482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6676" y="9024409"/>
            <a:ext cx="1135403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4FE52-5862-4887-8174-C70C1EFD9673}" type="datetime1">
              <a:rPr lang="pl-PL" noProof="0" smtClean="0"/>
              <a:t>30.01.2020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05E99-3851-4853-A693-D2F34F1D7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89486" y="9024409"/>
            <a:ext cx="5574643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70682-E008-4E8D-9CC5-59A9D1A18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9738" y="9024409"/>
            <a:ext cx="806755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40" name="Grupa 39"/>
          <p:cNvGrpSpPr/>
          <p:nvPr userDrawn="1"/>
        </p:nvGrpSpPr>
        <p:grpSpPr>
          <a:xfrm>
            <a:off x="0" y="3249"/>
            <a:ext cx="127254" cy="1360800"/>
            <a:chOff x="672539" y="397517"/>
            <a:chExt cx="121194" cy="972000"/>
          </a:xfrm>
          <a:solidFill>
            <a:schemeClr val="accent4"/>
          </a:solidFill>
        </p:grpSpPr>
        <p:sp>
          <p:nvSpPr>
            <p:cNvPr id="41" name="Prostokąt 40"/>
            <p:cNvSpPr/>
            <p:nvPr/>
          </p:nvSpPr>
          <p:spPr>
            <a:xfrm>
              <a:off x="672539" y="397517"/>
              <a:ext cx="54000" cy="9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l-PL" sz="2223" dirty="0"/>
            </a:p>
          </p:txBody>
        </p:sp>
        <p:sp>
          <p:nvSpPr>
            <p:cNvPr id="42" name="Trójkąt równoramienny 41"/>
            <p:cNvSpPr/>
            <p:nvPr/>
          </p:nvSpPr>
          <p:spPr>
            <a:xfrm rot="5400000">
              <a:off x="596882" y="834256"/>
              <a:ext cx="295180" cy="9852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l-PL" sz="2223" dirty="0"/>
            </a:p>
          </p:txBody>
        </p:sp>
      </p:grpSp>
      <p:sp>
        <p:nvSpPr>
          <p:cNvPr id="48" name="Prostokąt 47"/>
          <p:cNvSpPr/>
          <p:nvPr/>
        </p:nvSpPr>
        <p:spPr>
          <a:xfrm flipH="1">
            <a:off x="12759615" y="8920800"/>
            <a:ext cx="56700" cy="680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l-PL" sz="2223" dirty="0"/>
          </a:p>
        </p:txBody>
      </p:sp>
    </p:spTree>
    <p:extLst>
      <p:ext uri="{BB962C8B-B14F-4D97-AF65-F5344CB8AC3E}">
        <p14:creationId xmlns:p14="http://schemas.microsoft.com/office/powerpoint/2010/main" val="3750651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89" r:id="rId2"/>
    <p:sldLayoutId id="2147483995" r:id="rId3"/>
    <p:sldLayoutId id="2147483997" r:id="rId4"/>
    <p:sldLayoutId id="2147484003" r:id="rId5"/>
    <p:sldLayoutId id="2147484005" r:id="rId6"/>
    <p:sldLayoutId id="2147483993" r:id="rId7"/>
  </p:sldLayoutIdLst>
  <p:hf sldNum="0" hdr="0" ftr="0" dt="0"/>
  <p:txStyles>
    <p:titleStyle>
      <a:lvl1pPr algn="l" defTabSz="960120" rtl="0" eaLnBrk="1" latinLnBrk="0" hangingPunct="1">
        <a:lnSpc>
          <a:spcPct val="100000"/>
        </a:lnSpc>
        <a:spcBef>
          <a:spcPct val="0"/>
        </a:spcBef>
        <a:buNone/>
        <a:defRPr sz="37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380" indent="-373380" algn="l" defTabSz="960120" rtl="0" eaLnBrk="1" latinLnBrk="0" hangingPunct="1">
        <a:lnSpc>
          <a:spcPct val="100000"/>
        </a:lnSpc>
        <a:spcBef>
          <a:spcPts val="1050"/>
        </a:spcBef>
        <a:buClr>
          <a:schemeClr val="accent4"/>
        </a:buClr>
        <a:buFont typeface="Arial" panose="020B0604020202020204" pitchFamily="34" charset="0"/>
        <a:buChar char="•"/>
        <a:defRPr sz="294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100000"/>
        </a:lnSpc>
        <a:spcBef>
          <a:spcPts val="525"/>
        </a:spcBef>
        <a:buClr>
          <a:schemeClr val="accent4"/>
        </a:buClr>
        <a:buFont typeface="Arial" panose="020B0604020202020204" pitchFamily="34" charset="0"/>
        <a:buChar char="•"/>
        <a:defRPr sz="252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100000"/>
        </a:lnSpc>
        <a:spcBef>
          <a:spcPts val="525"/>
        </a:spcBef>
        <a:buClr>
          <a:schemeClr val="accent4"/>
        </a:buClr>
        <a:buFont typeface="Arial" panose="020B0604020202020204" pitchFamily="34" charset="0"/>
        <a:buChar char="•"/>
        <a:defRPr sz="21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100000"/>
        </a:lnSpc>
        <a:spcBef>
          <a:spcPts val="525"/>
        </a:spcBef>
        <a:buClr>
          <a:schemeClr val="accent4"/>
        </a:buClr>
        <a:buFont typeface="Arial" panose="020B0604020202020204" pitchFamily="34" charset="0"/>
        <a:buChar char="•"/>
        <a:defRPr sz="189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100000"/>
        </a:lnSpc>
        <a:spcBef>
          <a:spcPts val="525"/>
        </a:spcBef>
        <a:buClr>
          <a:schemeClr val="accent4"/>
        </a:buClr>
        <a:buFont typeface="Arial" panose="020B0604020202020204" pitchFamily="34" charset="0"/>
        <a:buChar char="•"/>
        <a:defRPr sz="189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526" userDrawn="1">
          <p15:clr>
            <a:srgbClr val="F26B43"/>
          </p15:clr>
        </p15:guide>
        <p15:guide id="2" orient="horz" pos="1595" userDrawn="1">
          <p15:clr>
            <a:srgbClr val="F26B43"/>
          </p15:clr>
        </p15:guide>
        <p15:guide id="3" orient="horz" pos="5452" userDrawn="1">
          <p15:clr>
            <a:srgbClr val="F26B43"/>
          </p15:clr>
        </p15:guide>
        <p15:guide id="4" pos="55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928192" y="480120"/>
            <a:ext cx="10441159" cy="8864615"/>
            <a:chOff x="1464767" y="336104"/>
            <a:chExt cx="10441159" cy="8864615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6E023641-A5D5-471A-B92B-1FC541F11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3705" y="336104"/>
              <a:ext cx="9005508" cy="2074193"/>
            </a:xfrm>
            <a:custGeom>
              <a:avLst/>
              <a:gdLst>
                <a:gd name="T0" fmla="*/ 2922 w 2933"/>
                <a:gd name="T1" fmla="*/ 293 h 324"/>
                <a:gd name="T2" fmla="*/ 2919 w 2933"/>
                <a:gd name="T3" fmla="*/ 292 h 324"/>
                <a:gd name="T4" fmla="*/ 2532 w 2933"/>
                <a:gd name="T5" fmla="*/ 214 h 324"/>
                <a:gd name="T6" fmla="*/ 1467 w 2933"/>
                <a:gd name="T7" fmla="*/ 0 h 324"/>
                <a:gd name="T8" fmla="*/ 664 w 2933"/>
                <a:gd name="T9" fmla="*/ 162 h 324"/>
                <a:gd name="T10" fmla="*/ 15 w 2933"/>
                <a:gd name="T11" fmla="*/ 292 h 324"/>
                <a:gd name="T12" fmla="*/ 9 w 2933"/>
                <a:gd name="T13" fmla="*/ 293 h 324"/>
                <a:gd name="T14" fmla="*/ 0 w 2933"/>
                <a:gd name="T15" fmla="*/ 308 h 324"/>
                <a:gd name="T16" fmla="*/ 15 w 2933"/>
                <a:gd name="T17" fmla="*/ 324 h 324"/>
                <a:gd name="T18" fmla="*/ 2918 w 2933"/>
                <a:gd name="T19" fmla="*/ 324 h 324"/>
                <a:gd name="T20" fmla="*/ 2933 w 2933"/>
                <a:gd name="T21" fmla="*/ 308 h 324"/>
                <a:gd name="T22" fmla="*/ 2922 w 2933"/>
                <a:gd name="T23" fmla="*/ 293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933" h="324">
                  <a:moveTo>
                    <a:pt x="2922" y="293"/>
                  </a:moveTo>
                  <a:cubicBezTo>
                    <a:pt x="2921" y="293"/>
                    <a:pt x="2920" y="293"/>
                    <a:pt x="2919" y="292"/>
                  </a:cubicBezTo>
                  <a:cubicBezTo>
                    <a:pt x="2532" y="214"/>
                    <a:pt x="2532" y="214"/>
                    <a:pt x="2532" y="214"/>
                  </a:cubicBezTo>
                  <a:cubicBezTo>
                    <a:pt x="1467" y="0"/>
                    <a:pt x="1467" y="0"/>
                    <a:pt x="1467" y="0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200" y="255"/>
                    <a:pt x="58" y="284"/>
                    <a:pt x="15" y="292"/>
                  </a:cubicBezTo>
                  <a:cubicBezTo>
                    <a:pt x="13" y="293"/>
                    <a:pt x="11" y="293"/>
                    <a:pt x="9" y="293"/>
                  </a:cubicBezTo>
                  <a:cubicBezTo>
                    <a:pt x="4" y="296"/>
                    <a:pt x="0" y="301"/>
                    <a:pt x="0" y="308"/>
                  </a:cubicBezTo>
                  <a:cubicBezTo>
                    <a:pt x="0" y="317"/>
                    <a:pt x="7" y="324"/>
                    <a:pt x="15" y="324"/>
                  </a:cubicBezTo>
                  <a:cubicBezTo>
                    <a:pt x="2448" y="324"/>
                    <a:pt x="2851" y="324"/>
                    <a:pt x="2918" y="324"/>
                  </a:cubicBezTo>
                  <a:cubicBezTo>
                    <a:pt x="2926" y="324"/>
                    <a:pt x="2933" y="317"/>
                    <a:pt x="2933" y="308"/>
                  </a:cubicBezTo>
                  <a:cubicBezTo>
                    <a:pt x="2933" y="301"/>
                    <a:pt x="2929" y="295"/>
                    <a:pt x="2922" y="293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6012" tIns="48006" rIns="96012" bIns="48006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AU" sz="2223" dirty="0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72B79E9-725B-425E-BDE1-0F9EB1170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866062" y="547030"/>
              <a:ext cx="1580795" cy="1776099"/>
            </a:xfrm>
            <a:prstGeom prst="rect">
              <a:avLst/>
            </a:prstGeom>
          </p:spPr>
        </p:pic>
        <p:sp>
          <p:nvSpPr>
            <p:cNvPr id="35" name="Prostokąt: zaokrąglone rogi u góry 13">
              <a:extLst>
                <a:ext uri="{FF2B5EF4-FFF2-40B4-BE49-F238E27FC236}">
                  <a16:creationId xmlns:a16="http://schemas.microsoft.com/office/drawing/2014/main" id="{5C27D911-6A0F-4B43-98D7-215D91E4EC97}"/>
                </a:ext>
              </a:extLst>
            </p:cNvPr>
            <p:cNvSpPr/>
            <p:nvPr/>
          </p:nvSpPr>
          <p:spPr>
            <a:xfrm flipV="1">
              <a:off x="2153706" y="2489894"/>
              <a:ext cx="9005507" cy="135936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3" dirty="0"/>
            </a:p>
          </p:txBody>
        </p:sp>
        <p:sp>
          <p:nvSpPr>
            <p:cNvPr id="10" name="Prostokąt: zaokrąglone rogi u góry 9">
              <a:extLst>
                <a:ext uri="{FF2B5EF4-FFF2-40B4-BE49-F238E27FC236}">
                  <a16:creationId xmlns:a16="http://schemas.microsoft.com/office/drawing/2014/main" id="{92E9DD43-F7B2-4C66-B393-D5482387B19D}"/>
                </a:ext>
              </a:extLst>
            </p:cNvPr>
            <p:cNvSpPr/>
            <p:nvPr/>
          </p:nvSpPr>
          <p:spPr>
            <a:xfrm>
              <a:off x="1464767" y="8660719"/>
              <a:ext cx="10441159" cy="540000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bg1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624354" y="8665373"/>
              <a:ext cx="10121985" cy="53069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AU" sz="3000" b="1" spc="600" dirty="0">
                  <a:solidFill>
                    <a:srgbClr val="2E2D2D"/>
                  </a:solidFill>
                </a:rPr>
                <a:t>KNOWLEDGE</a:t>
              </a:r>
            </a:p>
          </p:txBody>
        </p:sp>
        <p:sp>
          <p:nvSpPr>
            <p:cNvPr id="39" name="Prostokąt 3">
              <a:extLst>
                <a:ext uri="{FF2B5EF4-FFF2-40B4-BE49-F238E27FC236}">
                  <a16:creationId xmlns:a16="http://schemas.microsoft.com/office/drawing/2014/main" id="{E4F609CC-A776-4B7F-A4E1-B271407732D9}"/>
                </a:ext>
              </a:extLst>
            </p:cNvPr>
            <p:cNvSpPr/>
            <p:nvPr/>
          </p:nvSpPr>
          <p:spPr>
            <a:xfrm>
              <a:off x="2393962" y="3475320"/>
              <a:ext cx="2508143" cy="1368000"/>
            </a:xfrm>
            <a:prstGeom prst="rect">
              <a:avLst/>
            </a:prstGeom>
            <a:solidFill>
              <a:srgbClr val="2E2D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5600" tIns="37800" rIns="75600" bIns="37800" rtlCol="0" anchor="ctr"/>
            <a:lstStyle/>
            <a:p>
              <a:pPr algn="ctr">
                <a:spcAft>
                  <a:spcPts val="600"/>
                </a:spcAft>
              </a:pPr>
              <a:r>
                <a:rPr lang="en-AU" sz="1400" dirty="0" smtClean="0">
                  <a:solidFill>
                    <a:schemeClr val="bg1"/>
                  </a:solidFill>
                </a:rPr>
                <a:t>Are </a:t>
              </a:r>
              <a:r>
                <a:rPr lang="en-AU" sz="1400" dirty="0">
                  <a:solidFill>
                    <a:schemeClr val="bg1"/>
                  </a:solidFill>
                </a:rPr>
                <a:t>truthful and </a:t>
              </a:r>
              <a:r>
                <a:rPr lang="en-AU" sz="1400" dirty="0" smtClean="0">
                  <a:solidFill>
                    <a:schemeClr val="bg1"/>
                  </a:solidFill>
                </a:rPr>
                <a:t>trustworthy</a:t>
              </a:r>
              <a:endParaRPr lang="en-AU" sz="1400" dirty="0">
                <a:solidFill>
                  <a:schemeClr val="bg1"/>
                </a:solidFill>
              </a:endParaRPr>
            </a:p>
            <a:p>
              <a:pPr algn="ctr">
                <a:spcAft>
                  <a:spcPts val="600"/>
                </a:spcAft>
              </a:pPr>
              <a:r>
                <a:rPr lang="en-AU" sz="1400" dirty="0" smtClean="0">
                  <a:solidFill>
                    <a:schemeClr val="bg1"/>
                  </a:solidFill>
                </a:rPr>
                <a:t>Are </a:t>
              </a:r>
              <a:r>
                <a:rPr lang="en-AU" sz="1400" dirty="0">
                  <a:solidFill>
                    <a:schemeClr val="bg1"/>
                  </a:solidFill>
                </a:rPr>
                <a:t>caring and thoughtful to others</a:t>
              </a:r>
              <a:endParaRPr lang="en-US" sz="1470" dirty="0"/>
            </a:p>
          </p:txBody>
        </p:sp>
        <p:sp>
          <p:nvSpPr>
            <p:cNvPr id="41" name="Trapez 26">
              <a:extLst>
                <a:ext uri="{FF2B5EF4-FFF2-40B4-BE49-F238E27FC236}">
                  <a16:creationId xmlns:a16="http://schemas.microsoft.com/office/drawing/2014/main" id="{BD9943BE-80FA-451D-9D2E-229E2C875F7D}"/>
                </a:ext>
              </a:extLst>
            </p:cNvPr>
            <p:cNvSpPr/>
            <p:nvPr/>
          </p:nvSpPr>
          <p:spPr>
            <a:xfrm>
              <a:off x="2334691" y="7750217"/>
              <a:ext cx="2626684" cy="205222"/>
            </a:xfrm>
            <a:prstGeom prst="trapezoid">
              <a:avLst/>
            </a:prstGeom>
            <a:solidFill>
              <a:srgbClr val="2E2D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3" dirty="0"/>
            </a:p>
          </p:txBody>
        </p:sp>
        <p:sp>
          <p:nvSpPr>
            <p:cNvPr id="43" name="Trapez 27">
              <a:extLst>
                <a:ext uri="{FF2B5EF4-FFF2-40B4-BE49-F238E27FC236}">
                  <a16:creationId xmlns:a16="http://schemas.microsoft.com/office/drawing/2014/main" id="{04E540F0-BBB5-4386-B35F-553FFCEE3611}"/>
                </a:ext>
              </a:extLst>
            </p:cNvPr>
            <p:cNvSpPr/>
            <p:nvPr/>
          </p:nvSpPr>
          <p:spPr>
            <a:xfrm rot="10800000">
              <a:off x="2190033" y="2705427"/>
              <a:ext cx="2916000" cy="694511"/>
            </a:xfrm>
            <a:prstGeom prst="trapezoid">
              <a:avLst/>
            </a:prstGeom>
            <a:solidFill>
              <a:srgbClr val="2E2D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3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503280" y="2709985"/>
              <a:ext cx="2289507" cy="681899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AU" sz="2400" b="1" dirty="0">
                  <a:solidFill>
                    <a:schemeClr val="bg1"/>
                  </a:solidFill>
                </a:rPr>
                <a:t>INTEGRITY</a:t>
              </a:r>
            </a:p>
            <a:p>
              <a:pPr algn="ctr"/>
              <a:r>
                <a:rPr lang="en-AU" sz="1600" b="1" dirty="0">
                  <a:solidFill>
                    <a:schemeClr val="bg1"/>
                  </a:solidFill>
                </a:rPr>
                <a:t>Be </a:t>
              </a:r>
              <a:r>
                <a:rPr lang="en-AU" sz="1600" b="1" dirty="0" smtClean="0">
                  <a:solidFill>
                    <a:schemeClr val="bg1"/>
                  </a:solidFill>
                </a:rPr>
                <a:t>honest </a:t>
              </a:r>
              <a:r>
                <a:rPr lang="en-AU" sz="1600" b="1" dirty="0">
                  <a:solidFill>
                    <a:schemeClr val="bg1"/>
                  </a:solidFill>
                </a:rPr>
                <a:t>and </a:t>
              </a:r>
              <a:r>
                <a:rPr lang="en-AU" sz="1600" b="1" dirty="0" smtClean="0">
                  <a:solidFill>
                    <a:schemeClr val="bg1"/>
                  </a:solidFill>
                </a:rPr>
                <a:t>truthful</a:t>
              </a:r>
              <a:endParaRPr lang="en-AU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Prostokąt 3">
              <a:extLst>
                <a:ext uri="{FF2B5EF4-FFF2-40B4-BE49-F238E27FC236}">
                  <a16:creationId xmlns:a16="http://schemas.microsoft.com/office/drawing/2014/main" id="{370D4DB4-8B32-4D98-BF8B-66BF84105D7C}"/>
                </a:ext>
              </a:extLst>
            </p:cNvPr>
            <p:cNvSpPr/>
            <p:nvPr/>
          </p:nvSpPr>
          <p:spPr>
            <a:xfrm>
              <a:off x="2393962" y="4913778"/>
              <a:ext cx="2508143" cy="1368000"/>
            </a:xfrm>
            <a:prstGeom prst="rect">
              <a:avLst/>
            </a:prstGeom>
            <a:solidFill>
              <a:srgbClr val="2E2D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5600" tIns="37800" rIns="75600" bIns="37800" rtlCol="0" anchor="ctr"/>
            <a:lstStyle/>
            <a:p>
              <a:pPr algn="ctr">
                <a:spcAft>
                  <a:spcPts val="600"/>
                </a:spcAft>
              </a:pPr>
              <a:r>
                <a:rPr lang="en-AU" sz="1400" dirty="0">
                  <a:solidFill>
                    <a:schemeClr val="bg1"/>
                  </a:solidFill>
                </a:rPr>
                <a:t>Take responsibility for my actions </a:t>
              </a:r>
            </a:p>
            <a:p>
              <a:pPr algn="ctr">
                <a:spcAft>
                  <a:spcPts val="600"/>
                </a:spcAft>
              </a:pPr>
              <a:r>
                <a:rPr lang="en-AU" sz="1400" dirty="0">
                  <a:solidFill>
                    <a:schemeClr val="bg1"/>
                  </a:solidFill>
                </a:rPr>
                <a:t>Consider how our actions affect others </a:t>
              </a:r>
            </a:p>
          </p:txBody>
        </p:sp>
        <p:sp>
          <p:nvSpPr>
            <p:cNvPr id="46" name="Prostokąt 3">
              <a:extLst>
                <a:ext uri="{FF2B5EF4-FFF2-40B4-BE49-F238E27FC236}">
                  <a16:creationId xmlns:a16="http://schemas.microsoft.com/office/drawing/2014/main" id="{54B49821-51A4-4A7C-8A52-1642081AFA1E}"/>
                </a:ext>
              </a:extLst>
            </p:cNvPr>
            <p:cNvSpPr/>
            <p:nvPr/>
          </p:nvSpPr>
          <p:spPr>
            <a:xfrm>
              <a:off x="2393962" y="6339315"/>
              <a:ext cx="2508143" cy="1368000"/>
            </a:xfrm>
            <a:prstGeom prst="rect">
              <a:avLst/>
            </a:prstGeom>
            <a:solidFill>
              <a:srgbClr val="2E2D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5600" tIns="37800" rIns="75600" bIns="37800" rtlCol="0" anchor="ctr"/>
            <a:lstStyle/>
            <a:p>
              <a:pPr algn="ctr">
                <a:spcAft>
                  <a:spcPts val="600"/>
                </a:spcAft>
              </a:pPr>
              <a:r>
                <a:rPr lang="en-AU" sz="1400" dirty="0">
                  <a:solidFill>
                    <a:schemeClr val="bg1"/>
                  </a:solidFill>
                </a:rPr>
                <a:t>Wear our uniform with pride </a:t>
              </a:r>
            </a:p>
            <a:p>
              <a:pPr algn="ctr">
                <a:spcAft>
                  <a:spcPts val="600"/>
                </a:spcAft>
              </a:pPr>
              <a:r>
                <a:rPr lang="en-AU" sz="1400" dirty="0">
                  <a:solidFill>
                    <a:schemeClr val="bg1"/>
                  </a:solidFill>
                </a:rPr>
                <a:t>Are where we are expected to be</a:t>
              </a:r>
            </a:p>
            <a:p>
              <a:pPr algn="ctr">
                <a:spcAft>
                  <a:spcPts val="600"/>
                </a:spcAft>
              </a:pPr>
              <a:r>
                <a:rPr lang="en-AU" sz="1400" dirty="0">
                  <a:solidFill>
                    <a:schemeClr val="bg1"/>
                  </a:solidFill>
                </a:rPr>
                <a:t>Walk calmly and safely </a:t>
              </a:r>
            </a:p>
          </p:txBody>
        </p:sp>
        <p:sp>
          <p:nvSpPr>
            <p:cNvPr id="48" name="Prostokąt 5">
              <a:extLst>
                <a:ext uri="{FF2B5EF4-FFF2-40B4-BE49-F238E27FC236}">
                  <a16:creationId xmlns:a16="http://schemas.microsoft.com/office/drawing/2014/main" id="{46DFAEAA-1494-404A-9615-C20B08142F1F}"/>
                </a:ext>
              </a:extLst>
            </p:cNvPr>
            <p:cNvSpPr/>
            <p:nvPr/>
          </p:nvSpPr>
          <p:spPr>
            <a:xfrm>
              <a:off x="5417964" y="3475320"/>
              <a:ext cx="2508143" cy="1368000"/>
            </a:xfrm>
            <a:prstGeom prst="rect">
              <a:avLst/>
            </a:prstGeom>
            <a:solidFill>
              <a:srgbClr val="FF52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5600" tIns="37800" rIns="75600" bIns="37800" rtlCol="0" anchor="ctr"/>
            <a:lstStyle/>
            <a:p>
              <a:pPr algn="ctr">
                <a:spcAft>
                  <a:spcPts val="600"/>
                </a:spcAft>
              </a:pPr>
              <a:r>
                <a:rPr lang="en-AU" sz="1400" dirty="0" smtClean="0">
                  <a:solidFill>
                    <a:schemeClr val="bg1"/>
                  </a:solidFill>
                </a:rPr>
                <a:t>Use </a:t>
              </a:r>
              <a:r>
                <a:rPr lang="en-AU" sz="1400" dirty="0">
                  <a:solidFill>
                    <a:schemeClr val="bg1"/>
                  </a:solidFill>
                </a:rPr>
                <a:t>appropriate language and behaviour</a:t>
              </a:r>
            </a:p>
            <a:p>
              <a:pPr algn="ctr">
                <a:spcAft>
                  <a:spcPts val="600"/>
                </a:spcAft>
              </a:pPr>
              <a:r>
                <a:rPr lang="en-AU" sz="1400" dirty="0" smtClean="0">
                  <a:solidFill>
                    <a:schemeClr val="bg1"/>
                  </a:solidFill>
                </a:rPr>
                <a:t>Follow </a:t>
              </a:r>
              <a:r>
                <a:rPr lang="en-AU" sz="1400" dirty="0">
                  <a:solidFill>
                    <a:schemeClr val="bg1"/>
                  </a:solidFill>
                </a:rPr>
                <a:t>the directions of College staff</a:t>
              </a:r>
              <a:endParaRPr lang="en-US" sz="1470" dirty="0">
                <a:solidFill>
                  <a:schemeClr val="bg1"/>
                </a:solidFill>
              </a:endParaRPr>
            </a:p>
          </p:txBody>
        </p:sp>
        <p:sp>
          <p:nvSpPr>
            <p:cNvPr id="50" name="Trapez 32">
              <a:extLst>
                <a:ext uri="{FF2B5EF4-FFF2-40B4-BE49-F238E27FC236}">
                  <a16:creationId xmlns:a16="http://schemas.microsoft.com/office/drawing/2014/main" id="{CDE2B96D-8DEE-4046-B8FB-0112ADECA21A}"/>
                </a:ext>
              </a:extLst>
            </p:cNvPr>
            <p:cNvSpPr/>
            <p:nvPr/>
          </p:nvSpPr>
          <p:spPr>
            <a:xfrm>
              <a:off x="5358693" y="7756324"/>
              <a:ext cx="2626684" cy="205200"/>
            </a:xfrm>
            <a:prstGeom prst="trapezoid">
              <a:avLst/>
            </a:prstGeom>
            <a:solidFill>
              <a:srgbClr val="FF52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3" dirty="0"/>
            </a:p>
          </p:txBody>
        </p:sp>
        <p:sp>
          <p:nvSpPr>
            <p:cNvPr id="51" name="Trapez 33">
              <a:extLst>
                <a:ext uri="{FF2B5EF4-FFF2-40B4-BE49-F238E27FC236}">
                  <a16:creationId xmlns:a16="http://schemas.microsoft.com/office/drawing/2014/main" id="{2F079847-83A1-4608-8EE3-40712A69DDB9}"/>
                </a:ext>
              </a:extLst>
            </p:cNvPr>
            <p:cNvSpPr/>
            <p:nvPr/>
          </p:nvSpPr>
          <p:spPr>
            <a:xfrm rot="10800000">
              <a:off x="5214035" y="2705427"/>
              <a:ext cx="2916000" cy="694511"/>
            </a:xfrm>
            <a:prstGeom prst="trapezoid">
              <a:avLst/>
            </a:prstGeom>
            <a:solidFill>
              <a:srgbClr val="FF52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3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527282" y="2711858"/>
              <a:ext cx="2289507" cy="681899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AU" sz="2400" b="1" dirty="0">
                  <a:solidFill>
                    <a:schemeClr val="bg1"/>
                  </a:solidFill>
                </a:rPr>
                <a:t>RESPECT</a:t>
              </a:r>
            </a:p>
            <a:p>
              <a:pPr algn="ctr"/>
              <a:r>
                <a:rPr lang="en-AU" sz="1600" b="1" dirty="0">
                  <a:solidFill>
                    <a:schemeClr val="bg1"/>
                  </a:solidFill>
                </a:rPr>
                <a:t>Be considerate of others</a:t>
              </a:r>
            </a:p>
          </p:txBody>
        </p:sp>
        <p:sp>
          <p:nvSpPr>
            <p:cNvPr id="53" name="Prostokąt 5">
              <a:extLst>
                <a:ext uri="{FF2B5EF4-FFF2-40B4-BE49-F238E27FC236}">
                  <a16:creationId xmlns:a16="http://schemas.microsoft.com/office/drawing/2014/main" id="{C09591EC-805C-43A8-A322-977D655BA34D}"/>
                </a:ext>
              </a:extLst>
            </p:cNvPr>
            <p:cNvSpPr/>
            <p:nvPr/>
          </p:nvSpPr>
          <p:spPr>
            <a:xfrm>
              <a:off x="5417964" y="4913778"/>
              <a:ext cx="2508143" cy="1368000"/>
            </a:xfrm>
            <a:prstGeom prst="rect">
              <a:avLst/>
            </a:prstGeom>
            <a:solidFill>
              <a:srgbClr val="FF52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5600" tIns="37800" rIns="75600" bIns="37800" rtlCol="0" anchor="ctr"/>
            <a:lstStyle/>
            <a:p>
              <a:pPr algn="ctr">
                <a:spcAft>
                  <a:spcPts val="600"/>
                </a:spcAft>
              </a:pPr>
              <a:r>
                <a:rPr lang="en-AU" sz="1400" dirty="0">
                  <a:solidFill>
                    <a:schemeClr val="bg1"/>
                  </a:solidFill>
                </a:rPr>
                <a:t>Attend all classes </a:t>
              </a:r>
            </a:p>
            <a:p>
              <a:pPr algn="ctr">
                <a:spcAft>
                  <a:spcPts val="600"/>
                </a:spcAft>
              </a:pPr>
              <a:r>
                <a:rPr lang="en-AU" sz="1400" dirty="0">
                  <a:solidFill>
                    <a:schemeClr val="bg1"/>
                  </a:solidFill>
                </a:rPr>
                <a:t>Arrive on time to class</a:t>
              </a:r>
            </a:p>
            <a:p>
              <a:pPr algn="ctr">
                <a:spcAft>
                  <a:spcPts val="600"/>
                </a:spcAft>
              </a:pPr>
              <a:r>
                <a:rPr lang="en-AU" sz="1400" dirty="0">
                  <a:solidFill>
                    <a:schemeClr val="bg1"/>
                  </a:solidFill>
                </a:rPr>
                <a:t> Work cooperatively with others </a:t>
              </a:r>
            </a:p>
          </p:txBody>
        </p:sp>
        <p:sp>
          <p:nvSpPr>
            <p:cNvPr id="54" name="Prostokąt 5">
              <a:extLst>
                <a:ext uri="{FF2B5EF4-FFF2-40B4-BE49-F238E27FC236}">
                  <a16:creationId xmlns:a16="http://schemas.microsoft.com/office/drawing/2014/main" id="{F0C06758-D05E-4427-BCED-7D5B88BCBCE4}"/>
                </a:ext>
              </a:extLst>
            </p:cNvPr>
            <p:cNvSpPr/>
            <p:nvPr/>
          </p:nvSpPr>
          <p:spPr>
            <a:xfrm>
              <a:off x="5417964" y="6339315"/>
              <a:ext cx="2508143" cy="1368000"/>
            </a:xfrm>
            <a:prstGeom prst="rect">
              <a:avLst/>
            </a:prstGeom>
            <a:solidFill>
              <a:srgbClr val="FF52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5600" tIns="37800" rIns="75600" bIns="37800" rtlCol="0" anchor="ctr"/>
            <a:lstStyle/>
            <a:p>
              <a:pPr algn="ctr">
                <a:spcAft>
                  <a:spcPts val="600"/>
                </a:spcAft>
              </a:pPr>
              <a:r>
                <a:rPr lang="en-AU" sz="1400" dirty="0">
                  <a:solidFill>
                    <a:schemeClr val="bg1"/>
                  </a:solidFill>
                </a:rPr>
                <a:t>Respect other’s personal space </a:t>
              </a:r>
            </a:p>
            <a:p>
              <a:pPr algn="ctr">
                <a:spcAft>
                  <a:spcPts val="600"/>
                </a:spcAft>
              </a:pPr>
              <a:r>
                <a:rPr lang="en-AU" sz="1400" dirty="0">
                  <a:solidFill>
                    <a:schemeClr val="bg1"/>
                  </a:solidFill>
                </a:rPr>
                <a:t>Acknowledge the success of others </a:t>
              </a:r>
            </a:p>
            <a:p>
              <a:pPr algn="ctr">
                <a:spcAft>
                  <a:spcPts val="600"/>
                </a:spcAft>
              </a:pPr>
              <a:r>
                <a:rPr lang="en-AU" sz="1400" dirty="0">
                  <a:solidFill>
                    <a:schemeClr val="bg1"/>
                  </a:solidFill>
                </a:rPr>
                <a:t>Are environmentally responsible </a:t>
              </a:r>
            </a:p>
          </p:txBody>
        </p:sp>
        <p:sp>
          <p:nvSpPr>
            <p:cNvPr id="55" name="Prostokąt 4">
              <a:extLst>
                <a:ext uri="{FF2B5EF4-FFF2-40B4-BE49-F238E27FC236}">
                  <a16:creationId xmlns:a16="http://schemas.microsoft.com/office/drawing/2014/main" id="{ED5C91CD-3A00-47E5-96D4-927F91871719}"/>
                </a:ext>
              </a:extLst>
            </p:cNvPr>
            <p:cNvSpPr/>
            <p:nvPr/>
          </p:nvSpPr>
          <p:spPr>
            <a:xfrm>
              <a:off x="8442299" y="3475320"/>
              <a:ext cx="2508143" cy="1368000"/>
            </a:xfrm>
            <a:prstGeom prst="rect">
              <a:avLst/>
            </a:prstGeom>
            <a:solidFill>
              <a:srgbClr val="FAB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5600" tIns="37800" rIns="75600" bIns="37800" rtlCol="0" anchor="ctr"/>
            <a:lstStyle/>
            <a:p>
              <a:pPr algn="ctr">
                <a:spcAft>
                  <a:spcPts val="600"/>
                </a:spcAft>
              </a:pPr>
              <a:r>
                <a:rPr lang="en-AU" sz="1400" dirty="0" smtClean="0">
                  <a:solidFill>
                    <a:schemeClr val="bg1"/>
                  </a:solidFill>
                </a:rPr>
                <a:t>Use </a:t>
              </a:r>
              <a:r>
                <a:rPr lang="en-AU" sz="1400" dirty="0">
                  <a:solidFill>
                    <a:schemeClr val="bg1"/>
                  </a:solidFill>
                </a:rPr>
                <a:t>technology and resources appropriately</a:t>
              </a:r>
            </a:p>
            <a:p>
              <a:pPr algn="ctr">
                <a:spcAft>
                  <a:spcPts val="600"/>
                </a:spcAft>
              </a:pPr>
              <a:r>
                <a:rPr lang="en-AU" sz="1400" dirty="0" smtClean="0">
                  <a:solidFill>
                    <a:schemeClr val="bg1"/>
                  </a:solidFill>
                </a:rPr>
                <a:t>Represent </a:t>
              </a:r>
              <a:r>
                <a:rPr lang="en-AU" sz="1400" dirty="0">
                  <a:solidFill>
                    <a:schemeClr val="bg1"/>
                  </a:solidFill>
                </a:rPr>
                <a:t>and promote our </a:t>
              </a:r>
              <a:r>
                <a:rPr lang="en-AU" sz="1400" dirty="0" smtClean="0">
                  <a:solidFill>
                    <a:schemeClr val="bg1"/>
                  </a:solidFill>
                </a:rPr>
                <a:t>College </a:t>
              </a:r>
              <a:r>
                <a:rPr lang="en-AU" sz="1400" dirty="0">
                  <a:solidFill>
                    <a:schemeClr val="bg1"/>
                  </a:solidFill>
                </a:rPr>
                <a:t>positively</a:t>
              </a:r>
            </a:p>
          </p:txBody>
        </p:sp>
        <p:sp>
          <p:nvSpPr>
            <p:cNvPr id="56" name="Trapez 30">
              <a:extLst>
                <a:ext uri="{FF2B5EF4-FFF2-40B4-BE49-F238E27FC236}">
                  <a16:creationId xmlns:a16="http://schemas.microsoft.com/office/drawing/2014/main" id="{3EA2BA79-8F55-4278-9EFA-387662BCA77E}"/>
                </a:ext>
              </a:extLst>
            </p:cNvPr>
            <p:cNvSpPr/>
            <p:nvPr/>
          </p:nvSpPr>
          <p:spPr>
            <a:xfrm>
              <a:off x="8383028" y="7740881"/>
              <a:ext cx="2626684" cy="205222"/>
            </a:xfrm>
            <a:prstGeom prst="trapezoid">
              <a:avLst/>
            </a:prstGeom>
            <a:solidFill>
              <a:srgbClr val="FAB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3" dirty="0"/>
            </a:p>
          </p:txBody>
        </p:sp>
        <p:sp>
          <p:nvSpPr>
            <p:cNvPr id="57" name="Trapez 31">
              <a:extLst>
                <a:ext uri="{FF2B5EF4-FFF2-40B4-BE49-F238E27FC236}">
                  <a16:creationId xmlns:a16="http://schemas.microsoft.com/office/drawing/2014/main" id="{60635F80-4547-4A43-98E7-623B89114A8F}"/>
                </a:ext>
              </a:extLst>
            </p:cNvPr>
            <p:cNvSpPr/>
            <p:nvPr/>
          </p:nvSpPr>
          <p:spPr>
            <a:xfrm rot="10800000">
              <a:off x="8238036" y="2705427"/>
              <a:ext cx="2916669" cy="694511"/>
            </a:xfrm>
            <a:prstGeom prst="trapezoid">
              <a:avLst/>
            </a:prstGeom>
            <a:solidFill>
              <a:srgbClr val="FAB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3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518544" y="2706511"/>
              <a:ext cx="2355652" cy="681899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AU" sz="2400" b="1" dirty="0">
                  <a:solidFill>
                    <a:schemeClr val="bg1"/>
                  </a:solidFill>
                </a:rPr>
                <a:t>EXCELLENCE</a:t>
              </a:r>
            </a:p>
            <a:p>
              <a:pPr algn="ctr"/>
              <a:r>
                <a:rPr lang="en-AU" sz="1600" b="1" dirty="0">
                  <a:solidFill>
                    <a:schemeClr val="bg1"/>
                  </a:solidFill>
                </a:rPr>
                <a:t>Be the best you can be</a:t>
              </a:r>
              <a:endParaRPr lang="en-AU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9" name="Prostokąt 4">
              <a:extLst>
                <a:ext uri="{FF2B5EF4-FFF2-40B4-BE49-F238E27FC236}">
                  <a16:creationId xmlns:a16="http://schemas.microsoft.com/office/drawing/2014/main" id="{98F72FD8-2070-479A-8F7D-2505AF94CCFC}"/>
                </a:ext>
              </a:extLst>
            </p:cNvPr>
            <p:cNvSpPr/>
            <p:nvPr/>
          </p:nvSpPr>
          <p:spPr>
            <a:xfrm>
              <a:off x="8442299" y="4913778"/>
              <a:ext cx="2508143" cy="1368000"/>
            </a:xfrm>
            <a:prstGeom prst="rect">
              <a:avLst/>
            </a:prstGeom>
            <a:solidFill>
              <a:srgbClr val="FAB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5600" tIns="37800" rIns="75600" bIns="37800" rtlCol="0" anchor="ctr"/>
            <a:lstStyle/>
            <a:p>
              <a:pPr algn="ctr">
                <a:spcAft>
                  <a:spcPts val="600"/>
                </a:spcAft>
              </a:pPr>
              <a:r>
                <a:rPr lang="en-AU" sz="1400" dirty="0">
                  <a:solidFill>
                    <a:schemeClr val="bg1"/>
                  </a:solidFill>
                </a:rPr>
                <a:t>Are prepared for the lesson</a:t>
              </a:r>
            </a:p>
            <a:p>
              <a:pPr algn="ctr">
                <a:spcAft>
                  <a:spcPts val="600"/>
                </a:spcAft>
              </a:pPr>
              <a:r>
                <a:rPr lang="en-AU" sz="1400" dirty="0">
                  <a:solidFill>
                    <a:schemeClr val="bg1"/>
                  </a:solidFill>
                </a:rPr>
                <a:t>Set and meet our goals</a:t>
              </a:r>
            </a:p>
            <a:p>
              <a:pPr algn="ctr">
                <a:spcAft>
                  <a:spcPts val="600"/>
                </a:spcAft>
              </a:pPr>
              <a:r>
                <a:rPr lang="en-AU" sz="1400" dirty="0">
                  <a:solidFill>
                    <a:schemeClr val="bg1"/>
                  </a:solidFill>
                </a:rPr>
                <a:t>Meet deadlines </a:t>
              </a:r>
            </a:p>
            <a:p>
              <a:pPr algn="ctr">
                <a:spcAft>
                  <a:spcPts val="600"/>
                </a:spcAft>
              </a:pPr>
              <a:r>
                <a:rPr lang="en-AU" sz="1400" dirty="0">
                  <a:solidFill>
                    <a:schemeClr val="bg1"/>
                  </a:solidFill>
                </a:rPr>
                <a:t>Have a positive growth mindset</a:t>
              </a:r>
            </a:p>
          </p:txBody>
        </p:sp>
        <p:sp>
          <p:nvSpPr>
            <p:cNvPr id="60" name="Prostokąt 4">
              <a:extLst>
                <a:ext uri="{FF2B5EF4-FFF2-40B4-BE49-F238E27FC236}">
                  <a16:creationId xmlns:a16="http://schemas.microsoft.com/office/drawing/2014/main" id="{A38F6336-478A-4A71-A142-C1890D872D06}"/>
                </a:ext>
              </a:extLst>
            </p:cNvPr>
            <p:cNvSpPr/>
            <p:nvPr/>
          </p:nvSpPr>
          <p:spPr>
            <a:xfrm>
              <a:off x="8442299" y="6339315"/>
              <a:ext cx="2508143" cy="1368000"/>
            </a:xfrm>
            <a:prstGeom prst="rect">
              <a:avLst/>
            </a:prstGeom>
            <a:solidFill>
              <a:srgbClr val="FAB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5600" tIns="37800" rIns="75600" bIns="37800" rtlCol="0" anchor="ctr"/>
            <a:lstStyle/>
            <a:p>
              <a:pPr algn="ctr">
                <a:spcAft>
                  <a:spcPts val="600"/>
                </a:spcAft>
              </a:pPr>
              <a:r>
                <a:rPr lang="en-AU" sz="1400" dirty="0">
                  <a:solidFill>
                    <a:schemeClr val="bg1"/>
                  </a:solidFill>
                </a:rPr>
                <a:t>Are positive role models</a:t>
              </a:r>
            </a:p>
            <a:p>
              <a:pPr algn="ctr">
                <a:spcAft>
                  <a:spcPts val="600"/>
                </a:spcAft>
              </a:pPr>
              <a:r>
                <a:rPr lang="en-AU" sz="1400" dirty="0">
                  <a:solidFill>
                    <a:schemeClr val="bg1"/>
                  </a:solidFill>
                </a:rPr>
                <a:t>Participate positively in activities </a:t>
              </a:r>
            </a:p>
            <a:p>
              <a:pPr algn="ctr">
                <a:spcAft>
                  <a:spcPts val="600"/>
                </a:spcAft>
              </a:pPr>
              <a:r>
                <a:rPr lang="en-AU" sz="1400" dirty="0">
                  <a:solidFill>
                    <a:schemeClr val="bg1"/>
                  </a:solidFill>
                </a:rPr>
                <a:t>Engage in safe and positive social behaviour 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2111927" y="8041121"/>
              <a:ext cx="9005507" cy="540000"/>
              <a:chOff x="1678502" y="7875766"/>
              <a:chExt cx="9005507" cy="540000"/>
            </a:xfrm>
          </p:grpSpPr>
          <p:sp>
            <p:nvSpPr>
              <p:cNvPr id="32" name="Prostokąt: zaokrąglone rogi u góry 13">
                <a:extLst>
                  <a:ext uri="{FF2B5EF4-FFF2-40B4-BE49-F238E27FC236}">
                    <a16:creationId xmlns:a16="http://schemas.microsoft.com/office/drawing/2014/main" id="{5C27D911-6A0F-4B43-98D7-215D91E4EC97}"/>
                  </a:ext>
                </a:extLst>
              </p:cNvPr>
              <p:cNvSpPr/>
              <p:nvPr/>
            </p:nvSpPr>
            <p:spPr>
              <a:xfrm>
                <a:off x="1678502" y="7875766"/>
                <a:ext cx="9005507" cy="540000"/>
              </a:xfrm>
              <a:prstGeom prst="round2Same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3" dirty="0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858768" y="7880420"/>
                <a:ext cx="8644974" cy="530692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AU" sz="3000" b="1" spc="600" dirty="0">
                    <a:solidFill>
                      <a:srgbClr val="2E2D2D"/>
                    </a:solidFill>
                  </a:rPr>
                  <a:t>UNITY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1919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OJECT_FOLDER_UPDATED" val="1"/>
  <p:tag name="ISPRING_FIRST_PUBLISH" val="1"/>
  <p:tag name="ISPRING_SCORM_RATE_SLIDES" val="0"/>
  <p:tag name="ISPRING_SCORM_PASSING_SCORE" val="80.000000"/>
  <p:tag name="ISPRING_ULTRA_SCORM_COURSE_ID" val="4C2612C4-0887-4949-9F11-85A7505D1D2B"/>
  <p:tag name="ISPRINGONLINEFOLDERID" val="0"/>
  <p:tag name="ISPRINGONLINEFOLDERPATH" val="Каталог"/>
  <p:tag name="ISPRINGCLOUDFOLDERID" val="0"/>
  <p:tag name="ISPRINGCLOUDFOLDERPATH" val="Каталог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OUTPUT_FOLDER" val="D:\Repozytoria\sygnity-elearning\Przewodnik po zawartości merytorycznej systemu oraz dokumentacji\moduł 5"/>
  <p:tag name="ISPRING_PRESENTATION_TITLE" val="moduł 5"/>
  <p:tag name="ISPRING_UUID" val="{EDA8B4BD-ADC4-404C-B17D-28C253F41D2F}"/>
  <p:tag name="ISPRING_RESOURCE_FOLDER" val="D:\Repozytoria\sygnity-elearning\Korzystanie z platformy raportowej (raporty standardowe) SHD-E07-W2-UZY-E-Z2-G0\moduł 5\moduł 5\"/>
  <p:tag name="ISPRING_PRESENTATION_PATH" val="D:\Repozytoria\sygnity-elearning\Korzystanie z platformy raportowej (raporty standardowe) SHD-E07-W2-UZY-E-Z2-G0\moduł 5\moduł 5.pptm"/>
  <p:tag name="GENSWF_MOVIE_ONCLICK_URL" val="http://"/>
  <p:tag name="GENSWF_MOVIE_ONCLICK_URL_TARGET" val="_self"/>
  <p:tag name="GENSWF_MOVIE_PRESENTATION_END_URL" val="http://"/>
  <p:tag name="GENSWF_MOVIE_PRESENTATION_END_URL_TARGET" val="_self"/>
  <p:tag name="FLASHSPRING_PRESENTATION_REFERENCES" val="F&#10;Ikony.png&#10;D:\Repozytoria\sygnity-elearning\Korzystanie z platformy raportowej (raporty standardowe) SHD-E07-W2-UZY-E-Z2-G0\moduł 5\moduł 5\attachment\att1\Ikony.png&#10;_blank&#10;|&#10;F&#10;R1.png&#10;D:\Repozytoria\sygnity-elearning\Korzystanie z platformy raportowej (raporty standardowe) SHD-E07-W2-UZY-E-Z2-G0\moduł 5\moduł 5\attachment\att2\R1.png&#10;_blank&#10;|&#10;F&#10;R2.png&#10;D:\Repozytoria\sygnity-elearning\Korzystanie z platformy raportowej (raporty standardowe) SHD-E07-W2-UZY-E-Z2-G0\moduł 5\moduł 5\attachment\att3\R2.png&#10;_blank&#10;|&#10;F&#10;R3.png&#10;D:\Repozytoria\sygnity-elearning\Korzystanie z platformy raportowej (raporty standardowe) SHD-E07-W2-UZY-E-Z2-G0\moduł 5\moduł 5\attachment\att4\R3.png&#10;_blank&#10;|&#10;F&#10;R4.png&#10;D:\Repozytoria\sygnity-elearning\Korzystanie z platformy raportowej (raporty standardowe) SHD-E07-W2-UZY-E-Z2-G0\moduł 5\moduł 5\attachment\att5\R4.png&#10;_blank&#10;|&#10;F&#10;R5a.png&#10;D:\Repozytoria\sygnity-elearning\Korzystanie z platformy raportowej (raporty standardowe) SHD-E07-W2-UZY-E-Z2-G0\moduł 5\moduł 5\attachment\att6\R5a.png&#10;_blank&#10;|&#10;F&#10;R5b.png&#10;D:\Repozytoria\sygnity-elearning\Korzystanie z platformy raportowej (raporty standardowe) SHD-E07-W2-UZY-E-Z2-G0\moduł 5\moduł 5\attachment\att7\R5b.png&#10;_blank&#10;|&#10;F&#10;R6.png&#10;D:\Repozytoria\sygnity-elearning\Korzystanie z platformy raportowej (raporty standardowe) SHD-E07-W2-UZY-E-Z2-G0\moduł 5\moduł 5\attachment\att8\R6.png&#10;_blank&#10;|&#10;F&#10;R7.png&#10;D:\Repozytoria\sygnity-elearning\Korzystanie z platformy raportowej (raporty standardowe) SHD-E07-W2-UZY-E-Z2-G0\moduł 5\moduł 5\attachment\att9\R7.png&#10;_blank&#10;|&#10;F&#10;R8.png&#10;D:\Repozytoria\sygnity-elearning\Korzystanie z platformy raportowej (raporty standardowe) SHD-E07-W2-UZY-E-Z2-G0\moduł 5\moduł 5\attachment\att10\R8.png&#10;_blank&#10;|&#10;F&#10;R9.png&#10;D:\Repozytoria\sygnity-elearning\Korzystanie z platformy raportowej (raporty standardowe) SHD-E07-W2-UZY-E-Z2-G0\moduł 5\moduł 5\attachment\att11\R9.png&#10;_blank&#10;|&#10;F&#10;R10.png&#10;D:\Repozytoria\sygnity-elearning\Korzystanie z platformy raportowej (raporty standardowe) SHD-E07-W2-UZY-E-Z2-G0\moduł 5\moduł 5\attachment\att12\R10.png&#10;_blank&#10;|&#10;F&#10;R11.png&#10;D:\Repozytoria\sygnity-elearning\Korzystanie z platformy raportowej (raporty standardowe) SHD-E07-W2-UZY-E-Z2-G0\moduł 5\moduł 5\attachment\att13\R11.png&#10;_blank&#10;|&#10;F&#10;R12.png&#10;D:\Repozytoria\sygnity-elearning\Korzystanie z platformy raportowej (raporty standardowe) SHD-E07-W2-UZY-E-Z2-G0\moduł 5\moduł 5\attachment\att14\R12.png&#10;_blank&#10;|&#10;"/>
  <p:tag name="ISPRING_SCREEN_RECS_UPDATED" val="D:\Repozytoria\sygnity-elearning\Korzystanie z platformy raportowej (raporty standardowe) SHD-E07-W2-UZY-E-Z2-G0\moduł 5\moduł 5\"/>
</p:tagLst>
</file>

<file path=ppt/theme/theme1.xml><?xml version="1.0" encoding="utf-8"?>
<a:theme xmlns:a="http://schemas.openxmlformats.org/drawingml/2006/main" name="Motive infoDiagram.com template">
  <a:themeElements>
    <a:clrScheme name="szablon PPT 1">
      <a:dk1>
        <a:sysClr val="windowText" lastClr="000000"/>
      </a:dk1>
      <a:lt1>
        <a:sysClr val="window" lastClr="FFFFFF"/>
      </a:lt1>
      <a:dk2>
        <a:srgbClr val="1A5882"/>
      </a:dk2>
      <a:lt2>
        <a:srgbClr val="D8DEE3"/>
      </a:lt2>
      <a:accent1>
        <a:srgbClr val="00A4DE"/>
      </a:accent1>
      <a:accent2>
        <a:srgbClr val="85096A"/>
      </a:accent2>
      <a:accent3>
        <a:srgbClr val="6D7689"/>
      </a:accent3>
      <a:accent4>
        <a:srgbClr val="159794"/>
      </a:accent4>
      <a:accent5>
        <a:srgbClr val="FFAA19"/>
      </a:accent5>
      <a:accent6>
        <a:srgbClr val="90CF03"/>
      </a:accent6>
      <a:hlink>
        <a:srgbClr val="00A4DE"/>
      </a:hlink>
      <a:folHlink>
        <a:srgbClr val="85096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 anchor="ctr">
        <a:noAutofit/>
      </a:bodyPr>
      <a:lstStyle>
        <a:defPPr algn="ctr">
          <a:defRPr sz="2400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tyl prezentacji" id="{18385F85-86E8-4FCE-B328-A63F3718FBE6}" vid="{3F8292D1-9287-4044-946E-F0EFE778BD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Styl prezentacji</Template>
  <TotalTime>17019</TotalTime>
  <Words>135</Words>
  <Application>Microsoft Office PowerPoint</Application>
  <PresentationFormat>A3 Paper (297x420 mm)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Motive infoDiagram.com template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infoDiagram PPT template</dc:title>
  <dc:subject>infoDiagram.com PPT visuals collection</dc:subject>
  <dc:creator>Izabela Zvirinska infoDiagram</dc:creator>
  <cp:lastModifiedBy>FLOCKHART Alison [Baldivis Secondary College]</cp:lastModifiedBy>
  <cp:revision>614</cp:revision>
  <dcterms:created xsi:type="dcterms:W3CDTF">2017-08-18T06:23:17Z</dcterms:created>
  <dcterms:modified xsi:type="dcterms:W3CDTF">2020-01-30T07:04:17Z</dcterms:modified>
</cp:coreProperties>
</file>