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8" r:id="rId3"/>
    <p:sldId id="259" r:id="rId4"/>
    <p:sldId id="260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88" d="100"/>
          <a:sy n="88" d="100"/>
        </p:scale>
        <p:origin x="69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0" y="3866920"/>
            <a:ext cx="12192000" cy="2991080"/>
          </a:xfrm>
          <a:prstGeom prst="rect">
            <a:avLst/>
          </a:prstGeom>
          <a:gradFill>
            <a:gsLst>
              <a:gs pos="0">
                <a:schemeClr val="bg1">
                  <a:alpha val="91000"/>
                </a:schemeClr>
              </a:gs>
              <a:gs pos="37000">
                <a:schemeClr val="bg1">
                  <a:alpha val="76000"/>
                </a:schemeClr>
              </a:gs>
              <a:gs pos="100000">
                <a:schemeClr val="bg2">
                  <a:alpha val="79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2" name="Rectangle 11"/>
          <p:cNvSpPr/>
          <p:nvPr/>
        </p:nvSpPr>
        <p:spPr>
          <a:xfrm>
            <a:off x="0" y="0"/>
            <a:ext cx="12192000" cy="386692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89000"/>
                </a:schemeClr>
              </a:gs>
              <a:gs pos="48000">
                <a:schemeClr val="bg1">
                  <a:alpha val="62000"/>
                </a:schemeClr>
              </a:gs>
              <a:gs pos="100000">
                <a:schemeClr val="bg2">
                  <a:alpha val="79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13" name="Rectangle 12"/>
          <p:cNvSpPr/>
          <p:nvPr/>
        </p:nvSpPr>
        <p:spPr>
          <a:xfrm>
            <a:off x="0" y="2652311"/>
            <a:ext cx="12192000" cy="2286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29000">
                <a:schemeClr val="bg1">
                  <a:alpha val="30000"/>
                </a:schemeClr>
              </a:gs>
              <a:gs pos="45000">
                <a:schemeClr val="bg2">
                  <a:alpha val="40000"/>
                </a:schemeClr>
              </a:gs>
              <a:gs pos="55000">
                <a:schemeClr val="bg1">
                  <a:alpha val="26000"/>
                </a:schemeClr>
              </a:gs>
              <a:gs pos="65000">
                <a:schemeClr val="bg2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4" name="Oval 13"/>
          <p:cNvSpPr/>
          <p:nvPr/>
        </p:nvSpPr>
        <p:spPr>
          <a:xfrm>
            <a:off x="0" y="1600200"/>
            <a:ext cx="12192000" cy="5105400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54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65060" y="5052546"/>
            <a:ext cx="7516013" cy="882119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485819-E21D-4B48-AD80-98CCF3210A3D}" type="datetimeFigureOut">
              <a:rPr lang="en-US" smtClean="0"/>
              <a:pPr/>
              <a:t>1/31/2020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F32E1-AE16-C64F-965A-E479EC313D3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0109" y="3132290"/>
            <a:ext cx="9567135" cy="1793167"/>
          </a:xfrm>
          <a:effectLst/>
        </p:spPr>
        <p:txBody>
          <a:bodyPr>
            <a:noAutofit/>
          </a:bodyPr>
          <a:lstStyle>
            <a:lvl1pPr marL="640080" indent="-457200"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16893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485819-E21D-4B48-AD80-98CCF3210A3D}" type="datetimeFigureOut">
              <a:rPr lang="en-US" smtClean="0"/>
              <a:pPr/>
              <a:t>1/31/2020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F32E1-AE16-C64F-965A-E479EC313D3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" name="Content Placeholder 9"/>
          <p:cNvSpPr>
            <a:spLocks noGrp="1"/>
          </p:cNvSpPr>
          <p:nvPr>
            <p:ph sz="quarter" idx="13"/>
          </p:nvPr>
        </p:nvSpPr>
        <p:spPr>
          <a:xfrm>
            <a:off x="1524000" y="731520"/>
            <a:ext cx="8534400" cy="34747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60006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3866920"/>
            <a:ext cx="12192000" cy="2991080"/>
          </a:xfrm>
          <a:prstGeom prst="rect">
            <a:avLst/>
          </a:prstGeom>
          <a:gradFill>
            <a:gsLst>
              <a:gs pos="0">
                <a:schemeClr val="bg1">
                  <a:alpha val="92000"/>
                </a:schemeClr>
              </a:gs>
              <a:gs pos="37000">
                <a:schemeClr val="bg1">
                  <a:alpha val="77000"/>
                </a:schemeClr>
              </a:gs>
              <a:gs pos="100000">
                <a:schemeClr val="bg2">
                  <a:alpha val="80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12192000" cy="386692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90000"/>
                </a:schemeClr>
              </a:gs>
              <a:gs pos="48000">
                <a:schemeClr val="bg1">
                  <a:alpha val="63000"/>
                </a:schemeClr>
              </a:gs>
              <a:gs pos="100000">
                <a:schemeClr val="bg2">
                  <a:alpha val="8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9" name="Rectangle 8"/>
          <p:cNvSpPr/>
          <p:nvPr/>
        </p:nvSpPr>
        <p:spPr>
          <a:xfrm>
            <a:off x="0" y="2652311"/>
            <a:ext cx="12192000" cy="2286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29000">
                <a:schemeClr val="bg1">
                  <a:alpha val="30000"/>
                </a:schemeClr>
              </a:gs>
              <a:gs pos="45000">
                <a:schemeClr val="bg2">
                  <a:alpha val="40000"/>
                </a:schemeClr>
              </a:gs>
              <a:gs pos="55000">
                <a:schemeClr val="bg1">
                  <a:alpha val="26000"/>
                </a:schemeClr>
              </a:gs>
              <a:gs pos="65000">
                <a:schemeClr val="bg2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0" name="Oval 9"/>
          <p:cNvSpPr/>
          <p:nvPr/>
        </p:nvSpPr>
        <p:spPr>
          <a:xfrm>
            <a:off x="0" y="1600200"/>
            <a:ext cx="12192000" cy="5105400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54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10927" y="2172648"/>
            <a:ext cx="7955555" cy="2423346"/>
          </a:xfrm>
          <a:effectLst/>
        </p:spPr>
        <p:txBody>
          <a:bodyPr anchor="b"/>
          <a:lstStyle>
            <a:lvl1pPr algn="r">
              <a:defRPr sz="4600" b="1" cap="none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6584" y="4607511"/>
            <a:ext cx="7960659" cy="835460"/>
          </a:xfrm>
        </p:spPr>
        <p:txBody>
          <a:bodyPr anchor="t"/>
          <a:lstStyle>
            <a:lvl1pPr marL="0" indent="0" algn="r">
              <a:buNone/>
              <a:defRPr sz="20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485819-E21D-4B48-AD80-98CCF3210A3D}" type="datetimeFigureOut">
              <a:rPr lang="en-US" smtClean="0"/>
              <a:pPr/>
              <a:t>1/31/2020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F32E1-AE16-C64F-965A-E479EC313D3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70824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485819-E21D-4B48-AD80-98CCF3210A3D}" type="datetimeFigureOut">
              <a:rPr lang="en-US" smtClean="0"/>
              <a:pPr/>
              <a:t>1/31/2020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F32E1-AE16-C64F-965A-E479EC313D3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1523999" y="731519"/>
            <a:ext cx="4462272" cy="34747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6193536" y="731520"/>
            <a:ext cx="4462272" cy="34747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575660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4000" y="731520"/>
            <a:ext cx="4462272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lang="en-US" sz="2400" b="1" i="0" kern="1200" dirty="0" smtClean="0">
                <a:gradFill>
                  <a:gsLst>
                    <a:gs pos="0">
                      <a:schemeClr val="tx1"/>
                    </a:gs>
                    <a:gs pos="4000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2">
                        <a:alpha val="65000"/>
                      </a:schemeClr>
                    </a:gs>
                  </a:gsLst>
                  <a:lin ang="5400000" scaled="0"/>
                </a:gradFill>
                <a:effectLst/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41929" y="1400327"/>
            <a:ext cx="4462272" cy="2743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6403" y="731520"/>
            <a:ext cx="4462272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lang="en-US" sz="2400" b="1" i="0" kern="1200" dirty="0" smtClean="0">
                <a:gradFill>
                  <a:gsLst>
                    <a:gs pos="0">
                      <a:schemeClr val="tx1"/>
                    </a:gs>
                    <a:gs pos="4000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2">
                        <a:alpha val="65000"/>
                      </a:schemeClr>
                    </a:gs>
                  </a:gsLst>
                  <a:lin ang="5400000" scaled="0"/>
                </a:gradFill>
                <a:effectLst/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ctr" defTabSz="914400" rtl="0" eaLnBrk="1" latinLnBrk="0" hangingPunct="1">
              <a:spcBef>
                <a:spcPct val="20000"/>
              </a:spcBef>
              <a:spcAft>
                <a:spcPts val="300"/>
              </a:spcAft>
              <a:buClr>
                <a:schemeClr val="accent6">
                  <a:lumMod val="75000"/>
                </a:schemeClr>
              </a:buClr>
              <a:buSzPct val="130000"/>
              <a:buFont typeface="Georgia" pitchFamily="18" charset="0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7" y="1399032"/>
            <a:ext cx="4462272" cy="2743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485819-E21D-4B48-AD80-98CCF3210A3D}" type="datetimeFigureOut">
              <a:rPr lang="en-US" smtClean="0"/>
              <a:pPr/>
              <a:t>1/31/2020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F32E1-AE16-C64F-965A-E479EC313D3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08614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485819-E21D-4B48-AD80-98CCF3210A3D}" type="datetimeFigureOut">
              <a:rPr lang="en-US" smtClean="0"/>
              <a:pPr/>
              <a:t>1/31/2020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F32E1-AE16-C64F-965A-E479EC313D3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76141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485819-E21D-4B48-AD80-98CCF3210A3D}" type="datetimeFigureOut">
              <a:rPr lang="en-US" smtClean="0"/>
              <a:pPr/>
              <a:t>1/31/2020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F32E1-AE16-C64F-965A-E479EC313D3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39950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8794" y="2209801"/>
            <a:ext cx="4848113" cy="1258493"/>
          </a:xfrm>
          <a:effectLst/>
        </p:spPr>
        <p:txBody>
          <a:bodyPr anchor="b">
            <a:noAutofit/>
          </a:bodyPr>
          <a:lstStyle>
            <a:lvl1pPr marL="228600" indent="-228600" algn="l">
              <a:defRPr sz="2800" b="1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4688" y="731520"/>
            <a:ext cx="5356113" cy="4894730"/>
          </a:xfrm>
        </p:spPr>
        <p:txBody>
          <a:bodyPr anchor="ctr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34354" y="3497802"/>
            <a:ext cx="4518213" cy="213951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485819-E21D-4B48-AD80-98CCF3210A3D}" type="datetimeFigureOut">
              <a:rPr lang="en-US" smtClean="0"/>
              <a:pPr/>
              <a:t>1/31/2020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F32E1-AE16-C64F-965A-E479EC313D3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6465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3866920"/>
            <a:ext cx="12192000" cy="2991080"/>
          </a:xfrm>
          <a:prstGeom prst="rect">
            <a:avLst/>
          </a:prstGeom>
          <a:gradFill>
            <a:gsLst>
              <a:gs pos="0">
                <a:schemeClr val="bg1">
                  <a:alpha val="92000"/>
                </a:schemeClr>
              </a:gs>
              <a:gs pos="37000">
                <a:schemeClr val="bg1">
                  <a:alpha val="77000"/>
                </a:schemeClr>
              </a:gs>
              <a:gs pos="100000">
                <a:schemeClr val="bg2">
                  <a:alpha val="80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9" name="Rectangle 8"/>
          <p:cNvSpPr/>
          <p:nvPr/>
        </p:nvSpPr>
        <p:spPr>
          <a:xfrm>
            <a:off x="0" y="0"/>
            <a:ext cx="12192000" cy="386692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90000"/>
                </a:schemeClr>
              </a:gs>
              <a:gs pos="48000">
                <a:schemeClr val="bg1">
                  <a:alpha val="63000"/>
                </a:schemeClr>
              </a:gs>
              <a:gs pos="100000">
                <a:schemeClr val="bg2">
                  <a:alpha val="8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10" name="Rectangle 9"/>
          <p:cNvSpPr/>
          <p:nvPr/>
        </p:nvSpPr>
        <p:spPr>
          <a:xfrm>
            <a:off x="0" y="2652311"/>
            <a:ext cx="12192000" cy="2286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29000">
                <a:schemeClr val="bg1">
                  <a:alpha val="30000"/>
                </a:schemeClr>
              </a:gs>
              <a:gs pos="45000">
                <a:schemeClr val="bg2">
                  <a:alpha val="40000"/>
                </a:schemeClr>
              </a:gs>
              <a:gs pos="55000">
                <a:schemeClr val="bg1">
                  <a:alpha val="26000"/>
                </a:schemeClr>
              </a:gs>
              <a:gs pos="65000">
                <a:schemeClr val="bg2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1" name="Oval 10"/>
          <p:cNvSpPr/>
          <p:nvPr/>
        </p:nvSpPr>
        <p:spPr>
          <a:xfrm>
            <a:off x="0" y="1600200"/>
            <a:ext cx="12192000" cy="5105400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54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966900" y="1143000"/>
            <a:ext cx="5486400" cy="3127806"/>
          </a:xfrm>
          <a:prstGeom prst="roundRect">
            <a:avLst>
              <a:gd name="adj" fmla="val 4230"/>
            </a:avLst>
          </a:prstGeom>
          <a:solidFill>
            <a:schemeClr val="bg2">
              <a:lumMod val="90000"/>
            </a:schemeClr>
          </a:solidFill>
          <a:effectLst>
            <a:reflection blurRad="4350" stA="23000" endA="300" endPos="28000" dir="5400000" sy="-100000" algn="bl" rotWithShape="0"/>
          </a:effectLst>
          <a:scene3d>
            <a:camera prst="perspectiveContrastingLeftFacing" fov="1800000">
              <a:rot lat="300000" lon="2100000" rev="0"/>
            </a:camera>
            <a:lightRig rig="balanced" dir="t"/>
          </a:scene3d>
          <a:sp3d>
            <a:bevelT w="50800" h="50800"/>
          </a:sp3d>
        </p:spPr>
        <p:txBody>
          <a:bodyPr>
            <a:normAutofit/>
            <a:flatTx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Drag picture to placeholder or click icon to add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0516" y="1010486"/>
            <a:ext cx="4925485" cy="2163020"/>
          </a:xfrm>
        </p:spPr>
        <p:txBody>
          <a:bodyPr anchor="b"/>
          <a:lstStyle>
            <a:lvl1pPr marL="182880" indent="-182880">
              <a:buFont typeface="Georgia" pitchFamily="18" charset="0"/>
              <a:buChar char="*"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485819-E21D-4B48-AD80-98CCF3210A3D}" type="datetimeFigureOut">
              <a:rPr lang="en-US" smtClean="0"/>
              <a:pPr/>
              <a:t>1/31/2020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F32E1-AE16-C64F-965A-E479EC313D3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9691" y="4464421"/>
            <a:ext cx="8511384" cy="1143000"/>
          </a:xfrm>
        </p:spPr>
        <p:txBody>
          <a:bodyPr anchor="b">
            <a:noAutofit/>
          </a:bodyPr>
          <a:lstStyle>
            <a:lvl1pPr algn="l">
              <a:defRPr sz="46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65046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40000" y="731519"/>
            <a:ext cx="8534400" cy="347472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485819-E21D-4B48-AD80-98CCF3210A3D}" type="datetimeFigureOut">
              <a:rPr lang="en-US" smtClean="0"/>
              <a:pPr/>
              <a:t>1/31/2020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F32E1-AE16-C64F-965A-E479EC313D3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02876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538344" y="376518"/>
            <a:ext cx="2743200" cy="5238339"/>
          </a:xfrm>
          <a:effectLst/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432151" y="731520"/>
            <a:ext cx="6439049" cy="489472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485819-E21D-4B48-AD80-98CCF3210A3D}" type="datetimeFigureOut">
              <a:rPr lang="en-US" smtClean="0"/>
              <a:pPr/>
              <a:t>1/31/2020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F32E1-AE16-C64F-965A-E479EC313D3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10131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5105400"/>
            <a:ext cx="12192000" cy="1752600"/>
          </a:xfrm>
          <a:prstGeom prst="rect">
            <a:avLst/>
          </a:prstGeom>
          <a:gradFill>
            <a:gsLst>
              <a:gs pos="0">
                <a:schemeClr val="bg1">
                  <a:alpha val="91000"/>
                </a:schemeClr>
              </a:gs>
              <a:gs pos="37000">
                <a:schemeClr val="bg1">
                  <a:alpha val="76000"/>
                </a:schemeClr>
              </a:gs>
              <a:gs pos="100000">
                <a:schemeClr val="bg2">
                  <a:alpha val="79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12192000" cy="51054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89000"/>
                </a:schemeClr>
              </a:gs>
              <a:gs pos="48000">
                <a:schemeClr val="bg1">
                  <a:alpha val="62000"/>
                </a:schemeClr>
              </a:gs>
              <a:gs pos="100000">
                <a:schemeClr val="bg2">
                  <a:alpha val="79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9" name="Rectangle 8"/>
          <p:cNvSpPr/>
          <p:nvPr/>
        </p:nvSpPr>
        <p:spPr>
          <a:xfrm>
            <a:off x="0" y="3768304"/>
            <a:ext cx="12192000" cy="2286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29000">
                <a:schemeClr val="bg1">
                  <a:alpha val="30000"/>
                </a:schemeClr>
              </a:gs>
              <a:gs pos="45000">
                <a:schemeClr val="bg2">
                  <a:alpha val="40000"/>
                </a:schemeClr>
              </a:gs>
              <a:gs pos="55000">
                <a:schemeClr val="bg1">
                  <a:alpha val="26000"/>
                </a:schemeClr>
              </a:gs>
              <a:gs pos="65000">
                <a:schemeClr val="bg2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0" name="Oval 9"/>
          <p:cNvSpPr/>
          <p:nvPr/>
        </p:nvSpPr>
        <p:spPr>
          <a:xfrm>
            <a:off x="0" y="1600200"/>
            <a:ext cx="12192000" cy="5105400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56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391053" y="4372168"/>
            <a:ext cx="8683348" cy="1143000"/>
          </a:xfrm>
          <a:prstGeom prst="rect">
            <a:avLst/>
          </a:prstGeom>
          <a:effectLst/>
        </p:spPr>
        <p:txBody>
          <a:bodyPr vert="horz" lIns="91440" tIns="45720" rIns="91440" bIns="45720" rtlCol="0" anchor="t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4000" y="732260"/>
            <a:ext cx="8534400" cy="34747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9600" y="6172201"/>
            <a:ext cx="3352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77485819-E21D-4B48-AD80-98CCF3210A3D}" type="datetimeFigureOut">
              <a:rPr lang="en-US" smtClean="0"/>
              <a:pPr/>
              <a:t>1/31/2020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600" y="6172201"/>
            <a:ext cx="447040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080000" y="6172201"/>
            <a:ext cx="2438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67DF32E1-AE16-C64F-965A-E479EC313D3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64341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marL="320040" indent="-320040" algn="r" defTabSz="914400" rtl="0" eaLnBrk="1" latinLnBrk="0" hangingPunct="1">
        <a:spcBef>
          <a:spcPct val="0"/>
        </a:spcBef>
        <a:buClr>
          <a:schemeClr val="accent6">
            <a:lumMod val="75000"/>
          </a:schemeClr>
        </a:buClr>
        <a:buSzPct val="128000"/>
        <a:buFont typeface="Georgia" pitchFamily="18" charset="0"/>
        <a:buChar char="*"/>
        <a:defRPr sz="4600" b="1" i="0" kern="1200">
          <a:gradFill>
            <a:gsLst>
              <a:gs pos="0">
                <a:schemeClr val="tx1"/>
              </a:gs>
              <a:gs pos="40000">
                <a:schemeClr val="tx1">
                  <a:lumMod val="75000"/>
                  <a:lumOff val="25000"/>
                </a:schemeClr>
              </a:gs>
              <a:gs pos="100000">
                <a:schemeClr val="tx2">
                  <a:alpha val="65000"/>
                </a:schemeClr>
              </a:gs>
            </a:gsLst>
            <a:lin ang="5400000" scaled="0"/>
          </a:gradFill>
          <a:effectLst>
            <a:reflection blurRad="6350" stA="55000" endA="300" endPos="45500" dir="5400000" sy="-100000" algn="bl" rotWithShape="0"/>
          </a:effectLst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28600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2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548640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822960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097280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389888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664208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965960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286000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587752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sessionlab.com/library/energiser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236470" y="418218"/>
            <a:ext cx="7759719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/>
            <a:r>
              <a:rPr lang="en-US" sz="6000" b="1" dirty="0">
                <a:solidFill>
                  <a:prstClr val="black"/>
                </a:solidFill>
                <a:latin typeface="Trebuchet MS"/>
              </a:rPr>
              <a:t>NAME TENT</a:t>
            </a:r>
          </a:p>
          <a:p>
            <a:pPr marL="285750" indent="-285750" defTabSz="457200">
              <a:buFont typeface="Arial"/>
              <a:buChar char="•"/>
            </a:pPr>
            <a:endParaRPr lang="en-US" sz="3200" dirty="0">
              <a:solidFill>
                <a:prstClr val="black"/>
              </a:solidFill>
              <a:latin typeface="Trebuchet M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8B72742-BB8D-4A21-A99C-9346E684A8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0438" y="2144906"/>
            <a:ext cx="8257734" cy="3524794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5246578" y="5888283"/>
            <a:ext cx="1590989" cy="646331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AU" dirty="0"/>
              <a:t>How you feel about maths</a:t>
            </a:r>
          </a:p>
        </p:txBody>
      </p:sp>
      <p:cxnSp>
        <p:nvCxnSpPr>
          <p:cNvPr id="6" name="Straight Arrow Connector 5"/>
          <p:cNvCxnSpPr/>
          <p:nvPr/>
        </p:nvCxnSpPr>
        <p:spPr>
          <a:xfrm flipV="1">
            <a:off x="1913206" y="5570806"/>
            <a:ext cx="464234" cy="4501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363415" y="5891323"/>
            <a:ext cx="1489166" cy="923330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AU" dirty="0"/>
              <a:t>Favourite Sport or thing to 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88172" y="5837397"/>
            <a:ext cx="1489166" cy="646331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AU" dirty="0"/>
              <a:t>Favourite Music</a:t>
            </a:r>
          </a:p>
        </p:txBody>
      </p:sp>
      <p:cxnSp>
        <p:nvCxnSpPr>
          <p:cNvPr id="10" name="Straight Arrow Connector 9"/>
          <p:cNvCxnSpPr/>
          <p:nvPr/>
        </p:nvCxnSpPr>
        <p:spPr>
          <a:xfrm flipV="1">
            <a:off x="5078437" y="5669700"/>
            <a:ext cx="56271" cy="1676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/>
          <p:nvPr/>
        </p:nvCxnSpPr>
        <p:spPr>
          <a:xfrm flipH="1" flipV="1">
            <a:off x="9537895" y="5359791"/>
            <a:ext cx="633045" cy="8007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Picture 13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64186" y="4223634"/>
            <a:ext cx="2351014" cy="13471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41077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1167678-3B97-4622-B191-0F1631D88B47}"/>
              </a:ext>
            </a:extLst>
          </p:cNvPr>
          <p:cNvSpPr/>
          <p:nvPr/>
        </p:nvSpPr>
        <p:spPr>
          <a:xfrm>
            <a:off x="2209800" y="979714"/>
            <a:ext cx="7478486" cy="477882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4FB74E3-7CDA-4860-A23B-27C1942B7FED}"/>
              </a:ext>
            </a:extLst>
          </p:cNvPr>
          <p:cNvCxnSpPr>
            <a:stCxn id="5" idx="1"/>
            <a:endCxn id="5" idx="3"/>
          </p:cNvCxnSpPr>
          <p:nvPr/>
        </p:nvCxnSpPr>
        <p:spPr>
          <a:xfrm>
            <a:off x="2209800" y="3369129"/>
            <a:ext cx="7478486" cy="0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5403CF7B-BE01-4BC8-A961-C5174B8CFD06}"/>
              </a:ext>
            </a:extLst>
          </p:cNvPr>
          <p:cNvSpPr txBox="1"/>
          <p:nvPr/>
        </p:nvSpPr>
        <p:spPr>
          <a:xfrm>
            <a:off x="2394856" y="3554186"/>
            <a:ext cx="556804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>
                <a:latin typeface="Calibri" panose="020F0502020204030204" pitchFamily="34" charset="0"/>
                <a:cs typeface="Calibri" panose="020F0502020204030204" pitchFamily="34" charset="0"/>
              </a:rPr>
              <a:t>I have a question about…</a:t>
            </a:r>
          </a:p>
          <a:p>
            <a:r>
              <a:rPr lang="en-AU" sz="2800" dirty="0">
                <a:latin typeface="Calibri" panose="020F0502020204030204" pitchFamily="34" charset="0"/>
                <a:cs typeface="Calibri" panose="020F0502020204030204" pitchFamily="34" charset="0"/>
              </a:rPr>
              <a:t>I would like you to know that…</a:t>
            </a:r>
          </a:p>
        </p:txBody>
      </p:sp>
    </p:spTree>
    <p:extLst>
      <p:ext uri="{BB962C8B-B14F-4D97-AF65-F5344CB8AC3E}">
        <p14:creationId xmlns:p14="http://schemas.microsoft.com/office/powerpoint/2010/main" val="8086246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6D0E68C-87F5-46D5-B74F-BA4CA3F4BA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7914" y="444917"/>
            <a:ext cx="7875815" cy="597221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686A8A4-8029-4970-8532-E71976C18D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62940" y="3815441"/>
            <a:ext cx="2111829" cy="211182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9F06FB8-CD31-4085-8F77-D9C864AD66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98271" y="1981200"/>
            <a:ext cx="4020304" cy="190809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0D101BC-7FF6-4371-9724-BA25D44E21C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6043590" y="2577895"/>
            <a:ext cx="3388936" cy="24389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58380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7D9E84-0E9F-46BD-B176-32FCFDC8723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524000" y="731519"/>
            <a:ext cx="8534400" cy="4836523"/>
          </a:xfrm>
        </p:spPr>
        <p:txBody>
          <a:bodyPr>
            <a:normAutofit/>
          </a:bodyPr>
          <a:lstStyle/>
          <a:p>
            <a:r>
              <a:rPr lang="en-AU" dirty="0"/>
              <a:t>Games you could play…</a:t>
            </a:r>
          </a:p>
          <a:p>
            <a:endParaRPr lang="en-AU" dirty="0"/>
          </a:p>
          <a:p>
            <a:r>
              <a:rPr lang="en-AU" dirty="0"/>
              <a:t>Slaps</a:t>
            </a:r>
          </a:p>
          <a:p>
            <a:r>
              <a:rPr lang="en-AU" dirty="0"/>
              <a:t>1, 2, 3…</a:t>
            </a:r>
          </a:p>
          <a:p>
            <a:r>
              <a:rPr lang="en-AU" dirty="0"/>
              <a:t>Cobweb</a:t>
            </a:r>
          </a:p>
          <a:p>
            <a:r>
              <a:rPr lang="en-AU" dirty="0"/>
              <a:t>2 truths and a lie</a:t>
            </a:r>
          </a:p>
          <a:p>
            <a:r>
              <a:rPr lang="en-AU" dirty="0"/>
              <a:t>BINGO</a:t>
            </a:r>
          </a:p>
          <a:p>
            <a:r>
              <a:rPr lang="en-AU" dirty="0"/>
              <a:t>This or That</a:t>
            </a:r>
          </a:p>
          <a:p>
            <a:r>
              <a:rPr lang="en-AU" dirty="0"/>
              <a:t>Roll and respond</a:t>
            </a:r>
          </a:p>
          <a:p>
            <a:r>
              <a:rPr lang="en-AU" dirty="0"/>
              <a:t>Other ideas at </a:t>
            </a:r>
            <a:r>
              <a:rPr lang="en-AU" u="sng" dirty="0">
                <a:hlinkClick r:id="rId2"/>
              </a:rPr>
              <a:t>https://www.sessionlab.com/library/energiser</a:t>
            </a:r>
            <a:endParaRPr lang="en-AU" dirty="0"/>
          </a:p>
          <a:p>
            <a:endParaRPr lang="en-AU" dirty="0"/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080214728"/>
      </p:ext>
    </p:extLst>
  </p:cSld>
  <p:clrMapOvr>
    <a:masterClrMapping/>
  </p:clrMapOvr>
</p:sld>
</file>

<file path=ppt/theme/theme1.xml><?xml version="1.0" encoding="utf-8"?>
<a:theme xmlns:a="http://schemas.openxmlformats.org/drawingml/2006/main" name="Slipstream">
  <a:themeElements>
    <a:clrScheme name="Slipstream">
      <a:dk1>
        <a:sysClr val="windowText" lastClr="000000"/>
      </a:dk1>
      <a:lt1>
        <a:sysClr val="window" lastClr="FFFFFF"/>
      </a:lt1>
      <a:dk2>
        <a:srgbClr val="212745"/>
      </a:dk2>
      <a:lt2>
        <a:srgbClr val="B4DCFA"/>
      </a:lt2>
      <a:accent1>
        <a:srgbClr val="4E67C8"/>
      </a:accent1>
      <a:accent2>
        <a:srgbClr val="5ECCF3"/>
      </a:accent2>
      <a:accent3>
        <a:srgbClr val="A7EA52"/>
      </a:accent3>
      <a:accent4>
        <a:srgbClr val="5DCEAF"/>
      </a:accent4>
      <a:accent5>
        <a:srgbClr val="FF8021"/>
      </a:accent5>
      <a:accent6>
        <a:srgbClr val="F14124"/>
      </a:accent6>
      <a:hlink>
        <a:srgbClr val="56C7AA"/>
      </a:hlink>
      <a:folHlink>
        <a:srgbClr val="59A8D1"/>
      </a:folHlink>
    </a:clrScheme>
    <a:fontScheme name="Slipstream">
      <a:majorFont>
        <a:latin typeface="Trebuchet MS"/>
        <a:ea typeface=""/>
        <a:cs typeface=""/>
        <a:font script="Jpan" typeface="ＭＳ ゴシック"/>
        <a:font script="Hang" typeface="HY그래픽B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ＭＳ ゴシック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lipstream">
      <a:fillStyleLst>
        <a:solidFill>
          <a:schemeClr val="phClr"/>
        </a:solidFill>
        <a:gradFill rotWithShape="1">
          <a:gsLst>
            <a:gs pos="28000">
              <a:schemeClr val="phClr">
                <a:tint val="18000"/>
                <a:satMod val="120000"/>
                <a:lumMod val="88000"/>
              </a:schemeClr>
            </a:gs>
            <a:gs pos="100000">
              <a:schemeClr val="phClr">
                <a:tint val="40000"/>
                <a:satMod val="100000"/>
                <a:lumMod val="7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lumMod val="95000"/>
              </a:schemeClr>
            </a:gs>
            <a:gs pos="100000">
              <a:schemeClr val="phClr">
                <a:shade val="82000"/>
                <a:satMod val="125000"/>
                <a:lumMod val="74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>
              <a:shade val="75000"/>
              <a:satMod val="125000"/>
              <a:lumMod val="7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50800" dir="5400000" sx="98000" sy="98000" rotWithShape="0">
              <a:srgbClr val="000000">
                <a:alpha val="20000"/>
              </a:srgbClr>
            </a:outerShdw>
          </a:effectLst>
        </a:effectStyle>
        <a:effectStyle>
          <a:effectLst>
            <a:outerShdw blurRad="40005" dist="22984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alanced" dir="tr"/>
          </a:scene3d>
          <a:sp3d prstMaterial="matte">
            <a:bevelT w="19050" h="38100"/>
          </a:sp3d>
        </a:effectStyle>
        <a:effectStyle>
          <a:effectLst>
            <a:reflection blurRad="38100" stA="26000" endPos="23000" dist="25400" dir="5400000" sy="-100000" rotWithShape="0"/>
          </a:effectLst>
          <a:scene3d>
            <a:camera prst="orthographicFront">
              <a:rot lat="0" lon="0" rev="0"/>
            </a:camera>
            <a:lightRig rig="balanced" dir="tr"/>
          </a:scene3d>
          <a:sp3d contourW="14605" prstMaterial="plastic">
            <a:bevelT w="50800"/>
            <a:contourClr>
              <a:schemeClr val="phClr">
                <a:shade val="30000"/>
                <a:satMod val="12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shade val="90000"/>
                <a:satMod val="160000"/>
                <a:lumMod val="100000"/>
              </a:schemeClr>
            </a:gs>
            <a:gs pos="60000">
              <a:schemeClr val="phClr">
                <a:tint val="95000"/>
                <a:shade val="100000"/>
                <a:satMod val="130000"/>
                <a:lumMod val="130000"/>
              </a:schemeClr>
            </a:gs>
            <a:gs pos="100000">
              <a:schemeClr val="phClr">
                <a:tint val="97000"/>
                <a:shade val="100000"/>
                <a:hueMod val="100000"/>
                <a:satMod val="140000"/>
                <a:lumMod val="80000"/>
              </a:schemeClr>
            </a:gs>
          </a:gsLst>
          <a:path path="circle">
            <a:fillToRect l="20000" t="10000" r="20000" b="60000"/>
          </a:path>
        </a:gradFill>
        <a:gradFill rotWithShape="1">
          <a:gsLst>
            <a:gs pos="0">
              <a:schemeClr val="phClr">
                <a:tint val="94000"/>
                <a:satMod val="160000"/>
                <a:lumMod val="160000"/>
              </a:schemeClr>
            </a:gs>
            <a:gs pos="42000">
              <a:schemeClr val="phClr">
                <a:tint val="94000"/>
                <a:shade val="94000"/>
                <a:satMod val="160000"/>
                <a:lumMod val="130000"/>
              </a:schemeClr>
            </a:gs>
            <a:gs pos="100000">
              <a:schemeClr val="phClr">
                <a:tint val="97000"/>
                <a:shade val="94000"/>
                <a:satMod val="180000"/>
                <a:lumMod val="84000"/>
              </a:schemeClr>
            </a:gs>
          </a:gsLst>
          <a:path path="circle">
            <a:fillToRect l="24000" t="44000" r="24000" b="12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132</TotalTime>
  <Words>68</Words>
  <Application>Microsoft Office PowerPoint</Application>
  <PresentationFormat>Widescreen</PresentationFormat>
  <Paragraphs>16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Calibri</vt:lpstr>
      <vt:lpstr>Georgia</vt:lpstr>
      <vt:lpstr>Trebuchet MS</vt:lpstr>
      <vt:lpstr>Slipstream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KEEN Stephanie [Baldivis Secondary College]</dc:creator>
  <cp:lastModifiedBy>Stephanie Keen</cp:lastModifiedBy>
  <cp:revision>9</cp:revision>
  <dcterms:created xsi:type="dcterms:W3CDTF">2018-02-01T00:32:57Z</dcterms:created>
  <dcterms:modified xsi:type="dcterms:W3CDTF">2020-01-31T00:48:59Z</dcterms:modified>
</cp:coreProperties>
</file>