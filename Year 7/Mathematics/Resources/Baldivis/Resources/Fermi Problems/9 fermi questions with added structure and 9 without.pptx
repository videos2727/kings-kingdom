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8" r:id="rId10"/>
    <p:sldId id="264" r:id="rId11"/>
    <p:sldId id="269" r:id="rId12"/>
    <p:sldId id="270" r:id="rId13"/>
    <p:sldId id="271" r:id="rId14"/>
    <p:sldId id="272" r:id="rId15"/>
    <p:sldId id="273" r:id="rId16"/>
    <p:sldId id="265" r:id="rId17"/>
    <p:sldId id="261" r:id="rId18"/>
    <p:sldId id="262" r:id="rId19"/>
  </p:sldIdLst>
  <p:sldSz cx="6858000" cy="9906000" type="A4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7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0443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942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430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94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99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764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5061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7284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322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801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929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A8134-ACE9-4C82-9AEE-A3130B4BE79C}" type="datetimeFigureOut">
              <a:rPr lang="en-AU" smtClean="0"/>
              <a:t>3/08/2017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F1D01-AF10-4A6F-8A0F-C4E2EA70F4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6177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DBC378-55DB-4F7D-A79B-AB1293FDEB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7" y="366712"/>
            <a:ext cx="5076825" cy="13239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0BE86A-24CF-4A06-A26A-EFEC32D04649}"/>
              </a:ext>
            </a:extLst>
          </p:cNvPr>
          <p:cNvSpPr txBox="1"/>
          <p:nvPr/>
        </p:nvSpPr>
        <p:spPr>
          <a:xfrm>
            <a:off x="314324" y="1690687"/>
            <a:ext cx="6419850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many people do you think use the canteen each day?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money do you think they would spend each time?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days a week does the canteen run?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weeks in a school year?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So how much is spent at the canteen in a day, a week and a year?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If the proceeds are split equally, how much would each person at the canteen get?</a:t>
            </a:r>
          </a:p>
        </p:txBody>
      </p:sp>
    </p:spTree>
    <p:extLst>
      <p:ext uri="{BB962C8B-B14F-4D97-AF65-F5344CB8AC3E}">
        <p14:creationId xmlns:p14="http://schemas.microsoft.com/office/powerpoint/2010/main" val="1425734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9F91B-EB5C-4104-919C-E14AF136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How many people do you think are in Australia?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big is an average arm span?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So how far would they reach?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Added question – how many time around the equator is this?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23048D-1D5B-40AE-83FD-24FB77493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261937"/>
            <a:ext cx="4648200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2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A1667-8B5A-44E8-A620-6A7B0BB8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8" y="1913114"/>
            <a:ext cx="5915025" cy="656413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AU" dirty="0"/>
              <a:t>How big much volume is in a cup?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cups are needed to make a litre?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litres in an Olympic sized swimming pool?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cups are needed to fill an Olympic swimming pool?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Added Question – how long would it take 1 person to drink?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54CF9-5BC0-4836-A9C2-A893F6536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7650"/>
            <a:ext cx="48768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97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02A60-63CE-4784-833D-A66E2961D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dirty="0"/>
              <a:t>How big is the average family?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many bags or rubbish would they throw out each week?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How much would those bags weigh?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So how much does each family use?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Added Question – How much rubbish would each household in Australia make each year?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31E3F3-4D1F-4C32-8680-8164389D2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04800"/>
            <a:ext cx="470535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290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D7EC4-002D-4D16-BC3A-A198A699C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What type of elephant?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is the average weight of an elephant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would you consider as the weight of the children?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children make up the weight of the elephant?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Added question – How many children would it take to fit the elephant?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83D17-35A0-4186-9A23-7D7AEFFC0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42887"/>
            <a:ext cx="4953000" cy="13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0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E10EA3-54B1-4CFE-9CB3-949BF5A3B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74" y="328612"/>
            <a:ext cx="4972050" cy="18192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BB32A-D21D-48A1-B1A6-4D0E3FB85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7" y="2762249"/>
            <a:ext cx="5915025" cy="6285266"/>
          </a:xfrm>
        </p:spPr>
        <p:txBody>
          <a:bodyPr>
            <a:normAutofit lnSpcReduction="10000"/>
          </a:bodyPr>
          <a:lstStyle/>
          <a:p>
            <a:r>
              <a:rPr lang="en-AU" dirty="0"/>
              <a:t>What are the ways you use water each day?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water does each activity use?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others in the family do the same activities?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water does everyone use each day?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each week?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Extra question – how long weeks would it take to use an </a:t>
            </a:r>
            <a:r>
              <a:rPr lang="en-AU" dirty="0" err="1"/>
              <a:t>olympic</a:t>
            </a:r>
            <a:r>
              <a:rPr lang="en-AU" dirty="0"/>
              <a:t> swimming pool?</a:t>
            </a:r>
          </a:p>
        </p:txBody>
      </p:sp>
    </p:spTree>
    <p:extLst>
      <p:ext uri="{BB962C8B-B14F-4D97-AF65-F5344CB8AC3E}">
        <p14:creationId xmlns:p14="http://schemas.microsoft.com/office/powerpoint/2010/main" val="48256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564D0-9EFF-45A5-A583-37B4E2ACD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How many books do you read a week?</a:t>
            </a:r>
          </a:p>
          <a:p>
            <a:endParaRPr lang="en-AU" dirty="0"/>
          </a:p>
          <a:p>
            <a:r>
              <a:rPr lang="en-AU" dirty="0"/>
              <a:t>Do others read more or less?</a:t>
            </a:r>
          </a:p>
          <a:p>
            <a:endParaRPr lang="en-AU" dirty="0"/>
          </a:p>
          <a:p>
            <a:r>
              <a:rPr lang="en-AU" dirty="0"/>
              <a:t>How many pages do you think that would be for each week?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students in a class?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students in the school?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So the answer is…..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Added question – how long would it take to read through the entire school library?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3E538C-76BD-4FFD-B841-F9D0AE028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612" y="357187"/>
            <a:ext cx="467677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864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7C525E-0E5B-4C88-9048-FD8B1D79D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0512"/>
            <a:ext cx="5181600" cy="10191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C5DB911-BB6E-493A-9B9A-360639EDC223}"/>
              </a:ext>
            </a:extLst>
          </p:cNvPr>
          <p:cNvSpPr txBox="1"/>
          <p:nvPr/>
        </p:nvSpPr>
        <p:spPr>
          <a:xfrm>
            <a:off x="838200" y="1447800"/>
            <a:ext cx="5924550" cy="92332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many pages are you given each day?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days a term?   How many days each school year.?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students are there in the school?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are people might receive paper each day?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much do you expect they might use?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Total answer is..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Extra Question – what percentage do you think will get recycled?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30036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29358C-F2B9-4D94-98E9-54CFB40A0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527405"/>
            <a:ext cx="4762500" cy="9715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9A3F5-7F08-4017-858D-7CD5BD7E8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684514"/>
            <a:ext cx="5915025" cy="7230886"/>
          </a:xfrm>
        </p:spPr>
        <p:txBody>
          <a:bodyPr>
            <a:normAutofit fontScale="85000" lnSpcReduction="20000"/>
          </a:bodyPr>
          <a:lstStyle/>
          <a:p>
            <a:r>
              <a:rPr lang="en-AU" dirty="0"/>
              <a:t>How many blades in a square centimetre?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How many centimetres in a square meter?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is the length and width of a school oval?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marL="0" indent="0">
              <a:buNone/>
            </a:pPr>
            <a:r>
              <a:rPr lang="en-AU" dirty="0"/>
              <a:t>So how many square meters are in a school oval?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So how many blades of grass on a school oval?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Extra Question – How many blades of grass are cut every second while it is getting mowed?</a:t>
            </a:r>
          </a:p>
        </p:txBody>
      </p:sp>
    </p:spTree>
    <p:extLst>
      <p:ext uri="{BB962C8B-B14F-4D97-AF65-F5344CB8AC3E}">
        <p14:creationId xmlns:p14="http://schemas.microsoft.com/office/powerpoint/2010/main" val="4225681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C3ADD0A-4886-4BB6-8600-69A227380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452437"/>
            <a:ext cx="47910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81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B93B69-4578-439F-8914-13E868552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527405"/>
            <a:ext cx="42862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440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E6228-FBE4-492E-93BE-3D9C54F90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9FCF8-7563-47E5-85BB-63BE444E5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DEEBD8-F170-480D-BB9A-A43FECB53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475" y="332498"/>
            <a:ext cx="48577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53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2CABF-F68D-4190-99B6-6966D43B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FD30-CA8C-4DD0-8C87-FF16B0D13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4710AD-F9DE-4354-9E7A-9359779C7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7" y="332498"/>
            <a:ext cx="4581525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34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164B5F-B472-4626-AD8F-ADB8B34FC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7675"/>
            <a:ext cx="48006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22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39EA1-7D8A-486E-B4C2-6D33CCEA5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527405"/>
            <a:ext cx="51435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430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E609E-D017-4274-B144-B065ABFC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67964-BD20-4481-83B0-BD01BACB3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A657D-AAF4-4289-93A1-9096F4B60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332498"/>
            <a:ext cx="47625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8346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2E06C4-2448-4652-B810-53B53B800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7" y="295275"/>
            <a:ext cx="477202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93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2DAADB-92A6-4982-81F0-B8C226095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628650"/>
            <a:ext cx="508635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99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70BBAA3C-9D81-4AE0-B0EC-849C77416BF0}" vid="{E8D99B90-D19E-41B6-80DB-BB3144E336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A4 page</Template>
  <TotalTime>747</TotalTime>
  <Words>521</Words>
  <Application>Microsoft Office PowerPoint</Application>
  <PresentationFormat>A4 Paper (210x297 mm)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8</cp:revision>
  <cp:lastPrinted>2017-08-04T00:35:49Z</cp:lastPrinted>
  <dcterms:created xsi:type="dcterms:W3CDTF">2017-08-03T15:21:09Z</dcterms:created>
  <dcterms:modified xsi:type="dcterms:W3CDTF">2017-08-04T03:48:09Z</dcterms:modified>
</cp:coreProperties>
</file>