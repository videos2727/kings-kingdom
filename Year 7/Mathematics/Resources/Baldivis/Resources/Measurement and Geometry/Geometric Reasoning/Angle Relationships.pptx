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309" r:id="rId6"/>
    <p:sldId id="308" r:id="rId7"/>
    <p:sldId id="310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78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24/08/2015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Flat Shapes, Angles and Lines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Name </a:t>
            </a:r>
          </a:p>
          <a:p>
            <a:r>
              <a:rPr lang="en-AU" dirty="0" smtClean="0"/>
              <a:t>Class </a:t>
            </a:r>
          </a:p>
          <a:p>
            <a:r>
              <a:rPr lang="en-AU" dirty="0" smtClean="0"/>
              <a:t>Term 3 Semester 2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539552" y="1625149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rapezoid 4"/>
          <p:cNvSpPr/>
          <p:nvPr/>
        </p:nvSpPr>
        <p:spPr>
          <a:xfrm>
            <a:off x="3923928" y="234888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Rectangle 9"/>
          <p:cNvSpPr/>
          <p:nvPr/>
        </p:nvSpPr>
        <p:spPr>
          <a:xfrm>
            <a:off x="6944450" y="3493724"/>
            <a:ext cx="1371966" cy="943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Parallelogram 11"/>
          <p:cNvSpPr/>
          <p:nvPr/>
        </p:nvSpPr>
        <p:spPr>
          <a:xfrm>
            <a:off x="7061706" y="1765523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Rectangle 13"/>
          <p:cNvSpPr/>
          <p:nvPr/>
        </p:nvSpPr>
        <p:spPr>
          <a:xfrm>
            <a:off x="755576" y="4189728"/>
            <a:ext cx="1371966" cy="13995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93471" y="98107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980728"/>
            <a:ext cx="0" cy="604867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22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Angle Relationships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109878" y="1107546"/>
            <a:ext cx="2564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First - revision of lines </a:t>
            </a:r>
            <a:r>
              <a:rPr lang="en-AU" dirty="0" err="1" smtClean="0"/>
              <a:t>etc</a:t>
            </a:r>
            <a:endParaRPr lang="en-A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101466"/>
            <a:ext cx="5516949" cy="5779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22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Angle Relationships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57975" y="1160737"/>
            <a:ext cx="88653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200" dirty="0" smtClean="0"/>
              <a:t>EQ – How do I </a:t>
            </a:r>
            <a:r>
              <a:rPr lang="en-AU" sz="2200" dirty="0" smtClean="0"/>
              <a:t>describe angles according to their relationship to each other?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92607" y="2060848"/>
            <a:ext cx="2823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Angles alongside each other</a:t>
            </a:r>
            <a:endParaRPr lang="en-AU" dirty="0"/>
          </a:p>
        </p:txBody>
      </p:sp>
      <p:pic>
        <p:nvPicPr>
          <p:cNvPr id="21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118" y="1916832"/>
            <a:ext cx="5435322" cy="4846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60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622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Angle Relationships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57975" y="1160737"/>
            <a:ext cx="88653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200" dirty="0" smtClean="0"/>
              <a:t>EQ – How do I </a:t>
            </a:r>
            <a:r>
              <a:rPr lang="en-AU" sz="2200" dirty="0" smtClean="0"/>
              <a:t>describe angles according to their relationship to each other?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381503" y="2060848"/>
            <a:ext cx="2265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Angles in parallel lines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910310"/>
            <a:ext cx="5531471" cy="487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4868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622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Angle Relationships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57975" y="1160737"/>
            <a:ext cx="88653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200" dirty="0" smtClean="0"/>
              <a:t>EQ – How do I </a:t>
            </a:r>
            <a:r>
              <a:rPr lang="en-AU" sz="2200" dirty="0" smtClean="0"/>
              <a:t>describe angles according to their relationship to each other?</a:t>
            </a:r>
            <a:endParaRPr lang="en-AU" sz="2200" dirty="0"/>
          </a:p>
        </p:txBody>
      </p:sp>
      <p:sp>
        <p:nvSpPr>
          <p:cNvPr id="13" name="TextBox 12"/>
          <p:cNvSpPr txBox="1"/>
          <p:nvPr/>
        </p:nvSpPr>
        <p:spPr>
          <a:xfrm>
            <a:off x="1829459" y="4653136"/>
            <a:ext cx="5283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Start on exercise </a:t>
            </a:r>
            <a:r>
              <a:rPr lang="en-AU" dirty="0" smtClean="0"/>
              <a:t>3.2 </a:t>
            </a:r>
            <a:r>
              <a:rPr lang="en-AU" dirty="0" smtClean="0"/>
              <a:t>page </a:t>
            </a:r>
            <a:r>
              <a:rPr lang="en-AU" dirty="0" smtClean="0"/>
              <a:t>117 </a:t>
            </a:r>
            <a:r>
              <a:rPr lang="en-AU" dirty="0" smtClean="0"/>
              <a:t>– </a:t>
            </a:r>
            <a:r>
              <a:rPr lang="en-AU" dirty="0" smtClean="0"/>
              <a:t>126 </a:t>
            </a:r>
            <a:r>
              <a:rPr lang="en-AU" dirty="0" smtClean="0"/>
              <a:t>of your text book.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794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176</Words>
  <Application>Microsoft Office PowerPoint</Application>
  <PresentationFormat>On-screen Show (4:3)</PresentationFormat>
  <Paragraphs>64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My Flat Shapes, Angles and Lines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Rob McAllister</dc:creator>
  <cp:lastModifiedBy>MCALLISTER Robert</cp:lastModifiedBy>
  <cp:revision>36</cp:revision>
  <dcterms:created xsi:type="dcterms:W3CDTF">2014-05-14T02:58:57Z</dcterms:created>
  <dcterms:modified xsi:type="dcterms:W3CDTF">2015-08-24T03:49:07Z</dcterms:modified>
</cp:coreProperties>
</file>