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261" r:id="rId5"/>
    <p:sldId id="303" r:id="rId6"/>
    <p:sldId id="304" r:id="rId7"/>
    <p:sldId id="305" r:id="rId8"/>
    <p:sldId id="292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17/08/2015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17/08/2015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17/08/2015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17/08/2015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17/08/2015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17/08/2015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17/08/2015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</a:t>
            </a:r>
            <a:r>
              <a:rPr lang="en-AU" dirty="0" smtClean="0"/>
              <a:t>Flat Shapes, Angles and Lines Interactive </a:t>
            </a:r>
            <a:r>
              <a:rPr lang="en-AU" dirty="0" smtClean="0"/>
              <a:t>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Name </a:t>
            </a:r>
          </a:p>
          <a:p>
            <a:r>
              <a:rPr lang="en-AU" dirty="0" smtClean="0"/>
              <a:t>Class </a:t>
            </a:r>
          </a:p>
          <a:p>
            <a:r>
              <a:rPr lang="en-AU" dirty="0" smtClean="0"/>
              <a:t>Term 3 Semester 2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539552" y="1625149"/>
            <a:ext cx="1260140" cy="1396872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rapezoid 4"/>
          <p:cNvSpPr/>
          <p:nvPr/>
        </p:nvSpPr>
        <p:spPr>
          <a:xfrm>
            <a:off x="3923928" y="2348880"/>
            <a:ext cx="1440160" cy="648072"/>
          </a:xfrm>
          <a:prstGeom prst="trapezoi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Rectangle 9"/>
          <p:cNvSpPr/>
          <p:nvPr/>
        </p:nvSpPr>
        <p:spPr>
          <a:xfrm>
            <a:off x="6944450" y="3493724"/>
            <a:ext cx="1371966" cy="943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2" name="Parallelogram 11"/>
          <p:cNvSpPr/>
          <p:nvPr/>
        </p:nvSpPr>
        <p:spPr>
          <a:xfrm>
            <a:off x="7061706" y="1765523"/>
            <a:ext cx="936104" cy="1116124"/>
          </a:xfrm>
          <a:prstGeom prst="parallelogram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Rectangle 13"/>
          <p:cNvSpPr/>
          <p:nvPr/>
        </p:nvSpPr>
        <p:spPr>
          <a:xfrm>
            <a:off x="755576" y="4189728"/>
            <a:ext cx="1371966" cy="13995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71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Points, Lines and Angles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737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</a:t>
            </a:r>
            <a:r>
              <a:rPr lang="en-AU" sz="2400" dirty="0" smtClean="0"/>
              <a:t>name and </a:t>
            </a:r>
            <a:r>
              <a:rPr lang="en-AU" sz="2400" dirty="0"/>
              <a:t>represent Points, Lines and Angles?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30627" y="2020189"/>
            <a:ext cx="5190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representation is a dot labelled with a capital letter.</a:t>
            </a:r>
          </a:p>
          <a:p>
            <a:r>
              <a:rPr lang="en-AU" dirty="0" smtClean="0"/>
              <a:t>Note: A point has no width, length or height.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2020189"/>
            <a:ext cx="170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a point?</a:t>
            </a:r>
            <a:endParaRPr lang="en-AU" dirty="0"/>
          </a:p>
        </p:txBody>
      </p:sp>
      <p:sp>
        <p:nvSpPr>
          <p:cNvPr id="8" name="Oval 7"/>
          <p:cNvSpPr/>
          <p:nvPr/>
        </p:nvSpPr>
        <p:spPr>
          <a:xfrm>
            <a:off x="3778471" y="3001598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3275856" y="2852936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 smtClean="0"/>
              <a:t>Eg</a:t>
            </a:r>
            <a:r>
              <a:rPr lang="en-AU" dirty="0" smtClean="0"/>
              <a:t>:     P  this is how we might represent the point P.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2213" y="3573016"/>
            <a:ext cx="1559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a line?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164339" y="3582544"/>
            <a:ext cx="53681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representation is a straight edge which continues forever in both directions, it is named by two points that it goes through.</a:t>
            </a:r>
          </a:p>
          <a:p>
            <a:r>
              <a:rPr lang="en-AU" dirty="0" smtClean="0"/>
              <a:t>Note: A line has length but no width or height.</a:t>
            </a:r>
            <a:endParaRPr lang="en-AU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3923928" y="5265204"/>
            <a:ext cx="3672408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572000" y="5230191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/>
          <p:cNvSpPr/>
          <p:nvPr/>
        </p:nvSpPr>
        <p:spPr>
          <a:xfrm>
            <a:off x="6948264" y="5229200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3814408" y="5229200"/>
            <a:ext cx="3817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           A                                           B</a:t>
            </a:r>
          </a:p>
          <a:p>
            <a:r>
              <a:rPr lang="en-AU" dirty="0" smtClean="0"/>
              <a:t>The line in the diagram is labelled AB.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71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Points, Lines and Angles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737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</a:t>
            </a:r>
            <a:r>
              <a:rPr lang="en-AU" sz="2400" dirty="0" smtClean="0"/>
              <a:t>name and </a:t>
            </a:r>
            <a:r>
              <a:rPr lang="en-AU" sz="2400" dirty="0"/>
              <a:t>represent Points, Lines and Angles?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30627" y="2020189"/>
            <a:ext cx="5645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An angle is made up of two parts of lines joining at one point called a vertex</a:t>
            </a:r>
            <a:r>
              <a:rPr lang="en-AU" dirty="0" smtClean="0"/>
              <a:t>.  It can be named by the points on the lines.  The point of the vertex is always in the middle.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2020189"/>
            <a:ext cx="1848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an angle?</a:t>
            </a:r>
            <a:endParaRPr lang="en-AU" dirty="0"/>
          </a:p>
        </p:txBody>
      </p:sp>
      <p:sp>
        <p:nvSpPr>
          <p:cNvPr id="8" name="Oval 7"/>
          <p:cNvSpPr/>
          <p:nvPr/>
        </p:nvSpPr>
        <p:spPr>
          <a:xfrm>
            <a:off x="4182821" y="4401108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/>
          <p:cNvSpPr/>
          <p:nvPr/>
        </p:nvSpPr>
        <p:spPr>
          <a:xfrm>
            <a:off x="6300192" y="4653136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/>
          <p:cNvSpPr/>
          <p:nvPr/>
        </p:nvSpPr>
        <p:spPr>
          <a:xfrm>
            <a:off x="6078913" y="3320988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8" name="Straight Connector 17"/>
          <p:cNvCxnSpPr>
            <a:endCxn id="8" idx="7"/>
          </p:cNvCxnSpPr>
          <p:nvPr/>
        </p:nvCxnSpPr>
        <p:spPr>
          <a:xfrm flipH="1">
            <a:off x="4244284" y="3356992"/>
            <a:ext cx="1839884" cy="10546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9" idx="6"/>
            <a:endCxn id="8" idx="7"/>
          </p:cNvCxnSpPr>
          <p:nvPr/>
        </p:nvCxnSpPr>
        <p:spPr>
          <a:xfrm flipH="1" flipV="1">
            <a:off x="4244284" y="4411653"/>
            <a:ext cx="2127916" cy="2774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120172" y="3169185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04843" y="4226987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Q</a:t>
            </a:r>
            <a:endParaRPr lang="en-AU" dirty="0"/>
          </a:p>
        </p:txBody>
      </p:sp>
      <p:sp>
        <p:nvSpPr>
          <p:cNvPr id="29" name="TextBox 28"/>
          <p:cNvSpPr txBox="1"/>
          <p:nvPr/>
        </p:nvSpPr>
        <p:spPr>
          <a:xfrm>
            <a:off x="6336196" y="4477391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3563888" y="5157192"/>
            <a:ext cx="41468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angle is labelled </a:t>
            </a:r>
            <a:r>
              <a:rPr lang="en-AU" dirty="0" smtClean="0">
                <a:sym typeface="Symbol"/>
              </a:rPr>
              <a:t>PQR or RQP </a:t>
            </a:r>
          </a:p>
          <a:p>
            <a:r>
              <a:rPr lang="en-AU" dirty="0" smtClean="0">
                <a:sym typeface="Symbol"/>
              </a:rPr>
              <a:t>Note: the vertex Q is always in the middle.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0197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71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Points, Lines and Angles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737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</a:t>
            </a:r>
            <a:r>
              <a:rPr lang="en-AU" sz="2400" dirty="0" smtClean="0"/>
              <a:t>name and </a:t>
            </a:r>
            <a:r>
              <a:rPr lang="en-AU" sz="2400" dirty="0"/>
              <a:t>represent Points, Lines and Angles?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2020189"/>
            <a:ext cx="2346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to classify angles?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2463501"/>
            <a:ext cx="4162425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3059832" y="2020189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Angles may be classified according to their size.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598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71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Points, Lines and Angles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737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</a:t>
            </a:r>
            <a:r>
              <a:rPr lang="en-AU" sz="2400" dirty="0" smtClean="0"/>
              <a:t>name and </a:t>
            </a:r>
            <a:r>
              <a:rPr lang="en-AU" sz="2400" dirty="0"/>
              <a:t>represent Points, Lines and Angles?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-53071" y="2020189"/>
            <a:ext cx="3112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Working out the size of angles?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53744" y="2020189"/>
            <a:ext cx="4680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Always start with one line on the zero 0</a:t>
            </a:r>
            <a:r>
              <a:rPr lang="en-AU" dirty="0" smtClean="0">
                <a:sym typeface="Symbol"/>
              </a:rPr>
              <a:t> point and measure around the protractor.</a:t>
            </a:r>
            <a:endParaRPr lang="en-AU" dirty="0"/>
          </a:p>
        </p:txBody>
      </p:sp>
      <p:grpSp>
        <p:nvGrpSpPr>
          <p:cNvPr id="20" name="Group 19"/>
          <p:cNvGrpSpPr/>
          <p:nvPr/>
        </p:nvGrpSpPr>
        <p:grpSpPr>
          <a:xfrm>
            <a:off x="669535" y="2668128"/>
            <a:ext cx="4406521" cy="3609975"/>
            <a:chOff x="669535" y="2824682"/>
            <a:chExt cx="4406521" cy="3609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535" y="2824682"/>
              <a:ext cx="3743325" cy="3609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3779912" y="4941168"/>
              <a:ext cx="12961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/>
                <a:t>Zero on inside circle</a:t>
              </a:r>
              <a:endParaRPr lang="en-AU" dirty="0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>
              <a:off x="3453744" y="5587499"/>
              <a:ext cx="470184" cy="36178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5896125" y="2666520"/>
            <a:ext cx="3086100" cy="3581400"/>
            <a:chOff x="5876636" y="2907268"/>
            <a:chExt cx="3086100" cy="3581400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6636" y="2907268"/>
              <a:ext cx="3086100" cy="3581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TextBox 15"/>
            <p:cNvSpPr txBox="1"/>
            <p:nvPr/>
          </p:nvSpPr>
          <p:spPr>
            <a:xfrm>
              <a:off x="7583191" y="3429000"/>
              <a:ext cx="12961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/>
                <a:t>Zero on inside circle</a:t>
              </a:r>
              <a:endParaRPr lang="en-AU" dirty="0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8532440" y="4075331"/>
              <a:ext cx="144016" cy="39778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>
            <a:off x="1829460" y="6311118"/>
            <a:ext cx="5166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Start on exercise 3.1 page 99 – 106 of your text book.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3697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392</Words>
  <Application>Microsoft Office PowerPoint</Application>
  <PresentationFormat>On-screen Show (4:3)</PresentationFormat>
  <Paragraphs>83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My Flat Shapes, Angles and Lines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33</cp:revision>
  <dcterms:created xsi:type="dcterms:W3CDTF">2014-05-14T02:58:57Z</dcterms:created>
  <dcterms:modified xsi:type="dcterms:W3CDTF">2015-08-17T04:13:27Z</dcterms:modified>
</cp:coreProperties>
</file>