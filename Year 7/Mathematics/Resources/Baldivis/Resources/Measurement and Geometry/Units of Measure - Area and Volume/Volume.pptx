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53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Perimeter, Area and Volume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many small cubes fit inside the rectangular prism?</a:t>
            </a:r>
            <a:endParaRPr lang="en-AU" dirty="0"/>
          </a:p>
        </p:txBody>
      </p:sp>
      <p:pic>
        <p:nvPicPr>
          <p:cNvPr id="1026" name="Picture 2" descr="C:\Users\e4047095\AppData\Local\Microsoft\Windows\Temporary Internet Files\Content.IE5\NT6PWUPC\plain_cube[1]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356992"/>
            <a:ext cx="1245546" cy="141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406" y="2636795"/>
            <a:ext cx="3776868" cy="351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37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680146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04048" y="295614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18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680146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04048" y="295614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312195" y="4103784"/>
            <a:ext cx="3996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Volume = length x width x height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471" y="2835795"/>
            <a:ext cx="2174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730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680146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04048" y="295614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220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3471" y="2835795"/>
            <a:ext cx="2174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380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680146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04048" y="295614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220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C:\Users\e4047095\AppData\Local\Microsoft\Windows\Temporary Internet Files\Content.IE5\4I30O3QX\rectangle_prism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4858373"/>
            <a:ext cx="2216287" cy="17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003284" y="4713760"/>
            <a:ext cx="509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– Find the volume of the rectangular prism.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93471" y="2835795"/>
            <a:ext cx="2174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655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680146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04048" y="295614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195" y="4103784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220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C:\Users\e4047095\AppData\Local\Microsoft\Windows\Temporary Internet Files\Content.IE5\4I30O3QX\rectangle_prism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4858373"/>
            <a:ext cx="2216287" cy="17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003284" y="4713760"/>
            <a:ext cx="509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– Find the volume of the rectangular prism.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96460" y="5120928"/>
                <a:ext cx="272132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latin typeface="Cambria Math"/>
                        </a:rPr>
                        <m:t>𝑙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=20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b="0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>
                  <a:ea typeface="Cambria Math"/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460" y="5120928"/>
                <a:ext cx="2721322" cy="147732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3471" y="2835795"/>
            <a:ext cx="2174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987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338831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788024" y="2389521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7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C:\Users\e4047095\AppData\Local\Microsoft\Windows\Temporary Internet Files\Content.IE5\4I30O3QX\rectangle_prism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4288450"/>
            <a:ext cx="2216287" cy="17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135894" y="4103784"/>
            <a:ext cx="509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– Find the volume of the rectangular prism.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09941" y="4483425"/>
                <a:ext cx="272132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latin typeface="Cambria Math"/>
                        </a:rPr>
                        <m:t>𝑙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=20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b="0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>
                  <a:ea typeface="Cambria Math"/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941" y="4483425"/>
                <a:ext cx="2721322" cy="147732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Capacity is how much fluid fits in the solid and is measured in millilitres, litres and kilolitres.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𝑚𝑙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𝑘</m:t>
                    </m:r>
                    <m:r>
                      <a:rPr lang="en-AU" i="1">
                        <a:latin typeface="Cambria Math"/>
                      </a:rPr>
                      <m:t>𝑙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blipFill rotWithShape="1">
                <a:blip r:embed="rId6"/>
                <a:stretch>
                  <a:fillRect l="-963" t="-2538" r="-10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3471" y="2835795"/>
            <a:ext cx="2174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What is capacity?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311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338831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788024" y="2389521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7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C:\Users\e4047095\AppData\Local\Microsoft\Windows\Temporary Internet Files\Content.IE5\4I30O3QX\rectangle_prism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4288450"/>
            <a:ext cx="2216287" cy="17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135894" y="4103784"/>
            <a:ext cx="509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– Find the volume of the rectangular prism.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09941" y="4483425"/>
                <a:ext cx="272132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latin typeface="Cambria Math"/>
                        </a:rPr>
                        <m:t>𝑙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=20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b="0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𝑚𝑙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941" y="4483425"/>
                <a:ext cx="2721322" cy="17543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Capacity is how much fluid fits in the solid and is measured in millilitres, litres and kilolitres.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𝑚𝑙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𝑘</m:t>
                    </m:r>
                    <m:r>
                      <a:rPr lang="en-AU" i="1">
                        <a:latin typeface="Cambria Math"/>
                      </a:rPr>
                      <m:t>𝑙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blipFill rotWithShape="1">
                <a:blip r:embed="rId6"/>
                <a:stretch>
                  <a:fillRect l="-963" t="-2538" r="-10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3471" y="2835795"/>
            <a:ext cx="2174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What is capacity?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859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39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How do I calculate </a:t>
            </a:r>
            <a:r>
              <a:rPr lang="en-AU" sz="2400" dirty="0" smtClean="0"/>
              <a:t>the volume of a rectangular prism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30627" y="2020189"/>
            <a:ext cx="4218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amount of space taken up by the solid.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2020189"/>
            <a:ext cx="17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volume?</a:t>
            </a:r>
            <a:endParaRPr lang="en-AU" dirty="0"/>
          </a:p>
        </p:txBody>
      </p:sp>
      <p:pic>
        <p:nvPicPr>
          <p:cNvPr id="2050" name="Picture 2" descr="C:\Users\e4047095\AppData\Local\Microsoft\Windows\Temporary Internet Files\Content.IE5\NT6PWUPC\wiki_prism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2338831"/>
            <a:ext cx="1326282" cy="12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788024" y="2389521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rectangular prism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Volume = length x width x height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37" y="3549786"/>
                <a:ext cx="399610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7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C:\Users\e4047095\AppData\Local\Microsoft\Windows\Temporary Internet Files\Content.IE5\4I30O3QX\rectangle_prism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962" y="4288450"/>
            <a:ext cx="2216287" cy="17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3135894" y="4103784"/>
            <a:ext cx="509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– Find the volume of the rectangular prism.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09941" y="4483425"/>
                <a:ext cx="272132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latin typeface="Cambria Math"/>
                        </a:rPr>
                        <m:t>𝑙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=20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b="0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=2560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𝑚𝑙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=2.56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𝑙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941" y="4483425"/>
                <a:ext cx="2721322" cy="20313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Capacity is how much fluid fits in the solid and is measured in millilitres, litres and kilolitres.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𝑚𝑙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=1</m:t>
                    </m:r>
                    <m:r>
                      <a:rPr lang="en-AU" b="0" i="1" smtClean="0">
                        <a:latin typeface="Cambria Math"/>
                      </a:rPr>
                      <m:t>𝑘</m:t>
                    </m:r>
                    <m:r>
                      <a:rPr lang="en-AU" i="1">
                        <a:latin typeface="Cambria Math"/>
                      </a:rPr>
                      <m:t>𝑙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421" y="5878692"/>
                <a:ext cx="5700052" cy="1200329"/>
              </a:xfrm>
              <a:prstGeom prst="rect">
                <a:avLst/>
              </a:prstGeom>
              <a:blipFill rotWithShape="1">
                <a:blip r:embed="rId6"/>
                <a:stretch>
                  <a:fillRect l="-963" t="-2538" r="-10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93471" y="2835795"/>
            <a:ext cx="21742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volume of a rectangular prism?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What is capacity?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892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837</Words>
  <Application>Microsoft Office PowerPoint</Application>
  <PresentationFormat>On-screen Show (4:3)</PresentationFormat>
  <Paragraphs>204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Task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26</cp:revision>
  <dcterms:created xsi:type="dcterms:W3CDTF">2014-05-14T02:58:57Z</dcterms:created>
  <dcterms:modified xsi:type="dcterms:W3CDTF">2015-06-01T13:19:29Z</dcterms:modified>
</cp:coreProperties>
</file>