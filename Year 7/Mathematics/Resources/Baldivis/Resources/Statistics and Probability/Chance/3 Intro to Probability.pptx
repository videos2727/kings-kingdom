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33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3B831-A380-430A-B75E-D4F0D104AA11}" type="datetimeFigureOut">
              <a:rPr lang="en-AU" smtClean="0"/>
              <a:t>28/02/2016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B384F-B7BA-48E2-BF58-AFB01A2C91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0300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28/02/2016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8122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28/02/2016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428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28/02/2016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9044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28/02/2016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58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28/02/2016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6363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28/02/2016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309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28/02/2016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4620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28/02/2016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788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28/02/2016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15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28/02/2016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3802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28/02/2016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38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7DFE5-32D4-4885-B469-A6C8D531D6A7}" type="datetimeFigureOut">
              <a:rPr lang="en-AU" smtClean="0"/>
              <a:t>28/02/2016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84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My </a:t>
            </a:r>
            <a:r>
              <a:rPr lang="en-AU" dirty="0" smtClean="0"/>
              <a:t>Probability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8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775573"/>
            <a:ext cx="4135264" cy="352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772816"/>
            <a:ext cx="2798440" cy="2798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9617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870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620688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620688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23803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8247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251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the meaning of </a:t>
            </a:r>
            <a:r>
              <a:rPr lang="en-AU" sz="2400" dirty="0" smtClean="0"/>
              <a:t>probability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3286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8265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What is the meaning of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060848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probability of an event is between 0 and 1. it can be written as words, a fraction, decimal or percentage.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2078823"/>
            <a:ext cx="2364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can I write probability?</a:t>
            </a:r>
            <a:endParaRPr lang="en-AU" dirty="0"/>
          </a:p>
        </p:txBody>
      </p:sp>
      <p:pic>
        <p:nvPicPr>
          <p:cNvPr id="1026" name="Picture 2" descr="http://m.everythingmaths.co.za/maths/grade-10-mathematical-literacy/07-probability/images/a28962b0167bf3f4ca1e53a10ee2b3a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667" y="2813080"/>
            <a:ext cx="6290744" cy="1408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19514" y="2855571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probability scale?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992194" y="5387266"/>
            <a:ext cx="3442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Now let’s look at Ex 3.1 on Page 34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039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07190" y="289788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137580" y="2828295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7580" y="2828295"/>
                <a:ext cx="5832648" cy="723275"/>
              </a:xfrm>
              <a:prstGeom prst="rect">
                <a:avLst/>
              </a:prstGeom>
              <a:blipFill rotWithShape="1">
                <a:blip r:embed="rId2"/>
                <a:stretch>
                  <a:fillRect l="-941" t="-42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19413" y="3324089"/>
            <a:ext cx="3754794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There are 6 numbers on a regular dice, you can’t have a 0 or a 7, or any other number that is not on the dice.</a:t>
            </a:r>
            <a:endParaRPr lang="en-AU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3974207" y="3453656"/>
            <a:ext cx="1640750" cy="57417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66975" y="3552400"/>
            <a:ext cx="288148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A sample space only looks at what is available.</a:t>
            </a:r>
            <a:endParaRPr lang="en-AU" dirty="0"/>
          </a:p>
        </p:txBody>
      </p:sp>
      <p:cxnSp>
        <p:nvCxnSpPr>
          <p:cNvPr id="16" name="Straight Arrow Connector 15"/>
          <p:cNvCxnSpPr>
            <a:stCxn id="15" idx="0"/>
          </p:cNvCxnSpPr>
          <p:nvPr/>
        </p:nvCxnSpPr>
        <p:spPr>
          <a:xfrm flipH="1" flipV="1">
            <a:off x="7028800" y="3098360"/>
            <a:ext cx="278920" cy="45404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4885" y="2276872"/>
            <a:ext cx="263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sample space?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3007646" y="2138372"/>
            <a:ext cx="5697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sample space is a list of all possible outcomes. It may contain numbers or qualities depending on the data set.</a:t>
            </a:r>
            <a:endParaRPr lang="en-AU" dirty="0"/>
          </a:p>
        </p:txBody>
      </p:sp>
      <p:sp>
        <p:nvSpPr>
          <p:cNvPr id="23" name="TextBox 22"/>
          <p:cNvSpPr txBox="1"/>
          <p:nvPr/>
        </p:nvSpPr>
        <p:spPr>
          <a:xfrm>
            <a:off x="2971940" y="4355812"/>
            <a:ext cx="6107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bag contains 4 coloured balls: 1 red, 1 blue, 1 green, 1 yellow</a:t>
            </a:r>
            <a:r>
              <a:rPr lang="en-AU" dirty="0" smtClean="0"/>
              <a:t>.</a:t>
            </a:r>
            <a:endParaRPr lang="en-AU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256260" y="5755003"/>
                <a:ext cx="52214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𝑔𝑟𝑒𝑒𝑛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6260" y="5755003"/>
                <a:ext cx="5221429" cy="276999"/>
              </a:xfrm>
              <a:prstGeom prst="rect">
                <a:avLst/>
              </a:prstGeom>
              <a:blipFill rotWithShape="1">
                <a:blip r:embed="rId3"/>
                <a:stretch>
                  <a:fillRect l="-583" b="-326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2991941" y="5085184"/>
            <a:ext cx="6031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If it was a </a:t>
            </a:r>
            <a:r>
              <a:rPr lang="en-AU" dirty="0" smtClean="0"/>
              <a:t>bag contains </a:t>
            </a:r>
            <a:r>
              <a:rPr lang="en-AU" dirty="0" smtClean="0"/>
              <a:t>7 </a:t>
            </a:r>
            <a:r>
              <a:rPr lang="en-AU" dirty="0" smtClean="0"/>
              <a:t>coloured balls: 1 red, </a:t>
            </a:r>
            <a:r>
              <a:rPr lang="en-AU" dirty="0" smtClean="0"/>
              <a:t>2 </a:t>
            </a:r>
            <a:r>
              <a:rPr lang="en-AU" dirty="0" smtClean="0"/>
              <a:t>blue, 1 green, </a:t>
            </a:r>
            <a:r>
              <a:rPr lang="en-AU" dirty="0" smtClean="0"/>
              <a:t>3 yellow</a:t>
            </a:r>
            <a:r>
              <a:rPr lang="en-AU" dirty="0" smtClean="0"/>
              <a:t>, the sample space would be:</a:t>
            </a:r>
            <a:endParaRPr lang="en-AU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4179980" y="4725144"/>
                <a:ext cx="3136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𝑔𝑟𝑒𝑒𝑛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980" y="4725144"/>
                <a:ext cx="3136628" cy="276999"/>
              </a:xfrm>
              <a:prstGeom prst="rect">
                <a:avLst/>
              </a:prstGeom>
              <a:blipFill rotWithShape="1">
                <a:blip r:embed="rId4"/>
                <a:stretch>
                  <a:fillRect l="-1362" b="-326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936432" y="6176797"/>
            <a:ext cx="341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Now let’s look at Ex 3.2 on Page 35</a:t>
            </a:r>
            <a:endParaRPr lang="en-AU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2971940" y="4355812"/>
            <a:ext cx="60514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007646" y="5085184"/>
            <a:ext cx="60718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11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3172769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81749" y="3065765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749" y="3065765"/>
                <a:ext cx="5832648" cy="723275"/>
              </a:xfrm>
              <a:prstGeom prst="rect">
                <a:avLst/>
              </a:prstGeom>
              <a:blipFill rotWithShape="1">
                <a:blip r:embed="rId2"/>
                <a:stretch>
                  <a:fillRect l="-941" t="-42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284384" y="3681699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384" y="3681699"/>
                <a:ext cx="5464080" cy="63478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4211960" y="4036374"/>
            <a:ext cx="804664" cy="250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4100464"/>
            <a:ext cx="400480" cy="372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7072722" y="3681699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92280" y="4161582"/>
            <a:ext cx="755998" cy="242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77119" y="4161356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19697" y="4404255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14092" y="3542409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side is a 5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00206" y="4404254"/>
            <a:ext cx="1714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6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3059832" y="1922247"/>
                <a:ext cx="5813003" cy="944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If all outcomes are equally likely 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𝑒𝑣𝑒𝑛𝑡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𝑓𝑎𝑣𝑜𝑢𝑟𝑎𝑏𝑙𝑒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𝑜𝑢𝑡𝑐𝑜𝑚𝑒𝑠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𝑝𝑜𝑠𝑠𝑖𝑏𝑙𝑒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𝑜𝑢𝑡𝑐𝑜𝑚𝑒𝑠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922247"/>
                <a:ext cx="5813003" cy="944489"/>
              </a:xfrm>
              <a:prstGeom prst="rect">
                <a:avLst/>
              </a:prstGeom>
              <a:blipFill rotWithShape="1">
                <a:blip r:embed="rId4"/>
                <a:stretch>
                  <a:fillRect l="-943" t="-32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119514" y="1922247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calculate the probability of an event?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677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3172769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81749" y="3065765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749" y="3065765"/>
                <a:ext cx="5832648" cy="723275"/>
              </a:xfrm>
              <a:prstGeom prst="rect">
                <a:avLst/>
              </a:prstGeom>
              <a:blipFill rotWithShape="1">
                <a:blip r:embed="rId2"/>
                <a:stretch>
                  <a:fillRect l="-941" t="-42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284384" y="3681699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384" y="3681699"/>
                <a:ext cx="5464080" cy="63478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4211960" y="4036374"/>
            <a:ext cx="804664" cy="250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4100464"/>
            <a:ext cx="400480" cy="372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7072722" y="3681699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92280" y="4161582"/>
            <a:ext cx="755998" cy="242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77119" y="4161356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19697" y="4404255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14092" y="3542409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side is a 5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00206" y="4404254"/>
            <a:ext cx="1714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6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3059832" y="1922247"/>
                <a:ext cx="5813003" cy="944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If all outcomes are equally likely 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𝑒𝑣𝑒𝑛𝑡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𝑓𝑎𝑣𝑜𝑢𝑟𝑎𝑏𝑙𝑒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𝑜𝑢𝑡𝑐𝑜𝑚𝑒𝑠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𝑝𝑜𝑠𝑠𝑖𝑏𝑙𝑒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𝑜𝑢𝑡𝑐𝑜𝑚𝑒𝑠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922247"/>
                <a:ext cx="5813003" cy="944489"/>
              </a:xfrm>
              <a:prstGeom prst="rect">
                <a:avLst/>
              </a:prstGeom>
              <a:blipFill rotWithShape="1">
                <a:blip r:embed="rId4"/>
                <a:stretch>
                  <a:fillRect l="-943" t="-32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119514" y="1922247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calculate the probability of an event?</a:t>
            </a:r>
            <a:endParaRPr lang="en-AU" dirty="0"/>
          </a:p>
        </p:txBody>
      </p:sp>
      <p:sp>
        <p:nvSpPr>
          <p:cNvPr id="28" name="TextBox 27"/>
          <p:cNvSpPr txBox="1"/>
          <p:nvPr/>
        </p:nvSpPr>
        <p:spPr>
          <a:xfrm>
            <a:off x="2962656" y="4896527"/>
            <a:ext cx="6107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bag contains 4 coloured balls: 1 red, 1 blue, 1 green, 1 yellow</a:t>
            </a:r>
            <a:r>
              <a:rPr lang="en-AU" dirty="0" smtClean="0"/>
              <a:t>.</a:t>
            </a:r>
            <a:endParaRPr lang="en-AU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4614292" y="5265859"/>
                <a:ext cx="3136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𝑔𝑟𝑒𝑒𝑛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292" y="5265859"/>
                <a:ext cx="3136628" cy="276999"/>
              </a:xfrm>
              <a:prstGeom prst="rect">
                <a:avLst/>
              </a:prstGeom>
              <a:blipFill rotWithShape="1">
                <a:blip r:embed="rId5"/>
                <a:stretch>
                  <a:fillRect l="-1362" t="-2222" b="-3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4149231" y="5633285"/>
                <a:ext cx="311822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𝑐h𝑜𝑜𝑠𝑖𝑛𝑔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𝑏𝑎𝑙𝑙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231" y="5633285"/>
                <a:ext cx="3118225" cy="51860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2768693" y="5738698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033681" y="6229402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06586" y="5921625"/>
            <a:ext cx="1463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ball is blue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96183" y="6383290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4</a:t>
            </a:r>
            <a:r>
              <a:rPr lang="en-AU" sz="1400" dirty="0" smtClean="0">
                <a:solidFill>
                  <a:srgbClr val="FF0000"/>
                </a:solidFill>
              </a:rPr>
              <a:t>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  <p:cxnSp>
        <p:nvCxnSpPr>
          <p:cNvPr id="35" name="Straight Arrow Connector 34"/>
          <p:cNvCxnSpPr>
            <a:endCxn id="30" idx="1"/>
          </p:cNvCxnSpPr>
          <p:nvPr/>
        </p:nvCxnSpPr>
        <p:spPr>
          <a:xfrm flipV="1">
            <a:off x="3681891" y="5892587"/>
            <a:ext cx="467340" cy="1324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4645271" y="6046475"/>
            <a:ext cx="646809" cy="33518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6732240" y="6151890"/>
            <a:ext cx="340482" cy="33677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7267456" y="5738697"/>
            <a:ext cx="446636" cy="18292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2962656" y="4896527"/>
            <a:ext cx="60344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2962656" y="2996952"/>
            <a:ext cx="59517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34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851920" y="3429000"/>
            <a:ext cx="1152128" cy="2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3501008"/>
            <a:ext cx="28803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5" idx="1"/>
          </p:cNvCxnSpPr>
          <p:nvPr/>
        </p:nvCxnSpPr>
        <p:spPr>
          <a:xfrm flipH="1">
            <a:off x="7092280" y="3006825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20272" y="3573016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32" y="37037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40052" y="401808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40352" y="2852936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side is a 5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83518" y="399957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6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54128" y="4711861"/>
            <a:ext cx="61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bag contains 4 coloured balls: 1 red, 1 blue, 1 green, 1 yellow.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𝑔𝑟𝑒𝑒𝑛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165" t="-2174" b="-326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823851" y="5886921"/>
                <a:ext cx="311822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𝑐h𝑜𝑜𝑠𝑖𝑛𝑔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𝑏𝑎𝑙𝑙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851" y="5886921"/>
                <a:ext cx="3118225" cy="51860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3430707" y="5818331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92146" y="6366523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21984" y="5591267"/>
            <a:ext cx="1463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ball is blue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32240" y="6488668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4</a:t>
            </a:r>
            <a:r>
              <a:rPr lang="en-AU" sz="1400" dirty="0" smtClean="0">
                <a:solidFill>
                  <a:srgbClr val="FF0000"/>
                </a:solidFill>
              </a:rPr>
              <a:t>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/>
          <p:cNvCxnSpPr>
            <a:endCxn id="17" idx="1"/>
          </p:cNvCxnSpPr>
          <p:nvPr/>
        </p:nvCxnSpPr>
        <p:spPr>
          <a:xfrm>
            <a:off x="4355976" y="6021288"/>
            <a:ext cx="467875" cy="12493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5796136" y="6309320"/>
            <a:ext cx="408603" cy="17934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7439175" y="5818331"/>
            <a:ext cx="301177" cy="20295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7092280" y="6366523"/>
            <a:ext cx="576064" cy="12214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64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284384" y="3681699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𝑐h𝑜𝑜𝑠𝑖𝑛𝑔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𝑏𝑎𝑙𝑙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/>
                                </a:rPr>
                                <m:t>7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384" y="3681699"/>
                <a:ext cx="5464080" cy="63478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923928" y="4100464"/>
            <a:ext cx="648072" cy="303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4100464"/>
            <a:ext cx="400480" cy="372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7543437" y="3664234"/>
            <a:ext cx="513865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27" idx="0"/>
          </p:cNvCxnSpPr>
          <p:nvPr/>
        </p:nvCxnSpPr>
        <p:spPr>
          <a:xfrm flipH="1" flipV="1">
            <a:off x="7574791" y="4286790"/>
            <a:ext cx="482511" cy="425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91095" y="4345521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19697" y="4404255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9428" y="3512263"/>
            <a:ext cx="86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Two balls are </a:t>
            </a:r>
            <a:r>
              <a:rPr lang="en-AU" sz="1400" dirty="0">
                <a:solidFill>
                  <a:srgbClr val="FF0000"/>
                </a:solidFill>
              </a:rPr>
              <a:t>blue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00206" y="4712031"/>
            <a:ext cx="1714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7 </a:t>
            </a:r>
            <a:r>
              <a:rPr lang="en-AU" sz="1400" dirty="0" smtClean="0">
                <a:solidFill>
                  <a:srgbClr val="FF0000"/>
                </a:solidFill>
              </a:rPr>
              <a:t>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52642" y="2132856"/>
            <a:ext cx="6031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If it was a </a:t>
            </a:r>
            <a:r>
              <a:rPr lang="en-AU" dirty="0" smtClean="0"/>
              <a:t>bag contains </a:t>
            </a:r>
            <a:r>
              <a:rPr lang="en-AU" dirty="0" smtClean="0"/>
              <a:t>7 </a:t>
            </a:r>
            <a:r>
              <a:rPr lang="en-AU" dirty="0" smtClean="0"/>
              <a:t>coloured balls: 1 red, </a:t>
            </a:r>
            <a:r>
              <a:rPr lang="en-AU" dirty="0" smtClean="0"/>
              <a:t>2 </a:t>
            </a:r>
            <a:r>
              <a:rPr lang="en-AU" dirty="0" smtClean="0"/>
              <a:t>blue, 1 green, </a:t>
            </a:r>
            <a:r>
              <a:rPr lang="en-AU" dirty="0" smtClean="0"/>
              <a:t>3 yellow</a:t>
            </a:r>
            <a:r>
              <a:rPr lang="en-AU" dirty="0" smtClean="0"/>
              <a:t>, the sample space would be:</a:t>
            </a:r>
            <a:endParaRPr lang="en-AU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357632" y="2929769"/>
                <a:ext cx="52214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𝑔𝑟𝑒𝑒𝑛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632" y="2929769"/>
                <a:ext cx="5221429" cy="276999"/>
              </a:xfrm>
              <a:prstGeom prst="rect">
                <a:avLst/>
              </a:prstGeom>
              <a:blipFill rotWithShape="1">
                <a:blip r:embed="rId3"/>
                <a:stretch>
                  <a:fillRect l="-701" t="-2222" b="-3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35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Your work is to finish exercises 3.1, 3.2 &amp; 3.3 </a:t>
            </a:r>
            <a:r>
              <a:rPr lang="en-AU" dirty="0" smtClean="0"/>
              <a:t>in your text </a:t>
            </a:r>
            <a:r>
              <a:rPr lang="en-AU" dirty="0" smtClean="0"/>
              <a:t>book, pages 34 - 37.</a:t>
            </a:r>
            <a:br>
              <a:rPr lang="en-AU" dirty="0" smtClean="0"/>
            </a:br>
            <a:endParaRPr lang="en-AU" dirty="0" smtClean="0"/>
          </a:p>
          <a:p>
            <a:r>
              <a:rPr lang="en-AU" dirty="0" smtClean="0"/>
              <a:t>There is also a exercise on </a:t>
            </a:r>
            <a:r>
              <a:rPr lang="en-AU" dirty="0" err="1" smtClean="0"/>
              <a:t>Mathspace</a:t>
            </a:r>
            <a:r>
              <a:rPr lang="en-AU" dirty="0" smtClean="0"/>
              <a:t> called </a:t>
            </a:r>
            <a:r>
              <a:rPr lang="en-AU" b="1" dirty="0" smtClean="0">
                <a:solidFill>
                  <a:schemeClr val="tx2"/>
                </a:solidFill>
                <a:effectLst/>
              </a:rPr>
              <a:t>Describing Chance &amp; Sample Spaces </a:t>
            </a:r>
            <a:r>
              <a:rPr lang="en-AU" dirty="0" smtClean="0">
                <a:effectLst/>
              </a:rPr>
              <a:t>which is also for you to try.</a:t>
            </a:r>
            <a:endParaRPr lang="en-AU" dirty="0" smtClean="0"/>
          </a:p>
          <a:p>
            <a:endParaRPr lang="en-AU" dirty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00661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84258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2537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898</Words>
  <Application>Microsoft Office PowerPoint</Application>
  <PresentationFormat>On-screen Show (4:3)</PresentationFormat>
  <Paragraphs>170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My Probability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Probability Interactive Notebook</dc:title>
  <dc:creator>MCALLISTER Robert</dc:creator>
  <cp:lastModifiedBy>MCALLISTER Robert</cp:lastModifiedBy>
  <cp:revision>2</cp:revision>
  <dcterms:created xsi:type="dcterms:W3CDTF">2016-02-28T07:23:20Z</dcterms:created>
  <dcterms:modified xsi:type="dcterms:W3CDTF">2016-02-28T07:36:19Z</dcterms:modified>
</cp:coreProperties>
</file>