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9"/>
  </p:notesMasterIdLst>
  <p:sldIdLst>
    <p:sldId id="332" r:id="rId2"/>
    <p:sldId id="333" r:id="rId3"/>
    <p:sldId id="334" r:id="rId4"/>
    <p:sldId id="338" r:id="rId5"/>
    <p:sldId id="340" r:id="rId6"/>
    <p:sldId id="341" r:id="rId7"/>
    <p:sldId id="33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E3DBD3"/>
    <a:srgbClr val="E6E3D0"/>
    <a:srgbClr val="E1DEC5"/>
    <a:srgbClr val="FF0000"/>
    <a:srgbClr val="339933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624" autoAdjust="0"/>
  </p:normalViewPr>
  <p:slideViewPr>
    <p:cSldViewPr>
      <p:cViewPr>
        <p:scale>
          <a:sx n="80" d="100"/>
          <a:sy n="80" d="100"/>
        </p:scale>
        <p:origin x="-720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AF413F-ED53-49F3-81C7-ABE475CDA29A}" type="datetimeFigureOut">
              <a:rPr lang="en-US"/>
              <a:pPr>
                <a:defRPr/>
              </a:pPr>
              <a:t>10/27/2016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CA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39FAEE7-0E52-4969-8C1F-F79229FD5224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8927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8CD227D-F45F-412A-8D7B-D03DAAC35A59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23E6989-D397-4A16-A0D4-09B26C61102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596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F497677-DD77-4FB2-BCD4-2BD59DE13003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E903F39-6BF8-4E8B-9932-4085FE0B6CA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56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83DF8F2-924F-4530-8EF2-8FEE184B2975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3281837-3A2D-4DBB-9C47-592013C2EE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920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F115BC-170B-4801-83D0-16522993966D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DC59C29-6A7F-478F-8FA1-7D95C4A9E2F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81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4C69E61-AAB9-431A-AD3B-115736A94EB6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18184FF-1D7B-46FD-9FFF-735C33E5E43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933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72EC0D2-789C-472C-A80A-AE53B35E1666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B18B35A-AA10-4F38-ADE0-BCB46AB22A1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360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43C5F3B1-6421-4503-86B1-B35E783CCF9B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FFBDB7-D030-4B60-ABDF-77E21D5B3AB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132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81CE0C-208E-4178-8619-B82B3861AD52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52A4650-5CFF-4109-A108-7615637CD4D4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982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28636D1-E59C-4AA0-8637-62A138E10DED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8587249-B79C-4BBE-8E24-27CC82DA587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105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0D28ADB-E613-45FB-96CB-2300BF9D21EA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CA434F3-96B9-4123-B6AF-31009A222E5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124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1E9586F-E2E4-4D48-AFF2-63CBEB0DCB1D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9C9181B-E1BB-4279-863D-3128480F895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430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AU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C314EBB-1FAE-4AF9-8750-82836BE4C0A3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30B5F73-3933-45EC-867D-19C2B719B4B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r>
              <a:rPr lang="en-AU" dirty="0" smtClean="0"/>
              <a:t>My Angles</a:t>
            </a:r>
            <a:br>
              <a:rPr lang="en-AU" dirty="0" smtClean="0"/>
            </a:br>
            <a:r>
              <a:rPr lang="en-AU" dirty="0" smtClean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Name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Class: </a:t>
            </a:r>
            <a:endParaRPr lang="en-AU" dirty="0" smtClean="0"/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Teacher:</a:t>
            </a:r>
            <a:endParaRPr lang="en-AU" dirty="0" smtClean="0"/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Term 4 Semester 2</a:t>
            </a:r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4796" y="548680"/>
            <a:ext cx="1368152" cy="144655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23728" y="1884135"/>
            <a:ext cx="1368152" cy="144655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3572848"/>
            <a:ext cx="1368152" cy="14465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8" name="Text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60232" y="2708920"/>
            <a:ext cx="1368152" cy="144655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1902233"/>
            <a:ext cx="1368152" cy="14465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36296" y="437585"/>
            <a:ext cx="1368152" cy="1993816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3068960"/>
            <a:ext cx="1368152" cy="1993816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2" name="TextBox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44308" y="3909817"/>
            <a:ext cx="1368152" cy="1107996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2120" y="4797152"/>
            <a:ext cx="1368152" cy="1227644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5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4463" y="620713"/>
            <a:ext cx="46450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6013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38" name="TextBox 19"/>
          <p:cNvSpPr txBox="1">
            <a:spLocks noChangeArrowheads="1"/>
          </p:cNvSpPr>
          <p:nvPr/>
        </p:nvSpPr>
        <p:spPr bwMode="auto">
          <a:xfrm>
            <a:off x="577850" y="6350"/>
            <a:ext cx="931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Contents</a:t>
            </a:r>
          </a:p>
        </p:txBody>
      </p:sp>
      <p:sp>
        <p:nvSpPr>
          <p:cNvPr id="18439" name="TextBox 22"/>
          <p:cNvSpPr txBox="1">
            <a:spLocks noChangeArrowheads="1"/>
          </p:cNvSpPr>
          <p:nvPr/>
        </p:nvSpPr>
        <p:spPr bwMode="auto">
          <a:xfrm>
            <a:off x="223838" y="374650"/>
            <a:ext cx="581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125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41" name="TextBox 16"/>
          <p:cNvSpPr txBox="1">
            <a:spLocks noChangeArrowheads="1"/>
          </p:cNvSpPr>
          <p:nvPr/>
        </p:nvSpPr>
        <p:spPr bwMode="auto">
          <a:xfrm>
            <a:off x="1403350" y="344488"/>
            <a:ext cx="576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Date</a:t>
            </a:r>
          </a:p>
        </p:txBody>
      </p:sp>
      <p:sp>
        <p:nvSpPr>
          <p:cNvPr id="18442" name="TextBox 17"/>
          <p:cNvSpPr txBox="1">
            <a:spLocks noChangeArrowheads="1"/>
          </p:cNvSpPr>
          <p:nvPr/>
        </p:nvSpPr>
        <p:spPr bwMode="auto">
          <a:xfrm>
            <a:off x="2555875" y="344488"/>
            <a:ext cx="1398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18443" name="TextBox 20"/>
          <p:cNvSpPr txBox="1">
            <a:spLocks noChangeArrowheads="1"/>
          </p:cNvSpPr>
          <p:nvPr/>
        </p:nvSpPr>
        <p:spPr bwMode="auto">
          <a:xfrm>
            <a:off x="5795963" y="66675"/>
            <a:ext cx="2592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Glossary or Formula Page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– </a:t>
            </a:r>
            <a:r>
              <a:rPr lang="en-AU" sz="2200" dirty="0" smtClean="0">
                <a:latin typeface="+mn-lt"/>
              </a:rPr>
              <a:t>How do I describe </a:t>
            </a:r>
            <a:r>
              <a:rPr lang="en-AU" sz="2200" dirty="0" smtClean="0">
                <a:latin typeface="+mn-lt"/>
              </a:rPr>
              <a:t>angle relationships? </a:t>
            </a:r>
            <a:endParaRPr lang="en-AU" sz="22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6765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+mn-lt"/>
              </a:rPr>
              <a:t>Topic: Parts of an angle and </a:t>
            </a:r>
            <a:r>
              <a:rPr lang="en-AU" sz="2800" dirty="0" smtClean="0">
                <a:latin typeface="+mn-lt"/>
              </a:rPr>
              <a:t>congruent angles</a:t>
            </a:r>
            <a:endParaRPr lang="en-AU" sz="2800" dirty="0">
              <a:latin typeface="+mn-lt"/>
            </a:endParaRPr>
          </a:p>
        </p:txBody>
      </p:sp>
      <p:pic>
        <p:nvPicPr>
          <p:cNvPr id="12" name="Picture 11"/>
          <p:cNvPicPr/>
          <p:nvPr/>
        </p:nvPicPr>
        <p:blipFill rotWithShape="1">
          <a:blip r:embed="rId2"/>
          <a:srcRect l="64215" t="14376" r="7143" b="17826"/>
          <a:stretch/>
        </p:blipFill>
        <p:spPr bwMode="auto">
          <a:xfrm>
            <a:off x="1931271" y="1713014"/>
            <a:ext cx="6145929" cy="4992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4810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69769" t="23310" r="8422" b="5037"/>
          <a:stretch/>
        </p:blipFill>
        <p:spPr bwMode="auto">
          <a:xfrm>
            <a:off x="1600200" y="0"/>
            <a:ext cx="5943600" cy="685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63289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69662" t="23284" r="8763" b="6406"/>
          <a:stretch/>
        </p:blipFill>
        <p:spPr bwMode="auto">
          <a:xfrm>
            <a:off x="1371600" y="0"/>
            <a:ext cx="5867400" cy="685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32865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– </a:t>
            </a:r>
            <a:r>
              <a:rPr lang="en-AU" sz="2200" dirty="0" smtClean="0">
                <a:latin typeface="+mn-lt"/>
              </a:rPr>
              <a:t>How do I describe an angle? </a:t>
            </a:r>
            <a:endParaRPr lang="en-AU" sz="22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6364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+mn-lt"/>
              </a:rPr>
              <a:t>Topic: Parts of an angle and naming angles</a:t>
            </a:r>
            <a:endParaRPr lang="en-AU" sz="2800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19400" y="2895600"/>
            <a:ext cx="42276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latin typeface="+mn-lt"/>
              </a:rPr>
              <a:t>Exercise </a:t>
            </a:r>
            <a:r>
              <a:rPr lang="en-AU" dirty="0" smtClean="0">
                <a:latin typeface="+mn-lt"/>
              </a:rPr>
              <a:t>13.6 &amp; 13.7</a:t>
            </a:r>
            <a:endParaRPr lang="en-AU" dirty="0" smtClean="0">
              <a:latin typeface="+mn-lt"/>
            </a:endParaRPr>
          </a:p>
          <a:p>
            <a:r>
              <a:rPr lang="en-AU" dirty="0" smtClean="0">
                <a:latin typeface="+mn-lt"/>
              </a:rPr>
              <a:t>Page </a:t>
            </a:r>
            <a:r>
              <a:rPr lang="en-AU" dirty="0" smtClean="0">
                <a:latin typeface="+mn-lt"/>
              </a:rPr>
              <a:t>180 – 181</a:t>
            </a:r>
          </a:p>
          <a:p>
            <a:r>
              <a:rPr lang="en-AU" dirty="0" smtClean="0">
                <a:latin typeface="+mn-lt"/>
              </a:rPr>
              <a:t>Worksheet Exercise from Nelson</a:t>
            </a:r>
            <a:endParaRPr lang="en-A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873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</TotalTime>
  <Words>86</Words>
  <Application>Microsoft Office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My Angles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Visual Classroom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Parabolas</dc:title>
  <dc:creator>Peter Maher</dc:creator>
  <cp:lastModifiedBy>MCALLISTER Robert</cp:lastModifiedBy>
  <cp:revision>57</cp:revision>
  <cp:lastPrinted>1601-01-01T00:00:00Z</cp:lastPrinted>
  <dcterms:created xsi:type="dcterms:W3CDTF">2000-11-01T00:14:34Z</dcterms:created>
  <dcterms:modified xsi:type="dcterms:W3CDTF">2016-10-27T00:23:10Z</dcterms:modified>
</cp:coreProperties>
</file>