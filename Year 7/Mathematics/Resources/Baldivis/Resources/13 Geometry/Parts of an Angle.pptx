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notesMasterIdLst>
    <p:notesMasterId r:id="rId10"/>
  </p:notesMasterIdLst>
  <p:sldIdLst>
    <p:sldId id="332" r:id="rId2"/>
    <p:sldId id="333" r:id="rId3"/>
    <p:sldId id="334" r:id="rId4"/>
    <p:sldId id="335" r:id="rId5"/>
    <p:sldId id="336" r:id="rId6"/>
    <p:sldId id="337" r:id="rId7"/>
    <p:sldId id="338" r:id="rId8"/>
    <p:sldId id="33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E3DBD3"/>
    <a:srgbClr val="E6E3D0"/>
    <a:srgbClr val="E1DEC5"/>
    <a:srgbClr val="FF0000"/>
    <a:srgbClr val="339933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 autoAdjust="0"/>
    <p:restoredTop sz="94624" autoAdjust="0"/>
  </p:normalViewPr>
  <p:slideViewPr>
    <p:cSldViewPr>
      <p:cViewPr>
        <p:scale>
          <a:sx n="80" d="100"/>
          <a:sy n="80" d="100"/>
        </p:scale>
        <p:origin x="-486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EAF413F-ED53-49F3-81C7-ABE475CDA29A}" type="datetimeFigureOut">
              <a:rPr lang="en-US"/>
              <a:pPr>
                <a:defRPr/>
              </a:pPr>
              <a:t>10/27/2016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CA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CA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39FAEE7-0E52-4969-8C1F-F79229FD5224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48927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8CD227D-F45F-412A-8D7B-D03DAAC35A59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23E6989-D397-4A16-A0D4-09B26C61102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45969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F497677-DD77-4FB2-BCD4-2BD59DE13003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E903F39-6BF8-4E8B-9932-4085FE0B6CA0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568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83DF8F2-924F-4530-8EF2-8FEE184B2975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33281837-3A2D-4DBB-9C47-592013C2EE8E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9209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BF115BC-170B-4801-83D0-16522993966D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DC59C29-6A7F-478F-8FA1-7D95C4A9E2FA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817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4C69E61-AAB9-431A-AD3B-115736A94EB6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18184FF-1D7B-46FD-9FFF-735C33E5E43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99331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E72EC0D2-789C-472C-A80A-AE53B35E1666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9B18B35A-AA10-4F38-ADE0-BCB46AB22A1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53601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43C5F3B1-6421-4503-86B1-B35E783CCF9B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CFFBDB7-D030-4B60-ABDF-77E21D5B3AB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71326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B81CE0C-208E-4178-8619-B82B3861AD52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52A4650-5CFF-4109-A108-7615637CD4D4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9824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28636D1-E59C-4AA0-8637-62A138E10DED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8587249-B79C-4BBE-8E24-27CC82DA587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71051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0D28ADB-E613-45FB-96CB-2300BF9D21EA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CA434F3-96B9-4123-B6AF-31009A222E53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1244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1E9586F-E2E4-4D48-AFF2-63CBEB0DCB1D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9C9181B-E1BB-4279-863D-3128480F895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44302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AU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DC314EBB-1FAE-4AF9-8750-82836BE4C0A3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F30B5F73-3933-45EC-867D-19C2B719B4B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611188" y="333375"/>
            <a:ext cx="7772400" cy="1470025"/>
          </a:xfrm>
        </p:spPr>
        <p:txBody>
          <a:bodyPr/>
          <a:lstStyle/>
          <a:p>
            <a:r>
              <a:rPr lang="en-AU" dirty="0" smtClean="0"/>
              <a:t>My Angles</a:t>
            </a:r>
            <a:br>
              <a:rPr lang="en-AU" dirty="0" smtClean="0"/>
            </a:br>
            <a:r>
              <a:rPr lang="en-AU" dirty="0" smtClean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85000" lnSpcReduction="20000"/>
          </a:bodyPr>
          <a:lstStyle/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 smtClean="0"/>
              <a:t>Name </a:t>
            </a:r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 smtClean="0"/>
              <a:t>Class: </a:t>
            </a:r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smtClean="0"/>
              <a:t>Teacher</a:t>
            </a:r>
            <a:r>
              <a:rPr lang="en-AU" smtClean="0"/>
              <a:t>:</a:t>
            </a:r>
            <a:endParaRPr lang="en-AU" dirty="0" smtClean="0"/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 smtClean="0"/>
              <a:t>Term 4 Semester 2</a:t>
            </a:r>
          </a:p>
        </p:txBody>
      </p:sp>
      <p:sp>
        <p:nvSpPr>
          <p:cNvPr id="4" name="TextBox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4796" y="548680"/>
            <a:ext cx="1368152" cy="144655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6" name="TextBox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23728" y="1884135"/>
            <a:ext cx="1368152" cy="144655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7" name="Text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07644" y="3572848"/>
            <a:ext cx="1368152" cy="144655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8" name="TextBox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660232" y="2708920"/>
            <a:ext cx="1368152" cy="144655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9" name="TextBox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07644" y="1902233"/>
            <a:ext cx="1368152" cy="1446550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0" name="TextBox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36296" y="437585"/>
            <a:ext cx="1368152" cy="1993816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1" name="TextBox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3068960"/>
            <a:ext cx="1368152" cy="1993816"/>
          </a:xfrm>
          <a:prstGeom prst="rect">
            <a:avLst/>
          </a:prstGeom>
          <a:blipFill rotWithShape="1">
            <a:blip r:embed="rId8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2" name="TextBox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344308" y="3909817"/>
            <a:ext cx="1368152" cy="1107996"/>
          </a:xfrm>
          <a:prstGeom prst="rect">
            <a:avLst/>
          </a:prstGeom>
          <a:blipFill rotWithShape="1">
            <a:blip r:embed="rId9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4" name="TextBox 1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52120" y="4797152"/>
            <a:ext cx="1368152" cy="1227644"/>
          </a:xfrm>
          <a:prstGeom prst="rect">
            <a:avLst/>
          </a:prstGeom>
          <a:blipFill rotWithShape="1">
            <a:blip r:embed="rId10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5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2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4463" y="620713"/>
            <a:ext cx="464502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6013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38" name="TextBox 19"/>
          <p:cNvSpPr txBox="1">
            <a:spLocks noChangeArrowheads="1"/>
          </p:cNvSpPr>
          <p:nvPr/>
        </p:nvSpPr>
        <p:spPr bwMode="auto">
          <a:xfrm>
            <a:off x="577850" y="6350"/>
            <a:ext cx="9318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Contents</a:t>
            </a:r>
          </a:p>
        </p:txBody>
      </p:sp>
      <p:sp>
        <p:nvSpPr>
          <p:cNvPr id="18439" name="TextBox 22"/>
          <p:cNvSpPr txBox="1">
            <a:spLocks noChangeArrowheads="1"/>
          </p:cNvSpPr>
          <p:nvPr/>
        </p:nvSpPr>
        <p:spPr bwMode="auto">
          <a:xfrm>
            <a:off x="223838" y="374650"/>
            <a:ext cx="581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125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41" name="TextBox 16"/>
          <p:cNvSpPr txBox="1">
            <a:spLocks noChangeArrowheads="1"/>
          </p:cNvSpPr>
          <p:nvPr/>
        </p:nvSpPr>
        <p:spPr bwMode="auto">
          <a:xfrm>
            <a:off x="1403350" y="344488"/>
            <a:ext cx="5762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Date</a:t>
            </a:r>
          </a:p>
        </p:txBody>
      </p:sp>
      <p:sp>
        <p:nvSpPr>
          <p:cNvPr id="18442" name="TextBox 17"/>
          <p:cNvSpPr txBox="1">
            <a:spLocks noChangeArrowheads="1"/>
          </p:cNvSpPr>
          <p:nvPr/>
        </p:nvSpPr>
        <p:spPr bwMode="auto">
          <a:xfrm>
            <a:off x="2555875" y="344488"/>
            <a:ext cx="13985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18443" name="TextBox 20"/>
          <p:cNvSpPr txBox="1">
            <a:spLocks noChangeArrowheads="1"/>
          </p:cNvSpPr>
          <p:nvPr/>
        </p:nvSpPr>
        <p:spPr bwMode="auto">
          <a:xfrm>
            <a:off x="5795963" y="66675"/>
            <a:ext cx="25923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Glossary or Formula Page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59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563" y="620713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563" y="1196975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00" y="5373688"/>
            <a:ext cx="472598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7400" y="1196975"/>
            <a:ext cx="0" cy="41767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464" name="TextBox 18"/>
          <p:cNvSpPr txBox="1">
            <a:spLocks noChangeArrowheads="1"/>
          </p:cNvSpPr>
          <p:nvPr/>
        </p:nvSpPr>
        <p:spPr bwMode="auto">
          <a:xfrm>
            <a:off x="4533900" y="66675"/>
            <a:ext cx="431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24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7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30</a:t>
            </a:r>
          </a:p>
        </p:txBody>
      </p:sp>
      <p:sp>
        <p:nvSpPr>
          <p:cNvPr id="19465" name="TextBox 19"/>
          <p:cNvSpPr txBox="1">
            <a:spLocks noChangeArrowheads="1"/>
          </p:cNvSpPr>
          <p:nvPr/>
        </p:nvSpPr>
        <p:spPr bwMode="auto">
          <a:xfrm>
            <a:off x="4572000" y="601663"/>
            <a:ext cx="11430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Essential Question</a:t>
            </a:r>
          </a:p>
        </p:txBody>
      </p:sp>
      <p:sp>
        <p:nvSpPr>
          <p:cNvPr id="19466" name="TextBox 21"/>
          <p:cNvSpPr txBox="1">
            <a:spLocks noChangeArrowheads="1"/>
          </p:cNvSpPr>
          <p:nvPr/>
        </p:nvSpPr>
        <p:spPr bwMode="auto">
          <a:xfrm>
            <a:off x="5867400" y="1196975"/>
            <a:ext cx="4921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Notes</a:t>
            </a:r>
          </a:p>
        </p:txBody>
      </p:sp>
      <p:sp>
        <p:nvSpPr>
          <p:cNvPr id="19467" name="TextBox 22"/>
          <p:cNvSpPr txBox="1">
            <a:spLocks noChangeArrowheads="1"/>
          </p:cNvSpPr>
          <p:nvPr/>
        </p:nvSpPr>
        <p:spPr bwMode="auto">
          <a:xfrm>
            <a:off x="4521200" y="1196975"/>
            <a:ext cx="7096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Questions</a:t>
            </a:r>
          </a:p>
        </p:txBody>
      </p:sp>
      <p:sp>
        <p:nvSpPr>
          <p:cNvPr id="19468" name="TextBox 23"/>
          <p:cNvSpPr txBox="1">
            <a:spLocks noChangeArrowheads="1"/>
          </p:cNvSpPr>
          <p:nvPr/>
        </p:nvSpPr>
        <p:spPr bwMode="auto">
          <a:xfrm>
            <a:off x="4572000" y="5373688"/>
            <a:ext cx="6794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Summary</a:t>
            </a:r>
          </a:p>
        </p:txBody>
      </p:sp>
      <p:sp>
        <p:nvSpPr>
          <p:cNvPr id="19469" name="TextBox 24"/>
          <p:cNvSpPr txBox="1">
            <a:spLocks noChangeArrowheads="1"/>
          </p:cNvSpPr>
          <p:nvPr/>
        </p:nvSpPr>
        <p:spPr bwMode="auto">
          <a:xfrm>
            <a:off x="150813" y="142875"/>
            <a:ext cx="671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Tasks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latin typeface="+mn-lt"/>
              </a:rPr>
              <a:t>24</a:t>
            </a:r>
          </a:p>
          <a:p>
            <a:r>
              <a:rPr lang="en-AU" sz="1600" dirty="0" smtClean="0">
                <a:latin typeface="+mn-lt"/>
              </a:rPr>
              <a:t>7</a:t>
            </a:r>
          </a:p>
          <a:p>
            <a:r>
              <a:rPr lang="en-AU" sz="1600" dirty="0" smtClean="0">
                <a:latin typeface="+mn-lt"/>
              </a:rPr>
              <a:t>30</a:t>
            </a:r>
            <a:endParaRPr lang="en-AU" sz="1600" dirty="0">
              <a:latin typeface="+mn-lt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19200" y="16764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+mn-lt"/>
              </a:rPr>
              <a:t>Date</a:t>
            </a:r>
            <a:endParaRPr lang="en-AU" sz="240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latin typeface="+mn-lt"/>
              </a:rPr>
              <a:t>EQ – </a:t>
            </a:r>
            <a:r>
              <a:rPr lang="en-AU" sz="2200" dirty="0" smtClean="0">
                <a:latin typeface="+mn-lt"/>
              </a:rPr>
              <a:t>How do I name an angle? </a:t>
            </a:r>
            <a:endParaRPr lang="en-AU" sz="2200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2000" y="298231"/>
            <a:ext cx="6364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+mn-lt"/>
              </a:rPr>
              <a:t>Topic: Parts of an angle and naming angles</a:t>
            </a:r>
            <a:endParaRPr lang="en-AU" sz="2800" dirty="0"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42" t="34722" r="18437" b="24167"/>
          <a:stretch/>
        </p:blipFill>
        <p:spPr bwMode="auto">
          <a:xfrm>
            <a:off x="1282003" y="2286000"/>
            <a:ext cx="7610476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450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latin typeface="+mn-lt"/>
              </a:rPr>
              <a:t>24</a:t>
            </a:r>
          </a:p>
          <a:p>
            <a:r>
              <a:rPr lang="en-AU" sz="1600" dirty="0" smtClean="0">
                <a:latin typeface="+mn-lt"/>
              </a:rPr>
              <a:t>7</a:t>
            </a:r>
          </a:p>
          <a:p>
            <a:r>
              <a:rPr lang="en-AU" sz="1600" dirty="0" smtClean="0">
                <a:latin typeface="+mn-lt"/>
              </a:rPr>
              <a:t>30</a:t>
            </a:r>
            <a:endParaRPr lang="en-AU" sz="1600" dirty="0">
              <a:latin typeface="+mn-lt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19200" y="16764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+mn-lt"/>
              </a:rPr>
              <a:t>Date</a:t>
            </a:r>
            <a:endParaRPr lang="en-AU" sz="240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latin typeface="+mn-lt"/>
              </a:rPr>
              <a:t>EQ – </a:t>
            </a:r>
            <a:r>
              <a:rPr lang="en-AU" sz="2200" dirty="0" smtClean="0">
                <a:latin typeface="+mn-lt"/>
              </a:rPr>
              <a:t>How do I name an angle? </a:t>
            </a:r>
            <a:endParaRPr lang="en-AU" sz="2200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2000" y="298231"/>
            <a:ext cx="6364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+mn-lt"/>
              </a:rPr>
              <a:t>Topic: Parts of an angle and naming angles</a:t>
            </a:r>
            <a:endParaRPr lang="en-AU" sz="2800" dirty="0">
              <a:latin typeface="+mn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97" t="28889" r="18437" b="21111"/>
          <a:stretch/>
        </p:blipFill>
        <p:spPr bwMode="auto">
          <a:xfrm>
            <a:off x="1431925" y="1981200"/>
            <a:ext cx="7591426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0930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latin typeface="+mn-lt"/>
              </a:rPr>
              <a:t>24</a:t>
            </a:r>
          </a:p>
          <a:p>
            <a:r>
              <a:rPr lang="en-AU" sz="1600" dirty="0" smtClean="0">
                <a:latin typeface="+mn-lt"/>
              </a:rPr>
              <a:t>7</a:t>
            </a:r>
          </a:p>
          <a:p>
            <a:r>
              <a:rPr lang="en-AU" sz="1600" dirty="0" smtClean="0">
                <a:latin typeface="+mn-lt"/>
              </a:rPr>
              <a:t>30</a:t>
            </a:r>
            <a:endParaRPr lang="en-AU" sz="1600" dirty="0">
              <a:latin typeface="+mn-lt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19200" y="16764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+mn-lt"/>
              </a:rPr>
              <a:t>Date</a:t>
            </a:r>
            <a:endParaRPr lang="en-AU" sz="240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latin typeface="+mn-lt"/>
              </a:rPr>
              <a:t>EQ – </a:t>
            </a:r>
            <a:r>
              <a:rPr lang="en-AU" sz="2200" dirty="0" smtClean="0">
                <a:latin typeface="+mn-lt"/>
              </a:rPr>
              <a:t>How do I name an angle? </a:t>
            </a:r>
            <a:endParaRPr lang="en-AU" sz="2200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2000" y="298231"/>
            <a:ext cx="6364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+mn-lt"/>
              </a:rPr>
              <a:t>Topic: Parts of an angle and naming angles</a:t>
            </a:r>
            <a:endParaRPr lang="en-AU" sz="2800" dirty="0">
              <a:latin typeface="+mn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19" t="45972" r="18671" b="15417"/>
          <a:stretch/>
        </p:blipFill>
        <p:spPr bwMode="auto">
          <a:xfrm>
            <a:off x="1450976" y="2590800"/>
            <a:ext cx="7572375" cy="2647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2076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latin typeface="+mn-lt"/>
              </a:rPr>
              <a:t>24</a:t>
            </a:r>
          </a:p>
          <a:p>
            <a:r>
              <a:rPr lang="en-AU" sz="1600" dirty="0" smtClean="0">
                <a:latin typeface="+mn-lt"/>
              </a:rPr>
              <a:t>7</a:t>
            </a:r>
          </a:p>
          <a:p>
            <a:r>
              <a:rPr lang="en-AU" sz="1600" dirty="0" smtClean="0">
                <a:latin typeface="+mn-lt"/>
              </a:rPr>
              <a:t>30</a:t>
            </a:r>
            <a:endParaRPr lang="en-AU" sz="1600" dirty="0">
              <a:latin typeface="+mn-lt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19200" y="16764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+mn-lt"/>
              </a:rPr>
              <a:t>Date</a:t>
            </a:r>
            <a:endParaRPr lang="en-AU" sz="240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latin typeface="+mn-lt"/>
              </a:rPr>
              <a:t>EQ – </a:t>
            </a:r>
            <a:r>
              <a:rPr lang="en-AU" sz="2200" dirty="0" smtClean="0">
                <a:latin typeface="+mn-lt"/>
              </a:rPr>
              <a:t>How do I describe an angle? </a:t>
            </a:r>
            <a:endParaRPr lang="en-AU" sz="2200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2000" y="298231"/>
            <a:ext cx="6364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+mn-lt"/>
              </a:rPr>
              <a:t>Topic: Parts of an angle and naming angles</a:t>
            </a:r>
            <a:endParaRPr lang="en-AU" sz="2800" dirty="0">
              <a:latin typeface="+mn-lt"/>
            </a:endParaRPr>
          </a:p>
        </p:txBody>
      </p:sp>
      <p:pic>
        <p:nvPicPr>
          <p:cNvPr id="13" name="Picture 12"/>
          <p:cNvPicPr/>
          <p:nvPr/>
        </p:nvPicPr>
        <p:blipFill rotWithShape="1">
          <a:blip r:embed="rId2"/>
          <a:srcRect l="67276" t="18089" r="5980" b="27201"/>
          <a:stretch/>
        </p:blipFill>
        <p:spPr bwMode="auto">
          <a:xfrm>
            <a:off x="1386946" y="1752600"/>
            <a:ext cx="7147454" cy="4800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4810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latin typeface="+mn-lt"/>
              </a:rPr>
              <a:t>24</a:t>
            </a:r>
          </a:p>
          <a:p>
            <a:r>
              <a:rPr lang="en-AU" sz="1600" dirty="0" smtClean="0">
                <a:latin typeface="+mn-lt"/>
              </a:rPr>
              <a:t>7</a:t>
            </a:r>
          </a:p>
          <a:p>
            <a:r>
              <a:rPr lang="en-AU" sz="1600" dirty="0" smtClean="0">
                <a:latin typeface="+mn-lt"/>
              </a:rPr>
              <a:t>30</a:t>
            </a:r>
            <a:endParaRPr lang="en-AU" sz="1600" dirty="0">
              <a:latin typeface="+mn-lt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19200" y="16764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+mn-lt"/>
              </a:rPr>
              <a:t>Date</a:t>
            </a:r>
            <a:endParaRPr lang="en-AU" sz="240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latin typeface="+mn-lt"/>
              </a:rPr>
              <a:t>EQ – </a:t>
            </a:r>
            <a:r>
              <a:rPr lang="en-AU" sz="2200" dirty="0" smtClean="0">
                <a:latin typeface="+mn-lt"/>
              </a:rPr>
              <a:t>How do I describe an angle? </a:t>
            </a:r>
            <a:endParaRPr lang="en-AU" sz="2200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2000" y="298231"/>
            <a:ext cx="6364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+mn-lt"/>
              </a:rPr>
              <a:t>Topic: Parts of an angle and naming angles</a:t>
            </a:r>
            <a:endParaRPr lang="en-AU" sz="2800" dirty="0"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19400" y="2895600"/>
            <a:ext cx="18582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latin typeface="+mn-lt"/>
              </a:rPr>
              <a:t>Exercise 13.4</a:t>
            </a:r>
          </a:p>
          <a:p>
            <a:r>
              <a:rPr lang="en-AU" dirty="0" smtClean="0">
                <a:latin typeface="+mn-lt"/>
              </a:rPr>
              <a:t>Page 178</a:t>
            </a:r>
            <a:endParaRPr lang="en-A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8730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501</TotalTime>
  <Words>144</Words>
  <Application>Microsoft Office PowerPoint</Application>
  <PresentationFormat>On-screen Show (4:3)</PresentationFormat>
  <Paragraphs>61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My Angles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Visual Classroom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Parabolas</dc:title>
  <dc:creator>Peter Maher</dc:creator>
  <cp:lastModifiedBy>MCALLISTER Robert</cp:lastModifiedBy>
  <cp:revision>55</cp:revision>
  <cp:lastPrinted>1601-01-01T00:00:00Z</cp:lastPrinted>
  <dcterms:created xsi:type="dcterms:W3CDTF">2000-11-01T00:14:34Z</dcterms:created>
  <dcterms:modified xsi:type="dcterms:W3CDTF">2016-10-27T01:23:06Z</dcterms:modified>
</cp:coreProperties>
</file>