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03" r:id="rId5"/>
    <p:sldId id="330" r:id="rId6"/>
    <p:sldId id="336" r:id="rId7"/>
    <p:sldId id="338" r:id="rId8"/>
    <p:sldId id="339" r:id="rId9"/>
    <p:sldId id="340" r:id="rId10"/>
    <p:sldId id="337" r:id="rId11"/>
    <p:sldId id="341" r:id="rId12"/>
    <p:sldId id="342" r:id="rId13"/>
    <p:sldId id="335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10A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30" y="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22/07/2016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11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8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6121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61212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46" t="-3311" r="-523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158434"/>
              </p:ext>
            </p:extLst>
          </p:nvPr>
        </p:nvGraphicFramePr>
        <p:xfrm>
          <a:off x="3347863" y="2977864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/>
                <a:gridCol w="360040"/>
                <a:gridCol w="360040"/>
                <a:gridCol w="360040"/>
                <a:gridCol w="360040"/>
              </a:tblGrid>
              <a:tr h="29905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73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39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04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×7=49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=8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×8=64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=9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×9=81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=10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×10=100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×11=121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×12=144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69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59847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blipFill rotWithShape="1">
                <a:blip r:embed="rId3"/>
                <a:stretch>
                  <a:fillRect l="-1463" t="-4425" r="-1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07255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err="1" smtClean="0"/>
                  <a:t>Extention</a:t>
                </a: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30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322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=3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=5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=6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err="1" smtClean="0"/>
                  <a:t>Extention</a:t>
                </a: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=20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30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=7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=8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=10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=11</m:t>
                    </m:r>
                  </m:oMath>
                </a14:m>
                <a:endParaRPr lang="en-AU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=12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=50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45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blipFill rotWithShape="1">
                <a:blip r:embed="rId3"/>
                <a:stretch>
                  <a:fillRect l="-1463" t="-4425" r="-1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79287" y="5669356"/>
            <a:ext cx="2131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cube root?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79287" y="4350681"/>
            <a:ext cx="2524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cube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79447" y="4385017"/>
                <a:ext cx="575074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 three times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= 5 x 5 x 5 = 125 </a:t>
                </a:r>
              </a:p>
              <a:p>
                <a:r>
                  <a:rPr lang="en-AU" dirty="0" smtClean="0"/>
                  <a:t>125 is a cube number</a:t>
                </a:r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447" y="4385017"/>
                <a:ext cx="5750741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847" t="-3289" r="-106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05467" y="5486688"/>
                <a:ext cx="3153492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inverse operation to cubing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467" y="5486688"/>
                <a:ext cx="3153492" cy="684546"/>
              </a:xfrm>
              <a:prstGeom prst="rect">
                <a:avLst/>
              </a:prstGeom>
              <a:blipFill rotWithShape="1">
                <a:blip r:embed="rId5"/>
                <a:stretch>
                  <a:fillRect l="-1544" t="-4464" r="-9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relationship between squaring  a number and finding the square root?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5835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</TotalTime>
  <Words>736</Words>
  <Application>Microsoft Office PowerPoint</Application>
  <PresentationFormat>On-screen Show (4:3)</PresentationFormat>
  <Paragraphs>183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Calculate the following</vt:lpstr>
      <vt:lpstr>Calculate the following</vt:lpstr>
      <vt:lpstr>Calculate the following</vt:lpstr>
      <vt:lpstr>PowerPoint Presentation</vt:lpstr>
      <vt:lpstr>PowerPoint Presentation</vt:lpstr>
      <vt:lpstr>Calculate the following</vt:lpstr>
      <vt:lpstr>Calculate the following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76</cp:revision>
  <dcterms:created xsi:type="dcterms:W3CDTF">2014-05-14T02:58:57Z</dcterms:created>
  <dcterms:modified xsi:type="dcterms:W3CDTF">2016-07-22T04:36:58Z</dcterms:modified>
</cp:coreProperties>
</file>