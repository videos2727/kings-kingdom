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05" r:id="rId6"/>
    <p:sldId id="301" r:id="rId7"/>
    <p:sldId id="306" r:id="rId8"/>
    <p:sldId id="304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9" d="100"/>
          <a:sy n="69" d="100"/>
        </p:scale>
        <p:origin x="690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7359" y="458112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</a:t>
            </a:r>
            <a:r>
              <a:rPr lang="en-AU" dirty="0" smtClean="0"/>
              <a:t>7.1 &amp; 7.8</a:t>
            </a:r>
            <a:endParaRPr lang="en-AU" dirty="0" smtClean="0"/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03747"/>
            <a:ext cx="4514684" cy="2576314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0" y="749198"/>
            <a:ext cx="109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063842" y="734712"/>
            <a:ext cx="105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5/2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235061" y="749198"/>
            <a:ext cx="2235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Whole numbers and place value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74312" y="-13817"/>
            <a:ext cx="21769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96081" y="601548"/>
            <a:ext cx="4747919" cy="191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96081" y="1196751"/>
            <a:ext cx="474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17850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572089" y="0"/>
            <a:ext cx="3384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Title:</a:t>
            </a:r>
            <a:endParaRPr lang="en-AU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7956376" y="0"/>
            <a:ext cx="118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Date: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63688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-10543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Whole Numbers and Place Value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647086" y="267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</a:t>
            </a:r>
            <a:r>
              <a:rPr lang="en-AU" sz="2800" smtClean="0"/>
              <a:t>: 6/2/15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: Describe whole numbers and the place value system 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63688" y="1916831"/>
            <a:ext cx="75345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Whole numbers are those from 0,1,2,3,4..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Counting numbers are the same but exclude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Sometimes whole numbers and counting numbers are called natural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Integers can be positive or negative and 0 is included.</a:t>
            </a:r>
          </a:p>
          <a:p>
            <a:endParaRPr lang="en-AU" sz="2000" dirty="0"/>
          </a:p>
          <a:p>
            <a:r>
              <a:rPr lang="en-AU" sz="2000" u="sng" dirty="0" smtClean="0"/>
              <a:t>Place Value: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place in which you write a digit affects its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larger place values are on the left.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Each place is 10 times as big as the one before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When there are 4 or more digits we separate each group of three with a comma.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When written in words you should use a hyphen in the numbers from twenty-one to ninety-nine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31" y="2378497"/>
            <a:ext cx="290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04664"/>
            <a:ext cx="828092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6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60648"/>
            <a:ext cx="8136904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 smtClean="0"/>
              <a:t>Write the following numbers in words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609	-	six hundred and nine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1039	-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70 104	-	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504 860	-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4001	-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205 689	-</a:t>
            </a:r>
            <a:endParaRPr lang="en-AU" sz="2400" dirty="0"/>
          </a:p>
          <a:p>
            <a:pPr marL="457200" indent="-457200">
              <a:buAutoNum type="alphaLcParenR"/>
            </a:pPr>
            <a:endParaRPr lang="en-AU" sz="2400" dirty="0" smtClean="0"/>
          </a:p>
          <a:p>
            <a:r>
              <a:rPr lang="en-AU" sz="2400" dirty="0" smtClean="0"/>
              <a:t>2. Write the following in numerals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Eight thousand, seven hundred and ninety six	= 8796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Three million and eighty eight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Two thousand, three hundred and eighty five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Six thousand, nine hundred and seven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Four hundred and twenty thousand, eight hundred and thirty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Twelve million, nine hundred and one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63688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-10543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Expanded number form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647086" y="267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</a:t>
            </a:r>
            <a:r>
              <a:rPr lang="en-AU" sz="2800" dirty="0" smtClean="0"/>
              <a:t>9/2/15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: </a:t>
            </a:r>
            <a:r>
              <a:rPr lang="en-AU" sz="2400" dirty="0" smtClean="0"/>
              <a:t>Explain how to write a number in expanded form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735266" y="1923843"/>
            <a:ext cx="75345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</a:t>
            </a:r>
            <a:r>
              <a:rPr lang="en-AU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We can begin to expand numbers by identifying what position the number is in then multiplyin</a:t>
            </a:r>
            <a:r>
              <a:rPr lang="en-AU" sz="2000" dirty="0" smtClean="0"/>
              <a:t>g it by this number.</a:t>
            </a:r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In the above example the 3 is in the Thousands column so in expanded form this is written as (3 x 1000)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If we were to write the remaining numbers in the above example we would end up with the following expanded or extended form.</a:t>
            </a:r>
          </a:p>
          <a:p>
            <a:r>
              <a:rPr lang="en-AU" sz="2000" dirty="0" smtClean="0"/>
              <a:t>		(3 x 1000) + (2 x 100) + (1 x 10) + (7 x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We can also change the place values over 10 to the powers of 10 seen in the third row.</a:t>
            </a:r>
          </a:p>
          <a:p>
            <a:r>
              <a:rPr lang="en-AU" sz="2000" dirty="0" smtClean="0"/>
              <a:t>		(3 x 10</a:t>
            </a:r>
            <a:r>
              <a:rPr lang="en-AU" sz="2000" baseline="30000" dirty="0" smtClean="0"/>
              <a:t>3</a:t>
            </a:r>
            <a:r>
              <a:rPr lang="en-AU" sz="2000" dirty="0" smtClean="0"/>
              <a:t>) + (2 x 10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) + (1 x 10) + (7 x 1)</a:t>
            </a:r>
          </a:p>
          <a:p>
            <a:endParaRPr lang="en-AU" sz="20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683568" y="3118521"/>
            <a:ext cx="290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56968"/>
              </p:ext>
            </p:extLst>
          </p:nvPr>
        </p:nvGraphicFramePr>
        <p:xfrm>
          <a:off x="2179858" y="2985826"/>
          <a:ext cx="633670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58417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7</a:t>
                      </a:r>
                      <a:endParaRPr lang="en-A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Thousands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Hundreds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Tens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Ones</a:t>
                      </a:r>
                      <a:endParaRPr lang="en-A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10</a:t>
                      </a:r>
                      <a:r>
                        <a:rPr lang="en-AU" sz="2000" baseline="30000" dirty="0" smtClean="0"/>
                        <a:t>3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10</a:t>
                      </a:r>
                      <a:r>
                        <a:rPr lang="en-AU" sz="2000" baseline="30000" dirty="0" smtClean="0"/>
                        <a:t>2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10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1</a:t>
                      </a:r>
                      <a:endParaRPr lang="en-AU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677934" y="6395373"/>
            <a:ext cx="4040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8739936" y="6344512"/>
            <a:ext cx="34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71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60648"/>
            <a:ext cx="8136904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 continued</a:t>
            </a:r>
          </a:p>
          <a:p>
            <a:r>
              <a:rPr lang="en-AU" sz="2400" dirty="0" smtClean="0"/>
              <a:t>1</a:t>
            </a:r>
            <a:r>
              <a:rPr lang="en-AU" sz="2200" dirty="0" smtClean="0"/>
              <a:t>. </a:t>
            </a:r>
            <a:r>
              <a:rPr lang="en-AU" sz="2200" dirty="0" smtClean="0"/>
              <a:t>Write the value of the underlined number in the following: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6</a:t>
            </a:r>
            <a:r>
              <a:rPr lang="en-AU" sz="2200" u="sng" dirty="0" smtClean="0"/>
              <a:t>7</a:t>
            </a:r>
            <a:r>
              <a:rPr lang="en-AU" sz="2200" dirty="0" smtClean="0"/>
              <a:t> 453 	</a:t>
            </a:r>
            <a:r>
              <a:rPr lang="en-AU" sz="2200" dirty="0" smtClean="0"/>
              <a:t>	=  (7 x 1000)</a:t>
            </a:r>
            <a:endParaRPr lang="en-AU" sz="2200" dirty="0" smtClean="0"/>
          </a:p>
          <a:p>
            <a:pPr marL="457200" indent="-457200">
              <a:buAutoNum type="alphaLcParenR"/>
            </a:pPr>
            <a:r>
              <a:rPr lang="en-AU" sz="2200" dirty="0" smtClean="0"/>
              <a:t>2 756 </a:t>
            </a:r>
            <a:r>
              <a:rPr lang="en-AU" sz="2200" u="sng" dirty="0" smtClean="0"/>
              <a:t>8</a:t>
            </a:r>
            <a:r>
              <a:rPr lang="en-AU" sz="2200" dirty="0" smtClean="0"/>
              <a:t>09</a:t>
            </a:r>
          </a:p>
          <a:p>
            <a:pPr marL="457200" indent="-457200">
              <a:buAutoNum type="alphaLcParenR"/>
            </a:pPr>
            <a:r>
              <a:rPr lang="en-AU" sz="2200" u="sng" dirty="0" smtClean="0"/>
              <a:t>4</a:t>
            </a:r>
            <a:r>
              <a:rPr lang="en-AU" sz="2200" dirty="0" smtClean="0"/>
              <a:t>32 032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6 7</a:t>
            </a:r>
            <a:r>
              <a:rPr lang="en-AU" sz="2200" u="sng" dirty="0" smtClean="0"/>
              <a:t>5</a:t>
            </a:r>
            <a:r>
              <a:rPr lang="en-AU" sz="2200" dirty="0" smtClean="0"/>
              <a:t>2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3</a:t>
            </a:r>
            <a:r>
              <a:rPr lang="en-AU" sz="2200" u="sng" dirty="0" smtClean="0"/>
              <a:t>1</a:t>
            </a:r>
            <a:r>
              <a:rPr lang="en-AU" sz="2200" dirty="0" smtClean="0"/>
              <a:t>1 513</a:t>
            </a:r>
          </a:p>
          <a:p>
            <a:pPr marL="457200" indent="-457200">
              <a:buAutoNum type="alphaLcParenR"/>
            </a:pPr>
            <a:r>
              <a:rPr lang="en-AU" sz="2200" u="sng" dirty="0" smtClean="0"/>
              <a:t>1</a:t>
            </a:r>
            <a:r>
              <a:rPr lang="en-AU" sz="2200" dirty="0" smtClean="0"/>
              <a:t>3 562 913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93</a:t>
            </a:r>
            <a:r>
              <a:rPr lang="en-AU" sz="2200" u="sng" dirty="0" smtClean="0"/>
              <a:t>5</a:t>
            </a:r>
          </a:p>
          <a:p>
            <a:pPr marL="457200" indent="-457200">
              <a:buAutoNum type="alphaLcParenR"/>
            </a:pPr>
            <a:r>
              <a:rPr lang="en-AU" sz="2200" u="sng" dirty="0" smtClean="0"/>
              <a:t>2</a:t>
            </a:r>
            <a:r>
              <a:rPr lang="en-AU" sz="2200" dirty="0" smtClean="0"/>
              <a:t> 001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678 </a:t>
            </a:r>
            <a:r>
              <a:rPr lang="en-AU" sz="2200" u="sng" dirty="0" smtClean="0"/>
              <a:t>8</a:t>
            </a:r>
            <a:r>
              <a:rPr lang="en-AU" sz="2200" dirty="0" smtClean="0"/>
              <a:t>88</a:t>
            </a:r>
          </a:p>
          <a:p>
            <a:endParaRPr lang="en-AU" sz="2400" dirty="0" smtClean="0"/>
          </a:p>
          <a:p>
            <a:r>
              <a:rPr lang="en-AU" sz="2200" dirty="0" smtClean="0"/>
              <a:t>2. Write the following in expanded form then complete the worksheet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57 389	= (5 x 10</a:t>
            </a:r>
            <a:r>
              <a:rPr lang="en-AU" sz="2200" baseline="30000" dirty="0" smtClean="0"/>
              <a:t>4</a:t>
            </a:r>
            <a:r>
              <a:rPr lang="en-AU" sz="2200" dirty="0" smtClean="0"/>
              <a:t>) + (7 x 10</a:t>
            </a:r>
            <a:r>
              <a:rPr lang="en-AU" sz="2200" baseline="30000" dirty="0" smtClean="0"/>
              <a:t>3</a:t>
            </a:r>
            <a:r>
              <a:rPr lang="en-AU" sz="2200" dirty="0" smtClean="0"/>
              <a:t>) + (3 x 10</a:t>
            </a:r>
            <a:r>
              <a:rPr lang="en-AU" sz="2200" baseline="30000" dirty="0" smtClean="0"/>
              <a:t>2</a:t>
            </a:r>
            <a:r>
              <a:rPr lang="en-AU" sz="2200" dirty="0" smtClean="0"/>
              <a:t>) + (8 x 10) + (9 x 1)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532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9 876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10 617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2 089</a:t>
            </a:r>
            <a:endParaRPr lang="en-AU" sz="2200" dirty="0" smtClean="0"/>
          </a:p>
        </p:txBody>
      </p:sp>
    </p:spTree>
    <p:extLst>
      <p:ext uri="{BB962C8B-B14F-4D97-AF65-F5344CB8AC3E}">
        <p14:creationId xmlns:p14="http://schemas.microsoft.com/office/powerpoint/2010/main" val="292991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2271</TotalTime>
  <Words>349</Words>
  <Application>Microsoft Office PowerPoint</Application>
  <PresentationFormat>On-screen Show (4:3)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Bianca Riksman</cp:lastModifiedBy>
  <cp:revision>71</cp:revision>
  <dcterms:created xsi:type="dcterms:W3CDTF">2014-05-14T02:58:57Z</dcterms:created>
  <dcterms:modified xsi:type="dcterms:W3CDTF">2015-02-08T13:28:30Z</dcterms:modified>
</cp:coreProperties>
</file>