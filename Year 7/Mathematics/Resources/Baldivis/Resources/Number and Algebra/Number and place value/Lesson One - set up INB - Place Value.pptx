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304" r:id="rId3"/>
    <p:sldId id="259" r:id="rId4"/>
    <p:sldId id="258" r:id="rId5"/>
    <p:sldId id="303" r:id="rId6"/>
    <p:sldId id="321" r:id="rId7"/>
    <p:sldId id="301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1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Place Value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value of each digit in a 8 digit number?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7168" y="1979548"/>
            <a:ext cx="351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place of the digit gives its value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912664" y="2473732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00B050"/>
                </a:solidFill>
              </a:rPr>
              <a:t>3 , </a:t>
            </a:r>
            <a:r>
              <a:rPr lang="en-AU" sz="2800" dirty="0" smtClean="0">
                <a:solidFill>
                  <a:schemeClr val="accent1"/>
                </a:solidFill>
              </a:rPr>
              <a:t>0 7 1 </a:t>
            </a:r>
            <a:r>
              <a:rPr lang="en-AU" sz="2800" dirty="0" smtClean="0">
                <a:solidFill>
                  <a:srgbClr val="00B050"/>
                </a:solidFill>
              </a:rPr>
              <a:t>, </a:t>
            </a:r>
            <a:r>
              <a:rPr lang="en-AU" sz="2800" dirty="0" smtClean="0">
                <a:solidFill>
                  <a:srgbClr val="FF0000"/>
                </a:solidFill>
              </a:rPr>
              <a:t>2 9 4 </a:t>
            </a:r>
            <a:r>
              <a:rPr lang="en-AU" sz="2800" dirty="0" smtClean="0">
                <a:solidFill>
                  <a:srgbClr val="00B050"/>
                </a:solidFill>
              </a:rPr>
              <a:t>, 6 5 8</a:t>
            </a:r>
            <a:endParaRPr lang="en-AU" sz="2800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2344" y="2911846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00B050"/>
                </a:solidFill>
              </a:rPr>
              <a:t>3 ,   </a:t>
            </a:r>
            <a:r>
              <a:rPr lang="en-AU" sz="2000" dirty="0">
                <a:solidFill>
                  <a:schemeClr val="accent1"/>
                </a:solidFill>
              </a:rPr>
              <a:t>H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chemeClr val="accent1"/>
                </a:solidFill>
              </a:rPr>
              <a:t>T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chemeClr val="accent1"/>
                </a:solidFill>
              </a:rPr>
              <a:t>U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rgbClr val="00B050"/>
                </a:solidFill>
              </a:rPr>
              <a:t> </a:t>
            </a:r>
            <a:r>
              <a:rPr lang="en-AU" sz="2000" dirty="0" smtClean="0">
                <a:solidFill>
                  <a:srgbClr val="00B050"/>
                </a:solidFill>
              </a:rPr>
              <a:t>      </a:t>
            </a:r>
            <a:r>
              <a:rPr lang="en-AU" sz="2000" dirty="0" smtClean="0">
                <a:solidFill>
                  <a:srgbClr val="FF0000"/>
                </a:solidFill>
              </a:rPr>
              <a:t>H </a:t>
            </a:r>
            <a:r>
              <a:rPr lang="en-AU" sz="2000" dirty="0">
                <a:solidFill>
                  <a:srgbClr val="FF0000"/>
                </a:solidFill>
              </a:rPr>
              <a:t>T</a:t>
            </a:r>
            <a:r>
              <a:rPr lang="en-AU" sz="2000" dirty="0" smtClean="0">
                <a:solidFill>
                  <a:srgbClr val="FF0000"/>
                </a:solidFill>
              </a:rPr>
              <a:t> </a:t>
            </a:r>
            <a:r>
              <a:rPr lang="en-AU" sz="2000" dirty="0">
                <a:solidFill>
                  <a:srgbClr val="FF0000"/>
                </a:solidFill>
              </a:rPr>
              <a:t>U</a:t>
            </a:r>
            <a:r>
              <a:rPr lang="en-AU" sz="2000" dirty="0" smtClean="0">
                <a:solidFill>
                  <a:srgbClr val="FF0000"/>
                </a:solidFill>
              </a:rPr>
              <a:t> </a:t>
            </a:r>
            <a:r>
              <a:rPr lang="en-AU" sz="2000" dirty="0" smtClean="0">
                <a:solidFill>
                  <a:srgbClr val="00B050"/>
                </a:solidFill>
              </a:rPr>
              <a:t>    H </a:t>
            </a:r>
            <a:r>
              <a:rPr lang="en-AU" sz="2000" dirty="0">
                <a:solidFill>
                  <a:srgbClr val="00B050"/>
                </a:solidFill>
              </a:rPr>
              <a:t>T</a:t>
            </a:r>
            <a:r>
              <a:rPr lang="en-AU" sz="2000" dirty="0" smtClean="0">
                <a:solidFill>
                  <a:srgbClr val="00B050"/>
                </a:solidFill>
              </a:rPr>
              <a:t> U</a:t>
            </a:r>
            <a:endParaRPr lang="en-AU" sz="2000" dirty="0">
              <a:solidFill>
                <a:srgbClr val="00B050"/>
              </a:solidFill>
            </a:endParaRPr>
          </a:p>
        </p:txBody>
      </p:sp>
      <p:sp>
        <p:nvSpPr>
          <p:cNvPr id="14" name="Left Brace 13"/>
          <p:cNvSpPr/>
          <p:nvPr/>
        </p:nvSpPr>
        <p:spPr>
          <a:xfrm rot="16200000" flipV="1">
            <a:off x="5644922" y="3084926"/>
            <a:ext cx="279900" cy="68091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0000"/>
              </a:solidFill>
            </a:endParaRPr>
          </a:p>
        </p:txBody>
      </p:sp>
      <p:sp>
        <p:nvSpPr>
          <p:cNvPr id="15" name="Left Brace 14"/>
          <p:cNvSpPr/>
          <p:nvPr/>
        </p:nvSpPr>
        <p:spPr>
          <a:xfrm rot="16200000" flipV="1">
            <a:off x="4653852" y="3057031"/>
            <a:ext cx="279900" cy="6809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3059387" y="3331495"/>
            <a:ext cx="5184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00B050"/>
                </a:solidFill>
              </a:rPr>
              <a:t>Thousand </a:t>
            </a:r>
          </a:p>
          <a:p>
            <a:r>
              <a:rPr lang="en-AU" sz="2000" dirty="0" smtClean="0">
                <a:solidFill>
                  <a:srgbClr val="00B050"/>
                </a:solidFill>
              </a:rPr>
              <a:t>million         </a:t>
            </a:r>
            <a:r>
              <a:rPr lang="en-AU" sz="2000" dirty="0" smtClean="0">
                <a:solidFill>
                  <a:schemeClr val="accent1"/>
                </a:solidFill>
              </a:rPr>
              <a:t>Millions</a:t>
            </a:r>
            <a:r>
              <a:rPr lang="en-AU" sz="2000" dirty="0" smtClean="0">
                <a:solidFill>
                  <a:srgbClr val="00B050"/>
                </a:solidFill>
              </a:rPr>
              <a:t>  </a:t>
            </a:r>
            <a:r>
              <a:rPr lang="en-AU" sz="2000" dirty="0" smtClean="0">
                <a:solidFill>
                  <a:srgbClr val="FF0000"/>
                </a:solidFill>
              </a:rPr>
              <a:t>Thousands</a:t>
            </a:r>
          </a:p>
          <a:p>
            <a:r>
              <a:rPr lang="en-AU" sz="2000" dirty="0">
                <a:solidFill>
                  <a:srgbClr val="00B050"/>
                </a:solidFill>
              </a:rPr>
              <a:t>o</a:t>
            </a:r>
            <a:r>
              <a:rPr lang="en-AU" sz="2000" dirty="0" smtClean="0">
                <a:solidFill>
                  <a:srgbClr val="00B050"/>
                </a:solidFill>
              </a:rPr>
              <a:t>r Billion</a:t>
            </a:r>
            <a:endParaRPr lang="en-AU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1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Place Value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value of each digit in a 8 digit number?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7168" y="1979548"/>
            <a:ext cx="351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place of the digit gives its value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912664" y="2473732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00B050"/>
                </a:solidFill>
              </a:rPr>
              <a:t>3   </a:t>
            </a:r>
            <a:r>
              <a:rPr lang="en-AU" sz="2800" dirty="0" smtClean="0">
                <a:solidFill>
                  <a:schemeClr val="accent1"/>
                </a:solidFill>
              </a:rPr>
              <a:t>0 7 1 </a:t>
            </a:r>
            <a:r>
              <a:rPr lang="en-AU" sz="2800" dirty="0">
                <a:solidFill>
                  <a:srgbClr val="00B050"/>
                </a:solidFill>
              </a:rPr>
              <a:t> </a:t>
            </a:r>
            <a:r>
              <a:rPr lang="en-AU" sz="2800" dirty="0" smtClean="0">
                <a:solidFill>
                  <a:srgbClr val="00B050"/>
                </a:solidFill>
              </a:rPr>
              <a:t> </a:t>
            </a:r>
            <a:r>
              <a:rPr lang="en-AU" sz="2800" dirty="0" smtClean="0">
                <a:solidFill>
                  <a:srgbClr val="FF0000"/>
                </a:solidFill>
              </a:rPr>
              <a:t>2 9 4 </a:t>
            </a:r>
            <a:r>
              <a:rPr lang="en-AU" sz="2800" dirty="0">
                <a:solidFill>
                  <a:srgbClr val="00B050"/>
                </a:solidFill>
              </a:rPr>
              <a:t> </a:t>
            </a:r>
            <a:r>
              <a:rPr lang="en-AU" sz="2800" dirty="0" smtClean="0">
                <a:solidFill>
                  <a:srgbClr val="00B050"/>
                </a:solidFill>
              </a:rPr>
              <a:t> 6 5 8</a:t>
            </a:r>
            <a:endParaRPr lang="en-AU" sz="2800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2344" y="2911846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00B050"/>
                </a:solidFill>
              </a:rPr>
              <a:t>3 ,   </a:t>
            </a:r>
            <a:r>
              <a:rPr lang="en-AU" sz="2000" dirty="0">
                <a:solidFill>
                  <a:schemeClr val="accent1"/>
                </a:solidFill>
              </a:rPr>
              <a:t>H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chemeClr val="accent1"/>
                </a:solidFill>
              </a:rPr>
              <a:t>T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chemeClr val="accent1"/>
                </a:solidFill>
              </a:rPr>
              <a:t>U</a:t>
            </a:r>
            <a:r>
              <a:rPr lang="en-AU" sz="2000" dirty="0" smtClean="0">
                <a:solidFill>
                  <a:schemeClr val="accent1"/>
                </a:solidFill>
              </a:rPr>
              <a:t> </a:t>
            </a:r>
            <a:r>
              <a:rPr lang="en-AU" sz="2000" dirty="0">
                <a:solidFill>
                  <a:srgbClr val="00B050"/>
                </a:solidFill>
              </a:rPr>
              <a:t> </a:t>
            </a:r>
            <a:r>
              <a:rPr lang="en-AU" sz="2000" dirty="0" smtClean="0">
                <a:solidFill>
                  <a:srgbClr val="00B050"/>
                </a:solidFill>
              </a:rPr>
              <a:t>      </a:t>
            </a:r>
            <a:r>
              <a:rPr lang="en-AU" sz="2000" dirty="0" smtClean="0">
                <a:solidFill>
                  <a:srgbClr val="FF0000"/>
                </a:solidFill>
              </a:rPr>
              <a:t>H </a:t>
            </a:r>
            <a:r>
              <a:rPr lang="en-AU" sz="2000" dirty="0">
                <a:solidFill>
                  <a:srgbClr val="FF0000"/>
                </a:solidFill>
              </a:rPr>
              <a:t>T</a:t>
            </a:r>
            <a:r>
              <a:rPr lang="en-AU" sz="2000" dirty="0" smtClean="0">
                <a:solidFill>
                  <a:srgbClr val="FF0000"/>
                </a:solidFill>
              </a:rPr>
              <a:t> </a:t>
            </a:r>
            <a:r>
              <a:rPr lang="en-AU" sz="2000" dirty="0">
                <a:solidFill>
                  <a:srgbClr val="FF0000"/>
                </a:solidFill>
              </a:rPr>
              <a:t>U</a:t>
            </a:r>
            <a:r>
              <a:rPr lang="en-AU" sz="2000" dirty="0" smtClean="0">
                <a:solidFill>
                  <a:srgbClr val="FF0000"/>
                </a:solidFill>
              </a:rPr>
              <a:t> </a:t>
            </a:r>
            <a:r>
              <a:rPr lang="en-AU" sz="2000" dirty="0" smtClean="0">
                <a:solidFill>
                  <a:srgbClr val="00B050"/>
                </a:solidFill>
              </a:rPr>
              <a:t>    H </a:t>
            </a:r>
            <a:r>
              <a:rPr lang="en-AU" sz="2000" dirty="0">
                <a:solidFill>
                  <a:srgbClr val="00B050"/>
                </a:solidFill>
              </a:rPr>
              <a:t>T</a:t>
            </a:r>
            <a:r>
              <a:rPr lang="en-AU" sz="2000" dirty="0" smtClean="0">
                <a:solidFill>
                  <a:srgbClr val="00B050"/>
                </a:solidFill>
              </a:rPr>
              <a:t> U</a:t>
            </a:r>
            <a:endParaRPr lang="en-AU" sz="2000" dirty="0">
              <a:solidFill>
                <a:srgbClr val="00B050"/>
              </a:solidFill>
            </a:endParaRPr>
          </a:p>
        </p:txBody>
      </p:sp>
      <p:sp>
        <p:nvSpPr>
          <p:cNvPr id="14" name="Left Brace 13"/>
          <p:cNvSpPr/>
          <p:nvPr/>
        </p:nvSpPr>
        <p:spPr>
          <a:xfrm rot="16200000" flipV="1">
            <a:off x="5644922" y="3084926"/>
            <a:ext cx="279900" cy="68091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0000"/>
              </a:solidFill>
            </a:endParaRPr>
          </a:p>
        </p:txBody>
      </p:sp>
      <p:sp>
        <p:nvSpPr>
          <p:cNvPr id="15" name="Left Brace 14"/>
          <p:cNvSpPr/>
          <p:nvPr/>
        </p:nvSpPr>
        <p:spPr>
          <a:xfrm rot="16200000" flipV="1">
            <a:off x="4653852" y="3057031"/>
            <a:ext cx="279900" cy="6809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3059387" y="3331495"/>
            <a:ext cx="5184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00B050"/>
                </a:solidFill>
              </a:rPr>
              <a:t>Thousand </a:t>
            </a:r>
          </a:p>
          <a:p>
            <a:r>
              <a:rPr lang="en-AU" sz="2000" dirty="0" smtClean="0">
                <a:solidFill>
                  <a:srgbClr val="00B050"/>
                </a:solidFill>
              </a:rPr>
              <a:t>million         </a:t>
            </a:r>
            <a:r>
              <a:rPr lang="en-AU" sz="2000" dirty="0" smtClean="0">
                <a:solidFill>
                  <a:schemeClr val="accent1"/>
                </a:solidFill>
              </a:rPr>
              <a:t>Millions</a:t>
            </a:r>
            <a:r>
              <a:rPr lang="en-AU" sz="2000" dirty="0" smtClean="0">
                <a:solidFill>
                  <a:srgbClr val="00B050"/>
                </a:solidFill>
              </a:rPr>
              <a:t>  </a:t>
            </a:r>
            <a:r>
              <a:rPr lang="en-AU" sz="2000" dirty="0" smtClean="0">
                <a:solidFill>
                  <a:srgbClr val="FF0000"/>
                </a:solidFill>
              </a:rPr>
              <a:t>Thousands</a:t>
            </a:r>
          </a:p>
          <a:p>
            <a:r>
              <a:rPr lang="en-AU" sz="2000" dirty="0">
                <a:solidFill>
                  <a:srgbClr val="00B050"/>
                </a:solidFill>
              </a:rPr>
              <a:t>o</a:t>
            </a:r>
            <a:r>
              <a:rPr lang="en-AU" sz="2000" dirty="0" smtClean="0">
                <a:solidFill>
                  <a:srgbClr val="00B050"/>
                </a:solidFill>
              </a:rPr>
              <a:t>r Billion</a:t>
            </a:r>
            <a:endParaRPr lang="en-AU" sz="2000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64182" y="4457343"/>
            <a:ext cx="39401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 has a value of 600 or  6 x 100</a:t>
            </a:r>
          </a:p>
          <a:p>
            <a:endParaRPr lang="en-AU" dirty="0"/>
          </a:p>
          <a:p>
            <a:r>
              <a:rPr lang="en-AU" dirty="0" smtClean="0"/>
              <a:t>5 has a value of 50 or 5 x 50</a:t>
            </a:r>
          </a:p>
          <a:p>
            <a:endParaRPr lang="en-AU" dirty="0"/>
          </a:p>
          <a:p>
            <a:r>
              <a:rPr lang="en-AU" dirty="0" smtClean="0"/>
              <a:t>8 has a value of 8 or 8 x 1 </a:t>
            </a:r>
          </a:p>
          <a:p>
            <a:endParaRPr lang="en-AU" dirty="0"/>
          </a:p>
          <a:p>
            <a:r>
              <a:rPr lang="en-AU" dirty="0" smtClean="0"/>
              <a:t>7 has a value of 70 000 000 = 70 Million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2089011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place  value?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87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289</Words>
  <Application>Microsoft Office PowerPoint</Application>
  <PresentationFormat>On-screen Show (4:3)</PresentationFormat>
  <Paragraphs>87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59</cp:revision>
  <dcterms:created xsi:type="dcterms:W3CDTF">2014-05-14T02:58:57Z</dcterms:created>
  <dcterms:modified xsi:type="dcterms:W3CDTF">2015-02-05T12:43:32Z</dcterms:modified>
</cp:coreProperties>
</file>