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18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16" r:id="rId13"/>
    <p:sldId id="333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89165" autoAdjust="0"/>
  </p:normalViewPr>
  <p:slideViewPr>
    <p:cSldViewPr>
      <p:cViewPr>
        <p:scale>
          <a:sx n="72" d="100"/>
          <a:sy n="72" d="100"/>
        </p:scale>
        <p:origin x="-132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6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</a:t>
            </a:r>
            <a:r>
              <a:rPr lang="en-AU" sz="2400" dirty="0" smtClean="0"/>
              <a:t> </a:t>
            </a:r>
            <a:r>
              <a:rPr lang="en-AU" sz="2400" dirty="0" smtClean="0"/>
              <a:t>write numbers as </a:t>
            </a:r>
            <a:r>
              <a:rPr lang="en-AU" sz="2400" dirty="0" smtClean="0"/>
              <a:t>a product </a:t>
            </a:r>
            <a:r>
              <a:rPr lang="en-AU" sz="2400" dirty="0" smtClean="0"/>
              <a:t>of prime </a:t>
            </a:r>
            <a:r>
              <a:rPr lang="en-AU" sz="2400" dirty="0" smtClean="0"/>
              <a:t>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4108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95320" y="2483604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</a:t>
            </a:r>
            <a:r>
              <a:rPr lang="en-AU" sz="2400" dirty="0" smtClean="0"/>
              <a:t> </a:t>
            </a:r>
            <a:r>
              <a:rPr lang="en-AU" sz="2400" dirty="0" smtClean="0"/>
              <a:t>write numbers as </a:t>
            </a:r>
            <a:r>
              <a:rPr lang="en-AU" sz="2400" dirty="0" smtClean="0"/>
              <a:t>a product </a:t>
            </a:r>
            <a:r>
              <a:rPr lang="en-AU" sz="2400" dirty="0" smtClean="0"/>
              <a:t>of prime </a:t>
            </a:r>
            <a:r>
              <a:rPr lang="en-AU" sz="2400" dirty="0" smtClean="0"/>
              <a:t>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93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4806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</a:t>
            </a:r>
            <a:r>
              <a:rPr lang="en-AU" sz="2400" dirty="0" smtClean="0"/>
              <a:t> </a:t>
            </a:r>
            <a:r>
              <a:rPr lang="en-AU" sz="2400" dirty="0" smtClean="0"/>
              <a:t>write numbers as </a:t>
            </a:r>
            <a:r>
              <a:rPr lang="en-AU" sz="2400" dirty="0" smtClean="0"/>
              <a:t>a product </a:t>
            </a:r>
            <a:r>
              <a:rPr lang="en-AU" sz="2400" dirty="0" smtClean="0"/>
              <a:t>of prime </a:t>
            </a:r>
            <a:r>
              <a:rPr lang="en-AU" sz="2400" dirty="0" smtClean="0"/>
              <a:t>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9206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</a:t>
            </a:r>
            <a:r>
              <a:rPr lang="en-AU" sz="2400" dirty="0" smtClean="0"/>
              <a:t> </a:t>
            </a:r>
            <a:r>
              <a:rPr lang="en-AU" sz="2400" dirty="0" smtClean="0"/>
              <a:t>write numbers as </a:t>
            </a:r>
            <a:r>
              <a:rPr lang="en-AU" sz="2400" dirty="0" smtClean="0"/>
              <a:t>a product </a:t>
            </a:r>
            <a:r>
              <a:rPr lang="en-AU" sz="2400" dirty="0" smtClean="0"/>
              <a:t>of prime </a:t>
            </a:r>
            <a:r>
              <a:rPr lang="en-AU" sz="2400" dirty="0" smtClean="0"/>
              <a:t>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6958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TextBox 33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</a:t>
            </a:r>
            <a:r>
              <a:rPr lang="en-AU" sz="2400" dirty="0" smtClean="0"/>
              <a:t> </a:t>
            </a:r>
            <a:r>
              <a:rPr lang="en-AU" sz="2400" dirty="0" smtClean="0"/>
              <a:t>write numbers as </a:t>
            </a:r>
            <a:r>
              <a:rPr lang="en-AU" sz="2400" dirty="0" smtClean="0"/>
              <a:t>a product </a:t>
            </a:r>
            <a:r>
              <a:rPr lang="en-AU" sz="2400" dirty="0" smtClean="0"/>
              <a:t>of prime </a:t>
            </a:r>
            <a:r>
              <a:rPr lang="en-AU" sz="2400" dirty="0" smtClean="0"/>
              <a:t>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81748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TextBox 41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41" name="TextBox 40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</a:t>
            </a:r>
            <a:r>
              <a:rPr lang="en-AU" sz="2400" dirty="0" smtClean="0"/>
              <a:t> </a:t>
            </a:r>
            <a:r>
              <a:rPr lang="en-AU" sz="2400" dirty="0" smtClean="0"/>
              <a:t>write numbers as </a:t>
            </a:r>
            <a:r>
              <a:rPr lang="en-AU" sz="2400" dirty="0" smtClean="0"/>
              <a:t>a product </a:t>
            </a:r>
            <a:r>
              <a:rPr lang="en-AU" sz="2400" dirty="0" smtClean="0"/>
              <a:t>of prime </a:t>
            </a:r>
            <a:r>
              <a:rPr lang="en-AU" sz="2400" dirty="0" smtClean="0"/>
              <a:t>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858127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1" name="Straight Connector 40"/>
          <p:cNvCxnSpPr/>
          <p:nvPr/>
        </p:nvCxnSpPr>
        <p:spPr>
          <a:xfrm>
            <a:off x="7127267" y="5402230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844441" y="5410130"/>
            <a:ext cx="222173" cy="41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50581" y="5759569"/>
            <a:ext cx="32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3" name="TextBox 42"/>
          <p:cNvSpPr txBox="1"/>
          <p:nvPr/>
        </p:nvSpPr>
        <p:spPr>
          <a:xfrm>
            <a:off x="7313431" y="5736245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4" name="TextBox 43"/>
          <p:cNvSpPr txBox="1"/>
          <p:nvPr/>
        </p:nvSpPr>
        <p:spPr>
          <a:xfrm>
            <a:off x="5936006" y="5736245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59699" y="571257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608416" y="5764710"/>
            <a:ext cx="376031" cy="3716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7293353" y="5773195"/>
            <a:ext cx="354913" cy="340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9" name="TextBox 48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48" name="TextBox 47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</a:t>
            </a:r>
            <a:r>
              <a:rPr lang="en-AU" sz="2400" dirty="0" smtClean="0"/>
              <a:t> </a:t>
            </a:r>
            <a:r>
              <a:rPr lang="en-AU" sz="2400" dirty="0" smtClean="0"/>
              <a:t>write numbers as </a:t>
            </a:r>
            <a:r>
              <a:rPr lang="en-AU" sz="2400" dirty="0" smtClean="0"/>
              <a:t>a product </a:t>
            </a:r>
            <a:r>
              <a:rPr lang="en-AU" sz="2400" dirty="0" smtClean="0"/>
              <a:t>of prime </a:t>
            </a:r>
            <a:r>
              <a:rPr lang="en-AU" sz="2400" dirty="0" smtClean="0"/>
              <a:t>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9733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055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Prime Factorisation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197383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factor tree to write 540 as a product of prime factors.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152222" y="2446639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540</a:t>
            </a:r>
            <a:endParaRPr lang="en-AU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5976156" y="2721352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5436096" y="2735253"/>
            <a:ext cx="443658" cy="40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76056" y="3140968"/>
            <a:ext cx="581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6210182" y="3140968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270</a:t>
            </a:r>
            <a:endParaRPr lang="en-AU" dirty="0"/>
          </a:p>
        </p:txBody>
      </p:sp>
      <p:sp>
        <p:nvSpPr>
          <p:cNvPr id="22" name="Oval 21"/>
          <p:cNvSpPr/>
          <p:nvPr/>
        </p:nvSpPr>
        <p:spPr>
          <a:xfrm>
            <a:off x="5167084" y="3140968"/>
            <a:ext cx="432048" cy="3693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>
            <a:off x="4316715" y="314096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6642230" y="3498033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192180" y="3488795"/>
            <a:ext cx="358094" cy="4178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36006" y="3869160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6914206" y="386191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135</a:t>
            </a:r>
            <a:endParaRPr lang="en-AU" dirty="0"/>
          </a:p>
        </p:txBody>
      </p:sp>
      <p:sp>
        <p:nvSpPr>
          <p:cNvPr id="18" name="Oval 17"/>
          <p:cNvSpPr/>
          <p:nvPr/>
        </p:nvSpPr>
        <p:spPr>
          <a:xfrm>
            <a:off x="5976156" y="3869160"/>
            <a:ext cx="395071" cy="3620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272985" y="3861917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256244" y="4152316"/>
            <a:ext cx="468052" cy="4085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6735159" y="4157466"/>
            <a:ext cx="404073" cy="437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15263" y="4524865"/>
            <a:ext cx="504056" cy="380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</a:t>
            </a:r>
            <a:endParaRPr lang="en-AU" dirty="0"/>
          </a:p>
        </p:txBody>
      </p:sp>
      <p:sp>
        <p:nvSpPr>
          <p:cNvPr id="30" name="TextBox 29"/>
          <p:cNvSpPr txBox="1"/>
          <p:nvPr/>
        </p:nvSpPr>
        <p:spPr>
          <a:xfrm>
            <a:off x="6384120" y="4535802"/>
            <a:ext cx="666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27</a:t>
            </a:r>
            <a:endParaRPr lang="en-AU" dirty="0"/>
          </a:p>
        </p:txBody>
      </p:sp>
      <p:sp>
        <p:nvSpPr>
          <p:cNvPr id="31" name="TextBox 30"/>
          <p:cNvSpPr txBox="1"/>
          <p:nvPr/>
        </p:nvSpPr>
        <p:spPr>
          <a:xfrm>
            <a:off x="7870390" y="4524659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7596336" y="4560899"/>
            <a:ext cx="360040" cy="3082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3" name="Straight Connector 32"/>
          <p:cNvCxnSpPr/>
          <p:nvPr/>
        </p:nvCxnSpPr>
        <p:spPr>
          <a:xfrm>
            <a:off x="6738368" y="4838176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6402557" y="4838176"/>
            <a:ext cx="265636" cy="3879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03078" y="5143820"/>
            <a:ext cx="380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38" name="TextBox 37"/>
          <p:cNvSpPr txBox="1"/>
          <p:nvPr/>
        </p:nvSpPr>
        <p:spPr>
          <a:xfrm>
            <a:off x="6937195" y="5146540"/>
            <a:ext cx="489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9</a:t>
            </a:r>
            <a:endParaRPr lang="en-AU" dirty="0"/>
          </a:p>
        </p:txBody>
      </p:sp>
      <p:sp>
        <p:nvSpPr>
          <p:cNvPr id="39" name="TextBox 38"/>
          <p:cNvSpPr txBox="1"/>
          <p:nvPr/>
        </p:nvSpPr>
        <p:spPr>
          <a:xfrm>
            <a:off x="5486922" y="513443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0" name="Oval 39"/>
          <p:cNvSpPr/>
          <p:nvPr/>
        </p:nvSpPr>
        <p:spPr>
          <a:xfrm>
            <a:off x="6172390" y="5162590"/>
            <a:ext cx="365946" cy="3717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1" name="Straight Connector 40"/>
          <p:cNvCxnSpPr/>
          <p:nvPr/>
        </p:nvCxnSpPr>
        <p:spPr>
          <a:xfrm>
            <a:off x="7127267" y="5402230"/>
            <a:ext cx="305856" cy="355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844441" y="5410130"/>
            <a:ext cx="222173" cy="4102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650581" y="5759569"/>
            <a:ext cx="327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3" name="TextBox 42"/>
          <p:cNvSpPr txBox="1"/>
          <p:nvPr/>
        </p:nvSpPr>
        <p:spPr>
          <a:xfrm>
            <a:off x="7313431" y="5736245"/>
            <a:ext cx="468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sp>
        <p:nvSpPr>
          <p:cNvPr id="44" name="TextBox 43"/>
          <p:cNvSpPr txBox="1"/>
          <p:nvPr/>
        </p:nvSpPr>
        <p:spPr>
          <a:xfrm>
            <a:off x="5936006" y="5736245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59699" y="5712578"/>
            <a:ext cx="815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prime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46" name="Oval 45"/>
          <p:cNvSpPr/>
          <p:nvPr/>
        </p:nvSpPr>
        <p:spPr>
          <a:xfrm>
            <a:off x="6608416" y="5764710"/>
            <a:ext cx="376031" cy="3716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7" name="Oval 46"/>
          <p:cNvSpPr/>
          <p:nvPr/>
        </p:nvSpPr>
        <p:spPr>
          <a:xfrm>
            <a:off x="7293353" y="5773195"/>
            <a:ext cx="354913" cy="340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987825" y="6026664"/>
                <a:ext cx="3066363" cy="669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540 = 2  x  2  x  5  x  3  x  3  x  3</a:t>
                </a:r>
              </a:p>
              <a:p>
                <a:r>
                  <a:rPr lang="en-AU" dirty="0" smtClean="0"/>
                  <a:t>   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/>
                  <a:t> x 5</a:t>
                </a:r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5" y="6026664"/>
                <a:ext cx="3066363" cy="669992"/>
              </a:xfrm>
              <a:prstGeom prst="rect">
                <a:avLst/>
              </a:prstGeom>
              <a:blipFill rotWithShape="0">
                <a:blip r:embed="rId2"/>
                <a:stretch>
                  <a:fillRect l="-1590" t="-5455" b="-100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7212929" y="2345104"/>
            <a:ext cx="1931071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Find 2 numbers x to give 540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043875" y="2735253"/>
            <a:ext cx="120530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Circle any primes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831631" y="3140968"/>
            <a:ext cx="1413870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Continue dividing until all factors are prime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9063" y="1973830"/>
            <a:ext cx="2702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find the prime factors?</a:t>
            </a:r>
            <a:endParaRPr lang="en-AU" dirty="0"/>
          </a:p>
        </p:txBody>
      </p:sp>
      <p:sp>
        <p:nvSpPr>
          <p:cNvPr id="53" name="TextBox 52"/>
          <p:cNvSpPr txBox="1"/>
          <p:nvPr/>
        </p:nvSpPr>
        <p:spPr>
          <a:xfrm>
            <a:off x="3111412" y="5379012"/>
            <a:ext cx="2055672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Write the primes in </a:t>
            </a:r>
            <a:r>
              <a:rPr lang="en-AU" dirty="0" smtClean="0">
                <a:solidFill>
                  <a:srgbClr val="0070C0"/>
                </a:solidFill>
              </a:rPr>
              <a:t>ascending order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I</a:t>
            </a:r>
            <a:r>
              <a:rPr lang="en-AU" sz="2400" dirty="0" smtClean="0"/>
              <a:t> </a:t>
            </a:r>
            <a:r>
              <a:rPr lang="en-AU" sz="2400" dirty="0" smtClean="0"/>
              <a:t>write numbers as </a:t>
            </a:r>
            <a:r>
              <a:rPr lang="en-AU" sz="2400" dirty="0" smtClean="0"/>
              <a:t>a product </a:t>
            </a:r>
            <a:r>
              <a:rPr lang="en-AU" sz="2400" dirty="0" smtClean="0"/>
              <a:t>of prime </a:t>
            </a:r>
            <a:r>
              <a:rPr lang="en-AU" sz="2400" dirty="0" smtClean="0"/>
              <a:t>factors?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2254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Let’s work through another example together.</a:t>
            </a:r>
          </a:p>
          <a:p>
            <a:pPr marL="0" indent="0">
              <a:buNone/>
            </a:pPr>
            <a:endParaRPr lang="en-AU" dirty="0"/>
          </a:p>
          <a:p>
            <a:pPr marL="0" indent="0" algn="ctr">
              <a:buNone/>
            </a:pPr>
            <a:r>
              <a:rPr lang="en-AU" dirty="0" smtClean="0"/>
              <a:t>Write 84 as a product of prime factors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768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 smtClean="0"/>
                  <a:t>Let’s work through another example together.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:r>
                  <a:rPr lang="en-AU" dirty="0" smtClean="0"/>
                  <a:t>Write 84 as a product of prime factors</a:t>
                </a:r>
              </a:p>
              <a:p>
                <a:pPr marL="0" indent="0" algn="ctr">
                  <a:buNone/>
                </a:pPr>
                <a:endParaRPr lang="en-AU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84=2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×2×3×7</m:t>
                    </m:r>
                  </m:oMath>
                </a14:m>
                <a:r>
                  <a:rPr lang="en-AU" dirty="0" smtClean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AU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×3×7</m:t>
                      </m:r>
                    </m:oMath>
                  </m:oMathPara>
                </a14:m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547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1222</TotalTime>
  <Words>662</Words>
  <Application>Microsoft Office PowerPoint</Application>
  <PresentationFormat>On-screen Show (4:3)</PresentationFormat>
  <Paragraphs>215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69</cp:revision>
  <dcterms:created xsi:type="dcterms:W3CDTF">2014-05-14T02:58:57Z</dcterms:created>
  <dcterms:modified xsi:type="dcterms:W3CDTF">2015-03-02T00:25:40Z</dcterms:modified>
</cp:coreProperties>
</file>