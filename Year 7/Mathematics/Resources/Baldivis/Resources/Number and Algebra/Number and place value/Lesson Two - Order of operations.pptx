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0" r:id="rId2"/>
    <p:sldId id="259" r:id="rId3"/>
    <p:sldId id="258" r:id="rId4"/>
    <p:sldId id="322" r:id="rId5"/>
    <p:sldId id="321" r:id="rId6"/>
    <p:sldId id="323" r:id="rId7"/>
    <p:sldId id="324" r:id="rId8"/>
    <p:sldId id="326" r:id="rId9"/>
    <p:sldId id="327" r:id="rId10"/>
    <p:sldId id="328" r:id="rId11"/>
    <p:sldId id="329" r:id="rId12"/>
    <p:sldId id="330" r:id="rId13"/>
    <p:sldId id="331" r:id="rId14"/>
    <p:sldId id="332" r:id="rId15"/>
    <p:sldId id="333" r:id="rId16"/>
    <p:sldId id="292" r:id="rId17"/>
    <p:sldId id="29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1230" y="1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10/02/2015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10/02/2015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 the following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57114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9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solve a problem with more than one operation?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088736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9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solve a problem with more than one operation?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7479" y="1973630"/>
            <a:ext cx="2662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In which order do I perform the mathematical operations?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55578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9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solve a problem with more than one operation?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7479" y="1973630"/>
            <a:ext cx="2662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In which order do I perform the mathematical operations? 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037458"/>
            <a:ext cx="4434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 – Do any operations in brackets first.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38964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9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solve a problem with more than one operation?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7479" y="1973630"/>
            <a:ext cx="2662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In which order do I perform the mathematical operations? 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037458"/>
            <a:ext cx="44394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 – Do any operations in brackets first.</a:t>
            </a:r>
          </a:p>
          <a:p>
            <a:r>
              <a:rPr lang="en-AU" dirty="0" smtClean="0"/>
              <a:t>Indices – Do next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14223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9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solve a problem with more than one operation?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7479" y="1973630"/>
            <a:ext cx="2662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In which order do I perform the mathematical operations? 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037458"/>
            <a:ext cx="60508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 – Do any operations in brackets first.</a:t>
            </a:r>
          </a:p>
          <a:p>
            <a:r>
              <a:rPr lang="en-AU" dirty="0" smtClean="0"/>
              <a:t>Indices – Do next</a:t>
            </a:r>
          </a:p>
          <a:p>
            <a:r>
              <a:rPr lang="en-AU" dirty="0" smtClean="0"/>
              <a:t>Multiplication and Division – Do next in order from left to right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82932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9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solve a problem with more than one operation?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7479" y="1973630"/>
            <a:ext cx="2662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In which order do I perform the mathematical operations? 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037458"/>
            <a:ext cx="605082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 – Do any operations in brackets first.</a:t>
            </a:r>
          </a:p>
          <a:p>
            <a:r>
              <a:rPr lang="en-AU" dirty="0" smtClean="0"/>
              <a:t>Indices – Do next</a:t>
            </a:r>
          </a:p>
          <a:p>
            <a:r>
              <a:rPr lang="en-AU" dirty="0" smtClean="0"/>
              <a:t>Multiplication and Division – Do next in order from left to right</a:t>
            </a:r>
          </a:p>
          <a:p>
            <a:r>
              <a:rPr lang="en-AU" dirty="0" smtClean="0"/>
              <a:t>Addition and Subtraction – Do next in </a:t>
            </a:r>
            <a:r>
              <a:rPr lang="en-AU" dirty="0"/>
              <a:t>order from left to right</a:t>
            </a:r>
          </a:p>
          <a:p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14824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9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solve a problem with more than one operation?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7479" y="1973630"/>
            <a:ext cx="2662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In which order do I perform the mathematical operations? 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037458"/>
            <a:ext cx="605082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 – Do any operations in brackets first.</a:t>
            </a:r>
          </a:p>
          <a:p>
            <a:r>
              <a:rPr lang="en-AU" dirty="0" smtClean="0"/>
              <a:t>Indices – Do next</a:t>
            </a:r>
          </a:p>
          <a:p>
            <a:r>
              <a:rPr lang="en-AU" dirty="0" smtClean="0"/>
              <a:t>Multiplication and Division – Do next in order from left to right</a:t>
            </a:r>
          </a:p>
          <a:p>
            <a:r>
              <a:rPr lang="en-AU" dirty="0" smtClean="0"/>
              <a:t>Addition and Subtraction – Do next in </a:t>
            </a:r>
            <a:r>
              <a:rPr lang="en-AU" dirty="0"/>
              <a:t>order from left to </a:t>
            </a:r>
            <a:r>
              <a:rPr lang="en-AU" dirty="0" smtClean="0"/>
              <a:t>right</a:t>
            </a:r>
          </a:p>
          <a:p>
            <a:endParaRPr lang="en-AU" dirty="0"/>
          </a:p>
          <a:p>
            <a:r>
              <a:rPr lang="en-AU" sz="3600" b="1" dirty="0" smtClean="0">
                <a:solidFill>
                  <a:schemeClr val="tx2"/>
                </a:solidFill>
              </a:rPr>
              <a:t>B I  MD  AS</a:t>
            </a:r>
            <a:endParaRPr lang="en-AU" sz="3600" b="1" dirty="0">
              <a:solidFill>
                <a:schemeClr val="tx2"/>
              </a:solidFill>
            </a:endParaRPr>
          </a:p>
          <a:p>
            <a:endParaRPr lang="en-AU" dirty="0" smtClean="0"/>
          </a:p>
          <a:p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203848" y="4278830"/>
            <a:ext cx="2449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err="1" smtClean="0"/>
              <a:t>e.g</a:t>
            </a:r>
            <a:r>
              <a:rPr lang="en-AU" dirty="0" smtClean="0"/>
              <a:t>   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25324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9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solve a problem with more than one operation?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7479" y="1973630"/>
            <a:ext cx="2662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In which order do I perform the mathematical operations? 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037458"/>
            <a:ext cx="605082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 – Do any operations in brackets first.</a:t>
            </a:r>
          </a:p>
          <a:p>
            <a:r>
              <a:rPr lang="en-AU" dirty="0" smtClean="0"/>
              <a:t>Indices – Do next</a:t>
            </a:r>
          </a:p>
          <a:p>
            <a:r>
              <a:rPr lang="en-AU" dirty="0" smtClean="0"/>
              <a:t>Multiplication and Division – Do next in order from left to right</a:t>
            </a:r>
          </a:p>
          <a:p>
            <a:r>
              <a:rPr lang="en-AU" dirty="0" smtClean="0"/>
              <a:t>Addition and Subtraction – Do next in </a:t>
            </a:r>
            <a:r>
              <a:rPr lang="en-AU" dirty="0"/>
              <a:t>order from left to </a:t>
            </a:r>
            <a:r>
              <a:rPr lang="en-AU" dirty="0" smtClean="0"/>
              <a:t>right</a:t>
            </a:r>
          </a:p>
          <a:p>
            <a:endParaRPr lang="en-AU" dirty="0"/>
          </a:p>
          <a:p>
            <a:r>
              <a:rPr lang="en-AU" sz="3600" b="1" dirty="0" smtClean="0">
                <a:solidFill>
                  <a:schemeClr val="tx2"/>
                </a:solidFill>
              </a:rPr>
              <a:t>B I  MD  AS</a:t>
            </a:r>
            <a:endParaRPr lang="en-AU" sz="3600" b="1" dirty="0">
              <a:solidFill>
                <a:schemeClr val="tx2"/>
              </a:solidFill>
            </a:endParaRPr>
          </a:p>
          <a:p>
            <a:endParaRPr lang="en-AU" dirty="0" smtClean="0"/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203848" y="4278830"/>
                <a:ext cx="24493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 </a:t>
                </a: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3+4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</m:t>
                    </m:r>
                  </m:oMath>
                </a14:m>
                <a:r>
                  <a:rPr lang="en-AU" dirty="0" smtClean="0"/>
                  <a:t>    </a:t>
                </a:r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278830"/>
                <a:ext cx="2449348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2244" t="-47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8780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9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solve a problem with more than one operation?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7479" y="1973630"/>
            <a:ext cx="2662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In which order do I perform the mathematical operations? 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037458"/>
            <a:ext cx="605082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 – Do any operations in brackets first.</a:t>
            </a:r>
          </a:p>
          <a:p>
            <a:r>
              <a:rPr lang="en-AU" dirty="0" smtClean="0"/>
              <a:t>Indices – Do next</a:t>
            </a:r>
          </a:p>
          <a:p>
            <a:r>
              <a:rPr lang="en-AU" dirty="0" smtClean="0"/>
              <a:t>Multiplication and Division – Do next in order from left to right</a:t>
            </a:r>
          </a:p>
          <a:p>
            <a:r>
              <a:rPr lang="en-AU" dirty="0" smtClean="0"/>
              <a:t>Addition and Subtraction – Do next in </a:t>
            </a:r>
            <a:r>
              <a:rPr lang="en-AU" dirty="0"/>
              <a:t>order from left to </a:t>
            </a:r>
            <a:r>
              <a:rPr lang="en-AU" dirty="0" smtClean="0"/>
              <a:t>right</a:t>
            </a:r>
          </a:p>
          <a:p>
            <a:endParaRPr lang="en-AU" dirty="0"/>
          </a:p>
          <a:p>
            <a:r>
              <a:rPr lang="en-AU" sz="3600" b="1" dirty="0" smtClean="0">
                <a:solidFill>
                  <a:schemeClr val="tx2"/>
                </a:solidFill>
              </a:rPr>
              <a:t>B I  MD  AS</a:t>
            </a:r>
            <a:endParaRPr lang="en-AU" sz="3600" b="1" dirty="0">
              <a:solidFill>
                <a:schemeClr val="tx2"/>
              </a:solidFill>
            </a:endParaRPr>
          </a:p>
          <a:p>
            <a:endParaRPr lang="en-AU" dirty="0" smtClean="0"/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239120" y="4299615"/>
                <a:ext cx="381642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 </a:t>
                </a: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3+4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</m:t>
                    </m:r>
                  </m:oMath>
                </a14:m>
                <a:r>
                  <a:rPr lang="en-AU" dirty="0" smtClean="0"/>
                  <a:t>   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- Multiplication first </a:t>
                </a: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 </a:t>
                </a:r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9120" y="4299615"/>
                <a:ext cx="3816424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1278" t="-32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6134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9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solve a problem with more than one operation?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7479" y="1973630"/>
            <a:ext cx="2662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In which order do I perform the mathematical operations? 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037458"/>
            <a:ext cx="605082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 – Do any operations in brackets first.</a:t>
            </a:r>
          </a:p>
          <a:p>
            <a:r>
              <a:rPr lang="en-AU" dirty="0" smtClean="0"/>
              <a:t>Indices – Do next</a:t>
            </a:r>
          </a:p>
          <a:p>
            <a:r>
              <a:rPr lang="en-AU" dirty="0" smtClean="0"/>
              <a:t>Multiplication and Division – Do next in order from left to right</a:t>
            </a:r>
          </a:p>
          <a:p>
            <a:r>
              <a:rPr lang="en-AU" dirty="0" smtClean="0"/>
              <a:t>Addition and Subtraction – Do next in </a:t>
            </a:r>
            <a:r>
              <a:rPr lang="en-AU" dirty="0"/>
              <a:t>order from left to </a:t>
            </a:r>
            <a:r>
              <a:rPr lang="en-AU" dirty="0" smtClean="0"/>
              <a:t>right</a:t>
            </a:r>
          </a:p>
          <a:p>
            <a:endParaRPr lang="en-AU" dirty="0"/>
          </a:p>
          <a:p>
            <a:r>
              <a:rPr lang="en-AU" sz="3600" b="1" dirty="0" smtClean="0">
                <a:solidFill>
                  <a:schemeClr val="tx2"/>
                </a:solidFill>
              </a:rPr>
              <a:t>B I  MD  AS</a:t>
            </a:r>
            <a:endParaRPr lang="en-AU" sz="3600" b="1" dirty="0">
              <a:solidFill>
                <a:schemeClr val="tx2"/>
              </a:solidFill>
            </a:endParaRPr>
          </a:p>
          <a:p>
            <a:endParaRPr lang="en-AU" dirty="0" smtClean="0"/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239120" y="4299615"/>
                <a:ext cx="381642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 </a:t>
                </a: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3+4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</m:t>
                    </m:r>
                  </m:oMath>
                </a14:m>
                <a:r>
                  <a:rPr lang="en-AU" dirty="0" smtClean="0"/>
                  <a:t>   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- Multiplication first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=3+8</m:t>
                      </m:r>
                    </m:oMath>
                  </m:oMathPara>
                </a14:m>
                <a:endParaRPr lang="en-AU" b="0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=11</m:t>
                      </m:r>
                    </m:oMath>
                  </m:oMathPara>
                </a14:m>
                <a:endParaRPr lang="en-AU" dirty="0" smtClean="0">
                  <a:solidFill>
                    <a:schemeClr val="tx1"/>
                  </a:solidFill>
                </a:endParaRP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 </a:t>
                </a:r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9120" y="4299615"/>
                <a:ext cx="3816424" cy="1477328"/>
              </a:xfrm>
              <a:prstGeom prst="rect">
                <a:avLst/>
              </a:prstGeom>
              <a:blipFill rotWithShape="1">
                <a:blip r:embed="rId2"/>
                <a:stretch>
                  <a:fillRect l="-1278" t="-20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002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4374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911</TotalTime>
  <Words>686</Words>
  <Application>Microsoft Office PowerPoint</Application>
  <PresentationFormat>On-screen Show (4:3)</PresentationFormat>
  <Paragraphs>169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My Number Interactive Notebook</vt:lpstr>
      <vt:lpstr>PowerPoint Presentation</vt:lpstr>
      <vt:lpstr>PowerPoint Presentation</vt:lpstr>
      <vt:lpstr>Answer the following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64</cp:revision>
  <dcterms:created xsi:type="dcterms:W3CDTF">2014-05-14T02:58:57Z</dcterms:created>
  <dcterms:modified xsi:type="dcterms:W3CDTF">2015-02-10T01:26:35Z</dcterms:modified>
</cp:coreProperties>
</file>