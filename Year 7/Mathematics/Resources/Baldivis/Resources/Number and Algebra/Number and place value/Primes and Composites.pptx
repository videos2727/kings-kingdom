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34" r:id="rId6"/>
    <p:sldId id="335" r:id="rId7"/>
    <p:sldId id="336" r:id="rId8"/>
    <p:sldId id="338" r:id="rId9"/>
    <p:sldId id="339" r:id="rId10"/>
    <p:sldId id="340" r:id="rId11"/>
    <p:sldId id="341" r:id="rId12"/>
    <p:sldId id="342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5027" autoAdjust="0"/>
  </p:normalViewPr>
  <p:slideViewPr>
    <p:cSldViewPr>
      <p:cViewPr>
        <p:scale>
          <a:sx n="72" d="100"/>
          <a:sy n="72" d="100"/>
        </p:scale>
        <p:origin x="-1320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</a:t>
            </a:r>
            <a:r>
              <a:rPr lang="en-AU" sz="2400" dirty="0" smtClean="0"/>
              <a:t> </a:t>
            </a:r>
            <a:r>
              <a:rPr lang="en-AU" sz="2400" dirty="0" smtClean="0"/>
              <a:t>do </a:t>
            </a:r>
            <a:r>
              <a:rPr lang="en-AU" sz="2400" dirty="0" smtClean="0"/>
              <a:t>I decide if a number is a prime or composite number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prime number?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</a:t>
            </a:r>
            <a:r>
              <a:rPr lang="en-AU" sz="2400" dirty="0" smtClean="0"/>
              <a:t> </a:t>
            </a:r>
            <a:r>
              <a:rPr lang="en-AU" sz="2400" dirty="0" smtClean="0"/>
              <a:t>do </a:t>
            </a:r>
            <a:r>
              <a:rPr lang="en-AU" sz="2400" dirty="0" smtClean="0"/>
              <a:t>I decide if a number is a prime or composite number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0906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65" y="2740278"/>
            <a:ext cx="279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composite number?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</a:t>
            </a:r>
            <a:r>
              <a:rPr lang="en-AU" sz="2400" dirty="0" smtClean="0"/>
              <a:t> </a:t>
            </a:r>
            <a:r>
              <a:rPr lang="en-AU" sz="2400" dirty="0" smtClean="0"/>
              <a:t>do </a:t>
            </a:r>
            <a:r>
              <a:rPr lang="en-AU" sz="2400" dirty="0" smtClean="0"/>
              <a:t>I decide if a number is a prime or composite number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8641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65" y="2740278"/>
            <a:ext cx="279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composite number?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0" y="2878777"/>
            <a:ext cx="383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more than two factors.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</a:t>
            </a:r>
            <a:r>
              <a:rPr lang="en-AU" sz="2400" dirty="0" smtClean="0"/>
              <a:t> </a:t>
            </a:r>
            <a:r>
              <a:rPr lang="en-AU" sz="2400" dirty="0" smtClean="0"/>
              <a:t>do </a:t>
            </a:r>
            <a:r>
              <a:rPr lang="en-AU" sz="2400" dirty="0" smtClean="0"/>
              <a:t>I decide if a number is a prime or composite number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2214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65" y="2740278"/>
            <a:ext cx="279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composite number?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0" y="2878777"/>
            <a:ext cx="383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more than two factors.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03" y="353878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divisibility?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</a:t>
            </a:r>
            <a:r>
              <a:rPr lang="en-AU" sz="2400" dirty="0" smtClean="0"/>
              <a:t> </a:t>
            </a:r>
            <a:r>
              <a:rPr lang="en-AU" sz="2400" dirty="0" smtClean="0"/>
              <a:t>do </a:t>
            </a:r>
            <a:r>
              <a:rPr lang="en-AU" sz="2400" dirty="0" smtClean="0"/>
              <a:t>I decide if a number is a prime or composite number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0774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65" y="2740278"/>
            <a:ext cx="279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composite number?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0" y="2878777"/>
            <a:ext cx="383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more than two factors.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03" y="353878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divisibility?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31840" y="3538789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29103" y="4036421"/>
            <a:ext cx="2469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tests for divisibility?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</a:t>
            </a:r>
            <a:r>
              <a:rPr lang="en-AU" sz="2400" dirty="0" smtClean="0"/>
              <a:t> </a:t>
            </a:r>
            <a:r>
              <a:rPr lang="en-AU" sz="2400" dirty="0" smtClean="0"/>
              <a:t>do </a:t>
            </a:r>
            <a:r>
              <a:rPr lang="en-AU" sz="2400" dirty="0" smtClean="0"/>
              <a:t>I decide if a number is a prime or composite number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184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65" y="2740278"/>
            <a:ext cx="279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composite number?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0" y="2878777"/>
            <a:ext cx="383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more than two factors.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03" y="353878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divisibility?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31840" y="3538789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29103" y="4036421"/>
            <a:ext cx="2469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some of the tests for divisibility?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39764" y="4060057"/>
            <a:ext cx="33237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2 - If </a:t>
            </a:r>
            <a:r>
              <a:rPr lang="en-AU" dirty="0" smtClean="0">
                <a:solidFill>
                  <a:srgbClr val="0070C0"/>
                </a:solidFill>
              </a:rPr>
              <a:t>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3 - Sum </a:t>
            </a:r>
            <a:r>
              <a:rPr lang="en-AU" dirty="0" smtClean="0">
                <a:solidFill>
                  <a:srgbClr val="0070C0"/>
                </a:solidFill>
              </a:rPr>
              <a:t>of the digits divisible by </a:t>
            </a:r>
            <a:r>
              <a:rPr lang="en-AU" dirty="0" smtClean="0">
                <a:solidFill>
                  <a:srgbClr val="0070C0"/>
                </a:solidFill>
              </a:rPr>
              <a:t>3</a:t>
            </a:r>
            <a:endParaRPr lang="en-AU" dirty="0" smtClean="0">
              <a:solidFill>
                <a:srgbClr val="00B050"/>
              </a:solidFill>
            </a:endParaRP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5 - Last </a:t>
            </a:r>
            <a:r>
              <a:rPr lang="en-AU" dirty="0" smtClean="0">
                <a:solidFill>
                  <a:srgbClr val="0070C0"/>
                </a:solidFill>
              </a:rPr>
              <a:t>digit 0 or </a:t>
            </a:r>
            <a:r>
              <a:rPr lang="en-AU" dirty="0" smtClean="0">
                <a:solidFill>
                  <a:srgbClr val="0070C0"/>
                </a:solidFill>
              </a:rPr>
              <a:t>5</a:t>
            </a:r>
            <a:endParaRPr lang="en-AU" dirty="0" smtClean="0">
              <a:solidFill>
                <a:srgbClr val="00B05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10 - Last </a:t>
            </a:r>
            <a:r>
              <a:rPr lang="en-AU" dirty="0" smtClean="0">
                <a:solidFill>
                  <a:srgbClr val="0070C0"/>
                </a:solidFill>
              </a:rPr>
              <a:t>digit is 0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 smtClean="0">
              <a:solidFill>
                <a:srgbClr val="00B05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</a:t>
            </a:r>
            <a:r>
              <a:rPr lang="en-AU" sz="2400" dirty="0" smtClean="0"/>
              <a:t> </a:t>
            </a:r>
            <a:r>
              <a:rPr lang="en-AU" sz="2400" dirty="0" smtClean="0"/>
              <a:t>do </a:t>
            </a:r>
            <a:r>
              <a:rPr lang="en-AU" sz="2400" dirty="0" smtClean="0"/>
              <a:t>I decide if a number is a prime or composite number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1675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768923"/>
              </p:ext>
            </p:extLst>
          </p:nvPr>
        </p:nvGraphicFramePr>
        <p:xfrm>
          <a:off x="1259632" y="1340768"/>
          <a:ext cx="5878195" cy="20311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5385"/>
                <a:gridCol w="1175385"/>
                <a:gridCol w="1175385"/>
                <a:gridCol w="1176020"/>
                <a:gridCol w="1176020"/>
              </a:tblGrid>
              <a:tr h="5568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2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3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5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10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solidFill>
                            <a:schemeClr val="tx1"/>
                          </a:solidFill>
                          <a:effectLst/>
                        </a:rPr>
                        <a:t>Other</a:t>
                      </a:r>
                      <a:endParaRPr lang="en-AU" sz="20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06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0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841305"/>
              </p:ext>
            </p:extLst>
          </p:nvPr>
        </p:nvGraphicFramePr>
        <p:xfrm>
          <a:off x="395536" y="4293096"/>
          <a:ext cx="7848868" cy="7918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4717"/>
                <a:gridCol w="784717"/>
                <a:gridCol w="784717"/>
                <a:gridCol w="784717"/>
                <a:gridCol w="784717"/>
                <a:gridCol w="784717"/>
                <a:gridCol w="784717"/>
                <a:gridCol w="784717"/>
                <a:gridCol w="785566"/>
                <a:gridCol w="785566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35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50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300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42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>
                          <a:solidFill>
                            <a:schemeClr val="tx1"/>
                          </a:solidFill>
                          <a:effectLst/>
                        </a:rPr>
                        <a:t>81</a:t>
                      </a:r>
                      <a:endParaRPr lang="en-AU" sz="2400" b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55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250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125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227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711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7652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71600" y="3602142"/>
            <a:ext cx="57039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Write the follow numbers in the table above</a:t>
            </a:r>
            <a:endParaRPr kumimoji="0" lang="en-A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9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- Answers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646191"/>
              </p:ext>
            </p:extLst>
          </p:nvPr>
        </p:nvGraphicFramePr>
        <p:xfrm>
          <a:off x="1259632" y="1340768"/>
          <a:ext cx="5878195" cy="4461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5385"/>
                <a:gridCol w="1175385"/>
                <a:gridCol w="1175385"/>
                <a:gridCol w="1176020"/>
                <a:gridCol w="1176020"/>
              </a:tblGrid>
              <a:tr h="5568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2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3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5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solidFill>
                            <a:schemeClr val="tx1"/>
                          </a:solidFill>
                          <a:effectLst/>
                        </a:rPr>
                        <a:t>Divisible by 10</a:t>
                      </a:r>
                      <a:endParaRPr lang="en-AU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solidFill>
                            <a:schemeClr val="tx1"/>
                          </a:solidFill>
                          <a:effectLst/>
                        </a:rPr>
                        <a:t>Other</a:t>
                      </a:r>
                      <a:endParaRPr lang="en-AU" sz="20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06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300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42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90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250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7652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300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42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63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81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90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711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25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35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300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55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90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250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125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300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90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250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49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227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91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590</Words>
  <Application>Microsoft Office PowerPoint</Application>
  <PresentationFormat>On-screen Show (4:3)</PresentationFormat>
  <Paragraphs>205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 - 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72</cp:revision>
  <dcterms:created xsi:type="dcterms:W3CDTF">2014-05-14T02:58:57Z</dcterms:created>
  <dcterms:modified xsi:type="dcterms:W3CDTF">2015-03-02T00:09:54Z</dcterms:modified>
</cp:coreProperties>
</file>