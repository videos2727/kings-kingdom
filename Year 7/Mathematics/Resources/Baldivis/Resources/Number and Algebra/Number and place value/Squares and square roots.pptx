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03" r:id="rId5"/>
    <p:sldId id="330" r:id="rId6"/>
    <p:sldId id="336" r:id="rId7"/>
    <p:sldId id="338" r:id="rId8"/>
    <p:sldId id="339" r:id="rId9"/>
    <p:sldId id="340" r:id="rId10"/>
    <p:sldId id="337" r:id="rId11"/>
    <p:sldId id="341" r:id="rId12"/>
    <p:sldId id="342" r:id="rId13"/>
    <p:sldId id="335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30" y="17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11/02/2015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11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squaring  a number and finding the square root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</a:t>
                </a:r>
                <a:r>
                  <a:rPr lang="en-AU" dirty="0" smtClean="0"/>
                  <a:t>itself.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61212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46" t="-3311" r="-523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squaring  a number and finding the square root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39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2044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×2=4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×3=9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×4=16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=5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×5=25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6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=6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×6=36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7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×7=49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=8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×8=64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=9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×9=81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=10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×10=100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×11=121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=12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×12=144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69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squaring  a number and finding the square root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59847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squaring  a number and finding the square root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07255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32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Calculate the following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9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=3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AU" b="0" i="0" smtClean="0">
                        <a:latin typeface="Cambria Math"/>
                        <a:ea typeface="Cambria Math"/>
                      </a:rPr>
                      <m:t>4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=5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=6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r>
                  <a:rPr lang="en-AU" dirty="0" err="1" smtClean="0"/>
                  <a:t>Extention</a:t>
                </a: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=20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9" name="Content Placeholder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1">
                <a:blip r:embed="rId2"/>
                <a:stretch>
                  <a:fillRect l="-30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49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=7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64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=8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81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=9</m:t>
                    </m:r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00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=10</m:t>
                    </m:r>
                  </m:oMath>
                </a14:m>
                <a:endParaRPr lang="en-AU" b="0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21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=11</m:t>
                    </m:r>
                  </m:oMath>
                </a14:m>
                <a:endParaRPr lang="en-AU" i="1" dirty="0" smtClean="0">
                  <a:latin typeface="Cambria Math"/>
                  <a:ea typeface="Cambria Math"/>
                </a:endParaRP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44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=12</m:t>
                    </m:r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  <a:p>
                <a:pPr>
                  <a:buFont typeface="Wingdings" pitchFamily="2" charset="2"/>
                  <a:buChar char="v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2500</m:t>
                        </m:r>
                      </m:e>
                    </m:rad>
                    <m:r>
                      <a:rPr lang="en-AU" b="0" i="0" smtClean="0">
                        <a:latin typeface="Cambria Math"/>
                        <a:ea typeface="Cambria Math"/>
                      </a:rPr>
                      <m:t>=50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0" name="Conten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845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 three times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= 5 x 5 x 5 = 125 </a:t>
                </a:r>
              </a:p>
              <a:p>
                <a:r>
                  <a:rPr lang="en-AU" dirty="0" smtClean="0"/>
                  <a:t>125 is a cube number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47" t="-3289" r="-10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544" t="-4464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the relationship between squaring  a number and finding the square root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5835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736</Words>
  <Application>Microsoft Office PowerPoint</Application>
  <PresentationFormat>On-screen Show (4:3)</PresentationFormat>
  <Paragraphs>183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Calculate the following</vt:lpstr>
      <vt:lpstr>Calculate the following</vt:lpstr>
      <vt:lpstr>Calculate the following</vt:lpstr>
      <vt:lpstr>PowerPoint Presentation</vt:lpstr>
      <vt:lpstr>PowerPoint Presentation</vt:lpstr>
      <vt:lpstr>Calculate the following</vt:lpstr>
      <vt:lpstr>Calculate the following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74</cp:revision>
  <dcterms:created xsi:type="dcterms:W3CDTF">2014-05-14T02:58:57Z</dcterms:created>
  <dcterms:modified xsi:type="dcterms:W3CDTF">2015-02-11T13:07:18Z</dcterms:modified>
</cp:coreProperties>
</file>