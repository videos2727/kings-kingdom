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16" r:id="rId5"/>
    <p:sldId id="318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03" r:id="rId15"/>
    <p:sldId id="313" r:id="rId16"/>
    <p:sldId id="314" r:id="rId17"/>
    <p:sldId id="315" r:id="rId18"/>
    <p:sldId id="317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9112" autoAdjust="0"/>
  </p:normalViewPr>
  <p:slideViewPr>
    <p:cSldViewPr>
      <p:cViewPr>
        <p:scale>
          <a:sx n="75" d="100"/>
          <a:sy n="75" d="100"/>
        </p:scale>
        <p:origin x="-1230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19/02/2015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mathsonline.com.au/tasks/library/loadLesson.asp?title=negatives/negatives2&amp;taskID=1068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multiplying and dividing negative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1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48265"/>
              </p:ext>
            </p:extLst>
          </p:nvPr>
        </p:nvGraphicFramePr>
        <p:xfrm>
          <a:off x="827584" y="404664"/>
          <a:ext cx="741682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</a:tblGrid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2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204199"/>
              </p:ext>
            </p:extLst>
          </p:nvPr>
        </p:nvGraphicFramePr>
        <p:xfrm>
          <a:off x="827584" y="404664"/>
          <a:ext cx="741682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</a:tblGrid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98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50496"/>
              </p:ext>
            </p:extLst>
          </p:nvPr>
        </p:nvGraphicFramePr>
        <p:xfrm>
          <a:off x="827584" y="404664"/>
          <a:ext cx="741682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</a:tblGrid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19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788693"/>
              </p:ext>
            </p:extLst>
          </p:nvPr>
        </p:nvGraphicFramePr>
        <p:xfrm>
          <a:off x="827584" y="404664"/>
          <a:ext cx="741682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</a:tblGrid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607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Demo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408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431979"/>
              </p:ext>
            </p:extLst>
          </p:nvPr>
        </p:nvGraphicFramePr>
        <p:xfrm>
          <a:off x="827584" y="404664"/>
          <a:ext cx="741682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</a:tblGrid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7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647391"/>
              </p:ext>
            </p:extLst>
          </p:nvPr>
        </p:nvGraphicFramePr>
        <p:xfrm>
          <a:off x="827584" y="404664"/>
          <a:ext cx="741682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</a:tblGrid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16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61428"/>
              </p:ext>
            </p:extLst>
          </p:nvPr>
        </p:nvGraphicFramePr>
        <p:xfrm>
          <a:off x="827584" y="404664"/>
          <a:ext cx="741682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</a:tblGrid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68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736383"/>
              </p:ext>
            </p:extLst>
          </p:nvPr>
        </p:nvGraphicFramePr>
        <p:xfrm>
          <a:off x="827584" y="404664"/>
          <a:ext cx="7416828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  <a:gridCol w="618069"/>
              </a:tblGrid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462051"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600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AU" sz="2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72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multiplying and dividing negative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489344" y="2780928"/>
                <a:ext cx="153837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38370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TextBox 17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3837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38370" cy="175432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/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different  signs then the answer is negative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multiplying and dividing negative numbers?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2950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different  signs then the answer is negative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multiplying and dividing negative numbers?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6657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349140" y="4812253"/>
                <a:ext cx="205626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e.g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−12</m:t>
                    </m:r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40" y="4812253"/>
                <a:ext cx="205626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2367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different  signs then the answer is negative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multiplying and dividing negative numbers?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580112" y="482851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 Different signs so negative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94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38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Directed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2110" y="2060848"/>
            <a:ext cx="2282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the rules for multiplying and dividing?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732" y="2020198"/>
            <a:ext cx="596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the same sign then the answer is positive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+ =+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 </m:t>
                      </m:r>
                      <m:r>
                        <a:rPr lang="en-AU" b="0" i="1" smtClean="0">
                          <a:latin typeface="Cambria Math"/>
                        </a:rPr>
                        <m:t> −=+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b="0" dirty="0" smtClean="0"/>
              </a:p>
              <a:p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− =−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</a:rPr>
                        <m:t> + =− 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344" y="2780928"/>
                <a:ext cx="1542410" cy="2031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/>
          <p:cNvSpPr/>
          <p:nvPr/>
        </p:nvSpPr>
        <p:spPr>
          <a:xfrm>
            <a:off x="4728520" y="2780928"/>
            <a:ext cx="486477" cy="588838"/>
          </a:xfrm>
          <a:prstGeom prst="rightBrac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ight Brace 13"/>
          <p:cNvSpPr/>
          <p:nvPr/>
        </p:nvSpPr>
        <p:spPr>
          <a:xfrm>
            <a:off x="4788515" y="3939903"/>
            <a:ext cx="486477" cy="58883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231202" y="2890681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Same sign +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210906" y="4032289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different signs –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b="0" dirty="0" smtClean="0"/>
                  <a:t>e.g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−12</m:t>
                    </m:r>
                  </m:oMath>
                </a14:m>
                <a:endParaRPr lang="en-AU" b="0" dirty="0" smtClean="0"/>
              </a:p>
              <a:p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  −30  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÷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−</m:t>
                    </m:r>
                    <m:r>
                      <a:rPr lang="en-AU" b="0" i="1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3  =10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140" y="4812253"/>
                <a:ext cx="2161169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2254"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972674" y="3440315"/>
            <a:ext cx="611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both numbers are different  signs then the answer is negative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19514" y="1075004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What are the rules for multiplying and dividing negative numbers?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5580112" y="482851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- Different signs so negative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12296" y="5350242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- Same sign so positive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93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</TotalTime>
  <Words>1353</Words>
  <Application>Microsoft Office PowerPoint</Application>
  <PresentationFormat>On-screen Show (4:3)</PresentationFormat>
  <Paragraphs>778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61</cp:revision>
  <dcterms:created xsi:type="dcterms:W3CDTF">2014-05-14T02:58:57Z</dcterms:created>
  <dcterms:modified xsi:type="dcterms:W3CDTF">2015-02-19T13:23:11Z</dcterms:modified>
</cp:coreProperties>
</file>