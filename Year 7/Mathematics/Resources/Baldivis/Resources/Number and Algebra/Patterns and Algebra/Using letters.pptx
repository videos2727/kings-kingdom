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304" r:id="rId3"/>
    <p:sldId id="259" r:id="rId4"/>
    <p:sldId id="258" r:id="rId5"/>
    <p:sldId id="303" r:id="rId6"/>
    <p:sldId id="312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-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25/05/2016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2098745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My Using </a:t>
            </a:r>
            <a:br>
              <a:rPr lang="en-AU" dirty="0" smtClean="0"/>
            </a:br>
            <a:r>
              <a:rPr lang="en-AU" dirty="0" smtClean="0"/>
              <a:t>Letter Symbols Interactive</a:t>
            </a:r>
            <a:br>
              <a:rPr lang="en-AU" dirty="0" smtClean="0"/>
            </a:b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26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𝑡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2687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119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11934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361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Using letter symbols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</a:t>
            </a:r>
            <a:r>
              <a:rPr lang="en-AU" sz="2400" dirty="0" smtClean="0"/>
              <a:t>I write expressions using symbols to represent numbers</a:t>
            </a:r>
            <a:r>
              <a:rPr lang="en-AU" sz="2400" dirty="0" smtClean="0"/>
              <a:t>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7954326"/>
                  </p:ext>
                </p:extLst>
              </p:nvPr>
            </p:nvGraphicFramePr>
            <p:xfrm>
              <a:off x="3047999" y="2204864"/>
              <a:ext cx="5183263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8503"/>
                    <a:gridCol w="377476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Symbol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Description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/>
                                    <a:ea typeface="Cambria Math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Divide</a:t>
                          </a:r>
                          <a:r>
                            <a:rPr lang="en-AU" baseline="0" dirty="0" smtClean="0"/>
                            <a:t>, Quotient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Multiply</a:t>
                          </a:r>
                          <a:r>
                            <a:rPr lang="en-AU" baseline="0" dirty="0" smtClean="0"/>
                            <a:t>, Product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dirty="0" smtClean="0">
                                    <a:latin typeface="Cambria Math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Sum, plus, add,</a:t>
                          </a:r>
                          <a:r>
                            <a:rPr lang="en-AU" baseline="0" dirty="0" smtClean="0"/>
                            <a:t> increase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baseline="0" dirty="0" smtClean="0"/>
                            <a:t>Subtract, minus, difference, decrease</a:t>
                          </a: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7954326"/>
                  </p:ext>
                </p:extLst>
              </p:nvPr>
            </p:nvGraphicFramePr>
            <p:xfrm>
              <a:off x="3047999" y="2204864"/>
              <a:ext cx="5183263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8503"/>
                    <a:gridCol w="377476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Symbol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Description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108197" r="-268398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Divide</a:t>
                          </a:r>
                          <a:r>
                            <a:rPr lang="en-AU" baseline="0" dirty="0" smtClean="0"/>
                            <a:t>, Quotient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211667" r="-268398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Multiply</a:t>
                          </a:r>
                          <a:r>
                            <a:rPr lang="en-AU" baseline="0" dirty="0" smtClean="0"/>
                            <a:t>, Product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306557" r="-26839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Sum, plus, add,</a:t>
                          </a:r>
                          <a:r>
                            <a:rPr lang="en-AU" baseline="0" dirty="0" smtClean="0"/>
                            <a:t> increase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406557" r="-26839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aseline="0" dirty="0" smtClean="0"/>
                            <a:t>Subtract, minus, difference, decrease</a:t>
                          </a: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144870" y="2092206"/>
            <a:ext cx="262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symbols do we use?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81503" y="4146944"/>
            <a:ext cx="1961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variable?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059832" y="4146944"/>
            <a:ext cx="482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letter used to represent an unknown number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361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Using letter symbols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</a:t>
            </a:r>
            <a:r>
              <a:rPr lang="en-AU" sz="2400" dirty="0" smtClean="0"/>
              <a:t>I write expressions using symbols to represent numbers</a:t>
            </a:r>
            <a:r>
              <a:rPr lang="en-AU" sz="2400" dirty="0" smtClean="0"/>
              <a:t>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6670099"/>
                  </p:ext>
                </p:extLst>
              </p:nvPr>
            </p:nvGraphicFramePr>
            <p:xfrm>
              <a:off x="3047999" y="2204864"/>
              <a:ext cx="5183263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8503"/>
                    <a:gridCol w="377476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Symbol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Description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/>
                                    <a:ea typeface="Cambria Math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Divide</a:t>
                          </a:r>
                          <a:r>
                            <a:rPr lang="en-AU" baseline="0" dirty="0" smtClean="0"/>
                            <a:t>, Quotient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Multiply</a:t>
                          </a:r>
                          <a:r>
                            <a:rPr lang="en-AU" baseline="0" dirty="0" smtClean="0"/>
                            <a:t>, Product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dirty="0" smtClean="0">
                                    <a:latin typeface="Cambria Math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Sum, plus, add,</a:t>
                          </a:r>
                          <a:r>
                            <a:rPr lang="en-AU" baseline="0" dirty="0" smtClean="0"/>
                            <a:t> increase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baseline="0" dirty="0" smtClean="0"/>
                            <a:t>Subtract, minus, difference, decrease</a:t>
                          </a: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6670099"/>
                  </p:ext>
                </p:extLst>
              </p:nvPr>
            </p:nvGraphicFramePr>
            <p:xfrm>
              <a:off x="3047999" y="2204864"/>
              <a:ext cx="5183263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8503"/>
                    <a:gridCol w="377476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Symbol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Description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108197" r="-268398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Divide</a:t>
                          </a:r>
                          <a:r>
                            <a:rPr lang="en-AU" baseline="0" dirty="0" smtClean="0"/>
                            <a:t>, Quotient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211667" r="-268398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Multiply</a:t>
                          </a:r>
                          <a:r>
                            <a:rPr lang="en-AU" baseline="0" dirty="0" smtClean="0"/>
                            <a:t>, Product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306557" r="-26839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Sum, plus, add,</a:t>
                          </a:r>
                          <a:r>
                            <a:rPr lang="en-AU" baseline="0" dirty="0" smtClean="0"/>
                            <a:t> increase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406557" r="-26839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aseline="0" dirty="0" smtClean="0"/>
                            <a:t>Subtract, minus, difference, decrease</a:t>
                          </a: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144870" y="2092206"/>
            <a:ext cx="262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symbols do we use?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81503" y="4146944"/>
            <a:ext cx="1961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variable?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059832" y="4146944"/>
            <a:ext cx="482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letter used to represent an unknown number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178144"/>
                  </p:ext>
                </p:extLst>
              </p:nvPr>
            </p:nvGraphicFramePr>
            <p:xfrm>
              <a:off x="3048000" y="4536244"/>
              <a:ext cx="5975351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5986"/>
                    <a:gridCol w="1799365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Statement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Expression</a:t>
                          </a:r>
                          <a:r>
                            <a:rPr lang="en-AU" baseline="0" dirty="0" smtClean="0"/>
                            <a:t> 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 number plus 7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AU" b="0" i="0" dirty="0" smtClean="0">
                                    <a:latin typeface="Cambria Math"/>
                                  </a:rPr>
                                  <m:t>a</m:t>
                                </m:r>
                                <m:r>
                                  <a:rPr lang="en-AU" i="1" dirty="0" smtClean="0">
                                    <a:latin typeface="Cambria Math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baseline="0" dirty="0" smtClean="0"/>
                            <a:t>6 is subtracted from a number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𝑑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 number is multiplied</a:t>
                          </a:r>
                          <a:r>
                            <a:rPr lang="en-AU" baseline="0" dirty="0" smtClean="0"/>
                            <a:t> by 3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AU" b="0" i="1" smtClean="0">
                                    <a:latin typeface="Cambria Math"/>
                                    <a:ea typeface="Cambria Math"/>
                                  </a:rPr>
                                  <m:t>×3=3</m:t>
                                </m:r>
                                <m:r>
                                  <a:rPr lang="en-AU" b="0" i="1" smtClean="0">
                                    <a:latin typeface="Cambria Math"/>
                                    <a:ea typeface="Cambria Math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 number divided by</a:t>
                          </a:r>
                          <a:r>
                            <a:rPr lang="en-AU" baseline="0" dirty="0" smtClean="0"/>
                            <a:t> 7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AU" b="0" i="1" smtClean="0">
                                    <a:latin typeface="Cambria Math"/>
                                    <a:ea typeface="Cambria Math"/>
                                  </a:rPr>
                                  <m:t>÷7=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  <a:ea typeface="Cambria Math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  <a:ea typeface="Cambria Math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178144"/>
                  </p:ext>
                </p:extLst>
              </p:nvPr>
            </p:nvGraphicFramePr>
            <p:xfrm>
              <a:off x="3048000" y="4536244"/>
              <a:ext cx="5975351" cy="2094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5986"/>
                    <a:gridCol w="1799365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Statement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Expression</a:t>
                          </a:r>
                          <a:r>
                            <a:rPr lang="en-AU" baseline="0" dirty="0" smtClean="0"/>
                            <a:t> 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 number plus 7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32203" t="-108197" r="-339" b="-363934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baseline="0" dirty="0" smtClean="0"/>
                            <a:t>6 is subtracted from a number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32203" t="-208197" r="-339" b="-263934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 number is multiplied</a:t>
                          </a:r>
                          <a:r>
                            <a:rPr lang="en-AU" baseline="0" dirty="0" smtClean="0"/>
                            <a:t> by 3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32203" t="-308197" r="-339" b="-163934"/>
                          </a:stretch>
                        </a:blipFill>
                      </a:tcPr>
                    </a:tc>
                  </a:tr>
                  <a:tr h="61131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 number divided by</a:t>
                          </a:r>
                          <a:r>
                            <a:rPr lang="en-AU" baseline="0" dirty="0" smtClean="0"/>
                            <a:t> 7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32203" t="-249000" r="-33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5191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295</Words>
  <Application>Microsoft Office PowerPoint</Application>
  <PresentationFormat>On-screen Show (4:3)</PresentationFormat>
  <Paragraphs>102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Using  Letter Symbols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63</cp:revision>
  <dcterms:created xsi:type="dcterms:W3CDTF">2014-05-14T02:58:57Z</dcterms:created>
  <dcterms:modified xsi:type="dcterms:W3CDTF">2016-05-25T11:24:01Z</dcterms:modified>
</cp:coreProperties>
</file>