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sldIdLst>
    <p:sldId id="266" r:id="rId3"/>
    <p:sldId id="271" r:id="rId4"/>
    <p:sldId id="267" r:id="rId5"/>
    <p:sldId id="272" r:id="rId6"/>
    <p:sldId id="275" r:id="rId7"/>
    <p:sldId id="273" r:id="rId8"/>
    <p:sldId id="276" r:id="rId9"/>
    <p:sldId id="274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4" autoAdjust="0"/>
  </p:normalViewPr>
  <p:slideViewPr>
    <p:cSldViewPr snapToGrid="0">
      <p:cViewPr>
        <p:scale>
          <a:sx n="91" d="100"/>
          <a:sy n="91" d="100"/>
        </p:scale>
        <p:origin x="-1229" y="-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D6A36-B26C-40B5-9D63-59D7A245402F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D88B3-DEDE-49EA-B8FD-04061A0C439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53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6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37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69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54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38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3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2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58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48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961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21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92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148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738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17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368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441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746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9811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68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23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02ACC-3968-4E6E-9E5C-AE6A17245F70}" type="datetimeFigureOut">
              <a:rPr lang="en-GB" smtClean="0"/>
              <a:pPr/>
              <a:t>04/08/2016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195EC-FB89-457F-BFE2-BD3F95E84F4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0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D3832-4D99-404D-8136-D685D933BF4D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04/08/2016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7092D-232F-40AB-905C-45A540C17C9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31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Introduction to Solving Equations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EQ: How do I represent an unknown value?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6125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b="1" dirty="0" smtClean="0"/>
              <a:t>I think of a number…</a:t>
            </a:r>
            <a:endParaRPr lang="en-GB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I think of a number and multiply it by 4. My answer is 20. What was my number?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Answer: 5 </a:t>
            </a:r>
          </a:p>
          <a:p>
            <a:pPr marL="0" indent="0" algn="ctr">
              <a:buNone/>
            </a:pPr>
            <a:r>
              <a:rPr lang="en-GB" i="1" dirty="0"/>
              <a:t>E</a:t>
            </a:r>
            <a:r>
              <a:rPr lang="en-GB" i="1" dirty="0" smtClean="0"/>
              <a:t>xplain how you worked that out.</a:t>
            </a:r>
          </a:p>
          <a:p>
            <a:pPr marL="0" indent="0" algn="ctr">
              <a:buNone/>
            </a:pPr>
            <a:endParaRPr lang="en-GB" i="1" dirty="0" smtClean="0"/>
          </a:p>
          <a:p>
            <a:pPr algn="ctr"/>
            <a:r>
              <a:rPr lang="en-GB" dirty="0" smtClean="0"/>
              <a:t>I think of a number and subtract 7 from it. My answer is 11. What was my number?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Answer: 18 </a:t>
            </a:r>
          </a:p>
          <a:p>
            <a:pPr marL="0" indent="0" algn="ctr">
              <a:buNone/>
            </a:pPr>
            <a:r>
              <a:rPr lang="en-GB" i="1" dirty="0" smtClean="0"/>
              <a:t>Explain how you worked that out.</a:t>
            </a:r>
          </a:p>
        </p:txBody>
      </p:sp>
    </p:spTree>
    <p:extLst>
      <p:ext uri="{BB962C8B-B14F-4D97-AF65-F5344CB8AC3E}">
        <p14:creationId xmlns:p14="http://schemas.microsoft.com/office/powerpoint/2010/main" val="198104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GB" b="1" dirty="0" smtClean="0"/>
              <a:t>I think of a number…</a:t>
            </a:r>
            <a:endParaRPr lang="en-GB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I think of a number, multiply it by 2, then add 3. My answer is 17. What was my number?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Answer: 7 </a:t>
            </a:r>
          </a:p>
          <a:p>
            <a:pPr marL="0" indent="0" algn="ctr">
              <a:buNone/>
            </a:pPr>
            <a:r>
              <a:rPr lang="en-GB" i="1" dirty="0"/>
              <a:t>E</a:t>
            </a:r>
            <a:r>
              <a:rPr lang="en-GB" i="1" dirty="0" smtClean="0"/>
              <a:t>xplain how you worked that out.</a:t>
            </a:r>
          </a:p>
          <a:p>
            <a:pPr marL="0" indent="0" algn="ctr">
              <a:buNone/>
            </a:pPr>
            <a:endParaRPr lang="en-GB" i="1" dirty="0" smtClean="0"/>
          </a:p>
          <a:p>
            <a:pPr algn="ctr"/>
            <a:r>
              <a:rPr lang="en-GB" dirty="0" smtClean="0"/>
              <a:t>I think of a number, subtract 2, then divide by 3. My answer is 6. What was my number?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FF0000"/>
                </a:solidFill>
              </a:rPr>
              <a:t>Answer: 20 </a:t>
            </a:r>
          </a:p>
          <a:p>
            <a:pPr marL="0" indent="0" algn="ctr">
              <a:buNone/>
            </a:pPr>
            <a:r>
              <a:rPr lang="en-GB" i="1" dirty="0" smtClean="0"/>
              <a:t>Explain how you worked that out.</a:t>
            </a:r>
          </a:p>
        </p:txBody>
      </p:sp>
    </p:spTree>
    <p:extLst>
      <p:ext uri="{BB962C8B-B14F-4D97-AF65-F5344CB8AC3E}">
        <p14:creationId xmlns:p14="http://schemas.microsoft.com/office/powerpoint/2010/main" val="344000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/>
          <a:lstStyle/>
          <a:p>
            <a:pPr marL="0" indent="0" algn="ctr">
              <a:buNone/>
            </a:pPr>
            <a:r>
              <a:rPr lang="en-GB" sz="5100" dirty="0" smtClean="0"/>
              <a:t>I’m thinking of a number. I add 6 to it and the answer is 9.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73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/>
          <a:lstStyle/>
          <a:p>
            <a:pPr marL="0" indent="0" algn="ctr">
              <a:buNone/>
            </a:pPr>
            <a:r>
              <a:rPr lang="en-GB" sz="5100" dirty="0" smtClean="0"/>
              <a:t>I’m thinking of a number. I add 6 to it and the answer is 9.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3527884" y="5085184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>
                <a:solidFill>
                  <a:srgbClr val="FF0000"/>
                </a:solidFill>
              </a:rPr>
              <a:t>X+6=9</a:t>
            </a:r>
            <a:endParaRPr lang="en-GB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5100" dirty="0" smtClean="0"/>
              <a:t>I’m thinking of a number. I times it by 2 and add 3 and the answer is 13.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7128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5100" dirty="0" smtClean="0"/>
              <a:t>I’m thinking of a number. I times it by 2 and add 3 and the answer is 13.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221850" y="5085184"/>
            <a:ext cx="270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>
                <a:solidFill>
                  <a:srgbClr val="FF0000"/>
                </a:solidFill>
              </a:rPr>
              <a:t>2X+3=13</a:t>
            </a:r>
            <a:endParaRPr lang="en-GB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164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5100" dirty="0" smtClean="0"/>
              <a:t>I’m thinking of a number. I take 9 away from it and divide it by 2 and the answer is 7.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74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100" dirty="0" smtClean="0"/>
              <a:t>Solving Equations</a:t>
            </a:r>
            <a:endParaRPr lang="en-GB" sz="51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010545"/>
            <a:ext cx="8229600" cy="28369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5100" dirty="0" smtClean="0"/>
              <a:t>I’m thinking of a number. I take 9 away from it and divide it by 2 and the answer is 7.</a:t>
            </a:r>
          </a:p>
          <a:p>
            <a:pPr marL="0" indent="0" algn="ctr">
              <a:buNone/>
            </a:pPr>
            <a:r>
              <a:rPr lang="en-GB" sz="5100" dirty="0" smtClean="0"/>
              <a:t>What’s my number?</a:t>
            </a:r>
            <a:endParaRPr lang="en-GB" sz="5100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987824" y="5085184"/>
            <a:ext cx="3168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smtClean="0">
                <a:solidFill>
                  <a:srgbClr val="FF0000"/>
                </a:solidFill>
              </a:rPr>
              <a:t>(X-9)÷2=7</a:t>
            </a:r>
            <a:endParaRPr lang="en-GB" sz="5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42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</TotalTime>
  <Words>311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1_Office Theme</vt:lpstr>
      <vt:lpstr>Topic: Introduction to Solving Equations  EQ: How do I represent an unknown value?</vt:lpstr>
      <vt:lpstr>I think of a number…</vt:lpstr>
      <vt:lpstr>I think of a number…</vt:lpstr>
      <vt:lpstr>Solving Equations</vt:lpstr>
      <vt:lpstr>Solving Equations</vt:lpstr>
      <vt:lpstr>Solving Equations</vt:lpstr>
      <vt:lpstr>Solving Equations</vt:lpstr>
      <vt:lpstr>Solving Equations</vt:lpstr>
      <vt:lpstr>Solving Equations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</dc:creator>
  <cp:lastModifiedBy>FRASER-JONES Laura</cp:lastModifiedBy>
  <cp:revision>42</cp:revision>
  <dcterms:created xsi:type="dcterms:W3CDTF">2015-12-01T21:48:47Z</dcterms:created>
  <dcterms:modified xsi:type="dcterms:W3CDTF">2016-08-04T02:11:40Z</dcterms:modified>
</cp:coreProperties>
</file>