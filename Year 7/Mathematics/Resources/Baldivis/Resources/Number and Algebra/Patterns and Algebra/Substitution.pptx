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304" r:id="rId3"/>
    <p:sldId id="259" r:id="rId4"/>
    <p:sldId id="258" r:id="rId5"/>
    <p:sldId id="303" r:id="rId6"/>
    <p:sldId id="305" r:id="rId7"/>
    <p:sldId id="306" r:id="rId8"/>
    <p:sldId id="307" r:id="rId9"/>
    <p:sldId id="308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18" y="-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28/05/2016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28/05/2016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2098745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My Using </a:t>
            </a:r>
            <a:br>
              <a:rPr lang="en-AU" dirty="0" smtClean="0"/>
            </a:br>
            <a:r>
              <a:rPr lang="en-AU" dirty="0" smtClean="0"/>
              <a:t>Letter Symbols Interactive</a:t>
            </a:r>
            <a:br>
              <a:rPr lang="en-AU" dirty="0" smtClean="0"/>
            </a:b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26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𝑡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2687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119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11934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55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Substitution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evaluate an expression for the given variable?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79519" y="2027962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substitute?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89142" y="2071122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Replace the variable (letter) in an expression with the given value and calculate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55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Substitution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evaluate an expression for the given variable?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79519" y="2027962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substitute?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89142" y="2071122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Replace the variable (letter) in an expression with the given value and calculate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69726" y="3231634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148534" y="3231634"/>
                <a:ext cx="514980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𝐼𝑓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𝑐</m:t>
                    </m:r>
                    <m:r>
                      <a:rPr lang="en-AU" b="0" i="1" smtClean="0">
                        <a:latin typeface="Cambria Math"/>
                      </a:rPr>
                      <m:t>=3 </m:t>
                    </m:r>
                  </m:oMath>
                </a14:m>
                <a:r>
                  <a:rPr lang="en-AU" b="0" i="0" dirty="0" smtClean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𝑑</m:t>
                    </m:r>
                    <m:r>
                      <a:rPr lang="en-AU" b="0" i="1" smtClean="0">
                        <a:latin typeface="Cambria Math"/>
                      </a:rPr>
                      <m:t>=5 </m:t>
                    </m:r>
                  </m:oMath>
                </a14:m>
                <a:r>
                  <a:rPr lang="en-AU" dirty="0" smtClean="0"/>
                  <a:t> what are value of the following?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𝑐</m:t>
                    </m:r>
                    <m:r>
                      <a:rPr lang="en-AU" b="0" i="1" smtClean="0">
                        <a:latin typeface="Cambria Math"/>
                      </a:rPr>
                      <m:t>+3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𝑑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𝑐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r>
                      <a:rPr lang="en-AU" b="0" i="1" smtClean="0">
                        <a:latin typeface="Cambria Math"/>
                      </a:rPr>
                      <m:t>𝑐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𝑑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534" y="3231634"/>
                <a:ext cx="5149808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828" t="-1736" r="-473" b="-3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49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55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Substitution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evaluate an expression for the given variable?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79519" y="2027962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substitute?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89142" y="2071122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Replace the variable (letter) in an expression with the given value and calculate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69726" y="3231634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148534" y="3231634"/>
                <a:ext cx="514980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𝐼𝑓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𝑐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=3 </m:t>
                    </m:r>
                  </m:oMath>
                </a14:m>
                <a:r>
                  <a:rPr lang="en-AU" b="0" i="0" dirty="0" smtClean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𝑑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=5 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/>
                  <a:t>what are value of the following?</a:t>
                </a:r>
              </a:p>
              <a:p>
                <a:endParaRPr lang="en-AU" dirty="0"/>
              </a:p>
              <a:p>
                <a:pPr marL="342900" indent="-342900">
                  <a:buClr>
                    <a:schemeClr val="tx1"/>
                  </a:buClr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AU" b="0" i="1" smtClean="0">
                        <a:latin typeface="Cambria Math"/>
                      </a:rPr>
                      <m:t>+3=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+3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Clr>
                    <a:schemeClr val="tx1"/>
                  </a:buClr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𝑑</m:t>
                    </m:r>
                    <m:r>
                      <a:rPr lang="en-AU" b="0" i="1" smtClean="0">
                        <a:latin typeface="Cambria Math"/>
                      </a:rPr>
                      <m:t>−2=</m:t>
                    </m:r>
                    <m:r>
                      <a:rPr lang="en-AU" b="0" i="0" smtClean="0">
                        <a:solidFill>
                          <a:srgbClr val="00B050"/>
                        </a:solidFill>
                        <a:latin typeface="Cambria Math"/>
                      </a:rPr>
                      <m:t>5</m:t>
                    </m:r>
                    <m:r>
                      <a:rPr lang="en-AU" b="0" i="0" smtClean="0">
                        <a:latin typeface="Cambria Math"/>
                      </a:rPr>
                      <m:t>−2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Clr>
                    <a:schemeClr val="tx1"/>
                  </a:buClr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 marL="342900" indent="-342900">
                  <a:buClr>
                    <a:schemeClr val="tx1"/>
                  </a:buClr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𝑑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=10×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534" y="3231634"/>
                <a:ext cx="5149808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828" t="-1736" r="-473" b="-3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04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550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Substitution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evaluate an expression for the given variable?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79519" y="2027962"/>
            <a:ext cx="212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substitute?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89142" y="2071122"/>
            <a:ext cx="52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Replace the variable (letter) in an expression with the given value and calculate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69726" y="3231634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148534" y="3231634"/>
                <a:ext cx="514980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𝐼𝑓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𝑐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=3 </m:t>
                    </m:r>
                  </m:oMath>
                </a14:m>
                <a:r>
                  <a:rPr lang="en-AU" b="0" i="0" dirty="0" smtClean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𝑑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=5 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 smtClean="0"/>
                  <a:t>what are value of the following?</a:t>
                </a:r>
              </a:p>
              <a:p>
                <a:endParaRPr lang="en-AU" dirty="0"/>
              </a:p>
              <a:p>
                <a:pPr marL="342900" indent="-342900">
                  <a:buClr>
                    <a:schemeClr val="tx1"/>
                  </a:buClr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AU" b="0" i="1" smtClean="0">
                        <a:latin typeface="Cambria Math"/>
                      </a:rPr>
                      <m:t>+3=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+3=6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Clr>
                    <a:schemeClr val="tx1"/>
                  </a:buClr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𝑑</m:t>
                    </m:r>
                    <m:r>
                      <a:rPr lang="en-AU" b="0" i="1" smtClean="0">
                        <a:latin typeface="Cambria Math"/>
                      </a:rPr>
                      <m:t>−2=</m:t>
                    </m:r>
                    <m:r>
                      <a:rPr lang="en-AU" b="0" i="0" smtClean="0">
                        <a:solidFill>
                          <a:srgbClr val="00B050"/>
                        </a:solidFill>
                        <a:latin typeface="Cambria Math"/>
                      </a:rPr>
                      <m:t>5</m:t>
                    </m:r>
                    <m:r>
                      <a:rPr lang="en-AU" b="0" i="0" smtClean="0">
                        <a:latin typeface="Cambria Math"/>
                      </a:rPr>
                      <m:t>−2=3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Clr>
                    <a:schemeClr val="tx1"/>
                  </a:buClr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b="0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Clr>
                    <a:schemeClr val="tx1"/>
                  </a:buClr>
                  <a:buAutoNum type="arabi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𝑑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=10×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5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534" y="3231634"/>
                <a:ext cx="5149808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828" t="-1736" r="-473" b="-34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419872" y="5805264"/>
            <a:ext cx="5558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Page 91 Exercise – Write out question, show </a:t>
            </a:r>
            <a:r>
              <a:rPr lang="en-AU" smtClean="0"/>
              <a:t>working out.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373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54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392</Words>
  <Application>Microsoft Office PowerPoint</Application>
  <PresentationFormat>On-screen Show (4:3)</PresentationFormat>
  <Paragraphs>110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Using  Letter Symbols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65</cp:revision>
  <dcterms:created xsi:type="dcterms:W3CDTF">2014-05-14T02:58:57Z</dcterms:created>
  <dcterms:modified xsi:type="dcterms:W3CDTF">2016-05-28T05:45:48Z</dcterms:modified>
</cp:coreProperties>
</file>