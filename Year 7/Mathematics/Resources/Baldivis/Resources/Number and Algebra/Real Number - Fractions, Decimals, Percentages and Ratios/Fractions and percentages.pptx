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8" r:id="rId3"/>
    <p:sldId id="303" r:id="rId4"/>
    <p:sldId id="304" r:id="rId5"/>
    <p:sldId id="305" r:id="rId6"/>
    <p:sldId id="311" r:id="rId7"/>
    <p:sldId id="306" r:id="rId8"/>
    <p:sldId id="307" r:id="rId9"/>
    <p:sldId id="308" r:id="rId10"/>
    <p:sldId id="312" r:id="rId11"/>
    <p:sldId id="309" r:id="rId12"/>
    <p:sldId id="310" r:id="rId13"/>
    <p:sldId id="313" r:id="rId14"/>
    <p:sldId id="301" r:id="rId15"/>
    <p:sldId id="292" r:id="rId16"/>
    <p:sldId id="29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2895" autoAdjust="0"/>
  </p:normalViewPr>
  <p:slideViewPr>
    <p:cSldViewPr>
      <p:cViewPr varScale="1">
        <p:scale>
          <a:sx n="68" d="100"/>
          <a:sy n="68" d="100"/>
        </p:scale>
        <p:origin x="1440"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8/02/2016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8/02/2016</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mathsisfun.com/simplifying-fractions.html"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www.mathsteacher.com.au/year8/ch02_fracdec/01_frac/frac.htm#frac" TargetMode="External"/><Relationship Id="rId2" Type="http://schemas.openxmlformats.org/officeDocument/2006/relationships/hyperlink" Target="http://www.mathsteacher.com.au/year8/ch08_consumer/01_per/per.htm#percentage"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TextBox 2"/>
          <p:cNvSpPr txBox="1"/>
          <p:nvPr/>
        </p:nvSpPr>
        <p:spPr>
          <a:xfrm>
            <a:off x="3275856" y="2276872"/>
            <a:ext cx="184731" cy="369332"/>
          </a:xfrm>
          <a:prstGeom prst="rect">
            <a:avLst/>
          </a:prstGeom>
          <a:noFill/>
        </p:spPr>
        <p:txBody>
          <a:bodyPr wrap="none" rtlCol="0">
            <a:spAutoFit/>
          </a:bodyPr>
          <a:lstStyle/>
          <a:p>
            <a:endParaRPr lang="en-AU" dirty="0"/>
          </a:p>
        </p:txBody>
      </p:sp>
      <p:sp>
        <p:nvSpPr>
          <p:cNvPr id="5" name="TextBox 4"/>
          <p:cNvSpPr txBox="1"/>
          <p:nvPr/>
        </p:nvSpPr>
        <p:spPr>
          <a:xfrm>
            <a:off x="3106265" y="2107402"/>
            <a:ext cx="3297441" cy="400110"/>
          </a:xfrm>
          <a:prstGeom prst="rect">
            <a:avLst/>
          </a:prstGeom>
          <a:noFill/>
        </p:spPr>
        <p:txBody>
          <a:bodyPr wrap="none" rtlCol="0">
            <a:spAutoFit/>
          </a:bodyPr>
          <a:lstStyle/>
          <a:p>
            <a:r>
              <a:rPr lang="en-AU" sz="2000" b="1" dirty="0"/>
              <a:t>Convert </a:t>
            </a:r>
            <a:r>
              <a:rPr lang="en-AU" sz="2000" b="1" dirty="0" err="1"/>
              <a:t>Percents</a:t>
            </a:r>
            <a:r>
              <a:rPr lang="en-AU" sz="2000" b="1" dirty="0"/>
              <a:t> to Fractions</a:t>
            </a:r>
            <a:endParaRPr lang="en-AU" sz="2000" dirty="0"/>
          </a:p>
        </p:txBody>
      </p:sp>
      <p:sp>
        <p:nvSpPr>
          <p:cNvPr id="8" name="Rectangle 7"/>
          <p:cNvSpPr/>
          <p:nvPr/>
        </p:nvSpPr>
        <p:spPr>
          <a:xfrm>
            <a:off x="3136781" y="2903456"/>
            <a:ext cx="4572000" cy="3477875"/>
          </a:xfrm>
          <a:prstGeom prst="rect">
            <a:avLst/>
          </a:prstGeom>
        </p:spPr>
        <p:txBody>
          <a:bodyPr>
            <a:spAutoFit/>
          </a:bodyPr>
          <a:lstStyle/>
          <a:p>
            <a:r>
              <a:rPr lang="en-AU" sz="2000" b="1" dirty="0"/>
              <a:t>To convert a Percent to a Fraction follow these steps:</a:t>
            </a:r>
          </a:p>
          <a:p>
            <a:pPr>
              <a:buFont typeface="Arial" panose="020B0604020202020204" pitchFamily="34" charset="0"/>
              <a:buChar char="•"/>
            </a:pPr>
            <a:r>
              <a:rPr lang="en-AU" sz="2000" dirty="0"/>
              <a:t>Step 1: Write down the percent divided by 100.</a:t>
            </a:r>
          </a:p>
          <a:p>
            <a:pPr>
              <a:buFont typeface="Arial" panose="020B0604020202020204" pitchFamily="34" charset="0"/>
              <a:buChar char="•"/>
            </a:pPr>
            <a:r>
              <a:rPr lang="en-AU" sz="2000" dirty="0"/>
              <a:t>Step 2: </a:t>
            </a:r>
            <a:r>
              <a:rPr lang="en-AU" sz="2000" b="1" dirty="0"/>
              <a:t>If </a:t>
            </a:r>
            <a:r>
              <a:rPr lang="en-AU" sz="2000" dirty="0"/>
              <a:t>the percent is </a:t>
            </a:r>
            <a:r>
              <a:rPr lang="en-AU" sz="2000" b="1" dirty="0"/>
              <a:t>not</a:t>
            </a:r>
            <a:r>
              <a:rPr lang="en-AU" sz="2000" dirty="0"/>
              <a:t> a whole number, then multiply both top and bottom by 10 for every number after the decimal point. (For example, if there is one number after the decimal, then use 10, if there are two then use 100, etc.)</a:t>
            </a:r>
          </a:p>
          <a:p>
            <a:pPr>
              <a:buFont typeface="Arial" panose="020B0604020202020204" pitchFamily="34" charset="0"/>
              <a:buChar char="•"/>
            </a:pPr>
            <a:r>
              <a:rPr lang="en-AU" sz="2000" dirty="0"/>
              <a:t>Step 3: </a:t>
            </a:r>
            <a:r>
              <a:rPr lang="en-AU" sz="2000" dirty="0">
                <a:hlinkClick r:id="rId2"/>
              </a:rPr>
              <a:t>Simplify</a:t>
            </a:r>
            <a:r>
              <a:rPr lang="en-AU" sz="2000" dirty="0"/>
              <a:t> (or reduce) the fraction</a:t>
            </a:r>
            <a:endParaRPr lang="en-AU" sz="2000" dirty="0">
              <a:effectLst/>
            </a:endParaRPr>
          </a:p>
        </p:txBody>
      </p:sp>
    </p:spTree>
    <p:extLst>
      <p:ext uri="{BB962C8B-B14F-4D97-AF65-F5344CB8AC3E}">
        <p14:creationId xmlns:p14="http://schemas.microsoft.com/office/powerpoint/2010/main" val="167090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Rectangle 2"/>
          <p:cNvSpPr/>
          <p:nvPr/>
        </p:nvSpPr>
        <p:spPr>
          <a:xfrm>
            <a:off x="216626" y="2206605"/>
            <a:ext cx="2482565" cy="646331"/>
          </a:xfrm>
          <a:prstGeom prst="rect">
            <a:avLst/>
          </a:prstGeom>
        </p:spPr>
        <p:txBody>
          <a:bodyPr wrap="square">
            <a:spAutoFit/>
          </a:bodyPr>
          <a:lstStyle/>
          <a:p>
            <a:r>
              <a:rPr lang="en-AU" b="1" dirty="0"/>
              <a:t>Example: Convert 11% to a fraction</a:t>
            </a:r>
            <a:endParaRPr lang="en-AU" dirty="0"/>
          </a:p>
        </p:txBody>
      </p:sp>
      <p:pic>
        <p:nvPicPr>
          <p:cNvPr id="17" name="Picture 16"/>
          <p:cNvPicPr>
            <a:picLocks noChangeAspect="1"/>
          </p:cNvPicPr>
          <p:nvPr/>
        </p:nvPicPr>
        <p:blipFill>
          <a:blip r:embed="rId2"/>
          <a:stretch>
            <a:fillRect/>
          </a:stretch>
        </p:blipFill>
        <p:spPr>
          <a:xfrm>
            <a:off x="3095836" y="2308564"/>
            <a:ext cx="5472608" cy="3894770"/>
          </a:xfrm>
          <a:prstGeom prst="rect">
            <a:avLst/>
          </a:prstGeom>
        </p:spPr>
      </p:pic>
    </p:spTree>
    <p:extLst>
      <p:ext uri="{BB962C8B-B14F-4D97-AF65-F5344CB8AC3E}">
        <p14:creationId xmlns:p14="http://schemas.microsoft.com/office/powerpoint/2010/main" val="2737923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Rectangle 2"/>
          <p:cNvSpPr/>
          <p:nvPr/>
        </p:nvSpPr>
        <p:spPr>
          <a:xfrm>
            <a:off x="170471" y="2190443"/>
            <a:ext cx="2534313" cy="646331"/>
          </a:xfrm>
          <a:prstGeom prst="rect">
            <a:avLst/>
          </a:prstGeom>
        </p:spPr>
        <p:txBody>
          <a:bodyPr wrap="square">
            <a:spAutoFit/>
          </a:bodyPr>
          <a:lstStyle/>
          <a:p>
            <a:r>
              <a:rPr lang="en-AU" b="1" dirty="0"/>
              <a:t>Example: Convert 75% to a fraction</a:t>
            </a:r>
            <a:endParaRPr lang="en-AU" dirty="0"/>
          </a:p>
        </p:txBody>
      </p:sp>
      <p:pic>
        <p:nvPicPr>
          <p:cNvPr id="5" name="Picture 4"/>
          <p:cNvPicPr>
            <a:picLocks noChangeAspect="1"/>
          </p:cNvPicPr>
          <p:nvPr/>
        </p:nvPicPr>
        <p:blipFill>
          <a:blip r:embed="rId2"/>
          <a:stretch>
            <a:fillRect/>
          </a:stretch>
        </p:blipFill>
        <p:spPr>
          <a:xfrm>
            <a:off x="2433128" y="2173172"/>
            <a:ext cx="6557079" cy="3816425"/>
          </a:xfrm>
          <a:prstGeom prst="rect">
            <a:avLst/>
          </a:prstGeom>
        </p:spPr>
      </p:pic>
      <p:pic>
        <p:nvPicPr>
          <p:cNvPr id="8" name="Picture 7"/>
          <p:cNvPicPr>
            <a:picLocks noChangeAspect="1"/>
          </p:cNvPicPr>
          <p:nvPr/>
        </p:nvPicPr>
        <p:blipFill>
          <a:blip r:embed="rId3"/>
          <a:stretch>
            <a:fillRect/>
          </a:stretch>
        </p:blipFill>
        <p:spPr>
          <a:xfrm>
            <a:off x="3339731" y="5736348"/>
            <a:ext cx="5184576" cy="1019175"/>
          </a:xfrm>
          <a:prstGeom prst="rect">
            <a:avLst/>
          </a:prstGeom>
        </p:spPr>
      </p:pic>
    </p:spTree>
    <p:extLst>
      <p:ext uri="{BB962C8B-B14F-4D97-AF65-F5344CB8AC3E}">
        <p14:creationId xmlns:p14="http://schemas.microsoft.com/office/powerpoint/2010/main" val="607099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1628800"/>
            <a:ext cx="8641596" cy="461665"/>
          </a:xfrm>
          <a:prstGeom prst="rect">
            <a:avLst/>
          </a:prstGeom>
          <a:noFill/>
        </p:spPr>
        <p:txBody>
          <a:bodyPr wrap="none" rtlCol="0">
            <a:spAutoFit/>
          </a:bodyPr>
          <a:lstStyle/>
          <a:p>
            <a:r>
              <a:rPr lang="en-AU" sz="2400" dirty="0" smtClean="0"/>
              <a:t>Complete Exercise 1.4, questions 1 to 20 on page 5, Dwyer textbook</a:t>
            </a:r>
            <a:endParaRPr lang="en-AU" sz="2400" dirty="0"/>
          </a:p>
        </p:txBody>
      </p:sp>
    </p:spTree>
    <p:extLst>
      <p:ext uri="{BB962C8B-B14F-4D97-AF65-F5344CB8AC3E}">
        <p14:creationId xmlns:p14="http://schemas.microsoft.com/office/powerpoint/2010/main" val="136629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Rectangle 2"/>
          <p:cNvSpPr/>
          <p:nvPr/>
        </p:nvSpPr>
        <p:spPr>
          <a:xfrm>
            <a:off x="3095884" y="2066317"/>
            <a:ext cx="5644052" cy="1938992"/>
          </a:xfrm>
          <a:prstGeom prst="rect">
            <a:avLst/>
          </a:prstGeom>
        </p:spPr>
        <p:txBody>
          <a:bodyPr wrap="square">
            <a:spAutoFit/>
          </a:bodyPr>
          <a:lstStyle/>
          <a:p>
            <a:pPr algn="ctr"/>
            <a:r>
              <a:rPr lang="en-AU" sz="2400" b="1" dirty="0"/>
              <a:t>Convert Fractions to </a:t>
            </a:r>
            <a:r>
              <a:rPr lang="en-AU" sz="2400" b="1" dirty="0" err="1" smtClean="0"/>
              <a:t>Percents</a:t>
            </a:r>
            <a:endParaRPr lang="en-AU" sz="2400" b="1" dirty="0" smtClean="0"/>
          </a:p>
          <a:p>
            <a:pPr algn="ctr"/>
            <a:endParaRPr lang="en-AU" sz="2400" b="1" dirty="0"/>
          </a:p>
          <a:p>
            <a:pPr algn="ctr"/>
            <a:r>
              <a:rPr lang="en-AU" sz="2400" b="1" dirty="0"/>
              <a:t>Divide the top of the fraction by the bottom, multiply by 100 and add a "%" sign.</a:t>
            </a:r>
            <a:endParaRPr lang="en-AU" sz="2400" dirty="0">
              <a:effectLst/>
            </a:endParaRPr>
          </a:p>
        </p:txBody>
      </p:sp>
    </p:spTree>
    <p:extLst>
      <p:ext uri="{BB962C8B-B14F-4D97-AF65-F5344CB8AC3E}">
        <p14:creationId xmlns:p14="http://schemas.microsoft.com/office/powerpoint/2010/main" val="2428254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pic>
        <p:nvPicPr>
          <p:cNvPr id="3" name="Picture 2"/>
          <p:cNvPicPr>
            <a:picLocks noChangeAspect="1"/>
          </p:cNvPicPr>
          <p:nvPr/>
        </p:nvPicPr>
        <p:blipFill>
          <a:blip r:embed="rId2"/>
          <a:stretch>
            <a:fillRect/>
          </a:stretch>
        </p:blipFill>
        <p:spPr>
          <a:xfrm>
            <a:off x="1115616" y="2530720"/>
            <a:ext cx="8016763" cy="3344060"/>
          </a:xfrm>
          <a:prstGeom prst="rect">
            <a:avLst/>
          </a:prstGeom>
        </p:spPr>
      </p:pic>
    </p:spTree>
    <p:extLst>
      <p:ext uri="{BB962C8B-B14F-4D97-AF65-F5344CB8AC3E}">
        <p14:creationId xmlns:p14="http://schemas.microsoft.com/office/powerpoint/2010/main" val="2197572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Rectangle 2"/>
          <p:cNvSpPr/>
          <p:nvPr/>
        </p:nvSpPr>
        <p:spPr>
          <a:xfrm>
            <a:off x="119515" y="2127219"/>
            <a:ext cx="2724294" cy="646331"/>
          </a:xfrm>
          <a:prstGeom prst="rect">
            <a:avLst/>
          </a:prstGeom>
        </p:spPr>
        <p:txBody>
          <a:bodyPr wrap="square">
            <a:spAutoFit/>
          </a:bodyPr>
          <a:lstStyle/>
          <a:p>
            <a:r>
              <a:rPr lang="en-AU" b="1" dirty="0"/>
              <a:t>Example 1: Convert </a:t>
            </a:r>
            <a:r>
              <a:rPr lang="en-AU" b="1" baseline="30000" dirty="0"/>
              <a:t>3</a:t>
            </a:r>
            <a:r>
              <a:rPr lang="en-AU" b="1" dirty="0"/>
              <a:t>/</a:t>
            </a:r>
            <a:r>
              <a:rPr lang="en-AU" b="1" baseline="-25000" dirty="0"/>
              <a:t>4</a:t>
            </a:r>
            <a:r>
              <a:rPr lang="en-AU" b="1" dirty="0"/>
              <a:t> to a Percent</a:t>
            </a:r>
            <a:endParaRPr lang="en-AU" dirty="0"/>
          </a:p>
        </p:txBody>
      </p:sp>
      <p:pic>
        <p:nvPicPr>
          <p:cNvPr id="5" name="Picture 4"/>
          <p:cNvPicPr>
            <a:picLocks noChangeAspect="1"/>
          </p:cNvPicPr>
          <p:nvPr/>
        </p:nvPicPr>
        <p:blipFill>
          <a:blip r:embed="rId2"/>
          <a:stretch>
            <a:fillRect/>
          </a:stretch>
        </p:blipFill>
        <p:spPr>
          <a:xfrm>
            <a:off x="2954413" y="1942889"/>
            <a:ext cx="5276850" cy="3571875"/>
          </a:xfrm>
          <a:prstGeom prst="rect">
            <a:avLst/>
          </a:prstGeom>
        </p:spPr>
      </p:pic>
      <p:pic>
        <p:nvPicPr>
          <p:cNvPr id="8" name="Picture 7"/>
          <p:cNvPicPr>
            <a:picLocks noChangeAspect="1"/>
          </p:cNvPicPr>
          <p:nvPr/>
        </p:nvPicPr>
        <p:blipFill>
          <a:blip r:embed="rId3"/>
          <a:stretch>
            <a:fillRect/>
          </a:stretch>
        </p:blipFill>
        <p:spPr>
          <a:xfrm>
            <a:off x="2921075" y="5566150"/>
            <a:ext cx="5343525" cy="1162050"/>
          </a:xfrm>
          <a:prstGeom prst="rect">
            <a:avLst/>
          </a:prstGeom>
        </p:spPr>
      </p:pic>
    </p:spTree>
    <p:extLst>
      <p:ext uri="{BB962C8B-B14F-4D97-AF65-F5344CB8AC3E}">
        <p14:creationId xmlns:p14="http://schemas.microsoft.com/office/powerpoint/2010/main" val="437307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3688" y="2492896"/>
            <a:ext cx="5976664" cy="1077218"/>
          </a:xfrm>
          <a:prstGeom prst="rect">
            <a:avLst/>
          </a:prstGeom>
        </p:spPr>
        <p:txBody>
          <a:bodyPr wrap="square">
            <a:spAutoFit/>
          </a:bodyPr>
          <a:lstStyle/>
          <a:p>
            <a:r>
              <a:rPr lang="en-AU" sz="3200" dirty="0"/>
              <a:t>Complete Exercise 1.4, questions 1 to 20 on page 5, Dwyer textbook</a:t>
            </a:r>
            <a:endParaRPr lang="en-AU" sz="3200" dirty="0"/>
          </a:p>
        </p:txBody>
      </p:sp>
    </p:spTree>
    <p:extLst>
      <p:ext uri="{BB962C8B-B14F-4D97-AF65-F5344CB8AC3E}">
        <p14:creationId xmlns:p14="http://schemas.microsoft.com/office/powerpoint/2010/main" val="714507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Rectangle 2"/>
          <p:cNvSpPr/>
          <p:nvPr/>
        </p:nvSpPr>
        <p:spPr>
          <a:xfrm>
            <a:off x="3275856" y="2127219"/>
            <a:ext cx="3474093" cy="369332"/>
          </a:xfrm>
          <a:prstGeom prst="rect">
            <a:avLst/>
          </a:prstGeom>
        </p:spPr>
        <p:txBody>
          <a:bodyPr wrap="none">
            <a:spAutoFit/>
          </a:bodyPr>
          <a:lstStyle/>
          <a:p>
            <a:r>
              <a:rPr lang="en-AU" b="1" dirty="0"/>
              <a:t>Finding a Percentage of a Quantity</a:t>
            </a:r>
            <a:endParaRPr lang="en-AU" dirty="0"/>
          </a:p>
        </p:txBody>
      </p:sp>
      <p:sp>
        <p:nvSpPr>
          <p:cNvPr id="5" name="Rectangle 4"/>
          <p:cNvSpPr/>
          <p:nvPr/>
        </p:nvSpPr>
        <p:spPr>
          <a:xfrm>
            <a:off x="3257985" y="2662637"/>
            <a:ext cx="5022304" cy="1569660"/>
          </a:xfrm>
          <a:prstGeom prst="rect">
            <a:avLst/>
          </a:prstGeom>
        </p:spPr>
        <p:txBody>
          <a:bodyPr wrap="square">
            <a:spAutoFit/>
          </a:bodyPr>
          <a:lstStyle/>
          <a:p>
            <a:r>
              <a:rPr lang="en-AU" sz="2400" dirty="0"/>
              <a:t>To find a certain </a:t>
            </a:r>
            <a:r>
              <a:rPr lang="en-AU" sz="2400" dirty="0">
                <a:hlinkClick r:id="rId2"/>
              </a:rPr>
              <a:t>percentage</a:t>
            </a:r>
            <a:r>
              <a:rPr lang="en-AU" sz="2400" dirty="0"/>
              <a:t> of a given quantity, write the percentage as a </a:t>
            </a:r>
            <a:r>
              <a:rPr lang="en-AU" sz="2400" dirty="0">
                <a:hlinkClick r:id="rId3"/>
              </a:rPr>
              <a:t>fraction</a:t>
            </a:r>
            <a:r>
              <a:rPr lang="en-AU" sz="2400" dirty="0"/>
              <a:t> out of 100 and change the 'of' to a ×.  Then simplify. </a:t>
            </a:r>
          </a:p>
        </p:txBody>
      </p:sp>
    </p:spTree>
    <p:extLst>
      <p:ext uri="{BB962C8B-B14F-4D97-AF65-F5344CB8AC3E}">
        <p14:creationId xmlns:p14="http://schemas.microsoft.com/office/powerpoint/2010/main" val="4253201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990195" cy="523220"/>
          </a:xfrm>
          <a:prstGeom prst="rect">
            <a:avLst/>
          </a:prstGeom>
          <a:noFill/>
        </p:spPr>
        <p:txBody>
          <a:bodyPr wrap="none" rtlCol="0">
            <a:spAutoFit/>
          </a:bodyPr>
          <a:lstStyle/>
          <a:p>
            <a:r>
              <a:rPr lang="en-AU" sz="2800" dirty="0" smtClean="0"/>
              <a:t>Fractions and Percentages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r>
              <a:rPr lang="en-AU" sz="2400" dirty="0" smtClean="0"/>
              <a:t>– What are the relationships between fractions and percentages</a:t>
            </a:r>
            <a:endParaRPr lang="en-AU" sz="2400" dirty="0"/>
          </a:p>
        </p:txBody>
      </p:sp>
      <p:sp>
        <p:nvSpPr>
          <p:cNvPr id="3" name="TextBox 2"/>
          <p:cNvSpPr txBox="1"/>
          <p:nvPr/>
        </p:nvSpPr>
        <p:spPr>
          <a:xfrm>
            <a:off x="251520" y="2276872"/>
            <a:ext cx="2479205" cy="369332"/>
          </a:xfrm>
          <a:prstGeom prst="rect">
            <a:avLst/>
          </a:prstGeom>
          <a:noFill/>
        </p:spPr>
        <p:txBody>
          <a:bodyPr wrap="none" rtlCol="0">
            <a:spAutoFit/>
          </a:bodyPr>
          <a:lstStyle/>
          <a:p>
            <a:r>
              <a:rPr lang="en-AU" dirty="0" smtClean="0"/>
              <a:t>Example: Find 20% of 65</a:t>
            </a:r>
            <a:endParaRPr lang="en-AU" dirty="0"/>
          </a:p>
        </p:txBody>
      </p:sp>
      <p:pic>
        <p:nvPicPr>
          <p:cNvPr id="5" name="Picture 4"/>
          <p:cNvPicPr>
            <a:picLocks noChangeAspect="1"/>
          </p:cNvPicPr>
          <p:nvPr/>
        </p:nvPicPr>
        <p:blipFill>
          <a:blip r:embed="rId2"/>
          <a:stretch>
            <a:fillRect/>
          </a:stretch>
        </p:blipFill>
        <p:spPr>
          <a:xfrm>
            <a:off x="3110713" y="2211568"/>
            <a:ext cx="5667375" cy="2752725"/>
          </a:xfrm>
          <a:prstGeom prst="rect">
            <a:avLst/>
          </a:prstGeom>
        </p:spPr>
      </p:pic>
    </p:spTree>
    <p:extLst>
      <p:ext uri="{BB962C8B-B14F-4D97-AF65-F5344CB8AC3E}">
        <p14:creationId xmlns:p14="http://schemas.microsoft.com/office/powerpoint/2010/main" val="1658071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5576" y="3105835"/>
            <a:ext cx="6552728" cy="954107"/>
          </a:xfrm>
          <a:prstGeom prst="rect">
            <a:avLst/>
          </a:prstGeom>
        </p:spPr>
        <p:txBody>
          <a:bodyPr wrap="square">
            <a:spAutoFit/>
          </a:bodyPr>
          <a:lstStyle/>
          <a:p>
            <a:r>
              <a:rPr lang="en-AU" sz="2800" dirty="0"/>
              <a:t>Complete Exercise </a:t>
            </a:r>
            <a:r>
              <a:rPr lang="en-AU" sz="2800" dirty="0" smtClean="0"/>
              <a:t>1.5, </a:t>
            </a:r>
            <a:r>
              <a:rPr lang="en-AU" sz="2800" dirty="0"/>
              <a:t>questions 1 to </a:t>
            </a:r>
            <a:r>
              <a:rPr lang="en-AU" sz="2800" dirty="0" smtClean="0"/>
              <a:t>24 </a:t>
            </a:r>
            <a:r>
              <a:rPr lang="en-AU" sz="2800" dirty="0"/>
              <a:t>on page </a:t>
            </a:r>
            <a:r>
              <a:rPr lang="en-AU" sz="2800" dirty="0" smtClean="0"/>
              <a:t>6, </a:t>
            </a:r>
            <a:r>
              <a:rPr lang="en-AU" sz="2800" dirty="0"/>
              <a:t>Dwyer textbook</a:t>
            </a:r>
            <a:endParaRPr lang="en-AU" sz="2800" dirty="0"/>
          </a:p>
        </p:txBody>
      </p:sp>
    </p:spTree>
    <p:extLst>
      <p:ext uri="{BB962C8B-B14F-4D97-AF65-F5344CB8AC3E}">
        <p14:creationId xmlns:p14="http://schemas.microsoft.com/office/powerpoint/2010/main" val="1280940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Questions</a:t>
            </a:r>
            <a:endParaRPr lang="en-AU" dirty="0"/>
          </a:p>
        </p:txBody>
      </p:sp>
    </p:spTree>
    <p:extLst>
      <p:ext uri="{BB962C8B-B14F-4D97-AF65-F5344CB8AC3E}">
        <p14:creationId xmlns:p14="http://schemas.microsoft.com/office/powerpoint/2010/main" val="1709319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706</TotalTime>
  <Words>436</Words>
  <Application>Microsoft Office PowerPoint</Application>
  <PresentationFormat>On-screen Show (4:3)</PresentationFormat>
  <Paragraphs>103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Notes Review</vt:lpstr>
      <vt:lpstr>Homework</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ctjam</cp:lastModifiedBy>
  <cp:revision>53</cp:revision>
  <dcterms:created xsi:type="dcterms:W3CDTF">2014-05-14T02:58:57Z</dcterms:created>
  <dcterms:modified xsi:type="dcterms:W3CDTF">2016-02-08T12:31:54Z</dcterms:modified>
</cp:coreProperties>
</file>