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3" r:id="rId3"/>
    <p:sldId id="301" r:id="rId4"/>
    <p:sldId id="292" r:id="rId5"/>
    <p:sldId id="29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8" d="100"/>
          <a:sy n="68" d="100"/>
        </p:scale>
        <p:origin x="144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convert between fractions and percentages?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419872" y="2420889"/>
            <a:ext cx="5328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Fractions and percentages are different representations of the same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9872" y="3340443"/>
            <a:ext cx="5603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To change a percentage to a fraction, divide by 100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419872" y="4473116"/>
            <a:ext cx="4642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Example: Convert 45% to a fraction: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419872" y="5157192"/>
                <a:ext cx="4176464" cy="924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Answer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 smtClean="0"/>
                  <a:t>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AU" sz="2400" dirty="0" smtClean="0"/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              </a:t>
                </a:r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5157192"/>
                <a:ext cx="4176464" cy="924356"/>
              </a:xfrm>
              <a:prstGeom prst="rect">
                <a:avLst/>
              </a:prstGeom>
              <a:blipFill>
                <a:blip r:embed="rId2"/>
                <a:stretch>
                  <a:fillRect l="-21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971600" y="1772816"/>
            <a:ext cx="5143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Complete exercise 1.4 out of Dwyer textbook, page 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114</Words>
  <Application>Microsoft Office PowerPoint</Application>
  <PresentationFormat>On-screen Show (4:3)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ctjam</cp:lastModifiedBy>
  <cp:revision>52</cp:revision>
  <dcterms:created xsi:type="dcterms:W3CDTF">2014-05-14T02:58:57Z</dcterms:created>
  <dcterms:modified xsi:type="dcterms:W3CDTF">2016-02-04T22:00:29Z</dcterms:modified>
</cp:coreProperties>
</file>