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0" r:id="rId2"/>
    <p:sldId id="332" r:id="rId3"/>
    <p:sldId id="329" r:id="rId4"/>
    <p:sldId id="292" r:id="rId5"/>
    <p:sldId id="291" r:id="rId6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672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306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 of a quantity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find a fraction of a quantity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3" y="2010831"/>
            <a:ext cx="59635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/>
              <a:t>When finding a fraction of </a:t>
            </a:r>
            <a:r>
              <a:rPr lang="en-AU" sz="2000" dirty="0" smtClean="0"/>
              <a:t>a quantity (amount), </a:t>
            </a:r>
            <a:r>
              <a:rPr lang="en-AU" sz="2000" dirty="0"/>
              <a:t>the key rule to remember is to divide the </a:t>
            </a:r>
            <a:r>
              <a:rPr lang="en-AU" sz="2000" dirty="0" smtClean="0"/>
              <a:t>quantity by </a:t>
            </a:r>
            <a:r>
              <a:rPr lang="en-AU" sz="2000" dirty="0"/>
              <a:t>the </a:t>
            </a:r>
            <a:r>
              <a:rPr lang="en-AU" sz="2000" b="1" dirty="0"/>
              <a:t>denominator</a:t>
            </a:r>
            <a:r>
              <a:rPr lang="en-AU" sz="2000" dirty="0"/>
              <a:t> and multiply your answer by the </a:t>
            </a:r>
            <a:r>
              <a:rPr lang="en-AU" sz="2000" b="1" dirty="0"/>
              <a:t>numerator</a:t>
            </a:r>
            <a:r>
              <a:rPr lang="en-AU" sz="2000" dirty="0"/>
              <a:t>.</a:t>
            </a:r>
            <a:endParaRPr lang="en-AU" sz="2000" dirty="0" smtClean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3" y="3334270"/>
            <a:ext cx="59635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/>
              <a:t>Fraction of a quantity: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 smtClean="0"/>
              <a:t>Divide the quantity by denominator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 smtClean="0"/>
              <a:t>Multiply answer by numerator</a:t>
            </a:r>
            <a:endParaRPr lang="en-AU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180482" y="4502333"/>
                <a:ext cx="1247502" cy="924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000" dirty="0" smtClean="0"/>
                  <a:t>Examples:</a:t>
                </a:r>
              </a:p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sz="2000" dirty="0" smtClean="0"/>
                  <a:t> of 12  = </a:t>
                </a:r>
                <a:endParaRPr lang="en-AU" sz="200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82" y="4502333"/>
                <a:ext cx="1247502" cy="924292"/>
              </a:xfrm>
              <a:prstGeom prst="rect">
                <a:avLst/>
              </a:prstGeom>
              <a:blipFill rotWithShape="1">
                <a:blip r:embed="rId2"/>
                <a:stretch>
                  <a:fillRect l="-5392" t="-3311" r="-6373" b="-1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284000" y="4610536"/>
            <a:ext cx="936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endParaRPr lang="en-AU" sz="2000" dirty="0" smtClean="0"/>
          </a:p>
          <a:p>
            <a:pPr/>
            <a:r>
              <a:rPr lang="en-AU" sz="2000" dirty="0" smtClean="0"/>
              <a:t>12 ÷ 3 </a:t>
            </a:r>
            <a:endParaRPr lang="en-AU" sz="20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019196" y="4611408"/>
            <a:ext cx="936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endParaRPr lang="en-AU" sz="2000" dirty="0" smtClean="0"/>
          </a:p>
          <a:p>
            <a:pPr/>
            <a:r>
              <a:rPr lang="en-AU" sz="2000" dirty="0" smtClean="0">
                <a:sym typeface="Symbol"/>
              </a:rPr>
              <a:t> 2</a:t>
            </a:r>
            <a:endParaRPr lang="en-AU" sz="20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4084722" y="4964479"/>
            <a:ext cx="936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endParaRPr lang="en-AU" sz="2000" dirty="0" smtClean="0"/>
          </a:p>
          <a:p>
            <a:pPr/>
            <a:r>
              <a:rPr lang="en-AU" sz="2000" dirty="0" smtClean="0">
                <a:sym typeface="Symbol"/>
              </a:rPr>
              <a:t>= 4  2</a:t>
            </a:r>
            <a:endParaRPr lang="en-AU" sz="20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4103964" y="5313887"/>
            <a:ext cx="936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endParaRPr lang="en-AU" sz="2000" dirty="0" smtClean="0"/>
          </a:p>
          <a:p>
            <a:pPr/>
            <a:r>
              <a:rPr lang="en-AU" sz="2000" dirty="0" smtClean="0">
                <a:sym typeface="Symbol"/>
              </a:rPr>
              <a:t>= 8</a:t>
            </a:r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306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 of a quantity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find a fraction of a quantity</a:t>
            </a:r>
            <a:r>
              <a:rPr lang="en-AU" sz="2400" dirty="0" smtClean="0"/>
              <a:t>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180482" y="2944028"/>
                <a:ext cx="1575358" cy="921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endParaRPr lang="en-AU" sz="2000" dirty="0" smtClean="0"/>
              </a:p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sz="2000" dirty="0" smtClean="0"/>
                  <a:t> of 100  = </a:t>
                </a:r>
                <a:endParaRPr lang="en-AU" sz="200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82" y="2944028"/>
                <a:ext cx="1575358" cy="921663"/>
              </a:xfrm>
              <a:prstGeom prst="rect">
                <a:avLst/>
              </a:prstGeom>
              <a:blipFill rotWithShape="1">
                <a:blip r:embed="rId2"/>
                <a:stretch>
                  <a:fillRect b="-1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404928" y="3362444"/>
            <a:ext cx="1112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/>
              <a:t>100 ÷ 4 </a:t>
            </a:r>
            <a:endParaRPr lang="en-AU" sz="20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237569" y="3362444"/>
            <a:ext cx="674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>
                <a:sym typeface="Symbol"/>
              </a:rPr>
              <a:t> 1</a:t>
            </a:r>
            <a:endParaRPr lang="en-AU" sz="20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4184633" y="3704140"/>
            <a:ext cx="1142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>
                <a:sym typeface="Symbol"/>
              </a:rPr>
              <a:t>= 25  1</a:t>
            </a:r>
            <a:endParaRPr lang="en-AU" sz="20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4214088" y="4078438"/>
            <a:ext cx="130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>
                <a:sym typeface="Symbol"/>
              </a:rPr>
              <a:t>= </a:t>
            </a:r>
            <a:r>
              <a:rPr lang="en-AU" sz="2000" dirty="0" smtClean="0">
                <a:sym typeface="Symbol"/>
              </a:rPr>
              <a:t>25cm</a:t>
            </a:r>
            <a:endParaRPr lang="en-AU" sz="20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010831"/>
            <a:ext cx="5963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/>
              <a:t>How much is one-quarters of a metre?</a:t>
            </a:r>
            <a:endParaRPr lang="en-AU" sz="2000" dirty="0" smtClean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80482" y="2410941"/>
                <a:ext cx="2111598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000" dirty="0" smtClean="0">
                    <a:solidFill>
                      <a:srgbClr val="FF0000"/>
                    </a:solidFill>
                  </a:rPr>
                  <a:t>one-quarter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82" y="2410941"/>
                <a:ext cx="2111598" cy="526939"/>
              </a:xfrm>
              <a:prstGeom prst="rect">
                <a:avLst/>
              </a:prstGeom>
              <a:blipFill rotWithShape="1">
                <a:blip r:embed="rId3"/>
                <a:stretch>
                  <a:fillRect l="-3179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327576" y="2474355"/>
            <a:ext cx="3348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sz="2000" dirty="0" smtClean="0">
                <a:solidFill>
                  <a:srgbClr val="FF0000"/>
                </a:solidFill>
              </a:rPr>
              <a:t>One metre is 100 cm</a:t>
            </a:r>
            <a:endParaRPr lang="en-AU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3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1.3  </a:t>
            </a:r>
            <a:r>
              <a:rPr lang="en-AU" b="1" dirty="0" smtClean="0">
                <a:solidFill>
                  <a:schemeClr val="tx1"/>
                </a:solidFill>
              </a:rPr>
              <a:t>from </a:t>
            </a:r>
            <a:r>
              <a:rPr lang="en-AU" b="1" dirty="0" smtClean="0">
                <a:solidFill>
                  <a:schemeClr val="tx1"/>
                </a:solidFill>
              </a:rPr>
              <a:t>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203</Words>
  <Application>Microsoft Office PowerPoint</Application>
  <PresentationFormat>On-screen Show (4:3)</PresentationFormat>
  <Paragraphs>52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PURCELL Laura</cp:lastModifiedBy>
  <cp:revision>80</cp:revision>
  <dcterms:created xsi:type="dcterms:W3CDTF">2014-05-14T02:58:57Z</dcterms:created>
  <dcterms:modified xsi:type="dcterms:W3CDTF">2016-02-03T10:56:49Z</dcterms:modified>
</cp:coreProperties>
</file>