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304" r:id="rId3"/>
    <p:sldId id="259" r:id="rId4"/>
    <p:sldId id="258" r:id="rId5"/>
    <p:sldId id="303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30" y="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20/04/2015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20/04/2015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2098745"/>
          </a:xfrm>
        </p:spPr>
        <p:txBody>
          <a:bodyPr>
            <a:normAutofit/>
          </a:bodyPr>
          <a:lstStyle/>
          <a:p>
            <a:r>
              <a:rPr lang="en-AU" dirty="0" smtClean="0"/>
              <a:t>My </a:t>
            </a:r>
            <a:r>
              <a:rPr lang="en-AU" dirty="0" smtClean="0"/>
              <a:t>Fractions and Decimals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</a:t>
            </a:r>
            <a:r>
              <a:rPr lang="en-AU" dirty="0" smtClean="0"/>
              <a:t>2 </a:t>
            </a:r>
            <a:r>
              <a:rPr lang="en-AU" dirty="0" smtClean="0"/>
              <a:t>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05324" y="908720"/>
                <a:ext cx="1368152" cy="2627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88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88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a:rPr lang="en-AU" sz="88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24" y="908720"/>
                <a:ext cx="1368152" cy="262757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275856" y="2452984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FF00"/>
                          </a:solidFill>
                          <a:latin typeface="Cambria Math"/>
                        </a:rPr>
                        <m:t>0.1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2452984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 r="-8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671604" y="4725144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0.01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604" y="4725144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 r="-528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6372200" y="259924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1.23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2599245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 r="-52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05124" y="4488249"/>
                <a:ext cx="1368152" cy="2000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24" y="4488249"/>
                <a:ext cx="1368152" cy="200041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3437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Ordering 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place value to order decimals?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3478905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Hundredths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Thousandths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3478905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55932" t="-6250" r="-34632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66544" t="-6250" r="-12536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13235" t="-6250" r="-294" b="-95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extBox 4"/>
          <p:cNvSpPr txBox="1"/>
          <p:nvPr/>
        </p:nvSpPr>
        <p:spPr>
          <a:xfrm>
            <a:off x="2726987" y="3048734"/>
            <a:ext cx="2542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Gives the decimal 14.358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7981" y="1988840"/>
            <a:ext cx="23837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place value of the digits in a number with decimals?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3437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Ordering 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place value to order decimals?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7609558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Hundredths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Thousandths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7609558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55932" t="-6250" r="-34632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66544" t="-6250" r="-12536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13235" t="-6250" r="-294" b="-95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Gives the decimal 14.358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10+4+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blipFill rotWithShape="1">
                <a:blip r:embed="rId3"/>
                <a:stretch>
                  <a:fillRect l="-1790" t="-2924" b="-29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7981" y="1988840"/>
            <a:ext cx="23837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place value of the digits in a number with decimals?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25668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3437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Ordering 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place value to order decimals?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367804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Hundredths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Thousandths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367804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55932" t="-6250" r="-34632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66544" t="-6250" r="-12536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13235" t="-6250" r="-294" b="-95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Gives the decimal 14.358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10+4+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blipFill rotWithShape="1">
                <a:blip r:embed="rId3"/>
                <a:stretch>
                  <a:fillRect l="-1790" t="-2924" b="-29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7981" y="1988840"/>
            <a:ext cx="23837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place value of the digits in a number with decimals?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26988" y="4267090"/>
            <a:ext cx="2507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order decimals – </a:t>
            </a:r>
          </a:p>
          <a:p>
            <a:r>
              <a:rPr lang="en-AU" dirty="0" smtClean="0"/>
              <a:t>Write in a column with the decimals points lined up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5453656" y="4288450"/>
            <a:ext cx="35696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Example – Write the following in ascending order.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0 . 512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0 . 51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0 . 5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0 . 056</a:t>
            </a:r>
            <a:endParaRPr lang="en-AU" dirty="0">
              <a:solidFill>
                <a:srgbClr val="0070C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5234020" y="4267090"/>
            <a:ext cx="0" cy="2590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24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3437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Ordering 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place value to order decimals?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5932903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Hundredths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Thousandths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5932903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55932" t="-6250" r="-34632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66544" t="-6250" r="-12536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13235" t="-6250" r="-294" b="-95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Gives the decimal 14.358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10+4+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blipFill rotWithShape="1">
                <a:blip r:embed="rId3"/>
                <a:stretch>
                  <a:fillRect l="-1790" t="-2924" b="-29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7981" y="1988840"/>
            <a:ext cx="23837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place value of the digits in a number with decimals?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26988" y="4267090"/>
            <a:ext cx="25070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order decimals – </a:t>
            </a:r>
          </a:p>
          <a:p>
            <a:r>
              <a:rPr lang="en-AU" dirty="0" smtClean="0"/>
              <a:t>Write in a column with the decimals points lined up.</a:t>
            </a:r>
          </a:p>
          <a:p>
            <a:r>
              <a:rPr lang="en-AU" dirty="0" smtClean="0"/>
              <a:t>Add any zeros so the numbers have the same number of decimal places.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5453656" y="4288450"/>
            <a:ext cx="35696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Example – Write the following in ascending order.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0 . 512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0 . 51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0 . 5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0 . 056</a:t>
            </a:r>
            <a:endParaRPr lang="en-AU" dirty="0">
              <a:solidFill>
                <a:srgbClr val="0070C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5234020" y="4267090"/>
            <a:ext cx="0" cy="2590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08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3437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Ordering 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place value to order decimals?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4355118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Hundredths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Thousandths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4355118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55932" t="-6250" r="-34632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66544" t="-6250" r="-12536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13235" t="-6250" r="-294" b="-95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Gives the decimal 14.358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10+4+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blipFill rotWithShape="1">
                <a:blip r:embed="rId3"/>
                <a:stretch>
                  <a:fillRect l="-1790" t="-2924" b="-29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7981" y="1988840"/>
            <a:ext cx="23837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place value of the digits in a number with decimals?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534370" y="4267090"/>
            <a:ext cx="29132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order decimals – </a:t>
            </a:r>
          </a:p>
          <a:p>
            <a:r>
              <a:rPr lang="en-AU" dirty="0" smtClean="0"/>
              <a:t>Write in a column with the decimals points lined up.</a:t>
            </a:r>
          </a:p>
          <a:p>
            <a:r>
              <a:rPr lang="en-AU" dirty="0" smtClean="0"/>
              <a:t>Add any zeros so the numbers have the same number of decimal places.</a:t>
            </a:r>
          </a:p>
          <a:p>
            <a:r>
              <a:rPr lang="en-AU" dirty="0" smtClean="0"/>
              <a:t>Write in order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5453656" y="4288450"/>
            <a:ext cx="35696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Example – Write the following in ascending order.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0 . 512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0 . 51</a:t>
            </a:r>
            <a:r>
              <a:rPr lang="en-AU" dirty="0" smtClean="0">
                <a:solidFill>
                  <a:srgbClr val="FF0000"/>
                </a:solidFill>
              </a:rPr>
              <a:t>0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0 . 5</a:t>
            </a:r>
            <a:r>
              <a:rPr lang="en-AU" dirty="0" smtClean="0">
                <a:solidFill>
                  <a:srgbClr val="FF0000"/>
                </a:solidFill>
              </a:rPr>
              <a:t>00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0 . 056</a:t>
            </a:r>
            <a:endParaRPr lang="en-AU" dirty="0">
              <a:solidFill>
                <a:srgbClr val="0070C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5234020" y="4288450"/>
            <a:ext cx="0" cy="2590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00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3437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Ordering 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place value to order decimals?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5192106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Hundredths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Thousandths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5192106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55932" t="-6250" r="-34632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66544" t="-6250" r="-12536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13235" t="-6250" r="-294" b="-95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Gives the decimal 14.358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10+4+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blipFill rotWithShape="1">
                <a:blip r:embed="rId3"/>
                <a:stretch>
                  <a:fillRect l="-1790" t="-2924" b="-29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7981" y="1988840"/>
            <a:ext cx="23837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place value of the digits in a number with decimals?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534370" y="4267090"/>
            <a:ext cx="29132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order decimals – </a:t>
            </a:r>
          </a:p>
          <a:p>
            <a:r>
              <a:rPr lang="en-AU" dirty="0" smtClean="0"/>
              <a:t>Write in a column with the decimals points lined up.</a:t>
            </a:r>
          </a:p>
          <a:p>
            <a:r>
              <a:rPr lang="en-AU" dirty="0" smtClean="0"/>
              <a:t>Add any zeros so the numbers have the same number of decimal places.</a:t>
            </a:r>
          </a:p>
          <a:p>
            <a:r>
              <a:rPr lang="en-AU" dirty="0" smtClean="0"/>
              <a:t>Write in order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5453656" y="4288450"/>
            <a:ext cx="35696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Example – Write the following in ascending order.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512		0.056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0 . 51</a:t>
            </a:r>
            <a:r>
              <a:rPr lang="en-AU" dirty="0" smtClean="0">
                <a:solidFill>
                  <a:srgbClr val="FF0000"/>
                </a:solidFill>
              </a:rPr>
              <a:t>0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0 . 5</a:t>
            </a:r>
            <a:r>
              <a:rPr lang="en-AU" dirty="0" smtClean="0">
                <a:solidFill>
                  <a:srgbClr val="FF0000"/>
                </a:solidFill>
              </a:rPr>
              <a:t>00</a:t>
            </a:r>
          </a:p>
          <a:p>
            <a:r>
              <a:rPr lang="en-AU" strike="sngStrike" dirty="0" smtClean="0">
                <a:solidFill>
                  <a:srgbClr val="0070C0"/>
                </a:solidFill>
              </a:rPr>
              <a:t>0 . 056</a:t>
            </a:r>
            <a:endParaRPr lang="en-AU" strike="sngStrike" dirty="0">
              <a:solidFill>
                <a:srgbClr val="0070C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5234020" y="4288450"/>
            <a:ext cx="0" cy="2590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5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3437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Ordering 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place value to order decimals?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1728782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Hundredths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Thousandths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1728782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55932" t="-6250" r="-34632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66544" t="-6250" r="-12536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13235" t="-6250" r="-294" b="-95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Gives the decimal 14.358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10+4+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blipFill rotWithShape="1">
                <a:blip r:embed="rId3"/>
                <a:stretch>
                  <a:fillRect l="-1790" t="-2924" b="-29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7981" y="1988840"/>
            <a:ext cx="23837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place value of the digits in a number with decimals?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534370" y="4267090"/>
            <a:ext cx="29132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order decimals – </a:t>
            </a:r>
          </a:p>
          <a:p>
            <a:r>
              <a:rPr lang="en-AU" dirty="0" smtClean="0"/>
              <a:t>Write in a column with the decimals points lined up.</a:t>
            </a:r>
          </a:p>
          <a:p>
            <a:r>
              <a:rPr lang="en-AU" dirty="0" smtClean="0"/>
              <a:t>Add any zeros so the numbers have the same number of decimal places.</a:t>
            </a:r>
          </a:p>
          <a:p>
            <a:r>
              <a:rPr lang="en-AU" dirty="0" smtClean="0"/>
              <a:t>Write in order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5453656" y="4288450"/>
            <a:ext cx="35696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Example – Write the following in ascending order.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0 . 512		</a:t>
            </a:r>
            <a:r>
              <a:rPr lang="en-AU" dirty="0" smtClean="0">
                <a:solidFill>
                  <a:srgbClr val="00B050"/>
                </a:solidFill>
              </a:rPr>
              <a:t>0.056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0 . 51</a:t>
            </a:r>
            <a:r>
              <a:rPr lang="en-AU" dirty="0" smtClean="0">
                <a:solidFill>
                  <a:srgbClr val="FF0000"/>
                </a:solidFill>
              </a:rPr>
              <a:t>0		</a:t>
            </a:r>
            <a:r>
              <a:rPr lang="en-AU" dirty="0" smtClean="0">
                <a:solidFill>
                  <a:srgbClr val="00B050"/>
                </a:solidFill>
              </a:rPr>
              <a:t>0.5</a:t>
            </a:r>
          </a:p>
          <a:p>
            <a:r>
              <a:rPr lang="en-AU" strike="sngStrike" dirty="0" smtClean="0">
                <a:solidFill>
                  <a:srgbClr val="0070C0"/>
                </a:solidFill>
              </a:rPr>
              <a:t>0 . 5</a:t>
            </a:r>
            <a:r>
              <a:rPr lang="en-AU" strike="sngStrike" dirty="0" smtClean="0">
                <a:solidFill>
                  <a:srgbClr val="FF0000"/>
                </a:solidFill>
              </a:rPr>
              <a:t>00</a:t>
            </a:r>
            <a:r>
              <a:rPr lang="en-AU" dirty="0" smtClean="0">
                <a:solidFill>
                  <a:srgbClr val="FF0000"/>
                </a:solidFill>
              </a:rPr>
              <a:t>		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</a:t>
            </a:r>
            <a:r>
              <a:rPr lang="en-AU" strike="sngStrike" dirty="0" smtClean="0">
                <a:solidFill>
                  <a:srgbClr val="0070C0"/>
                </a:solidFill>
              </a:rPr>
              <a:t> . 056</a:t>
            </a:r>
            <a:endParaRPr lang="en-AU" strike="sngStrike" dirty="0">
              <a:solidFill>
                <a:srgbClr val="0070C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5234020" y="4288450"/>
            <a:ext cx="0" cy="2590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973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3437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Ordering 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place value to order decimals?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9638734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Hundredths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Thousandths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9638734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55932" t="-6250" r="-34632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66544" t="-6250" r="-12536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13235" t="-6250" r="-294" b="-95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Gives the decimal 14.358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10+4+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blipFill rotWithShape="1">
                <a:blip r:embed="rId3"/>
                <a:stretch>
                  <a:fillRect l="-1790" t="-2924" b="-29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7981" y="1988840"/>
            <a:ext cx="23837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place value of the digits in a number with decimals?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534370" y="4267090"/>
            <a:ext cx="29132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order decimals – </a:t>
            </a:r>
          </a:p>
          <a:p>
            <a:r>
              <a:rPr lang="en-AU" dirty="0" smtClean="0"/>
              <a:t>Write in a column with the decimals points lined up.</a:t>
            </a:r>
          </a:p>
          <a:p>
            <a:r>
              <a:rPr lang="en-AU" dirty="0" smtClean="0"/>
              <a:t>Add any zeros so the numbers have the same number of decimal places.</a:t>
            </a:r>
          </a:p>
          <a:p>
            <a:r>
              <a:rPr lang="en-AU" dirty="0" smtClean="0"/>
              <a:t>Write in order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5453656" y="4288450"/>
            <a:ext cx="35696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Example – Write the following in ascending order.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0 . 512		</a:t>
            </a:r>
            <a:r>
              <a:rPr lang="en-AU" dirty="0" smtClean="0">
                <a:solidFill>
                  <a:srgbClr val="00B050"/>
                </a:solidFill>
              </a:rPr>
              <a:t>0.056</a:t>
            </a:r>
          </a:p>
          <a:p>
            <a:r>
              <a:rPr lang="en-AU" strike="sngStrike" dirty="0" smtClean="0">
                <a:solidFill>
                  <a:srgbClr val="0070C0"/>
                </a:solidFill>
              </a:rPr>
              <a:t>0 . 51</a:t>
            </a:r>
            <a:r>
              <a:rPr lang="en-AU" strike="sngStrike" dirty="0" smtClean="0">
                <a:solidFill>
                  <a:srgbClr val="FF0000"/>
                </a:solidFill>
              </a:rPr>
              <a:t>0</a:t>
            </a:r>
            <a:r>
              <a:rPr lang="en-AU" dirty="0" smtClean="0">
                <a:solidFill>
                  <a:srgbClr val="FF0000"/>
                </a:solidFill>
              </a:rPr>
              <a:t>		</a:t>
            </a:r>
            <a:r>
              <a:rPr lang="en-AU" dirty="0" smtClean="0">
                <a:solidFill>
                  <a:srgbClr val="00B050"/>
                </a:solidFill>
              </a:rPr>
              <a:t>0.5</a:t>
            </a:r>
          </a:p>
          <a:p>
            <a:r>
              <a:rPr lang="en-AU" strike="sngStrike" dirty="0" smtClean="0">
                <a:solidFill>
                  <a:srgbClr val="0070C0"/>
                </a:solidFill>
              </a:rPr>
              <a:t>0 . 5</a:t>
            </a:r>
            <a:r>
              <a:rPr lang="en-AU" strike="sngStrike" dirty="0" smtClean="0">
                <a:solidFill>
                  <a:srgbClr val="FF0000"/>
                </a:solidFill>
              </a:rPr>
              <a:t>00</a:t>
            </a:r>
            <a:r>
              <a:rPr lang="en-AU" dirty="0" smtClean="0">
                <a:solidFill>
                  <a:srgbClr val="FF0000"/>
                </a:solidFill>
              </a:rPr>
              <a:t>		</a:t>
            </a:r>
            <a:r>
              <a:rPr lang="en-AU" dirty="0" smtClean="0">
                <a:solidFill>
                  <a:srgbClr val="00B050"/>
                </a:solidFill>
              </a:rPr>
              <a:t>0.51</a:t>
            </a:r>
            <a:r>
              <a:rPr lang="en-AU" dirty="0" smtClean="0">
                <a:solidFill>
                  <a:srgbClr val="FF0000"/>
                </a:solidFill>
              </a:rPr>
              <a:t>	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</a:t>
            </a:r>
            <a:r>
              <a:rPr lang="en-AU" strike="sngStrike" dirty="0" smtClean="0">
                <a:solidFill>
                  <a:srgbClr val="0070C0"/>
                </a:solidFill>
              </a:rPr>
              <a:t> . 056</a:t>
            </a:r>
            <a:endParaRPr lang="en-AU" strike="sngStrike" dirty="0">
              <a:solidFill>
                <a:srgbClr val="0070C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5234020" y="4288450"/>
            <a:ext cx="0" cy="2590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40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3437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Ordering decimals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use place value to order decimals?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31997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Hundredths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Thousandths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AU" b="1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𝟏𝟎𝟎𝟎</m:t>
                                  </m:r>
                                </m:den>
                              </m:f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31997"/>
                  </p:ext>
                </p:extLst>
              </p:nvPr>
            </p:nvGraphicFramePr>
            <p:xfrm>
              <a:off x="2627044" y="2053650"/>
              <a:ext cx="6488981" cy="858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572"/>
                    <a:gridCol w="766500"/>
                    <a:gridCol w="233519"/>
                    <a:gridCol w="1080120"/>
                    <a:gridCol w="1656184"/>
                    <a:gridCol w="2075086"/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Tens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Units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55932" t="-6250" r="-34632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66544" t="-6250" r="-125368" b="-9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213235" t="-6250" r="-294" b="-95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.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Gives the decimal 14.358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10+4+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987" y="3048734"/>
                <a:ext cx="2720617" cy="1043684"/>
              </a:xfrm>
              <a:prstGeom prst="rect">
                <a:avLst/>
              </a:prstGeom>
              <a:blipFill rotWithShape="1">
                <a:blip r:embed="rId3"/>
                <a:stretch>
                  <a:fillRect l="-1790" t="-2924" b="-29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7981" y="1988840"/>
            <a:ext cx="23837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place value of the digits in a number with decimals?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534370" y="4267090"/>
            <a:ext cx="29132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To order decimals – </a:t>
            </a:r>
          </a:p>
          <a:p>
            <a:r>
              <a:rPr lang="en-AU" dirty="0" smtClean="0"/>
              <a:t>Write in a column with the decimals points lined up.</a:t>
            </a:r>
          </a:p>
          <a:p>
            <a:r>
              <a:rPr lang="en-AU" dirty="0" smtClean="0"/>
              <a:t>Add any zeros so the numbers have the same number of decimal places.</a:t>
            </a:r>
          </a:p>
          <a:p>
            <a:r>
              <a:rPr lang="en-AU" dirty="0" smtClean="0"/>
              <a:t>Write in order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5453656" y="4288450"/>
            <a:ext cx="35696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Example – Write the following in ascending order.</a:t>
            </a:r>
          </a:p>
          <a:p>
            <a:r>
              <a:rPr lang="en-AU" strike="sngStrike" dirty="0" smtClean="0">
                <a:solidFill>
                  <a:srgbClr val="0070C0"/>
                </a:solidFill>
              </a:rPr>
              <a:t>0 . 512</a:t>
            </a:r>
            <a:r>
              <a:rPr lang="en-AU" dirty="0" smtClean="0">
                <a:solidFill>
                  <a:srgbClr val="0070C0"/>
                </a:solidFill>
              </a:rPr>
              <a:t>		</a:t>
            </a:r>
            <a:r>
              <a:rPr lang="en-AU" dirty="0" smtClean="0">
                <a:solidFill>
                  <a:srgbClr val="00B050"/>
                </a:solidFill>
              </a:rPr>
              <a:t>0.056</a:t>
            </a:r>
          </a:p>
          <a:p>
            <a:r>
              <a:rPr lang="en-AU" strike="sngStrike" dirty="0" smtClean="0">
                <a:solidFill>
                  <a:srgbClr val="0070C0"/>
                </a:solidFill>
              </a:rPr>
              <a:t>0 . 51</a:t>
            </a:r>
            <a:r>
              <a:rPr lang="en-AU" strike="sngStrike" dirty="0" smtClean="0">
                <a:solidFill>
                  <a:srgbClr val="FF0000"/>
                </a:solidFill>
              </a:rPr>
              <a:t>0</a:t>
            </a:r>
            <a:r>
              <a:rPr lang="en-AU" dirty="0" smtClean="0">
                <a:solidFill>
                  <a:srgbClr val="FF0000"/>
                </a:solidFill>
              </a:rPr>
              <a:t>		</a:t>
            </a:r>
            <a:r>
              <a:rPr lang="en-AU" dirty="0" smtClean="0">
                <a:solidFill>
                  <a:srgbClr val="00B050"/>
                </a:solidFill>
              </a:rPr>
              <a:t>0.5</a:t>
            </a:r>
          </a:p>
          <a:p>
            <a:r>
              <a:rPr lang="en-AU" strike="sngStrike" dirty="0" smtClean="0">
                <a:solidFill>
                  <a:srgbClr val="0070C0"/>
                </a:solidFill>
              </a:rPr>
              <a:t>0 . 5</a:t>
            </a:r>
            <a:r>
              <a:rPr lang="en-AU" strike="sngStrike" dirty="0" smtClean="0">
                <a:solidFill>
                  <a:srgbClr val="FF0000"/>
                </a:solidFill>
              </a:rPr>
              <a:t>00</a:t>
            </a:r>
            <a:r>
              <a:rPr lang="en-AU" dirty="0" smtClean="0">
                <a:solidFill>
                  <a:srgbClr val="FF0000"/>
                </a:solidFill>
              </a:rPr>
              <a:t>		</a:t>
            </a:r>
            <a:r>
              <a:rPr lang="en-AU" dirty="0" smtClean="0">
                <a:solidFill>
                  <a:srgbClr val="00B050"/>
                </a:solidFill>
              </a:rPr>
              <a:t>0.51</a:t>
            </a:r>
            <a:r>
              <a:rPr lang="en-AU" dirty="0" smtClean="0">
                <a:solidFill>
                  <a:srgbClr val="FF0000"/>
                </a:solidFill>
              </a:rPr>
              <a:t>	</a:t>
            </a:r>
          </a:p>
          <a:p>
            <a:r>
              <a:rPr lang="en-AU" dirty="0" smtClean="0">
                <a:solidFill>
                  <a:srgbClr val="0070C0"/>
                </a:solidFill>
              </a:rPr>
              <a:t>0</a:t>
            </a:r>
            <a:r>
              <a:rPr lang="en-AU" strike="sngStrike" dirty="0" smtClean="0">
                <a:solidFill>
                  <a:srgbClr val="0070C0"/>
                </a:solidFill>
              </a:rPr>
              <a:t> . 056</a:t>
            </a:r>
            <a:r>
              <a:rPr lang="en-AU" dirty="0" smtClean="0">
                <a:solidFill>
                  <a:srgbClr val="0070C0"/>
                </a:solidFill>
              </a:rPr>
              <a:t>		</a:t>
            </a:r>
            <a:r>
              <a:rPr lang="en-AU" dirty="0" smtClean="0">
                <a:solidFill>
                  <a:srgbClr val="00B050"/>
                </a:solidFill>
              </a:rPr>
              <a:t>0.512</a:t>
            </a:r>
            <a:endParaRPr lang="en-AU" strike="sngStrike" dirty="0">
              <a:solidFill>
                <a:srgbClr val="00B05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5234020" y="4288450"/>
            <a:ext cx="0" cy="2590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753" y="4310526"/>
            <a:ext cx="2467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write in order?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32247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1146</Words>
  <Application>Microsoft Office PowerPoint</Application>
  <PresentationFormat>On-screen Show (4:3)</PresentationFormat>
  <Paragraphs>315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My Fractions and Decimals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64</cp:revision>
  <dcterms:created xsi:type="dcterms:W3CDTF">2014-05-14T02:58:57Z</dcterms:created>
  <dcterms:modified xsi:type="dcterms:W3CDTF">2015-04-20T13:43:15Z</dcterms:modified>
</cp:coreProperties>
</file>