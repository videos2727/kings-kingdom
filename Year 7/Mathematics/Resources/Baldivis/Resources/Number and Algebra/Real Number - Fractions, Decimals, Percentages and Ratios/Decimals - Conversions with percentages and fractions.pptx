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303" r:id="rId4"/>
    <p:sldId id="304" r:id="rId5"/>
    <p:sldId id="309" r:id="rId6"/>
    <p:sldId id="308" r:id="rId7"/>
    <p:sldId id="306" r:id="rId8"/>
    <p:sldId id="310" r:id="rId9"/>
    <p:sldId id="311" r:id="rId10"/>
    <p:sldId id="307" r:id="rId11"/>
    <p:sldId id="312" r:id="rId12"/>
    <p:sldId id="313" r:id="rId13"/>
    <p:sldId id="314" r:id="rId14"/>
    <p:sldId id="315" r:id="rId15"/>
    <p:sldId id="316" r:id="rId16"/>
    <p:sldId id="301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144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thsisfun.com/converting-decimals-fractions.html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1380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Decimals, Fractions and Percentages are just different ways of showing the same value: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590" y="3789040"/>
            <a:ext cx="6293371" cy="205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319549"/>
            <a:ext cx="6789462" cy="22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0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027840"/>
            <a:ext cx="3962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u="sng" dirty="0" smtClean="0"/>
              <a:t>Converting From a Percent </a:t>
            </a:r>
            <a:r>
              <a:rPr lang="en-AU" b="1" u="sng" dirty="0"/>
              <a:t>to </a:t>
            </a:r>
            <a:r>
              <a:rPr lang="en-AU" b="1" u="sng" dirty="0" smtClean="0"/>
              <a:t>a Decimal</a:t>
            </a:r>
            <a:endParaRPr lang="en-AU" u="sng" dirty="0"/>
          </a:p>
        </p:txBody>
      </p:sp>
      <p:sp>
        <p:nvSpPr>
          <p:cNvPr id="8" name="Rectangle 7"/>
          <p:cNvSpPr/>
          <p:nvPr/>
        </p:nvSpPr>
        <p:spPr>
          <a:xfrm>
            <a:off x="3257738" y="23369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Step 1: </a:t>
            </a:r>
            <a:r>
              <a:rPr lang="en-AU" dirty="0"/>
              <a:t>divide by 100, and remove the "%" 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7738" y="307162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The easiest way to divide by 100 is to </a:t>
            </a:r>
            <a:r>
              <a:rPr lang="en-AU" b="1" dirty="0"/>
              <a:t>move the decimal point 2 places to the left</a:t>
            </a:r>
            <a:r>
              <a:rPr lang="en-A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345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027840"/>
            <a:ext cx="3962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u="sng" dirty="0" smtClean="0"/>
              <a:t>Converting From a Percent </a:t>
            </a:r>
            <a:r>
              <a:rPr lang="en-AU" b="1" u="sng" dirty="0"/>
              <a:t>to </a:t>
            </a:r>
            <a:r>
              <a:rPr lang="en-AU" b="1" u="sng" dirty="0" smtClean="0"/>
              <a:t>a Decimal</a:t>
            </a:r>
            <a:endParaRPr lang="en-AU" u="sng" dirty="0"/>
          </a:p>
        </p:txBody>
      </p:sp>
      <p:sp>
        <p:nvSpPr>
          <p:cNvPr id="8" name="Rectangle 7"/>
          <p:cNvSpPr/>
          <p:nvPr/>
        </p:nvSpPr>
        <p:spPr>
          <a:xfrm>
            <a:off x="3257738" y="23369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Step 1: </a:t>
            </a:r>
            <a:r>
              <a:rPr lang="en-AU" dirty="0"/>
              <a:t>divide by 100, and remove the "%" 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7738" y="307162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The easiest way to divide by 100 is to </a:t>
            </a:r>
            <a:r>
              <a:rPr lang="en-AU" b="1" dirty="0"/>
              <a:t>move the decimal point 2 places to the left</a:t>
            </a:r>
            <a:r>
              <a:rPr lang="en-AU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801" y="3705627"/>
            <a:ext cx="6305550" cy="19240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589" y="5589420"/>
            <a:ext cx="57245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131840" y="205968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Percent</a:t>
            </a:r>
          </a:p>
          <a:p>
            <a:endParaRPr lang="en-AU" b="1" u="sng" dirty="0"/>
          </a:p>
          <a:p>
            <a:r>
              <a:rPr lang="en-AU" dirty="0" smtClean="0"/>
              <a:t>Step 1: </a:t>
            </a:r>
            <a:r>
              <a:rPr lang="en-AU" dirty="0"/>
              <a:t>multiply by 100, and add a "%" sign.</a:t>
            </a:r>
          </a:p>
          <a:p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easiest way to multiply by 100 is to </a:t>
            </a:r>
            <a:r>
              <a:rPr lang="en-AU" b="1" dirty="0"/>
              <a:t>move the decimal point 2 places to the right</a:t>
            </a:r>
            <a:r>
              <a:rPr lang="en-AU" dirty="0"/>
              <a:t>: 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105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980292" y="1950238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Percent</a:t>
            </a:r>
          </a:p>
          <a:p>
            <a:endParaRPr lang="en-AU" b="1" u="sng" dirty="0"/>
          </a:p>
          <a:p>
            <a:r>
              <a:rPr lang="en-AU" dirty="0" smtClean="0"/>
              <a:t>Step 1: </a:t>
            </a:r>
            <a:r>
              <a:rPr lang="en-AU" dirty="0"/>
              <a:t>multiply by 100, and add a "%" sign.</a:t>
            </a:r>
          </a:p>
          <a:p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easiest way to multiply by 100 is to </a:t>
            </a:r>
            <a:r>
              <a:rPr lang="en-AU" b="1" dirty="0"/>
              <a:t>move the decimal point 2 places to the right</a:t>
            </a:r>
            <a:r>
              <a:rPr lang="en-AU" dirty="0"/>
              <a:t>: </a:t>
            </a:r>
            <a:endParaRPr lang="en-AU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3662497"/>
            <a:ext cx="6276975" cy="1981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5505450"/>
            <a:ext cx="63436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5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51520" y="1423180"/>
            <a:ext cx="38164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u="sng" dirty="0"/>
              <a:t>Write these percentages as decimals: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1066800" cy="3505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04048" y="1448116"/>
            <a:ext cx="38884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u="sng" dirty="0"/>
              <a:t>Write these decimals as percentages: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19" y="2708920"/>
            <a:ext cx="10382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06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059832" y="211427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Fraction to </a:t>
            </a:r>
            <a:r>
              <a:rPr lang="en-AU" b="1" u="sng" dirty="0" smtClean="0"/>
              <a:t>Decimal</a:t>
            </a:r>
          </a:p>
          <a:p>
            <a:endParaRPr lang="en-AU" b="1" u="sng" dirty="0"/>
          </a:p>
          <a:p>
            <a:r>
              <a:rPr lang="en-AU" dirty="0" smtClean="0"/>
              <a:t>Step 1: Divide </a:t>
            </a:r>
            <a:r>
              <a:rPr lang="en-AU" dirty="0"/>
              <a:t>the top number by the bottom number (divide the numerator by the denominator in mathematical language)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649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059832" y="2114272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1" u="sng" dirty="0"/>
              <a:t>From Fraction to </a:t>
            </a:r>
            <a:r>
              <a:rPr lang="en-AU" sz="2400" b="1" u="sng" dirty="0" smtClean="0"/>
              <a:t>Decimal</a:t>
            </a:r>
          </a:p>
          <a:p>
            <a:endParaRPr lang="en-AU" b="1" u="sng" dirty="0"/>
          </a:p>
          <a:p>
            <a:r>
              <a:rPr lang="en-AU" dirty="0" smtClean="0"/>
              <a:t>Step 1: Divide </a:t>
            </a:r>
            <a:r>
              <a:rPr lang="en-AU" dirty="0"/>
              <a:t>the top number by the bottom number (divide the numerator by the denominator in mathematical language)</a:t>
            </a:r>
            <a:endParaRPr lang="en-AU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3996854"/>
            <a:ext cx="5867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6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3059832" y="215201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Fraction</a:t>
            </a:r>
          </a:p>
          <a:p>
            <a:endParaRPr lang="en-AU" b="1" u="sng" dirty="0"/>
          </a:p>
          <a:p>
            <a:r>
              <a:rPr lang="en-AU" dirty="0"/>
              <a:t>To </a:t>
            </a:r>
            <a:r>
              <a:rPr lang="en-AU" dirty="0">
                <a:hlinkClick r:id="rId2"/>
              </a:rPr>
              <a:t>convert a decimal to a fraction</a:t>
            </a:r>
            <a:r>
              <a:rPr lang="en-AU" dirty="0"/>
              <a:t> needs a little more work.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803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93471" y="2276538"/>
            <a:ext cx="2521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/>
              <a:t>Example: To convert 0.75 to a fraction</a:t>
            </a:r>
            <a:endParaRPr lang="en-AU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" y="3027109"/>
            <a:ext cx="8856984" cy="22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3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93471" y="2276538"/>
            <a:ext cx="2521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/>
              <a:t>Example: To convert 0.75 to a fraction</a:t>
            </a:r>
            <a:endParaRPr lang="en-AU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" y="3027109"/>
            <a:ext cx="8856984" cy="22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to connect decimals to fractions and percentages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68" y="2357856"/>
            <a:ext cx="7087691" cy="178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59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1143000"/>
          </a:xfrm>
        </p:spPr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467544" y="1196752"/>
            <a:ext cx="36724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Write these percentages as fractions in their simplest form: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04638"/>
            <a:ext cx="838200" cy="46958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16017" y="1248807"/>
            <a:ext cx="3837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Write these fractions as percentages: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39" y="1981065"/>
            <a:ext cx="942781" cy="463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547</Words>
  <Application>Microsoft Office PowerPoint</Application>
  <PresentationFormat>On-screen Show (4:3)</PresentationFormat>
  <Paragraphs>147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ctjam</cp:lastModifiedBy>
  <cp:revision>53</cp:revision>
  <dcterms:created xsi:type="dcterms:W3CDTF">2014-05-14T02:58:57Z</dcterms:created>
  <dcterms:modified xsi:type="dcterms:W3CDTF">2016-02-08T14:42:16Z</dcterms:modified>
</cp:coreProperties>
</file>