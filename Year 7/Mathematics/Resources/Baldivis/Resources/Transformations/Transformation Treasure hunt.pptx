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>
        <p:scale>
          <a:sx n="91" d="100"/>
          <a:sy n="91" d="100"/>
        </p:scale>
        <p:origin x="-120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AFA0A-2A08-644C-AB7B-B47B36EF9AA6}" type="datetimeFigureOut">
              <a:rPr lang="en-US" smtClean="0"/>
              <a:pPr/>
              <a:t>11/28/2016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7C018-C229-AA4B-89D6-E079C3DC02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 flipH="1" flipV="1">
            <a:off x="1142206" y="3429000"/>
            <a:ext cx="6858000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876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04800" y="1752600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76800" y="1754188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62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(1,0)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17" name="Right Arrow 16"/>
          <p:cNvSpPr/>
          <p:nvPr/>
        </p:nvSpPr>
        <p:spPr>
          <a:xfrm>
            <a:off x="304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082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20" name="Right Arrow 19"/>
          <p:cNvSpPr/>
          <p:nvPr/>
        </p:nvSpPr>
        <p:spPr>
          <a:xfrm>
            <a:off x="4876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057400" y="540603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97001" y="533400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526087" y="6107668"/>
            <a:ext cx="7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9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57800" y="6075402"/>
            <a:ext cx="7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6 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8956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6441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27" name="Right Arrow 26"/>
          <p:cNvSpPr/>
          <p:nvPr/>
        </p:nvSpPr>
        <p:spPr>
          <a:xfrm>
            <a:off x="38100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2923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30" name="Right Arrow 29"/>
          <p:cNvSpPr/>
          <p:nvPr/>
        </p:nvSpPr>
        <p:spPr>
          <a:xfrm>
            <a:off x="84582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24200" y="54789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sp>
        <p:nvSpPr>
          <p:cNvPr id="32" name="TextBox 31"/>
          <p:cNvSpPr txBox="1"/>
          <p:nvPr/>
        </p:nvSpPr>
        <p:spPr>
          <a:xfrm>
            <a:off x="7696200" y="55551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pic>
        <p:nvPicPr>
          <p:cNvPr id="33" name="Picture 32" descr="Screen shot 2011-07-10 at 11.57.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06" y="2916570"/>
            <a:ext cx="2658987" cy="256238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62000" y="2209800"/>
            <a:ext cx="295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line of reflection?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5339701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y=0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5" name="Picture 34" descr="Screen shot 2011-07-10 at 12.00.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916570"/>
            <a:ext cx="2786399" cy="2638589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75438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rgbClr val="000000"/>
                </a:solidFill>
              </a:rPr>
              <a:t>?</a:t>
            </a:r>
            <a:endParaRPr lang="en-US" sz="4400" dirty="0">
              <a:solidFill>
                <a:srgbClr val="0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79500" y="1755776"/>
            <a:ext cx="3278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translation has moved the blue square to the red square.  Complete the vector for this translation</a:t>
            </a:r>
            <a:endParaRPr lang="en-US" dirty="0"/>
          </a:p>
        </p:txBody>
      </p:sp>
      <p:pic>
        <p:nvPicPr>
          <p:cNvPr id="37" name="Picture 36" descr="Screen shot 2011-07-10 at 12.03.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412" y="2776425"/>
            <a:ext cx="731837" cy="99503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984727" y="3294962"/>
            <a:ext cx="259154" cy="3363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?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 flipH="1" flipV="1">
            <a:off x="1142206" y="3429000"/>
            <a:ext cx="6858000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876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04800" y="1752600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76800" y="1754188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62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rgbClr val="000000"/>
                </a:solidFill>
              </a:rPr>
              <a:t>2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17" name="Right Arrow 16"/>
          <p:cNvSpPr/>
          <p:nvPr/>
        </p:nvSpPr>
        <p:spPr>
          <a:xfrm>
            <a:off x="304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334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000000"/>
                </a:solidFill>
              </a:rPr>
              <a:t>90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82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20" name="Right Arrow 19"/>
          <p:cNvSpPr/>
          <p:nvPr/>
        </p:nvSpPr>
        <p:spPr>
          <a:xfrm>
            <a:off x="4876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057400" y="540603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97001" y="533400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526087" y="6107668"/>
            <a:ext cx="7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1 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57800" y="6075402"/>
            <a:ext cx="7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5 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8956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6441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27" name="Right Arrow 26"/>
          <p:cNvSpPr/>
          <p:nvPr/>
        </p:nvSpPr>
        <p:spPr>
          <a:xfrm>
            <a:off x="38100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5438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2923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30" name="Right Arrow 29"/>
          <p:cNvSpPr/>
          <p:nvPr/>
        </p:nvSpPr>
        <p:spPr>
          <a:xfrm>
            <a:off x="84582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24200" y="54789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sp>
        <p:nvSpPr>
          <p:cNvPr id="32" name="TextBox 31"/>
          <p:cNvSpPr txBox="1"/>
          <p:nvPr/>
        </p:nvSpPr>
        <p:spPr>
          <a:xfrm>
            <a:off x="7696200" y="55551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pic>
        <p:nvPicPr>
          <p:cNvPr id="33" name="Picture 32" descr="Screen shot 2011-07-10 at 12.06.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73742"/>
            <a:ext cx="2667000" cy="260521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0569" y="1948934"/>
            <a:ext cx="3528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angle of rotation if the blue shape has been rotated anticlockwise about (0,0)</a:t>
            </a:r>
            <a:endParaRPr lang="en-US" dirty="0"/>
          </a:p>
        </p:txBody>
      </p:sp>
      <p:grpSp>
        <p:nvGrpSpPr>
          <p:cNvPr id="35" name="Group 8"/>
          <p:cNvGrpSpPr>
            <a:grpSpLocks/>
          </p:cNvGrpSpPr>
          <p:nvPr/>
        </p:nvGrpSpPr>
        <p:grpSpPr bwMode="auto">
          <a:xfrm>
            <a:off x="6109493" y="3200400"/>
            <a:ext cx="1693863" cy="1325563"/>
            <a:chOff x="4386" y="710"/>
            <a:chExt cx="1067" cy="835"/>
          </a:xfrm>
        </p:grpSpPr>
        <p:sp>
          <p:nvSpPr>
            <p:cNvPr id="36" name="Line 9"/>
            <p:cNvSpPr>
              <a:spLocks noChangeShapeType="1"/>
            </p:cNvSpPr>
            <p:nvPr/>
          </p:nvSpPr>
          <p:spPr bwMode="auto">
            <a:xfrm>
              <a:off x="4559" y="710"/>
              <a:ext cx="750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 flipH="1" flipV="1">
              <a:off x="4386" y="911"/>
              <a:ext cx="403" cy="633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 flipV="1">
              <a:off x="5021" y="911"/>
              <a:ext cx="432" cy="633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12"/>
            <p:cNvSpPr>
              <a:spLocks noChangeShapeType="1"/>
            </p:cNvSpPr>
            <p:nvPr/>
          </p:nvSpPr>
          <p:spPr bwMode="auto">
            <a:xfrm flipV="1">
              <a:off x="4386" y="710"/>
              <a:ext cx="173" cy="202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13"/>
            <p:cNvSpPr>
              <a:spLocks noChangeShapeType="1"/>
            </p:cNvSpPr>
            <p:nvPr/>
          </p:nvSpPr>
          <p:spPr bwMode="auto">
            <a:xfrm>
              <a:off x="5309" y="710"/>
              <a:ext cx="144" cy="202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14"/>
            <p:cNvSpPr>
              <a:spLocks noChangeShapeType="1"/>
            </p:cNvSpPr>
            <p:nvPr/>
          </p:nvSpPr>
          <p:spPr bwMode="auto">
            <a:xfrm>
              <a:off x="4789" y="1545"/>
              <a:ext cx="231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306991" y="1948934"/>
            <a:ext cx="288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order of rotational symmetry of this shape?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 flipH="1" flipV="1">
            <a:off x="1142206" y="3429000"/>
            <a:ext cx="6858000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876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04800" y="1752600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76800" y="1754188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62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solidFill>
                  <a:srgbClr val="000000"/>
                </a:solidFill>
              </a:rPr>
              <a:t>3</a:t>
            </a:r>
            <a:endParaRPr lang="en-US" sz="4400" dirty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17" name="Right Arrow 16"/>
          <p:cNvSpPr/>
          <p:nvPr/>
        </p:nvSpPr>
        <p:spPr>
          <a:xfrm>
            <a:off x="304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334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solidFill>
                  <a:srgbClr val="000000"/>
                </a:solidFill>
              </a:rPr>
              <a:t>6</a:t>
            </a:r>
            <a:endParaRPr lang="en-US" sz="4000" dirty="0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82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20" name="Right Arrow 19"/>
          <p:cNvSpPr/>
          <p:nvPr/>
        </p:nvSpPr>
        <p:spPr>
          <a:xfrm>
            <a:off x="4876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057400" y="540603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97001" y="533400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526087" y="6107668"/>
            <a:ext cx="90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10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57800" y="6075402"/>
            <a:ext cx="7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7 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8956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6441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27" name="Right Arrow 26"/>
          <p:cNvSpPr/>
          <p:nvPr/>
        </p:nvSpPr>
        <p:spPr>
          <a:xfrm>
            <a:off x="38100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5438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2923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30" name="Right Arrow 29"/>
          <p:cNvSpPr/>
          <p:nvPr/>
        </p:nvSpPr>
        <p:spPr>
          <a:xfrm>
            <a:off x="84582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24200" y="54789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sp>
        <p:nvSpPr>
          <p:cNvPr id="32" name="TextBox 31"/>
          <p:cNvSpPr txBox="1"/>
          <p:nvPr/>
        </p:nvSpPr>
        <p:spPr>
          <a:xfrm>
            <a:off x="7696200" y="55551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grpSp>
        <p:nvGrpSpPr>
          <p:cNvPr id="33" name="Group 23"/>
          <p:cNvGrpSpPr>
            <a:grpSpLocks/>
          </p:cNvGrpSpPr>
          <p:nvPr/>
        </p:nvGrpSpPr>
        <p:grpSpPr bwMode="auto">
          <a:xfrm>
            <a:off x="1155700" y="3200400"/>
            <a:ext cx="1803400" cy="1803400"/>
            <a:chOff x="2728" y="1744"/>
            <a:chExt cx="1364" cy="1364"/>
          </a:xfrm>
        </p:grpSpPr>
        <p:sp>
          <p:nvSpPr>
            <p:cNvPr id="34" name="Freeform 21"/>
            <p:cNvSpPr>
              <a:spLocks/>
            </p:cNvSpPr>
            <p:nvPr/>
          </p:nvSpPr>
          <p:spPr bwMode="auto">
            <a:xfrm>
              <a:off x="2848" y="1764"/>
              <a:ext cx="1144" cy="1328"/>
            </a:xfrm>
            <a:custGeom>
              <a:avLst/>
              <a:gdLst/>
              <a:ahLst/>
              <a:cxnLst>
                <a:cxn ang="0">
                  <a:pos x="4" y="992"/>
                </a:cxn>
                <a:cxn ang="0">
                  <a:pos x="276" y="664"/>
                </a:cxn>
                <a:cxn ang="0">
                  <a:pos x="0" y="328"/>
                </a:cxn>
                <a:cxn ang="0">
                  <a:pos x="424" y="412"/>
                </a:cxn>
                <a:cxn ang="0">
                  <a:pos x="568" y="0"/>
                </a:cxn>
                <a:cxn ang="0">
                  <a:pos x="716" y="408"/>
                </a:cxn>
                <a:cxn ang="0">
                  <a:pos x="1144" y="332"/>
                </a:cxn>
                <a:cxn ang="0">
                  <a:pos x="860" y="664"/>
                </a:cxn>
                <a:cxn ang="0">
                  <a:pos x="1140" y="992"/>
                </a:cxn>
                <a:cxn ang="0">
                  <a:pos x="720" y="916"/>
                </a:cxn>
                <a:cxn ang="0">
                  <a:pos x="572" y="1328"/>
                </a:cxn>
                <a:cxn ang="0">
                  <a:pos x="424" y="912"/>
                </a:cxn>
                <a:cxn ang="0">
                  <a:pos x="4" y="992"/>
                </a:cxn>
              </a:cxnLst>
              <a:rect l="0" t="0" r="r" b="b"/>
              <a:pathLst>
                <a:path w="1144" h="1328">
                  <a:moveTo>
                    <a:pt x="4" y="992"/>
                  </a:moveTo>
                  <a:lnTo>
                    <a:pt x="276" y="664"/>
                  </a:lnTo>
                  <a:lnTo>
                    <a:pt x="0" y="328"/>
                  </a:lnTo>
                  <a:lnTo>
                    <a:pt x="424" y="412"/>
                  </a:lnTo>
                  <a:lnTo>
                    <a:pt x="568" y="0"/>
                  </a:lnTo>
                  <a:lnTo>
                    <a:pt x="716" y="408"/>
                  </a:lnTo>
                  <a:lnTo>
                    <a:pt x="1144" y="332"/>
                  </a:lnTo>
                  <a:lnTo>
                    <a:pt x="860" y="664"/>
                  </a:lnTo>
                  <a:lnTo>
                    <a:pt x="1140" y="992"/>
                  </a:lnTo>
                  <a:lnTo>
                    <a:pt x="720" y="916"/>
                  </a:lnTo>
                  <a:lnTo>
                    <a:pt x="572" y="1328"/>
                  </a:lnTo>
                  <a:lnTo>
                    <a:pt x="424" y="912"/>
                  </a:lnTo>
                  <a:lnTo>
                    <a:pt x="4" y="9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728" y="1744"/>
              <a:ext cx="1364" cy="1364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85800" y="198120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many lines of symmetry does this shape have?</a:t>
            </a:r>
            <a:endParaRPr lang="en-US" dirty="0"/>
          </a:p>
        </p:txBody>
      </p:sp>
      <p:pic>
        <p:nvPicPr>
          <p:cNvPr id="37" name="Picture 36" descr="Screen shot 2011-07-10 at 16.53.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618" y="2743200"/>
            <a:ext cx="2641364" cy="257442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82568" y="2025134"/>
            <a:ext cx="350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centre of enlargement?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Screen shot 2011-07-10 at 17.00.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839" y="2819400"/>
            <a:ext cx="2986321" cy="285210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 flipH="1" flipV="1">
            <a:off x="1142206" y="3429000"/>
            <a:ext cx="6858000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876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04800" y="1752600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76800" y="1754188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62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(1,4)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17" name="Right Arrow 16"/>
          <p:cNvSpPr/>
          <p:nvPr/>
        </p:nvSpPr>
        <p:spPr>
          <a:xfrm>
            <a:off x="304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334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000000"/>
                </a:solidFill>
              </a:rPr>
              <a:t>-3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82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20" name="Right Arrow 19"/>
          <p:cNvSpPr/>
          <p:nvPr/>
        </p:nvSpPr>
        <p:spPr>
          <a:xfrm>
            <a:off x="4876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057400" y="540603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97001" y="533400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526087" y="6107668"/>
            <a:ext cx="7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2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57800" y="607540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8 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8956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6441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27" name="Right Arrow 26"/>
          <p:cNvSpPr/>
          <p:nvPr/>
        </p:nvSpPr>
        <p:spPr>
          <a:xfrm>
            <a:off x="38100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5438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84582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24200" y="54789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sp>
        <p:nvSpPr>
          <p:cNvPr id="32" name="TextBox 31"/>
          <p:cNvSpPr txBox="1"/>
          <p:nvPr/>
        </p:nvSpPr>
        <p:spPr>
          <a:xfrm>
            <a:off x="7696200" y="55551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pic>
        <p:nvPicPr>
          <p:cNvPr id="33" name="Picture 32" descr="Screen shot 2011-07-10 at 16.55.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7" y="3040559"/>
            <a:ext cx="2594113" cy="2514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800" y="1752600"/>
            <a:ext cx="2971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translation has moved the blue square to the red square.  Complete the vector for this translation</a:t>
            </a:r>
          </a:p>
          <a:p>
            <a:endParaRPr lang="en-US" dirty="0"/>
          </a:p>
        </p:txBody>
      </p:sp>
      <p:pic>
        <p:nvPicPr>
          <p:cNvPr id="36" name="Picture 35" descr="Screen shot 2011-07-10 at 16.57.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165" y="2819400"/>
            <a:ext cx="816331" cy="10452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83839" y="1754188"/>
            <a:ext cx="3802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scale factor for the enlargement of the blue shape that creates the red shape?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2923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 flipH="1" flipV="1">
            <a:off x="1142206" y="3429000"/>
            <a:ext cx="6858000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876800" y="304800"/>
            <a:ext cx="3962400" cy="62484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04800" y="1752600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76800" y="1754188"/>
            <a:ext cx="3962400" cy="158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62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</a:rPr>
              <a:t>x=1.5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17" name="Right Arrow 16"/>
          <p:cNvSpPr/>
          <p:nvPr/>
        </p:nvSpPr>
        <p:spPr>
          <a:xfrm>
            <a:off x="304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334000" y="533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0.5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82568" y="609799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Previous Answer</a:t>
            </a:r>
            <a:endParaRPr lang="en-US" sz="1400" dirty="0"/>
          </a:p>
        </p:txBody>
      </p:sp>
      <p:sp>
        <p:nvSpPr>
          <p:cNvPr id="20" name="Right Arrow 19"/>
          <p:cNvSpPr/>
          <p:nvPr/>
        </p:nvSpPr>
        <p:spPr>
          <a:xfrm>
            <a:off x="4876800" y="838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057400" y="540603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97001" y="533400"/>
            <a:ext cx="1937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Mathematical </a:t>
            </a:r>
          </a:p>
          <a:p>
            <a:r>
              <a:rPr lang="en-US" sz="2400" dirty="0" smtClean="0"/>
              <a:t>Treasure-hunt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526087" y="6107668"/>
            <a:ext cx="7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3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57800" y="607540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Card 4 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8956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6441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27" name="Right Arrow 26"/>
          <p:cNvSpPr/>
          <p:nvPr/>
        </p:nvSpPr>
        <p:spPr>
          <a:xfrm>
            <a:off x="38100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543800" y="5486400"/>
            <a:ext cx="838200" cy="8382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292368" y="5486400"/>
            <a:ext cx="1394432" cy="914201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413666"/>
              </a:avLst>
            </a:prstTxWarp>
            <a:spAutoFit/>
          </a:bodyPr>
          <a:lstStyle/>
          <a:p>
            <a:r>
              <a:rPr lang="en-US" sz="1400" dirty="0" smtClean="0"/>
              <a:t>To the next clue</a:t>
            </a:r>
            <a:endParaRPr lang="en-US" sz="1400" dirty="0"/>
          </a:p>
        </p:txBody>
      </p:sp>
      <p:sp>
        <p:nvSpPr>
          <p:cNvPr id="30" name="Right Arrow 29"/>
          <p:cNvSpPr/>
          <p:nvPr/>
        </p:nvSpPr>
        <p:spPr>
          <a:xfrm>
            <a:off x="8458200" y="57912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24200" y="54789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sp>
        <p:nvSpPr>
          <p:cNvPr id="32" name="TextBox 31"/>
          <p:cNvSpPr txBox="1"/>
          <p:nvPr/>
        </p:nvSpPr>
        <p:spPr>
          <a:xfrm>
            <a:off x="7696200" y="5555159"/>
            <a:ext cx="446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?</a:t>
            </a:r>
            <a:endParaRPr lang="en-US" sz="4400" dirty="0"/>
          </a:p>
        </p:txBody>
      </p:sp>
      <p:pic>
        <p:nvPicPr>
          <p:cNvPr id="33" name="Picture 32" descr="Screen shot 2011-07-10 at 17.04.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68" y="2812158"/>
            <a:ext cx="2682581" cy="266680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1999" y="1888828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centre of rotation when the blue shape is rotated by 180° to create the red shape?</a:t>
            </a:r>
            <a:endParaRPr lang="en-US" dirty="0"/>
          </a:p>
        </p:txBody>
      </p:sp>
      <p:pic>
        <p:nvPicPr>
          <p:cNvPr id="35" name="Picture 34" descr="Screen shot 2011-07-10 at 17.08.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667000"/>
            <a:ext cx="2578447" cy="2514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27903" y="2025134"/>
            <a:ext cx="2408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mirror line?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 flipH="1" flipV="1">
            <a:off x="1142206" y="3429000"/>
            <a:ext cx="6858000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38400" y="228600"/>
            <a:ext cx="1943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Answer Sheet</a:t>
            </a:r>
            <a:endParaRPr lang="en-US" sz="24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303350" y="690265"/>
            <a:ext cx="686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Team</a:t>
            </a:r>
            <a:endParaRPr lang="en-US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989806" y="1058009"/>
            <a:ext cx="2132944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71500" y="114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71500" y="495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71500" y="36576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71500" y="24003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200400" y="114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3200400" y="495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905000" y="495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200400" y="36576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200400" y="24003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1409700" y="1524000"/>
            <a:ext cx="4953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2705100" y="1525588"/>
            <a:ext cx="4953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rot="5400000">
            <a:off x="3409950" y="2190750"/>
            <a:ext cx="4191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905000" y="1143000"/>
            <a:ext cx="838200" cy="83820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48" idx="4"/>
          </p:cNvCxnSpPr>
          <p:nvPr/>
        </p:nvCxnSpPr>
        <p:spPr>
          <a:xfrm rot="16200000" flipH="1">
            <a:off x="3392092" y="4723208"/>
            <a:ext cx="457200" cy="238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5400000">
            <a:off x="3411539" y="3447256"/>
            <a:ext cx="4191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rot="10800000">
            <a:off x="2743200" y="5372100"/>
            <a:ext cx="4572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endCxn id="42" idx="6"/>
          </p:cNvCxnSpPr>
          <p:nvPr/>
        </p:nvCxnSpPr>
        <p:spPr>
          <a:xfrm rot="10800000">
            <a:off x="1409700" y="5372100"/>
            <a:ext cx="495300" cy="317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42" idx="0"/>
            <a:endCxn id="43" idx="4"/>
          </p:cNvCxnSpPr>
          <p:nvPr/>
        </p:nvCxnSpPr>
        <p:spPr>
          <a:xfrm rot="5400000" flipH="1" flipV="1">
            <a:off x="762000" y="4724400"/>
            <a:ext cx="4572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3" idx="0"/>
          </p:cNvCxnSpPr>
          <p:nvPr/>
        </p:nvCxnSpPr>
        <p:spPr>
          <a:xfrm rot="16200000" flipV="1">
            <a:off x="780653" y="3447653"/>
            <a:ext cx="419100" cy="79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44" idx="0"/>
          </p:cNvCxnSpPr>
          <p:nvPr/>
        </p:nvCxnSpPr>
        <p:spPr>
          <a:xfrm rot="5400000" flipH="1" flipV="1">
            <a:off x="782638" y="2189956"/>
            <a:ext cx="418306" cy="238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72879" y="6172200"/>
            <a:ext cx="124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Taken</a:t>
            </a:r>
            <a:endParaRPr lang="en-US" dirty="0"/>
          </a:p>
        </p:txBody>
      </p:sp>
      <p:cxnSp>
        <p:nvCxnSpPr>
          <p:cNvPr id="74" name="Straight Connector 73"/>
          <p:cNvCxnSpPr/>
          <p:nvPr/>
        </p:nvCxnSpPr>
        <p:spPr>
          <a:xfrm>
            <a:off x="1613085" y="6539944"/>
            <a:ext cx="2132944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895639" y="228600"/>
            <a:ext cx="1943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Answer Sheet</a:t>
            </a:r>
            <a:endParaRPr lang="en-US" sz="2400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4760589" y="690265"/>
            <a:ext cx="686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Team</a:t>
            </a:r>
            <a:endParaRPr lang="en-US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5447045" y="1058009"/>
            <a:ext cx="2132944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5028739" y="114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5028739" y="495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5028739" y="36576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5028739" y="24003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7657639" y="114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7657639" y="495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362239" y="49530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657639" y="36576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7657639" y="2400300"/>
            <a:ext cx="838200" cy="838200"/>
          </a:xfrm>
          <a:prstGeom prst="ellipse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5866939" y="1524000"/>
            <a:ext cx="4953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7162339" y="1525588"/>
            <a:ext cx="4953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5400000">
            <a:off x="7867189" y="2190750"/>
            <a:ext cx="4191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362239" y="1143000"/>
            <a:ext cx="838200" cy="83820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/>
          <p:cNvCxnSpPr>
            <a:stCxn id="85" idx="4"/>
          </p:cNvCxnSpPr>
          <p:nvPr/>
        </p:nvCxnSpPr>
        <p:spPr>
          <a:xfrm rot="16200000" flipH="1">
            <a:off x="7849331" y="4723208"/>
            <a:ext cx="457200" cy="238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5400000">
            <a:off x="7868778" y="3447256"/>
            <a:ext cx="4191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rot="10800000">
            <a:off x="7200439" y="5372100"/>
            <a:ext cx="4572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79" idx="6"/>
          </p:cNvCxnSpPr>
          <p:nvPr/>
        </p:nvCxnSpPr>
        <p:spPr>
          <a:xfrm rot="10800000">
            <a:off x="5866939" y="5372100"/>
            <a:ext cx="495300" cy="317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79" idx="0"/>
            <a:endCxn id="80" idx="4"/>
          </p:cNvCxnSpPr>
          <p:nvPr/>
        </p:nvCxnSpPr>
        <p:spPr>
          <a:xfrm rot="5400000" flipH="1" flipV="1">
            <a:off x="5219239" y="4724400"/>
            <a:ext cx="457200" cy="158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80" idx="0"/>
          </p:cNvCxnSpPr>
          <p:nvPr/>
        </p:nvCxnSpPr>
        <p:spPr>
          <a:xfrm rot="16200000" flipV="1">
            <a:off x="5237892" y="3447653"/>
            <a:ext cx="419100" cy="79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81" idx="0"/>
          </p:cNvCxnSpPr>
          <p:nvPr/>
        </p:nvCxnSpPr>
        <p:spPr>
          <a:xfrm rot="5400000" flipH="1" flipV="1">
            <a:off x="5239877" y="2189956"/>
            <a:ext cx="418306" cy="238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830118" y="6172200"/>
            <a:ext cx="124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Taken</a:t>
            </a:r>
            <a:endParaRPr lang="en-US" dirty="0"/>
          </a:p>
        </p:txBody>
      </p:sp>
      <p:cxnSp>
        <p:nvCxnSpPr>
          <p:cNvPr id="99" name="Straight Connector 98"/>
          <p:cNvCxnSpPr/>
          <p:nvPr/>
        </p:nvCxnSpPr>
        <p:spPr>
          <a:xfrm>
            <a:off x="6070324" y="6539944"/>
            <a:ext cx="2132944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271</Words>
  <Application>Microsoft Office PowerPoint</Application>
  <PresentationFormat>On-screen Show (4:3)</PresentationFormat>
  <Paragraphs>88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Sarah Stocker</dc:creator>
  <cp:lastModifiedBy>FRASER-JONES Laura</cp:lastModifiedBy>
  <cp:revision>4</cp:revision>
  <cp:lastPrinted>2016-11-28T00:19:23Z</cp:lastPrinted>
  <dcterms:created xsi:type="dcterms:W3CDTF">2011-07-10T15:43:29Z</dcterms:created>
  <dcterms:modified xsi:type="dcterms:W3CDTF">2016-11-28T00:19:48Z</dcterms:modified>
</cp:coreProperties>
</file>