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3" r:id="rId2"/>
    <p:sldId id="257" r:id="rId3"/>
    <p:sldId id="260" r:id="rId4"/>
    <p:sldId id="266" r:id="rId5"/>
    <p:sldId id="264" r:id="rId6"/>
    <p:sldId id="269" r:id="rId7"/>
    <p:sldId id="270" r:id="rId8"/>
    <p:sldId id="268" r:id="rId9"/>
    <p:sldId id="262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81" autoAdjust="0"/>
  </p:normalViewPr>
  <p:slideViewPr>
    <p:cSldViewPr>
      <p:cViewPr varScale="1">
        <p:scale>
          <a:sx n="53" d="100"/>
          <a:sy n="53" d="100"/>
        </p:scale>
        <p:origin x="166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Non</a:t>
            </a:r>
            <a:r>
              <a:rPr lang="en-AU" baseline="0" dirty="0"/>
              <a:t> ordered data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144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25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08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418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050-3732-4085-B821-8D95A00F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D0BD6-6C9C-4833-9C63-B891AD18E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128D-1623-4AEF-AECF-EB8E55BC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3EDC-EE94-4B13-8A27-214BAB20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79F2-7893-415D-A8A0-75A37F21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680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F2F0-C214-41D2-BD58-32CDEFDA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21D6-464D-4370-8B02-00648399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1945-0A49-411A-84DE-D6F6005D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97DB-066A-4014-B1DA-E3AD50C4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7C1F-6DC3-4ACA-A4E1-2D63BA5D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300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08AC-4D77-4A34-8EC7-6718E90C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D3A0-E6A2-41FA-BA9B-3C72FDB2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9D8D-4329-4415-8FFA-B4C65D6A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A4E7A-EC8F-403D-BD54-C43E09A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44CE-EC5F-4D67-9156-409DC03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7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3291-6B4A-40E1-965A-9F52B652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CE14-0E47-4FF0-97F4-F958EF254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4ADE8-A415-4ED3-815A-B3046964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BF39-40C2-4AA2-9593-4D5A7EAE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EC1A-D690-4139-BC8A-A98F4814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A25EF-989E-40E3-87FD-7C1F531D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1F21-BC11-4D58-A25F-4BBF302E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27BF0-8788-42B7-BE9F-F0A5CB64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2C53-1B52-415D-88AD-13E607F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3210F-8DEE-45E2-9564-D4A9265B8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27D54-7A56-4AEF-9EEB-873A6652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3173C-8EE2-4EF4-949E-84625D6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43CBE-6F86-4734-8FDC-4F87514F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9D28C-EBEC-4EC4-B676-1BE626E1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60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5C6-6F59-4998-8C3F-E2B471B7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98C3D-356A-48C0-B089-3CFD4446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B696-EAAF-4B81-A5E2-1F1B439C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76CBE-872B-4FD9-A1F3-508A3359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87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12263-F22D-44F8-B7AF-40C10D7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5B70E-10DC-4B06-98EF-BCE97075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1CCE-16F8-4D26-91C6-70E5C3A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97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2DC1-2E9B-4A14-BD73-6F8E2D6B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4EF-1EC0-4C5C-8F29-AD16A6D7C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03F0E-AE3E-4B9E-B436-7CE63F9E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20B9-9F67-4639-9992-8E981A2E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BF8E-D080-4E30-9349-F01380E3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87-BEFB-4DA0-A0AA-40251E81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42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E759-B9F7-4813-AC0F-45820546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FE92-0FF9-4019-83F9-ECEB93D05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61FC7-0F94-436C-ACCE-814A5DB03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793AC-B347-43B3-80BC-E5788BE9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E25E-318E-440D-B7DA-65C56F03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73471-31EF-40AC-A6C9-8C52E017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75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6D67-6F35-4EC6-A514-49D6EB41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AB34B-E6B4-43EA-A2E2-612A682C7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D5E0E-9C96-4B56-B4FC-D5C75CAE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AE32-8507-4F8B-81F3-42601541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23A7-7F91-43C9-A92C-A58188B1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23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D1BEF-B6AC-48BA-B79A-0D1D323BC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EBD0A-4B8D-4F79-84F1-91A399A2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98A1-4684-4891-87D0-395CF42A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A216-BEA2-4419-B9BD-BAFCD52A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55D5-87AC-47AE-A6B0-E1D4CEC2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06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53CEB-9FEF-4D18-A854-87CF83AE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C417-8E46-4DA7-9FF1-7C6116A9B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904E-587C-4460-8F8C-5D75BB56E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6/08/2018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B8683-03E8-4534-A2C0-79BDE9791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344E-039B-410F-8421-AF33DFB5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44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/>
              <a:t>Quickwrite</a:t>
            </a:r>
            <a:r>
              <a:rPr lang="en-AU" b="1" dirty="0"/>
              <a:t>:</a:t>
            </a:r>
          </a:p>
          <a:p>
            <a:pPr marL="0" indent="0">
              <a:buNone/>
            </a:pPr>
            <a:r>
              <a:rPr lang="en-AU" dirty="0"/>
              <a:t>What are the different ways we can measure someone’s height and how can we display this data?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098" name="Picture 2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156" y="3899164"/>
            <a:ext cx="2450543" cy="29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Display data in a stem and leaf plot</a:t>
            </a:r>
          </a:p>
          <a:p>
            <a:pPr marL="0" indent="0">
              <a:buNone/>
            </a:pPr>
            <a:r>
              <a:rPr lang="en-AU" dirty="0"/>
              <a:t>- Read information from stem and leaf plots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07704" y="1700808"/>
            <a:ext cx="0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10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I represent data in a stem and leaf plot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844268" y="3531818"/>
            <a:ext cx="0" cy="2088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15967" y="3964431"/>
            <a:ext cx="3265828" cy="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31342" y="2072116"/>
            <a:ext cx="43009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Put the following data into a stem and leaf plot</a:t>
            </a:r>
          </a:p>
          <a:p>
            <a:r>
              <a:rPr lang="en-AU" sz="2000" dirty="0"/>
              <a:t>5, 6, 7, 8, 8, 10, 11, 11, 12, 15, 16, 17, 21, 23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8403" y="3970824"/>
            <a:ext cx="30168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0</a:t>
            </a:r>
          </a:p>
          <a:p>
            <a:pPr>
              <a:lnSpc>
                <a:spcPct val="150000"/>
              </a:lnSpc>
            </a:pPr>
            <a:r>
              <a:rPr lang="en-AU" dirty="0"/>
              <a:t>1</a:t>
            </a:r>
          </a:p>
          <a:p>
            <a:pPr>
              <a:lnSpc>
                <a:spcPct val="150000"/>
              </a:lnSpc>
            </a:pPr>
            <a:r>
              <a:rPr lang="en-AU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9706" y="3928282"/>
            <a:ext cx="2273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5    6    7    8    8</a:t>
            </a:r>
            <a:br>
              <a:rPr lang="en-AU" dirty="0"/>
            </a:br>
            <a:r>
              <a:rPr lang="en-AU" dirty="0"/>
              <a:t>0    1    1    2    5    6    7</a:t>
            </a:r>
          </a:p>
          <a:p>
            <a:pPr>
              <a:lnSpc>
                <a:spcPct val="150000"/>
              </a:lnSpc>
            </a:pPr>
            <a:r>
              <a:rPr lang="en-AU" dirty="0"/>
              <a:t>1    3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2429" y="3558950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2|3 =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8283" y="3601492"/>
            <a:ext cx="8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Leaves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3004" y="3601492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Stem</a:t>
            </a:r>
          </a:p>
        </p:txBody>
      </p:sp>
      <p:pic>
        <p:nvPicPr>
          <p:cNvPr id="102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06" y="398012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556" y="399362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50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03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413" y="396443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22" y="443409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713" y="48548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84069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402" y="4391550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292" y="44095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82" y="4419076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363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768" y="442301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ODDZX2B\dove-branch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8277">
            <a:off x="1412595" y="4502418"/>
            <a:ext cx="1984803" cy="9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ODDZX2B\Golden_key_icon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68960"/>
            <a:ext cx="1709939" cy="12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662991" y="326437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80BAED-296C-4042-8AB0-A6D96B472040}"/>
              </a:ext>
            </a:extLst>
          </p:cNvPr>
          <p:cNvCxnSpPr>
            <a:cxnSpLocks/>
          </p:cNvCxnSpPr>
          <p:nvPr/>
        </p:nvCxnSpPr>
        <p:spPr>
          <a:xfrm flipH="1">
            <a:off x="6084168" y="1700808"/>
            <a:ext cx="33959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25E104-F3DD-429F-9EE4-F120CB4D98EF}"/>
              </a:ext>
            </a:extLst>
          </p:cNvPr>
          <p:cNvSpPr txBox="1"/>
          <p:nvPr/>
        </p:nvSpPr>
        <p:spPr>
          <a:xfrm>
            <a:off x="6084168" y="1722155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C8C946-E6AF-4107-8E08-AB8E6F78B3B0}"/>
              </a:ext>
            </a:extLst>
          </p:cNvPr>
          <p:cNvSpPr txBox="1"/>
          <p:nvPr/>
        </p:nvSpPr>
        <p:spPr>
          <a:xfrm>
            <a:off x="17367" y="1722155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41E0A6-67A3-45CA-878C-B2F3DA125E7D}"/>
              </a:ext>
            </a:extLst>
          </p:cNvPr>
          <p:cNvSpPr txBox="1"/>
          <p:nvPr/>
        </p:nvSpPr>
        <p:spPr>
          <a:xfrm>
            <a:off x="1922530" y="1731038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3D0A4A-6928-4334-AEC6-066B25FB78CB}"/>
              </a:ext>
            </a:extLst>
          </p:cNvPr>
          <p:cNvCxnSpPr/>
          <p:nvPr/>
        </p:nvCxnSpPr>
        <p:spPr>
          <a:xfrm>
            <a:off x="5335" y="60119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5E8E964-1EB3-4936-A5BC-ADC61110E062}"/>
              </a:ext>
            </a:extLst>
          </p:cNvPr>
          <p:cNvSpPr txBox="1"/>
          <p:nvPr/>
        </p:nvSpPr>
        <p:spPr>
          <a:xfrm>
            <a:off x="122528" y="6011996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0E19A8-A684-485B-8BB9-CA690FD27DB0}"/>
              </a:ext>
            </a:extLst>
          </p:cNvPr>
          <p:cNvSpPr txBox="1"/>
          <p:nvPr/>
        </p:nvSpPr>
        <p:spPr>
          <a:xfrm>
            <a:off x="6159001" y="2073880"/>
            <a:ext cx="28459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Step 1: Create your key and draw up your stem and leaf plot</a:t>
            </a:r>
          </a:p>
          <a:p>
            <a:endParaRPr lang="en-AU" sz="2000" dirty="0"/>
          </a:p>
          <a:p>
            <a:r>
              <a:rPr lang="en-AU" sz="2000" dirty="0"/>
              <a:t>Step 2: Put the data into the stem and leaf plot</a:t>
            </a:r>
          </a:p>
          <a:p>
            <a:endParaRPr lang="en-AU" sz="2000" dirty="0"/>
          </a:p>
          <a:p>
            <a:r>
              <a:rPr lang="en-AU" sz="2000" dirty="0"/>
              <a:t>Step 3: Rewrite the stem and leaf plot with the numbers in order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407AAB-D0D2-444C-9ECA-CB39154AE603}"/>
              </a:ext>
            </a:extLst>
          </p:cNvPr>
          <p:cNvSpPr/>
          <p:nvPr/>
        </p:nvSpPr>
        <p:spPr>
          <a:xfrm>
            <a:off x="34246" y="2066583"/>
            <a:ext cx="184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create a stem and leaf plot?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404664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What does the circled numbers represent?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20641"/>
            <a:ext cx="5456642" cy="352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31840" y="5445224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100                         68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8257" y="174618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Key: 5|2=52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347133"/>
            <a:ext cx="33769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Look to the leaf data and identify the most frequently occurring number.</a:t>
            </a:r>
          </a:p>
          <a:p>
            <a:endParaRPr lang="en-AU" sz="2000" dirty="0"/>
          </a:p>
          <a:p>
            <a:r>
              <a:rPr lang="en-AU" sz="2000" dirty="0"/>
              <a:t>Bring the stem and leaf together for the answer.</a:t>
            </a:r>
          </a:p>
          <a:p>
            <a:endParaRPr lang="en-AU" sz="2000" dirty="0"/>
          </a:p>
          <a:p>
            <a:r>
              <a:rPr lang="en-AU" sz="2000" dirty="0"/>
              <a:t>Remember to check if there is ore than one mode.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mode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563888" y="3679386"/>
            <a:ext cx="934802" cy="61337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52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Mode = 18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number of data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Add one and divide by 2. This is the position of the median.</a:t>
            </a:r>
            <a:br>
              <a:rPr lang="en-AU" sz="2000" dirty="0"/>
            </a:br>
            <a:r>
              <a:rPr lang="en-AU" sz="2000" dirty="0"/>
              <a:t>If you get a remainder (e.g. 4.5) the median will be the average of the numbers at the two places either side of that 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leaves from the top.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median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14973" y="4316271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77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Median = 22</a:t>
            </a:r>
          </a:p>
        </p:txBody>
      </p:sp>
    </p:spTree>
    <p:extLst>
      <p:ext uri="{BB962C8B-B14F-4D97-AF65-F5344CB8AC3E}">
        <p14:creationId xmlns:p14="http://schemas.microsoft.com/office/powerpoint/2010/main" val="23133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first leaf is the minimum.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last leaf is the maximum.</a:t>
            </a:r>
            <a:br>
              <a:rPr lang="en-AU" sz="2000" dirty="0"/>
            </a:br>
            <a:r>
              <a:rPr lang="en-AU" sz="2000" dirty="0"/>
              <a:t>(Make sure you include the stem).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range is the maximum subtract the minimum.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range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02447" y="3072183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2771800" y="5466062"/>
            <a:ext cx="2781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Range = 35 – 05 = 30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0AB3F5-4B31-43B7-A61A-E20CED8F9049}"/>
              </a:ext>
            </a:extLst>
          </p:cNvPr>
          <p:cNvSpPr/>
          <p:nvPr/>
        </p:nvSpPr>
        <p:spPr>
          <a:xfrm>
            <a:off x="3467326" y="4854667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503094"/>
            <a:ext cx="701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Put the following data into a stem and leaf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3808" y="1246262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5, 12, 35, 23, 22, 26, 32, 18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835696" y="2204864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5616" y="270892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96821" y="2721496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4377" y="2302567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132" y="1876182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711" y="2740278"/>
            <a:ext cx="13997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</a:t>
            </a:r>
          </a:p>
          <a:p>
            <a:endParaRPr lang="en-AU" dirty="0"/>
          </a:p>
          <a:p>
            <a:pPr marL="342900" indent="-342900">
              <a:buAutoNum type="arabicPlain" startAt="3"/>
            </a:pPr>
            <a:r>
              <a:rPr lang="en-AU" dirty="0"/>
              <a:t>2      6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5     2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6006165" y="2374429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286085" y="2878485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7290" y="2891061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846" y="2472132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1" y="2045747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0180" y="2909843"/>
            <a:ext cx="14879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2     8       8</a:t>
            </a:r>
          </a:p>
          <a:p>
            <a:endParaRPr lang="en-AU" dirty="0"/>
          </a:p>
          <a:p>
            <a:r>
              <a:rPr lang="en-AU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2      5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6160" y="5541781"/>
            <a:ext cx="251944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The data has to be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08858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b="1" dirty="0"/>
              <a:t>Page 195 in Dwyer 7 </a:t>
            </a:r>
          </a:p>
          <a:p>
            <a:pPr marL="0" indent="0" algn="ctr">
              <a:buNone/>
            </a:pPr>
            <a:r>
              <a:rPr lang="en-AU" sz="2400" b="1" dirty="0"/>
              <a:t>Exercise 14.6</a:t>
            </a:r>
          </a:p>
          <a:p>
            <a:pPr marL="0" indent="0" algn="ctr">
              <a:buNone/>
            </a:pPr>
            <a:r>
              <a:rPr lang="en-AU" sz="2400" b="1" dirty="0"/>
              <a:t>Question 1 - 7</a:t>
            </a:r>
          </a:p>
          <a:p>
            <a:pPr marL="0" indent="0" algn="ctr">
              <a:buNone/>
            </a:pP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 flipH="1">
            <a:off x="5584286" y="1916832"/>
            <a:ext cx="4104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37890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378904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4728B-756A-4A48-98E7-EF9516CF765B}"/>
              </a:ext>
            </a:extLst>
          </p:cNvPr>
          <p:cNvSpPr txBox="1"/>
          <p:nvPr/>
        </p:nvSpPr>
        <p:spPr>
          <a:xfrm>
            <a:off x="119514" y="4196579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Stem and leaf plots show _________________________________. We create a ________ then ___________ the data in order.</a:t>
            </a:r>
          </a:p>
          <a:p>
            <a:r>
              <a:rPr lang="en-AU" sz="2400" dirty="0"/>
              <a:t>We can use stem and </a:t>
            </a:r>
            <a:r>
              <a:rPr lang="en-AU" sz="2400"/>
              <a:t>leaf plots to ________________________.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417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4764</TotalTime>
  <Words>595</Words>
  <Application>Microsoft Office PowerPoint</Application>
  <PresentationFormat>On-screen Show (4:3)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Data Collection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Barry Stanton</cp:lastModifiedBy>
  <cp:revision>20</cp:revision>
  <dcterms:created xsi:type="dcterms:W3CDTF">2016-10-20T03:14:06Z</dcterms:created>
  <dcterms:modified xsi:type="dcterms:W3CDTF">2018-08-06T13:13:04Z</dcterms:modified>
</cp:coreProperties>
</file>