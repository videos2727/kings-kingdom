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95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10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30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85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34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24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00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06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15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74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88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4F0EB-ABB0-4E87-8A75-63CFE8321EAB}" type="datetimeFigureOut">
              <a:rPr lang="en-GB" smtClean="0"/>
              <a:t>04/05/2012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81A7E-0CE5-49C4-9C5A-D8DB9CA559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29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Straight Connector 145"/>
          <p:cNvCxnSpPr/>
          <p:nvPr/>
        </p:nvCxnSpPr>
        <p:spPr>
          <a:xfrm flipV="1">
            <a:off x="1708268" y="4567273"/>
            <a:ext cx="1202750" cy="129341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315416"/>
            <a:ext cx="7772400" cy="1470025"/>
          </a:xfrm>
        </p:spPr>
        <p:txBody>
          <a:bodyPr/>
          <a:lstStyle/>
          <a:p>
            <a:r>
              <a:rPr lang="en-GB" dirty="0" smtClean="0"/>
              <a:t>Graphs tell stories</a:t>
            </a: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691680" y="1196752"/>
            <a:ext cx="0" cy="4680520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91680" y="544522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05535" y="508518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1680" y="472514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05535" y="436510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691680" y="400506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705535" y="364502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91680" y="328498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05535" y="292494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691680" y="256490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05535" y="220486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691680" y="184482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705535" y="1484784"/>
            <a:ext cx="6552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205172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41176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77180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13184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349188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85192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421196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457200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493204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529208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65212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601216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637220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73224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709228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745232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781236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8172400" y="1484784"/>
            <a:ext cx="0" cy="4345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57003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0</a:t>
            </a:r>
            <a:endParaRPr lang="en-GB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1835696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</a:t>
            </a:r>
            <a:endParaRPr lang="en-GB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2190938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2</a:t>
            </a:r>
            <a:endParaRPr lang="en-GB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546179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3</a:t>
            </a:r>
            <a:endParaRPr lang="en-GB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2911018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4</a:t>
            </a:r>
            <a:endParaRPr lang="en-GB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3266259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5</a:t>
            </a:r>
            <a:endParaRPr lang="en-GB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3631098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6</a:t>
            </a:r>
            <a:endParaRPr lang="en-GB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995936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7</a:t>
            </a:r>
            <a:endParaRPr lang="en-GB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4355436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8</a:t>
            </a:r>
            <a:endParaRPr lang="en-GB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716016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9</a:t>
            </a:r>
            <a:endParaRPr lang="en-GB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077581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10</a:t>
            </a:r>
            <a:endParaRPr lang="en-GB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436096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11</a:t>
            </a:r>
            <a:endParaRPr lang="en-GB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796136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12</a:t>
            </a:r>
            <a:endParaRPr lang="en-GB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6156176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13</a:t>
            </a:r>
            <a:endParaRPr lang="en-GB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6513483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14</a:t>
            </a:r>
            <a:endParaRPr lang="en-GB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6871998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15</a:t>
            </a:r>
            <a:endParaRPr lang="en-GB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7232038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16</a:t>
            </a:r>
            <a:endParaRPr lang="en-GB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7592078" y="5877272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17</a:t>
            </a:r>
            <a:endParaRPr lang="en-GB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1187624" y="5661248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0</a:t>
            </a:r>
            <a:endParaRPr lang="en-GB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1187624" y="5278061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10</a:t>
            </a:r>
            <a:endParaRPr lang="en-GB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1187624" y="4892307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20</a:t>
            </a:r>
            <a:endParaRPr lang="en-GB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1187624" y="4509120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30</a:t>
            </a:r>
            <a:endParaRPr lang="en-GB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1187624" y="4197941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40</a:t>
            </a:r>
            <a:endParaRPr lang="en-GB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1187624" y="3814754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50</a:t>
            </a:r>
            <a:endParaRPr lang="en-GB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1187624" y="3456710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60</a:t>
            </a:r>
            <a:endParaRPr lang="en-GB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1187624" y="3103966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70</a:t>
            </a:r>
            <a:endParaRPr lang="en-GB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1187624" y="2753218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80</a:t>
            </a:r>
            <a:endParaRPr lang="en-GB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1187624" y="2370031"/>
            <a:ext cx="4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90</a:t>
            </a:r>
            <a:endParaRPr lang="en-GB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1043608" y="2011987"/>
            <a:ext cx="60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100</a:t>
            </a:r>
            <a:endParaRPr lang="en-GB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1043608" y="1659243"/>
            <a:ext cx="60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110</a:t>
            </a:r>
            <a:endParaRPr lang="en-GB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683568" y="90872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Distance (m)</a:t>
            </a:r>
            <a:endParaRPr lang="en-GB" b="1" dirty="0"/>
          </a:p>
        </p:txBody>
      </p:sp>
      <p:sp>
        <p:nvSpPr>
          <p:cNvPr id="71" name="TextBox 70"/>
          <p:cNvSpPr txBox="1"/>
          <p:nvPr/>
        </p:nvSpPr>
        <p:spPr>
          <a:xfrm>
            <a:off x="8050311" y="603058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Time (s)</a:t>
            </a:r>
            <a:endParaRPr lang="en-GB" b="1" dirty="0"/>
          </a:p>
        </p:txBody>
      </p:sp>
      <p:cxnSp>
        <p:nvCxnSpPr>
          <p:cNvPr id="73" name="Straight Connector 72"/>
          <p:cNvCxnSpPr/>
          <p:nvPr/>
        </p:nvCxnSpPr>
        <p:spPr>
          <a:xfrm flipV="1">
            <a:off x="2897163" y="2218719"/>
            <a:ext cx="2185978" cy="236240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5077581" y="1858679"/>
            <a:ext cx="1294619" cy="36004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6335575" y="1858679"/>
            <a:ext cx="18368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1691680" y="4005064"/>
            <a:ext cx="1219338" cy="187220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2897163" y="4005064"/>
            <a:ext cx="1673534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4572000" y="2191009"/>
            <a:ext cx="2520280" cy="182865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V="1">
            <a:off x="7079851" y="1843909"/>
            <a:ext cx="1164557" cy="36095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677825" y="5830241"/>
            <a:ext cx="6926623" cy="0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5661312"/>
            <a:ext cx="47928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9488" y="5661312"/>
            <a:ext cx="48014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lessio Bernardelli\AppData\Local\Microsoft\Windows\Temporary Internet Files\Content.IE5\1JZWHN9C\MC900444598[1]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" t="50435" r="-989" b="-784"/>
          <a:stretch/>
        </p:blipFill>
        <p:spPr bwMode="auto">
          <a:xfrm>
            <a:off x="7308301" y="-7710"/>
            <a:ext cx="1857697" cy="121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2" name="Group 1051"/>
          <p:cNvGrpSpPr/>
          <p:nvPr/>
        </p:nvGrpSpPr>
        <p:grpSpPr>
          <a:xfrm>
            <a:off x="125016" y="1340768"/>
            <a:ext cx="990600" cy="996156"/>
            <a:chOff x="53975" y="1449388"/>
            <a:chExt cx="1450975" cy="1806575"/>
          </a:xfrm>
        </p:grpSpPr>
        <p:sp>
          <p:nvSpPr>
            <p:cNvPr id="4" name="AutoShape 6"/>
            <p:cNvSpPr>
              <a:spLocks noChangeAspect="1" noChangeArrowheads="1" noTextEdit="1"/>
            </p:cNvSpPr>
            <p:nvPr/>
          </p:nvSpPr>
          <p:spPr bwMode="auto">
            <a:xfrm>
              <a:off x="53975" y="1449388"/>
              <a:ext cx="1450975" cy="180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11"/>
            <p:cNvSpPr>
              <a:spLocks/>
            </p:cNvSpPr>
            <p:nvPr/>
          </p:nvSpPr>
          <p:spPr bwMode="auto">
            <a:xfrm>
              <a:off x="752475" y="1968501"/>
              <a:ext cx="392113" cy="255588"/>
            </a:xfrm>
            <a:custGeom>
              <a:avLst/>
              <a:gdLst>
                <a:gd name="T0" fmla="*/ 414 w 493"/>
                <a:gd name="T1" fmla="*/ 183 h 323"/>
                <a:gd name="T2" fmla="*/ 424 w 493"/>
                <a:gd name="T3" fmla="*/ 192 h 323"/>
                <a:gd name="T4" fmla="*/ 444 w 493"/>
                <a:gd name="T5" fmla="*/ 213 h 323"/>
                <a:gd name="T6" fmla="*/ 452 w 493"/>
                <a:gd name="T7" fmla="*/ 235 h 323"/>
                <a:gd name="T8" fmla="*/ 453 w 493"/>
                <a:gd name="T9" fmla="*/ 249 h 323"/>
                <a:gd name="T10" fmla="*/ 460 w 493"/>
                <a:gd name="T11" fmla="*/ 227 h 323"/>
                <a:gd name="T12" fmla="*/ 452 w 493"/>
                <a:gd name="T13" fmla="*/ 181 h 323"/>
                <a:gd name="T14" fmla="*/ 432 w 493"/>
                <a:gd name="T15" fmla="*/ 153 h 323"/>
                <a:gd name="T16" fmla="*/ 427 w 493"/>
                <a:gd name="T17" fmla="*/ 150 h 323"/>
                <a:gd name="T18" fmla="*/ 430 w 493"/>
                <a:gd name="T19" fmla="*/ 150 h 323"/>
                <a:gd name="T20" fmla="*/ 441 w 493"/>
                <a:gd name="T21" fmla="*/ 151 h 323"/>
                <a:gd name="T22" fmla="*/ 452 w 493"/>
                <a:gd name="T23" fmla="*/ 158 h 323"/>
                <a:gd name="T24" fmla="*/ 462 w 493"/>
                <a:gd name="T25" fmla="*/ 174 h 323"/>
                <a:gd name="T26" fmla="*/ 474 w 493"/>
                <a:gd name="T27" fmla="*/ 204 h 323"/>
                <a:gd name="T28" fmla="*/ 476 w 493"/>
                <a:gd name="T29" fmla="*/ 214 h 323"/>
                <a:gd name="T30" fmla="*/ 482 w 493"/>
                <a:gd name="T31" fmla="*/ 204 h 323"/>
                <a:gd name="T32" fmla="*/ 492 w 493"/>
                <a:gd name="T33" fmla="*/ 177 h 323"/>
                <a:gd name="T34" fmla="*/ 491 w 493"/>
                <a:gd name="T35" fmla="*/ 138 h 323"/>
                <a:gd name="T36" fmla="*/ 466 w 493"/>
                <a:gd name="T37" fmla="*/ 91 h 323"/>
                <a:gd name="T38" fmla="*/ 452 w 493"/>
                <a:gd name="T39" fmla="*/ 77 h 323"/>
                <a:gd name="T40" fmla="*/ 437 w 493"/>
                <a:gd name="T41" fmla="*/ 61 h 323"/>
                <a:gd name="T42" fmla="*/ 423 w 493"/>
                <a:gd name="T43" fmla="*/ 48 h 323"/>
                <a:gd name="T44" fmla="*/ 417 w 493"/>
                <a:gd name="T45" fmla="*/ 43 h 323"/>
                <a:gd name="T46" fmla="*/ 338 w 493"/>
                <a:gd name="T47" fmla="*/ 17 h 323"/>
                <a:gd name="T48" fmla="*/ 321 w 493"/>
                <a:gd name="T49" fmla="*/ 20 h 323"/>
                <a:gd name="T50" fmla="*/ 308 w 493"/>
                <a:gd name="T51" fmla="*/ 21 h 323"/>
                <a:gd name="T52" fmla="*/ 287 w 493"/>
                <a:gd name="T53" fmla="*/ 14 h 323"/>
                <a:gd name="T54" fmla="*/ 263 w 493"/>
                <a:gd name="T55" fmla="*/ 4 h 323"/>
                <a:gd name="T56" fmla="*/ 245 w 493"/>
                <a:gd name="T57" fmla="*/ 1 h 323"/>
                <a:gd name="T58" fmla="*/ 219 w 493"/>
                <a:gd name="T59" fmla="*/ 1 h 323"/>
                <a:gd name="T60" fmla="*/ 191 w 493"/>
                <a:gd name="T61" fmla="*/ 4 h 323"/>
                <a:gd name="T62" fmla="*/ 161 w 493"/>
                <a:gd name="T63" fmla="*/ 8 h 323"/>
                <a:gd name="T64" fmla="*/ 131 w 493"/>
                <a:gd name="T65" fmla="*/ 15 h 323"/>
                <a:gd name="T66" fmla="*/ 104 w 493"/>
                <a:gd name="T67" fmla="*/ 24 h 323"/>
                <a:gd name="T68" fmla="*/ 82 w 493"/>
                <a:gd name="T69" fmla="*/ 36 h 323"/>
                <a:gd name="T70" fmla="*/ 64 w 493"/>
                <a:gd name="T71" fmla="*/ 52 h 323"/>
                <a:gd name="T72" fmla="*/ 40 w 493"/>
                <a:gd name="T73" fmla="*/ 86 h 323"/>
                <a:gd name="T74" fmla="*/ 17 w 493"/>
                <a:gd name="T75" fmla="*/ 131 h 323"/>
                <a:gd name="T76" fmla="*/ 2 w 493"/>
                <a:gd name="T77" fmla="*/ 182 h 323"/>
                <a:gd name="T78" fmla="*/ 4 w 493"/>
                <a:gd name="T79" fmla="*/ 248 h 323"/>
                <a:gd name="T80" fmla="*/ 26 w 493"/>
                <a:gd name="T81" fmla="*/ 304 h 323"/>
                <a:gd name="T82" fmla="*/ 160 w 493"/>
                <a:gd name="T83" fmla="*/ 184 h 323"/>
                <a:gd name="T84" fmla="*/ 321 w 493"/>
                <a:gd name="T85" fmla="*/ 16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3" h="323">
                  <a:moveTo>
                    <a:pt x="420" y="213"/>
                  </a:moveTo>
                  <a:lnTo>
                    <a:pt x="414" y="183"/>
                  </a:lnTo>
                  <a:lnTo>
                    <a:pt x="417" y="186"/>
                  </a:lnTo>
                  <a:lnTo>
                    <a:pt x="424" y="192"/>
                  </a:lnTo>
                  <a:lnTo>
                    <a:pt x="435" y="202"/>
                  </a:lnTo>
                  <a:lnTo>
                    <a:pt x="444" y="213"/>
                  </a:lnTo>
                  <a:lnTo>
                    <a:pt x="450" y="224"/>
                  </a:lnTo>
                  <a:lnTo>
                    <a:pt x="452" y="235"/>
                  </a:lnTo>
                  <a:lnTo>
                    <a:pt x="453" y="245"/>
                  </a:lnTo>
                  <a:lnTo>
                    <a:pt x="453" y="249"/>
                  </a:lnTo>
                  <a:lnTo>
                    <a:pt x="455" y="243"/>
                  </a:lnTo>
                  <a:lnTo>
                    <a:pt x="460" y="227"/>
                  </a:lnTo>
                  <a:lnTo>
                    <a:pt x="460" y="205"/>
                  </a:lnTo>
                  <a:lnTo>
                    <a:pt x="452" y="181"/>
                  </a:lnTo>
                  <a:lnTo>
                    <a:pt x="439" y="162"/>
                  </a:lnTo>
                  <a:lnTo>
                    <a:pt x="432" y="153"/>
                  </a:lnTo>
                  <a:lnTo>
                    <a:pt x="428" y="150"/>
                  </a:lnTo>
                  <a:lnTo>
                    <a:pt x="427" y="150"/>
                  </a:lnTo>
                  <a:lnTo>
                    <a:pt x="428" y="150"/>
                  </a:lnTo>
                  <a:lnTo>
                    <a:pt x="430" y="150"/>
                  </a:lnTo>
                  <a:lnTo>
                    <a:pt x="435" y="150"/>
                  </a:lnTo>
                  <a:lnTo>
                    <a:pt x="441" y="151"/>
                  </a:lnTo>
                  <a:lnTo>
                    <a:pt x="446" y="153"/>
                  </a:lnTo>
                  <a:lnTo>
                    <a:pt x="452" y="158"/>
                  </a:lnTo>
                  <a:lnTo>
                    <a:pt x="458" y="165"/>
                  </a:lnTo>
                  <a:lnTo>
                    <a:pt x="462" y="174"/>
                  </a:lnTo>
                  <a:lnTo>
                    <a:pt x="470" y="191"/>
                  </a:lnTo>
                  <a:lnTo>
                    <a:pt x="474" y="204"/>
                  </a:lnTo>
                  <a:lnTo>
                    <a:pt x="476" y="212"/>
                  </a:lnTo>
                  <a:lnTo>
                    <a:pt x="476" y="214"/>
                  </a:lnTo>
                  <a:lnTo>
                    <a:pt x="478" y="212"/>
                  </a:lnTo>
                  <a:lnTo>
                    <a:pt x="482" y="204"/>
                  </a:lnTo>
                  <a:lnTo>
                    <a:pt x="488" y="192"/>
                  </a:lnTo>
                  <a:lnTo>
                    <a:pt x="492" y="177"/>
                  </a:lnTo>
                  <a:lnTo>
                    <a:pt x="493" y="159"/>
                  </a:lnTo>
                  <a:lnTo>
                    <a:pt x="491" y="138"/>
                  </a:lnTo>
                  <a:lnTo>
                    <a:pt x="482" y="115"/>
                  </a:lnTo>
                  <a:lnTo>
                    <a:pt x="466" y="91"/>
                  </a:lnTo>
                  <a:lnTo>
                    <a:pt x="460" y="84"/>
                  </a:lnTo>
                  <a:lnTo>
                    <a:pt x="452" y="77"/>
                  </a:lnTo>
                  <a:lnTo>
                    <a:pt x="444" y="69"/>
                  </a:lnTo>
                  <a:lnTo>
                    <a:pt x="437" y="61"/>
                  </a:lnTo>
                  <a:lnTo>
                    <a:pt x="429" y="54"/>
                  </a:lnTo>
                  <a:lnTo>
                    <a:pt x="423" y="48"/>
                  </a:lnTo>
                  <a:lnTo>
                    <a:pt x="419" y="44"/>
                  </a:lnTo>
                  <a:lnTo>
                    <a:pt x="417" y="43"/>
                  </a:lnTo>
                  <a:lnTo>
                    <a:pt x="353" y="17"/>
                  </a:lnTo>
                  <a:lnTo>
                    <a:pt x="338" y="17"/>
                  </a:lnTo>
                  <a:lnTo>
                    <a:pt x="328" y="19"/>
                  </a:lnTo>
                  <a:lnTo>
                    <a:pt x="321" y="20"/>
                  </a:lnTo>
                  <a:lnTo>
                    <a:pt x="315" y="21"/>
                  </a:lnTo>
                  <a:lnTo>
                    <a:pt x="308" y="21"/>
                  </a:lnTo>
                  <a:lnTo>
                    <a:pt x="299" y="19"/>
                  </a:lnTo>
                  <a:lnTo>
                    <a:pt x="287" y="14"/>
                  </a:lnTo>
                  <a:lnTo>
                    <a:pt x="270" y="6"/>
                  </a:lnTo>
                  <a:lnTo>
                    <a:pt x="263" y="4"/>
                  </a:lnTo>
                  <a:lnTo>
                    <a:pt x="255" y="1"/>
                  </a:lnTo>
                  <a:lnTo>
                    <a:pt x="245" y="1"/>
                  </a:lnTo>
                  <a:lnTo>
                    <a:pt x="233" y="0"/>
                  </a:lnTo>
                  <a:lnTo>
                    <a:pt x="219" y="1"/>
                  </a:lnTo>
                  <a:lnTo>
                    <a:pt x="206" y="1"/>
                  </a:lnTo>
                  <a:lnTo>
                    <a:pt x="191" y="4"/>
                  </a:lnTo>
                  <a:lnTo>
                    <a:pt x="176" y="6"/>
                  </a:lnTo>
                  <a:lnTo>
                    <a:pt x="161" y="8"/>
                  </a:lnTo>
                  <a:lnTo>
                    <a:pt x="146" y="12"/>
                  </a:lnTo>
                  <a:lnTo>
                    <a:pt x="131" y="15"/>
                  </a:lnTo>
                  <a:lnTo>
                    <a:pt x="117" y="20"/>
                  </a:lnTo>
                  <a:lnTo>
                    <a:pt x="104" y="24"/>
                  </a:lnTo>
                  <a:lnTo>
                    <a:pt x="93" y="30"/>
                  </a:lnTo>
                  <a:lnTo>
                    <a:pt x="82" y="36"/>
                  </a:lnTo>
                  <a:lnTo>
                    <a:pt x="74" y="42"/>
                  </a:lnTo>
                  <a:lnTo>
                    <a:pt x="64" y="52"/>
                  </a:lnTo>
                  <a:lnTo>
                    <a:pt x="53" y="67"/>
                  </a:lnTo>
                  <a:lnTo>
                    <a:pt x="40" y="86"/>
                  </a:lnTo>
                  <a:lnTo>
                    <a:pt x="28" y="108"/>
                  </a:lnTo>
                  <a:lnTo>
                    <a:pt x="17" y="131"/>
                  </a:lnTo>
                  <a:lnTo>
                    <a:pt x="8" y="157"/>
                  </a:lnTo>
                  <a:lnTo>
                    <a:pt x="2" y="182"/>
                  </a:lnTo>
                  <a:lnTo>
                    <a:pt x="0" y="206"/>
                  </a:lnTo>
                  <a:lnTo>
                    <a:pt x="4" y="248"/>
                  </a:lnTo>
                  <a:lnTo>
                    <a:pt x="15" y="280"/>
                  </a:lnTo>
                  <a:lnTo>
                    <a:pt x="26" y="304"/>
                  </a:lnTo>
                  <a:lnTo>
                    <a:pt x="33" y="323"/>
                  </a:lnTo>
                  <a:lnTo>
                    <a:pt x="160" y="184"/>
                  </a:lnTo>
                  <a:lnTo>
                    <a:pt x="203" y="156"/>
                  </a:lnTo>
                  <a:lnTo>
                    <a:pt x="321" y="168"/>
                  </a:lnTo>
                  <a:lnTo>
                    <a:pt x="420" y="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12"/>
            <p:cNvSpPr>
              <a:spLocks/>
            </p:cNvSpPr>
            <p:nvPr/>
          </p:nvSpPr>
          <p:spPr bwMode="auto">
            <a:xfrm>
              <a:off x="766763" y="2085976"/>
              <a:ext cx="323850" cy="344488"/>
            </a:xfrm>
            <a:custGeom>
              <a:avLst/>
              <a:gdLst>
                <a:gd name="T0" fmla="*/ 403 w 409"/>
                <a:gd name="T1" fmla="*/ 63 h 433"/>
                <a:gd name="T2" fmla="*/ 407 w 409"/>
                <a:gd name="T3" fmla="*/ 87 h 433"/>
                <a:gd name="T4" fmla="*/ 406 w 409"/>
                <a:gd name="T5" fmla="*/ 92 h 433"/>
                <a:gd name="T6" fmla="*/ 403 w 409"/>
                <a:gd name="T7" fmla="*/ 102 h 433"/>
                <a:gd name="T8" fmla="*/ 396 w 409"/>
                <a:gd name="T9" fmla="*/ 115 h 433"/>
                <a:gd name="T10" fmla="*/ 386 w 409"/>
                <a:gd name="T11" fmla="*/ 125 h 433"/>
                <a:gd name="T12" fmla="*/ 387 w 409"/>
                <a:gd name="T13" fmla="*/ 128 h 433"/>
                <a:gd name="T14" fmla="*/ 390 w 409"/>
                <a:gd name="T15" fmla="*/ 135 h 433"/>
                <a:gd name="T16" fmla="*/ 396 w 409"/>
                <a:gd name="T17" fmla="*/ 145 h 433"/>
                <a:gd name="T18" fmla="*/ 400 w 409"/>
                <a:gd name="T19" fmla="*/ 158 h 433"/>
                <a:gd name="T20" fmla="*/ 405 w 409"/>
                <a:gd name="T21" fmla="*/ 171 h 433"/>
                <a:gd name="T22" fmla="*/ 409 w 409"/>
                <a:gd name="T23" fmla="*/ 184 h 433"/>
                <a:gd name="T24" fmla="*/ 409 w 409"/>
                <a:gd name="T25" fmla="*/ 197 h 433"/>
                <a:gd name="T26" fmla="*/ 405 w 409"/>
                <a:gd name="T27" fmla="*/ 207 h 433"/>
                <a:gd name="T28" fmla="*/ 403 w 409"/>
                <a:gd name="T29" fmla="*/ 212 h 433"/>
                <a:gd name="T30" fmla="*/ 395 w 409"/>
                <a:gd name="T31" fmla="*/ 222 h 433"/>
                <a:gd name="T32" fmla="*/ 386 w 409"/>
                <a:gd name="T33" fmla="*/ 239 h 433"/>
                <a:gd name="T34" fmla="*/ 375 w 409"/>
                <a:gd name="T35" fmla="*/ 260 h 433"/>
                <a:gd name="T36" fmla="*/ 366 w 409"/>
                <a:gd name="T37" fmla="*/ 283 h 433"/>
                <a:gd name="T38" fmla="*/ 359 w 409"/>
                <a:gd name="T39" fmla="*/ 306 h 433"/>
                <a:gd name="T40" fmla="*/ 357 w 409"/>
                <a:gd name="T41" fmla="*/ 330 h 433"/>
                <a:gd name="T42" fmla="*/ 361 w 409"/>
                <a:gd name="T43" fmla="*/ 351 h 433"/>
                <a:gd name="T44" fmla="*/ 346 w 409"/>
                <a:gd name="T45" fmla="*/ 363 h 433"/>
                <a:gd name="T46" fmla="*/ 276 w 409"/>
                <a:gd name="T47" fmla="*/ 373 h 433"/>
                <a:gd name="T48" fmla="*/ 246 w 409"/>
                <a:gd name="T49" fmla="*/ 433 h 433"/>
                <a:gd name="T50" fmla="*/ 0 w 409"/>
                <a:gd name="T51" fmla="*/ 380 h 433"/>
                <a:gd name="T52" fmla="*/ 22 w 409"/>
                <a:gd name="T53" fmla="*/ 280 h 433"/>
                <a:gd name="T54" fmla="*/ 29 w 409"/>
                <a:gd name="T55" fmla="*/ 231 h 433"/>
                <a:gd name="T56" fmla="*/ 28 w 409"/>
                <a:gd name="T57" fmla="*/ 228 h 433"/>
                <a:gd name="T58" fmla="*/ 26 w 409"/>
                <a:gd name="T59" fmla="*/ 220 h 433"/>
                <a:gd name="T60" fmla="*/ 24 w 409"/>
                <a:gd name="T61" fmla="*/ 207 h 433"/>
                <a:gd name="T62" fmla="*/ 23 w 409"/>
                <a:gd name="T63" fmla="*/ 191 h 433"/>
                <a:gd name="T64" fmla="*/ 24 w 409"/>
                <a:gd name="T65" fmla="*/ 173 h 433"/>
                <a:gd name="T66" fmla="*/ 26 w 409"/>
                <a:gd name="T67" fmla="*/ 152 h 433"/>
                <a:gd name="T68" fmla="*/ 33 w 409"/>
                <a:gd name="T69" fmla="*/ 131 h 433"/>
                <a:gd name="T70" fmla="*/ 45 w 409"/>
                <a:gd name="T71" fmla="*/ 110 h 433"/>
                <a:gd name="T72" fmla="*/ 45 w 409"/>
                <a:gd name="T73" fmla="*/ 109 h 433"/>
                <a:gd name="T74" fmla="*/ 45 w 409"/>
                <a:gd name="T75" fmla="*/ 106 h 433"/>
                <a:gd name="T76" fmla="*/ 46 w 409"/>
                <a:gd name="T77" fmla="*/ 101 h 433"/>
                <a:gd name="T78" fmla="*/ 47 w 409"/>
                <a:gd name="T79" fmla="*/ 94 h 433"/>
                <a:gd name="T80" fmla="*/ 49 w 409"/>
                <a:gd name="T81" fmla="*/ 86 h 433"/>
                <a:gd name="T82" fmla="*/ 54 w 409"/>
                <a:gd name="T83" fmla="*/ 77 h 433"/>
                <a:gd name="T84" fmla="*/ 60 w 409"/>
                <a:gd name="T85" fmla="*/ 68 h 433"/>
                <a:gd name="T86" fmla="*/ 68 w 409"/>
                <a:gd name="T87" fmla="*/ 57 h 433"/>
                <a:gd name="T88" fmla="*/ 78 w 409"/>
                <a:gd name="T89" fmla="*/ 47 h 433"/>
                <a:gd name="T90" fmla="*/ 91 w 409"/>
                <a:gd name="T91" fmla="*/ 38 h 433"/>
                <a:gd name="T92" fmla="*/ 107 w 409"/>
                <a:gd name="T93" fmla="*/ 27 h 433"/>
                <a:gd name="T94" fmla="*/ 127 w 409"/>
                <a:gd name="T95" fmla="*/ 19 h 433"/>
                <a:gd name="T96" fmla="*/ 150 w 409"/>
                <a:gd name="T97" fmla="*/ 12 h 433"/>
                <a:gd name="T98" fmla="*/ 176 w 409"/>
                <a:gd name="T99" fmla="*/ 7 h 433"/>
                <a:gd name="T100" fmla="*/ 208 w 409"/>
                <a:gd name="T101" fmla="*/ 2 h 433"/>
                <a:gd name="T102" fmla="*/ 244 w 409"/>
                <a:gd name="T103" fmla="*/ 0 h 433"/>
                <a:gd name="T104" fmla="*/ 247 w 409"/>
                <a:gd name="T105" fmla="*/ 0 h 433"/>
                <a:gd name="T106" fmla="*/ 258 w 409"/>
                <a:gd name="T107" fmla="*/ 2 h 433"/>
                <a:gd name="T108" fmla="*/ 274 w 409"/>
                <a:gd name="T109" fmla="*/ 4 h 433"/>
                <a:gd name="T110" fmla="*/ 295 w 409"/>
                <a:gd name="T111" fmla="*/ 10 h 433"/>
                <a:gd name="T112" fmla="*/ 319 w 409"/>
                <a:gd name="T113" fmla="*/ 18 h 433"/>
                <a:gd name="T114" fmla="*/ 345 w 409"/>
                <a:gd name="T115" fmla="*/ 29 h 433"/>
                <a:gd name="T116" fmla="*/ 374 w 409"/>
                <a:gd name="T117" fmla="*/ 44 h 433"/>
                <a:gd name="T118" fmla="*/ 403 w 409"/>
                <a:gd name="T119" fmla="*/ 6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9" h="433">
                  <a:moveTo>
                    <a:pt x="403" y="63"/>
                  </a:moveTo>
                  <a:lnTo>
                    <a:pt x="407" y="87"/>
                  </a:lnTo>
                  <a:lnTo>
                    <a:pt x="406" y="92"/>
                  </a:lnTo>
                  <a:lnTo>
                    <a:pt x="403" y="102"/>
                  </a:lnTo>
                  <a:lnTo>
                    <a:pt x="396" y="115"/>
                  </a:lnTo>
                  <a:lnTo>
                    <a:pt x="386" y="125"/>
                  </a:lnTo>
                  <a:lnTo>
                    <a:pt x="387" y="128"/>
                  </a:lnTo>
                  <a:lnTo>
                    <a:pt x="390" y="135"/>
                  </a:lnTo>
                  <a:lnTo>
                    <a:pt x="396" y="145"/>
                  </a:lnTo>
                  <a:lnTo>
                    <a:pt x="400" y="158"/>
                  </a:lnTo>
                  <a:lnTo>
                    <a:pt x="405" y="171"/>
                  </a:lnTo>
                  <a:lnTo>
                    <a:pt x="409" y="184"/>
                  </a:lnTo>
                  <a:lnTo>
                    <a:pt x="409" y="197"/>
                  </a:lnTo>
                  <a:lnTo>
                    <a:pt x="405" y="207"/>
                  </a:lnTo>
                  <a:lnTo>
                    <a:pt x="403" y="212"/>
                  </a:lnTo>
                  <a:lnTo>
                    <a:pt x="395" y="222"/>
                  </a:lnTo>
                  <a:lnTo>
                    <a:pt x="386" y="239"/>
                  </a:lnTo>
                  <a:lnTo>
                    <a:pt x="375" y="260"/>
                  </a:lnTo>
                  <a:lnTo>
                    <a:pt x="366" y="283"/>
                  </a:lnTo>
                  <a:lnTo>
                    <a:pt x="359" y="306"/>
                  </a:lnTo>
                  <a:lnTo>
                    <a:pt x="357" y="330"/>
                  </a:lnTo>
                  <a:lnTo>
                    <a:pt x="361" y="351"/>
                  </a:lnTo>
                  <a:lnTo>
                    <a:pt x="346" y="363"/>
                  </a:lnTo>
                  <a:lnTo>
                    <a:pt x="276" y="373"/>
                  </a:lnTo>
                  <a:lnTo>
                    <a:pt x="246" y="433"/>
                  </a:lnTo>
                  <a:lnTo>
                    <a:pt x="0" y="380"/>
                  </a:lnTo>
                  <a:lnTo>
                    <a:pt x="22" y="280"/>
                  </a:lnTo>
                  <a:lnTo>
                    <a:pt x="29" y="231"/>
                  </a:lnTo>
                  <a:lnTo>
                    <a:pt x="28" y="228"/>
                  </a:lnTo>
                  <a:lnTo>
                    <a:pt x="26" y="220"/>
                  </a:lnTo>
                  <a:lnTo>
                    <a:pt x="24" y="207"/>
                  </a:lnTo>
                  <a:lnTo>
                    <a:pt x="23" y="191"/>
                  </a:lnTo>
                  <a:lnTo>
                    <a:pt x="24" y="173"/>
                  </a:lnTo>
                  <a:lnTo>
                    <a:pt x="26" y="152"/>
                  </a:lnTo>
                  <a:lnTo>
                    <a:pt x="33" y="131"/>
                  </a:lnTo>
                  <a:lnTo>
                    <a:pt x="45" y="110"/>
                  </a:lnTo>
                  <a:lnTo>
                    <a:pt x="45" y="109"/>
                  </a:lnTo>
                  <a:lnTo>
                    <a:pt x="45" y="106"/>
                  </a:lnTo>
                  <a:lnTo>
                    <a:pt x="46" y="101"/>
                  </a:lnTo>
                  <a:lnTo>
                    <a:pt x="47" y="94"/>
                  </a:lnTo>
                  <a:lnTo>
                    <a:pt x="49" y="86"/>
                  </a:lnTo>
                  <a:lnTo>
                    <a:pt x="54" y="77"/>
                  </a:lnTo>
                  <a:lnTo>
                    <a:pt x="60" y="68"/>
                  </a:lnTo>
                  <a:lnTo>
                    <a:pt x="68" y="57"/>
                  </a:lnTo>
                  <a:lnTo>
                    <a:pt x="78" y="47"/>
                  </a:lnTo>
                  <a:lnTo>
                    <a:pt x="91" y="38"/>
                  </a:lnTo>
                  <a:lnTo>
                    <a:pt x="107" y="27"/>
                  </a:lnTo>
                  <a:lnTo>
                    <a:pt x="127" y="19"/>
                  </a:lnTo>
                  <a:lnTo>
                    <a:pt x="150" y="12"/>
                  </a:lnTo>
                  <a:lnTo>
                    <a:pt x="176" y="7"/>
                  </a:lnTo>
                  <a:lnTo>
                    <a:pt x="208" y="2"/>
                  </a:lnTo>
                  <a:lnTo>
                    <a:pt x="244" y="0"/>
                  </a:lnTo>
                  <a:lnTo>
                    <a:pt x="247" y="0"/>
                  </a:lnTo>
                  <a:lnTo>
                    <a:pt x="258" y="2"/>
                  </a:lnTo>
                  <a:lnTo>
                    <a:pt x="274" y="4"/>
                  </a:lnTo>
                  <a:lnTo>
                    <a:pt x="295" y="10"/>
                  </a:lnTo>
                  <a:lnTo>
                    <a:pt x="319" y="18"/>
                  </a:lnTo>
                  <a:lnTo>
                    <a:pt x="345" y="29"/>
                  </a:lnTo>
                  <a:lnTo>
                    <a:pt x="374" y="44"/>
                  </a:lnTo>
                  <a:lnTo>
                    <a:pt x="403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13"/>
            <p:cNvSpPr>
              <a:spLocks/>
            </p:cNvSpPr>
            <p:nvPr/>
          </p:nvSpPr>
          <p:spPr bwMode="auto">
            <a:xfrm>
              <a:off x="1031875" y="2139951"/>
              <a:ext cx="47625" cy="33338"/>
            </a:xfrm>
            <a:custGeom>
              <a:avLst/>
              <a:gdLst>
                <a:gd name="T0" fmla="*/ 59 w 59"/>
                <a:gd name="T1" fmla="*/ 27 h 41"/>
                <a:gd name="T2" fmla="*/ 59 w 59"/>
                <a:gd name="T3" fmla="*/ 26 h 41"/>
                <a:gd name="T4" fmla="*/ 57 w 59"/>
                <a:gd name="T5" fmla="*/ 22 h 41"/>
                <a:gd name="T6" fmla="*/ 55 w 59"/>
                <a:gd name="T7" fmla="*/ 17 h 41"/>
                <a:gd name="T8" fmla="*/ 52 w 59"/>
                <a:gd name="T9" fmla="*/ 11 h 41"/>
                <a:gd name="T10" fmla="*/ 46 w 59"/>
                <a:gd name="T11" fmla="*/ 5 h 41"/>
                <a:gd name="T12" fmla="*/ 39 w 59"/>
                <a:gd name="T13" fmla="*/ 2 h 41"/>
                <a:gd name="T14" fmla="*/ 29 w 59"/>
                <a:gd name="T15" fmla="*/ 0 h 41"/>
                <a:gd name="T16" fmla="*/ 15 w 59"/>
                <a:gd name="T17" fmla="*/ 2 h 41"/>
                <a:gd name="T18" fmla="*/ 0 w 59"/>
                <a:gd name="T19" fmla="*/ 24 h 41"/>
                <a:gd name="T20" fmla="*/ 2 w 59"/>
                <a:gd name="T21" fmla="*/ 24 h 41"/>
                <a:gd name="T22" fmla="*/ 7 w 59"/>
                <a:gd name="T23" fmla="*/ 23 h 41"/>
                <a:gd name="T24" fmla="*/ 13 w 59"/>
                <a:gd name="T25" fmla="*/ 22 h 41"/>
                <a:gd name="T26" fmla="*/ 21 w 59"/>
                <a:gd name="T27" fmla="*/ 20 h 41"/>
                <a:gd name="T28" fmla="*/ 29 w 59"/>
                <a:gd name="T29" fmla="*/ 22 h 41"/>
                <a:gd name="T30" fmla="*/ 36 w 59"/>
                <a:gd name="T31" fmla="*/ 25 h 41"/>
                <a:gd name="T32" fmla="*/ 41 w 59"/>
                <a:gd name="T33" fmla="*/ 32 h 41"/>
                <a:gd name="T34" fmla="*/ 44 w 59"/>
                <a:gd name="T35" fmla="*/ 41 h 41"/>
                <a:gd name="T36" fmla="*/ 45 w 59"/>
                <a:gd name="T37" fmla="*/ 41 h 41"/>
                <a:gd name="T38" fmla="*/ 48 w 59"/>
                <a:gd name="T39" fmla="*/ 40 h 41"/>
                <a:gd name="T40" fmla="*/ 53 w 59"/>
                <a:gd name="T41" fmla="*/ 35 h 41"/>
                <a:gd name="T42" fmla="*/ 59 w 59"/>
                <a:gd name="T43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41">
                  <a:moveTo>
                    <a:pt x="59" y="27"/>
                  </a:moveTo>
                  <a:lnTo>
                    <a:pt x="59" y="26"/>
                  </a:lnTo>
                  <a:lnTo>
                    <a:pt x="57" y="22"/>
                  </a:lnTo>
                  <a:lnTo>
                    <a:pt x="55" y="17"/>
                  </a:lnTo>
                  <a:lnTo>
                    <a:pt x="52" y="11"/>
                  </a:lnTo>
                  <a:lnTo>
                    <a:pt x="46" y="5"/>
                  </a:lnTo>
                  <a:lnTo>
                    <a:pt x="39" y="2"/>
                  </a:lnTo>
                  <a:lnTo>
                    <a:pt x="29" y="0"/>
                  </a:lnTo>
                  <a:lnTo>
                    <a:pt x="15" y="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7" y="23"/>
                  </a:lnTo>
                  <a:lnTo>
                    <a:pt x="13" y="22"/>
                  </a:lnTo>
                  <a:lnTo>
                    <a:pt x="21" y="20"/>
                  </a:lnTo>
                  <a:lnTo>
                    <a:pt x="29" y="22"/>
                  </a:lnTo>
                  <a:lnTo>
                    <a:pt x="36" y="25"/>
                  </a:lnTo>
                  <a:lnTo>
                    <a:pt x="41" y="32"/>
                  </a:lnTo>
                  <a:lnTo>
                    <a:pt x="44" y="41"/>
                  </a:lnTo>
                  <a:lnTo>
                    <a:pt x="45" y="41"/>
                  </a:lnTo>
                  <a:lnTo>
                    <a:pt x="48" y="40"/>
                  </a:lnTo>
                  <a:lnTo>
                    <a:pt x="53" y="35"/>
                  </a:lnTo>
                  <a:lnTo>
                    <a:pt x="59" y="27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14"/>
            <p:cNvSpPr>
              <a:spLocks/>
            </p:cNvSpPr>
            <p:nvPr/>
          </p:nvSpPr>
          <p:spPr bwMode="auto">
            <a:xfrm>
              <a:off x="795338" y="2101851"/>
              <a:ext cx="257175" cy="254000"/>
            </a:xfrm>
            <a:custGeom>
              <a:avLst/>
              <a:gdLst>
                <a:gd name="T0" fmla="*/ 285 w 322"/>
                <a:gd name="T1" fmla="*/ 68 h 319"/>
                <a:gd name="T2" fmla="*/ 296 w 322"/>
                <a:gd name="T3" fmla="*/ 86 h 319"/>
                <a:gd name="T4" fmla="*/ 308 w 322"/>
                <a:gd name="T5" fmla="*/ 111 h 319"/>
                <a:gd name="T6" fmla="*/ 320 w 322"/>
                <a:gd name="T7" fmla="*/ 133 h 319"/>
                <a:gd name="T8" fmla="*/ 277 w 322"/>
                <a:gd name="T9" fmla="*/ 151 h 319"/>
                <a:gd name="T10" fmla="*/ 278 w 322"/>
                <a:gd name="T11" fmla="*/ 181 h 319"/>
                <a:gd name="T12" fmla="*/ 267 w 322"/>
                <a:gd name="T13" fmla="*/ 185 h 319"/>
                <a:gd name="T14" fmla="*/ 246 w 322"/>
                <a:gd name="T15" fmla="*/ 197 h 319"/>
                <a:gd name="T16" fmla="*/ 236 w 322"/>
                <a:gd name="T17" fmla="*/ 204 h 319"/>
                <a:gd name="T18" fmla="*/ 220 w 322"/>
                <a:gd name="T19" fmla="*/ 211 h 319"/>
                <a:gd name="T20" fmla="*/ 224 w 322"/>
                <a:gd name="T21" fmla="*/ 216 h 319"/>
                <a:gd name="T22" fmla="*/ 238 w 322"/>
                <a:gd name="T23" fmla="*/ 228 h 319"/>
                <a:gd name="T24" fmla="*/ 261 w 322"/>
                <a:gd name="T25" fmla="*/ 241 h 319"/>
                <a:gd name="T26" fmla="*/ 292 w 322"/>
                <a:gd name="T27" fmla="*/ 249 h 319"/>
                <a:gd name="T28" fmla="*/ 299 w 322"/>
                <a:gd name="T29" fmla="*/ 299 h 319"/>
                <a:gd name="T30" fmla="*/ 279 w 322"/>
                <a:gd name="T31" fmla="*/ 319 h 319"/>
                <a:gd name="T32" fmla="*/ 269 w 322"/>
                <a:gd name="T33" fmla="*/ 319 h 319"/>
                <a:gd name="T34" fmla="*/ 250 w 322"/>
                <a:gd name="T35" fmla="*/ 317 h 319"/>
                <a:gd name="T36" fmla="*/ 224 w 322"/>
                <a:gd name="T37" fmla="*/ 313 h 319"/>
                <a:gd name="T38" fmla="*/ 192 w 322"/>
                <a:gd name="T39" fmla="*/ 304 h 319"/>
                <a:gd name="T40" fmla="*/ 155 w 322"/>
                <a:gd name="T41" fmla="*/ 292 h 319"/>
                <a:gd name="T42" fmla="*/ 116 w 322"/>
                <a:gd name="T43" fmla="*/ 273 h 319"/>
                <a:gd name="T44" fmla="*/ 76 w 322"/>
                <a:gd name="T45" fmla="*/ 248 h 319"/>
                <a:gd name="T46" fmla="*/ 42 w 322"/>
                <a:gd name="T47" fmla="*/ 201 h 319"/>
                <a:gd name="T48" fmla="*/ 39 w 322"/>
                <a:gd name="T49" fmla="*/ 203 h 319"/>
                <a:gd name="T50" fmla="*/ 31 w 322"/>
                <a:gd name="T51" fmla="*/ 208 h 319"/>
                <a:gd name="T52" fmla="*/ 20 w 322"/>
                <a:gd name="T53" fmla="*/ 208 h 319"/>
                <a:gd name="T54" fmla="*/ 8 w 322"/>
                <a:gd name="T55" fmla="*/ 199 h 319"/>
                <a:gd name="T56" fmla="*/ 0 w 322"/>
                <a:gd name="T57" fmla="*/ 171 h 319"/>
                <a:gd name="T58" fmla="*/ 10 w 322"/>
                <a:gd name="T59" fmla="*/ 112 h 319"/>
                <a:gd name="T60" fmla="*/ 14 w 322"/>
                <a:gd name="T61" fmla="*/ 108 h 319"/>
                <a:gd name="T62" fmla="*/ 24 w 322"/>
                <a:gd name="T63" fmla="*/ 99 h 319"/>
                <a:gd name="T64" fmla="*/ 40 w 322"/>
                <a:gd name="T65" fmla="*/ 98 h 319"/>
                <a:gd name="T66" fmla="*/ 58 w 322"/>
                <a:gd name="T67" fmla="*/ 113 h 319"/>
                <a:gd name="T68" fmla="*/ 66 w 322"/>
                <a:gd name="T69" fmla="*/ 144 h 319"/>
                <a:gd name="T70" fmla="*/ 70 w 322"/>
                <a:gd name="T71" fmla="*/ 141 h 319"/>
                <a:gd name="T72" fmla="*/ 73 w 322"/>
                <a:gd name="T73" fmla="*/ 134 h 319"/>
                <a:gd name="T74" fmla="*/ 80 w 322"/>
                <a:gd name="T75" fmla="*/ 124 h 319"/>
                <a:gd name="T76" fmla="*/ 91 w 322"/>
                <a:gd name="T77" fmla="*/ 111 h 319"/>
                <a:gd name="T78" fmla="*/ 102 w 322"/>
                <a:gd name="T79" fmla="*/ 99 h 319"/>
                <a:gd name="T80" fmla="*/ 117 w 322"/>
                <a:gd name="T81" fmla="*/ 84 h 319"/>
                <a:gd name="T82" fmla="*/ 125 w 322"/>
                <a:gd name="T83" fmla="*/ 55 h 319"/>
                <a:gd name="T84" fmla="*/ 129 w 322"/>
                <a:gd name="T85" fmla="*/ 33 h 319"/>
                <a:gd name="T86" fmla="*/ 142 w 322"/>
                <a:gd name="T87" fmla="*/ 14 h 319"/>
                <a:gd name="T88" fmla="*/ 160 w 322"/>
                <a:gd name="T89" fmla="*/ 5 h 319"/>
                <a:gd name="T90" fmla="*/ 168 w 322"/>
                <a:gd name="T91" fmla="*/ 3 h 319"/>
                <a:gd name="T92" fmla="*/ 190 w 322"/>
                <a:gd name="T93" fmla="*/ 0 h 319"/>
                <a:gd name="T94" fmla="*/ 223 w 322"/>
                <a:gd name="T95" fmla="*/ 7 h 319"/>
                <a:gd name="T96" fmla="*/ 263 w 322"/>
                <a:gd name="T97" fmla="*/ 29 h 319"/>
                <a:gd name="T98" fmla="*/ 241 w 322"/>
                <a:gd name="T99" fmla="*/ 57 h 319"/>
                <a:gd name="T100" fmla="*/ 231 w 322"/>
                <a:gd name="T101" fmla="*/ 48 h 319"/>
                <a:gd name="T102" fmla="*/ 210 w 322"/>
                <a:gd name="T103" fmla="*/ 38 h 319"/>
                <a:gd name="T104" fmla="*/ 180 w 322"/>
                <a:gd name="T105" fmla="*/ 44 h 319"/>
                <a:gd name="T106" fmla="*/ 164 w 322"/>
                <a:gd name="T107" fmla="*/ 59 h 319"/>
                <a:gd name="T108" fmla="*/ 177 w 322"/>
                <a:gd name="T109" fmla="*/ 70 h 319"/>
                <a:gd name="T110" fmla="*/ 199 w 322"/>
                <a:gd name="T111" fmla="*/ 81 h 319"/>
                <a:gd name="T112" fmla="*/ 226 w 322"/>
                <a:gd name="T113" fmla="*/ 84 h 319"/>
                <a:gd name="T114" fmla="*/ 284 w 322"/>
                <a:gd name="T115" fmla="*/ 66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22" h="319">
                  <a:moveTo>
                    <a:pt x="284" y="66"/>
                  </a:moveTo>
                  <a:lnTo>
                    <a:pt x="285" y="68"/>
                  </a:lnTo>
                  <a:lnTo>
                    <a:pt x="290" y="75"/>
                  </a:lnTo>
                  <a:lnTo>
                    <a:pt x="296" y="86"/>
                  </a:lnTo>
                  <a:lnTo>
                    <a:pt x="301" y="98"/>
                  </a:lnTo>
                  <a:lnTo>
                    <a:pt x="308" y="111"/>
                  </a:lnTo>
                  <a:lnTo>
                    <a:pt x="315" y="122"/>
                  </a:lnTo>
                  <a:lnTo>
                    <a:pt x="320" y="133"/>
                  </a:lnTo>
                  <a:lnTo>
                    <a:pt x="322" y="141"/>
                  </a:lnTo>
                  <a:lnTo>
                    <a:pt x="277" y="151"/>
                  </a:lnTo>
                  <a:lnTo>
                    <a:pt x="297" y="189"/>
                  </a:lnTo>
                  <a:lnTo>
                    <a:pt x="278" y="181"/>
                  </a:lnTo>
                  <a:lnTo>
                    <a:pt x="275" y="182"/>
                  </a:lnTo>
                  <a:lnTo>
                    <a:pt x="267" y="185"/>
                  </a:lnTo>
                  <a:lnTo>
                    <a:pt x="256" y="190"/>
                  </a:lnTo>
                  <a:lnTo>
                    <a:pt x="246" y="197"/>
                  </a:lnTo>
                  <a:lnTo>
                    <a:pt x="243" y="200"/>
                  </a:lnTo>
                  <a:lnTo>
                    <a:pt x="236" y="204"/>
                  </a:lnTo>
                  <a:lnTo>
                    <a:pt x="226" y="209"/>
                  </a:lnTo>
                  <a:lnTo>
                    <a:pt x="220" y="211"/>
                  </a:lnTo>
                  <a:lnTo>
                    <a:pt x="221" y="212"/>
                  </a:lnTo>
                  <a:lnTo>
                    <a:pt x="224" y="216"/>
                  </a:lnTo>
                  <a:lnTo>
                    <a:pt x="230" y="222"/>
                  </a:lnTo>
                  <a:lnTo>
                    <a:pt x="238" y="228"/>
                  </a:lnTo>
                  <a:lnTo>
                    <a:pt x="248" y="234"/>
                  </a:lnTo>
                  <a:lnTo>
                    <a:pt x="261" y="241"/>
                  </a:lnTo>
                  <a:lnTo>
                    <a:pt x="276" y="246"/>
                  </a:lnTo>
                  <a:lnTo>
                    <a:pt x="292" y="249"/>
                  </a:lnTo>
                  <a:lnTo>
                    <a:pt x="290" y="260"/>
                  </a:lnTo>
                  <a:lnTo>
                    <a:pt x="299" y="299"/>
                  </a:lnTo>
                  <a:lnTo>
                    <a:pt x="281" y="319"/>
                  </a:lnTo>
                  <a:lnTo>
                    <a:pt x="279" y="319"/>
                  </a:lnTo>
                  <a:lnTo>
                    <a:pt x="275" y="319"/>
                  </a:lnTo>
                  <a:lnTo>
                    <a:pt x="269" y="319"/>
                  </a:lnTo>
                  <a:lnTo>
                    <a:pt x="261" y="318"/>
                  </a:lnTo>
                  <a:lnTo>
                    <a:pt x="250" y="317"/>
                  </a:lnTo>
                  <a:lnTo>
                    <a:pt x="238" y="315"/>
                  </a:lnTo>
                  <a:lnTo>
                    <a:pt x="224" y="313"/>
                  </a:lnTo>
                  <a:lnTo>
                    <a:pt x="208" y="309"/>
                  </a:lnTo>
                  <a:lnTo>
                    <a:pt x="192" y="304"/>
                  </a:lnTo>
                  <a:lnTo>
                    <a:pt x="174" y="299"/>
                  </a:lnTo>
                  <a:lnTo>
                    <a:pt x="155" y="292"/>
                  </a:lnTo>
                  <a:lnTo>
                    <a:pt x="136" y="283"/>
                  </a:lnTo>
                  <a:lnTo>
                    <a:pt x="116" y="273"/>
                  </a:lnTo>
                  <a:lnTo>
                    <a:pt x="95" y="262"/>
                  </a:lnTo>
                  <a:lnTo>
                    <a:pt x="76" y="248"/>
                  </a:lnTo>
                  <a:lnTo>
                    <a:pt x="55" y="233"/>
                  </a:lnTo>
                  <a:lnTo>
                    <a:pt x="42" y="201"/>
                  </a:lnTo>
                  <a:lnTo>
                    <a:pt x="41" y="202"/>
                  </a:lnTo>
                  <a:lnTo>
                    <a:pt x="39" y="203"/>
                  </a:lnTo>
                  <a:lnTo>
                    <a:pt x="35" y="205"/>
                  </a:lnTo>
                  <a:lnTo>
                    <a:pt x="31" y="208"/>
                  </a:lnTo>
                  <a:lnTo>
                    <a:pt x="26" y="209"/>
                  </a:lnTo>
                  <a:lnTo>
                    <a:pt x="20" y="208"/>
                  </a:lnTo>
                  <a:lnTo>
                    <a:pt x="14" y="204"/>
                  </a:lnTo>
                  <a:lnTo>
                    <a:pt x="8" y="199"/>
                  </a:lnTo>
                  <a:lnTo>
                    <a:pt x="4" y="190"/>
                  </a:lnTo>
                  <a:lnTo>
                    <a:pt x="0" y="171"/>
                  </a:lnTo>
                  <a:lnTo>
                    <a:pt x="0" y="143"/>
                  </a:lnTo>
                  <a:lnTo>
                    <a:pt x="10" y="112"/>
                  </a:lnTo>
                  <a:lnTo>
                    <a:pt x="11" y="111"/>
                  </a:lnTo>
                  <a:lnTo>
                    <a:pt x="14" y="108"/>
                  </a:lnTo>
                  <a:lnTo>
                    <a:pt x="18" y="103"/>
                  </a:lnTo>
                  <a:lnTo>
                    <a:pt x="24" y="99"/>
                  </a:lnTo>
                  <a:lnTo>
                    <a:pt x="32" y="97"/>
                  </a:lnTo>
                  <a:lnTo>
                    <a:pt x="40" y="98"/>
                  </a:lnTo>
                  <a:lnTo>
                    <a:pt x="49" y="103"/>
                  </a:lnTo>
                  <a:lnTo>
                    <a:pt x="58" y="113"/>
                  </a:lnTo>
                  <a:lnTo>
                    <a:pt x="66" y="144"/>
                  </a:lnTo>
                  <a:lnTo>
                    <a:pt x="66" y="144"/>
                  </a:lnTo>
                  <a:lnTo>
                    <a:pt x="68" y="143"/>
                  </a:lnTo>
                  <a:lnTo>
                    <a:pt x="70" y="141"/>
                  </a:lnTo>
                  <a:lnTo>
                    <a:pt x="71" y="137"/>
                  </a:lnTo>
                  <a:lnTo>
                    <a:pt x="73" y="134"/>
                  </a:lnTo>
                  <a:lnTo>
                    <a:pt x="77" y="129"/>
                  </a:lnTo>
                  <a:lnTo>
                    <a:pt x="80" y="124"/>
                  </a:lnTo>
                  <a:lnTo>
                    <a:pt x="86" y="117"/>
                  </a:lnTo>
                  <a:lnTo>
                    <a:pt x="91" y="111"/>
                  </a:lnTo>
                  <a:lnTo>
                    <a:pt x="96" y="104"/>
                  </a:lnTo>
                  <a:lnTo>
                    <a:pt x="102" y="99"/>
                  </a:lnTo>
                  <a:lnTo>
                    <a:pt x="108" y="95"/>
                  </a:lnTo>
                  <a:lnTo>
                    <a:pt x="117" y="84"/>
                  </a:lnTo>
                  <a:lnTo>
                    <a:pt x="123" y="70"/>
                  </a:lnTo>
                  <a:lnTo>
                    <a:pt x="125" y="55"/>
                  </a:lnTo>
                  <a:lnTo>
                    <a:pt x="126" y="43"/>
                  </a:lnTo>
                  <a:lnTo>
                    <a:pt x="129" y="33"/>
                  </a:lnTo>
                  <a:lnTo>
                    <a:pt x="136" y="22"/>
                  </a:lnTo>
                  <a:lnTo>
                    <a:pt x="142" y="14"/>
                  </a:lnTo>
                  <a:lnTo>
                    <a:pt x="146" y="11"/>
                  </a:lnTo>
                  <a:lnTo>
                    <a:pt x="160" y="5"/>
                  </a:lnTo>
                  <a:lnTo>
                    <a:pt x="162" y="4"/>
                  </a:lnTo>
                  <a:lnTo>
                    <a:pt x="168" y="3"/>
                  </a:lnTo>
                  <a:lnTo>
                    <a:pt x="177" y="2"/>
                  </a:lnTo>
                  <a:lnTo>
                    <a:pt x="190" y="0"/>
                  </a:lnTo>
                  <a:lnTo>
                    <a:pt x="206" y="3"/>
                  </a:lnTo>
                  <a:lnTo>
                    <a:pt x="223" y="7"/>
                  </a:lnTo>
                  <a:lnTo>
                    <a:pt x="243" y="15"/>
                  </a:lnTo>
                  <a:lnTo>
                    <a:pt x="263" y="29"/>
                  </a:lnTo>
                  <a:lnTo>
                    <a:pt x="243" y="59"/>
                  </a:lnTo>
                  <a:lnTo>
                    <a:pt x="241" y="57"/>
                  </a:lnTo>
                  <a:lnTo>
                    <a:pt x="237" y="52"/>
                  </a:lnTo>
                  <a:lnTo>
                    <a:pt x="231" y="48"/>
                  </a:lnTo>
                  <a:lnTo>
                    <a:pt x="222" y="42"/>
                  </a:lnTo>
                  <a:lnTo>
                    <a:pt x="210" y="38"/>
                  </a:lnTo>
                  <a:lnTo>
                    <a:pt x="197" y="40"/>
                  </a:lnTo>
                  <a:lnTo>
                    <a:pt x="180" y="44"/>
                  </a:lnTo>
                  <a:lnTo>
                    <a:pt x="163" y="57"/>
                  </a:lnTo>
                  <a:lnTo>
                    <a:pt x="164" y="59"/>
                  </a:lnTo>
                  <a:lnTo>
                    <a:pt x="170" y="64"/>
                  </a:lnTo>
                  <a:lnTo>
                    <a:pt x="177" y="70"/>
                  </a:lnTo>
                  <a:lnTo>
                    <a:pt x="187" y="76"/>
                  </a:lnTo>
                  <a:lnTo>
                    <a:pt x="199" y="81"/>
                  </a:lnTo>
                  <a:lnTo>
                    <a:pt x="213" y="84"/>
                  </a:lnTo>
                  <a:lnTo>
                    <a:pt x="226" y="84"/>
                  </a:lnTo>
                  <a:lnTo>
                    <a:pt x="241" y="79"/>
                  </a:lnTo>
                  <a:lnTo>
                    <a:pt x="284" y="66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Freeform 15"/>
            <p:cNvSpPr>
              <a:spLocks/>
            </p:cNvSpPr>
            <p:nvPr/>
          </p:nvSpPr>
          <p:spPr bwMode="auto">
            <a:xfrm>
              <a:off x="1052513" y="2195513"/>
              <a:ext cx="26988" cy="55563"/>
            </a:xfrm>
            <a:custGeom>
              <a:avLst/>
              <a:gdLst>
                <a:gd name="T0" fmla="*/ 5 w 34"/>
                <a:gd name="T1" fmla="*/ 0 h 70"/>
                <a:gd name="T2" fmla="*/ 23 w 34"/>
                <a:gd name="T3" fmla="*/ 4 h 70"/>
                <a:gd name="T4" fmla="*/ 26 w 34"/>
                <a:gd name="T5" fmla="*/ 9 h 70"/>
                <a:gd name="T6" fmla="*/ 31 w 34"/>
                <a:gd name="T7" fmla="*/ 21 h 70"/>
                <a:gd name="T8" fmla="*/ 34 w 34"/>
                <a:gd name="T9" fmla="*/ 38 h 70"/>
                <a:gd name="T10" fmla="*/ 28 w 34"/>
                <a:gd name="T11" fmla="*/ 59 h 70"/>
                <a:gd name="T12" fmla="*/ 12 w 34"/>
                <a:gd name="T13" fmla="*/ 70 h 70"/>
                <a:gd name="T14" fmla="*/ 0 w 34"/>
                <a:gd name="T15" fmla="*/ 48 h 70"/>
                <a:gd name="T16" fmla="*/ 13 w 34"/>
                <a:gd name="T17" fmla="*/ 25 h 70"/>
                <a:gd name="T18" fmla="*/ 5 w 34"/>
                <a:gd name="T1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70">
                  <a:moveTo>
                    <a:pt x="5" y="0"/>
                  </a:moveTo>
                  <a:lnTo>
                    <a:pt x="23" y="4"/>
                  </a:lnTo>
                  <a:lnTo>
                    <a:pt x="26" y="9"/>
                  </a:lnTo>
                  <a:lnTo>
                    <a:pt x="31" y="21"/>
                  </a:lnTo>
                  <a:lnTo>
                    <a:pt x="34" y="38"/>
                  </a:lnTo>
                  <a:lnTo>
                    <a:pt x="28" y="59"/>
                  </a:lnTo>
                  <a:lnTo>
                    <a:pt x="12" y="70"/>
                  </a:lnTo>
                  <a:lnTo>
                    <a:pt x="0" y="48"/>
                  </a:lnTo>
                  <a:lnTo>
                    <a:pt x="13" y="2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16"/>
            <p:cNvSpPr>
              <a:spLocks/>
            </p:cNvSpPr>
            <p:nvPr/>
          </p:nvSpPr>
          <p:spPr bwMode="auto">
            <a:xfrm>
              <a:off x="641350" y="2163763"/>
              <a:ext cx="166688" cy="198438"/>
            </a:xfrm>
            <a:custGeom>
              <a:avLst/>
              <a:gdLst>
                <a:gd name="T0" fmla="*/ 202 w 210"/>
                <a:gd name="T1" fmla="*/ 0 h 251"/>
                <a:gd name="T2" fmla="*/ 200 w 210"/>
                <a:gd name="T3" fmla="*/ 2 h 251"/>
                <a:gd name="T4" fmla="*/ 197 w 210"/>
                <a:gd name="T5" fmla="*/ 6 h 251"/>
                <a:gd name="T6" fmla="*/ 192 w 210"/>
                <a:gd name="T7" fmla="*/ 15 h 251"/>
                <a:gd name="T8" fmla="*/ 186 w 210"/>
                <a:gd name="T9" fmla="*/ 24 h 251"/>
                <a:gd name="T10" fmla="*/ 179 w 210"/>
                <a:gd name="T11" fmla="*/ 35 h 251"/>
                <a:gd name="T12" fmla="*/ 173 w 210"/>
                <a:gd name="T13" fmla="*/ 48 h 251"/>
                <a:gd name="T14" fmla="*/ 166 w 210"/>
                <a:gd name="T15" fmla="*/ 61 h 251"/>
                <a:gd name="T16" fmla="*/ 161 w 210"/>
                <a:gd name="T17" fmla="*/ 73 h 251"/>
                <a:gd name="T18" fmla="*/ 153 w 210"/>
                <a:gd name="T19" fmla="*/ 96 h 251"/>
                <a:gd name="T20" fmla="*/ 149 w 210"/>
                <a:gd name="T21" fmla="*/ 115 h 251"/>
                <a:gd name="T22" fmla="*/ 146 w 210"/>
                <a:gd name="T23" fmla="*/ 129 h 251"/>
                <a:gd name="T24" fmla="*/ 146 w 210"/>
                <a:gd name="T25" fmla="*/ 133 h 251"/>
                <a:gd name="T26" fmla="*/ 144 w 210"/>
                <a:gd name="T27" fmla="*/ 134 h 251"/>
                <a:gd name="T28" fmla="*/ 138 w 210"/>
                <a:gd name="T29" fmla="*/ 138 h 251"/>
                <a:gd name="T30" fmla="*/ 133 w 210"/>
                <a:gd name="T31" fmla="*/ 142 h 251"/>
                <a:gd name="T32" fmla="*/ 129 w 210"/>
                <a:gd name="T33" fmla="*/ 149 h 251"/>
                <a:gd name="T34" fmla="*/ 127 w 210"/>
                <a:gd name="T35" fmla="*/ 149 h 251"/>
                <a:gd name="T36" fmla="*/ 119 w 210"/>
                <a:gd name="T37" fmla="*/ 152 h 251"/>
                <a:gd name="T38" fmla="*/ 108 w 210"/>
                <a:gd name="T39" fmla="*/ 154 h 251"/>
                <a:gd name="T40" fmla="*/ 96 w 210"/>
                <a:gd name="T41" fmla="*/ 157 h 251"/>
                <a:gd name="T42" fmla="*/ 83 w 210"/>
                <a:gd name="T43" fmla="*/ 161 h 251"/>
                <a:gd name="T44" fmla="*/ 69 w 210"/>
                <a:gd name="T45" fmla="*/ 165 h 251"/>
                <a:gd name="T46" fmla="*/ 58 w 210"/>
                <a:gd name="T47" fmla="*/ 171 h 251"/>
                <a:gd name="T48" fmla="*/ 49 w 210"/>
                <a:gd name="T49" fmla="*/ 176 h 251"/>
                <a:gd name="T50" fmla="*/ 40 w 210"/>
                <a:gd name="T51" fmla="*/ 183 h 251"/>
                <a:gd name="T52" fmla="*/ 32 w 210"/>
                <a:gd name="T53" fmla="*/ 193 h 251"/>
                <a:gd name="T54" fmla="*/ 24 w 210"/>
                <a:gd name="T55" fmla="*/ 205 h 251"/>
                <a:gd name="T56" fmla="*/ 16 w 210"/>
                <a:gd name="T57" fmla="*/ 218 h 251"/>
                <a:gd name="T58" fmla="*/ 11 w 210"/>
                <a:gd name="T59" fmla="*/ 230 h 251"/>
                <a:gd name="T60" fmla="*/ 5 w 210"/>
                <a:gd name="T61" fmla="*/ 240 h 251"/>
                <a:gd name="T62" fmla="*/ 1 w 210"/>
                <a:gd name="T63" fmla="*/ 248 h 251"/>
                <a:gd name="T64" fmla="*/ 0 w 210"/>
                <a:gd name="T65" fmla="*/ 251 h 251"/>
                <a:gd name="T66" fmla="*/ 169 w 210"/>
                <a:gd name="T67" fmla="*/ 247 h 251"/>
                <a:gd name="T68" fmla="*/ 204 w 210"/>
                <a:gd name="T69" fmla="*/ 171 h 251"/>
                <a:gd name="T70" fmla="*/ 189 w 210"/>
                <a:gd name="T71" fmla="*/ 121 h 251"/>
                <a:gd name="T72" fmla="*/ 190 w 210"/>
                <a:gd name="T73" fmla="*/ 117 h 251"/>
                <a:gd name="T74" fmla="*/ 191 w 210"/>
                <a:gd name="T75" fmla="*/ 85 h 251"/>
                <a:gd name="T76" fmla="*/ 197 w 210"/>
                <a:gd name="T77" fmla="*/ 43 h 251"/>
                <a:gd name="T78" fmla="*/ 210 w 210"/>
                <a:gd name="T79" fmla="*/ 11 h 251"/>
                <a:gd name="T80" fmla="*/ 202 w 210"/>
                <a:gd name="T81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0" h="251">
                  <a:moveTo>
                    <a:pt x="202" y="0"/>
                  </a:moveTo>
                  <a:lnTo>
                    <a:pt x="200" y="2"/>
                  </a:lnTo>
                  <a:lnTo>
                    <a:pt x="197" y="6"/>
                  </a:lnTo>
                  <a:lnTo>
                    <a:pt x="192" y="15"/>
                  </a:lnTo>
                  <a:lnTo>
                    <a:pt x="186" y="24"/>
                  </a:lnTo>
                  <a:lnTo>
                    <a:pt x="179" y="35"/>
                  </a:lnTo>
                  <a:lnTo>
                    <a:pt x="173" y="48"/>
                  </a:lnTo>
                  <a:lnTo>
                    <a:pt x="166" y="61"/>
                  </a:lnTo>
                  <a:lnTo>
                    <a:pt x="161" y="73"/>
                  </a:lnTo>
                  <a:lnTo>
                    <a:pt x="153" y="96"/>
                  </a:lnTo>
                  <a:lnTo>
                    <a:pt x="149" y="115"/>
                  </a:lnTo>
                  <a:lnTo>
                    <a:pt x="146" y="129"/>
                  </a:lnTo>
                  <a:lnTo>
                    <a:pt x="146" y="133"/>
                  </a:lnTo>
                  <a:lnTo>
                    <a:pt x="144" y="134"/>
                  </a:lnTo>
                  <a:lnTo>
                    <a:pt x="138" y="138"/>
                  </a:lnTo>
                  <a:lnTo>
                    <a:pt x="133" y="142"/>
                  </a:lnTo>
                  <a:lnTo>
                    <a:pt x="129" y="149"/>
                  </a:lnTo>
                  <a:lnTo>
                    <a:pt x="127" y="149"/>
                  </a:lnTo>
                  <a:lnTo>
                    <a:pt x="119" y="152"/>
                  </a:lnTo>
                  <a:lnTo>
                    <a:pt x="108" y="154"/>
                  </a:lnTo>
                  <a:lnTo>
                    <a:pt x="96" y="157"/>
                  </a:lnTo>
                  <a:lnTo>
                    <a:pt x="83" y="161"/>
                  </a:lnTo>
                  <a:lnTo>
                    <a:pt x="69" y="165"/>
                  </a:lnTo>
                  <a:lnTo>
                    <a:pt x="58" y="171"/>
                  </a:lnTo>
                  <a:lnTo>
                    <a:pt x="49" y="176"/>
                  </a:lnTo>
                  <a:lnTo>
                    <a:pt x="40" y="183"/>
                  </a:lnTo>
                  <a:lnTo>
                    <a:pt x="32" y="193"/>
                  </a:lnTo>
                  <a:lnTo>
                    <a:pt x="24" y="205"/>
                  </a:lnTo>
                  <a:lnTo>
                    <a:pt x="16" y="218"/>
                  </a:lnTo>
                  <a:lnTo>
                    <a:pt x="11" y="230"/>
                  </a:lnTo>
                  <a:lnTo>
                    <a:pt x="5" y="240"/>
                  </a:lnTo>
                  <a:lnTo>
                    <a:pt x="1" y="248"/>
                  </a:lnTo>
                  <a:lnTo>
                    <a:pt x="0" y="251"/>
                  </a:lnTo>
                  <a:lnTo>
                    <a:pt x="169" y="247"/>
                  </a:lnTo>
                  <a:lnTo>
                    <a:pt x="204" y="171"/>
                  </a:lnTo>
                  <a:lnTo>
                    <a:pt x="189" y="121"/>
                  </a:lnTo>
                  <a:lnTo>
                    <a:pt x="190" y="117"/>
                  </a:lnTo>
                  <a:lnTo>
                    <a:pt x="191" y="85"/>
                  </a:lnTo>
                  <a:lnTo>
                    <a:pt x="197" y="43"/>
                  </a:lnTo>
                  <a:lnTo>
                    <a:pt x="210" y="11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Freeform 17"/>
            <p:cNvSpPr>
              <a:spLocks/>
            </p:cNvSpPr>
            <p:nvPr/>
          </p:nvSpPr>
          <p:spPr bwMode="auto">
            <a:xfrm>
              <a:off x="804863" y="2193926"/>
              <a:ext cx="30163" cy="47625"/>
            </a:xfrm>
            <a:custGeom>
              <a:avLst/>
              <a:gdLst>
                <a:gd name="T0" fmla="*/ 8 w 38"/>
                <a:gd name="T1" fmla="*/ 18 h 60"/>
                <a:gd name="T2" fmla="*/ 11 w 38"/>
                <a:gd name="T3" fmla="*/ 14 h 60"/>
                <a:gd name="T4" fmla="*/ 14 w 38"/>
                <a:gd name="T5" fmla="*/ 11 h 60"/>
                <a:gd name="T6" fmla="*/ 16 w 38"/>
                <a:gd name="T7" fmla="*/ 9 h 60"/>
                <a:gd name="T8" fmla="*/ 17 w 38"/>
                <a:gd name="T9" fmla="*/ 8 h 60"/>
                <a:gd name="T10" fmla="*/ 20 w 38"/>
                <a:gd name="T11" fmla="*/ 7 h 60"/>
                <a:gd name="T12" fmla="*/ 22 w 38"/>
                <a:gd name="T13" fmla="*/ 7 h 60"/>
                <a:gd name="T14" fmla="*/ 24 w 38"/>
                <a:gd name="T15" fmla="*/ 8 h 60"/>
                <a:gd name="T16" fmla="*/ 27 w 38"/>
                <a:gd name="T17" fmla="*/ 9 h 60"/>
                <a:gd name="T18" fmla="*/ 29 w 38"/>
                <a:gd name="T19" fmla="*/ 12 h 60"/>
                <a:gd name="T20" fmla="*/ 31 w 38"/>
                <a:gd name="T21" fmla="*/ 17 h 60"/>
                <a:gd name="T22" fmla="*/ 31 w 38"/>
                <a:gd name="T23" fmla="*/ 22 h 60"/>
                <a:gd name="T24" fmla="*/ 31 w 38"/>
                <a:gd name="T25" fmla="*/ 26 h 60"/>
                <a:gd name="T26" fmla="*/ 28 w 38"/>
                <a:gd name="T27" fmla="*/ 27 h 60"/>
                <a:gd name="T28" fmla="*/ 22 w 38"/>
                <a:gd name="T29" fmla="*/ 30 h 60"/>
                <a:gd name="T30" fmla="*/ 19 w 38"/>
                <a:gd name="T31" fmla="*/ 31 h 60"/>
                <a:gd name="T32" fmla="*/ 16 w 38"/>
                <a:gd name="T33" fmla="*/ 32 h 60"/>
                <a:gd name="T34" fmla="*/ 19 w 38"/>
                <a:gd name="T35" fmla="*/ 39 h 60"/>
                <a:gd name="T36" fmla="*/ 38 w 38"/>
                <a:gd name="T37" fmla="*/ 32 h 60"/>
                <a:gd name="T38" fmla="*/ 38 w 38"/>
                <a:gd name="T39" fmla="*/ 30 h 60"/>
                <a:gd name="T40" fmla="*/ 38 w 38"/>
                <a:gd name="T41" fmla="*/ 25 h 60"/>
                <a:gd name="T42" fmla="*/ 38 w 38"/>
                <a:gd name="T43" fmla="*/ 18 h 60"/>
                <a:gd name="T44" fmla="*/ 36 w 38"/>
                <a:gd name="T45" fmla="*/ 10 h 60"/>
                <a:gd name="T46" fmla="*/ 31 w 38"/>
                <a:gd name="T47" fmla="*/ 3 h 60"/>
                <a:gd name="T48" fmla="*/ 28 w 38"/>
                <a:gd name="T49" fmla="*/ 1 h 60"/>
                <a:gd name="T50" fmla="*/ 24 w 38"/>
                <a:gd name="T51" fmla="*/ 0 h 60"/>
                <a:gd name="T52" fmla="*/ 20 w 38"/>
                <a:gd name="T53" fmla="*/ 0 h 60"/>
                <a:gd name="T54" fmla="*/ 14 w 38"/>
                <a:gd name="T55" fmla="*/ 1 h 60"/>
                <a:gd name="T56" fmla="*/ 14 w 38"/>
                <a:gd name="T57" fmla="*/ 1 h 60"/>
                <a:gd name="T58" fmla="*/ 14 w 38"/>
                <a:gd name="T59" fmla="*/ 1 h 60"/>
                <a:gd name="T60" fmla="*/ 12 w 38"/>
                <a:gd name="T61" fmla="*/ 2 h 60"/>
                <a:gd name="T62" fmla="*/ 8 w 38"/>
                <a:gd name="T63" fmla="*/ 5 h 60"/>
                <a:gd name="T64" fmla="*/ 4 w 38"/>
                <a:gd name="T65" fmla="*/ 11 h 60"/>
                <a:gd name="T66" fmla="*/ 1 w 38"/>
                <a:gd name="T67" fmla="*/ 19 h 60"/>
                <a:gd name="T68" fmla="*/ 0 w 38"/>
                <a:gd name="T69" fmla="*/ 29 h 60"/>
                <a:gd name="T70" fmla="*/ 0 w 38"/>
                <a:gd name="T71" fmla="*/ 38 h 60"/>
                <a:gd name="T72" fmla="*/ 3 w 38"/>
                <a:gd name="T73" fmla="*/ 48 h 60"/>
                <a:gd name="T74" fmla="*/ 7 w 38"/>
                <a:gd name="T75" fmla="*/ 60 h 60"/>
                <a:gd name="T76" fmla="*/ 14 w 38"/>
                <a:gd name="T77" fmla="*/ 55 h 60"/>
                <a:gd name="T78" fmla="*/ 8 w 38"/>
                <a:gd name="T79" fmla="*/ 44 h 60"/>
                <a:gd name="T80" fmla="*/ 6 w 38"/>
                <a:gd name="T81" fmla="*/ 33 h 60"/>
                <a:gd name="T82" fmla="*/ 6 w 38"/>
                <a:gd name="T83" fmla="*/ 25 h 60"/>
                <a:gd name="T84" fmla="*/ 8 w 38"/>
                <a:gd name="T85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8" h="60">
                  <a:moveTo>
                    <a:pt x="8" y="18"/>
                  </a:moveTo>
                  <a:lnTo>
                    <a:pt x="11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7" y="8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8"/>
                  </a:lnTo>
                  <a:lnTo>
                    <a:pt x="27" y="9"/>
                  </a:lnTo>
                  <a:lnTo>
                    <a:pt x="29" y="12"/>
                  </a:lnTo>
                  <a:lnTo>
                    <a:pt x="31" y="17"/>
                  </a:lnTo>
                  <a:lnTo>
                    <a:pt x="31" y="22"/>
                  </a:lnTo>
                  <a:lnTo>
                    <a:pt x="31" y="26"/>
                  </a:lnTo>
                  <a:lnTo>
                    <a:pt x="28" y="27"/>
                  </a:lnTo>
                  <a:lnTo>
                    <a:pt x="22" y="30"/>
                  </a:lnTo>
                  <a:lnTo>
                    <a:pt x="19" y="31"/>
                  </a:lnTo>
                  <a:lnTo>
                    <a:pt x="16" y="32"/>
                  </a:lnTo>
                  <a:lnTo>
                    <a:pt x="19" y="39"/>
                  </a:lnTo>
                  <a:lnTo>
                    <a:pt x="38" y="32"/>
                  </a:lnTo>
                  <a:lnTo>
                    <a:pt x="38" y="30"/>
                  </a:lnTo>
                  <a:lnTo>
                    <a:pt x="38" y="25"/>
                  </a:lnTo>
                  <a:lnTo>
                    <a:pt x="38" y="18"/>
                  </a:lnTo>
                  <a:lnTo>
                    <a:pt x="36" y="10"/>
                  </a:lnTo>
                  <a:lnTo>
                    <a:pt x="31" y="3"/>
                  </a:lnTo>
                  <a:lnTo>
                    <a:pt x="28" y="1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2" y="2"/>
                  </a:lnTo>
                  <a:lnTo>
                    <a:pt x="8" y="5"/>
                  </a:lnTo>
                  <a:lnTo>
                    <a:pt x="4" y="11"/>
                  </a:lnTo>
                  <a:lnTo>
                    <a:pt x="1" y="19"/>
                  </a:lnTo>
                  <a:lnTo>
                    <a:pt x="0" y="29"/>
                  </a:lnTo>
                  <a:lnTo>
                    <a:pt x="0" y="38"/>
                  </a:lnTo>
                  <a:lnTo>
                    <a:pt x="3" y="48"/>
                  </a:lnTo>
                  <a:lnTo>
                    <a:pt x="7" y="60"/>
                  </a:lnTo>
                  <a:lnTo>
                    <a:pt x="14" y="55"/>
                  </a:lnTo>
                  <a:lnTo>
                    <a:pt x="8" y="44"/>
                  </a:lnTo>
                  <a:lnTo>
                    <a:pt x="6" y="33"/>
                  </a:lnTo>
                  <a:lnTo>
                    <a:pt x="6" y="25"/>
                  </a:lnTo>
                  <a:lnTo>
                    <a:pt x="8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0" name="Freeform 18"/>
            <p:cNvSpPr>
              <a:spLocks/>
            </p:cNvSpPr>
            <p:nvPr/>
          </p:nvSpPr>
          <p:spPr bwMode="auto">
            <a:xfrm>
              <a:off x="769938" y="2230438"/>
              <a:ext cx="15875" cy="50800"/>
            </a:xfrm>
            <a:custGeom>
              <a:avLst/>
              <a:gdLst>
                <a:gd name="T0" fmla="*/ 15 w 20"/>
                <a:gd name="T1" fmla="*/ 0 h 63"/>
                <a:gd name="T2" fmla="*/ 13 w 20"/>
                <a:gd name="T3" fmla="*/ 7 h 63"/>
                <a:gd name="T4" fmla="*/ 7 w 20"/>
                <a:gd name="T5" fmla="*/ 23 h 63"/>
                <a:gd name="T6" fmla="*/ 3 w 20"/>
                <a:gd name="T7" fmla="*/ 44 h 63"/>
                <a:gd name="T8" fmla="*/ 0 w 20"/>
                <a:gd name="T9" fmla="*/ 63 h 63"/>
                <a:gd name="T10" fmla="*/ 20 w 20"/>
                <a:gd name="T11" fmla="*/ 41 h 63"/>
                <a:gd name="T12" fmla="*/ 10 w 20"/>
                <a:gd name="T13" fmla="*/ 45 h 63"/>
                <a:gd name="T14" fmla="*/ 15 w 20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63">
                  <a:moveTo>
                    <a:pt x="15" y="0"/>
                  </a:moveTo>
                  <a:lnTo>
                    <a:pt x="13" y="7"/>
                  </a:lnTo>
                  <a:lnTo>
                    <a:pt x="7" y="23"/>
                  </a:lnTo>
                  <a:lnTo>
                    <a:pt x="3" y="44"/>
                  </a:lnTo>
                  <a:lnTo>
                    <a:pt x="0" y="63"/>
                  </a:lnTo>
                  <a:lnTo>
                    <a:pt x="20" y="41"/>
                  </a:lnTo>
                  <a:lnTo>
                    <a:pt x="10" y="4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B52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Freeform 19"/>
            <p:cNvSpPr>
              <a:spLocks/>
            </p:cNvSpPr>
            <p:nvPr/>
          </p:nvSpPr>
          <p:spPr bwMode="auto">
            <a:xfrm>
              <a:off x="660400" y="2300288"/>
              <a:ext cx="87313" cy="49213"/>
            </a:xfrm>
            <a:custGeom>
              <a:avLst/>
              <a:gdLst>
                <a:gd name="T0" fmla="*/ 103 w 111"/>
                <a:gd name="T1" fmla="*/ 0 h 63"/>
                <a:gd name="T2" fmla="*/ 99 w 111"/>
                <a:gd name="T3" fmla="*/ 0 h 63"/>
                <a:gd name="T4" fmla="*/ 91 w 111"/>
                <a:gd name="T5" fmla="*/ 1 h 63"/>
                <a:gd name="T6" fmla="*/ 80 w 111"/>
                <a:gd name="T7" fmla="*/ 4 h 63"/>
                <a:gd name="T8" fmla="*/ 65 w 111"/>
                <a:gd name="T9" fmla="*/ 7 h 63"/>
                <a:gd name="T10" fmla="*/ 49 w 111"/>
                <a:gd name="T11" fmla="*/ 15 h 63"/>
                <a:gd name="T12" fmla="*/ 31 w 111"/>
                <a:gd name="T13" fmla="*/ 26 h 63"/>
                <a:gd name="T14" fmla="*/ 15 w 111"/>
                <a:gd name="T15" fmla="*/ 42 h 63"/>
                <a:gd name="T16" fmla="*/ 0 w 111"/>
                <a:gd name="T17" fmla="*/ 63 h 63"/>
                <a:gd name="T18" fmla="*/ 1 w 111"/>
                <a:gd name="T19" fmla="*/ 61 h 63"/>
                <a:gd name="T20" fmla="*/ 6 w 111"/>
                <a:gd name="T21" fmla="*/ 57 h 63"/>
                <a:gd name="T22" fmla="*/ 12 w 111"/>
                <a:gd name="T23" fmla="*/ 51 h 63"/>
                <a:gd name="T24" fmla="*/ 20 w 111"/>
                <a:gd name="T25" fmla="*/ 44 h 63"/>
                <a:gd name="T26" fmla="*/ 28 w 111"/>
                <a:gd name="T27" fmla="*/ 38 h 63"/>
                <a:gd name="T28" fmla="*/ 36 w 111"/>
                <a:gd name="T29" fmla="*/ 33 h 63"/>
                <a:gd name="T30" fmla="*/ 44 w 111"/>
                <a:gd name="T31" fmla="*/ 28 h 63"/>
                <a:gd name="T32" fmla="*/ 50 w 111"/>
                <a:gd name="T33" fmla="*/ 27 h 63"/>
                <a:gd name="T34" fmla="*/ 47 w 111"/>
                <a:gd name="T35" fmla="*/ 30 h 63"/>
                <a:gd name="T36" fmla="*/ 42 w 111"/>
                <a:gd name="T37" fmla="*/ 40 h 63"/>
                <a:gd name="T38" fmla="*/ 34 w 111"/>
                <a:gd name="T39" fmla="*/ 51 h 63"/>
                <a:gd name="T40" fmla="*/ 27 w 111"/>
                <a:gd name="T41" fmla="*/ 63 h 63"/>
                <a:gd name="T42" fmla="*/ 68 w 111"/>
                <a:gd name="T43" fmla="*/ 33 h 63"/>
                <a:gd name="T44" fmla="*/ 58 w 111"/>
                <a:gd name="T45" fmla="*/ 54 h 63"/>
                <a:gd name="T46" fmla="*/ 59 w 111"/>
                <a:gd name="T47" fmla="*/ 53 h 63"/>
                <a:gd name="T48" fmla="*/ 62 w 111"/>
                <a:gd name="T49" fmla="*/ 51 h 63"/>
                <a:gd name="T50" fmla="*/ 67 w 111"/>
                <a:gd name="T51" fmla="*/ 48 h 63"/>
                <a:gd name="T52" fmla="*/ 73 w 111"/>
                <a:gd name="T53" fmla="*/ 43 h 63"/>
                <a:gd name="T54" fmla="*/ 80 w 111"/>
                <a:gd name="T55" fmla="*/ 38 h 63"/>
                <a:gd name="T56" fmla="*/ 85 w 111"/>
                <a:gd name="T57" fmla="*/ 34 h 63"/>
                <a:gd name="T58" fmla="*/ 90 w 111"/>
                <a:gd name="T59" fmla="*/ 29 h 63"/>
                <a:gd name="T60" fmla="*/ 93 w 111"/>
                <a:gd name="T61" fmla="*/ 27 h 63"/>
                <a:gd name="T62" fmla="*/ 99 w 111"/>
                <a:gd name="T63" fmla="*/ 23 h 63"/>
                <a:gd name="T64" fmla="*/ 105 w 111"/>
                <a:gd name="T65" fmla="*/ 20 h 63"/>
                <a:gd name="T66" fmla="*/ 110 w 111"/>
                <a:gd name="T67" fmla="*/ 18 h 63"/>
                <a:gd name="T68" fmla="*/ 111 w 111"/>
                <a:gd name="T69" fmla="*/ 16 h 63"/>
                <a:gd name="T70" fmla="*/ 108 w 111"/>
                <a:gd name="T71" fmla="*/ 16 h 63"/>
                <a:gd name="T72" fmla="*/ 102 w 111"/>
                <a:gd name="T73" fmla="*/ 15 h 63"/>
                <a:gd name="T74" fmla="*/ 92 w 111"/>
                <a:gd name="T75" fmla="*/ 16 h 63"/>
                <a:gd name="T76" fmla="*/ 85 w 111"/>
                <a:gd name="T77" fmla="*/ 18 h 63"/>
                <a:gd name="T78" fmla="*/ 103 w 111"/>
                <a:gd name="T7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1" h="63">
                  <a:moveTo>
                    <a:pt x="103" y="0"/>
                  </a:moveTo>
                  <a:lnTo>
                    <a:pt x="99" y="0"/>
                  </a:lnTo>
                  <a:lnTo>
                    <a:pt x="91" y="1"/>
                  </a:lnTo>
                  <a:lnTo>
                    <a:pt x="80" y="4"/>
                  </a:lnTo>
                  <a:lnTo>
                    <a:pt x="65" y="7"/>
                  </a:lnTo>
                  <a:lnTo>
                    <a:pt x="49" y="15"/>
                  </a:lnTo>
                  <a:lnTo>
                    <a:pt x="31" y="26"/>
                  </a:lnTo>
                  <a:lnTo>
                    <a:pt x="15" y="42"/>
                  </a:lnTo>
                  <a:lnTo>
                    <a:pt x="0" y="63"/>
                  </a:lnTo>
                  <a:lnTo>
                    <a:pt x="1" y="61"/>
                  </a:lnTo>
                  <a:lnTo>
                    <a:pt x="6" y="57"/>
                  </a:lnTo>
                  <a:lnTo>
                    <a:pt x="12" y="51"/>
                  </a:lnTo>
                  <a:lnTo>
                    <a:pt x="20" y="44"/>
                  </a:lnTo>
                  <a:lnTo>
                    <a:pt x="28" y="38"/>
                  </a:lnTo>
                  <a:lnTo>
                    <a:pt x="36" y="33"/>
                  </a:lnTo>
                  <a:lnTo>
                    <a:pt x="44" y="28"/>
                  </a:lnTo>
                  <a:lnTo>
                    <a:pt x="50" y="27"/>
                  </a:lnTo>
                  <a:lnTo>
                    <a:pt x="47" y="30"/>
                  </a:lnTo>
                  <a:lnTo>
                    <a:pt x="42" y="40"/>
                  </a:lnTo>
                  <a:lnTo>
                    <a:pt x="34" y="51"/>
                  </a:lnTo>
                  <a:lnTo>
                    <a:pt x="27" y="63"/>
                  </a:lnTo>
                  <a:lnTo>
                    <a:pt x="68" y="33"/>
                  </a:lnTo>
                  <a:lnTo>
                    <a:pt x="58" y="54"/>
                  </a:lnTo>
                  <a:lnTo>
                    <a:pt x="59" y="53"/>
                  </a:lnTo>
                  <a:lnTo>
                    <a:pt x="62" y="51"/>
                  </a:lnTo>
                  <a:lnTo>
                    <a:pt x="67" y="48"/>
                  </a:lnTo>
                  <a:lnTo>
                    <a:pt x="73" y="43"/>
                  </a:lnTo>
                  <a:lnTo>
                    <a:pt x="80" y="38"/>
                  </a:lnTo>
                  <a:lnTo>
                    <a:pt x="85" y="34"/>
                  </a:lnTo>
                  <a:lnTo>
                    <a:pt x="90" y="29"/>
                  </a:lnTo>
                  <a:lnTo>
                    <a:pt x="93" y="27"/>
                  </a:lnTo>
                  <a:lnTo>
                    <a:pt x="99" y="23"/>
                  </a:lnTo>
                  <a:lnTo>
                    <a:pt x="105" y="20"/>
                  </a:lnTo>
                  <a:lnTo>
                    <a:pt x="110" y="18"/>
                  </a:lnTo>
                  <a:lnTo>
                    <a:pt x="111" y="16"/>
                  </a:lnTo>
                  <a:lnTo>
                    <a:pt x="108" y="16"/>
                  </a:lnTo>
                  <a:lnTo>
                    <a:pt x="102" y="15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B52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2" name="Freeform 20"/>
            <p:cNvSpPr>
              <a:spLocks/>
            </p:cNvSpPr>
            <p:nvPr/>
          </p:nvSpPr>
          <p:spPr bwMode="auto">
            <a:xfrm>
              <a:off x="812800" y="2122488"/>
              <a:ext cx="68263" cy="46038"/>
            </a:xfrm>
            <a:custGeom>
              <a:avLst/>
              <a:gdLst>
                <a:gd name="T0" fmla="*/ 76 w 86"/>
                <a:gd name="T1" fmla="*/ 0 h 56"/>
                <a:gd name="T2" fmla="*/ 74 w 86"/>
                <a:gd name="T3" fmla="*/ 0 h 56"/>
                <a:gd name="T4" fmla="*/ 70 w 86"/>
                <a:gd name="T5" fmla="*/ 1 h 56"/>
                <a:gd name="T6" fmla="*/ 64 w 86"/>
                <a:gd name="T7" fmla="*/ 2 h 56"/>
                <a:gd name="T8" fmla="*/ 57 w 86"/>
                <a:gd name="T9" fmla="*/ 3 h 56"/>
                <a:gd name="T10" fmla="*/ 50 w 86"/>
                <a:gd name="T11" fmla="*/ 6 h 56"/>
                <a:gd name="T12" fmla="*/ 42 w 86"/>
                <a:gd name="T13" fmla="*/ 9 h 56"/>
                <a:gd name="T14" fmla="*/ 36 w 86"/>
                <a:gd name="T15" fmla="*/ 11 h 56"/>
                <a:gd name="T16" fmla="*/ 31 w 86"/>
                <a:gd name="T17" fmla="*/ 15 h 56"/>
                <a:gd name="T18" fmla="*/ 24 w 86"/>
                <a:gd name="T19" fmla="*/ 22 h 56"/>
                <a:gd name="T20" fmla="*/ 19 w 86"/>
                <a:gd name="T21" fmla="*/ 29 h 56"/>
                <a:gd name="T22" fmla="*/ 15 w 86"/>
                <a:gd name="T23" fmla="*/ 36 h 56"/>
                <a:gd name="T24" fmla="*/ 10 w 86"/>
                <a:gd name="T25" fmla="*/ 39 h 56"/>
                <a:gd name="T26" fmla="*/ 5 w 86"/>
                <a:gd name="T27" fmla="*/ 43 h 56"/>
                <a:gd name="T28" fmla="*/ 3 w 86"/>
                <a:gd name="T29" fmla="*/ 44 h 56"/>
                <a:gd name="T30" fmla="*/ 1 w 86"/>
                <a:gd name="T31" fmla="*/ 46 h 56"/>
                <a:gd name="T32" fmla="*/ 0 w 86"/>
                <a:gd name="T33" fmla="*/ 46 h 56"/>
                <a:gd name="T34" fmla="*/ 2 w 86"/>
                <a:gd name="T35" fmla="*/ 46 h 56"/>
                <a:gd name="T36" fmla="*/ 8 w 86"/>
                <a:gd name="T37" fmla="*/ 45 h 56"/>
                <a:gd name="T38" fmla="*/ 15 w 86"/>
                <a:gd name="T39" fmla="*/ 41 h 56"/>
                <a:gd name="T40" fmla="*/ 23 w 86"/>
                <a:gd name="T41" fmla="*/ 37 h 56"/>
                <a:gd name="T42" fmla="*/ 32 w 86"/>
                <a:gd name="T43" fmla="*/ 31 h 56"/>
                <a:gd name="T44" fmla="*/ 43 w 86"/>
                <a:gd name="T45" fmla="*/ 24 h 56"/>
                <a:gd name="T46" fmla="*/ 53 w 86"/>
                <a:gd name="T47" fmla="*/ 21 h 56"/>
                <a:gd name="T48" fmla="*/ 56 w 86"/>
                <a:gd name="T49" fmla="*/ 18 h 56"/>
                <a:gd name="T50" fmla="*/ 65 w 86"/>
                <a:gd name="T51" fmla="*/ 26 h 56"/>
                <a:gd name="T52" fmla="*/ 63 w 86"/>
                <a:gd name="T53" fmla="*/ 29 h 56"/>
                <a:gd name="T54" fmla="*/ 57 w 86"/>
                <a:gd name="T55" fmla="*/ 33 h 56"/>
                <a:gd name="T56" fmla="*/ 49 w 86"/>
                <a:gd name="T57" fmla="*/ 39 h 56"/>
                <a:gd name="T58" fmla="*/ 41 w 86"/>
                <a:gd name="T59" fmla="*/ 44 h 56"/>
                <a:gd name="T60" fmla="*/ 32 w 86"/>
                <a:gd name="T61" fmla="*/ 47 h 56"/>
                <a:gd name="T62" fmla="*/ 24 w 86"/>
                <a:gd name="T63" fmla="*/ 49 h 56"/>
                <a:gd name="T64" fmla="*/ 17 w 86"/>
                <a:gd name="T65" fmla="*/ 52 h 56"/>
                <a:gd name="T66" fmla="*/ 15 w 86"/>
                <a:gd name="T67" fmla="*/ 53 h 56"/>
                <a:gd name="T68" fmla="*/ 17 w 86"/>
                <a:gd name="T69" fmla="*/ 54 h 56"/>
                <a:gd name="T70" fmla="*/ 25 w 86"/>
                <a:gd name="T71" fmla="*/ 55 h 56"/>
                <a:gd name="T72" fmla="*/ 34 w 86"/>
                <a:gd name="T73" fmla="*/ 56 h 56"/>
                <a:gd name="T74" fmla="*/ 44 w 86"/>
                <a:gd name="T75" fmla="*/ 54 h 56"/>
                <a:gd name="T76" fmla="*/ 55 w 86"/>
                <a:gd name="T77" fmla="*/ 49 h 56"/>
                <a:gd name="T78" fmla="*/ 63 w 86"/>
                <a:gd name="T79" fmla="*/ 46 h 56"/>
                <a:gd name="T80" fmla="*/ 70 w 86"/>
                <a:gd name="T81" fmla="*/ 41 h 56"/>
                <a:gd name="T82" fmla="*/ 73 w 86"/>
                <a:gd name="T83" fmla="*/ 38 h 56"/>
                <a:gd name="T84" fmla="*/ 77 w 86"/>
                <a:gd name="T85" fmla="*/ 34 h 56"/>
                <a:gd name="T86" fmla="*/ 79 w 86"/>
                <a:gd name="T87" fmla="*/ 30 h 56"/>
                <a:gd name="T88" fmla="*/ 81 w 86"/>
                <a:gd name="T89" fmla="*/ 25 h 56"/>
                <a:gd name="T90" fmla="*/ 82 w 86"/>
                <a:gd name="T91" fmla="*/ 24 h 56"/>
                <a:gd name="T92" fmla="*/ 86 w 86"/>
                <a:gd name="T93" fmla="*/ 2 h 56"/>
                <a:gd name="T94" fmla="*/ 76 w 86"/>
                <a:gd name="T9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6" h="56">
                  <a:moveTo>
                    <a:pt x="76" y="0"/>
                  </a:moveTo>
                  <a:lnTo>
                    <a:pt x="74" y="0"/>
                  </a:lnTo>
                  <a:lnTo>
                    <a:pt x="70" y="1"/>
                  </a:lnTo>
                  <a:lnTo>
                    <a:pt x="64" y="2"/>
                  </a:lnTo>
                  <a:lnTo>
                    <a:pt x="57" y="3"/>
                  </a:lnTo>
                  <a:lnTo>
                    <a:pt x="50" y="6"/>
                  </a:lnTo>
                  <a:lnTo>
                    <a:pt x="42" y="9"/>
                  </a:lnTo>
                  <a:lnTo>
                    <a:pt x="36" y="11"/>
                  </a:lnTo>
                  <a:lnTo>
                    <a:pt x="31" y="15"/>
                  </a:lnTo>
                  <a:lnTo>
                    <a:pt x="24" y="22"/>
                  </a:lnTo>
                  <a:lnTo>
                    <a:pt x="19" y="29"/>
                  </a:lnTo>
                  <a:lnTo>
                    <a:pt x="15" y="36"/>
                  </a:lnTo>
                  <a:lnTo>
                    <a:pt x="10" y="39"/>
                  </a:lnTo>
                  <a:lnTo>
                    <a:pt x="5" y="43"/>
                  </a:lnTo>
                  <a:lnTo>
                    <a:pt x="3" y="44"/>
                  </a:lnTo>
                  <a:lnTo>
                    <a:pt x="1" y="46"/>
                  </a:lnTo>
                  <a:lnTo>
                    <a:pt x="0" y="46"/>
                  </a:lnTo>
                  <a:lnTo>
                    <a:pt x="2" y="46"/>
                  </a:lnTo>
                  <a:lnTo>
                    <a:pt x="8" y="45"/>
                  </a:lnTo>
                  <a:lnTo>
                    <a:pt x="15" y="41"/>
                  </a:lnTo>
                  <a:lnTo>
                    <a:pt x="23" y="37"/>
                  </a:lnTo>
                  <a:lnTo>
                    <a:pt x="32" y="31"/>
                  </a:lnTo>
                  <a:lnTo>
                    <a:pt x="43" y="24"/>
                  </a:lnTo>
                  <a:lnTo>
                    <a:pt x="53" y="21"/>
                  </a:lnTo>
                  <a:lnTo>
                    <a:pt x="56" y="18"/>
                  </a:lnTo>
                  <a:lnTo>
                    <a:pt x="65" y="26"/>
                  </a:lnTo>
                  <a:lnTo>
                    <a:pt x="63" y="29"/>
                  </a:lnTo>
                  <a:lnTo>
                    <a:pt x="57" y="33"/>
                  </a:lnTo>
                  <a:lnTo>
                    <a:pt x="49" y="39"/>
                  </a:lnTo>
                  <a:lnTo>
                    <a:pt x="41" y="44"/>
                  </a:lnTo>
                  <a:lnTo>
                    <a:pt x="32" y="47"/>
                  </a:lnTo>
                  <a:lnTo>
                    <a:pt x="24" y="49"/>
                  </a:lnTo>
                  <a:lnTo>
                    <a:pt x="17" y="52"/>
                  </a:lnTo>
                  <a:lnTo>
                    <a:pt x="15" y="53"/>
                  </a:lnTo>
                  <a:lnTo>
                    <a:pt x="17" y="54"/>
                  </a:lnTo>
                  <a:lnTo>
                    <a:pt x="25" y="55"/>
                  </a:lnTo>
                  <a:lnTo>
                    <a:pt x="34" y="56"/>
                  </a:lnTo>
                  <a:lnTo>
                    <a:pt x="44" y="54"/>
                  </a:lnTo>
                  <a:lnTo>
                    <a:pt x="55" y="49"/>
                  </a:lnTo>
                  <a:lnTo>
                    <a:pt x="63" y="46"/>
                  </a:lnTo>
                  <a:lnTo>
                    <a:pt x="70" y="41"/>
                  </a:lnTo>
                  <a:lnTo>
                    <a:pt x="73" y="38"/>
                  </a:lnTo>
                  <a:lnTo>
                    <a:pt x="77" y="34"/>
                  </a:lnTo>
                  <a:lnTo>
                    <a:pt x="79" y="30"/>
                  </a:lnTo>
                  <a:lnTo>
                    <a:pt x="81" y="25"/>
                  </a:lnTo>
                  <a:lnTo>
                    <a:pt x="82" y="24"/>
                  </a:lnTo>
                  <a:lnTo>
                    <a:pt x="86" y="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B52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3" name="Freeform 21"/>
            <p:cNvSpPr>
              <a:spLocks/>
            </p:cNvSpPr>
            <p:nvPr/>
          </p:nvSpPr>
          <p:spPr bwMode="auto">
            <a:xfrm>
              <a:off x="993775" y="2273301"/>
              <a:ext cx="50800" cy="17463"/>
            </a:xfrm>
            <a:custGeom>
              <a:avLst/>
              <a:gdLst>
                <a:gd name="T0" fmla="*/ 0 w 66"/>
                <a:gd name="T1" fmla="*/ 0 h 22"/>
                <a:gd name="T2" fmla="*/ 4 w 66"/>
                <a:gd name="T3" fmla="*/ 0 h 22"/>
                <a:gd name="T4" fmla="*/ 13 w 66"/>
                <a:gd name="T5" fmla="*/ 1 h 22"/>
                <a:gd name="T6" fmla="*/ 22 w 66"/>
                <a:gd name="T7" fmla="*/ 2 h 22"/>
                <a:gd name="T8" fmla="*/ 29 w 66"/>
                <a:gd name="T9" fmla="*/ 3 h 22"/>
                <a:gd name="T10" fmla="*/ 36 w 66"/>
                <a:gd name="T11" fmla="*/ 5 h 22"/>
                <a:gd name="T12" fmla="*/ 43 w 66"/>
                <a:gd name="T13" fmla="*/ 6 h 22"/>
                <a:gd name="T14" fmla="*/ 50 w 66"/>
                <a:gd name="T15" fmla="*/ 8 h 22"/>
                <a:gd name="T16" fmla="*/ 54 w 66"/>
                <a:gd name="T17" fmla="*/ 9 h 22"/>
                <a:gd name="T18" fmla="*/ 58 w 66"/>
                <a:gd name="T19" fmla="*/ 10 h 22"/>
                <a:gd name="T20" fmla="*/ 61 w 66"/>
                <a:gd name="T21" fmla="*/ 13 h 22"/>
                <a:gd name="T22" fmla="*/ 65 w 66"/>
                <a:gd name="T23" fmla="*/ 14 h 22"/>
                <a:gd name="T24" fmla="*/ 66 w 66"/>
                <a:gd name="T25" fmla="*/ 15 h 22"/>
                <a:gd name="T26" fmla="*/ 66 w 66"/>
                <a:gd name="T27" fmla="*/ 16 h 22"/>
                <a:gd name="T28" fmla="*/ 64 w 66"/>
                <a:gd name="T29" fmla="*/ 20 h 22"/>
                <a:gd name="T30" fmla="*/ 59 w 66"/>
                <a:gd name="T31" fmla="*/ 22 h 22"/>
                <a:gd name="T32" fmla="*/ 52 w 66"/>
                <a:gd name="T33" fmla="*/ 22 h 22"/>
                <a:gd name="T34" fmla="*/ 48 w 66"/>
                <a:gd name="T35" fmla="*/ 21 h 22"/>
                <a:gd name="T36" fmla="*/ 43 w 66"/>
                <a:gd name="T37" fmla="*/ 21 h 22"/>
                <a:gd name="T38" fmla="*/ 37 w 66"/>
                <a:gd name="T39" fmla="*/ 20 h 22"/>
                <a:gd name="T40" fmla="*/ 30 w 66"/>
                <a:gd name="T41" fmla="*/ 18 h 22"/>
                <a:gd name="T42" fmla="*/ 23 w 66"/>
                <a:gd name="T43" fmla="*/ 16 h 22"/>
                <a:gd name="T44" fmla="*/ 16 w 66"/>
                <a:gd name="T45" fmla="*/ 13 h 22"/>
                <a:gd name="T46" fmla="*/ 8 w 66"/>
                <a:gd name="T47" fmla="*/ 7 h 22"/>
                <a:gd name="T48" fmla="*/ 0 w 66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6" h="22">
                  <a:moveTo>
                    <a:pt x="0" y="0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2" y="2"/>
                  </a:lnTo>
                  <a:lnTo>
                    <a:pt x="29" y="3"/>
                  </a:lnTo>
                  <a:lnTo>
                    <a:pt x="36" y="5"/>
                  </a:lnTo>
                  <a:lnTo>
                    <a:pt x="43" y="6"/>
                  </a:lnTo>
                  <a:lnTo>
                    <a:pt x="50" y="8"/>
                  </a:lnTo>
                  <a:lnTo>
                    <a:pt x="54" y="9"/>
                  </a:lnTo>
                  <a:lnTo>
                    <a:pt x="58" y="10"/>
                  </a:lnTo>
                  <a:lnTo>
                    <a:pt x="61" y="13"/>
                  </a:lnTo>
                  <a:lnTo>
                    <a:pt x="65" y="14"/>
                  </a:lnTo>
                  <a:lnTo>
                    <a:pt x="66" y="15"/>
                  </a:lnTo>
                  <a:lnTo>
                    <a:pt x="66" y="16"/>
                  </a:lnTo>
                  <a:lnTo>
                    <a:pt x="64" y="20"/>
                  </a:lnTo>
                  <a:lnTo>
                    <a:pt x="59" y="22"/>
                  </a:lnTo>
                  <a:lnTo>
                    <a:pt x="52" y="22"/>
                  </a:lnTo>
                  <a:lnTo>
                    <a:pt x="48" y="21"/>
                  </a:lnTo>
                  <a:lnTo>
                    <a:pt x="43" y="21"/>
                  </a:lnTo>
                  <a:lnTo>
                    <a:pt x="37" y="20"/>
                  </a:lnTo>
                  <a:lnTo>
                    <a:pt x="30" y="18"/>
                  </a:lnTo>
                  <a:lnTo>
                    <a:pt x="23" y="16"/>
                  </a:lnTo>
                  <a:lnTo>
                    <a:pt x="16" y="13"/>
                  </a:lnTo>
                  <a:lnTo>
                    <a:pt x="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4" name="Freeform 22"/>
            <p:cNvSpPr>
              <a:spLocks/>
            </p:cNvSpPr>
            <p:nvPr/>
          </p:nvSpPr>
          <p:spPr bwMode="auto">
            <a:xfrm>
              <a:off x="884238" y="2047876"/>
              <a:ext cx="200025" cy="115888"/>
            </a:xfrm>
            <a:custGeom>
              <a:avLst/>
              <a:gdLst>
                <a:gd name="T0" fmla="*/ 18 w 252"/>
                <a:gd name="T1" fmla="*/ 77 h 148"/>
                <a:gd name="T2" fmla="*/ 26 w 252"/>
                <a:gd name="T3" fmla="*/ 71 h 148"/>
                <a:gd name="T4" fmla="*/ 52 w 252"/>
                <a:gd name="T5" fmla="*/ 59 h 148"/>
                <a:gd name="T6" fmla="*/ 96 w 252"/>
                <a:gd name="T7" fmla="*/ 59 h 148"/>
                <a:gd name="T8" fmla="*/ 160 w 252"/>
                <a:gd name="T9" fmla="*/ 87 h 148"/>
                <a:gd name="T10" fmla="*/ 130 w 252"/>
                <a:gd name="T11" fmla="*/ 148 h 148"/>
                <a:gd name="T12" fmla="*/ 201 w 252"/>
                <a:gd name="T13" fmla="*/ 101 h 148"/>
                <a:gd name="T14" fmla="*/ 206 w 252"/>
                <a:gd name="T15" fmla="*/ 102 h 148"/>
                <a:gd name="T16" fmla="*/ 221 w 252"/>
                <a:gd name="T17" fmla="*/ 105 h 148"/>
                <a:gd name="T18" fmla="*/ 239 w 252"/>
                <a:gd name="T19" fmla="*/ 113 h 148"/>
                <a:gd name="T20" fmla="*/ 252 w 252"/>
                <a:gd name="T21" fmla="*/ 129 h 148"/>
                <a:gd name="T22" fmla="*/ 231 w 252"/>
                <a:gd name="T23" fmla="*/ 64 h 148"/>
                <a:gd name="T24" fmla="*/ 228 w 252"/>
                <a:gd name="T25" fmla="*/ 52 h 148"/>
                <a:gd name="T26" fmla="*/ 220 w 252"/>
                <a:gd name="T27" fmla="*/ 38 h 148"/>
                <a:gd name="T28" fmla="*/ 204 w 252"/>
                <a:gd name="T29" fmla="*/ 33 h 148"/>
                <a:gd name="T30" fmla="*/ 175 w 252"/>
                <a:gd name="T31" fmla="*/ 20 h 148"/>
                <a:gd name="T32" fmla="*/ 168 w 252"/>
                <a:gd name="T33" fmla="*/ 20 h 148"/>
                <a:gd name="T34" fmla="*/ 150 w 252"/>
                <a:gd name="T35" fmla="*/ 22 h 148"/>
                <a:gd name="T36" fmla="*/ 125 w 252"/>
                <a:gd name="T37" fmla="*/ 29 h 148"/>
                <a:gd name="T38" fmla="*/ 99 w 252"/>
                <a:gd name="T39" fmla="*/ 44 h 148"/>
                <a:gd name="T40" fmla="*/ 102 w 252"/>
                <a:gd name="T41" fmla="*/ 38 h 148"/>
                <a:gd name="T42" fmla="*/ 109 w 252"/>
                <a:gd name="T43" fmla="*/ 24 h 148"/>
                <a:gd name="T44" fmla="*/ 120 w 252"/>
                <a:gd name="T45" fmla="*/ 11 h 148"/>
                <a:gd name="T46" fmla="*/ 139 w 252"/>
                <a:gd name="T47" fmla="*/ 1 h 148"/>
                <a:gd name="T48" fmla="*/ 130 w 252"/>
                <a:gd name="T49" fmla="*/ 0 h 148"/>
                <a:gd name="T50" fmla="*/ 111 w 252"/>
                <a:gd name="T51" fmla="*/ 1 h 148"/>
                <a:gd name="T52" fmla="*/ 86 w 252"/>
                <a:gd name="T53" fmla="*/ 11 h 148"/>
                <a:gd name="T54" fmla="*/ 64 w 252"/>
                <a:gd name="T55" fmla="*/ 34 h 148"/>
                <a:gd name="T56" fmla="*/ 42 w 252"/>
                <a:gd name="T57" fmla="*/ 44 h 148"/>
                <a:gd name="T58" fmla="*/ 28 w 252"/>
                <a:gd name="T59" fmla="*/ 54 h 148"/>
                <a:gd name="T60" fmla="*/ 11 w 252"/>
                <a:gd name="T61" fmla="*/ 68 h 148"/>
                <a:gd name="T62" fmla="*/ 0 w 252"/>
                <a:gd name="T63" fmla="*/ 82 h 148"/>
                <a:gd name="T64" fmla="*/ 7 w 252"/>
                <a:gd name="T65" fmla="*/ 95 h 148"/>
                <a:gd name="T66" fmla="*/ 14 w 252"/>
                <a:gd name="T67" fmla="*/ 110 h 148"/>
                <a:gd name="T68" fmla="*/ 28 w 252"/>
                <a:gd name="T69" fmla="*/ 97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2" h="148">
                  <a:moveTo>
                    <a:pt x="28" y="97"/>
                  </a:moveTo>
                  <a:lnTo>
                    <a:pt x="18" y="77"/>
                  </a:lnTo>
                  <a:lnTo>
                    <a:pt x="20" y="75"/>
                  </a:lnTo>
                  <a:lnTo>
                    <a:pt x="26" y="71"/>
                  </a:lnTo>
                  <a:lnTo>
                    <a:pt x="37" y="64"/>
                  </a:lnTo>
                  <a:lnTo>
                    <a:pt x="52" y="59"/>
                  </a:lnTo>
                  <a:lnTo>
                    <a:pt x="72" y="57"/>
                  </a:lnTo>
                  <a:lnTo>
                    <a:pt x="96" y="59"/>
                  </a:lnTo>
                  <a:lnTo>
                    <a:pt x="126" y="68"/>
                  </a:lnTo>
                  <a:lnTo>
                    <a:pt x="160" y="87"/>
                  </a:lnTo>
                  <a:lnTo>
                    <a:pt x="132" y="128"/>
                  </a:lnTo>
                  <a:lnTo>
                    <a:pt x="130" y="148"/>
                  </a:lnTo>
                  <a:lnTo>
                    <a:pt x="172" y="137"/>
                  </a:lnTo>
                  <a:lnTo>
                    <a:pt x="201" y="101"/>
                  </a:lnTo>
                  <a:lnTo>
                    <a:pt x="202" y="101"/>
                  </a:lnTo>
                  <a:lnTo>
                    <a:pt x="206" y="102"/>
                  </a:lnTo>
                  <a:lnTo>
                    <a:pt x="213" y="103"/>
                  </a:lnTo>
                  <a:lnTo>
                    <a:pt x="221" y="105"/>
                  </a:lnTo>
                  <a:lnTo>
                    <a:pt x="229" y="109"/>
                  </a:lnTo>
                  <a:lnTo>
                    <a:pt x="239" y="113"/>
                  </a:lnTo>
                  <a:lnTo>
                    <a:pt x="247" y="120"/>
                  </a:lnTo>
                  <a:lnTo>
                    <a:pt x="252" y="129"/>
                  </a:lnTo>
                  <a:lnTo>
                    <a:pt x="231" y="66"/>
                  </a:lnTo>
                  <a:lnTo>
                    <a:pt x="231" y="64"/>
                  </a:lnTo>
                  <a:lnTo>
                    <a:pt x="229" y="59"/>
                  </a:lnTo>
                  <a:lnTo>
                    <a:pt x="228" y="52"/>
                  </a:lnTo>
                  <a:lnTo>
                    <a:pt x="225" y="44"/>
                  </a:lnTo>
                  <a:lnTo>
                    <a:pt x="220" y="38"/>
                  </a:lnTo>
                  <a:lnTo>
                    <a:pt x="213" y="34"/>
                  </a:lnTo>
                  <a:lnTo>
                    <a:pt x="204" y="33"/>
                  </a:lnTo>
                  <a:lnTo>
                    <a:pt x="193" y="36"/>
                  </a:lnTo>
                  <a:lnTo>
                    <a:pt x="175" y="20"/>
                  </a:lnTo>
                  <a:lnTo>
                    <a:pt x="173" y="20"/>
                  </a:lnTo>
                  <a:lnTo>
                    <a:pt x="168" y="20"/>
                  </a:lnTo>
                  <a:lnTo>
                    <a:pt x="160" y="21"/>
                  </a:lnTo>
                  <a:lnTo>
                    <a:pt x="150" y="22"/>
                  </a:lnTo>
                  <a:lnTo>
                    <a:pt x="137" y="24"/>
                  </a:lnTo>
                  <a:lnTo>
                    <a:pt x="125" y="29"/>
                  </a:lnTo>
                  <a:lnTo>
                    <a:pt x="112" y="35"/>
                  </a:lnTo>
                  <a:lnTo>
                    <a:pt x="99" y="44"/>
                  </a:lnTo>
                  <a:lnTo>
                    <a:pt x="99" y="43"/>
                  </a:lnTo>
                  <a:lnTo>
                    <a:pt x="102" y="38"/>
                  </a:lnTo>
                  <a:lnTo>
                    <a:pt x="104" y="33"/>
                  </a:lnTo>
                  <a:lnTo>
                    <a:pt x="109" y="24"/>
                  </a:lnTo>
                  <a:lnTo>
                    <a:pt x="113" y="18"/>
                  </a:lnTo>
                  <a:lnTo>
                    <a:pt x="120" y="11"/>
                  </a:lnTo>
                  <a:lnTo>
                    <a:pt x="128" y="5"/>
                  </a:lnTo>
                  <a:lnTo>
                    <a:pt x="139" y="1"/>
                  </a:lnTo>
                  <a:lnTo>
                    <a:pt x="136" y="1"/>
                  </a:lnTo>
                  <a:lnTo>
                    <a:pt x="130" y="0"/>
                  </a:lnTo>
                  <a:lnTo>
                    <a:pt x="121" y="0"/>
                  </a:lnTo>
                  <a:lnTo>
                    <a:pt x="111" y="1"/>
                  </a:lnTo>
                  <a:lnTo>
                    <a:pt x="98" y="5"/>
                  </a:lnTo>
                  <a:lnTo>
                    <a:pt x="86" y="11"/>
                  </a:lnTo>
                  <a:lnTo>
                    <a:pt x="74" y="20"/>
                  </a:lnTo>
                  <a:lnTo>
                    <a:pt x="64" y="34"/>
                  </a:lnTo>
                  <a:lnTo>
                    <a:pt x="44" y="43"/>
                  </a:lnTo>
                  <a:lnTo>
                    <a:pt x="42" y="44"/>
                  </a:lnTo>
                  <a:lnTo>
                    <a:pt x="36" y="49"/>
                  </a:lnTo>
                  <a:lnTo>
                    <a:pt x="28" y="54"/>
                  </a:lnTo>
                  <a:lnTo>
                    <a:pt x="20" y="61"/>
                  </a:lnTo>
                  <a:lnTo>
                    <a:pt x="11" y="68"/>
                  </a:lnTo>
                  <a:lnTo>
                    <a:pt x="4" y="75"/>
                  </a:lnTo>
                  <a:lnTo>
                    <a:pt x="0" y="82"/>
                  </a:lnTo>
                  <a:lnTo>
                    <a:pt x="2" y="87"/>
                  </a:lnTo>
                  <a:lnTo>
                    <a:pt x="7" y="95"/>
                  </a:lnTo>
                  <a:lnTo>
                    <a:pt x="12" y="103"/>
                  </a:lnTo>
                  <a:lnTo>
                    <a:pt x="14" y="110"/>
                  </a:lnTo>
                  <a:lnTo>
                    <a:pt x="15" y="112"/>
                  </a:lnTo>
                  <a:lnTo>
                    <a:pt x="28" y="97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5" name="Freeform 23"/>
            <p:cNvSpPr>
              <a:spLocks/>
            </p:cNvSpPr>
            <p:nvPr/>
          </p:nvSpPr>
          <p:spPr bwMode="auto">
            <a:xfrm>
              <a:off x="917575" y="2001838"/>
              <a:ext cx="104775" cy="63500"/>
            </a:xfrm>
            <a:custGeom>
              <a:avLst/>
              <a:gdLst>
                <a:gd name="T0" fmla="*/ 105 w 131"/>
                <a:gd name="T1" fmla="*/ 45 h 80"/>
                <a:gd name="T2" fmla="*/ 101 w 131"/>
                <a:gd name="T3" fmla="*/ 43 h 80"/>
                <a:gd name="T4" fmla="*/ 93 w 131"/>
                <a:gd name="T5" fmla="*/ 42 h 80"/>
                <a:gd name="T6" fmla="*/ 80 w 131"/>
                <a:gd name="T7" fmla="*/ 42 h 80"/>
                <a:gd name="T8" fmla="*/ 64 w 131"/>
                <a:gd name="T9" fmla="*/ 42 h 80"/>
                <a:gd name="T10" fmla="*/ 47 w 131"/>
                <a:gd name="T11" fmla="*/ 46 h 80"/>
                <a:gd name="T12" fmla="*/ 30 w 131"/>
                <a:gd name="T13" fmla="*/ 53 h 80"/>
                <a:gd name="T14" fmla="*/ 14 w 131"/>
                <a:gd name="T15" fmla="*/ 63 h 80"/>
                <a:gd name="T16" fmla="*/ 0 w 131"/>
                <a:gd name="T17" fmla="*/ 80 h 80"/>
                <a:gd name="T18" fmla="*/ 1 w 131"/>
                <a:gd name="T19" fmla="*/ 77 h 80"/>
                <a:gd name="T20" fmla="*/ 4 w 131"/>
                <a:gd name="T21" fmla="*/ 68 h 80"/>
                <a:gd name="T22" fmla="*/ 10 w 131"/>
                <a:gd name="T23" fmla="*/ 55 h 80"/>
                <a:gd name="T24" fmla="*/ 19 w 131"/>
                <a:gd name="T25" fmla="*/ 41 h 80"/>
                <a:gd name="T26" fmla="*/ 33 w 131"/>
                <a:gd name="T27" fmla="*/ 28 h 80"/>
                <a:gd name="T28" fmla="*/ 50 w 131"/>
                <a:gd name="T29" fmla="*/ 22 h 80"/>
                <a:gd name="T30" fmla="*/ 73 w 131"/>
                <a:gd name="T31" fmla="*/ 19 h 80"/>
                <a:gd name="T32" fmla="*/ 101 w 131"/>
                <a:gd name="T33" fmla="*/ 27 h 80"/>
                <a:gd name="T34" fmla="*/ 99 w 131"/>
                <a:gd name="T35" fmla="*/ 26 h 80"/>
                <a:gd name="T36" fmla="*/ 94 w 131"/>
                <a:gd name="T37" fmla="*/ 23 h 80"/>
                <a:gd name="T38" fmla="*/ 86 w 131"/>
                <a:gd name="T39" fmla="*/ 18 h 80"/>
                <a:gd name="T40" fmla="*/ 75 w 131"/>
                <a:gd name="T41" fmla="*/ 14 h 80"/>
                <a:gd name="T42" fmla="*/ 62 w 131"/>
                <a:gd name="T43" fmla="*/ 11 h 80"/>
                <a:gd name="T44" fmla="*/ 46 w 131"/>
                <a:gd name="T45" fmla="*/ 10 h 80"/>
                <a:gd name="T46" fmla="*/ 29 w 131"/>
                <a:gd name="T47" fmla="*/ 12 h 80"/>
                <a:gd name="T48" fmla="*/ 10 w 131"/>
                <a:gd name="T49" fmla="*/ 18 h 80"/>
                <a:gd name="T50" fmla="*/ 11 w 131"/>
                <a:gd name="T51" fmla="*/ 16 h 80"/>
                <a:gd name="T52" fmla="*/ 17 w 131"/>
                <a:gd name="T53" fmla="*/ 12 h 80"/>
                <a:gd name="T54" fmla="*/ 25 w 131"/>
                <a:gd name="T55" fmla="*/ 7 h 80"/>
                <a:gd name="T56" fmla="*/ 37 w 131"/>
                <a:gd name="T57" fmla="*/ 2 h 80"/>
                <a:gd name="T58" fmla="*/ 53 w 131"/>
                <a:gd name="T59" fmla="*/ 0 h 80"/>
                <a:gd name="T60" fmla="*/ 72 w 131"/>
                <a:gd name="T61" fmla="*/ 2 h 80"/>
                <a:gd name="T62" fmla="*/ 95 w 131"/>
                <a:gd name="T63" fmla="*/ 9 h 80"/>
                <a:gd name="T64" fmla="*/ 123 w 131"/>
                <a:gd name="T65" fmla="*/ 24 h 80"/>
                <a:gd name="T66" fmla="*/ 131 w 131"/>
                <a:gd name="T67" fmla="*/ 40 h 80"/>
                <a:gd name="T68" fmla="*/ 105 w 131"/>
                <a:gd name="T69" fmla="*/ 45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80">
                  <a:moveTo>
                    <a:pt x="105" y="45"/>
                  </a:moveTo>
                  <a:lnTo>
                    <a:pt x="101" y="43"/>
                  </a:lnTo>
                  <a:lnTo>
                    <a:pt x="93" y="42"/>
                  </a:lnTo>
                  <a:lnTo>
                    <a:pt x="80" y="42"/>
                  </a:lnTo>
                  <a:lnTo>
                    <a:pt x="64" y="42"/>
                  </a:lnTo>
                  <a:lnTo>
                    <a:pt x="47" y="46"/>
                  </a:lnTo>
                  <a:lnTo>
                    <a:pt x="30" y="53"/>
                  </a:lnTo>
                  <a:lnTo>
                    <a:pt x="14" y="63"/>
                  </a:lnTo>
                  <a:lnTo>
                    <a:pt x="0" y="80"/>
                  </a:lnTo>
                  <a:lnTo>
                    <a:pt x="1" y="77"/>
                  </a:lnTo>
                  <a:lnTo>
                    <a:pt x="4" y="68"/>
                  </a:lnTo>
                  <a:lnTo>
                    <a:pt x="10" y="55"/>
                  </a:lnTo>
                  <a:lnTo>
                    <a:pt x="19" y="41"/>
                  </a:lnTo>
                  <a:lnTo>
                    <a:pt x="33" y="28"/>
                  </a:lnTo>
                  <a:lnTo>
                    <a:pt x="50" y="22"/>
                  </a:lnTo>
                  <a:lnTo>
                    <a:pt x="73" y="19"/>
                  </a:lnTo>
                  <a:lnTo>
                    <a:pt x="101" y="27"/>
                  </a:lnTo>
                  <a:lnTo>
                    <a:pt x="99" y="26"/>
                  </a:lnTo>
                  <a:lnTo>
                    <a:pt x="94" y="23"/>
                  </a:lnTo>
                  <a:lnTo>
                    <a:pt x="86" y="18"/>
                  </a:lnTo>
                  <a:lnTo>
                    <a:pt x="75" y="14"/>
                  </a:lnTo>
                  <a:lnTo>
                    <a:pt x="62" y="11"/>
                  </a:lnTo>
                  <a:lnTo>
                    <a:pt x="46" y="10"/>
                  </a:lnTo>
                  <a:lnTo>
                    <a:pt x="29" y="12"/>
                  </a:lnTo>
                  <a:lnTo>
                    <a:pt x="10" y="18"/>
                  </a:lnTo>
                  <a:lnTo>
                    <a:pt x="11" y="16"/>
                  </a:lnTo>
                  <a:lnTo>
                    <a:pt x="17" y="12"/>
                  </a:lnTo>
                  <a:lnTo>
                    <a:pt x="25" y="7"/>
                  </a:lnTo>
                  <a:lnTo>
                    <a:pt x="37" y="2"/>
                  </a:lnTo>
                  <a:lnTo>
                    <a:pt x="53" y="0"/>
                  </a:lnTo>
                  <a:lnTo>
                    <a:pt x="72" y="2"/>
                  </a:lnTo>
                  <a:lnTo>
                    <a:pt x="95" y="9"/>
                  </a:lnTo>
                  <a:lnTo>
                    <a:pt x="123" y="24"/>
                  </a:lnTo>
                  <a:lnTo>
                    <a:pt x="131" y="40"/>
                  </a:lnTo>
                  <a:lnTo>
                    <a:pt x="105" y="45"/>
                  </a:lnTo>
                  <a:close/>
                </a:path>
              </a:pathLst>
            </a:custGeom>
            <a:solidFill>
              <a:srgbClr val="B52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4" name="Freeform 24"/>
            <p:cNvSpPr>
              <a:spLocks/>
            </p:cNvSpPr>
            <p:nvPr/>
          </p:nvSpPr>
          <p:spPr bwMode="auto">
            <a:xfrm>
              <a:off x="1041400" y="2025651"/>
              <a:ext cx="87313" cy="68263"/>
            </a:xfrm>
            <a:custGeom>
              <a:avLst/>
              <a:gdLst>
                <a:gd name="T0" fmla="*/ 14 w 110"/>
                <a:gd name="T1" fmla="*/ 33 h 86"/>
                <a:gd name="T2" fmla="*/ 18 w 110"/>
                <a:gd name="T3" fmla="*/ 32 h 86"/>
                <a:gd name="T4" fmla="*/ 27 w 110"/>
                <a:gd name="T5" fmla="*/ 30 h 86"/>
                <a:gd name="T6" fmla="*/ 37 w 110"/>
                <a:gd name="T7" fmla="*/ 30 h 86"/>
                <a:gd name="T8" fmla="*/ 43 w 110"/>
                <a:gd name="T9" fmla="*/ 38 h 86"/>
                <a:gd name="T10" fmla="*/ 45 w 110"/>
                <a:gd name="T11" fmla="*/ 35 h 86"/>
                <a:gd name="T12" fmla="*/ 49 w 110"/>
                <a:gd name="T13" fmla="*/ 31 h 86"/>
                <a:gd name="T14" fmla="*/ 48 w 110"/>
                <a:gd name="T15" fmla="*/ 25 h 86"/>
                <a:gd name="T16" fmla="*/ 40 w 110"/>
                <a:gd name="T17" fmla="*/ 22 h 86"/>
                <a:gd name="T18" fmla="*/ 42 w 110"/>
                <a:gd name="T19" fmla="*/ 22 h 86"/>
                <a:gd name="T20" fmla="*/ 49 w 110"/>
                <a:gd name="T21" fmla="*/ 23 h 86"/>
                <a:gd name="T22" fmla="*/ 58 w 110"/>
                <a:gd name="T23" fmla="*/ 26 h 86"/>
                <a:gd name="T24" fmla="*/ 69 w 110"/>
                <a:gd name="T25" fmla="*/ 31 h 86"/>
                <a:gd name="T26" fmla="*/ 81 w 110"/>
                <a:gd name="T27" fmla="*/ 39 h 86"/>
                <a:gd name="T28" fmla="*/ 92 w 110"/>
                <a:gd name="T29" fmla="*/ 50 h 86"/>
                <a:gd name="T30" fmla="*/ 103 w 110"/>
                <a:gd name="T31" fmla="*/ 65 h 86"/>
                <a:gd name="T32" fmla="*/ 110 w 110"/>
                <a:gd name="T33" fmla="*/ 86 h 86"/>
                <a:gd name="T34" fmla="*/ 109 w 110"/>
                <a:gd name="T35" fmla="*/ 83 h 86"/>
                <a:gd name="T36" fmla="*/ 107 w 110"/>
                <a:gd name="T37" fmla="*/ 72 h 86"/>
                <a:gd name="T38" fmla="*/ 103 w 110"/>
                <a:gd name="T39" fmla="*/ 60 h 86"/>
                <a:gd name="T40" fmla="*/ 95 w 110"/>
                <a:gd name="T41" fmla="*/ 43 h 86"/>
                <a:gd name="T42" fmla="*/ 83 w 110"/>
                <a:gd name="T43" fmla="*/ 27 h 86"/>
                <a:gd name="T44" fmla="*/ 68 w 110"/>
                <a:gd name="T45" fmla="*/ 13 h 86"/>
                <a:gd name="T46" fmla="*/ 49 w 110"/>
                <a:gd name="T47" fmla="*/ 4 h 86"/>
                <a:gd name="T48" fmla="*/ 22 w 110"/>
                <a:gd name="T49" fmla="*/ 0 h 86"/>
                <a:gd name="T50" fmla="*/ 8 w 110"/>
                <a:gd name="T51" fmla="*/ 3 h 86"/>
                <a:gd name="T52" fmla="*/ 0 w 110"/>
                <a:gd name="T53" fmla="*/ 23 h 86"/>
                <a:gd name="T54" fmla="*/ 14 w 110"/>
                <a:gd name="T55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0" h="86">
                  <a:moveTo>
                    <a:pt x="14" y="33"/>
                  </a:moveTo>
                  <a:lnTo>
                    <a:pt x="18" y="32"/>
                  </a:lnTo>
                  <a:lnTo>
                    <a:pt x="27" y="30"/>
                  </a:lnTo>
                  <a:lnTo>
                    <a:pt x="37" y="30"/>
                  </a:lnTo>
                  <a:lnTo>
                    <a:pt x="43" y="38"/>
                  </a:lnTo>
                  <a:lnTo>
                    <a:pt x="45" y="35"/>
                  </a:lnTo>
                  <a:lnTo>
                    <a:pt x="49" y="31"/>
                  </a:lnTo>
                  <a:lnTo>
                    <a:pt x="48" y="25"/>
                  </a:lnTo>
                  <a:lnTo>
                    <a:pt x="40" y="22"/>
                  </a:lnTo>
                  <a:lnTo>
                    <a:pt x="42" y="22"/>
                  </a:lnTo>
                  <a:lnTo>
                    <a:pt x="49" y="23"/>
                  </a:lnTo>
                  <a:lnTo>
                    <a:pt x="58" y="26"/>
                  </a:lnTo>
                  <a:lnTo>
                    <a:pt x="69" y="31"/>
                  </a:lnTo>
                  <a:lnTo>
                    <a:pt x="81" y="39"/>
                  </a:lnTo>
                  <a:lnTo>
                    <a:pt x="92" y="50"/>
                  </a:lnTo>
                  <a:lnTo>
                    <a:pt x="103" y="65"/>
                  </a:lnTo>
                  <a:lnTo>
                    <a:pt x="110" y="86"/>
                  </a:lnTo>
                  <a:lnTo>
                    <a:pt x="109" y="83"/>
                  </a:lnTo>
                  <a:lnTo>
                    <a:pt x="107" y="72"/>
                  </a:lnTo>
                  <a:lnTo>
                    <a:pt x="103" y="60"/>
                  </a:lnTo>
                  <a:lnTo>
                    <a:pt x="95" y="43"/>
                  </a:lnTo>
                  <a:lnTo>
                    <a:pt x="83" y="27"/>
                  </a:lnTo>
                  <a:lnTo>
                    <a:pt x="68" y="13"/>
                  </a:lnTo>
                  <a:lnTo>
                    <a:pt x="49" y="4"/>
                  </a:lnTo>
                  <a:lnTo>
                    <a:pt x="22" y="0"/>
                  </a:lnTo>
                  <a:lnTo>
                    <a:pt x="8" y="3"/>
                  </a:lnTo>
                  <a:lnTo>
                    <a:pt x="0" y="23"/>
                  </a:lnTo>
                  <a:lnTo>
                    <a:pt x="14" y="33"/>
                  </a:lnTo>
                  <a:close/>
                </a:path>
              </a:pathLst>
            </a:custGeom>
            <a:solidFill>
              <a:srgbClr val="B52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5" name="Freeform 25"/>
            <p:cNvSpPr>
              <a:spLocks/>
            </p:cNvSpPr>
            <p:nvPr/>
          </p:nvSpPr>
          <p:spPr bwMode="auto">
            <a:xfrm>
              <a:off x="790575" y="2033588"/>
              <a:ext cx="104775" cy="92075"/>
            </a:xfrm>
            <a:custGeom>
              <a:avLst/>
              <a:gdLst>
                <a:gd name="T0" fmla="*/ 115 w 131"/>
                <a:gd name="T1" fmla="*/ 7 h 116"/>
                <a:gd name="T2" fmla="*/ 113 w 131"/>
                <a:gd name="T3" fmla="*/ 6 h 116"/>
                <a:gd name="T4" fmla="*/ 105 w 131"/>
                <a:gd name="T5" fmla="*/ 3 h 116"/>
                <a:gd name="T6" fmla="*/ 92 w 131"/>
                <a:gd name="T7" fmla="*/ 1 h 116"/>
                <a:gd name="T8" fmla="*/ 77 w 131"/>
                <a:gd name="T9" fmla="*/ 0 h 116"/>
                <a:gd name="T10" fmla="*/ 59 w 131"/>
                <a:gd name="T11" fmla="*/ 3 h 116"/>
                <a:gd name="T12" fmla="*/ 39 w 131"/>
                <a:gd name="T13" fmla="*/ 13 h 116"/>
                <a:gd name="T14" fmla="*/ 19 w 131"/>
                <a:gd name="T15" fmla="*/ 28 h 116"/>
                <a:gd name="T16" fmla="*/ 0 w 131"/>
                <a:gd name="T17" fmla="*/ 52 h 116"/>
                <a:gd name="T18" fmla="*/ 2 w 131"/>
                <a:gd name="T19" fmla="*/ 51 h 116"/>
                <a:gd name="T20" fmla="*/ 8 w 131"/>
                <a:gd name="T21" fmla="*/ 46 h 116"/>
                <a:gd name="T22" fmla="*/ 17 w 131"/>
                <a:gd name="T23" fmla="*/ 41 h 116"/>
                <a:gd name="T24" fmla="*/ 27 w 131"/>
                <a:gd name="T25" fmla="*/ 36 h 116"/>
                <a:gd name="T26" fmla="*/ 41 w 131"/>
                <a:gd name="T27" fmla="*/ 30 h 116"/>
                <a:gd name="T28" fmla="*/ 55 w 131"/>
                <a:gd name="T29" fmla="*/ 25 h 116"/>
                <a:gd name="T30" fmla="*/ 69 w 131"/>
                <a:gd name="T31" fmla="*/ 23 h 116"/>
                <a:gd name="T32" fmla="*/ 83 w 131"/>
                <a:gd name="T33" fmla="*/ 23 h 116"/>
                <a:gd name="T34" fmla="*/ 79 w 131"/>
                <a:gd name="T35" fmla="*/ 24 h 116"/>
                <a:gd name="T36" fmla="*/ 71 w 131"/>
                <a:gd name="T37" fmla="*/ 29 h 116"/>
                <a:gd name="T38" fmla="*/ 60 w 131"/>
                <a:gd name="T39" fmla="*/ 36 h 116"/>
                <a:gd name="T40" fmla="*/ 46 w 131"/>
                <a:gd name="T41" fmla="*/ 45 h 116"/>
                <a:gd name="T42" fmla="*/ 31 w 131"/>
                <a:gd name="T43" fmla="*/ 58 h 116"/>
                <a:gd name="T44" fmla="*/ 18 w 131"/>
                <a:gd name="T45" fmla="*/ 74 h 116"/>
                <a:gd name="T46" fmla="*/ 8 w 131"/>
                <a:gd name="T47" fmla="*/ 93 h 116"/>
                <a:gd name="T48" fmla="*/ 2 w 131"/>
                <a:gd name="T49" fmla="*/ 116 h 116"/>
                <a:gd name="T50" fmla="*/ 4 w 131"/>
                <a:gd name="T51" fmla="*/ 113 h 116"/>
                <a:gd name="T52" fmla="*/ 12 w 131"/>
                <a:gd name="T53" fmla="*/ 104 h 116"/>
                <a:gd name="T54" fmla="*/ 24 w 131"/>
                <a:gd name="T55" fmla="*/ 91 h 116"/>
                <a:gd name="T56" fmla="*/ 40 w 131"/>
                <a:gd name="T57" fmla="*/ 76 h 116"/>
                <a:gd name="T58" fmla="*/ 60 w 131"/>
                <a:gd name="T59" fmla="*/ 59 h 116"/>
                <a:gd name="T60" fmla="*/ 82 w 131"/>
                <a:gd name="T61" fmla="*/ 44 h 116"/>
                <a:gd name="T62" fmla="*/ 106 w 131"/>
                <a:gd name="T63" fmla="*/ 30 h 116"/>
                <a:gd name="T64" fmla="*/ 131 w 131"/>
                <a:gd name="T65" fmla="*/ 20 h 116"/>
                <a:gd name="T66" fmla="*/ 115 w 131"/>
                <a:gd name="T67" fmla="*/ 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1" h="116">
                  <a:moveTo>
                    <a:pt x="115" y="7"/>
                  </a:moveTo>
                  <a:lnTo>
                    <a:pt x="113" y="6"/>
                  </a:lnTo>
                  <a:lnTo>
                    <a:pt x="105" y="3"/>
                  </a:lnTo>
                  <a:lnTo>
                    <a:pt x="92" y="1"/>
                  </a:lnTo>
                  <a:lnTo>
                    <a:pt x="77" y="0"/>
                  </a:lnTo>
                  <a:lnTo>
                    <a:pt x="59" y="3"/>
                  </a:lnTo>
                  <a:lnTo>
                    <a:pt x="39" y="13"/>
                  </a:lnTo>
                  <a:lnTo>
                    <a:pt x="19" y="28"/>
                  </a:lnTo>
                  <a:lnTo>
                    <a:pt x="0" y="52"/>
                  </a:lnTo>
                  <a:lnTo>
                    <a:pt x="2" y="51"/>
                  </a:lnTo>
                  <a:lnTo>
                    <a:pt x="8" y="46"/>
                  </a:lnTo>
                  <a:lnTo>
                    <a:pt x="17" y="41"/>
                  </a:lnTo>
                  <a:lnTo>
                    <a:pt x="27" y="36"/>
                  </a:lnTo>
                  <a:lnTo>
                    <a:pt x="41" y="30"/>
                  </a:lnTo>
                  <a:lnTo>
                    <a:pt x="55" y="25"/>
                  </a:lnTo>
                  <a:lnTo>
                    <a:pt x="69" y="23"/>
                  </a:lnTo>
                  <a:lnTo>
                    <a:pt x="83" y="23"/>
                  </a:lnTo>
                  <a:lnTo>
                    <a:pt x="79" y="24"/>
                  </a:lnTo>
                  <a:lnTo>
                    <a:pt x="71" y="29"/>
                  </a:lnTo>
                  <a:lnTo>
                    <a:pt x="60" y="36"/>
                  </a:lnTo>
                  <a:lnTo>
                    <a:pt x="46" y="45"/>
                  </a:lnTo>
                  <a:lnTo>
                    <a:pt x="31" y="58"/>
                  </a:lnTo>
                  <a:lnTo>
                    <a:pt x="18" y="74"/>
                  </a:lnTo>
                  <a:lnTo>
                    <a:pt x="8" y="93"/>
                  </a:lnTo>
                  <a:lnTo>
                    <a:pt x="2" y="116"/>
                  </a:lnTo>
                  <a:lnTo>
                    <a:pt x="4" y="113"/>
                  </a:lnTo>
                  <a:lnTo>
                    <a:pt x="12" y="104"/>
                  </a:lnTo>
                  <a:lnTo>
                    <a:pt x="24" y="91"/>
                  </a:lnTo>
                  <a:lnTo>
                    <a:pt x="40" y="76"/>
                  </a:lnTo>
                  <a:lnTo>
                    <a:pt x="60" y="59"/>
                  </a:lnTo>
                  <a:lnTo>
                    <a:pt x="82" y="44"/>
                  </a:lnTo>
                  <a:lnTo>
                    <a:pt x="106" y="30"/>
                  </a:lnTo>
                  <a:lnTo>
                    <a:pt x="131" y="20"/>
                  </a:lnTo>
                  <a:lnTo>
                    <a:pt x="115" y="7"/>
                  </a:lnTo>
                  <a:close/>
                </a:path>
              </a:pathLst>
            </a:custGeom>
            <a:solidFill>
              <a:srgbClr val="B52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9" name="Freeform 26"/>
            <p:cNvSpPr>
              <a:spLocks/>
            </p:cNvSpPr>
            <p:nvPr/>
          </p:nvSpPr>
          <p:spPr bwMode="auto">
            <a:xfrm>
              <a:off x="849313" y="2006601"/>
              <a:ext cx="44450" cy="23813"/>
            </a:xfrm>
            <a:custGeom>
              <a:avLst/>
              <a:gdLst>
                <a:gd name="T0" fmla="*/ 57 w 57"/>
                <a:gd name="T1" fmla="*/ 30 h 30"/>
                <a:gd name="T2" fmla="*/ 56 w 57"/>
                <a:gd name="T3" fmla="*/ 29 h 30"/>
                <a:gd name="T4" fmla="*/ 55 w 57"/>
                <a:gd name="T5" fmla="*/ 27 h 30"/>
                <a:gd name="T6" fmla="*/ 51 w 57"/>
                <a:gd name="T7" fmla="*/ 23 h 30"/>
                <a:gd name="T8" fmla="*/ 45 w 57"/>
                <a:gd name="T9" fmla="*/ 20 h 30"/>
                <a:gd name="T10" fmla="*/ 37 w 57"/>
                <a:gd name="T11" fmla="*/ 17 h 30"/>
                <a:gd name="T12" fmla="*/ 28 w 57"/>
                <a:gd name="T13" fmla="*/ 14 h 30"/>
                <a:gd name="T14" fmla="*/ 15 w 57"/>
                <a:gd name="T15" fmla="*/ 13 h 30"/>
                <a:gd name="T16" fmla="*/ 0 w 57"/>
                <a:gd name="T17" fmla="*/ 14 h 30"/>
                <a:gd name="T18" fmla="*/ 3 w 57"/>
                <a:gd name="T19" fmla="*/ 13 h 30"/>
                <a:gd name="T20" fmla="*/ 9 w 57"/>
                <a:gd name="T21" fmla="*/ 9 h 30"/>
                <a:gd name="T22" fmla="*/ 17 w 57"/>
                <a:gd name="T23" fmla="*/ 5 h 30"/>
                <a:gd name="T24" fmla="*/ 26 w 57"/>
                <a:gd name="T25" fmla="*/ 2 h 30"/>
                <a:gd name="T26" fmla="*/ 36 w 57"/>
                <a:gd name="T27" fmla="*/ 0 h 30"/>
                <a:gd name="T28" fmla="*/ 45 w 57"/>
                <a:gd name="T29" fmla="*/ 4 h 30"/>
                <a:gd name="T30" fmla="*/ 52 w 57"/>
                <a:gd name="T31" fmla="*/ 13 h 30"/>
                <a:gd name="T32" fmla="*/ 57 w 57"/>
                <a:gd name="T3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30">
                  <a:moveTo>
                    <a:pt x="57" y="30"/>
                  </a:moveTo>
                  <a:lnTo>
                    <a:pt x="56" y="29"/>
                  </a:lnTo>
                  <a:lnTo>
                    <a:pt x="55" y="27"/>
                  </a:lnTo>
                  <a:lnTo>
                    <a:pt x="51" y="23"/>
                  </a:lnTo>
                  <a:lnTo>
                    <a:pt x="45" y="20"/>
                  </a:lnTo>
                  <a:lnTo>
                    <a:pt x="37" y="17"/>
                  </a:lnTo>
                  <a:lnTo>
                    <a:pt x="28" y="14"/>
                  </a:lnTo>
                  <a:lnTo>
                    <a:pt x="15" y="13"/>
                  </a:lnTo>
                  <a:lnTo>
                    <a:pt x="0" y="14"/>
                  </a:lnTo>
                  <a:lnTo>
                    <a:pt x="3" y="13"/>
                  </a:lnTo>
                  <a:lnTo>
                    <a:pt x="9" y="9"/>
                  </a:lnTo>
                  <a:lnTo>
                    <a:pt x="17" y="5"/>
                  </a:lnTo>
                  <a:lnTo>
                    <a:pt x="26" y="2"/>
                  </a:lnTo>
                  <a:lnTo>
                    <a:pt x="36" y="0"/>
                  </a:lnTo>
                  <a:lnTo>
                    <a:pt x="45" y="4"/>
                  </a:lnTo>
                  <a:lnTo>
                    <a:pt x="52" y="13"/>
                  </a:lnTo>
                  <a:lnTo>
                    <a:pt x="57" y="30"/>
                  </a:lnTo>
                  <a:close/>
                </a:path>
              </a:pathLst>
            </a:custGeom>
            <a:solidFill>
              <a:srgbClr val="B52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0" name="Freeform 27"/>
            <p:cNvSpPr>
              <a:spLocks/>
            </p:cNvSpPr>
            <p:nvPr/>
          </p:nvSpPr>
          <p:spPr bwMode="auto">
            <a:xfrm>
              <a:off x="738188" y="2143126"/>
              <a:ext cx="38100" cy="68263"/>
            </a:xfrm>
            <a:custGeom>
              <a:avLst/>
              <a:gdLst>
                <a:gd name="T0" fmla="*/ 40 w 48"/>
                <a:gd name="T1" fmla="*/ 0 h 87"/>
                <a:gd name="T2" fmla="*/ 38 w 48"/>
                <a:gd name="T3" fmla="*/ 3 h 87"/>
                <a:gd name="T4" fmla="*/ 35 w 48"/>
                <a:gd name="T5" fmla="*/ 9 h 87"/>
                <a:gd name="T6" fmla="*/ 31 w 48"/>
                <a:gd name="T7" fmla="*/ 19 h 87"/>
                <a:gd name="T8" fmla="*/ 30 w 48"/>
                <a:gd name="T9" fmla="*/ 28 h 87"/>
                <a:gd name="T10" fmla="*/ 30 w 48"/>
                <a:gd name="T11" fmla="*/ 37 h 87"/>
                <a:gd name="T12" fmla="*/ 30 w 48"/>
                <a:gd name="T13" fmla="*/ 46 h 87"/>
                <a:gd name="T14" fmla="*/ 28 w 48"/>
                <a:gd name="T15" fmla="*/ 57 h 87"/>
                <a:gd name="T16" fmla="*/ 24 w 48"/>
                <a:gd name="T17" fmla="*/ 65 h 87"/>
                <a:gd name="T18" fmla="*/ 17 w 48"/>
                <a:gd name="T19" fmla="*/ 73 h 87"/>
                <a:gd name="T20" fmla="*/ 9 w 48"/>
                <a:gd name="T21" fmla="*/ 80 h 87"/>
                <a:gd name="T22" fmla="*/ 2 w 48"/>
                <a:gd name="T23" fmla="*/ 84 h 87"/>
                <a:gd name="T24" fmla="*/ 0 w 48"/>
                <a:gd name="T25" fmla="*/ 87 h 87"/>
                <a:gd name="T26" fmla="*/ 1 w 48"/>
                <a:gd name="T27" fmla="*/ 87 h 87"/>
                <a:gd name="T28" fmla="*/ 5 w 48"/>
                <a:gd name="T29" fmla="*/ 87 h 87"/>
                <a:gd name="T30" fmla="*/ 10 w 48"/>
                <a:gd name="T31" fmla="*/ 85 h 87"/>
                <a:gd name="T32" fmla="*/ 16 w 48"/>
                <a:gd name="T33" fmla="*/ 83 h 87"/>
                <a:gd name="T34" fmla="*/ 23 w 48"/>
                <a:gd name="T35" fmla="*/ 81 h 87"/>
                <a:gd name="T36" fmla="*/ 29 w 48"/>
                <a:gd name="T37" fmla="*/ 77 h 87"/>
                <a:gd name="T38" fmla="*/ 33 w 48"/>
                <a:gd name="T39" fmla="*/ 72 h 87"/>
                <a:gd name="T40" fmla="*/ 36 w 48"/>
                <a:gd name="T41" fmla="*/ 64 h 87"/>
                <a:gd name="T42" fmla="*/ 39 w 48"/>
                <a:gd name="T43" fmla="*/ 47 h 87"/>
                <a:gd name="T44" fmla="*/ 44 w 48"/>
                <a:gd name="T45" fmla="*/ 35 h 87"/>
                <a:gd name="T46" fmla="*/ 47 w 48"/>
                <a:gd name="T47" fmla="*/ 27 h 87"/>
                <a:gd name="T48" fmla="*/ 48 w 48"/>
                <a:gd name="T49" fmla="*/ 24 h 87"/>
                <a:gd name="T50" fmla="*/ 40 w 48"/>
                <a:gd name="T51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" h="87">
                  <a:moveTo>
                    <a:pt x="40" y="0"/>
                  </a:moveTo>
                  <a:lnTo>
                    <a:pt x="38" y="3"/>
                  </a:lnTo>
                  <a:lnTo>
                    <a:pt x="35" y="9"/>
                  </a:lnTo>
                  <a:lnTo>
                    <a:pt x="31" y="19"/>
                  </a:lnTo>
                  <a:lnTo>
                    <a:pt x="30" y="28"/>
                  </a:lnTo>
                  <a:lnTo>
                    <a:pt x="30" y="37"/>
                  </a:lnTo>
                  <a:lnTo>
                    <a:pt x="30" y="46"/>
                  </a:lnTo>
                  <a:lnTo>
                    <a:pt x="28" y="57"/>
                  </a:lnTo>
                  <a:lnTo>
                    <a:pt x="24" y="65"/>
                  </a:lnTo>
                  <a:lnTo>
                    <a:pt x="17" y="73"/>
                  </a:lnTo>
                  <a:lnTo>
                    <a:pt x="9" y="80"/>
                  </a:lnTo>
                  <a:lnTo>
                    <a:pt x="2" y="84"/>
                  </a:lnTo>
                  <a:lnTo>
                    <a:pt x="0" y="87"/>
                  </a:lnTo>
                  <a:lnTo>
                    <a:pt x="1" y="87"/>
                  </a:lnTo>
                  <a:lnTo>
                    <a:pt x="5" y="87"/>
                  </a:lnTo>
                  <a:lnTo>
                    <a:pt x="10" y="85"/>
                  </a:lnTo>
                  <a:lnTo>
                    <a:pt x="16" y="83"/>
                  </a:lnTo>
                  <a:lnTo>
                    <a:pt x="23" y="81"/>
                  </a:lnTo>
                  <a:lnTo>
                    <a:pt x="29" y="77"/>
                  </a:lnTo>
                  <a:lnTo>
                    <a:pt x="33" y="72"/>
                  </a:lnTo>
                  <a:lnTo>
                    <a:pt x="36" y="64"/>
                  </a:lnTo>
                  <a:lnTo>
                    <a:pt x="39" y="47"/>
                  </a:lnTo>
                  <a:lnTo>
                    <a:pt x="44" y="35"/>
                  </a:lnTo>
                  <a:lnTo>
                    <a:pt x="47" y="27"/>
                  </a:lnTo>
                  <a:lnTo>
                    <a:pt x="48" y="24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1" name="Freeform 28"/>
            <p:cNvSpPr>
              <a:spLocks/>
            </p:cNvSpPr>
            <p:nvPr/>
          </p:nvSpPr>
          <p:spPr bwMode="auto">
            <a:xfrm>
              <a:off x="752475" y="1974851"/>
              <a:ext cx="131763" cy="84138"/>
            </a:xfrm>
            <a:custGeom>
              <a:avLst/>
              <a:gdLst>
                <a:gd name="T0" fmla="*/ 157 w 165"/>
                <a:gd name="T1" fmla="*/ 0 h 105"/>
                <a:gd name="T2" fmla="*/ 153 w 165"/>
                <a:gd name="T3" fmla="*/ 1 h 105"/>
                <a:gd name="T4" fmla="*/ 139 w 165"/>
                <a:gd name="T5" fmla="*/ 6 h 105"/>
                <a:gd name="T6" fmla="*/ 118 w 165"/>
                <a:gd name="T7" fmla="*/ 14 h 105"/>
                <a:gd name="T8" fmla="*/ 94 w 165"/>
                <a:gd name="T9" fmla="*/ 24 h 105"/>
                <a:gd name="T10" fmla="*/ 68 w 165"/>
                <a:gd name="T11" fmla="*/ 39 h 105"/>
                <a:gd name="T12" fmla="*/ 42 w 165"/>
                <a:gd name="T13" fmla="*/ 57 h 105"/>
                <a:gd name="T14" fmla="*/ 18 w 165"/>
                <a:gd name="T15" fmla="*/ 79 h 105"/>
                <a:gd name="T16" fmla="*/ 0 w 165"/>
                <a:gd name="T17" fmla="*/ 105 h 105"/>
                <a:gd name="T18" fmla="*/ 3 w 165"/>
                <a:gd name="T19" fmla="*/ 102 h 105"/>
                <a:gd name="T20" fmla="*/ 15 w 165"/>
                <a:gd name="T21" fmla="*/ 92 h 105"/>
                <a:gd name="T22" fmla="*/ 31 w 165"/>
                <a:gd name="T23" fmla="*/ 79 h 105"/>
                <a:gd name="T24" fmla="*/ 53 w 165"/>
                <a:gd name="T25" fmla="*/ 62 h 105"/>
                <a:gd name="T26" fmla="*/ 78 w 165"/>
                <a:gd name="T27" fmla="*/ 45 h 105"/>
                <a:gd name="T28" fmla="*/ 106 w 165"/>
                <a:gd name="T29" fmla="*/ 29 h 105"/>
                <a:gd name="T30" fmla="*/ 135 w 165"/>
                <a:gd name="T31" fmla="*/ 16 h 105"/>
                <a:gd name="T32" fmla="*/ 165 w 165"/>
                <a:gd name="T33" fmla="*/ 7 h 105"/>
                <a:gd name="T34" fmla="*/ 157 w 165"/>
                <a:gd name="T3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5" h="105">
                  <a:moveTo>
                    <a:pt x="157" y="0"/>
                  </a:moveTo>
                  <a:lnTo>
                    <a:pt x="153" y="1"/>
                  </a:lnTo>
                  <a:lnTo>
                    <a:pt x="139" y="6"/>
                  </a:lnTo>
                  <a:lnTo>
                    <a:pt x="118" y="14"/>
                  </a:lnTo>
                  <a:lnTo>
                    <a:pt x="94" y="24"/>
                  </a:lnTo>
                  <a:lnTo>
                    <a:pt x="68" y="39"/>
                  </a:lnTo>
                  <a:lnTo>
                    <a:pt x="42" y="57"/>
                  </a:lnTo>
                  <a:lnTo>
                    <a:pt x="18" y="79"/>
                  </a:lnTo>
                  <a:lnTo>
                    <a:pt x="0" y="105"/>
                  </a:lnTo>
                  <a:lnTo>
                    <a:pt x="3" y="102"/>
                  </a:lnTo>
                  <a:lnTo>
                    <a:pt x="15" y="92"/>
                  </a:lnTo>
                  <a:lnTo>
                    <a:pt x="31" y="79"/>
                  </a:lnTo>
                  <a:lnTo>
                    <a:pt x="53" y="62"/>
                  </a:lnTo>
                  <a:lnTo>
                    <a:pt x="78" y="45"/>
                  </a:lnTo>
                  <a:lnTo>
                    <a:pt x="106" y="29"/>
                  </a:lnTo>
                  <a:lnTo>
                    <a:pt x="135" y="16"/>
                  </a:lnTo>
                  <a:lnTo>
                    <a:pt x="165" y="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2" name="Freeform 29"/>
            <p:cNvSpPr>
              <a:spLocks/>
            </p:cNvSpPr>
            <p:nvPr/>
          </p:nvSpPr>
          <p:spPr bwMode="auto">
            <a:xfrm>
              <a:off x="390525" y="1449388"/>
              <a:ext cx="1014413" cy="1797050"/>
            </a:xfrm>
            <a:custGeom>
              <a:avLst/>
              <a:gdLst>
                <a:gd name="T0" fmla="*/ 459 w 1277"/>
                <a:gd name="T1" fmla="*/ 1097 h 2264"/>
                <a:gd name="T2" fmla="*/ 377 w 1277"/>
                <a:gd name="T3" fmla="*/ 972 h 2264"/>
                <a:gd name="T4" fmla="*/ 300 w 1277"/>
                <a:gd name="T5" fmla="*/ 685 h 2264"/>
                <a:gd name="T6" fmla="*/ 310 w 1277"/>
                <a:gd name="T7" fmla="*/ 583 h 2264"/>
                <a:gd name="T8" fmla="*/ 376 w 1277"/>
                <a:gd name="T9" fmla="*/ 511 h 2264"/>
                <a:gd name="T10" fmla="*/ 435 w 1277"/>
                <a:gd name="T11" fmla="*/ 385 h 2264"/>
                <a:gd name="T12" fmla="*/ 537 w 1277"/>
                <a:gd name="T13" fmla="*/ 245 h 2264"/>
                <a:gd name="T14" fmla="*/ 574 w 1277"/>
                <a:gd name="T15" fmla="*/ 273 h 2264"/>
                <a:gd name="T16" fmla="*/ 659 w 1277"/>
                <a:gd name="T17" fmla="*/ 246 h 2264"/>
                <a:gd name="T18" fmla="*/ 733 w 1277"/>
                <a:gd name="T19" fmla="*/ 61 h 2264"/>
                <a:gd name="T20" fmla="*/ 693 w 1277"/>
                <a:gd name="T21" fmla="*/ 9 h 2264"/>
                <a:gd name="T22" fmla="*/ 617 w 1277"/>
                <a:gd name="T23" fmla="*/ 17 h 2264"/>
                <a:gd name="T24" fmla="*/ 508 w 1277"/>
                <a:gd name="T25" fmla="*/ 81 h 2264"/>
                <a:gd name="T26" fmla="*/ 427 w 1277"/>
                <a:gd name="T27" fmla="*/ 160 h 2264"/>
                <a:gd name="T28" fmla="*/ 353 w 1277"/>
                <a:gd name="T29" fmla="*/ 226 h 2264"/>
                <a:gd name="T30" fmla="*/ 244 w 1277"/>
                <a:gd name="T31" fmla="*/ 347 h 2264"/>
                <a:gd name="T32" fmla="*/ 148 w 1277"/>
                <a:gd name="T33" fmla="*/ 501 h 2264"/>
                <a:gd name="T34" fmla="*/ 112 w 1277"/>
                <a:gd name="T35" fmla="*/ 568 h 2264"/>
                <a:gd name="T36" fmla="*/ 99 w 1277"/>
                <a:gd name="T37" fmla="*/ 695 h 2264"/>
                <a:gd name="T38" fmla="*/ 124 w 1277"/>
                <a:gd name="T39" fmla="*/ 941 h 2264"/>
                <a:gd name="T40" fmla="*/ 149 w 1277"/>
                <a:gd name="T41" fmla="*/ 1181 h 2264"/>
                <a:gd name="T42" fmla="*/ 177 w 1277"/>
                <a:gd name="T43" fmla="*/ 1371 h 2264"/>
                <a:gd name="T44" fmla="*/ 219 w 1277"/>
                <a:gd name="T45" fmla="*/ 1661 h 2264"/>
                <a:gd name="T46" fmla="*/ 183 w 1277"/>
                <a:gd name="T47" fmla="*/ 1919 h 2264"/>
                <a:gd name="T48" fmla="*/ 108 w 1277"/>
                <a:gd name="T49" fmla="*/ 2040 h 2264"/>
                <a:gd name="T50" fmla="*/ 48 w 1277"/>
                <a:gd name="T51" fmla="*/ 2108 h 2264"/>
                <a:gd name="T52" fmla="*/ 8 w 1277"/>
                <a:gd name="T53" fmla="*/ 2198 h 2264"/>
                <a:gd name="T54" fmla="*/ 8 w 1277"/>
                <a:gd name="T55" fmla="*/ 2255 h 2264"/>
                <a:gd name="T56" fmla="*/ 284 w 1277"/>
                <a:gd name="T57" fmla="*/ 2260 h 2264"/>
                <a:gd name="T58" fmla="*/ 641 w 1277"/>
                <a:gd name="T59" fmla="*/ 2264 h 2264"/>
                <a:gd name="T60" fmla="*/ 727 w 1277"/>
                <a:gd name="T61" fmla="*/ 2192 h 2264"/>
                <a:gd name="T62" fmla="*/ 751 w 1277"/>
                <a:gd name="T63" fmla="*/ 2012 h 2264"/>
                <a:gd name="T64" fmla="*/ 790 w 1277"/>
                <a:gd name="T65" fmla="*/ 1898 h 2264"/>
                <a:gd name="T66" fmla="*/ 862 w 1277"/>
                <a:gd name="T67" fmla="*/ 1772 h 2264"/>
                <a:gd name="T68" fmla="*/ 919 w 1277"/>
                <a:gd name="T69" fmla="*/ 1636 h 2264"/>
                <a:gd name="T70" fmla="*/ 938 w 1277"/>
                <a:gd name="T71" fmla="*/ 1479 h 2264"/>
                <a:gd name="T72" fmla="*/ 983 w 1277"/>
                <a:gd name="T73" fmla="*/ 1375 h 2264"/>
                <a:gd name="T74" fmla="*/ 1046 w 1277"/>
                <a:gd name="T75" fmla="*/ 1279 h 2264"/>
                <a:gd name="T76" fmla="*/ 1169 w 1277"/>
                <a:gd name="T77" fmla="*/ 1110 h 2264"/>
                <a:gd name="T78" fmla="*/ 1211 w 1277"/>
                <a:gd name="T79" fmla="*/ 1033 h 2264"/>
                <a:gd name="T80" fmla="*/ 1242 w 1277"/>
                <a:gd name="T81" fmla="*/ 997 h 2264"/>
                <a:gd name="T82" fmla="*/ 1273 w 1277"/>
                <a:gd name="T83" fmla="*/ 862 h 2264"/>
                <a:gd name="T84" fmla="*/ 1256 w 1277"/>
                <a:gd name="T85" fmla="*/ 617 h 2264"/>
                <a:gd name="T86" fmla="*/ 1251 w 1277"/>
                <a:gd name="T87" fmla="*/ 396 h 2264"/>
                <a:gd name="T88" fmla="*/ 1227 w 1277"/>
                <a:gd name="T89" fmla="*/ 225 h 2264"/>
                <a:gd name="T90" fmla="*/ 1169 w 1277"/>
                <a:gd name="T91" fmla="*/ 218 h 2264"/>
                <a:gd name="T92" fmla="*/ 1091 w 1277"/>
                <a:gd name="T93" fmla="*/ 246 h 2264"/>
                <a:gd name="T94" fmla="*/ 1048 w 1277"/>
                <a:gd name="T95" fmla="*/ 278 h 2264"/>
                <a:gd name="T96" fmla="*/ 1039 w 1277"/>
                <a:gd name="T97" fmla="*/ 381 h 2264"/>
                <a:gd name="T98" fmla="*/ 1079 w 1277"/>
                <a:gd name="T99" fmla="*/ 443 h 2264"/>
                <a:gd name="T100" fmla="*/ 1087 w 1277"/>
                <a:gd name="T101" fmla="*/ 605 h 2264"/>
                <a:gd name="T102" fmla="*/ 1061 w 1277"/>
                <a:gd name="T103" fmla="*/ 794 h 2264"/>
                <a:gd name="T104" fmla="*/ 1072 w 1277"/>
                <a:gd name="T105" fmla="*/ 920 h 2264"/>
                <a:gd name="T106" fmla="*/ 1025 w 1277"/>
                <a:gd name="T107" fmla="*/ 973 h 2264"/>
                <a:gd name="T108" fmla="*/ 921 w 1277"/>
                <a:gd name="T109" fmla="*/ 1103 h 2264"/>
                <a:gd name="T110" fmla="*/ 846 w 1277"/>
                <a:gd name="T111" fmla="*/ 1154 h 2264"/>
                <a:gd name="T112" fmla="*/ 617 w 1277"/>
                <a:gd name="T113" fmla="*/ 1208 h 2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77" h="2264">
                  <a:moveTo>
                    <a:pt x="481" y="1148"/>
                  </a:moveTo>
                  <a:lnTo>
                    <a:pt x="453" y="1136"/>
                  </a:lnTo>
                  <a:lnTo>
                    <a:pt x="454" y="1133"/>
                  </a:lnTo>
                  <a:lnTo>
                    <a:pt x="458" y="1125"/>
                  </a:lnTo>
                  <a:lnTo>
                    <a:pt x="460" y="1113"/>
                  </a:lnTo>
                  <a:lnTo>
                    <a:pt x="459" y="1097"/>
                  </a:lnTo>
                  <a:lnTo>
                    <a:pt x="453" y="1076"/>
                  </a:lnTo>
                  <a:lnTo>
                    <a:pt x="438" y="1053"/>
                  </a:lnTo>
                  <a:lnTo>
                    <a:pt x="415" y="1026"/>
                  </a:lnTo>
                  <a:lnTo>
                    <a:pt x="378" y="997"/>
                  </a:lnTo>
                  <a:lnTo>
                    <a:pt x="378" y="991"/>
                  </a:lnTo>
                  <a:lnTo>
                    <a:pt x="377" y="972"/>
                  </a:lnTo>
                  <a:lnTo>
                    <a:pt x="374" y="943"/>
                  </a:lnTo>
                  <a:lnTo>
                    <a:pt x="367" y="905"/>
                  </a:lnTo>
                  <a:lnTo>
                    <a:pt x="358" y="859"/>
                  </a:lnTo>
                  <a:lnTo>
                    <a:pt x="344" y="806"/>
                  </a:lnTo>
                  <a:lnTo>
                    <a:pt x="325" y="748"/>
                  </a:lnTo>
                  <a:lnTo>
                    <a:pt x="300" y="685"/>
                  </a:lnTo>
                  <a:lnTo>
                    <a:pt x="298" y="674"/>
                  </a:lnTo>
                  <a:lnTo>
                    <a:pt x="294" y="650"/>
                  </a:lnTo>
                  <a:lnTo>
                    <a:pt x="292" y="622"/>
                  </a:lnTo>
                  <a:lnTo>
                    <a:pt x="294" y="604"/>
                  </a:lnTo>
                  <a:lnTo>
                    <a:pt x="300" y="595"/>
                  </a:lnTo>
                  <a:lnTo>
                    <a:pt x="310" y="583"/>
                  </a:lnTo>
                  <a:lnTo>
                    <a:pt x="323" y="568"/>
                  </a:lnTo>
                  <a:lnTo>
                    <a:pt x="338" y="552"/>
                  </a:lnTo>
                  <a:lnTo>
                    <a:pt x="352" y="537"/>
                  </a:lnTo>
                  <a:lnTo>
                    <a:pt x="365" y="524"/>
                  </a:lnTo>
                  <a:lnTo>
                    <a:pt x="373" y="515"/>
                  </a:lnTo>
                  <a:lnTo>
                    <a:pt x="376" y="511"/>
                  </a:lnTo>
                  <a:lnTo>
                    <a:pt x="378" y="507"/>
                  </a:lnTo>
                  <a:lnTo>
                    <a:pt x="384" y="493"/>
                  </a:lnTo>
                  <a:lnTo>
                    <a:pt x="393" y="472"/>
                  </a:lnTo>
                  <a:lnTo>
                    <a:pt x="406" y="446"/>
                  </a:lnTo>
                  <a:lnTo>
                    <a:pt x="420" y="416"/>
                  </a:lnTo>
                  <a:lnTo>
                    <a:pt x="435" y="385"/>
                  </a:lnTo>
                  <a:lnTo>
                    <a:pt x="452" y="354"/>
                  </a:lnTo>
                  <a:lnTo>
                    <a:pt x="469" y="324"/>
                  </a:lnTo>
                  <a:lnTo>
                    <a:pt x="528" y="235"/>
                  </a:lnTo>
                  <a:lnTo>
                    <a:pt x="529" y="236"/>
                  </a:lnTo>
                  <a:lnTo>
                    <a:pt x="533" y="240"/>
                  </a:lnTo>
                  <a:lnTo>
                    <a:pt x="537" y="245"/>
                  </a:lnTo>
                  <a:lnTo>
                    <a:pt x="542" y="252"/>
                  </a:lnTo>
                  <a:lnTo>
                    <a:pt x="549" y="258"/>
                  </a:lnTo>
                  <a:lnTo>
                    <a:pt x="554" y="265"/>
                  </a:lnTo>
                  <a:lnTo>
                    <a:pt x="560" y="270"/>
                  </a:lnTo>
                  <a:lnTo>
                    <a:pt x="566" y="273"/>
                  </a:lnTo>
                  <a:lnTo>
                    <a:pt x="574" y="273"/>
                  </a:lnTo>
                  <a:lnTo>
                    <a:pt x="587" y="271"/>
                  </a:lnTo>
                  <a:lnTo>
                    <a:pt x="602" y="266"/>
                  </a:lnTo>
                  <a:lnTo>
                    <a:pt x="619" y="260"/>
                  </a:lnTo>
                  <a:lnTo>
                    <a:pt x="635" y="256"/>
                  </a:lnTo>
                  <a:lnTo>
                    <a:pt x="649" y="250"/>
                  </a:lnTo>
                  <a:lnTo>
                    <a:pt x="659" y="246"/>
                  </a:lnTo>
                  <a:lnTo>
                    <a:pt x="663" y="245"/>
                  </a:lnTo>
                  <a:lnTo>
                    <a:pt x="703" y="180"/>
                  </a:lnTo>
                  <a:lnTo>
                    <a:pt x="744" y="137"/>
                  </a:lnTo>
                  <a:lnTo>
                    <a:pt x="740" y="89"/>
                  </a:lnTo>
                  <a:lnTo>
                    <a:pt x="737" y="81"/>
                  </a:lnTo>
                  <a:lnTo>
                    <a:pt x="733" y="61"/>
                  </a:lnTo>
                  <a:lnTo>
                    <a:pt x="726" y="39"/>
                  </a:lnTo>
                  <a:lnTo>
                    <a:pt x="718" y="25"/>
                  </a:lnTo>
                  <a:lnTo>
                    <a:pt x="713" y="21"/>
                  </a:lnTo>
                  <a:lnTo>
                    <a:pt x="706" y="17"/>
                  </a:lnTo>
                  <a:lnTo>
                    <a:pt x="700" y="13"/>
                  </a:lnTo>
                  <a:lnTo>
                    <a:pt x="693" y="9"/>
                  </a:lnTo>
                  <a:lnTo>
                    <a:pt x="686" y="6"/>
                  </a:lnTo>
                  <a:lnTo>
                    <a:pt x="680" y="2"/>
                  </a:lnTo>
                  <a:lnTo>
                    <a:pt x="676" y="1"/>
                  </a:lnTo>
                  <a:lnTo>
                    <a:pt x="675" y="0"/>
                  </a:lnTo>
                  <a:lnTo>
                    <a:pt x="620" y="15"/>
                  </a:lnTo>
                  <a:lnTo>
                    <a:pt x="617" y="17"/>
                  </a:lnTo>
                  <a:lnTo>
                    <a:pt x="605" y="23"/>
                  </a:lnTo>
                  <a:lnTo>
                    <a:pt x="589" y="31"/>
                  </a:lnTo>
                  <a:lnTo>
                    <a:pt x="569" y="43"/>
                  </a:lnTo>
                  <a:lnTo>
                    <a:pt x="549" y="55"/>
                  </a:lnTo>
                  <a:lnTo>
                    <a:pt x="527" y="68"/>
                  </a:lnTo>
                  <a:lnTo>
                    <a:pt x="508" y="81"/>
                  </a:lnTo>
                  <a:lnTo>
                    <a:pt x="492" y="93"/>
                  </a:lnTo>
                  <a:lnTo>
                    <a:pt x="489" y="98"/>
                  </a:lnTo>
                  <a:lnTo>
                    <a:pt x="478" y="108"/>
                  </a:lnTo>
                  <a:lnTo>
                    <a:pt x="464" y="123"/>
                  </a:lnTo>
                  <a:lnTo>
                    <a:pt x="445" y="142"/>
                  </a:lnTo>
                  <a:lnTo>
                    <a:pt x="427" y="160"/>
                  </a:lnTo>
                  <a:lnTo>
                    <a:pt x="409" y="177"/>
                  </a:lnTo>
                  <a:lnTo>
                    <a:pt x="394" y="191"/>
                  </a:lnTo>
                  <a:lnTo>
                    <a:pt x="384" y="199"/>
                  </a:lnTo>
                  <a:lnTo>
                    <a:pt x="376" y="205"/>
                  </a:lnTo>
                  <a:lnTo>
                    <a:pt x="366" y="213"/>
                  </a:lnTo>
                  <a:lnTo>
                    <a:pt x="353" y="226"/>
                  </a:lnTo>
                  <a:lnTo>
                    <a:pt x="338" y="241"/>
                  </a:lnTo>
                  <a:lnTo>
                    <a:pt x="321" y="258"/>
                  </a:lnTo>
                  <a:lnTo>
                    <a:pt x="302" y="278"/>
                  </a:lnTo>
                  <a:lnTo>
                    <a:pt x="283" y="299"/>
                  </a:lnTo>
                  <a:lnTo>
                    <a:pt x="263" y="323"/>
                  </a:lnTo>
                  <a:lnTo>
                    <a:pt x="244" y="347"/>
                  </a:lnTo>
                  <a:lnTo>
                    <a:pt x="224" y="372"/>
                  </a:lnTo>
                  <a:lnTo>
                    <a:pt x="206" y="399"/>
                  </a:lnTo>
                  <a:lnTo>
                    <a:pt x="188" y="424"/>
                  </a:lnTo>
                  <a:lnTo>
                    <a:pt x="172" y="450"/>
                  </a:lnTo>
                  <a:lnTo>
                    <a:pt x="160" y="476"/>
                  </a:lnTo>
                  <a:lnTo>
                    <a:pt x="148" y="501"/>
                  </a:lnTo>
                  <a:lnTo>
                    <a:pt x="140" y="525"/>
                  </a:lnTo>
                  <a:lnTo>
                    <a:pt x="138" y="528"/>
                  </a:lnTo>
                  <a:lnTo>
                    <a:pt x="133" y="534"/>
                  </a:lnTo>
                  <a:lnTo>
                    <a:pt x="127" y="544"/>
                  </a:lnTo>
                  <a:lnTo>
                    <a:pt x="119" y="555"/>
                  </a:lnTo>
                  <a:lnTo>
                    <a:pt x="112" y="568"/>
                  </a:lnTo>
                  <a:lnTo>
                    <a:pt x="106" y="579"/>
                  </a:lnTo>
                  <a:lnTo>
                    <a:pt x="101" y="591"/>
                  </a:lnTo>
                  <a:lnTo>
                    <a:pt x="100" y="599"/>
                  </a:lnTo>
                  <a:lnTo>
                    <a:pt x="101" y="624"/>
                  </a:lnTo>
                  <a:lnTo>
                    <a:pt x="100" y="661"/>
                  </a:lnTo>
                  <a:lnTo>
                    <a:pt x="99" y="695"/>
                  </a:lnTo>
                  <a:lnTo>
                    <a:pt x="97" y="710"/>
                  </a:lnTo>
                  <a:lnTo>
                    <a:pt x="97" y="720"/>
                  </a:lnTo>
                  <a:lnTo>
                    <a:pt x="99" y="754"/>
                  </a:lnTo>
                  <a:lnTo>
                    <a:pt x="106" y="820"/>
                  </a:lnTo>
                  <a:lnTo>
                    <a:pt x="123" y="921"/>
                  </a:lnTo>
                  <a:lnTo>
                    <a:pt x="124" y="941"/>
                  </a:lnTo>
                  <a:lnTo>
                    <a:pt x="129" y="987"/>
                  </a:lnTo>
                  <a:lnTo>
                    <a:pt x="132" y="1034"/>
                  </a:lnTo>
                  <a:lnTo>
                    <a:pt x="135" y="1063"/>
                  </a:lnTo>
                  <a:lnTo>
                    <a:pt x="139" y="1090"/>
                  </a:lnTo>
                  <a:lnTo>
                    <a:pt x="145" y="1135"/>
                  </a:lnTo>
                  <a:lnTo>
                    <a:pt x="149" y="1181"/>
                  </a:lnTo>
                  <a:lnTo>
                    <a:pt x="153" y="1207"/>
                  </a:lnTo>
                  <a:lnTo>
                    <a:pt x="156" y="1224"/>
                  </a:lnTo>
                  <a:lnTo>
                    <a:pt x="163" y="1264"/>
                  </a:lnTo>
                  <a:lnTo>
                    <a:pt x="169" y="1308"/>
                  </a:lnTo>
                  <a:lnTo>
                    <a:pt x="172" y="1341"/>
                  </a:lnTo>
                  <a:lnTo>
                    <a:pt x="177" y="1371"/>
                  </a:lnTo>
                  <a:lnTo>
                    <a:pt x="185" y="1409"/>
                  </a:lnTo>
                  <a:lnTo>
                    <a:pt x="194" y="1447"/>
                  </a:lnTo>
                  <a:lnTo>
                    <a:pt x="199" y="1471"/>
                  </a:lnTo>
                  <a:lnTo>
                    <a:pt x="203" y="1512"/>
                  </a:lnTo>
                  <a:lnTo>
                    <a:pt x="213" y="1587"/>
                  </a:lnTo>
                  <a:lnTo>
                    <a:pt x="219" y="1661"/>
                  </a:lnTo>
                  <a:lnTo>
                    <a:pt x="222" y="1702"/>
                  </a:lnTo>
                  <a:lnTo>
                    <a:pt x="217" y="1740"/>
                  </a:lnTo>
                  <a:lnTo>
                    <a:pt x="209" y="1806"/>
                  </a:lnTo>
                  <a:lnTo>
                    <a:pt x="199" y="1872"/>
                  </a:lnTo>
                  <a:lnTo>
                    <a:pt x="190" y="1909"/>
                  </a:lnTo>
                  <a:lnTo>
                    <a:pt x="183" y="1919"/>
                  </a:lnTo>
                  <a:lnTo>
                    <a:pt x="173" y="1934"/>
                  </a:lnTo>
                  <a:lnTo>
                    <a:pt x="163" y="1955"/>
                  </a:lnTo>
                  <a:lnTo>
                    <a:pt x="149" y="1978"/>
                  </a:lnTo>
                  <a:lnTo>
                    <a:pt x="135" y="2001"/>
                  </a:lnTo>
                  <a:lnTo>
                    <a:pt x="122" y="2021"/>
                  </a:lnTo>
                  <a:lnTo>
                    <a:pt x="108" y="2040"/>
                  </a:lnTo>
                  <a:lnTo>
                    <a:pt x="95" y="2051"/>
                  </a:lnTo>
                  <a:lnTo>
                    <a:pt x="84" y="2061"/>
                  </a:lnTo>
                  <a:lnTo>
                    <a:pt x="73" y="2072"/>
                  </a:lnTo>
                  <a:lnTo>
                    <a:pt x="64" y="2084"/>
                  </a:lnTo>
                  <a:lnTo>
                    <a:pt x="55" y="2096"/>
                  </a:lnTo>
                  <a:lnTo>
                    <a:pt x="48" y="2108"/>
                  </a:lnTo>
                  <a:lnTo>
                    <a:pt x="42" y="2118"/>
                  </a:lnTo>
                  <a:lnTo>
                    <a:pt x="38" y="2126"/>
                  </a:lnTo>
                  <a:lnTo>
                    <a:pt x="34" y="2132"/>
                  </a:lnTo>
                  <a:lnTo>
                    <a:pt x="23" y="2155"/>
                  </a:lnTo>
                  <a:lnTo>
                    <a:pt x="15" y="2177"/>
                  </a:lnTo>
                  <a:lnTo>
                    <a:pt x="8" y="2198"/>
                  </a:lnTo>
                  <a:lnTo>
                    <a:pt x="4" y="2216"/>
                  </a:lnTo>
                  <a:lnTo>
                    <a:pt x="2" y="2232"/>
                  </a:lnTo>
                  <a:lnTo>
                    <a:pt x="0" y="2245"/>
                  </a:lnTo>
                  <a:lnTo>
                    <a:pt x="0" y="2253"/>
                  </a:lnTo>
                  <a:lnTo>
                    <a:pt x="0" y="2255"/>
                  </a:lnTo>
                  <a:lnTo>
                    <a:pt x="8" y="2255"/>
                  </a:lnTo>
                  <a:lnTo>
                    <a:pt x="30" y="2256"/>
                  </a:lnTo>
                  <a:lnTo>
                    <a:pt x="64" y="2256"/>
                  </a:lnTo>
                  <a:lnTo>
                    <a:pt x="109" y="2258"/>
                  </a:lnTo>
                  <a:lnTo>
                    <a:pt x="161" y="2259"/>
                  </a:lnTo>
                  <a:lnTo>
                    <a:pt x="221" y="2260"/>
                  </a:lnTo>
                  <a:lnTo>
                    <a:pt x="284" y="2260"/>
                  </a:lnTo>
                  <a:lnTo>
                    <a:pt x="350" y="2261"/>
                  </a:lnTo>
                  <a:lnTo>
                    <a:pt x="415" y="2262"/>
                  </a:lnTo>
                  <a:lnTo>
                    <a:pt x="480" y="2263"/>
                  </a:lnTo>
                  <a:lnTo>
                    <a:pt x="539" y="2264"/>
                  </a:lnTo>
                  <a:lnTo>
                    <a:pt x="594" y="2264"/>
                  </a:lnTo>
                  <a:lnTo>
                    <a:pt x="641" y="2264"/>
                  </a:lnTo>
                  <a:lnTo>
                    <a:pt x="678" y="2264"/>
                  </a:lnTo>
                  <a:lnTo>
                    <a:pt x="703" y="2264"/>
                  </a:lnTo>
                  <a:lnTo>
                    <a:pt x="714" y="2263"/>
                  </a:lnTo>
                  <a:lnTo>
                    <a:pt x="725" y="2250"/>
                  </a:lnTo>
                  <a:lnTo>
                    <a:pt x="728" y="2223"/>
                  </a:lnTo>
                  <a:lnTo>
                    <a:pt x="727" y="2192"/>
                  </a:lnTo>
                  <a:lnTo>
                    <a:pt x="725" y="2160"/>
                  </a:lnTo>
                  <a:lnTo>
                    <a:pt x="726" y="2127"/>
                  </a:lnTo>
                  <a:lnTo>
                    <a:pt x="733" y="2093"/>
                  </a:lnTo>
                  <a:lnTo>
                    <a:pt x="741" y="2059"/>
                  </a:lnTo>
                  <a:lnTo>
                    <a:pt x="747" y="2033"/>
                  </a:lnTo>
                  <a:lnTo>
                    <a:pt x="751" y="2012"/>
                  </a:lnTo>
                  <a:lnTo>
                    <a:pt x="757" y="1990"/>
                  </a:lnTo>
                  <a:lnTo>
                    <a:pt x="766" y="1966"/>
                  </a:lnTo>
                  <a:lnTo>
                    <a:pt x="777" y="1939"/>
                  </a:lnTo>
                  <a:lnTo>
                    <a:pt x="785" y="1919"/>
                  </a:lnTo>
                  <a:lnTo>
                    <a:pt x="788" y="1910"/>
                  </a:lnTo>
                  <a:lnTo>
                    <a:pt x="790" y="1898"/>
                  </a:lnTo>
                  <a:lnTo>
                    <a:pt x="796" y="1869"/>
                  </a:lnTo>
                  <a:lnTo>
                    <a:pt x="804" y="1849"/>
                  </a:lnTo>
                  <a:lnTo>
                    <a:pt x="816" y="1828"/>
                  </a:lnTo>
                  <a:lnTo>
                    <a:pt x="830" y="1808"/>
                  </a:lnTo>
                  <a:lnTo>
                    <a:pt x="846" y="1790"/>
                  </a:lnTo>
                  <a:lnTo>
                    <a:pt x="862" y="1772"/>
                  </a:lnTo>
                  <a:lnTo>
                    <a:pt x="876" y="1755"/>
                  </a:lnTo>
                  <a:lnTo>
                    <a:pt x="887" y="1740"/>
                  </a:lnTo>
                  <a:lnTo>
                    <a:pt x="895" y="1728"/>
                  </a:lnTo>
                  <a:lnTo>
                    <a:pt x="906" y="1701"/>
                  </a:lnTo>
                  <a:lnTo>
                    <a:pt x="914" y="1671"/>
                  </a:lnTo>
                  <a:lnTo>
                    <a:pt x="919" y="1636"/>
                  </a:lnTo>
                  <a:lnTo>
                    <a:pt x="922" y="1598"/>
                  </a:lnTo>
                  <a:lnTo>
                    <a:pt x="924" y="1560"/>
                  </a:lnTo>
                  <a:lnTo>
                    <a:pt x="930" y="1527"/>
                  </a:lnTo>
                  <a:lnTo>
                    <a:pt x="937" y="1504"/>
                  </a:lnTo>
                  <a:lnTo>
                    <a:pt x="939" y="1495"/>
                  </a:lnTo>
                  <a:lnTo>
                    <a:pt x="938" y="1479"/>
                  </a:lnTo>
                  <a:lnTo>
                    <a:pt x="940" y="1461"/>
                  </a:lnTo>
                  <a:lnTo>
                    <a:pt x="947" y="1441"/>
                  </a:lnTo>
                  <a:lnTo>
                    <a:pt x="955" y="1421"/>
                  </a:lnTo>
                  <a:lnTo>
                    <a:pt x="965" y="1403"/>
                  </a:lnTo>
                  <a:lnTo>
                    <a:pt x="975" y="1387"/>
                  </a:lnTo>
                  <a:lnTo>
                    <a:pt x="983" y="1375"/>
                  </a:lnTo>
                  <a:lnTo>
                    <a:pt x="988" y="1368"/>
                  </a:lnTo>
                  <a:lnTo>
                    <a:pt x="995" y="1360"/>
                  </a:lnTo>
                  <a:lnTo>
                    <a:pt x="1006" y="1344"/>
                  </a:lnTo>
                  <a:lnTo>
                    <a:pt x="1018" y="1323"/>
                  </a:lnTo>
                  <a:lnTo>
                    <a:pt x="1032" y="1302"/>
                  </a:lnTo>
                  <a:lnTo>
                    <a:pt x="1046" y="1279"/>
                  </a:lnTo>
                  <a:lnTo>
                    <a:pt x="1058" y="1260"/>
                  </a:lnTo>
                  <a:lnTo>
                    <a:pt x="1064" y="1246"/>
                  </a:lnTo>
                  <a:lnTo>
                    <a:pt x="1068" y="1242"/>
                  </a:lnTo>
                  <a:lnTo>
                    <a:pt x="1110" y="1190"/>
                  </a:lnTo>
                  <a:lnTo>
                    <a:pt x="1144" y="1146"/>
                  </a:lnTo>
                  <a:lnTo>
                    <a:pt x="1169" y="1110"/>
                  </a:lnTo>
                  <a:lnTo>
                    <a:pt x="1186" y="1083"/>
                  </a:lnTo>
                  <a:lnTo>
                    <a:pt x="1198" y="1061"/>
                  </a:lnTo>
                  <a:lnTo>
                    <a:pt x="1205" y="1046"/>
                  </a:lnTo>
                  <a:lnTo>
                    <a:pt x="1208" y="1037"/>
                  </a:lnTo>
                  <a:lnTo>
                    <a:pt x="1209" y="1034"/>
                  </a:lnTo>
                  <a:lnTo>
                    <a:pt x="1211" y="1033"/>
                  </a:lnTo>
                  <a:lnTo>
                    <a:pt x="1214" y="1030"/>
                  </a:lnTo>
                  <a:lnTo>
                    <a:pt x="1219" y="1024"/>
                  </a:lnTo>
                  <a:lnTo>
                    <a:pt x="1223" y="1018"/>
                  </a:lnTo>
                  <a:lnTo>
                    <a:pt x="1230" y="1011"/>
                  </a:lnTo>
                  <a:lnTo>
                    <a:pt x="1236" y="1004"/>
                  </a:lnTo>
                  <a:lnTo>
                    <a:pt x="1242" y="997"/>
                  </a:lnTo>
                  <a:lnTo>
                    <a:pt x="1247" y="992"/>
                  </a:lnTo>
                  <a:lnTo>
                    <a:pt x="1256" y="972"/>
                  </a:lnTo>
                  <a:lnTo>
                    <a:pt x="1259" y="944"/>
                  </a:lnTo>
                  <a:lnTo>
                    <a:pt x="1260" y="919"/>
                  </a:lnTo>
                  <a:lnTo>
                    <a:pt x="1260" y="908"/>
                  </a:lnTo>
                  <a:lnTo>
                    <a:pt x="1273" y="862"/>
                  </a:lnTo>
                  <a:lnTo>
                    <a:pt x="1277" y="813"/>
                  </a:lnTo>
                  <a:lnTo>
                    <a:pt x="1277" y="765"/>
                  </a:lnTo>
                  <a:lnTo>
                    <a:pt x="1273" y="719"/>
                  </a:lnTo>
                  <a:lnTo>
                    <a:pt x="1267" y="677"/>
                  </a:lnTo>
                  <a:lnTo>
                    <a:pt x="1260" y="643"/>
                  </a:lnTo>
                  <a:lnTo>
                    <a:pt x="1256" y="617"/>
                  </a:lnTo>
                  <a:lnTo>
                    <a:pt x="1254" y="602"/>
                  </a:lnTo>
                  <a:lnTo>
                    <a:pt x="1253" y="568"/>
                  </a:lnTo>
                  <a:lnTo>
                    <a:pt x="1250" y="514"/>
                  </a:lnTo>
                  <a:lnTo>
                    <a:pt x="1246" y="464"/>
                  </a:lnTo>
                  <a:lnTo>
                    <a:pt x="1244" y="442"/>
                  </a:lnTo>
                  <a:lnTo>
                    <a:pt x="1251" y="396"/>
                  </a:lnTo>
                  <a:lnTo>
                    <a:pt x="1258" y="340"/>
                  </a:lnTo>
                  <a:lnTo>
                    <a:pt x="1262" y="291"/>
                  </a:lnTo>
                  <a:lnTo>
                    <a:pt x="1265" y="272"/>
                  </a:lnTo>
                  <a:lnTo>
                    <a:pt x="1238" y="228"/>
                  </a:lnTo>
                  <a:lnTo>
                    <a:pt x="1235" y="227"/>
                  </a:lnTo>
                  <a:lnTo>
                    <a:pt x="1227" y="225"/>
                  </a:lnTo>
                  <a:lnTo>
                    <a:pt x="1216" y="221"/>
                  </a:lnTo>
                  <a:lnTo>
                    <a:pt x="1205" y="217"/>
                  </a:lnTo>
                  <a:lnTo>
                    <a:pt x="1198" y="215"/>
                  </a:lnTo>
                  <a:lnTo>
                    <a:pt x="1190" y="215"/>
                  </a:lnTo>
                  <a:lnTo>
                    <a:pt x="1180" y="217"/>
                  </a:lnTo>
                  <a:lnTo>
                    <a:pt x="1169" y="218"/>
                  </a:lnTo>
                  <a:lnTo>
                    <a:pt x="1160" y="219"/>
                  </a:lnTo>
                  <a:lnTo>
                    <a:pt x="1152" y="221"/>
                  </a:lnTo>
                  <a:lnTo>
                    <a:pt x="1146" y="222"/>
                  </a:lnTo>
                  <a:lnTo>
                    <a:pt x="1144" y="222"/>
                  </a:lnTo>
                  <a:lnTo>
                    <a:pt x="1119" y="236"/>
                  </a:lnTo>
                  <a:lnTo>
                    <a:pt x="1091" y="246"/>
                  </a:lnTo>
                  <a:lnTo>
                    <a:pt x="1089" y="248"/>
                  </a:lnTo>
                  <a:lnTo>
                    <a:pt x="1083" y="251"/>
                  </a:lnTo>
                  <a:lnTo>
                    <a:pt x="1074" y="256"/>
                  </a:lnTo>
                  <a:lnTo>
                    <a:pt x="1062" y="259"/>
                  </a:lnTo>
                  <a:lnTo>
                    <a:pt x="1053" y="266"/>
                  </a:lnTo>
                  <a:lnTo>
                    <a:pt x="1048" y="278"/>
                  </a:lnTo>
                  <a:lnTo>
                    <a:pt x="1046" y="289"/>
                  </a:lnTo>
                  <a:lnTo>
                    <a:pt x="1045" y="295"/>
                  </a:lnTo>
                  <a:lnTo>
                    <a:pt x="1049" y="317"/>
                  </a:lnTo>
                  <a:lnTo>
                    <a:pt x="1031" y="340"/>
                  </a:lnTo>
                  <a:lnTo>
                    <a:pt x="1033" y="352"/>
                  </a:lnTo>
                  <a:lnTo>
                    <a:pt x="1039" y="381"/>
                  </a:lnTo>
                  <a:lnTo>
                    <a:pt x="1046" y="411"/>
                  </a:lnTo>
                  <a:lnTo>
                    <a:pt x="1054" y="428"/>
                  </a:lnTo>
                  <a:lnTo>
                    <a:pt x="1059" y="432"/>
                  </a:lnTo>
                  <a:lnTo>
                    <a:pt x="1066" y="435"/>
                  </a:lnTo>
                  <a:lnTo>
                    <a:pt x="1072" y="439"/>
                  </a:lnTo>
                  <a:lnTo>
                    <a:pt x="1079" y="443"/>
                  </a:lnTo>
                  <a:lnTo>
                    <a:pt x="1086" y="447"/>
                  </a:lnTo>
                  <a:lnTo>
                    <a:pt x="1092" y="449"/>
                  </a:lnTo>
                  <a:lnTo>
                    <a:pt x="1097" y="450"/>
                  </a:lnTo>
                  <a:lnTo>
                    <a:pt x="1098" y="452"/>
                  </a:lnTo>
                  <a:lnTo>
                    <a:pt x="1094" y="572"/>
                  </a:lnTo>
                  <a:lnTo>
                    <a:pt x="1087" y="605"/>
                  </a:lnTo>
                  <a:lnTo>
                    <a:pt x="1081" y="642"/>
                  </a:lnTo>
                  <a:lnTo>
                    <a:pt x="1075" y="680"/>
                  </a:lnTo>
                  <a:lnTo>
                    <a:pt x="1070" y="715"/>
                  </a:lnTo>
                  <a:lnTo>
                    <a:pt x="1066" y="749"/>
                  </a:lnTo>
                  <a:lnTo>
                    <a:pt x="1062" y="776"/>
                  </a:lnTo>
                  <a:lnTo>
                    <a:pt x="1061" y="794"/>
                  </a:lnTo>
                  <a:lnTo>
                    <a:pt x="1060" y="801"/>
                  </a:lnTo>
                  <a:lnTo>
                    <a:pt x="1062" y="815"/>
                  </a:lnTo>
                  <a:lnTo>
                    <a:pt x="1069" y="851"/>
                  </a:lnTo>
                  <a:lnTo>
                    <a:pt x="1075" y="889"/>
                  </a:lnTo>
                  <a:lnTo>
                    <a:pt x="1076" y="913"/>
                  </a:lnTo>
                  <a:lnTo>
                    <a:pt x="1072" y="920"/>
                  </a:lnTo>
                  <a:lnTo>
                    <a:pt x="1067" y="930"/>
                  </a:lnTo>
                  <a:lnTo>
                    <a:pt x="1059" y="940"/>
                  </a:lnTo>
                  <a:lnTo>
                    <a:pt x="1048" y="950"/>
                  </a:lnTo>
                  <a:lnTo>
                    <a:pt x="1039" y="959"/>
                  </a:lnTo>
                  <a:lnTo>
                    <a:pt x="1031" y="968"/>
                  </a:lnTo>
                  <a:lnTo>
                    <a:pt x="1025" y="973"/>
                  </a:lnTo>
                  <a:lnTo>
                    <a:pt x="1023" y="976"/>
                  </a:lnTo>
                  <a:lnTo>
                    <a:pt x="994" y="1004"/>
                  </a:lnTo>
                  <a:lnTo>
                    <a:pt x="970" y="1032"/>
                  </a:lnTo>
                  <a:lnTo>
                    <a:pt x="949" y="1059"/>
                  </a:lnTo>
                  <a:lnTo>
                    <a:pt x="933" y="1083"/>
                  </a:lnTo>
                  <a:lnTo>
                    <a:pt x="921" y="1103"/>
                  </a:lnTo>
                  <a:lnTo>
                    <a:pt x="911" y="1121"/>
                  </a:lnTo>
                  <a:lnTo>
                    <a:pt x="906" y="1131"/>
                  </a:lnTo>
                  <a:lnTo>
                    <a:pt x="904" y="1135"/>
                  </a:lnTo>
                  <a:lnTo>
                    <a:pt x="885" y="1139"/>
                  </a:lnTo>
                  <a:lnTo>
                    <a:pt x="865" y="1145"/>
                  </a:lnTo>
                  <a:lnTo>
                    <a:pt x="846" y="1154"/>
                  </a:lnTo>
                  <a:lnTo>
                    <a:pt x="828" y="1162"/>
                  </a:lnTo>
                  <a:lnTo>
                    <a:pt x="812" y="1171"/>
                  </a:lnTo>
                  <a:lnTo>
                    <a:pt x="801" y="1178"/>
                  </a:lnTo>
                  <a:lnTo>
                    <a:pt x="793" y="1183"/>
                  </a:lnTo>
                  <a:lnTo>
                    <a:pt x="790" y="1185"/>
                  </a:lnTo>
                  <a:lnTo>
                    <a:pt x="617" y="1208"/>
                  </a:lnTo>
                  <a:lnTo>
                    <a:pt x="481" y="11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3" name="Freeform 30"/>
            <p:cNvSpPr>
              <a:spLocks/>
            </p:cNvSpPr>
            <p:nvPr/>
          </p:nvSpPr>
          <p:spPr bwMode="auto">
            <a:xfrm>
              <a:off x="493713" y="1476376"/>
              <a:ext cx="468313" cy="1079500"/>
            </a:xfrm>
            <a:custGeom>
              <a:avLst/>
              <a:gdLst>
                <a:gd name="T0" fmla="*/ 389 w 588"/>
                <a:gd name="T1" fmla="*/ 76 h 1359"/>
                <a:gd name="T2" fmla="*/ 411 w 588"/>
                <a:gd name="T3" fmla="*/ 55 h 1359"/>
                <a:gd name="T4" fmla="*/ 451 w 588"/>
                <a:gd name="T5" fmla="*/ 33 h 1359"/>
                <a:gd name="T6" fmla="*/ 470 w 588"/>
                <a:gd name="T7" fmla="*/ 23 h 1359"/>
                <a:gd name="T8" fmla="*/ 503 w 588"/>
                <a:gd name="T9" fmla="*/ 5 h 1359"/>
                <a:gd name="T10" fmla="*/ 520 w 588"/>
                <a:gd name="T11" fmla="*/ 1 h 1359"/>
                <a:gd name="T12" fmla="*/ 549 w 588"/>
                <a:gd name="T13" fmla="*/ 10 h 1359"/>
                <a:gd name="T14" fmla="*/ 575 w 588"/>
                <a:gd name="T15" fmla="*/ 21 h 1359"/>
                <a:gd name="T16" fmla="*/ 585 w 588"/>
                <a:gd name="T17" fmla="*/ 44 h 1359"/>
                <a:gd name="T18" fmla="*/ 588 w 588"/>
                <a:gd name="T19" fmla="*/ 84 h 1359"/>
                <a:gd name="T20" fmla="*/ 531 w 588"/>
                <a:gd name="T21" fmla="*/ 129 h 1359"/>
                <a:gd name="T22" fmla="*/ 528 w 588"/>
                <a:gd name="T23" fmla="*/ 109 h 1359"/>
                <a:gd name="T24" fmla="*/ 544 w 588"/>
                <a:gd name="T25" fmla="*/ 86 h 1359"/>
                <a:gd name="T26" fmla="*/ 565 w 588"/>
                <a:gd name="T27" fmla="*/ 84 h 1359"/>
                <a:gd name="T28" fmla="*/ 564 w 588"/>
                <a:gd name="T29" fmla="*/ 81 h 1359"/>
                <a:gd name="T30" fmla="*/ 551 w 588"/>
                <a:gd name="T31" fmla="*/ 77 h 1359"/>
                <a:gd name="T32" fmla="*/ 533 w 588"/>
                <a:gd name="T33" fmla="*/ 77 h 1359"/>
                <a:gd name="T34" fmla="*/ 506 w 588"/>
                <a:gd name="T35" fmla="*/ 70 h 1359"/>
                <a:gd name="T36" fmla="*/ 501 w 588"/>
                <a:gd name="T37" fmla="*/ 101 h 1359"/>
                <a:gd name="T38" fmla="*/ 478 w 588"/>
                <a:gd name="T39" fmla="*/ 114 h 1359"/>
                <a:gd name="T40" fmla="*/ 457 w 588"/>
                <a:gd name="T41" fmla="*/ 125 h 1359"/>
                <a:gd name="T42" fmla="*/ 437 w 588"/>
                <a:gd name="T43" fmla="*/ 148 h 1359"/>
                <a:gd name="T44" fmla="*/ 419 w 588"/>
                <a:gd name="T45" fmla="*/ 152 h 1359"/>
                <a:gd name="T46" fmla="*/ 399 w 588"/>
                <a:gd name="T47" fmla="*/ 156 h 1359"/>
                <a:gd name="T48" fmla="*/ 383 w 588"/>
                <a:gd name="T49" fmla="*/ 162 h 1359"/>
                <a:gd name="T50" fmla="*/ 336 w 588"/>
                <a:gd name="T51" fmla="*/ 228 h 1359"/>
                <a:gd name="T52" fmla="*/ 292 w 588"/>
                <a:gd name="T53" fmla="*/ 294 h 1359"/>
                <a:gd name="T54" fmla="*/ 277 w 588"/>
                <a:gd name="T55" fmla="*/ 329 h 1359"/>
                <a:gd name="T56" fmla="*/ 229 w 588"/>
                <a:gd name="T57" fmla="*/ 437 h 1359"/>
                <a:gd name="T58" fmla="*/ 151 w 588"/>
                <a:gd name="T59" fmla="*/ 534 h 1359"/>
                <a:gd name="T60" fmla="*/ 120 w 588"/>
                <a:gd name="T61" fmla="*/ 596 h 1359"/>
                <a:gd name="T62" fmla="*/ 133 w 588"/>
                <a:gd name="T63" fmla="*/ 681 h 1359"/>
                <a:gd name="T64" fmla="*/ 174 w 588"/>
                <a:gd name="T65" fmla="*/ 772 h 1359"/>
                <a:gd name="T66" fmla="*/ 214 w 588"/>
                <a:gd name="T67" fmla="*/ 913 h 1359"/>
                <a:gd name="T68" fmla="*/ 228 w 588"/>
                <a:gd name="T69" fmla="*/ 982 h 1359"/>
                <a:gd name="T70" fmla="*/ 255 w 588"/>
                <a:gd name="T71" fmla="*/ 1024 h 1359"/>
                <a:gd name="T72" fmla="*/ 278 w 588"/>
                <a:gd name="T73" fmla="*/ 1093 h 1359"/>
                <a:gd name="T74" fmla="*/ 283 w 588"/>
                <a:gd name="T75" fmla="*/ 1121 h 1359"/>
                <a:gd name="T76" fmla="*/ 286 w 588"/>
                <a:gd name="T77" fmla="*/ 1189 h 1359"/>
                <a:gd name="T78" fmla="*/ 273 w 588"/>
                <a:gd name="T79" fmla="*/ 1269 h 1359"/>
                <a:gd name="T80" fmla="*/ 227 w 588"/>
                <a:gd name="T81" fmla="*/ 1335 h 1359"/>
                <a:gd name="T82" fmla="*/ 133 w 588"/>
                <a:gd name="T83" fmla="*/ 1359 h 1359"/>
                <a:gd name="T84" fmla="*/ 118 w 588"/>
                <a:gd name="T85" fmla="*/ 1200 h 1359"/>
                <a:gd name="T86" fmla="*/ 124 w 588"/>
                <a:gd name="T87" fmla="*/ 1110 h 1359"/>
                <a:gd name="T88" fmla="*/ 109 w 588"/>
                <a:gd name="T89" fmla="*/ 1070 h 1359"/>
                <a:gd name="T90" fmla="*/ 95 w 588"/>
                <a:gd name="T91" fmla="*/ 1120 h 1359"/>
                <a:gd name="T92" fmla="*/ 75 w 588"/>
                <a:gd name="T93" fmla="*/ 1178 h 1359"/>
                <a:gd name="T94" fmla="*/ 71 w 588"/>
                <a:gd name="T95" fmla="*/ 1106 h 1359"/>
                <a:gd name="T96" fmla="*/ 59 w 588"/>
                <a:gd name="T97" fmla="*/ 1015 h 1359"/>
                <a:gd name="T98" fmla="*/ 33 w 588"/>
                <a:gd name="T99" fmla="*/ 927 h 1359"/>
                <a:gd name="T100" fmla="*/ 9 w 588"/>
                <a:gd name="T101" fmla="*/ 824 h 1359"/>
                <a:gd name="T102" fmla="*/ 1 w 588"/>
                <a:gd name="T103" fmla="*/ 689 h 1359"/>
                <a:gd name="T104" fmla="*/ 16 w 588"/>
                <a:gd name="T105" fmla="*/ 547 h 1359"/>
                <a:gd name="T106" fmla="*/ 29 w 588"/>
                <a:gd name="T107" fmla="*/ 522 h 1359"/>
                <a:gd name="T108" fmla="*/ 62 w 588"/>
                <a:gd name="T109" fmla="*/ 460 h 1359"/>
                <a:gd name="T110" fmla="*/ 113 w 588"/>
                <a:gd name="T111" fmla="*/ 376 h 1359"/>
                <a:gd name="T112" fmla="*/ 176 w 588"/>
                <a:gd name="T113" fmla="*/ 288 h 1359"/>
                <a:gd name="T114" fmla="*/ 247 w 588"/>
                <a:gd name="T115" fmla="*/ 209 h 1359"/>
                <a:gd name="T116" fmla="*/ 285 w 588"/>
                <a:gd name="T117" fmla="*/ 180 h 1359"/>
                <a:gd name="T118" fmla="*/ 336 w 588"/>
                <a:gd name="T119" fmla="*/ 142 h 1359"/>
                <a:gd name="T120" fmla="*/ 384 w 588"/>
                <a:gd name="T121" fmla="*/ 81 h 1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8" h="1359">
                  <a:moveTo>
                    <a:pt x="384" y="81"/>
                  </a:moveTo>
                  <a:lnTo>
                    <a:pt x="385" y="80"/>
                  </a:lnTo>
                  <a:lnTo>
                    <a:pt x="389" y="76"/>
                  </a:lnTo>
                  <a:lnTo>
                    <a:pt x="394" y="70"/>
                  </a:lnTo>
                  <a:lnTo>
                    <a:pt x="402" y="63"/>
                  </a:lnTo>
                  <a:lnTo>
                    <a:pt x="411" y="55"/>
                  </a:lnTo>
                  <a:lnTo>
                    <a:pt x="422" y="47"/>
                  </a:lnTo>
                  <a:lnTo>
                    <a:pt x="436" y="40"/>
                  </a:lnTo>
                  <a:lnTo>
                    <a:pt x="451" y="33"/>
                  </a:lnTo>
                  <a:lnTo>
                    <a:pt x="453" y="32"/>
                  </a:lnTo>
                  <a:lnTo>
                    <a:pt x="460" y="27"/>
                  </a:lnTo>
                  <a:lnTo>
                    <a:pt x="470" y="23"/>
                  </a:lnTo>
                  <a:lnTo>
                    <a:pt x="481" y="16"/>
                  </a:lnTo>
                  <a:lnTo>
                    <a:pt x="493" y="10"/>
                  </a:lnTo>
                  <a:lnTo>
                    <a:pt x="503" y="5"/>
                  </a:lnTo>
                  <a:lnTo>
                    <a:pt x="511" y="1"/>
                  </a:lnTo>
                  <a:lnTo>
                    <a:pt x="516" y="0"/>
                  </a:lnTo>
                  <a:lnTo>
                    <a:pt x="520" y="1"/>
                  </a:lnTo>
                  <a:lnTo>
                    <a:pt x="527" y="3"/>
                  </a:lnTo>
                  <a:lnTo>
                    <a:pt x="537" y="5"/>
                  </a:lnTo>
                  <a:lnTo>
                    <a:pt x="549" y="10"/>
                  </a:lnTo>
                  <a:lnTo>
                    <a:pt x="559" y="13"/>
                  </a:lnTo>
                  <a:lnTo>
                    <a:pt x="569" y="18"/>
                  </a:lnTo>
                  <a:lnTo>
                    <a:pt x="575" y="21"/>
                  </a:lnTo>
                  <a:lnTo>
                    <a:pt x="579" y="24"/>
                  </a:lnTo>
                  <a:lnTo>
                    <a:pt x="581" y="33"/>
                  </a:lnTo>
                  <a:lnTo>
                    <a:pt x="585" y="44"/>
                  </a:lnTo>
                  <a:lnTo>
                    <a:pt x="587" y="56"/>
                  </a:lnTo>
                  <a:lnTo>
                    <a:pt x="588" y="61"/>
                  </a:lnTo>
                  <a:lnTo>
                    <a:pt x="588" y="84"/>
                  </a:lnTo>
                  <a:lnTo>
                    <a:pt x="540" y="130"/>
                  </a:lnTo>
                  <a:lnTo>
                    <a:pt x="536" y="130"/>
                  </a:lnTo>
                  <a:lnTo>
                    <a:pt x="531" y="129"/>
                  </a:lnTo>
                  <a:lnTo>
                    <a:pt x="525" y="125"/>
                  </a:lnTo>
                  <a:lnTo>
                    <a:pt x="524" y="118"/>
                  </a:lnTo>
                  <a:lnTo>
                    <a:pt x="528" y="109"/>
                  </a:lnTo>
                  <a:lnTo>
                    <a:pt x="533" y="99"/>
                  </a:lnTo>
                  <a:lnTo>
                    <a:pt x="539" y="91"/>
                  </a:lnTo>
                  <a:lnTo>
                    <a:pt x="544" y="86"/>
                  </a:lnTo>
                  <a:lnTo>
                    <a:pt x="551" y="85"/>
                  </a:lnTo>
                  <a:lnTo>
                    <a:pt x="558" y="84"/>
                  </a:lnTo>
                  <a:lnTo>
                    <a:pt x="565" y="84"/>
                  </a:lnTo>
                  <a:lnTo>
                    <a:pt x="567" y="84"/>
                  </a:lnTo>
                  <a:lnTo>
                    <a:pt x="566" y="84"/>
                  </a:lnTo>
                  <a:lnTo>
                    <a:pt x="564" y="81"/>
                  </a:lnTo>
                  <a:lnTo>
                    <a:pt x="560" y="80"/>
                  </a:lnTo>
                  <a:lnTo>
                    <a:pt x="556" y="78"/>
                  </a:lnTo>
                  <a:lnTo>
                    <a:pt x="551" y="77"/>
                  </a:lnTo>
                  <a:lnTo>
                    <a:pt x="545" y="76"/>
                  </a:lnTo>
                  <a:lnTo>
                    <a:pt x="539" y="76"/>
                  </a:lnTo>
                  <a:lnTo>
                    <a:pt x="533" y="77"/>
                  </a:lnTo>
                  <a:lnTo>
                    <a:pt x="524" y="68"/>
                  </a:lnTo>
                  <a:lnTo>
                    <a:pt x="524" y="38"/>
                  </a:lnTo>
                  <a:lnTo>
                    <a:pt x="506" y="70"/>
                  </a:lnTo>
                  <a:lnTo>
                    <a:pt x="506" y="76"/>
                  </a:lnTo>
                  <a:lnTo>
                    <a:pt x="504" y="87"/>
                  </a:lnTo>
                  <a:lnTo>
                    <a:pt x="501" y="101"/>
                  </a:lnTo>
                  <a:lnTo>
                    <a:pt x="495" y="109"/>
                  </a:lnTo>
                  <a:lnTo>
                    <a:pt x="487" y="111"/>
                  </a:lnTo>
                  <a:lnTo>
                    <a:pt x="478" y="114"/>
                  </a:lnTo>
                  <a:lnTo>
                    <a:pt x="470" y="116"/>
                  </a:lnTo>
                  <a:lnTo>
                    <a:pt x="463" y="118"/>
                  </a:lnTo>
                  <a:lnTo>
                    <a:pt x="457" y="125"/>
                  </a:lnTo>
                  <a:lnTo>
                    <a:pt x="452" y="134"/>
                  </a:lnTo>
                  <a:lnTo>
                    <a:pt x="445" y="144"/>
                  </a:lnTo>
                  <a:lnTo>
                    <a:pt x="437" y="148"/>
                  </a:lnTo>
                  <a:lnTo>
                    <a:pt x="433" y="148"/>
                  </a:lnTo>
                  <a:lnTo>
                    <a:pt x="426" y="149"/>
                  </a:lnTo>
                  <a:lnTo>
                    <a:pt x="419" y="152"/>
                  </a:lnTo>
                  <a:lnTo>
                    <a:pt x="412" y="153"/>
                  </a:lnTo>
                  <a:lnTo>
                    <a:pt x="405" y="155"/>
                  </a:lnTo>
                  <a:lnTo>
                    <a:pt x="399" y="156"/>
                  </a:lnTo>
                  <a:lnTo>
                    <a:pt x="394" y="156"/>
                  </a:lnTo>
                  <a:lnTo>
                    <a:pt x="390" y="156"/>
                  </a:lnTo>
                  <a:lnTo>
                    <a:pt x="383" y="162"/>
                  </a:lnTo>
                  <a:lnTo>
                    <a:pt x="371" y="178"/>
                  </a:lnTo>
                  <a:lnTo>
                    <a:pt x="354" y="201"/>
                  </a:lnTo>
                  <a:lnTo>
                    <a:pt x="336" y="228"/>
                  </a:lnTo>
                  <a:lnTo>
                    <a:pt x="318" y="254"/>
                  </a:lnTo>
                  <a:lnTo>
                    <a:pt x="303" y="277"/>
                  </a:lnTo>
                  <a:lnTo>
                    <a:pt x="292" y="294"/>
                  </a:lnTo>
                  <a:lnTo>
                    <a:pt x="288" y="300"/>
                  </a:lnTo>
                  <a:lnTo>
                    <a:pt x="285" y="308"/>
                  </a:lnTo>
                  <a:lnTo>
                    <a:pt x="277" y="329"/>
                  </a:lnTo>
                  <a:lnTo>
                    <a:pt x="266" y="360"/>
                  </a:lnTo>
                  <a:lnTo>
                    <a:pt x="250" y="397"/>
                  </a:lnTo>
                  <a:lnTo>
                    <a:pt x="229" y="437"/>
                  </a:lnTo>
                  <a:lnTo>
                    <a:pt x="206" y="475"/>
                  </a:lnTo>
                  <a:lnTo>
                    <a:pt x="179" y="509"/>
                  </a:lnTo>
                  <a:lnTo>
                    <a:pt x="151" y="534"/>
                  </a:lnTo>
                  <a:lnTo>
                    <a:pt x="122" y="567"/>
                  </a:lnTo>
                  <a:lnTo>
                    <a:pt x="121" y="575"/>
                  </a:lnTo>
                  <a:lnTo>
                    <a:pt x="120" y="596"/>
                  </a:lnTo>
                  <a:lnTo>
                    <a:pt x="121" y="626"/>
                  </a:lnTo>
                  <a:lnTo>
                    <a:pt x="126" y="662"/>
                  </a:lnTo>
                  <a:lnTo>
                    <a:pt x="133" y="681"/>
                  </a:lnTo>
                  <a:lnTo>
                    <a:pt x="144" y="707"/>
                  </a:lnTo>
                  <a:lnTo>
                    <a:pt x="159" y="737"/>
                  </a:lnTo>
                  <a:lnTo>
                    <a:pt x="174" y="772"/>
                  </a:lnTo>
                  <a:lnTo>
                    <a:pt x="190" y="813"/>
                  </a:lnTo>
                  <a:lnTo>
                    <a:pt x="204" y="860"/>
                  </a:lnTo>
                  <a:lnTo>
                    <a:pt x="214" y="913"/>
                  </a:lnTo>
                  <a:lnTo>
                    <a:pt x="220" y="973"/>
                  </a:lnTo>
                  <a:lnTo>
                    <a:pt x="222" y="975"/>
                  </a:lnTo>
                  <a:lnTo>
                    <a:pt x="228" y="982"/>
                  </a:lnTo>
                  <a:lnTo>
                    <a:pt x="236" y="992"/>
                  </a:lnTo>
                  <a:lnTo>
                    <a:pt x="245" y="1006"/>
                  </a:lnTo>
                  <a:lnTo>
                    <a:pt x="255" y="1024"/>
                  </a:lnTo>
                  <a:lnTo>
                    <a:pt x="265" y="1044"/>
                  </a:lnTo>
                  <a:lnTo>
                    <a:pt x="273" y="1067"/>
                  </a:lnTo>
                  <a:lnTo>
                    <a:pt x="278" y="1093"/>
                  </a:lnTo>
                  <a:lnTo>
                    <a:pt x="280" y="1096"/>
                  </a:lnTo>
                  <a:lnTo>
                    <a:pt x="281" y="1106"/>
                  </a:lnTo>
                  <a:lnTo>
                    <a:pt x="283" y="1121"/>
                  </a:lnTo>
                  <a:lnTo>
                    <a:pt x="285" y="1141"/>
                  </a:lnTo>
                  <a:lnTo>
                    <a:pt x="286" y="1164"/>
                  </a:lnTo>
                  <a:lnTo>
                    <a:pt x="286" y="1189"/>
                  </a:lnTo>
                  <a:lnTo>
                    <a:pt x="284" y="1216"/>
                  </a:lnTo>
                  <a:lnTo>
                    <a:pt x="280" y="1242"/>
                  </a:lnTo>
                  <a:lnTo>
                    <a:pt x="273" y="1269"/>
                  </a:lnTo>
                  <a:lnTo>
                    <a:pt x="261" y="1294"/>
                  </a:lnTo>
                  <a:lnTo>
                    <a:pt x="246" y="1316"/>
                  </a:lnTo>
                  <a:lnTo>
                    <a:pt x="227" y="1335"/>
                  </a:lnTo>
                  <a:lnTo>
                    <a:pt x="202" y="1348"/>
                  </a:lnTo>
                  <a:lnTo>
                    <a:pt x="171" y="1356"/>
                  </a:lnTo>
                  <a:lnTo>
                    <a:pt x="133" y="1359"/>
                  </a:lnTo>
                  <a:lnTo>
                    <a:pt x="90" y="1353"/>
                  </a:lnTo>
                  <a:lnTo>
                    <a:pt x="102" y="1282"/>
                  </a:lnTo>
                  <a:lnTo>
                    <a:pt x="118" y="1200"/>
                  </a:lnTo>
                  <a:lnTo>
                    <a:pt x="122" y="1187"/>
                  </a:lnTo>
                  <a:lnTo>
                    <a:pt x="125" y="1156"/>
                  </a:lnTo>
                  <a:lnTo>
                    <a:pt x="124" y="1110"/>
                  </a:lnTo>
                  <a:lnTo>
                    <a:pt x="112" y="1057"/>
                  </a:lnTo>
                  <a:lnTo>
                    <a:pt x="110" y="1060"/>
                  </a:lnTo>
                  <a:lnTo>
                    <a:pt x="109" y="1070"/>
                  </a:lnTo>
                  <a:lnTo>
                    <a:pt x="106" y="1083"/>
                  </a:lnTo>
                  <a:lnTo>
                    <a:pt x="101" y="1101"/>
                  </a:lnTo>
                  <a:lnTo>
                    <a:pt x="95" y="1120"/>
                  </a:lnTo>
                  <a:lnTo>
                    <a:pt x="90" y="1141"/>
                  </a:lnTo>
                  <a:lnTo>
                    <a:pt x="83" y="1161"/>
                  </a:lnTo>
                  <a:lnTo>
                    <a:pt x="75" y="1178"/>
                  </a:lnTo>
                  <a:lnTo>
                    <a:pt x="75" y="1172"/>
                  </a:lnTo>
                  <a:lnTo>
                    <a:pt x="75" y="1150"/>
                  </a:lnTo>
                  <a:lnTo>
                    <a:pt x="71" y="1106"/>
                  </a:lnTo>
                  <a:lnTo>
                    <a:pt x="65" y="1037"/>
                  </a:lnTo>
                  <a:lnTo>
                    <a:pt x="63" y="1032"/>
                  </a:lnTo>
                  <a:lnTo>
                    <a:pt x="59" y="1015"/>
                  </a:lnTo>
                  <a:lnTo>
                    <a:pt x="52" y="991"/>
                  </a:lnTo>
                  <a:lnTo>
                    <a:pt x="42" y="961"/>
                  </a:lnTo>
                  <a:lnTo>
                    <a:pt x="33" y="927"/>
                  </a:lnTo>
                  <a:lnTo>
                    <a:pt x="24" y="891"/>
                  </a:lnTo>
                  <a:lnTo>
                    <a:pt x="16" y="857"/>
                  </a:lnTo>
                  <a:lnTo>
                    <a:pt x="9" y="824"/>
                  </a:lnTo>
                  <a:lnTo>
                    <a:pt x="2" y="768"/>
                  </a:lnTo>
                  <a:lnTo>
                    <a:pt x="0" y="721"/>
                  </a:lnTo>
                  <a:lnTo>
                    <a:pt x="1" y="689"/>
                  </a:lnTo>
                  <a:lnTo>
                    <a:pt x="2" y="678"/>
                  </a:lnTo>
                  <a:lnTo>
                    <a:pt x="2" y="584"/>
                  </a:lnTo>
                  <a:lnTo>
                    <a:pt x="16" y="547"/>
                  </a:lnTo>
                  <a:lnTo>
                    <a:pt x="17" y="543"/>
                  </a:lnTo>
                  <a:lnTo>
                    <a:pt x="22" y="535"/>
                  </a:lnTo>
                  <a:lnTo>
                    <a:pt x="29" y="522"/>
                  </a:lnTo>
                  <a:lnTo>
                    <a:pt x="38" y="505"/>
                  </a:lnTo>
                  <a:lnTo>
                    <a:pt x="49" y="484"/>
                  </a:lnTo>
                  <a:lnTo>
                    <a:pt x="62" y="460"/>
                  </a:lnTo>
                  <a:lnTo>
                    <a:pt x="77" y="434"/>
                  </a:lnTo>
                  <a:lnTo>
                    <a:pt x="94" y="406"/>
                  </a:lnTo>
                  <a:lnTo>
                    <a:pt x="113" y="376"/>
                  </a:lnTo>
                  <a:lnTo>
                    <a:pt x="133" y="347"/>
                  </a:lnTo>
                  <a:lnTo>
                    <a:pt x="154" y="317"/>
                  </a:lnTo>
                  <a:lnTo>
                    <a:pt x="176" y="288"/>
                  </a:lnTo>
                  <a:lnTo>
                    <a:pt x="199" y="260"/>
                  </a:lnTo>
                  <a:lnTo>
                    <a:pt x="223" y="233"/>
                  </a:lnTo>
                  <a:lnTo>
                    <a:pt x="247" y="209"/>
                  </a:lnTo>
                  <a:lnTo>
                    <a:pt x="272" y="188"/>
                  </a:lnTo>
                  <a:lnTo>
                    <a:pt x="275" y="186"/>
                  </a:lnTo>
                  <a:lnTo>
                    <a:pt x="285" y="180"/>
                  </a:lnTo>
                  <a:lnTo>
                    <a:pt x="300" y="171"/>
                  </a:lnTo>
                  <a:lnTo>
                    <a:pt x="318" y="157"/>
                  </a:lnTo>
                  <a:lnTo>
                    <a:pt x="336" y="142"/>
                  </a:lnTo>
                  <a:lnTo>
                    <a:pt x="356" y="124"/>
                  </a:lnTo>
                  <a:lnTo>
                    <a:pt x="372" y="103"/>
                  </a:lnTo>
                  <a:lnTo>
                    <a:pt x="384" y="81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4" name="Freeform 31"/>
            <p:cNvSpPr>
              <a:spLocks/>
            </p:cNvSpPr>
            <p:nvPr/>
          </p:nvSpPr>
          <p:spPr bwMode="auto">
            <a:xfrm>
              <a:off x="779463" y="2300288"/>
              <a:ext cx="23813" cy="41275"/>
            </a:xfrm>
            <a:custGeom>
              <a:avLst/>
              <a:gdLst>
                <a:gd name="T0" fmla="*/ 30 w 30"/>
                <a:gd name="T1" fmla="*/ 0 h 53"/>
                <a:gd name="T2" fmla="*/ 0 w 30"/>
                <a:gd name="T3" fmla="*/ 53 h 53"/>
                <a:gd name="T4" fmla="*/ 30 w 30"/>
                <a:gd name="T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53">
                  <a:moveTo>
                    <a:pt x="30" y="0"/>
                  </a:moveTo>
                  <a:lnTo>
                    <a:pt x="0" y="5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5" name="Freeform 32"/>
            <p:cNvSpPr>
              <a:spLocks/>
            </p:cNvSpPr>
            <p:nvPr/>
          </p:nvSpPr>
          <p:spPr bwMode="auto">
            <a:xfrm>
              <a:off x="793750" y="2300288"/>
              <a:ext cx="198438" cy="290513"/>
            </a:xfrm>
            <a:custGeom>
              <a:avLst/>
              <a:gdLst>
                <a:gd name="T0" fmla="*/ 43 w 251"/>
                <a:gd name="T1" fmla="*/ 0 h 367"/>
                <a:gd name="T2" fmla="*/ 19 w 251"/>
                <a:gd name="T3" fmla="*/ 34 h 367"/>
                <a:gd name="T4" fmla="*/ 0 w 251"/>
                <a:gd name="T5" fmla="*/ 64 h 367"/>
                <a:gd name="T6" fmla="*/ 24 w 251"/>
                <a:gd name="T7" fmla="*/ 145 h 367"/>
                <a:gd name="T8" fmla="*/ 29 w 251"/>
                <a:gd name="T9" fmla="*/ 159 h 367"/>
                <a:gd name="T10" fmla="*/ 38 w 251"/>
                <a:gd name="T11" fmla="*/ 193 h 367"/>
                <a:gd name="T12" fmla="*/ 47 w 251"/>
                <a:gd name="T13" fmla="*/ 231 h 367"/>
                <a:gd name="T14" fmla="*/ 53 w 251"/>
                <a:gd name="T15" fmla="*/ 260 h 367"/>
                <a:gd name="T16" fmla="*/ 57 w 251"/>
                <a:gd name="T17" fmla="*/ 273 h 367"/>
                <a:gd name="T18" fmla="*/ 64 w 251"/>
                <a:gd name="T19" fmla="*/ 286 h 367"/>
                <a:gd name="T20" fmla="*/ 73 w 251"/>
                <a:gd name="T21" fmla="*/ 300 h 367"/>
                <a:gd name="T22" fmla="*/ 84 w 251"/>
                <a:gd name="T23" fmla="*/ 314 h 367"/>
                <a:gd name="T24" fmla="*/ 98 w 251"/>
                <a:gd name="T25" fmla="*/ 326 h 367"/>
                <a:gd name="T26" fmla="*/ 113 w 251"/>
                <a:gd name="T27" fmla="*/ 338 h 367"/>
                <a:gd name="T28" fmla="*/ 130 w 251"/>
                <a:gd name="T29" fmla="*/ 347 h 367"/>
                <a:gd name="T30" fmla="*/ 148 w 251"/>
                <a:gd name="T31" fmla="*/ 356 h 367"/>
                <a:gd name="T32" fmla="*/ 164 w 251"/>
                <a:gd name="T33" fmla="*/ 362 h 367"/>
                <a:gd name="T34" fmla="*/ 181 w 251"/>
                <a:gd name="T35" fmla="*/ 365 h 367"/>
                <a:gd name="T36" fmla="*/ 197 w 251"/>
                <a:gd name="T37" fmla="*/ 367 h 367"/>
                <a:gd name="T38" fmla="*/ 212 w 251"/>
                <a:gd name="T39" fmla="*/ 365 h 367"/>
                <a:gd name="T40" fmla="*/ 226 w 251"/>
                <a:gd name="T41" fmla="*/ 360 h 367"/>
                <a:gd name="T42" fmla="*/ 236 w 251"/>
                <a:gd name="T43" fmla="*/ 351 h 367"/>
                <a:gd name="T44" fmla="*/ 245 w 251"/>
                <a:gd name="T45" fmla="*/ 337 h 367"/>
                <a:gd name="T46" fmla="*/ 251 w 251"/>
                <a:gd name="T47" fmla="*/ 318 h 367"/>
                <a:gd name="T48" fmla="*/ 250 w 251"/>
                <a:gd name="T49" fmla="*/ 314 h 367"/>
                <a:gd name="T50" fmla="*/ 248 w 251"/>
                <a:gd name="T51" fmla="*/ 302 h 367"/>
                <a:gd name="T52" fmla="*/ 243 w 251"/>
                <a:gd name="T53" fmla="*/ 286 h 367"/>
                <a:gd name="T54" fmla="*/ 239 w 251"/>
                <a:gd name="T55" fmla="*/ 265 h 367"/>
                <a:gd name="T56" fmla="*/ 232 w 251"/>
                <a:gd name="T57" fmla="*/ 242 h 367"/>
                <a:gd name="T58" fmla="*/ 225 w 251"/>
                <a:gd name="T59" fmla="*/ 219 h 367"/>
                <a:gd name="T60" fmla="*/ 218 w 251"/>
                <a:gd name="T61" fmla="*/ 197 h 367"/>
                <a:gd name="T62" fmla="*/ 211 w 251"/>
                <a:gd name="T63" fmla="*/ 179 h 367"/>
                <a:gd name="T64" fmla="*/ 196 w 251"/>
                <a:gd name="T65" fmla="*/ 208 h 367"/>
                <a:gd name="T66" fmla="*/ 189 w 251"/>
                <a:gd name="T67" fmla="*/ 223 h 367"/>
                <a:gd name="T68" fmla="*/ 186 w 251"/>
                <a:gd name="T69" fmla="*/ 217 h 367"/>
                <a:gd name="T70" fmla="*/ 179 w 251"/>
                <a:gd name="T71" fmla="*/ 203 h 367"/>
                <a:gd name="T72" fmla="*/ 174 w 251"/>
                <a:gd name="T73" fmla="*/ 182 h 367"/>
                <a:gd name="T74" fmla="*/ 178 w 251"/>
                <a:gd name="T75" fmla="*/ 160 h 367"/>
                <a:gd name="T76" fmla="*/ 187 w 251"/>
                <a:gd name="T77" fmla="*/ 139 h 367"/>
                <a:gd name="T78" fmla="*/ 190 w 251"/>
                <a:gd name="T79" fmla="*/ 120 h 367"/>
                <a:gd name="T80" fmla="*/ 193 w 251"/>
                <a:gd name="T81" fmla="*/ 106 h 367"/>
                <a:gd name="T82" fmla="*/ 193 w 251"/>
                <a:gd name="T83" fmla="*/ 102 h 367"/>
                <a:gd name="T84" fmla="*/ 188 w 251"/>
                <a:gd name="T85" fmla="*/ 101 h 367"/>
                <a:gd name="T86" fmla="*/ 173 w 251"/>
                <a:gd name="T87" fmla="*/ 95 h 367"/>
                <a:gd name="T88" fmla="*/ 153 w 251"/>
                <a:gd name="T89" fmla="*/ 87 h 367"/>
                <a:gd name="T90" fmla="*/ 129 w 251"/>
                <a:gd name="T91" fmla="*/ 75 h 367"/>
                <a:gd name="T92" fmla="*/ 104 w 251"/>
                <a:gd name="T93" fmla="*/ 61 h 367"/>
                <a:gd name="T94" fmla="*/ 80 w 251"/>
                <a:gd name="T95" fmla="*/ 44 h 367"/>
                <a:gd name="T96" fmla="*/ 58 w 251"/>
                <a:gd name="T97" fmla="*/ 23 h 367"/>
                <a:gd name="T98" fmla="*/ 43 w 251"/>
                <a:gd name="T99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1" h="367">
                  <a:moveTo>
                    <a:pt x="43" y="0"/>
                  </a:moveTo>
                  <a:lnTo>
                    <a:pt x="19" y="34"/>
                  </a:lnTo>
                  <a:lnTo>
                    <a:pt x="0" y="64"/>
                  </a:lnTo>
                  <a:lnTo>
                    <a:pt x="24" y="145"/>
                  </a:lnTo>
                  <a:lnTo>
                    <a:pt x="29" y="159"/>
                  </a:lnTo>
                  <a:lnTo>
                    <a:pt x="38" y="193"/>
                  </a:lnTo>
                  <a:lnTo>
                    <a:pt x="47" y="231"/>
                  </a:lnTo>
                  <a:lnTo>
                    <a:pt x="53" y="260"/>
                  </a:lnTo>
                  <a:lnTo>
                    <a:pt x="57" y="273"/>
                  </a:lnTo>
                  <a:lnTo>
                    <a:pt x="64" y="286"/>
                  </a:lnTo>
                  <a:lnTo>
                    <a:pt x="73" y="300"/>
                  </a:lnTo>
                  <a:lnTo>
                    <a:pt x="84" y="314"/>
                  </a:lnTo>
                  <a:lnTo>
                    <a:pt x="98" y="326"/>
                  </a:lnTo>
                  <a:lnTo>
                    <a:pt x="113" y="338"/>
                  </a:lnTo>
                  <a:lnTo>
                    <a:pt x="130" y="347"/>
                  </a:lnTo>
                  <a:lnTo>
                    <a:pt x="148" y="356"/>
                  </a:lnTo>
                  <a:lnTo>
                    <a:pt x="164" y="362"/>
                  </a:lnTo>
                  <a:lnTo>
                    <a:pt x="181" y="365"/>
                  </a:lnTo>
                  <a:lnTo>
                    <a:pt x="197" y="367"/>
                  </a:lnTo>
                  <a:lnTo>
                    <a:pt x="212" y="365"/>
                  </a:lnTo>
                  <a:lnTo>
                    <a:pt x="226" y="360"/>
                  </a:lnTo>
                  <a:lnTo>
                    <a:pt x="236" y="351"/>
                  </a:lnTo>
                  <a:lnTo>
                    <a:pt x="245" y="337"/>
                  </a:lnTo>
                  <a:lnTo>
                    <a:pt x="251" y="318"/>
                  </a:lnTo>
                  <a:lnTo>
                    <a:pt x="250" y="314"/>
                  </a:lnTo>
                  <a:lnTo>
                    <a:pt x="248" y="302"/>
                  </a:lnTo>
                  <a:lnTo>
                    <a:pt x="243" y="286"/>
                  </a:lnTo>
                  <a:lnTo>
                    <a:pt x="239" y="265"/>
                  </a:lnTo>
                  <a:lnTo>
                    <a:pt x="232" y="242"/>
                  </a:lnTo>
                  <a:lnTo>
                    <a:pt x="225" y="219"/>
                  </a:lnTo>
                  <a:lnTo>
                    <a:pt x="218" y="197"/>
                  </a:lnTo>
                  <a:lnTo>
                    <a:pt x="211" y="179"/>
                  </a:lnTo>
                  <a:lnTo>
                    <a:pt x="196" y="208"/>
                  </a:lnTo>
                  <a:lnTo>
                    <a:pt x="189" y="223"/>
                  </a:lnTo>
                  <a:lnTo>
                    <a:pt x="186" y="217"/>
                  </a:lnTo>
                  <a:lnTo>
                    <a:pt x="179" y="203"/>
                  </a:lnTo>
                  <a:lnTo>
                    <a:pt x="174" y="182"/>
                  </a:lnTo>
                  <a:lnTo>
                    <a:pt x="178" y="160"/>
                  </a:lnTo>
                  <a:lnTo>
                    <a:pt x="187" y="139"/>
                  </a:lnTo>
                  <a:lnTo>
                    <a:pt x="190" y="120"/>
                  </a:lnTo>
                  <a:lnTo>
                    <a:pt x="193" y="106"/>
                  </a:lnTo>
                  <a:lnTo>
                    <a:pt x="193" y="102"/>
                  </a:lnTo>
                  <a:lnTo>
                    <a:pt x="188" y="101"/>
                  </a:lnTo>
                  <a:lnTo>
                    <a:pt x="173" y="95"/>
                  </a:lnTo>
                  <a:lnTo>
                    <a:pt x="153" y="87"/>
                  </a:lnTo>
                  <a:lnTo>
                    <a:pt x="129" y="75"/>
                  </a:lnTo>
                  <a:lnTo>
                    <a:pt x="104" y="61"/>
                  </a:lnTo>
                  <a:lnTo>
                    <a:pt x="80" y="44"/>
                  </a:lnTo>
                  <a:lnTo>
                    <a:pt x="58" y="2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6" name="Freeform 33"/>
            <p:cNvSpPr>
              <a:spLocks/>
            </p:cNvSpPr>
            <p:nvPr/>
          </p:nvSpPr>
          <p:spPr bwMode="auto">
            <a:xfrm>
              <a:off x="1011238" y="1638301"/>
              <a:ext cx="369888" cy="976313"/>
            </a:xfrm>
            <a:custGeom>
              <a:avLst/>
              <a:gdLst>
                <a:gd name="T0" fmla="*/ 36 w 465"/>
                <a:gd name="T1" fmla="*/ 983 h 1230"/>
                <a:gd name="T2" fmla="*/ 53 w 465"/>
                <a:gd name="T3" fmla="*/ 966 h 1230"/>
                <a:gd name="T4" fmla="*/ 87 w 465"/>
                <a:gd name="T5" fmla="*/ 942 h 1230"/>
                <a:gd name="T6" fmla="*/ 133 w 465"/>
                <a:gd name="T7" fmla="*/ 925 h 1230"/>
                <a:gd name="T8" fmla="*/ 163 w 465"/>
                <a:gd name="T9" fmla="*/ 918 h 1230"/>
                <a:gd name="T10" fmla="*/ 175 w 465"/>
                <a:gd name="T11" fmla="*/ 885 h 1230"/>
                <a:gd name="T12" fmla="*/ 209 w 465"/>
                <a:gd name="T13" fmla="*/ 825 h 1230"/>
                <a:gd name="T14" fmla="*/ 274 w 465"/>
                <a:gd name="T15" fmla="*/ 746 h 1230"/>
                <a:gd name="T16" fmla="*/ 351 w 465"/>
                <a:gd name="T17" fmla="*/ 712 h 1230"/>
                <a:gd name="T18" fmla="*/ 315 w 465"/>
                <a:gd name="T19" fmla="*/ 641 h 1230"/>
                <a:gd name="T20" fmla="*/ 312 w 465"/>
                <a:gd name="T21" fmla="*/ 604 h 1230"/>
                <a:gd name="T22" fmla="*/ 312 w 465"/>
                <a:gd name="T23" fmla="*/ 543 h 1230"/>
                <a:gd name="T24" fmla="*/ 323 w 465"/>
                <a:gd name="T25" fmla="*/ 468 h 1230"/>
                <a:gd name="T26" fmla="*/ 356 w 465"/>
                <a:gd name="T27" fmla="*/ 223 h 1230"/>
                <a:gd name="T28" fmla="*/ 373 w 465"/>
                <a:gd name="T29" fmla="*/ 174 h 1230"/>
                <a:gd name="T30" fmla="*/ 371 w 465"/>
                <a:gd name="T31" fmla="*/ 150 h 1230"/>
                <a:gd name="T32" fmla="*/ 389 w 465"/>
                <a:gd name="T33" fmla="*/ 104 h 1230"/>
                <a:gd name="T34" fmla="*/ 407 w 465"/>
                <a:gd name="T35" fmla="*/ 91 h 1230"/>
                <a:gd name="T36" fmla="*/ 419 w 465"/>
                <a:gd name="T37" fmla="*/ 88 h 1230"/>
                <a:gd name="T38" fmla="*/ 429 w 465"/>
                <a:gd name="T39" fmla="*/ 90 h 1230"/>
                <a:gd name="T40" fmla="*/ 432 w 465"/>
                <a:gd name="T41" fmla="*/ 91 h 1230"/>
                <a:gd name="T42" fmla="*/ 444 w 465"/>
                <a:gd name="T43" fmla="*/ 43 h 1230"/>
                <a:gd name="T44" fmla="*/ 423 w 465"/>
                <a:gd name="T45" fmla="*/ 66 h 1230"/>
                <a:gd name="T46" fmla="*/ 408 w 465"/>
                <a:gd name="T47" fmla="*/ 68 h 1230"/>
                <a:gd name="T48" fmla="*/ 402 w 465"/>
                <a:gd name="T49" fmla="*/ 53 h 1230"/>
                <a:gd name="T50" fmla="*/ 430 w 465"/>
                <a:gd name="T51" fmla="*/ 0 h 1230"/>
                <a:gd name="T52" fmla="*/ 455 w 465"/>
                <a:gd name="T53" fmla="*/ 11 h 1230"/>
                <a:gd name="T54" fmla="*/ 465 w 465"/>
                <a:gd name="T55" fmla="*/ 34 h 1230"/>
                <a:gd name="T56" fmla="*/ 463 w 465"/>
                <a:gd name="T57" fmla="*/ 72 h 1230"/>
                <a:gd name="T58" fmla="*/ 452 w 465"/>
                <a:gd name="T59" fmla="*/ 134 h 1230"/>
                <a:gd name="T60" fmla="*/ 439 w 465"/>
                <a:gd name="T61" fmla="*/ 203 h 1230"/>
                <a:gd name="T62" fmla="*/ 449 w 465"/>
                <a:gd name="T63" fmla="*/ 407 h 1230"/>
                <a:gd name="T64" fmla="*/ 456 w 465"/>
                <a:gd name="T65" fmla="*/ 466 h 1230"/>
                <a:gd name="T66" fmla="*/ 461 w 465"/>
                <a:gd name="T67" fmla="*/ 558 h 1230"/>
                <a:gd name="T68" fmla="*/ 453 w 465"/>
                <a:gd name="T69" fmla="*/ 657 h 1230"/>
                <a:gd name="T70" fmla="*/ 442 w 465"/>
                <a:gd name="T71" fmla="*/ 706 h 1230"/>
                <a:gd name="T72" fmla="*/ 445 w 465"/>
                <a:gd name="T73" fmla="*/ 731 h 1230"/>
                <a:gd name="T74" fmla="*/ 433 w 465"/>
                <a:gd name="T75" fmla="*/ 759 h 1230"/>
                <a:gd name="T76" fmla="*/ 395 w 465"/>
                <a:gd name="T77" fmla="*/ 820 h 1230"/>
                <a:gd name="T78" fmla="*/ 341 w 465"/>
                <a:gd name="T79" fmla="*/ 900 h 1230"/>
                <a:gd name="T80" fmla="*/ 284 w 465"/>
                <a:gd name="T81" fmla="*/ 969 h 1230"/>
                <a:gd name="T82" fmla="*/ 254 w 465"/>
                <a:gd name="T83" fmla="*/ 994 h 1230"/>
                <a:gd name="T84" fmla="*/ 220 w 465"/>
                <a:gd name="T85" fmla="*/ 1021 h 1230"/>
                <a:gd name="T86" fmla="*/ 175 w 465"/>
                <a:gd name="T87" fmla="*/ 1067 h 1230"/>
                <a:gd name="T88" fmla="*/ 140 w 465"/>
                <a:gd name="T89" fmla="*/ 1122 h 1230"/>
                <a:gd name="T90" fmla="*/ 129 w 465"/>
                <a:gd name="T91" fmla="*/ 1230 h 1230"/>
                <a:gd name="T92" fmla="*/ 114 w 465"/>
                <a:gd name="T93" fmla="*/ 1197 h 1230"/>
                <a:gd name="T94" fmla="*/ 79 w 465"/>
                <a:gd name="T95" fmla="*/ 1121 h 1230"/>
                <a:gd name="T96" fmla="*/ 41 w 465"/>
                <a:gd name="T97" fmla="*/ 1040 h 1230"/>
                <a:gd name="T98" fmla="*/ 17 w 465"/>
                <a:gd name="T99" fmla="*/ 995 h 1230"/>
                <a:gd name="T100" fmla="*/ 4 w 465"/>
                <a:gd name="T101" fmla="*/ 977 h 1230"/>
                <a:gd name="T102" fmla="*/ 22 w 465"/>
                <a:gd name="T103" fmla="*/ 980 h 1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65" h="1230">
                  <a:moveTo>
                    <a:pt x="34" y="985"/>
                  </a:moveTo>
                  <a:lnTo>
                    <a:pt x="36" y="983"/>
                  </a:lnTo>
                  <a:lnTo>
                    <a:pt x="43" y="976"/>
                  </a:lnTo>
                  <a:lnTo>
                    <a:pt x="53" y="966"/>
                  </a:lnTo>
                  <a:lnTo>
                    <a:pt x="68" y="954"/>
                  </a:lnTo>
                  <a:lnTo>
                    <a:pt x="87" y="942"/>
                  </a:lnTo>
                  <a:lnTo>
                    <a:pt x="109" y="932"/>
                  </a:lnTo>
                  <a:lnTo>
                    <a:pt x="133" y="925"/>
                  </a:lnTo>
                  <a:lnTo>
                    <a:pt x="162" y="923"/>
                  </a:lnTo>
                  <a:lnTo>
                    <a:pt x="163" y="918"/>
                  </a:lnTo>
                  <a:lnTo>
                    <a:pt x="166" y="906"/>
                  </a:lnTo>
                  <a:lnTo>
                    <a:pt x="175" y="885"/>
                  </a:lnTo>
                  <a:lnTo>
                    <a:pt x="189" y="858"/>
                  </a:lnTo>
                  <a:lnTo>
                    <a:pt x="209" y="825"/>
                  </a:lnTo>
                  <a:lnTo>
                    <a:pt x="238" y="787"/>
                  </a:lnTo>
                  <a:lnTo>
                    <a:pt x="274" y="746"/>
                  </a:lnTo>
                  <a:lnTo>
                    <a:pt x="323" y="701"/>
                  </a:lnTo>
                  <a:lnTo>
                    <a:pt x="351" y="712"/>
                  </a:lnTo>
                  <a:lnTo>
                    <a:pt x="316" y="646"/>
                  </a:lnTo>
                  <a:lnTo>
                    <a:pt x="315" y="641"/>
                  </a:lnTo>
                  <a:lnTo>
                    <a:pt x="313" y="627"/>
                  </a:lnTo>
                  <a:lnTo>
                    <a:pt x="312" y="604"/>
                  </a:lnTo>
                  <a:lnTo>
                    <a:pt x="311" y="575"/>
                  </a:lnTo>
                  <a:lnTo>
                    <a:pt x="312" y="543"/>
                  </a:lnTo>
                  <a:lnTo>
                    <a:pt x="316" y="506"/>
                  </a:lnTo>
                  <a:lnTo>
                    <a:pt x="323" y="468"/>
                  </a:lnTo>
                  <a:lnTo>
                    <a:pt x="334" y="431"/>
                  </a:lnTo>
                  <a:lnTo>
                    <a:pt x="356" y="223"/>
                  </a:lnTo>
                  <a:lnTo>
                    <a:pt x="395" y="182"/>
                  </a:lnTo>
                  <a:lnTo>
                    <a:pt x="373" y="174"/>
                  </a:lnTo>
                  <a:lnTo>
                    <a:pt x="372" y="167"/>
                  </a:lnTo>
                  <a:lnTo>
                    <a:pt x="371" y="150"/>
                  </a:lnTo>
                  <a:lnTo>
                    <a:pt x="375" y="127"/>
                  </a:lnTo>
                  <a:lnTo>
                    <a:pt x="389" y="104"/>
                  </a:lnTo>
                  <a:lnTo>
                    <a:pt x="399" y="96"/>
                  </a:lnTo>
                  <a:lnTo>
                    <a:pt x="407" y="91"/>
                  </a:lnTo>
                  <a:lnTo>
                    <a:pt x="414" y="89"/>
                  </a:lnTo>
                  <a:lnTo>
                    <a:pt x="419" y="88"/>
                  </a:lnTo>
                  <a:lnTo>
                    <a:pt x="425" y="89"/>
                  </a:lnTo>
                  <a:lnTo>
                    <a:pt x="429" y="90"/>
                  </a:lnTo>
                  <a:lnTo>
                    <a:pt x="431" y="91"/>
                  </a:lnTo>
                  <a:lnTo>
                    <a:pt x="432" y="91"/>
                  </a:lnTo>
                  <a:lnTo>
                    <a:pt x="440" y="73"/>
                  </a:lnTo>
                  <a:lnTo>
                    <a:pt x="444" y="43"/>
                  </a:lnTo>
                  <a:lnTo>
                    <a:pt x="425" y="65"/>
                  </a:lnTo>
                  <a:lnTo>
                    <a:pt x="423" y="66"/>
                  </a:lnTo>
                  <a:lnTo>
                    <a:pt x="416" y="67"/>
                  </a:lnTo>
                  <a:lnTo>
                    <a:pt x="408" y="68"/>
                  </a:lnTo>
                  <a:lnTo>
                    <a:pt x="401" y="69"/>
                  </a:lnTo>
                  <a:lnTo>
                    <a:pt x="402" y="53"/>
                  </a:lnTo>
                  <a:lnTo>
                    <a:pt x="407" y="3"/>
                  </a:lnTo>
                  <a:lnTo>
                    <a:pt x="430" y="0"/>
                  </a:lnTo>
                  <a:lnTo>
                    <a:pt x="453" y="9"/>
                  </a:lnTo>
                  <a:lnTo>
                    <a:pt x="455" y="11"/>
                  </a:lnTo>
                  <a:lnTo>
                    <a:pt x="461" y="18"/>
                  </a:lnTo>
                  <a:lnTo>
                    <a:pt x="465" y="34"/>
                  </a:lnTo>
                  <a:lnTo>
                    <a:pt x="464" y="62"/>
                  </a:lnTo>
                  <a:lnTo>
                    <a:pt x="463" y="72"/>
                  </a:lnTo>
                  <a:lnTo>
                    <a:pt x="459" y="97"/>
                  </a:lnTo>
                  <a:lnTo>
                    <a:pt x="452" y="134"/>
                  </a:lnTo>
                  <a:lnTo>
                    <a:pt x="444" y="175"/>
                  </a:lnTo>
                  <a:lnTo>
                    <a:pt x="439" y="203"/>
                  </a:lnTo>
                  <a:lnTo>
                    <a:pt x="448" y="399"/>
                  </a:lnTo>
                  <a:lnTo>
                    <a:pt x="449" y="407"/>
                  </a:lnTo>
                  <a:lnTo>
                    <a:pt x="453" y="431"/>
                  </a:lnTo>
                  <a:lnTo>
                    <a:pt x="456" y="466"/>
                  </a:lnTo>
                  <a:lnTo>
                    <a:pt x="460" y="509"/>
                  </a:lnTo>
                  <a:lnTo>
                    <a:pt x="461" y="558"/>
                  </a:lnTo>
                  <a:lnTo>
                    <a:pt x="459" y="608"/>
                  </a:lnTo>
                  <a:lnTo>
                    <a:pt x="453" y="657"/>
                  </a:lnTo>
                  <a:lnTo>
                    <a:pt x="441" y="702"/>
                  </a:lnTo>
                  <a:lnTo>
                    <a:pt x="442" y="706"/>
                  </a:lnTo>
                  <a:lnTo>
                    <a:pt x="445" y="717"/>
                  </a:lnTo>
                  <a:lnTo>
                    <a:pt x="445" y="731"/>
                  </a:lnTo>
                  <a:lnTo>
                    <a:pt x="441" y="746"/>
                  </a:lnTo>
                  <a:lnTo>
                    <a:pt x="433" y="759"/>
                  </a:lnTo>
                  <a:lnTo>
                    <a:pt x="417" y="786"/>
                  </a:lnTo>
                  <a:lnTo>
                    <a:pt x="395" y="820"/>
                  </a:lnTo>
                  <a:lnTo>
                    <a:pt x="370" y="860"/>
                  </a:lnTo>
                  <a:lnTo>
                    <a:pt x="341" y="900"/>
                  </a:lnTo>
                  <a:lnTo>
                    <a:pt x="312" y="938"/>
                  </a:lnTo>
                  <a:lnTo>
                    <a:pt x="284" y="969"/>
                  </a:lnTo>
                  <a:lnTo>
                    <a:pt x="258" y="991"/>
                  </a:lnTo>
                  <a:lnTo>
                    <a:pt x="254" y="994"/>
                  </a:lnTo>
                  <a:lnTo>
                    <a:pt x="240" y="1005"/>
                  </a:lnTo>
                  <a:lnTo>
                    <a:pt x="220" y="1021"/>
                  </a:lnTo>
                  <a:lnTo>
                    <a:pt x="198" y="1042"/>
                  </a:lnTo>
                  <a:lnTo>
                    <a:pt x="175" y="1067"/>
                  </a:lnTo>
                  <a:lnTo>
                    <a:pt x="156" y="1093"/>
                  </a:lnTo>
                  <a:lnTo>
                    <a:pt x="140" y="1122"/>
                  </a:lnTo>
                  <a:lnTo>
                    <a:pt x="132" y="1152"/>
                  </a:lnTo>
                  <a:lnTo>
                    <a:pt x="129" y="1230"/>
                  </a:lnTo>
                  <a:lnTo>
                    <a:pt x="125" y="1221"/>
                  </a:lnTo>
                  <a:lnTo>
                    <a:pt x="114" y="1197"/>
                  </a:lnTo>
                  <a:lnTo>
                    <a:pt x="98" y="1161"/>
                  </a:lnTo>
                  <a:lnTo>
                    <a:pt x="79" y="1121"/>
                  </a:lnTo>
                  <a:lnTo>
                    <a:pt x="59" y="1078"/>
                  </a:lnTo>
                  <a:lnTo>
                    <a:pt x="41" y="1040"/>
                  </a:lnTo>
                  <a:lnTo>
                    <a:pt x="26" y="1012"/>
                  </a:lnTo>
                  <a:lnTo>
                    <a:pt x="17" y="995"/>
                  </a:lnTo>
                  <a:lnTo>
                    <a:pt x="0" y="977"/>
                  </a:lnTo>
                  <a:lnTo>
                    <a:pt x="4" y="977"/>
                  </a:lnTo>
                  <a:lnTo>
                    <a:pt x="11" y="977"/>
                  </a:lnTo>
                  <a:lnTo>
                    <a:pt x="22" y="980"/>
                  </a:lnTo>
                  <a:lnTo>
                    <a:pt x="34" y="985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7" name="Freeform 34"/>
            <p:cNvSpPr>
              <a:spLocks/>
            </p:cNvSpPr>
            <p:nvPr/>
          </p:nvSpPr>
          <p:spPr bwMode="auto">
            <a:xfrm>
              <a:off x="1223963" y="1698626"/>
              <a:ext cx="104775" cy="92075"/>
            </a:xfrm>
            <a:custGeom>
              <a:avLst/>
              <a:gdLst>
                <a:gd name="T0" fmla="*/ 78 w 134"/>
                <a:gd name="T1" fmla="*/ 0 h 117"/>
                <a:gd name="T2" fmla="*/ 50 w 134"/>
                <a:gd name="T3" fmla="*/ 7 h 117"/>
                <a:gd name="T4" fmla="*/ 15 w 134"/>
                <a:gd name="T5" fmla="*/ 9 h 117"/>
                <a:gd name="T6" fmla="*/ 13 w 134"/>
                <a:gd name="T7" fmla="*/ 11 h 117"/>
                <a:gd name="T8" fmla="*/ 7 w 134"/>
                <a:gd name="T9" fmla="*/ 15 h 117"/>
                <a:gd name="T10" fmla="*/ 2 w 134"/>
                <a:gd name="T11" fmla="*/ 23 h 117"/>
                <a:gd name="T12" fmla="*/ 0 w 134"/>
                <a:gd name="T13" fmla="*/ 33 h 117"/>
                <a:gd name="T14" fmla="*/ 3 w 134"/>
                <a:gd name="T15" fmla="*/ 47 h 117"/>
                <a:gd name="T16" fmla="*/ 4 w 134"/>
                <a:gd name="T17" fmla="*/ 61 h 117"/>
                <a:gd name="T18" fmla="*/ 6 w 134"/>
                <a:gd name="T19" fmla="*/ 75 h 117"/>
                <a:gd name="T20" fmla="*/ 6 w 134"/>
                <a:gd name="T21" fmla="*/ 81 h 117"/>
                <a:gd name="T22" fmla="*/ 13 w 134"/>
                <a:gd name="T23" fmla="*/ 104 h 117"/>
                <a:gd name="T24" fmla="*/ 18 w 134"/>
                <a:gd name="T25" fmla="*/ 106 h 117"/>
                <a:gd name="T26" fmla="*/ 27 w 134"/>
                <a:gd name="T27" fmla="*/ 110 h 117"/>
                <a:gd name="T28" fmla="*/ 36 w 134"/>
                <a:gd name="T29" fmla="*/ 114 h 117"/>
                <a:gd name="T30" fmla="*/ 43 w 134"/>
                <a:gd name="T31" fmla="*/ 117 h 117"/>
                <a:gd name="T32" fmla="*/ 49 w 134"/>
                <a:gd name="T33" fmla="*/ 117 h 117"/>
                <a:gd name="T34" fmla="*/ 56 w 134"/>
                <a:gd name="T35" fmla="*/ 116 h 117"/>
                <a:gd name="T36" fmla="*/ 61 w 134"/>
                <a:gd name="T37" fmla="*/ 114 h 117"/>
                <a:gd name="T38" fmla="*/ 64 w 134"/>
                <a:gd name="T39" fmla="*/ 114 h 117"/>
                <a:gd name="T40" fmla="*/ 65 w 134"/>
                <a:gd name="T41" fmla="*/ 113 h 117"/>
                <a:gd name="T42" fmla="*/ 67 w 134"/>
                <a:gd name="T43" fmla="*/ 111 h 117"/>
                <a:gd name="T44" fmla="*/ 73 w 134"/>
                <a:gd name="T45" fmla="*/ 109 h 117"/>
                <a:gd name="T46" fmla="*/ 80 w 134"/>
                <a:gd name="T47" fmla="*/ 105 h 117"/>
                <a:gd name="T48" fmla="*/ 89 w 134"/>
                <a:gd name="T49" fmla="*/ 103 h 117"/>
                <a:gd name="T50" fmla="*/ 99 w 134"/>
                <a:gd name="T51" fmla="*/ 102 h 117"/>
                <a:gd name="T52" fmla="*/ 113 w 134"/>
                <a:gd name="T53" fmla="*/ 102 h 117"/>
                <a:gd name="T54" fmla="*/ 128 w 134"/>
                <a:gd name="T55" fmla="*/ 105 h 117"/>
                <a:gd name="T56" fmla="*/ 134 w 134"/>
                <a:gd name="T57" fmla="*/ 98 h 117"/>
                <a:gd name="T58" fmla="*/ 112 w 134"/>
                <a:gd name="T59" fmla="*/ 56 h 117"/>
                <a:gd name="T60" fmla="*/ 116 w 134"/>
                <a:gd name="T61" fmla="*/ 44 h 117"/>
                <a:gd name="T62" fmla="*/ 111 w 134"/>
                <a:gd name="T63" fmla="*/ 47 h 117"/>
                <a:gd name="T64" fmla="*/ 101 w 134"/>
                <a:gd name="T65" fmla="*/ 51 h 117"/>
                <a:gd name="T66" fmla="*/ 91 w 134"/>
                <a:gd name="T67" fmla="*/ 57 h 117"/>
                <a:gd name="T68" fmla="*/ 90 w 134"/>
                <a:gd name="T69" fmla="*/ 61 h 117"/>
                <a:gd name="T70" fmla="*/ 89 w 134"/>
                <a:gd name="T71" fmla="*/ 61 h 117"/>
                <a:gd name="T72" fmla="*/ 84 w 134"/>
                <a:gd name="T73" fmla="*/ 59 h 117"/>
                <a:gd name="T74" fmla="*/ 78 w 134"/>
                <a:gd name="T75" fmla="*/ 58 h 117"/>
                <a:gd name="T76" fmla="*/ 70 w 134"/>
                <a:gd name="T77" fmla="*/ 56 h 117"/>
                <a:gd name="T78" fmla="*/ 60 w 134"/>
                <a:gd name="T79" fmla="*/ 53 h 117"/>
                <a:gd name="T80" fmla="*/ 51 w 134"/>
                <a:gd name="T81" fmla="*/ 51 h 117"/>
                <a:gd name="T82" fmla="*/ 43 w 134"/>
                <a:gd name="T83" fmla="*/ 50 h 117"/>
                <a:gd name="T84" fmla="*/ 36 w 134"/>
                <a:gd name="T85" fmla="*/ 49 h 117"/>
                <a:gd name="T86" fmla="*/ 38 w 134"/>
                <a:gd name="T87" fmla="*/ 44 h 117"/>
                <a:gd name="T88" fmla="*/ 40 w 134"/>
                <a:gd name="T89" fmla="*/ 44 h 117"/>
                <a:gd name="T90" fmla="*/ 43 w 134"/>
                <a:gd name="T91" fmla="*/ 45 h 117"/>
                <a:gd name="T92" fmla="*/ 48 w 134"/>
                <a:gd name="T93" fmla="*/ 45 h 117"/>
                <a:gd name="T94" fmla="*/ 53 w 134"/>
                <a:gd name="T95" fmla="*/ 44 h 117"/>
                <a:gd name="T96" fmla="*/ 59 w 134"/>
                <a:gd name="T97" fmla="*/ 43 h 117"/>
                <a:gd name="T98" fmla="*/ 66 w 134"/>
                <a:gd name="T99" fmla="*/ 41 h 117"/>
                <a:gd name="T100" fmla="*/ 73 w 134"/>
                <a:gd name="T101" fmla="*/ 36 h 117"/>
                <a:gd name="T102" fmla="*/ 79 w 134"/>
                <a:gd name="T103" fmla="*/ 30 h 117"/>
                <a:gd name="T104" fmla="*/ 88 w 134"/>
                <a:gd name="T105" fmla="*/ 18 h 117"/>
                <a:gd name="T106" fmla="*/ 83 w 134"/>
                <a:gd name="T107" fmla="*/ 4 h 117"/>
                <a:gd name="T108" fmla="*/ 78 w 134"/>
                <a:gd name="T10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4" h="117">
                  <a:moveTo>
                    <a:pt x="78" y="0"/>
                  </a:moveTo>
                  <a:lnTo>
                    <a:pt x="50" y="7"/>
                  </a:lnTo>
                  <a:lnTo>
                    <a:pt x="15" y="9"/>
                  </a:lnTo>
                  <a:lnTo>
                    <a:pt x="13" y="11"/>
                  </a:lnTo>
                  <a:lnTo>
                    <a:pt x="7" y="15"/>
                  </a:lnTo>
                  <a:lnTo>
                    <a:pt x="2" y="23"/>
                  </a:lnTo>
                  <a:lnTo>
                    <a:pt x="0" y="33"/>
                  </a:lnTo>
                  <a:lnTo>
                    <a:pt x="3" y="47"/>
                  </a:lnTo>
                  <a:lnTo>
                    <a:pt x="4" y="61"/>
                  </a:lnTo>
                  <a:lnTo>
                    <a:pt x="6" y="75"/>
                  </a:lnTo>
                  <a:lnTo>
                    <a:pt x="6" y="81"/>
                  </a:lnTo>
                  <a:lnTo>
                    <a:pt x="13" y="104"/>
                  </a:lnTo>
                  <a:lnTo>
                    <a:pt x="18" y="106"/>
                  </a:lnTo>
                  <a:lnTo>
                    <a:pt x="27" y="110"/>
                  </a:lnTo>
                  <a:lnTo>
                    <a:pt x="36" y="114"/>
                  </a:lnTo>
                  <a:lnTo>
                    <a:pt x="43" y="117"/>
                  </a:lnTo>
                  <a:lnTo>
                    <a:pt x="49" y="117"/>
                  </a:lnTo>
                  <a:lnTo>
                    <a:pt x="56" y="116"/>
                  </a:lnTo>
                  <a:lnTo>
                    <a:pt x="61" y="114"/>
                  </a:lnTo>
                  <a:lnTo>
                    <a:pt x="64" y="114"/>
                  </a:lnTo>
                  <a:lnTo>
                    <a:pt x="65" y="113"/>
                  </a:lnTo>
                  <a:lnTo>
                    <a:pt x="67" y="111"/>
                  </a:lnTo>
                  <a:lnTo>
                    <a:pt x="73" y="109"/>
                  </a:lnTo>
                  <a:lnTo>
                    <a:pt x="80" y="105"/>
                  </a:lnTo>
                  <a:lnTo>
                    <a:pt x="89" y="103"/>
                  </a:lnTo>
                  <a:lnTo>
                    <a:pt x="99" y="102"/>
                  </a:lnTo>
                  <a:lnTo>
                    <a:pt x="113" y="102"/>
                  </a:lnTo>
                  <a:lnTo>
                    <a:pt x="128" y="105"/>
                  </a:lnTo>
                  <a:lnTo>
                    <a:pt x="134" y="98"/>
                  </a:lnTo>
                  <a:lnTo>
                    <a:pt x="112" y="56"/>
                  </a:lnTo>
                  <a:lnTo>
                    <a:pt x="116" y="44"/>
                  </a:lnTo>
                  <a:lnTo>
                    <a:pt x="111" y="47"/>
                  </a:lnTo>
                  <a:lnTo>
                    <a:pt x="101" y="51"/>
                  </a:lnTo>
                  <a:lnTo>
                    <a:pt x="91" y="57"/>
                  </a:lnTo>
                  <a:lnTo>
                    <a:pt x="90" y="61"/>
                  </a:lnTo>
                  <a:lnTo>
                    <a:pt x="89" y="61"/>
                  </a:lnTo>
                  <a:lnTo>
                    <a:pt x="84" y="59"/>
                  </a:lnTo>
                  <a:lnTo>
                    <a:pt x="78" y="58"/>
                  </a:lnTo>
                  <a:lnTo>
                    <a:pt x="70" y="56"/>
                  </a:lnTo>
                  <a:lnTo>
                    <a:pt x="60" y="53"/>
                  </a:lnTo>
                  <a:lnTo>
                    <a:pt x="51" y="51"/>
                  </a:lnTo>
                  <a:lnTo>
                    <a:pt x="43" y="50"/>
                  </a:lnTo>
                  <a:lnTo>
                    <a:pt x="36" y="49"/>
                  </a:lnTo>
                  <a:lnTo>
                    <a:pt x="38" y="44"/>
                  </a:lnTo>
                  <a:lnTo>
                    <a:pt x="40" y="44"/>
                  </a:lnTo>
                  <a:lnTo>
                    <a:pt x="43" y="45"/>
                  </a:lnTo>
                  <a:lnTo>
                    <a:pt x="48" y="45"/>
                  </a:lnTo>
                  <a:lnTo>
                    <a:pt x="53" y="44"/>
                  </a:lnTo>
                  <a:lnTo>
                    <a:pt x="59" y="43"/>
                  </a:lnTo>
                  <a:lnTo>
                    <a:pt x="66" y="41"/>
                  </a:lnTo>
                  <a:lnTo>
                    <a:pt x="73" y="36"/>
                  </a:lnTo>
                  <a:lnTo>
                    <a:pt x="79" y="30"/>
                  </a:lnTo>
                  <a:lnTo>
                    <a:pt x="88" y="18"/>
                  </a:lnTo>
                  <a:lnTo>
                    <a:pt x="83" y="4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8" name="Freeform 35"/>
            <p:cNvSpPr>
              <a:spLocks/>
            </p:cNvSpPr>
            <p:nvPr/>
          </p:nvSpPr>
          <p:spPr bwMode="auto">
            <a:xfrm>
              <a:off x="1293813" y="1638301"/>
              <a:ext cx="25400" cy="60325"/>
            </a:xfrm>
            <a:custGeom>
              <a:avLst/>
              <a:gdLst>
                <a:gd name="T0" fmla="*/ 31 w 31"/>
                <a:gd name="T1" fmla="*/ 4 h 76"/>
                <a:gd name="T2" fmla="*/ 31 w 31"/>
                <a:gd name="T3" fmla="*/ 13 h 76"/>
                <a:gd name="T4" fmla="*/ 30 w 31"/>
                <a:gd name="T5" fmla="*/ 32 h 76"/>
                <a:gd name="T6" fmla="*/ 29 w 31"/>
                <a:gd name="T7" fmla="*/ 52 h 76"/>
                <a:gd name="T8" fmla="*/ 29 w 31"/>
                <a:gd name="T9" fmla="*/ 64 h 76"/>
                <a:gd name="T10" fmla="*/ 30 w 31"/>
                <a:gd name="T11" fmla="*/ 67 h 76"/>
                <a:gd name="T12" fmla="*/ 30 w 31"/>
                <a:gd name="T13" fmla="*/ 70 h 76"/>
                <a:gd name="T14" fmla="*/ 30 w 31"/>
                <a:gd name="T15" fmla="*/ 72 h 76"/>
                <a:gd name="T16" fmla="*/ 30 w 31"/>
                <a:gd name="T17" fmla="*/ 73 h 76"/>
                <a:gd name="T18" fmla="*/ 27 w 31"/>
                <a:gd name="T19" fmla="*/ 74 h 76"/>
                <a:gd name="T20" fmla="*/ 21 w 31"/>
                <a:gd name="T21" fmla="*/ 75 h 76"/>
                <a:gd name="T22" fmla="*/ 13 w 31"/>
                <a:gd name="T23" fmla="*/ 76 h 76"/>
                <a:gd name="T24" fmla="*/ 7 w 31"/>
                <a:gd name="T25" fmla="*/ 74 h 76"/>
                <a:gd name="T26" fmla="*/ 4 w 31"/>
                <a:gd name="T27" fmla="*/ 66 h 76"/>
                <a:gd name="T28" fmla="*/ 2 w 31"/>
                <a:gd name="T29" fmla="*/ 51 h 76"/>
                <a:gd name="T30" fmla="*/ 1 w 31"/>
                <a:gd name="T31" fmla="*/ 37 h 76"/>
                <a:gd name="T32" fmla="*/ 1 w 31"/>
                <a:gd name="T33" fmla="*/ 32 h 76"/>
                <a:gd name="T34" fmla="*/ 0 w 31"/>
                <a:gd name="T35" fmla="*/ 29 h 76"/>
                <a:gd name="T36" fmla="*/ 0 w 31"/>
                <a:gd name="T37" fmla="*/ 21 h 76"/>
                <a:gd name="T38" fmla="*/ 2 w 31"/>
                <a:gd name="T39" fmla="*/ 13 h 76"/>
                <a:gd name="T40" fmla="*/ 10 w 31"/>
                <a:gd name="T41" fmla="*/ 5 h 76"/>
                <a:gd name="T42" fmla="*/ 20 w 31"/>
                <a:gd name="T43" fmla="*/ 0 h 76"/>
                <a:gd name="T44" fmla="*/ 27 w 31"/>
                <a:gd name="T45" fmla="*/ 0 h 76"/>
                <a:gd name="T46" fmla="*/ 30 w 31"/>
                <a:gd name="T47" fmla="*/ 3 h 76"/>
                <a:gd name="T48" fmla="*/ 31 w 31"/>
                <a:gd name="T49" fmla="*/ 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1" h="76">
                  <a:moveTo>
                    <a:pt x="31" y="4"/>
                  </a:moveTo>
                  <a:lnTo>
                    <a:pt x="31" y="13"/>
                  </a:lnTo>
                  <a:lnTo>
                    <a:pt x="30" y="32"/>
                  </a:lnTo>
                  <a:lnTo>
                    <a:pt x="29" y="52"/>
                  </a:lnTo>
                  <a:lnTo>
                    <a:pt x="29" y="64"/>
                  </a:lnTo>
                  <a:lnTo>
                    <a:pt x="30" y="67"/>
                  </a:lnTo>
                  <a:lnTo>
                    <a:pt x="30" y="70"/>
                  </a:lnTo>
                  <a:lnTo>
                    <a:pt x="30" y="72"/>
                  </a:lnTo>
                  <a:lnTo>
                    <a:pt x="30" y="73"/>
                  </a:lnTo>
                  <a:lnTo>
                    <a:pt x="27" y="74"/>
                  </a:lnTo>
                  <a:lnTo>
                    <a:pt x="21" y="75"/>
                  </a:lnTo>
                  <a:lnTo>
                    <a:pt x="13" y="76"/>
                  </a:lnTo>
                  <a:lnTo>
                    <a:pt x="7" y="74"/>
                  </a:lnTo>
                  <a:lnTo>
                    <a:pt x="4" y="66"/>
                  </a:lnTo>
                  <a:lnTo>
                    <a:pt x="2" y="51"/>
                  </a:lnTo>
                  <a:lnTo>
                    <a:pt x="1" y="37"/>
                  </a:lnTo>
                  <a:lnTo>
                    <a:pt x="1" y="32"/>
                  </a:lnTo>
                  <a:lnTo>
                    <a:pt x="0" y="29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10" y="5"/>
                  </a:lnTo>
                  <a:lnTo>
                    <a:pt x="20" y="0"/>
                  </a:lnTo>
                  <a:lnTo>
                    <a:pt x="27" y="0"/>
                  </a:lnTo>
                  <a:lnTo>
                    <a:pt x="30" y="3"/>
                  </a:lnTo>
                  <a:lnTo>
                    <a:pt x="31" y="4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9" name="Freeform 36"/>
            <p:cNvSpPr>
              <a:spLocks/>
            </p:cNvSpPr>
            <p:nvPr/>
          </p:nvSpPr>
          <p:spPr bwMode="auto">
            <a:xfrm>
              <a:off x="1258888" y="1646238"/>
              <a:ext cx="25400" cy="47625"/>
            </a:xfrm>
            <a:custGeom>
              <a:avLst/>
              <a:gdLst>
                <a:gd name="T0" fmla="*/ 26 w 33"/>
                <a:gd name="T1" fmla="*/ 0 h 60"/>
                <a:gd name="T2" fmla="*/ 26 w 33"/>
                <a:gd name="T3" fmla="*/ 2 h 60"/>
                <a:gd name="T4" fmla="*/ 27 w 33"/>
                <a:gd name="T5" fmla="*/ 7 h 60"/>
                <a:gd name="T6" fmla="*/ 27 w 33"/>
                <a:gd name="T7" fmla="*/ 12 h 60"/>
                <a:gd name="T8" fmla="*/ 27 w 33"/>
                <a:gd name="T9" fmla="*/ 17 h 60"/>
                <a:gd name="T10" fmla="*/ 28 w 33"/>
                <a:gd name="T11" fmla="*/ 25 h 60"/>
                <a:gd name="T12" fmla="*/ 30 w 33"/>
                <a:gd name="T13" fmla="*/ 37 h 60"/>
                <a:gd name="T14" fmla="*/ 31 w 33"/>
                <a:gd name="T15" fmla="*/ 48 h 60"/>
                <a:gd name="T16" fmla="*/ 33 w 33"/>
                <a:gd name="T17" fmla="*/ 53 h 60"/>
                <a:gd name="T18" fmla="*/ 8 w 33"/>
                <a:gd name="T19" fmla="*/ 60 h 60"/>
                <a:gd name="T20" fmla="*/ 7 w 33"/>
                <a:gd name="T21" fmla="*/ 55 h 60"/>
                <a:gd name="T22" fmla="*/ 4 w 33"/>
                <a:gd name="T23" fmla="*/ 46 h 60"/>
                <a:gd name="T24" fmla="*/ 0 w 33"/>
                <a:gd name="T25" fmla="*/ 35 h 60"/>
                <a:gd name="T26" fmla="*/ 0 w 33"/>
                <a:gd name="T27" fmla="*/ 27 h 60"/>
                <a:gd name="T28" fmla="*/ 1 w 33"/>
                <a:gd name="T29" fmla="*/ 20 h 60"/>
                <a:gd name="T30" fmla="*/ 4 w 33"/>
                <a:gd name="T31" fmla="*/ 11 h 60"/>
                <a:gd name="T32" fmla="*/ 11 w 33"/>
                <a:gd name="T33" fmla="*/ 3 h 60"/>
                <a:gd name="T34" fmla="*/ 26 w 33"/>
                <a:gd name="T3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60">
                  <a:moveTo>
                    <a:pt x="26" y="0"/>
                  </a:moveTo>
                  <a:lnTo>
                    <a:pt x="26" y="2"/>
                  </a:lnTo>
                  <a:lnTo>
                    <a:pt x="27" y="7"/>
                  </a:lnTo>
                  <a:lnTo>
                    <a:pt x="27" y="12"/>
                  </a:lnTo>
                  <a:lnTo>
                    <a:pt x="27" y="17"/>
                  </a:lnTo>
                  <a:lnTo>
                    <a:pt x="28" y="25"/>
                  </a:lnTo>
                  <a:lnTo>
                    <a:pt x="30" y="37"/>
                  </a:lnTo>
                  <a:lnTo>
                    <a:pt x="31" y="48"/>
                  </a:lnTo>
                  <a:lnTo>
                    <a:pt x="33" y="53"/>
                  </a:lnTo>
                  <a:lnTo>
                    <a:pt x="8" y="60"/>
                  </a:lnTo>
                  <a:lnTo>
                    <a:pt x="7" y="55"/>
                  </a:lnTo>
                  <a:lnTo>
                    <a:pt x="4" y="46"/>
                  </a:lnTo>
                  <a:lnTo>
                    <a:pt x="0" y="35"/>
                  </a:lnTo>
                  <a:lnTo>
                    <a:pt x="0" y="27"/>
                  </a:lnTo>
                  <a:lnTo>
                    <a:pt x="1" y="20"/>
                  </a:lnTo>
                  <a:lnTo>
                    <a:pt x="4" y="11"/>
                  </a:lnTo>
                  <a:lnTo>
                    <a:pt x="11" y="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0" name="Freeform 37"/>
            <p:cNvSpPr>
              <a:spLocks/>
            </p:cNvSpPr>
            <p:nvPr/>
          </p:nvSpPr>
          <p:spPr bwMode="auto">
            <a:xfrm>
              <a:off x="1231900" y="1665288"/>
              <a:ext cx="23813" cy="30163"/>
            </a:xfrm>
            <a:custGeom>
              <a:avLst/>
              <a:gdLst>
                <a:gd name="T0" fmla="*/ 22 w 29"/>
                <a:gd name="T1" fmla="*/ 3 h 39"/>
                <a:gd name="T2" fmla="*/ 24 w 29"/>
                <a:gd name="T3" fmla="*/ 8 h 39"/>
                <a:gd name="T4" fmla="*/ 25 w 29"/>
                <a:gd name="T5" fmla="*/ 14 h 39"/>
                <a:gd name="T6" fmla="*/ 24 w 29"/>
                <a:gd name="T7" fmla="*/ 19 h 39"/>
                <a:gd name="T8" fmla="*/ 24 w 29"/>
                <a:gd name="T9" fmla="*/ 22 h 39"/>
                <a:gd name="T10" fmla="*/ 29 w 29"/>
                <a:gd name="T11" fmla="*/ 33 h 39"/>
                <a:gd name="T12" fmla="*/ 7 w 29"/>
                <a:gd name="T13" fmla="*/ 39 h 39"/>
                <a:gd name="T14" fmla="*/ 0 w 29"/>
                <a:gd name="T15" fmla="*/ 9 h 39"/>
                <a:gd name="T16" fmla="*/ 1 w 29"/>
                <a:gd name="T17" fmla="*/ 7 h 39"/>
                <a:gd name="T18" fmla="*/ 6 w 29"/>
                <a:gd name="T19" fmla="*/ 2 h 39"/>
                <a:gd name="T20" fmla="*/ 13 w 29"/>
                <a:gd name="T21" fmla="*/ 0 h 39"/>
                <a:gd name="T22" fmla="*/ 22 w 29"/>
                <a:gd name="T23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" h="39">
                  <a:moveTo>
                    <a:pt x="22" y="3"/>
                  </a:moveTo>
                  <a:lnTo>
                    <a:pt x="24" y="8"/>
                  </a:lnTo>
                  <a:lnTo>
                    <a:pt x="25" y="14"/>
                  </a:lnTo>
                  <a:lnTo>
                    <a:pt x="24" y="19"/>
                  </a:lnTo>
                  <a:lnTo>
                    <a:pt x="24" y="22"/>
                  </a:lnTo>
                  <a:lnTo>
                    <a:pt x="29" y="33"/>
                  </a:lnTo>
                  <a:lnTo>
                    <a:pt x="7" y="39"/>
                  </a:lnTo>
                  <a:lnTo>
                    <a:pt x="0" y="9"/>
                  </a:lnTo>
                  <a:lnTo>
                    <a:pt x="1" y="7"/>
                  </a:lnTo>
                  <a:lnTo>
                    <a:pt x="6" y="2"/>
                  </a:lnTo>
                  <a:lnTo>
                    <a:pt x="13" y="0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rgbClr val="FFA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1" name="Freeform 38"/>
            <p:cNvSpPr>
              <a:spLocks/>
            </p:cNvSpPr>
            <p:nvPr/>
          </p:nvSpPr>
          <p:spPr bwMode="auto">
            <a:xfrm>
              <a:off x="488950" y="2338388"/>
              <a:ext cx="611188" cy="841375"/>
            </a:xfrm>
            <a:custGeom>
              <a:avLst/>
              <a:gdLst>
                <a:gd name="T0" fmla="*/ 329 w 770"/>
                <a:gd name="T1" fmla="*/ 15 h 1059"/>
                <a:gd name="T2" fmla="*/ 330 w 770"/>
                <a:gd name="T3" fmla="*/ 78 h 1059"/>
                <a:gd name="T4" fmla="*/ 318 w 770"/>
                <a:gd name="T5" fmla="*/ 164 h 1059"/>
                <a:gd name="T6" fmla="*/ 280 w 770"/>
                <a:gd name="T7" fmla="*/ 246 h 1059"/>
                <a:gd name="T8" fmla="*/ 205 w 770"/>
                <a:gd name="T9" fmla="*/ 294 h 1059"/>
                <a:gd name="T10" fmla="*/ 110 w 770"/>
                <a:gd name="T11" fmla="*/ 293 h 1059"/>
                <a:gd name="T12" fmla="*/ 120 w 770"/>
                <a:gd name="T13" fmla="*/ 376 h 1059"/>
                <a:gd name="T14" fmla="*/ 137 w 770"/>
                <a:gd name="T15" fmla="*/ 521 h 1059"/>
                <a:gd name="T16" fmla="*/ 150 w 770"/>
                <a:gd name="T17" fmla="*/ 612 h 1059"/>
                <a:gd name="T18" fmla="*/ 156 w 770"/>
                <a:gd name="T19" fmla="*/ 757 h 1059"/>
                <a:gd name="T20" fmla="*/ 125 w 770"/>
                <a:gd name="T21" fmla="*/ 718 h 1059"/>
                <a:gd name="T22" fmla="*/ 106 w 770"/>
                <a:gd name="T23" fmla="*/ 777 h 1059"/>
                <a:gd name="T24" fmla="*/ 81 w 770"/>
                <a:gd name="T25" fmla="*/ 844 h 1059"/>
                <a:gd name="T26" fmla="*/ 57 w 770"/>
                <a:gd name="T27" fmla="*/ 875 h 1059"/>
                <a:gd name="T28" fmla="*/ 24 w 770"/>
                <a:gd name="T29" fmla="*/ 920 h 1059"/>
                <a:gd name="T30" fmla="*/ 0 w 770"/>
                <a:gd name="T31" fmla="*/ 979 h 1059"/>
                <a:gd name="T32" fmla="*/ 146 w 770"/>
                <a:gd name="T33" fmla="*/ 1019 h 1059"/>
                <a:gd name="T34" fmla="*/ 214 w 770"/>
                <a:gd name="T35" fmla="*/ 1017 h 1059"/>
                <a:gd name="T36" fmla="*/ 315 w 770"/>
                <a:gd name="T37" fmla="*/ 1018 h 1059"/>
                <a:gd name="T38" fmla="*/ 427 w 770"/>
                <a:gd name="T39" fmla="*/ 1026 h 1059"/>
                <a:gd name="T40" fmla="*/ 526 w 770"/>
                <a:gd name="T41" fmla="*/ 1042 h 1059"/>
                <a:gd name="T42" fmla="*/ 572 w 770"/>
                <a:gd name="T43" fmla="*/ 1044 h 1059"/>
                <a:gd name="T44" fmla="*/ 574 w 770"/>
                <a:gd name="T45" fmla="*/ 935 h 1059"/>
                <a:gd name="T46" fmla="*/ 590 w 770"/>
                <a:gd name="T47" fmla="*/ 862 h 1059"/>
                <a:gd name="T48" fmla="*/ 620 w 770"/>
                <a:gd name="T49" fmla="*/ 768 h 1059"/>
                <a:gd name="T50" fmla="*/ 639 w 770"/>
                <a:gd name="T51" fmla="*/ 708 h 1059"/>
                <a:gd name="T52" fmla="*/ 642 w 770"/>
                <a:gd name="T53" fmla="*/ 685 h 1059"/>
                <a:gd name="T54" fmla="*/ 630 w 770"/>
                <a:gd name="T55" fmla="*/ 684 h 1059"/>
                <a:gd name="T56" fmla="*/ 597 w 770"/>
                <a:gd name="T57" fmla="*/ 683 h 1059"/>
                <a:gd name="T58" fmla="*/ 554 w 770"/>
                <a:gd name="T59" fmla="*/ 681 h 1059"/>
                <a:gd name="T60" fmla="*/ 506 w 770"/>
                <a:gd name="T61" fmla="*/ 681 h 1059"/>
                <a:gd name="T62" fmla="*/ 464 w 770"/>
                <a:gd name="T63" fmla="*/ 685 h 1059"/>
                <a:gd name="T64" fmla="*/ 456 w 770"/>
                <a:gd name="T65" fmla="*/ 685 h 1059"/>
                <a:gd name="T66" fmla="*/ 474 w 770"/>
                <a:gd name="T67" fmla="*/ 675 h 1059"/>
                <a:gd name="T68" fmla="*/ 508 w 770"/>
                <a:gd name="T69" fmla="*/ 661 h 1059"/>
                <a:gd name="T70" fmla="*/ 559 w 770"/>
                <a:gd name="T71" fmla="*/ 649 h 1059"/>
                <a:gd name="T72" fmla="*/ 630 w 770"/>
                <a:gd name="T73" fmla="*/ 646 h 1059"/>
                <a:gd name="T74" fmla="*/ 692 w 770"/>
                <a:gd name="T75" fmla="*/ 648 h 1059"/>
                <a:gd name="T76" fmla="*/ 734 w 770"/>
                <a:gd name="T77" fmla="*/ 609 h 1059"/>
                <a:gd name="T78" fmla="*/ 765 w 770"/>
                <a:gd name="T79" fmla="*/ 501 h 1059"/>
                <a:gd name="T80" fmla="*/ 767 w 770"/>
                <a:gd name="T81" fmla="*/ 383 h 1059"/>
                <a:gd name="T82" fmla="*/ 726 w 770"/>
                <a:gd name="T83" fmla="*/ 271 h 1059"/>
                <a:gd name="T84" fmla="*/ 663 w 770"/>
                <a:gd name="T85" fmla="*/ 139 h 1059"/>
                <a:gd name="T86" fmla="*/ 623 w 770"/>
                <a:gd name="T87" fmla="*/ 110 h 1059"/>
                <a:gd name="T88" fmla="*/ 645 w 770"/>
                <a:gd name="T89" fmla="*/ 186 h 1059"/>
                <a:gd name="T90" fmla="*/ 665 w 770"/>
                <a:gd name="T91" fmla="*/ 271 h 1059"/>
                <a:gd name="T92" fmla="*/ 663 w 770"/>
                <a:gd name="T93" fmla="*/ 296 h 1059"/>
                <a:gd name="T94" fmla="*/ 638 w 770"/>
                <a:gd name="T95" fmla="*/ 331 h 1059"/>
                <a:gd name="T96" fmla="*/ 580 w 770"/>
                <a:gd name="T97" fmla="*/ 342 h 1059"/>
                <a:gd name="T98" fmla="*/ 541 w 770"/>
                <a:gd name="T99" fmla="*/ 338 h 1059"/>
                <a:gd name="T100" fmla="*/ 465 w 770"/>
                <a:gd name="T101" fmla="*/ 305 h 1059"/>
                <a:gd name="T102" fmla="*/ 357 w 770"/>
                <a:gd name="T103" fmla="*/ 28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70" h="1059">
                  <a:moveTo>
                    <a:pt x="328" y="0"/>
                  </a:moveTo>
                  <a:lnTo>
                    <a:pt x="328" y="3"/>
                  </a:lnTo>
                  <a:lnTo>
                    <a:pt x="329" y="15"/>
                  </a:lnTo>
                  <a:lnTo>
                    <a:pt x="330" y="31"/>
                  </a:lnTo>
                  <a:lnTo>
                    <a:pt x="330" y="53"/>
                  </a:lnTo>
                  <a:lnTo>
                    <a:pt x="330" y="78"/>
                  </a:lnTo>
                  <a:lnTo>
                    <a:pt x="328" y="106"/>
                  </a:lnTo>
                  <a:lnTo>
                    <a:pt x="323" y="134"/>
                  </a:lnTo>
                  <a:lnTo>
                    <a:pt x="318" y="164"/>
                  </a:lnTo>
                  <a:lnTo>
                    <a:pt x="308" y="194"/>
                  </a:lnTo>
                  <a:lnTo>
                    <a:pt x="296" y="222"/>
                  </a:lnTo>
                  <a:lnTo>
                    <a:pt x="280" y="246"/>
                  </a:lnTo>
                  <a:lnTo>
                    <a:pt x="260" y="268"/>
                  </a:lnTo>
                  <a:lnTo>
                    <a:pt x="235" y="284"/>
                  </a:lnTo>
                  <a:lnTo>
                    <a:pt x="205" y="294"/>
                  </a:lnTo>
                  <a:lnTo>
                    <a:pt x="168" y="298"/>
                  </a:lnTo>
                  <a:lnTo>
                    <a:pt x="127" y="293"/>
                  </a:lnTo>
                  <a:lnTo>
                    <a:pt x="110" y="293"/>
                  </a:lnTo>
                  <a:lnTo>
                    <a:pt x="112" y="305"/>
                  </a:lnTo>
                  <a:lnTo>
                    <a:pt x="115" y="334"/>
                  </a:lnTo>
                  <a:lnTo>
                    <a:pt x="120" y="376"/>
                  </a:lnTo>
                  <a:lnTo>
                    <a:pt x="125" y="426"/>
                  </a:lnTo>
                  <a:lnTo>
                    <a:pt x="131" y="475"/>
                  </a:lnTo>
                  <a:lnTo>
                    <a:pt x="137" y="521"/>
                  </a:lnTo>
                  <a:lnTo>
                    <a:pt x="142" y="556"/>
                  </a:lnTo>
                  <a:lnTo>
                    <a:pt x="145" y="574"/>
                  </a:lnTo>
                  <a:lnTo>
                    <a:pt x="150" y="612"/>
                  </a:lnTo>
                  <a:lnTo>
                    <a:pt x="153" y="675"/>
                  </a:lnTo>
                  <a:lnTo>
                    <a:pt x="155" y="732"/>
                  </a:lnTo>
                  <a:lnTo>
                    <a:pt x="156" y="757"/>
                  </a:lnTo>
                  <a:lnTo>
                    <a:pt x="145" y="807"/>
                  </a:lnTo>
                  <a:lnTo>
                    <a:pt x="127" y="713"/>
                  </a:lnTo>
                  <a:lnTo>
                    <a:pt x="125" y="718"/>
                  </a:lnTo>
                  <a:lnTo>
                    <a:pt x="121" y="732"/>
                  </a:lnTo>
                  <a:lnTo>
                    <a:pt x="114" y="753"/>
                  </a:lnTo>
                  <a:lnTo>
                    <a:pt x="106" y="777"/>
                  </a:lnTo>
                  <a:lnTo>
                    <a:pt x="98" y="802"/>
                  </a:lnTo>
                  <a:lnTo>
                    <a:pt x="89" y="825"/>
                  </a:lnTo>
                  <a:lnTo>
                    <a:pt x="81" y="844"/>
                  </a:lnTo>
                  <a:lnTo>
                    <a:pt x="74" y="855"/>
                  </a:lnTo>
                  <a:lnTo>
                    <a:pt x="67" y="863"/>
                  </a:lnTo>
                  <a:lnTo>
                    <a:pt x="57" y="875"/>
                  </a:lnTo>
                  <a:lnTo>
                    <a:pt x="47" y="888"/>
                  </a:lnTo>
                  <a:lnTo>
                    <a:pt x="36" y="903"/>
                  </a:lnTo>
                  <a:lnTo>
                    <a:pt x="24" y="920"/>
                  </a:lnTo>
                  <a:lnTo>
                    <a:pt x="14" y="938"/>
                  </a:lnTo>
                  <a:lnTo>
                    <a:pt x="6" y="958"/>
                  </a:lnTo>
                  <a:lnTo>
                    <a:pt x="0" y="979"/>
                  </a:lnTo>
                  <a:lnTo>
                    <a:pt x="131" y="1019"/>
                  </a:lnTo>
                  <a:lnTo>
                    <a:pt x="135" y="1019"/>
                  </a:lnTo>
                  <a:lnTo>
                    <a:pt x="146" y="1019"/>
                  </a:lnTo>
                  <a:lnTo>
                    <a:pt x="163" y="1018"/>
                  </a:lnTo>
                  <a:lnTo>
                    <a:pt x="186" y="1018"/>
                  </a:lnTo>
                  <a:lnTo>
                    <a:pt x="214" y="1017"/>
                  </a:lnTo>
                  <a:lnTo>
                    <a:pt x="245" y="1017"/>
                  </a:lnTo>
                  <a:lnTo>
                    <a:pt x="280" y="1018"/>
                  </a:lnTo>
                  <a:lnTo>
                    <a:pt x="315" y="1018"/>
                  </a:lnTo>
                  <a:lnTo>
                    <a:pt x="353" y="1020"/>
                  </a:lnTo>
                  <a:lnTo>
                    <a:pt x="390" y="1022"/>
                  </a:lnTo>
                  <a:lnTo>
                    <a:pt x="427" y="1026"/>
                  </a:lnTo>
                  <a:lnTo>
                    <a:pt x="463" y="1029"/>
                  </a:lnTo>
                  <a:lnTo>
                    <a:pt x="496" y="1035"/>
                  </a:lnTo>
                  <a:lnTo>
                    <a:pt x="526" y="1042"/>
                  </a:lnTo>
                  <a:lnTo>
                    <a:pt x="551" y="1050"/>
                  </a:lnTo>
                  <a:lnTo>
                    <a:pt x="572" y="1059"/>
                  </a:lnTo>
                  <a:lnTo>
                    <a:pt x="572" y="1044"/>
                  </a:lnTo>
                  <a:lnTo>
                    <a:pt x="573" y="1010"/>
                  </a:lnTo>
                  <a:lnTo>
                    <a:pt x="574" y="969"/>
                  </a:lnTo>
                  <a:lnTo>
                    <a:pt x="574" y="935"/>
                  </a:lnTo>
                  <a:lnTo>
                    <a:pt x="577" y="918"/>
                  </a:lnTo>
                  <a:lnTo>
                    <a:pt x="582" y="892"/>
                  </a:lnTo>
                  <a:lnTo>
                    <a:pt x="590" y="862"/>
                  </a:lnTo>
                  <a:lnTo>
                    <a:pt x="601" y="830"/>
                  </a:lnTo>
                  <a:lnTo>
                    <a:pt x="610" y="798"/>
                  </a:lnTo>
                  <a:lnTo>
                    <a:pt x="620" y="768"/>
                  </a:lnTo>
                  <a:lnTo>
                    <a:pt x="628" y="744"/>
                  </a:lnTo>
                  <a:lnTo>
                    <a:pt x="633" y="728"/>
                  </a:lnTo>
                  <a:lnTo>
                    <a:pt x="639" y="708"/>
                  </a:lnTo>
                  <a:lnTo>
                    <a:pt x="641" y="694"/>
                  </a:lnTo>
                  <a:lnTo>
                    <a:pt x="642" y="687"/>
                  </a:lnTo>
                  <a:lnTo>
                    <a:pt x="642" y="685"/>
                  </a:lnTo>
                  <a:lnTo>
                    <a:pt x="641" y="685"/>
                  </a:lnTo>
                  <a:lnTo>
                    <a:pt x="637" y="685"/>
                  </a:lnTo>
                  <a:lnTo>
                    <a:pt x="630" y="684"/>
                  </a:lnTo>
                  <a:lnTo>
                    <a:pt x="620" y="684"/>
                  </a:lnTo>
                  <a:lnTo>
                    <a:pt x="610" y="683"/>
                  </a:lnTo>
                  <a:lnTo>
                    <a:pt x="597" y="683"/>
                  </a:lnTo>
                  <a:lnTo>
                    <a:pt x="584" y="683"/>
                  </a:lnTo>
                  <a:lnTo>
                    <a:pt x="569" y="681"/>
                  </a:lnTo>
                  <a:lnTo>
                    <a:pt x="554" y="681"/>
                  </a:lnTo>
                  <a:lnTo>
                    <a:pt x="538" y="681"/>
                  </a:lnTo>
                  <a:lnTo>
                    <a:pt x="521" y="681"/>
                  </a:lnTo>
                  <a:lnTo>
                    <a:pt x="506" y="681"/>
                  </a:lnTo>
                  <a:lnTo>
                    <a:pt x="491" y="683"/>
                  </a:lnTo>
                  <a:lnTo>
                    <a:pt x="477" y="684"/>
                  </a:lnTo>
                  <a:lnTo>
                    <a:pt x="464" y="685"/>
                  </a:lnTo>
                  <a:lnTo>
                    <a:pt x="452" y="687"/>
                  </a:lnTo>
                  <a:lnTo>
                    <a:pt x="453" y="686"/>
                  </a:lnTo>
                  <a:lnTo>
                    <a:pt x="456" y="685"/>
                  </a:lnTo>
                  <a:lnTo>
                    <a:pt x="460" y="683"/>
                  </a:lnTo>
                  <a:lnTo>
                    <a:pt x="466" y="678"/>
                  </a:lnTo>
                  <a:lnTo>
                    <a:pt x="474" y="675"/>
                  </a:lnTo>
                  <a:lnTo>
                    <a:pt x="483" y="670"/>
                  </a:lnTo>
                  <a:lnTo>
                    <a:pt x="495" y="665"/>
                  </a:lnTo>
                  <a:lnTo>
                    <a:pt x="508" y="661"/>
                  </a:lnTo>
                  <a:lnTo>
                    <a:pt x="524" y="657"/>
                  </a:lnTo>
                  <a:lnTo>
                    <a:pt x="541" y="653"/>
                  </a:lnTo>
                  <a:lnTo>
                    <a:pt x="559" y="649"/>
                  </a:lnTo>
                  <a:lnTo>
                    <a:pt x="581" y="647"/>
                  </a:lnTo>
                  <a:lnTo>
                    <a:pt x="604" y="646"/>
                  </a:lnTo>
                  <a:lnTo>
                    <a:pt x="630" y="646"/>
                  </a:lnTo>
                  <a:lnTo>
                    <a:pt x="657" y="647"/>
                  </a:lnTo>
                  <a:lnTo>
                    <a:pt x="687" y="650"/>
                  </a:lnTo>
                  <a:lnTo>
                    <a:pt x="692" y="648"/>
                  </a:lnTo>
                  <a:lnTo>
                    <a:pt x="702" y="641"/>
                  </a:lnTo>
                  <a:lnTo>
                    <a:pt x="718" y="628"/>
                  </a:lnTo>
                  <a:lnTo>
                    <a:pt x="734" y="609"/>
                  </a:lnTo>
                  <a:lnTo>
                    <a:pt x="749" y="581"/>
                  </a:lnTo>
                  <a:lnTo>
                    <a:pt x="761" y="546"/>
                  </a:lnTo>
                  <a:lnTo>
                    <a:pt x="765" y="501"/>
                  </a:lnTo>
                  <a:lnTo>
                    <a:pt x="761" y="445"/>
                  </a:lnTo>
                  <a:lnTo>
                    <a:pt x="770" y="393"/>
                  </a:lnTo>
                  <a:lnTo>
                    <a:pt x="767" y="383"/>
                  </a:lnTo>
                  <a:lnTo>
                    <a:pt x="757" y="357"/>
                  </a:lnTo>
                  <a:lnTo>
                    <a:pt x="744" y="317"/>
                  </a:lnTo>
                  <a:lnTo>
                    <a:pt x="726" y="271"/>
                  </a:lnTo>
                  <a:lnTo>
                    <a:pt x="707" y="223"/>
                  </a:lnTo>
                  <a:lnTo>
                    <a:pt x="685" y="177"/>
                  </a:lnTo>
                  <a:lnTo>
                    <a:pt x="663" y="139"/>
                  </a:lnTo>
                  <a:lnTo>
                    <a:pt x="642" y="112"/>
                  </a:lnTo>
                  <a:lnTo>
                    <a:pt x="620" y="103"/>
                  </a:lnTo>
                  <a:lnTo>
                    <a:pt x="623" y="110"/>
                  </a:lnTo>
                  <a:lnTo>
                    <a:pt x="628" y="129"/>
                  </a:lnTo>
                  <a:lnTo>
                    <a:pt x="635" y="155"/>
                  </a:lnTo>
                  <a:lnTo>
                    <a:pt x="645" y="186"/>
                  </a:lnTo>
                  <a:lnTo>
                    <a:pt x="653" y="218"/>
                  </a:lnTo>
                  <a:lnTo>
                    <a:pt x="661" y="248"/>
                  </a:lnTo>
                  <a:lnTo>
                    <a:pt x="665" y="271"/>
                  </a:lnTo>
                  <a:lnTo>
                    <a:pt x="666" y="284"/>
                  </a:lnTo>
                  <a:lnTo>
                    <a:pt x="665" y="288"/>
                  </a:lnTo>
                  <a:lnTo>
                    <a:pt x="663" y="296"/>
                  </a:lnTo>
                  <a:lnTo>
                    <a:pt x="657" y="307"/>
                  </a:lnTo>
                  <a:lnTo>
                    <a:pt x="649" y="320"/>
                  </a:lnTo>
                  <a:lnTo>
                    <a:pt x="638" y="331"/>
                  </a:lnTo>
                  <a:lnTo>
                    <a:pt x="623" y="341"/>
                  </a:lnTo>
                  <a:lnTo>
                    <a:pt x="603" y="344"/>
                  </a:lnTo>
                  <a:lnTo>
                    <a:pt x="580" y="342"/>
                  </a:lnTo>
                  <a:lnTo>
                    <a:pt x="576" y="342"/>
                  </a:lnTo>
                  <a:lnTo>
                    <a:pt x="561" y="341"/>
                  </a:lnTo>
                  <a:lnTo>
                    <a:pt x="541" y="338"/>
                  </a:lnTo>
                  <a:lnTo>
                    <a:pt x="517" y="331"/>
                  </a:lnTo>
                  <a:lnTo>
                    <a:pt x="490" y="321"/>
                  </a:lnTo>
                  <a:lnTo>
                    <a:pt x="465" y="305"/>
                  </a:lnTo>
                  <a:lnTo>
                    <a:pt x="442" y="281"/>
                  </a:lnTo>
                  <a:lnTo>
                    <a:pt x="425" y="250"/>
                  </a:lnTo>
                  <a:lnTo>
                    <a:pt x="357" y="28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0A2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2" name="Freeform 39"/>
            <p:cNvSpPr>
              <a:spLocks/>
            </p:cNvSpPr>
            <p:nvPr/>
          </p:nvSpPr>
          <p:spPr bwMode="auto">
            <a:xfrm>
              <a:off x="752475" y="2693988"/>
              <a:ext cx="352425" cy="317500"/>
            </a:xfrm>
            <a:custGeom>
              <a:avLst/>
              <a:gdLst>
                <a:gd name="T0" fmla="*/ 80 w 445"/>
                <a:gd name="T1" fmla="*/ 4 h 399"/>
                <a:gd name="T2" fmla="*/ 75 w 445"/>
                <a:gd name="T3" fmla="*/ 15 h 399"/>
                <a:gd name="T4" fmla="*/ 65 w 445"/>
                <a:gd name="T5" fmla="*/ 41 h 399"/>
                <a:gd name="T6" fmla="*/ 49 w 445"/>
                <a:gd name="T7" fmla="*/ 83 h 399"/>
                <a:gd name="T8" fmla="*/ 33 w 445"/>
                <a:gd name="T9" fmla="*/ 133 h 399"/>
                <a:gd name="T10" fmla="*/ 17 w 445"/>
                <a:gd name="T11" fmla="*/ 190 h 399"/>
                <a:gd name="T12" fmla="*/ 5 w 445"/>
                <a:gd name="T13" fmla="*/ 250 h 399"/>
                <a:gd name="T14" fmla="*/ 0 w 445"/>
                <a:gd name="T15" fmla="*/ 308 h 399"/>
                <a:gd name="T16" fmla="*/ 5 w 445"/>
                <a:gd name="T17" fmla="*/ 362 h 399"/>
                <a:gd name="T18" fmla="*/ 9 w 445"/>
                <a:gd name="T19" fmla="*/ 362 h 399"/>
                <a:gd name="T20" fmla="*/ 18 w 445"/>
                <a:gd name="T21" fmla="*/ 362 h 399"/>
                <a:gd name="T22" fmla="*/ 32 w 445"/>
                <a:gd name="T23" fmla="*/ 361 h 399"/>
                <a:gd name="T24" fmla="*/ 51 w 445"/>
                <a:gd name="T25" fmla="*/ 361 h 399"/>
                <a:gd name="T26" fmla="*/ 74 w 445"/>
                <a:gd name="T27" fmla="*/ 361 h 399"/>
                <a:gd name="T28" fmla="*/ 99 w 445"/>
                <a:gd name="T29" fmla="*/ 361 h 399"/>
                <a:gd name="T30" fmla="*/ 128 w 445"/>
                <a:gd name="T31" fmla="*/ 361 h 399"/>
                <a:gd name="T32" fmla="*/ 158 w 445"/>
                <a:gd name="T33" fmla="*/ 362 h 399"/>
                <a:gd name="T34" fmla="*/ 188 w 445"/>
                <a:gd name="T35" fmla="*/ 365 h 399"/>
                <a:gd name="T36" fmla="*/ 219 w 445"/>
                <a:gd name="T37" fmla="*/ 366 h 399"/>
                <a:gd name="T38" fmla="*/ 249 w 445"/>
                <a:gd name="T39" fmla="*/ 369 h 399"/>
                <a:gd name="T40" fmla="*/ 278 w 445"/>
                <a:gd name="T41" fmla="*/ 373 h 399"/>
                <a:gd name="T42" fmla="*/ 304 w 445"/>
                <a:gd name="T43" fmla="*/ 377 h 399"/>
                <a:gd name="T44" fmla="*/ 329 w 445"/>
                <a:gd name="T45" fmla="*/ 384 h 399"/>
                <a:gd name="T46" fmla="*/ 349 w 445"/>
                <a:gd name="T47" fmla="*/ 391 h 399"/>
                <a:gd name="T48" fmla="*/ 365 w 445"/>
                <a:gd name="T49" fmla="*/ 399 h 399"/>
                <a:gd name="T50" fmla="*/ 367 w 445"/>
                <a:gd name="T51" fmla="*/ 387 h 399"/>
                <a:gd name="T52" fmla="*/ 371 w 445"/>
                <a:gd name="T53" fmla="*/ 353 h 399"/>
                <a:gd name="T54" fmla="*/ 379 w 445"/>
                <a:gd name="T55" fmla="*/ 304 h 399"/>
                <a:gd name="T56" fmla="*/ 388 w 445"/>
                <a:gd name="T57" fmla="*/ 246 h 399"/>
                <a:gd name="T58" fmla="*/ 400 w 445"/>
                <a:gd name="T59" fmla="*/ 185 h 399"/>
                <a:gd name="T60" fmla="*/ 414 w 445"/>
                <a:gd name="T61" fmla="*/ 127 h 399"/>
                <a:gd name="T62" fmla="*/ 429 w 445"/>
                <a:gd name="T63" fmla="*/ 80 h 399"/>
                <a:gd name="T64" fmla="*/ 445 w 445"/>
                <a:gd name="T65" fmla="*/ 48 h 399"/>
                <a:gd name="T66" fmla="*/ 441 w 445"/>
                <a:gd name="T67" fmla="*/ 47 h 399"/>
                <a:gd name="T68" fmla="*/ 432 w 445"/>
                <a:gd name="T69" fmla="*/ 46 h 399"/>
                <a:gd name="T70" fmla="*/ 417 w 445"/>
                <a:gd name="T71" fmla="*/ 42 h 399"/>
                <a:gd name="T72" fmla="*/ 398 w 445"/>
                <a:gd name="T73" fmla="*/ 38 h 399"/>
                <a:gd name="T74" fmla="*/ 375 w 445"/>
                <a:gd name="T75" fmla="*/ 33 h 399"/>
                <a:gd name="T76" fmla="*/ 348 w 445"/>
                <a:gd name="T77" fmla="*/ 28 h 399"/>
                <a:gd name="T78" fmla="*/ 319 w 445"/>
                <a:gd name="T79" fmla="*/ 23 h 399"/>
                <a:gd name="T80" fmla="*/ 288 w 445"/>
                <a:gd name="T81" fmla="*/ 18 h 399"/>
                <a:gd name="T82" fmla="*/ 257 w 445"/>
                <a:gd name="T83" fmla="*/ 13 h 399"/>
                <a:gd name="T84" fmla="*/ 226 w 445"/>
                <a:gd name="T85" fmla="*/ 9 h 399"/>
                <a:gd name="T86" fmla="*/ 196 w 445"/>
                <a:gd name="T87" fmla="*/ 4 h 399"/>
                <a:gd name="T88" fmla="*/ 166 w 445"/>
                <a:gd name="T89" fmla="*/ 2 h 399"/>
                <a:gd name="T90" fmla="*/ 140 w 445"/>
                <a:gd name="T91" fmla="*/ 0 h 399"/>
                <a:gd name="T92" fmla="*/ 116 w 445"/>
                <a:gd name="T93" fmla="*/ 0 h 399"/>
                <a:gd name="T94" fmla="*/ 96 w 445"/>
                <a:gd name="T95" fmla="*/ 1 h 399"/>
                <a:gd name="T96" fmla="*/ 80 w 445"/>
                <a:gd name="T97" fmla="*/ 4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5" h="399">
                  <a:moveTo>
                    <a:pt x="80" y="4"/>
                  </a:moveTo>
                  <a:lnTo>
                    <a:pt x="75" y="15"/>
                  </a:lnTo>
                  <a:lnTo>
                    <a:pt x="65" y="41"/>
                  </a:lnTo>
                  <a:lnTo>
                    <a:pt x="49" y="83"/>
                  </a:lnTo>
                  <a:lnTo>
                    <a:pt x="33" y="133"/>
                  </a:lnTo>
                  <a:lnTo>
                    <a:pt x="17" y="190"/>
                  </a:lnTo>
                  <a:lnTo>
                    <a:pt x="5" y="250"/>
                  </a:lnTo>
                  <a:lnTo>
                    <a:pt x="0" y="308"/>
                  </a:lnTo>
                  <a:lnTo>
                    <a:pt x="5" y="362"/>
                  </a:lnTo>
                  <a:lnTo>
                    <a:pt x="9" y="362"/>
                  </a:lnTo>
                  <a:lnTo>
                    <a:pt x="18" y="362"/>
                  </a:lnTo>
                  <a:lnTo>
                    <a:pt x="32" y="361"/>
                  </a:lnTo>
                  <a:lnTo>
                    <a:pt x="51" y="361"/>
                  </a:lnTo>
                  <a:lnTo>
                    <a:pt x="74" y="361"/>
                  </a:lnTo>
                  <a:lnTo>
                    <a:pt x="99" y="361"/>
                  </a:lnTo>
                  <a:lnTo>
                    <a:pt x="128" y="361"/>
                  </a:lnTo>
                  <a:lnTo>
                    <a:pt x="158" y="362"/>
                  </a:lnTo>
                  <a:lnTo>
                    <a:pt x="188" y="365"/>
                  </a:lnTo>
                  <a:lnTo>
                    <a:pt x="219" y="366"/>
                  </a:lnTo>
                  <a:lnTo>
                    <a:pt x="249" y="369"/>
                  </a:lnTo>
                  <a:lnTo>
                    <a:pt x="278" y="373"/>
                  </a:lnTo>
                  <a:lnTo>
                    <a:pt x="304" y="377"/>
                  </a:lnTo>
                  <a:lnTo>
                    <a:pt x="329" y="384"/>
                  </a:lnTo>
                  <a:lnTo>
                    <a:pt x="349" y="391"/>
                  </a:lnTo>
                  <a:lnTo>
                    <a:pt x="365" y="399"/>
                  </a:lnTo>
                  <a:lnTo>
                    <a:pt x="367" y="387"/>
                  </a:lnTo>
                  <a:lnTo>
                    <a:pt x="371" y="353"/>
                  </a:lnTo>
                  <a:lnTo>
                    <a:pt x="379" y="304"/>
                  </a:lnTo>
                  <a:lnTo>
                    <a:pt x="388" y="246"/>
                  </a:lnTo>
                  <a:lnTo>
                    <a:pt x="400" y="185"/>
                  </a:lnTo>
                  <a:lnTo>
                    <a:pt x="414" y="127"/>
                  </a:lnTo>
                  <a:lnTo>
                    <a:pt x="429" y="80"/>
                  </a:lnTo>
                  <a:lnTo>
                    <a:pt x="445" y="48"/>
                  </a:lnTo>
                  <a:lnTo>
                    <a:pt x="441" y="47"/>
                  </a:lnTo>
                  <a:lnTo>
                    <a:pt x="432" y="46"/>
                  </a:lnTo>
                  <a:lnTo>
                    <a:pt x="417" y="42"/>
                  </a:lnTo>
                  <a:lnTo>
                    <a:pt x="398" y="38"/>
                  </a:lnTo>
                  <a:lnTo>
                    <a:pt x="375" y="33"/>
                  </a:lnTo>
                  <a:lnTo>
                    <a:pt x="348" y="28"/>
                  </a:lnTo>
                  <a:lnTo>
                    <a:pt x="319" y="23"/>
                  </a:lnTo>
                  <a:lnTo>
                    <a:pt x="288" y="18"/>
                  </a:lnTo>
                  <a:lnTo>
                    <a:pt x="257" y="13"/>
                  </a:lnTo>
                  <a:lnTo>
                    <a:pt x="226" y="9"/>
                  </a:lnTo>
                  <a:lnTo>
                    <a:pt x="196" y="4"/>
                  </a:lnTo>
                  <a:lnTo>
                    <a:pt x="166" y="2"/>
                  </a:lnTo>
                  <a:lnTo>
                    <a:pt x="140" y="0"/>
                  </a:lnTo>
                  <a:lnTo>
                    <a:pt x="116" y="0"/>
                  </a:lnTo>
                  <a:lnTo>
                    <a:pt x="96" y="1"/>
                  </a:lnTo>
                  <a:lnTo>
                    <a:pt x="80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3" name="Freeform 40"/>
            <p:cNvSpPr>
              <a:spLocks/>
            </p:cNvSpPr>
            <p:nvPr/>
          </p:nvSpPr>
          <p:spPr bwMode="auto">
            <a:xfrm>
              <a:off x="777875" y="2717801"/>
              <a:ext cx="301625" cy="269875"/>
            </a:xfrm>
            <a:custGeom>
              <a:avLst/>
              <a:gdLst>
                <a:gd name="T0" fmla="*/ 68 w 379"/>
                <a:gd name="T1" fmla="*/ 4 h 339"/>
                <a:gd name="T2" fmla="*/ 64 w 379"/>
                <a:gd name="T3" fmla="*/ 12 h 339"/>
                <a:gd name="T4" fmla="*/ 55 w 379"/>
                <a:gd name="T5" fmla="*/ 35 h 339"/>
                <a:gd name="T6" fmla="*/ 41 w 379"/>
                <a:gd name="T7" fmla="*/ 70 h 339"/>
                <a:gd name="T8" fmla="*/ 27 w 379"/>
                <a:gd name="T9" fmla="*/ 112 h 339"/>
                <a:gd name="T10" fmla="*/ 14 w 379"/>
                <a:gd name="T11" fmla="*/ 162 h 339"/>
                <a:gd name="T12" fmla="*/ 4 w 379"/>
                <a:gd name="T13" fmla="*/ 213 h 339"/>
                <a:gd name="T14" fmla="*/ 0 w 379"/>
                <a:gd name="T15" fmla="*/ 262 h 339"/>
                <a:gd name="T16" fmla="*/ 3 w 379"/>
                <a:gd name="T17" fmla="*/ 308 h 339"/>
                <a:gd name="T18" fmla="*/ 6 w 379"/>
                <a:gd name="T19" fmla="*/ 308 h 339"/>
                <a:gd name="T20" fmla="*/ 14 w 379"/>
                <a:gd name="T21" fmla="*/ 308 h 339"/>
                <a:gd name="T22" fmla="*/ 26 w 379"/>
                <a:gd name="T23" fmla="*/ 307 h 339"/>
                <a:gd name="T24" fmla="*/ 42 w 379"/>
                <a:gd name="T25" fmla="*/ 307 h 339"/>
                <a:gd name="T26" fmla="*/ 62 w 379"/>
                <a:gd name="T27" fmla="*/ 307 h 339"/>
                <a:gd name="T28" fmla="*/ 84 w 379"/>
                <a:gd name="T29" fmla="*/ 307 h 339"/>
                <a:gd name="T30" fmla="*/ 108 w 379"/>
                <a:gd name="T31" fmla="*/ 308 h 339"/>
                <a:gd name="T32" fmla="*/ 133 w 379"/>
                <a:gd name="T33" fmla="*/ 308 h 339"/>
                <a:gd name="T34" fmla="*/ 159 w 379"/>
                <a:gd name="T35" fmla="*/ 309 h 339"/>
                <a:gd name="T36" fmla="*/ 185 w 379"/>
                <a:gd name="T37" fmla="*/ 312 h 339"/>
                <a:gd name="T38" fmla="*/ 211 w 379"/>
                <a:gd name="T39" fmla="*/ 314 h 339"/>
                <a:gd name="T40" fmla="*/ 236 w 379"/>
                <a:gd name="T41" fmla="*/ 317 h 339"/>
                <a:gd name="T42" fmla="*/ 258 w 379"/>
                <a:gd name="T43" fmla="*/ 322 h 339"/>
                <a:gd name="T44" fmla="*/ 278 w 379"/>
                <a:gd name="T45" fmla="*/ 327 h 339"/>
                <a:gd name="T46" fmla="*/ 296 w 379"/>
                <a:gd name="T47" fmla="*/ 332 h 339"/>
                <a:gd name="T48" fmla="*/ 310 w 379"/>
                <a:gd name="T49" fmla="*/ 339 h 339"/>
                <a:gd name="T50" fmla="*/ 311 w 379"/>
                <a:gd name="T51" fmla="*/ 329 h 339"/>
                <a:gd name="T52" fmla="*/ 315 w 379"/>
                <a:gd name="T53" fmla="*/ 300 h 339"/>
                <a:gd name="T54" fmla="*/ 321 w 379"/>
                <a:gd name="T55" fmla="*/ 258 h 339"/>
                <a:gd name="T56" fmla="*/ 330 w 379"/>
                <a:gd name="T57" fmla="*/ 209 h 339"/>
                <a:gd name="T58" fmla="*/ 341 w 379"/>
                <a:gd name="T59" fmla="*/ 157 h 339"/>
                <a:gd name="T60" fmla="*/ 352 w 379"/>
                <a:gd name="T61" fmla="*/ 109 h 339"/>
                <a:gd name="T62" fmla="*/ 365 w 379"/>
                <a:gd name="T63" fmla="*/ 68 h 339"/>
                <a:gd name="T64" fmla="*/ 379 w 379"/>
                <a:gd name="T65" fmla="*/ 41 h 339"/>
                <a:gd name="T66" fmla="*/ 376 w 379"/>
                <a:gd name="T67" fmla="*/ 40 h 339"/>
                <a:gd name="T68" fmla="*/ 367 w 379"/>
                <a:gd name="T69" fmla="*/ 39 h 339"/>
                <a:gd name="T70" fmla="*/ 354 w 379"/>
                <a:gd name="T71" fmla="*/ 36 h 339"/>
                <a:gd name="T72" fmla="*/ 338 w 379"/>
                <a:gd name="T73" fmla="*/ 33 h 339"/>
                <a:gd name="T74" fmla="*/ 319 w 379"/>
                <a:gd name="T75" fmla="*/ 28 h 339"/>
                <a:gd name="T76" fmla="*/ 296 w 379"/>
                <a:gd name="T77" fmla="*/ 24 h 339"/>
                <a:gd name="T78" fmla="*/ 272 w 379"/>
                <a:gd name="T79" fmla="*/ 19 h 339"/>
                <a:gd name="T80" fmla="*/ 245 w 379"/>
                <a:gd name="T81" fmla="*/ 16 h 339"/>
                <a:gd name="T82" fmla="*/ 219 w 379"/>
                <a:gd name="T83" fmla="*/ 11 h 339"/>
                <a:gd name="T84" fmla="*/ 192 w 379"/>
                <a:gd name="T85" fmla="*/ 8 h 339"/>
                <a:gd name="T86" fmla="*/ 166 w 379"/>
                <a:gd name="T87" fmla="*/ 4 h 339"/>
                <a:gd name="T88" fmla="*/ 141 w 379"/>
                <a:gd name="T89" fmla="*/ 2 h 339"/>
                <a:gd name="T90" fmla="*/ 118 w 379"/>
                <a:gd name="T91" fmla="*/ 1 h 339"/>
                <a:gd name="T92" fmla="*/ 98 w 379"/>
                <a:gd name="T93" fmla="*/ 0 h 339"/>
                <a:gd name="T94" fmla="*/ 80 w 379"/>
                <a:gd name="T95" fmla="*/ 2 h 339"/>
                <a:gd name="T96" fmla="*/ 68 w 379"/>
                <a:gd name="T97" fmla="*/ 4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9" h="339">
                  <a:moveTo>
                    <a:pt x="68" y="4"/>
                  </a:moveTo>
                  <a:lnTo>
                    <a:pt x="64" y="12"/>
                  </a:lnTo>
                  <a:lnTo>
                    <a:pt x="55" y="35"/>
                  </a:lnTo>
                  <a:lnTo>
                    <a:pt x="41" y="70"/>
                  </a:lnTo>
                  <a:lnTo>
                    <a:pt x="27" y="112"/>
                  </a:lnTo>
                  <a:lnTo>
                    <a:pt x="14" y="162"/>
                  </a:lnTo>
                  <a:lnTo>
                    <a:pt x="4" y="213"/>
                  </a:lnTo>
                  <a:lnTo>
                    <a:pt x="0" y="262"/>
                  </a:lnTo>
                  <a:lnTo>
                    <a:pt x="3" y="308"/>
                  </a:lnTo>
                  <a:lnTo>
                    <a:pt x="6" y="308"/>
                  </a:lnTo>
                  <a:lnTo>
                    <a:pt x="14" y="308"/>
                  </a:lnTo>
                  <a:lnTo>
                    <a:pt x="26" y="307"/>
                  </a:lnTo>
                  <a:lnTo>
                    <a:pt x="42" y="307"/>
                  </a:lnTo>
                  <a:lnTo>
                    <a:pt x="62" y="307"/>
                  </a:lnTo>
                  <a:lnTo>
                    <a:pt x="84" y="307"/>
                  </a:lnTo>
                  <a:lnTo>
                    <a:pt x="108" y="308"/>
                  </a:lnTo>
                  <a:lnTo>
                    <a:pt x="133" y="308"/>
                  </a:lnTo>
                  <a:lnTo>
                    <a:pt x="159" y="309"/>
                  </a:lnTo>
                  <a:lnTo>
                    <a:pt x="185" y="312"/>
                  </a:lnTo>
                  <a:lnTo>
                    <a:pt x="211" y="314"/>
                  </a:lnTo>
                  <a:lnTo>
                    <a:pt x="236" y="317"/>
                  </a:lnTo>
                  <a:lnTo>
                    <a:pt x="258" y="322"/>
                  </a:lnTo>
                  <a:lnTo>
                    <a:pt x="278" y="327"/>
                  </a:lnTo>
                  <a:lnTo>
                    <a:pt x="296" y="332"/>
                  </a:lnTo>
                  <a:lnTo>
                    <a:pt x="310" y="339"/>
                  </a:lnTo>
                  <a:lnTo>
                    <a:pt x="311" y="329"/>
                  </a:lnTo>
                  <a:lnTo>
                    <a:pt x="315" y="300"/>
                  </a:lnTo>
                  <a:lnTo>
                    <a:pt x="321" y="258"/>
                  </a:lnTo>
                  <a:lnTo>
                    <a:pt x="330" y="209"/>
                  </a:lnTo>
                  <a:lnTo>
                    <a:pt x="341" y="157"/>
                  </a:lnTo>
                  <a:lnTo>
                    <a:pt x="352" y="109"/>
                  </a:lnTo>
                  <a:lnTo>
                    <a:pt x="365" y="68"/>
                  </a:lnTo>
                  <a:lnTo>
                    <a:pt x="379" y="41"/>
                  </a:lnTo>
                  <a:lnTo>
                    <a:pt x="376" y="40"/>
                  </a:lnTo>
                  <a:lnTo>
                    <a:pt x="367" y="39"/>
                  </a:lnTo>
                  <a:lnTo>
                    <a:pt x="354" y="36"/>
                  </a:lnTo>
                  <a:lnTo>
                    <a:pt x="338" y="33"/>
                  </a:lnTo>
                  <a:lnTo>
                    <a:pt x="319" y="28"/>
                  </a:lnTo>
                  <a:lnTo>
                    <a:pt x="296" y="24"/>
                  </a:lnTo>
                  <a:lnTo>
                    <a:pt x="272" y="19"/>
                  </a:lnTo>
                  <a:lnTo>
                    <a:pt x="245" y="16"/>
                  </a:lnTo>
                  <a:lnTo>
                    <a:pt x="219" y="11"/>
                  </a:lnTo>
                  <a:lnTo>
                    <a:pt x="192" y="8"/>
                  </a:lnTo>
                  <a:lnTo>
                    <a:pt x="166" y="4"/>
                  </a:lnTo>
                  <a:lnTo>
                    <a:pt x="141" y="2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80" y="2"/>
                  </a:lnTo>
                  <a:lnTo>
                    <a:pt x="68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4" name="Freeform 41"/>
            <p:cNvSpPr>
              <a:spLocks/>
            </p:cNvSpPr>
            <p:nvPr/>
          </p:nvSpPr>
          <p:spPr bwMode="auto">
            <a:xfrm>
              <a:off x="881063" y="2746376"/>
              <a:ext cx="87313" cy="180975"/>
            </a:xfrm>
            <a:custGeom>
              <a:avLst/>
              <a:gdLst>
                <a:gd name="T0" fmla="*/ 74 w 109"/>
                <a:gd name="T1" fmla="*/ 0 h 227"/>
                <a:gd name="T2" fmla="*/ 72 w 109"/>
                <a:gd name="T3" fmla="*/ 2 h 227"/>
                <a:gd name="T4" fmla="*/ 69 w 109"/>
                <a:gd name="T5" fmla="*/ 5 h 227"/>
                <a:gd name="T6" fmla="*/ 64 w 109"/>
                <a:gd name="T7" fmla="*/ 11 h 227"/>
                <a:gd name="T8" fmla="*/ 59 w 109"/>
                <a:gd name="T9" fmla="*/ 17 h 227"/>
                <a:gd name="T10" fmla="*/ 52 w 109"/>
                <a:gd name="T11" fmla="*/ 21 h 227"/>
                <a:gd name="T12" fmla="*/ 46 w 109"/>
                <a:gd name="T13" fmla="*/ 26 h 227"/>
                <a:gd name="T14" fmla="*/ 39 w 109"/>
                <a:gd name="T15" fmla="*/ 27 h 227"/>
                <a:gd name="T16" fmla="*/ 33 w 109"/>
                <a:gd name="T17" fmla="*/ 26 h 227"/>
                <a:gd name="T18" fmla="*/ 25 w 109"/>
                <a:gd name="T19" fmla="*/ 48 h 227"/>
                <a:gd name="T20" fmla="*/ 52 w 109"/>
                <a:gd name="T21" fmla="*/ 56 h 227"/>
                <a:gd name="T22" fmla="*/ 44 w 109"/>
                <a:gd name="T23" fmla="*/ 184 h 227"/>
                <a:gd name="T24" fmla="*/ 8 w 109"/>
                <a:gd name="T25" fmla="*/ 184 h 227"/>
                <a:gd name="T26" fmla="*/ 0 w 109"/>
                <a:gd name="T27" fmla="*/ 216 h 227"/>
                <a:gd name="T28" fmla="*/ 95 w 109"/>
                <a:gd name="T29" fmla="*/ 227 h 227"/>
                <a:gd name="T30" fmla="*/ 106 w 109"/>
                <a:gd name="T31" fmla="*/ 190 h 227"/>
                <a:gd name="T32" fmla="*/ 81 w 109"/>
                <a:gd name="T33" fmla="*/ 187 h 227"/>
                <a:gd name="T34" fmla="*/ 109 w 109"/>
                <a:gd name="T35" fmla="*/ 4 h 227"/>
                <a:gd name="T36" fmla="*/ 74 w 109"/>
                <a:gd name="T37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9" h="227">
                  <a:moveTo>
                    <a:pt x="74" y="0"/>
                  </a:moveTo>
                  <a:lnTo>
                    <a:pt x="72" y="2"/>
                  </a:lnTo>
                  <a:lnTo>
                    <a:pt x="69" y="5"/>
                  </a:lnTo>
                  <a:lnTo>
                    <a:pt x="64" y="11"/>
                  </a:lnTo>
                  <a:lnTo>
                    <a:pt x="59" y="17"/>
                  </a:lnTo>
                  <a:lnTo>
                    <a:pt x="52" y="21"/>
                  </a:lnTo>
                  <a:lnTo>
                    <a:pt x="46" y="26"/>
                  </a:lnTo>
                  <a:lnTo>
                    <a:pt x="39" y="27"/>
                  </a:lnTo>
                  <a:lnTo>
                    <a:pt x="33" y="26"/>
                  </a:lnTo>
                  <a:lnTo>
                    <a:pt x="25" y="48"/>
                  </a:lnTo>
                  <a:lnTo>
                    <a:pt x="52" y="56"/>
                  </a:lnTo>
                  <a:lnTo>
                    <a:pt x="44" y="184"/>
                  </a:lnTo>
                  <a:lnTo>
                    <a:pt x="8" y="184"/>
                  </a:lnTo>
                  <a:lnTo>
                    <a:pt x="0" y="216"/>
                  </a:lnTo>
                  <a:lnTo>
                    <a:pt x="95" y="227"/>
                  </a:lnTo>
                  <a:lnTo>
                    <a:pt x="106" y="190"/>
                  </a:lnTo>
                  <a:lnTo>
                    <a:pt x="81" y="187"/>
                  </a:lnTo>
                  <a:lnTo>
                    <a:pt x="109" y="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5" name="Freeform 42"/>
            <p:cNvSpPr>
              <a:spLocks/>
            </p:cNvSpPr>
            <p:nvPr/>
          </p:nvSpPr>
          <p:spPr bwMode="auto">
            <a:xfrm>
              <a:off x="436563" y="3140076"/>
              <a:ext cx="63500" cy="82550"/>
            </a:xfrm>
            <a:custGeom>
              <a:avLst/>
              <a:gdLst>
                <a:gd name="T0" fmla="*/ 0 w 81"/>
                <a:gd name="T1" fmla="*/ 95 h 102"/>
                <a:gd name="T2" fmla="*/ 1 w 81"/>
                <a:gd name="T3" fmla="*/ 92 h 102"/>
                <a:gd name="T4" fmla="*/ 4 w 81"/>
                <a:gd name="T5" fmla="*/ 82 h 102"/>
                <a:gd name="T6" fmla="*/ 8 w 81"/>
                <a:gd name="T7" fmla="*/ 67 h 102"/>
                <a:gd name="T8" fmla="*/ 14 w 81"/>
                <a:gd name="T9" fmla="*/ 49 h 102"/>
                <a:gd name="T10" fmla="*/ 21 w 81"/>
                <a:gd name="T11" fmla="*/ 32 h 102"/>
                <a:gd name="T12" fmla="*/ 29 w 81"/>
                <a:gd name="T13" fmla="*/ 17 h 102"/>
                <a:gd name="T14" fmla="*/ 38 w 81"/>
                <a:gd name="T15" fmla="*/ 6 h 102"/>
                <a:gd name="T16" fmla="*/ 48 w 81"/>
                <a:gd name="T17" fmla="*/ 0 h 102"/>
                <a:gd name="T18" fmla="*/ 81 w 81"/>
                <a:gd name="T19" fmla="*/ 4 h 102"/>
                <a:gd name="T20" fmla="*/ 76 w 81"/>
                <a:gd name="T21" fmla="*/ 17 h 102"/>
                <a:gd name="T22" fmla="*/ 68 w 81"/>
                <a:gd name="T23" fmla="*/ 46 h 102"/>
                <a:gd name="T24" fmla="*/ 59 w 81"/>
                <a:gd name="T25" fmla="*/ 79 h 102"/>
                <a:gd name="T26" fmla="*/ 54 w 81"/>
                <a:gd name="T27" fmla="*/ 102 h 102"/>
                <a:gd name="T28" fmla="*/ 0 w 81"/>
                <a:gd name="T29" fmla="*/ 9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1" h="102">
                  <a:moveTo>
                    <a:pt x="0" y="95"/>
                  </a:moveTo>
                  <a:lnTo>
                    <a:pt x="1" y="92"/>
                  </a:lnTo>
                  <a:lnTo>
                    <a:pt x="4" y="82"/>
                  </a:lnTo>
                  <a:lnTo>
                    <a:pt x="8" y="67"/>
                  </a:lnTo>
                  <a:lnTo>
                    <a:pt x="14" y="49"/>
                  </a:lnTo>
                  <a:lnTo>
                    <a:pt x="21" y="32"/>
                  </a:lnTo>
                  <a:lnTo>
                    <a:pt x="29" y="17"/>
                  </a:lnTo>
                  <a:lnTo>
                    <a:pt x="38" y="6"/>
                  </a:lnTo>
                  <a:lnTo>
                    <a:pt x="48" y="0"/>
                  </a:lnTo>
                  <a:lnTo>
                    <a:pt x="81" y="4"/>
                  </a:lnTo>
                  <a:lnTo>
                    <a:pt x="76" y="17"/>
                  </a:lnTo>
                  <a:lnTo>
                    <a:pt x="68" y="46"/>
                  </a:lnTo>
                  <a:lnTo>
                    <a:pt x="59" y="79"/>
                  </a:lnTo>
                  <a:lnTo>
                    <a:pt x="54" y="102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14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6" name="Freeform 43"/>
            <p:cNvSpPr>
              <a:spLocks/>
            </p:cNvSpPr>
            <p:nvPr/>
          </p:nvSpPr>
          <p:spPr bwMode="auto">
            <a:xfrm>
              <a:off x="531813" y="3162301"/>
              <a:ext cx="393700" cy="66675"/>
            </a:xfrm>
            <a:custGeom>
              <a:avLst/>
              <a:gdLst>
                <a:gd name="T0" fmla="*/ 18 w 496"/>
                <a:gd name="T1" fmla="*/ 0 h 84"/>
                <a:gd name="T2" fmla="*/ 16 w 496"/>
                <a:gd name="T3" fmla="*/ 8 h 84"/>
                <a:gd name="T4" fmla="*/ 9 w 496"/>
                <a:gd name="T5" fmla="*/ 27 h 84"/>
                <a:gd name="T6" fmla="*/ 3 w 496"/>
                <a:gd name="T7" fmla="*/ 51 h 84"/>
                <a:gd name="T8" fmla="*/ 0 w 496"/>
                <a:gd name="T9" fmla="*/ 73 h 84"/>
                <a:gd name="T10" fmla="*/ 496 w 496"/>
                <a:gd name="T11" fmla="*/ 84 h 84"/>
                <a:gd name="T12" fmla="*/ 488 w 496"/>
                <a:gd name="T13" fmla="*/ 51 h 84"/>
                <a:gd name="T14" fmla="*/ 488 w 496"/>
                <a:gd name="T15" fmla="*/ 50 h 84"/>
                <a:gd name="T16" fmla="*/ 486 w 496"/>
                <a:gd name="T17" fmla="*/ 49 h 84"/>
                <a:gd name="T18" fmla="*/ 482 w 496"/>
                <a:gd name="T19" fmla="*/ 46 h 84"/>
                <a:gd name="T20" fmla="*/ 479 w 496"/>
                <a:gd name="T21" fmla="*/ 43 h 84"/>
                <a:gd name="T22" fmla="*/ 472 w 496"/>
                <a:gd name="T23" fmla="*/ 40 h 84"/>
                <a:gd name="T24" fmla="*/ 464 w 496"/>
                <a:gd name="T25" fmla="*/ 37 h 84"/>
                <a:gd name="T26" fmla="*/ 454 w 496"/>
                <a:gd name="T27" fmla="*/ 35 h 84"/>
                <a:gd name="T28" fmla="*/ 441 w 496"/>
                <a:gd name="T29" fmla="*/ 33 h 84"/>
                <a:gd name="T30" fmla="*/ 432 w 496"/>
                <a:gd name="T31" fmla="*/ 33 h 84"/>
                <a:gd name="T32" fmla="*/ 420 w 496"/>
                <a:gd name="T33" fmla="*/ 31 h 84"/>
                <a:gd name="T34" fmla="*/ 406 w 496"/>
                <a:gd name="T35" fmla="*/ 31 h 84"/>
                <a:gd name="T36" fmla="*/ 389 w 496"/>
                <a:gd name="T37" fmla="*/ 31 h 84"/>
                <a:gd name="T38" fmla="*/ 371 w 496"/>
                <a:gd name="T39" fmla="*/ 31 h 84"/>
                <a:gd name="T40" fmla="*/ 351 w 496"/>
                <a:gd name="T41" fmla="*/ 33 h 84"/>
                <a:gd name="T42" fmla="*/ 332 w 496"/>
                <a:gd name="T43" fmla="*/ 33 h 84"/>
                <a:gd name="T44" fmla="*/ 311 w 496"/>
                <a:gd name="T45" fmla="*/ 33 h 84"/>
                <a:gd name="T46" fmla="*/ 290 w 496"/>
                <a:gd name="T47" fmla="*/ 34 h 84"/>
                <a:gd name="T48" fmla="*/ 272 w 496"/>
                <a:gd name="T49" fmla="*/ 34 h 84"/>
                <a:gd name="T50" fmla="*/ 253 w 496"/>
                <a:gd name="T51" fmla="*/ 35 h 84"/>
                <a:gd name="T52" fmla="*/ 237 w 496"/>
                <a:gd name="T53" fmla="*/ 35 h 84"/>
                <a:gd name="T54" fmla="*/ 222 w 496"/>
                <a:gd name="T55" fmla="*/ 35 h 84"/>
                <a:gd name="T56" fmla="*/ 211 w 496"/>
                <a:gd name="T57" fmla="*/ 36 h 84"/>
                <a:gd name="T58" fmla="*/ 203 w 496"/>
                <a:gd name="T59" fmla="*/ 36 h 84"/>
                <a:gd name="T60" fmla="*/ 198 w 496"/>
                <a:gd name="T61" fmla="*/ 36 h 84"/>
                <a:gd name="T62" fmla="*/ 188 w 496"/>
                <a:gd name="T63" fmla="*/ 36 h 84"/>
                <a:gd name="T64" fmla="*/ 169 w 496"/>
                <a:gd name="T65" fmla="*/ 35 h 84"/>
                <a:gd name="T66" fmla="*/ 145 w 496"/>
                <a:gd name="T67" fmla="*/ 34 h 84"/>
                <a:gd name="T68" fmla="*/ 117 w 496"/>
                <a:gd name="T69" fmla="*/ 30 h 84"/>
                <a:gd name="T70" fmla="*/ 89 w 496"/>
                <a:gd name="T71" fmla="*/ 26 h 84"/>
                <a:gd name="T72" fmla="*/ 61 w 496"/>
                <a:gd name="T73" fmla="*/ 20 h 84"/>
                <a:gd name="T74" fmla="*/ 37 w 496"/>
                <a:gd name="T75" fmla="*/ 11 h 84"/>
                <a:gd name="T76" fmla="*/ 18 w 496"/>
                <a:gd name="T7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96" h="84">
                  <a:moveTo>
                    <a:pt x="18" y="0"/>
                  </a:moveTo>
                  <a:lnTo>
                    <a:pt x="16" y="8"/>
                  </a:lnTo>
                  <a:lnTo>
                    <a:pt x="9" y="27"/>
                  </a:lnTo>
                  <a:lnTo>
                    <a:pt x="3" y="51"/>
                  </a:lnTo>
                  <a:lnTo>
                    <a:pt x="0" y="73"/>
                  </a:lnTo>
                  <a:lnTo>
                    <a:pt x="496" y="84"/>
                  </a:lnTo>
                  <a:lnTo>
                    <a:pt x="488" y="51"/>
                  </a:lnTo>
                  <a:lnTo>
                    <a:pt x="488" y="50"/>
                  </a:lnTo>
                  <a:lnTo>
                    <a:pt x="486" y="49"/>
                  </a:lnTo>
                  <a:lnTo>
                    <a:pt x="482" y="46"/>
                  </a:lnTo>
                  <a:lnTo>
                    <a:pt x="479" y="43"/>
                  </a:lnTo>
                  <a:lnTo>
                    <a:pt x="472" y="40"/>
                  </a:lnTo>
                  <a:lnTo>
                    <a:pt x="464" y="37"/>
                  </a:lnTo>
                  <a:lnTo>
                    <a:pt x="454" y="35"/>
                  </a:lnTo>
                  <a:lnTo>
                    <a:pt x="441" y="33"/>
                  </a:lnTo>
                  <a:lnTo>
                    <a:pt x="432" y="33"/>
                  </a:lnTo>
                  <a:lnTo>
                    <a:pt x="420" y="31"/>
                  </a:lnTo>
                  <a:lnTo>
                    <a:pt x="406" y="31"/>
                  </a:lnTo>
                  <a:lnTo>
                    <a:pt x="389" y="31"/>
                  </a:lnTo>
                  <a:lnTo>
                    <a:pt x="371" y="31"/>
                  </a:lnTo>
                  <a:lnTo>
                    <a:pt x="351" y="33"/>
                  </a:lnTo>
                  <a:lnTo>
                    <a:pt x="332" y="33"/>
                  </a:lnTo>
                  <a:lnTo>
                    <a:pt x="311" y="33"/>
                  </a:lnTo>
                  <a:lnTo>
                    <a:pt x="290" y="34"/>
                  </a:lnTo>
                  <a:lnTo>
                    <a:pt x="272" y="34"/>
                  </a:lnTo>
                  <a:lnTo>
                    <a:pt x="253" y="35"/>
                  </a:lnTo>
                  <a:lnTo>
                    <a:pt x="237" y="35"/>
                  </a:lnTo>
                  <a:lnTo>
                    <a:pt x="222" y="35"/>
                  </a:lnTo>
                  <a:lnTo>
                    <a:pt x="211" y="36"/>
                  </a:lnTo>
                  <a:lnTo>
                    <a:pt x="203" y="36"/>
                  </a:lnTo>
                  <a:lnTo>
                    <a:pt x="198" y="36"/>
                  </a:lnTo>
                  <a:lnTo>
                    <a:pt x="188" y="36"/>
                  </a:lnTo>
                  <a:lnTo>
                    <a:pt x="169" y="35"/>
                  </a:lnTo>
                  <a:lnTo>
                    <a:pt x="145" y="34"/>
                  </a:lnTo>
                  <a:lnTo>
                    <a:pt x="117" y="30"/>
                  </a:lnTo>
                  <a:lnTo>
                    <a:pt x="89" y="26"/>
                  </a:lnTo>
                  <a:lnTo>
                    <a:pt x="61" y="20"/>
                  </a:lnTo>
                  <a:lnTo>
                    <a:pt x="37" y="1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14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7" name="Freeform 44"/>
            <p:cNvSpPr>
              <a:spLocks/>
            </p:cNvSpPr>
            <p:nvPr/>
          </p:nvSpPr>
          <p:spPr bwMode="auto">
            <a:xfrm>
              <a:off x="80963" y="2887663"/>
              <a:ext cx="579438" cy="222250"/>
            </a:xfrm>
            <a:custGeom>
              <a:avLst/>
              <a:gdLst>
                <a:gd name="T0" fmla="*/ 13 w 730"/>
                <a:gd name="T1" fmla="*/ 38 h 279"/>
                <a:gd name="T2" fmla="*/ 34 w 730"/>
                <a:gd name="T3" fmla="*/ 33 h 279"/>
                <a:gd name="T4" fmla="*/ 71 w 730"/>
                <a:gd name="T5" fmla="*/ 24 h 279"/>
                <a:gd name="T6" fmla="*/ 119 w 730"/>
                <a:gd name="T7" fmla="*/ 15 h 279"/>
                <a:gd name="T8" fmla="*/ 172 w 730"/>
                <a:gd name="T9" fmla="*/ 8 h 279"/>
                <a:gd name="T10" fmla="*/ 224 w 730"/>
                <a:gd name="T11" fmla="*/ 6 h 279"/>
                <a:gd name="T12" fmla="*/ 270 w 730"/>
                <a:gd name="T13" fmla="*/ 9 h 279"/>
                <a:gd name="T14" fmla="*/ 305 w 730"/>
                <a:gd name="T15" fmla="*/ 23 h 279"/>
                <a:gd name="T16" fmla="*/ 330 w 730"/>
                <a:gd name="T17" fmla="*/ 58 h 279"/>
                <a:gd name="T18" fmla="*/ 332 w 730"/>
                <a:gd name="T19" fmla="*/ 94 h 279"/>
                <a:gd name="T20" fmla="*/ 325 w 730"/>
                <a:gd name="T21" fmla="*/ 119 h 279"/>
                <a:gd name="T22" fmla="*/ 339 w 730"/>
                <a:gd name="T23" fmla="*/ 136 h 279"/>
                <a:gd name="T24" fmla="*/ 377 w 730"/>
                <a:gd name="T25" fmla="*/ 143 h 279"/>
                <a:gd name="T26" fmla="*/ 414 w 730"/>
                <a:gd name="T27" fmla="*/ 138 h 279"/>
                <a:gd name="T28" fmla="*/ 455 w 730"/>
                <a:gd name="T29" fmla="*/ 127 h 279"/>
                <a:gd name="T30" fmla="*/ 498 w 730"/>
                <a:gd name="T31" fmla="*/ 111 h 279"/>
                <a:gd name="T32" fmla="*/ 539 w 730"/>
                <a:gd name="T33" fmla="*/ 92 h 279"/>
                <a:gd name="T34" fmla="*/ 575 w 730"/>
                <a:gd name="T35" fmla="*/ 74 h 279"/>
                <a:gd name="T36" fmla="*/ 601 w 730"/>
                <a:gd name="T37" fmla="*/ 59 h 279"/>
                <a:gd name="T38" fmla="*/ 616 w 730"/>
                <a:gd name="T39" fmla="*/ 51 h 279"/>
                <a:gd name="T40" fmla="*/ 711 w 730"/>
                <a:gd name="T41" fmla="*/ 0 h 279"/>
                <a:gd name="T42" fmla="*/ 726 w 730"/>
                <a:gd name="T43" fmla="*/ 49 h 279"/>
                <a:gd name="T44" fmla="*/ 730 w 730"/>
                <a:gd name="T45" fmla="*/ 93 h 279"/>
                <a:gd name="T46" fmla="*/ 701 w 730"/>
                <a:gd name="T47" fmla="*/ 161 h 279"/>
                <a:gd name="T48" fmla="*/ 689 w 730"/>
                <a:gd name="T49" fmla="*/ 168 h 279"/>
                <a:gd name="T50" fmla="*/ 655 w 730"/>
                <a:gd name="T51" fmla="*/ 185 h 279"/>
                <a:gd name="T52" fmla="*/ 606 w 730"/>
                <a:gd name="T53" fmla="*/ 210 h 279"/>
                <a:gd name="T54" fmla="*/ 546 w 730"/>
                <a:gd name="T55" fmla="*/ 235 h 279"/>
                <a:gd name="T56" fmla="*/ 478 w 730"/>
                <a:gd name="T57" fmla="*/ 258 h 279"/>
                <a:gd name="T58" fmla="*/ 409 w 730"/>
                <a:gd name="T59" fmla="*/ 274 h 279"/>
                <a:gd name="T60" fmla="*/ 345 w 730"/>
                <a:gd name="T61" fmla="*/ 279 h 279"/>
                <a:gd name="T62" fmla="*/ 287 w 730"/>
                <a:gd name="T63" fmla="*/ 268 h 279"/>
                <a:gd name="T64" fmla="*/ 273 w 730"/>
                <a:gd name="T65" fmla="*/ 243 h 279"/>
                <a:gd name="T66" fmla="*/ 278 w 730"/>
                <a:gd name="T67" fmla="*/ 152 h 279"/>
                <a:gd name="T68" fmla="*/ 272 w 730"/>
                <a:gd name="T69" fmla="*/ 151 h 279"/>
                <a:gd name="T70" fmla="*/ 256 w 730"/>
                <a:gd name="T71" fmla="*/ 150 h 279"/>
                <a:gd name="T72" fmla="*/ 231 w 730"/>
                <a:gd name="T73" fmla="*/ 149 h 279"/>
                <a:gd name="T74" fmla="*/ 197 w 730"/>
                <a:gd name="T75" fmla="*/ 149 h 279"/>
                <a:gd name="T76" fmla="*/ 157 w 730"/>
                <a:gd name="T77" fmla="*/ 154 h 279"/>
                <a:gd name="T78" fmla="*/ 110 w 730"/>
                <a:gd name="T79" fmla="*/ 164 h 279"/>
                <a:gd name="T80" fmla="*/ 57 w 730"/>
                <a:gd name="T81" fmla="*/ 180 h 279"/>
                <a:gd name="T82" fmla="*/ 0 w 730"/>
                <a:gd name="T83" fmla="*/ 205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30" h="279">
                  <a:moveTo>
                    <a:pt x="10" y="39"/>
                  </a:moveTo>
                  <a:lnTo>
                    <a:pt x="13" y="38"/>
                  </a:lnTo>
                  <a:lnTo>
                    <a:pt x="21" y="36"/>
                  </a:lnTo>
                  <a:lnTo>
                    <a:pt x="34" y="33"/>
                  </a:lnTo>
                  <a:lnTo>
                    <a:pt x="51" y="29"/>
                  </a:lnTo>
                  <a:lnTo>
                    <a:pt x="71" y="24"/>
                  </a:lnTo>
                  <a:lnTo>
                    <a:pt x="94" y="20"/>
                  </a:lnTo>
                  <a:lnTo>
                    <a:pt x="119" y="15"/>
                  </a:lnTo>
                  <a:lnTo>
                    <a:pt x="144" y="11"/>
                  </a:lnTo>
                  <a:lnTo>
                    <a:pt x="172" y="8"/>
                  </a:lnTo>
                  <a:lnTo>
                    <a:pt x="198" y="6"/>
                  </a:lnTo>
                  <a:lnTo>
                    <a:pt x="224" y="6"/>
                  </a:lnTo>
                  <a:lnTo>
                    <a:pt x="248" y="7"/>
                  </a:lnTo>
                  <a:lnTo>
                    <a:pt x="270" y="9"/>
                  </a:lnTo>
                  <a:lnTo>
                    <a:pt x="289" y="15"/>
                  </a:lnTo>
                  <a:lnTo>
                    <a:pt x="305" y="23"/>
                  </a:lnTo>
                  <a:lnTo>
                    <a:pt x="317" y="35"/>
                  </a:lnTo>
                  <a:lnTo>
                    <a:pt x="330" y="58"/>
                  </a:lnTo>
                  <a:lnTo>
                    <a:pt x="333" y="78"/>
                  </a:lnTo>
                  <a:lnTo>
                    <a:pt x="332" y="94"/>
                  </a:lnTo>
                  <a:lnTo>
                    <a:pt x="327" y="108"/>
                  </a:lnTo>
                  <a:lnTo>
                    <a:pt x="325" y="119"/>
                  </a:lnTo>
                  <a:lnTo>
                    <a:pt x="327" y="128"/>
                  </a:lnTo>
                  <a:lnTo>
                    <a:pt x="339" y="136"/>
                  </a:lnTo>
                  <a:lnTo>
                    <a:pt x="361" y="142"/>
                  </a:lnTo>
                  <a:lnTo>
                    <a:pt x="377" y="143"/>
                  </a:lnTo>
                  <a:lnTo>
                    <a:pt x="394" y="142"/>
                  </a:lnTo>
                  <a:lnTo>
                    <a:pt x="414" y="138"/>
                  </a:lnTo>
                  <a:lnTo>
                    <a:pt x="433" y="134"/>
                  </a:lnTo>
                  <a:lnTo>
                    <a:pt x="455" y="127"/>
                  </a:lnTo>
                  <a:lnTo>
                    <a:pt x="476" y="119"/>
                  </a:lnTo>
                  <a:lnTo>
                    <a:pt x="498" y="111"/>
                  </a:lnTo>
                  <a:lnTo>
                    <a:pt x="518" y="101"/>
                  </a:lnTo>
                  <a:lnTo>
                    <a:pt x="539" y="92"/>
                  </a:lnTo>
                  <a:lnTo>
                    <a:pt x="558" y="83"/>
                  </a:lnTo>
                  <a:lnTo>
                    <a:pt x="575" y="74"/>
                  </a:lnTo>
                  <a:lnTo>
                    <a:pt x="589" y="66"/>
                  </a:lnTo>
                  <a:lnTo>
                    <a:pt x="601" y="59"/>
                  </a:lnTo>
                  <a:lnTo>
                    <a:pt x="610" y="54"/>
                  </a:lnTo>
                  <a:lnTo>
                    <a:pt x="616" y="51"/>
                  </a:lnTo>
                  <a:lnTo>
                    <a:pt x="619" y="49"/>
                  </a:lnTo>
                  <a:lnTo>
                    <a:pt x="711" y="0"/>
                  </a:lnTo>
                  <a:lnTo>
                    <a:pt x="676" y="54"/>
                  </a:lnTo>
                  <a:lnTo>
                    <a:pt x="726" y="49"/>
                  </a:lnTo>
                  <a:lnTo>
                    <a:pt x="691" y="93"/>
                  </a:lnTo>
                  <a:lnTo>
                    <a:pt x="730" y="93"/>
                  </a:lnTo>
                  <a:lnTo>
                    <a:pt x="671" y="152"/>
                  </a:lnTo>
                  <a:lnTo>
                    <a:pt x="701" y="161"/>
                  </a:lnTo>
                  <a:lnTo>
                    <a:pt x="698" y="164"/>
                  </a:lnTo>
                  <a:lnTo>
                    <a:pt x="689" y="168"/>
                  </a:lnTo>
                  <a:lnTo>
                    <a:pt x="675" y="176"/>
                  </a:lnTo>
                  <a:lnTo>
                    <a:pt x="655" y="185"/>
                  </a:lnTo>
                  <a:lnTo>
                    <a:pt x="632" y="197"/>
                  </a:lnTo>
                  <a:lnTo>
                    <a:pt x="606" y="210"/>
                  </a:lnTo>
                  <a:lnTo>
                    <a:pt x="577" y="222"/>
                  </a:lnTo>
                  <a:lnTo>
                    <a:pt x="546" y="235"/>
                  </a:lnTo>
                  <a:lnTo>
                    <a:pt x="513" y="248"/>
                  </a:lnTo>
                  <a:lnTo>
                    <a:pt x="478" y="258"/>
                  </a:lnTo>
                  <a:lnTo>
                    <a:pt x="444" y="267"/>
                  </a:lnTo>
                  <a:lnTo>
                    <a:pt x="409" y="274"/>
                  </a:lnTo>
                  <a:lnTo>
                    <a:pt x="376" y="279"/>
                  </a:lnTo>
                  <a:lnTo>
                    <a:pt x="345" y="279"/>
                  </a:lnTo>
                  <a:lnTo>
                    <a:pt x="315" y="276"/>
                  </a:lnTo>
                  <a:lnTo>
                    <a:pt x="287" y="268"/>
                  </a:lnTo>
                  <a:lnTo>
                    <a:pt x="282" y="263"/>
                  </a:lnTo>
                  <a:lnTo>
                    <a:pt x="273" y="243"/>
                  </a:lnTo>
                  <a:lnTo>
                    <a:pt x="269" y="207"/>
                  </a:lnTo>
                  <a:lnTo>
                    <a:pt x="278" y="152"/>
                  </a:lnTo>
                  <a:lnTo>
                    <a:pt x="277" y="152"/>
                  </a:lnTo>
                  <a:lnTo>
                    <a:pt x="272" y="151"/>
                  </a:lnTo>
                  <a:lnTo>
                    <a:pt x="265" y="150"/>
                  </a:lnTo>
                  <a:lnTo>
                    <a:pt x="256" y="150"/>
                  </a:lnTo>
                  <a:lnTo>
                    <a:pt x="244" y="149"/>
                  </a:lnTo>
                  <a:lnTo>
                    <a:pt x="231" y="149"/>
                  </a:lnTo>
                  <a:lnTo>
                    <a:pt x="216" y="149"/>
                  </a:lnTo>
                  <a:lnTo>
                    <a:pt x="197" y="149"/>
                  </a:lnTo>
                  <a:lnTo>
                    <a:pt x="178" y="151"/>
                  </a:lnTo>
                  <a:lnTo>
                    <a:pt x="157" y="154"/>
                  </a:lnTo>
                  <a:lnTo>
                    <a:pt x="134" y="158"/>
                  </a:lnTo>
                  <a:lnTo>
                    <a:pt x="110" y="164"/>
                  </a:lnTo>
                  <a:lnTo>
                    <a:pt x="83" y="172"/>
                  </a:lnTo>
                  <a:lnTo>
                    <a:pt x="57" y="180"/>
                  </a:lnTo>
                  <a:lnTo>
                    <a:pt x="29" y="191"/>
                  </a:lnTo>
                  <a:lnTo>
                    <a:pt x="0" y="205"/>
                  </a:lnTo>
                  <a:lnTo>
                    <a:pt x="10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8" name="Freeform 45"/>
            <p:cNvSpPr>
              <a:spLocks/>
            </p:cNvSpPr>
            <p:nvPr/>
          </p:nvSpPr>
          <p:spPr bwMode="auto">
            <a:xfrm>
              <a:off x="863600" y="2947988"/>
              <a:ext cx="622300" cy="152400"/>
            </a:xfrm>
            <a:custGeom>
              <a:avLst/>
              <a:gdLst>
                <a:gd name="T0" fmla="*/ 777 w 784"/>
                <a:gd name="T1" fmla="*/ 27 h 191"/>
                <a:gd name="T2" fmla="*/ 764 w 784"/>
                <a:gd name="T3" fmla="*/ 24 h 191"/>
                <a:gd name="T4" fmla="*/ 742 w 784"/>
                <a:gd name="T5" fmla="*/ 19 h 191"/>
                <a:gd name="T6" fmla="*/ 712 w 784"/>
                <a:gd name="T7" fmla="*/ 14 h 191"/>
                <a:gd name="T8" fmla="*/ 680 w 784"/>
                <a:gd name="T9" fmla="*/ 9 h 191"/>
                <a:gd name="T10" fmla="*/ 648 w 784"/>
                <a:gd name="T11" fmla="*/ 7 h 191"/>
                <a:gd name="T12" fmla="*/ 619 w 784"/>
                <a:gd name="T13" fmla="*/ 8 h 191"/>
                <a:gd name="T14" fmla="*/ 597 w 784"/>
                <a:gd name="T15" fmla="*/ 14 h 191"/>
                <a:gd name="T16" fmla="*/ 579 w 784"/>
                <a:gd name="T17" fmla="*/ 30 h 191"/>
                <a:gd name="T18" fmla="*/ 565 w 784"/>
                <a:gd name="T19" fmla="*/ 52 h 191"/>
                <a:gd name="T20" fmla="*/ 551 w 784"/>
                <a:gd name="T21" fmla="*/ 69 h 191"/>
                <a:gd name="T22" fmla="*/ 521 w 784"/>
                <a:gd name="T23" fmla="*/ 75 h 191"/>
                <a:gd name="T24" fmla="*/ 470 w 784"/>
                <a:gd name="T25" fmla="*/ 65 h 191"/>
                <a:gd name="T26" fmla="*/ 430 w 784"/>
                <a:gd name="T27" fmla="*/ 52 h 191"/>
                <a:gd name="T28" fmla="*/ 396 w 784"/>
                <a:gd name="T29" fmla="*/ 38 h 191"/>
                <a:gd name="T30" fmla="*/ 353 w 784"/>
                <a:gd name="T31" fmla="*/ 24 h 191"/>
                <a:gd name="T32" fmla="*/ 296 w 784"/>
                <a:gd name="T33" fmla="*/ 14 h 191"/>
                <a:gd name="T34" fmla="*/ 242 w 784"/>
                <a:gd name="T35" fmla="*/ 6 h 191"/>
                <a:gd name="T36" fmla="*/ 200 w 784"/>
                <a:gd name="T37" fmla="*/ 2 h 191"/>
                <a:gd name="T38" fmla="*/ 177 w 784"/>
                <a:gd name="T39" fmla="*/ 0 h 191"/>
                <a:gd name="T40" fmla="*/ 86 w 784"/>
                <a:gd name="T41" fmla="*/ 0 h 191"/>
                <a:gd name="T42" fmla="*/ 63 w 784"/>
                <a:gd name="T43" fmla="*/ 32 h 191"/>
                <a:gd name="T44" fmla="*/ 68 w 784"/>
                <a:gd name="T45" fmla="*/ 57 h 191"/>
                <a:gd name="T46" fmla="*/ 63 w 784"/>
                <a:gd name="T47" fmla="*/ 95 h 191"/>
                <a:gd name="T48" fmla="*/ 13 w 784"/>
                <a:gd name="T49" fmla="*/ 107 h 191"/>
                <a:gd name="T50" fmla="*/ 34 w 784"/>
                <a:gd name="T51" fmla="*/ 112 h 191"/>
                <a:gd name="T52" fmla="*/ 71 w 784"/>
                <a:gd name="T53" fmla="*/ 118 h 191"/>
                <a:gd name="T54" fmla="*/ 120 w 784"/>
                <a:gd name="T55" fmla="*/ 127 h 191"/>
                <a:gd name="T56" fmla="*/ 160 w 784"/>
                <a:gd name="T57" fmla="*/ 132 h 191"/>
                <a:gd name="T58" fmla="*/ 192 w 784"/>
                <a:gd name="T59" fmla="*/ 135 h 191"/>
                <a:gd name="T60" fmla="*/ 228 w 784"/>
                <a:gd name="T61" fmla="*/ 138 h 191"/>
                <a:gd name="T62" fmla="*/ 265 w 784"/>
                <a:gd name="T63" fmla="*/ 140 h 191"/>
                <a:gd name="T64" fmla="*/ 299 w 784"/>
                <a:gd name="T65" fmla="*/ 143 h 191"/>
                <a:gd name="T66" fmla="*/ 333 w 784"/>
                <a:gd name="T67" fmla="*/ 146 h 191"/>
                <a:gd name="T68" fmla="*/ 360 w 784"/>
                <a:gd name="T69" fmla="*/ 151 h 191"/>
                <a:gd name="T70" fmla="*/ 382 w 784"/>
                <a:gd name="T71" fmla="*/ 155 h 191"/>
                <a:gd name="T72" fmla="*/ 405 w 784"/>
                <a:gd name="T73" fmla="*/ 166 h 191"/>
                <a:gd name="T74" fmla="*/ 450 w 784"/>
                <a:gd name="T75" fmla="*/ 180 h 191"/>
                <a:gd name="T76" fmla="*/ 498 w 784"/>
                <a:gd name="T77" fmla="*/ 189 h 191"/>
                <a:gd name="T78" fmla="*/ 536 w 784"/>
                <a:gd name="T79" fmla="*/ 191 h 191"/>
                <a:gd name="T80" fmla="*/ 552 w 784"/>
                <a:gd name="T81" fmla="*/ 183 h 191"/>
                <a:gd name="T82" fmla="*/ 570 w 784"/>
                <a:gd name="T83" fmla="*/ 161 h 191"/>
                <a:gd name="T84" fmla="*/ 589 w 784"/>
                <a:gd name="T85" fmla="*/ 136 h 191"/>
                <a:gd name="T86" fmla="*/ 602 w 784"/>
                <a:gd name="T87" fmla="*/ 117 h 191"/>
                <a:gd name="T88" fmla="*/ 609 w 784"/>
                <a:gd name="T89" fmla="*/ 114 h 191"/>
                <a:gd name="T90" fmla="*/ 638 w 784"/>
                <a:gd name="T91" fmla="*/ 110 h 191"/>
                <a:gd name="T92" fmla="*/ 688 w 784"/>
                <a:gd name="T93" fmla="*/ 117 h 191"/>
                <a:gd name="T94" fmla="*/ 750 w 784"/>
                <a:gd name="T95" fmla="*/ 152 h 191"/>
                <a:gd name="T96" fmla="*/ 779 w 784"/>
                <a:gd name="T97" fmla="*/ 27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4" h="191">
                  <a:moveTo>
                    <a:pt x="779" y="27"/>
                  </a:moveTo>
                  <a:lnTo>
                    <a:pt x="777" y="27"/>
                  </a:lnTo>
                  <a:lnTo>
                    <a:pt x="772" y="26"/>
                  </a:lnTo>
                  <a:lnTo>
                    <a:pt x="764" y="24"/>
                  </a:lnTo>
                  <a:lnTo>
                    <a:pt x="754" y="22"/>
                  </a:lnTo>
                  <a:lnTo>
                    <a:pt x="742" y="19"/>
                  </a:lnTo>
                  <a:lnTo>
                    <a:pt x="727" y="17"/>
                  </a:lnTo>
                  <a:lnTo>
                    <a:pt x="712" y="14"/>
                  </a:lnTo>
                  <a:lnTo>
                    <a:pt x="696" y="11"/>
                  </a:lnTo>
                  <a:lnTo>
                    <a:pt x="680" y="9"/>
                  </a:lnTo>
                  <a:lnTo>
                    <a:pt x="664" y="8"/>
                  </a:lnTo>
                  <a:lnTo>
                    <a:pt x="648" y="7"/>
                  </a:lnTo>
                  <a:lnTo>
                    <a:pt x="633" y="7"/>
                  </a:lnTo>
                  <a:lnTo>
                    <a:pt x="619" y="8"/>
                  </a:lnTo>
                  <a:lnTo>
                    <a:pt x="607" y="10"/>
                  </a:lnTo>
                  <a:lnTo>
                    <a:pt x="597" y="14"/>
                  </a:lnTo>
                  <a:lnTo>
                    <a:pt x="589" y="18"/>
                  </a:lnTo>
                  <a:lnTo>
                    <a:pt x="579" y="30"/>
                  </a:lnTo>
                  <a:lnTo>
                    <a:pt x="571" y="41"/>
                  </a:lnTo>
                  <a:lnTo>
                    <a:pt x="565" y="52"/>
                  </a:lnTo>
                  <a:lnTo>
                    <a:pt x="559" y="61"/>
                  </a:lnTo>
                  <a:lnTo>
                    <a:pt x="551" y="69"/>
                  </a:lnTo>
                  <a:lnTo>
                    <a:pt x="539" y="74"/>
                  </a:lnTo>
                  <a:lnTo>
                    <a:pt x="521" y="75"/>
                  </a:lnTo>
                  <a:lnTo>
                    <a:pt x="496" y="71"/>
                  </a:lnTo>
                  <a:lnTo>
                    <a:pt x="470" y="65"/>
                  </a:lnTo>
                  <a:lnTo>
                    <a:pt x="449" y="59"/>
                  </a:lnTo>
                  <a:lnTo>
                    <a:pt x="430" y="52"/>
                  </a:lnTo>
                  <a:lnTo>
                    <a:pt x="413" y="45"/>
                  </a:lnTo>
                  <a:lnTo>
                    <a:pt x="396" y="38"/>
                  </a:lnTo>
                  <a:lnTo>
                    <a:pt x="376" y="31"/>
                  </a:lnTo>
                  <a:lnTo>
                    <a:pt x="353" y="24"/>
                  </a:lnTo>
                  <a:lnTo>
                    <a:pt x="326" y="18"/>
                  </a:lnTo>
                  <a:lnTo>
                    <a:pt x="296" y="14"/>
                  </a:lnTo>
                  <a:lnTo>
                    <a:pt x="267" y="9"/>
                  </a:lnTo>
                  <a:lnTo>
                    <a:pt x="242" y="6"/>
                  </a:lnTo>
                  <a:lnTo>
                    <a:pt x="219" y="3"/>
                  </a:lnTo>
                  <a:lnTo>
                    <a:pt x="200" y="2"/>
                  </a:lnTo>
                  <a:lnTo>
                    <a:pt x="186" y="1"/>
                  </a:lnTo>
                  <a:lnTo>
                    <a:pt x="177" y="0"/>
                  </a:lnTo>
                  <a:lnTo>
                    <a:pt x="174" y="0"/>
                  </a:lnTo>
                  <a:lnTo>
                    <a:pt x="86" y="0"/>
                  </a:lnTo>
                  <a:lnTo>
                    <a:pt x="0" y="8"/>
                  </a:lnTo>
                  <a:lnTo>
                    <a:pt x="63" y="32"/>
                  </a:lnTo>
                  <a:lnTo>
                    <a:pt x="15" y="42"/>
                  </a:lnTo>
                  <a:lnTo>
                    <a:pt x="68" y="57"/>
                  </a:lnTo>
                  <a:lnTo>
                    <a:pt x="39" y="77"/>
                  </a:lnTo>
                  <a:lnTo>
                    <a:pt x="63" y="95"/>
                  </a:lnTo>
                  <a:lnTo>
                    <a:pt x="10" y="106"/>
                  </a:lnTo>
                  <a:lnTo>
                    <a:pt x="13" y="107"/>
                  </a:lnTo>
                  <a:lnTo>
                    <a:pt x="22" y="108"/>
                  </a:lnTo>
                  <a:lnTo>
                    <a:pt x="34" y="112"/>
                  </a:lnTo>
                  <a:lnTo>
                    <a:pt x="51" y="114"/>
                  </a:lnTo>
                  <a:lnTo>
                    <a:pt x="71" y="118"/>
                  </a:lnTo>
                  <a:lnTo>
                    <a:pt x="94" y="122"/>
                  </a:lnTo>
                  <a:lnTo>
                    <a:pt x="120" y="127"/>
                  </a:lnTo>
                  <a:lnTo>
                    <a:pt x="146" y="130"/>
                  </a:lnTo>
                  <a:lnTo>
                    <a:pt x="160" y="132"/>
                  </a:lnTo>
                  <a:lnTo>
                    <a:pt x="176" y="133"/>
                  </a:lnTo>
                  <a:lnTo>
                    <a:pt x="192" y="135"/>
                  </a:lnTo>
                  <a:lnTo>
                    <a:pt x="209" y="136"/>
                  </a:lnTo>
                  <a:lnTo>
                    <a:pt x="228" y="138"/>
                  </a:lnTo>
                  <a:lnTo>
                    <a:pt x="246" y="139"/>
                  </a:lnTo>
                  <a:lnTo>
                    <a:pt x="265" y="140"/>
                  </a:lnTo>
                  <a:lnTo>
                    <a:pt x="282" y="142"/>
                  </a:lnTo>
                  <a:lnTo>
                    <a:pt x="299" y="143"/>
                  </a:lnTo>
                  <a:lnTo>
                    <a:pt x="316" y="144"/>
                  </a:lnTo>
                  <a:lnTo>
                    <a:pt x="333" y="146"/>
                  </a:lnTo>
                  <a:lnTo>
                    <a:pt x="348" y="148"/>
                  </a:lnTo>
                  <a:lnTo>
                    <a:pt x="360" y="151"/>
                  </a:lnTo>
                  <a:lnTo>
                    <a:pt x="372" y="153"/>
                  </a:lnTo>
                  <a:lnTo>
                    <a:pt x="382" y="155"/>
                  </a:lnTo>
                  <a:lnTo>
                    <a:pt x="389" y="159"/>
                  </a:lnTo>
                  <a:lnTo>
                    <a:pt x="405" y="166"/>
                  </a:lnTo>
                  <a:lnTo>
                    <a:pt x="426" y="173"/>
                  </a:lnTo>
                  <a:lnTo>
                    <a:pt x="450" y="180"/>
                  </a:lnTo>
                  <a:lnTo>
                    <a:pt x="474" y="184"/>
                  </a:lnTo>
                  <a:lnTo>
                    <a:pt x="498" y="189"/>
                  </a:lnTo>
                  <a:lnTo>
                    <a:pt x="519" y="191"/>
                  </a:lnTo>
                  <a:lnTo>
                    <a:pt x="536" y="191"/>
                  </a:lnTo>
                  <a:lnTo>
                    <a:pt x="546" y="189"/>
                  </a:lnTo>
                  <a:lnTo>
                    <a:pt x="552" y="183"/>
                  </a:lnTo>
                  <a:lnTo>
                    <a:pt x="561" y="173"/>
                  </a:lnTo>
                  <a:lnTo>
                    <a:pt x="570" y="161"/>
                  </a:lnTo>
                  <a:lnTo>
                    <a:pt x="580" y="148"/>
                  </a:lnTo>
                  <a:lnTo>
                    <a:pt x="589" y="136"/>
                  </a:lnTo>
                  <a:lnTo>
                    <a:pt x="597" y="125"/>
                  </a:lnTo>
                  <a:lnTo>
                    <a:pt x="602" y="117"/>
                  </a:lnTo>
                  <a:lnTo>
                    <a:pt x="604" y="115"/>
                  </a:lnTo>
                  <a:lnTo>
                    <a:pt x="609" y="114"/>
                  </a:lnTo>
                  <a:lnTo>
                    <a:pt x="620" y="112"/>
                  </a:lnTo>
                  <a:lnTo>
                    <a:pt x="638" y="110"/>
                  </a:lnTo>
                  <a:lnTo>
                    <a:pt x="662" y="112"/>
                  </a:lnTo>
                  <a:lnTo>
                    <a:pt x="688" y="117"/>
                  </a:lnTo>
                  <a:lnTo>
                    <a:pt x="719" y="130"/>
                  </a:lnTo>
                  <a:lnTo>
                    <a:pt x="750" y="152"/>
                  </a:lnTo>
                  <a:lnTo>
                    <a:pt x="784" y="184"/>
                  </a:lnTo>
                  <a:lnTo>
                    <a:pt x="779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9" name="Freeform 46"/>
            <p:cNvSpPr>
              <a:spLocks/>
            </p:cNvSpPr>
            <p:nvPr/>
          </p:nvSpPr>
          <p:spPr bwMode="auto">
            <a:xfrm>
              <a:off x="95250" y="2916238"/>
              <a:ext cx="209550" cy="93663"/>
            </a:xfrm>
            <a:custGeom>
              <a:avLst/>
              <a:gdLst>
                <a:gd name="T0" fmla="*/ 0 w 264"/>
                <a:gd name="T1" fmla="*/ 34 h 117"/>
                <a:gd name="T2" fmla="*/ 0 w 264"/>
                <a:gd name="T3" fmla="*/ 117 h 117"/>
                <a:gd name="T4" fmla="*/ 2 w 264"/>
                <a:gd name="T5" fmla="*/ 116 h 117"/>
                <a:gd name="T6" fmla="*/ 8 w 264"/>
                <a:gd name="T7" fmla="*/ 115 h 117"/>
                <a:gd name="T8" fmla="*/ 16 w 264"/>
                <a:gd name="T9" fmla="*/ 111 h 117"/>
                <a:gd name="T10" fmla="*/ 29 w 264"/>
                <a:gd name="T11" fmla="*/ 108 h 117"/>
                <a:gd name="T12" fmla="*/ 43 w 264"/>
                <a:gd name="T13" fmla="*/ 104 h 117"/>
                <a:gd name="T14" fmla="*/ 60 w 264"/>
                <a:gd name="T15" fmla="*/ 100 h 117"/>
                <a:gd name="T16" fmla="*/ 78 w 264"/>
                <a:gd name="T17" fmla="*/ 95 h 117"/>
                <a:gd name="T18" fmla="*/ 98 w 264"/>
                <a:gd name="T19" fmla="*/ 91 h 117"/>
                <a:gd name="T20" fmla="*/ 117 w 264"/>
                <a:gd name="T21" fmla="*/ 87 h 117"/>
                <a:gd name="T22" fmla="*/ 139 w 264"/>
                <a:gd name="T23" fmla="*/ 85 h 117"/>
                <a:gd name="T24" fmla="*/ 160 w 264"/>
                <a:gd name="T25" fmla="*/ 82 h 117"/>
                <a:gd name="T26" fmla="*/ 181 w 264"/>
                <a:gd name="T27" fmla="*/ 81 h 117"/>
                <a:gd name="T28" fmla="*/ 201 w 264"/>
                <a:gd name="T29" fmla="*/ 81 h 117"/>
                <a:gd name="T30" fmla="*/ 221 w 264"/>
                <a:gd name="T31" fmla="*/ 84 h 117"/>
                <a:gd name="T32" fmla="*/ 238 w 264"/>
                <a:gd name="T33" fmla="*/ 87 h 117"/>
                <a:gd name="T34" fmla="*/ 254 w 264"/>
                <a:gd name="T35" fmla="*/ 93 h 117"/>
                <a:gd name="T36" fmla="*/ 254 w 264"/>
                <a:gd name="T37" fmla="*/ 92 h 117"/>
                <a:gd name="T38" fmla="*/ 252 w 264"/>
                <a:gd name="T39" fmla="*/ 89 h 117"/>
                <a:gd name="T40" fmla="*/ 250 w 264"/>
                <a:gd name="T41" fmla="*/ 85 h 117"/>
                <a:gd name="T42" fmla="*/ 244 w 264"/>
                <a:gd name="T43" fmla="*/ 80 h 117"/>
                <a:gd name="T44" fmla="*/ 237 w 264"/>
                <a:gd name="T45" fmla="*/ 74 h 117"/>
                <a:gd name="T46" fmla="*/ 229 w 264"/>
                <a:gd name="T47" fmla="*/ 71 h 117"/>
                <a:gd name="T48" fmla="*/ 218 w 264"/>
                <a:gd name="T49" fmla="*/ 67 h 117"/>
                <a:gd name="T50" fmla="*/ 203 w 264"/>
                <a:gd name="T51" fmla="*/ 65 h 117"/>
                <a:gd name="T52" fmla="*/ 204 w 264"/>
                <a:gd name="T53" fmla="*/ 65 h 117"/>
                <a:gd name="T54" fmla="*/ 208 w 264"/>
                <a:gd name="T55" fmla="*/ 64 h 117"/>
                <a:gd name="T56" fmla="*/ 214 w 264"/>
                <a:gd name="T57" fmla="*/ 62 h 117"/>
                <a:gd name="T58" fmla="*/ 221 w 264"/>
                <a:gd name="T59" fmla="*/ 61 h 117"/>
                <a:gd name="T60" fmla="*/ 230 w 264"/>
                <a:gd name="T61" fmla="*/ 61 h 117"/>
                <a:gd name="T62" fmla="*/ 239 w 264"/>
                <a:gd name="T63" fmla="*/ 62 h 117"/>
                <a:gd name="T64" fmla="*/ 249 w 264"/>
                <a:gd name="T65" fmla="*/ 65 h 117"/>
                <a:gd name="T66" fmla="*/ 258 w 264"/>
                <a:gd name="T67" fmla="*/ 71 h 117"/>
                <a:gd name="T68" fmla="*/ 260 w 264"/>
                <a:gd name="T69" fmla="*/ 63 h 117"/>
                <a:gd name="T70" fmla="*/ 264 w 264"/>
                <a:gd name="T71" fmla="*/ 44 h 117"/>
                <a:gd name="T72" fmla="*/ 262 w 264"/>
                <a:gd name="T73" fmla="*/ 24 h 117"/>
                <a:gd name="T74" fmla="*/ 254 w 264"/>
                <a:gd name="T75" fmla="*/ 10 h 117"/>
                <a:gd name="T76" fmla="*/ 250 w 264"/>
                <a:gd name="T77" fmla="*/ 8 h 117"/>
                <a:gd name="T78" fmla="*/ 244 w 264"/>
                <a:gd name="T79" fmla="*/ 5 h 117"/>
                <a:gd name="T80" fmla="*/ 236 w 264"/>
                <a:gd name="T81" fmla="*/ 3 h 117"/>
                <a:gd name="T82" fmla="*/ 226 w 264"/>
                <a:gd name="T83" fmla="*/ 2 h 117"/>
                <a:gd name="T84" fmla="*/ 214 w 264"/>
                <a:gd name="T85" fmla="*/ 1 h 117"/>
                <a:gd name="T86" fmla="*/ 201 w 264"/>
                <a:gd name="T87" fmla="*/ 0 h 117"/>
                <a:gd name="T88" fmla="*/ 186 w 264"/>
                <a:gd name="T89" fmla="*/ 0 h 117"/>
                <a:gd name="T90" fmla="*/ 170 w 264"/>
                <a:gd name="T91" fmla="*/ 0 h 117"/>
                <a:gd name="T92" fmla="*/ 153 w 264"/>
                <a:gd name="T93" fmla="*/ 1 h 117"/>
                <a:gd name="T94" fmla="*/ 135 w 264"/>
                <a:gd name="T95" fmla="*/ 3 h 117"/>
                <a:gd name="T96" fmla="*/ 115 w 264"/>
                <a:gd name="T97" fmla="*/ 5 h 117"/>
                <a:gd name="T98" fmla="*/ 94 w 264"/>
                <a:gd name="T99" fmla="*/ 9 h 117"/>
                <a:gd name="T100" fmla="*/ 71 w 264"/>
                <a:gd name="T101" fmla="*/ 13 h 117"/>
                <a:gd name="T102" fmla="*/ 48 w 264"/>
                <a:gd name="T103" fmla="*/ 19 h 117"/>
                <a:gd name="T104" fmla="*/ 25 w 264"/>
                <a:gd name="T105" fmla="*/ 26 h 117"/>
                <a:gd name="T106" fmla="*/ 0 w 264"/>
                <a:gd name="T107" fmla="*/ 3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4" h="117">
                  <a:moveTo>
                    <a:pt x="0" y="34"/>
                  </a:moveTo>
                  <a:lnTo>
                    <a:pt x="0" y="117"/>
                  </a:lnTo>
                  <a:lnTo>
                    <a:pt x="2" y="116"/>
                  </a:lnTo>
                  <a:lnTo>
                    <a:pt x="8" y="115"/>
                  </a:lnTo>
                  <a:lnTo>
                    <a:pt x="16" y="111"/>
                  </a:lnTo>
                  <a:lnTo>
                    <a:pt x="29" y="108"/>
                  </a:lnTo>
                  <a:lnTo>
                    <a:pt x="43" y="104"/>
                  </a:lnTo>
                  <a:lnTo>
                    <a:pt x="60" y="100"/>
                  </a:lnTo>
                  <a:lnTo>
                    <a:pt x="78" y="95"/>
                  </a:lnTo>
                  <a:lnTo>
                    <a:pt x="98" y="91"/>
                  </a:lnTo>
                  <a:lnTo>
                    <a:pt x="117" y="87"/>
                  </a:lnTo>
                  <a:lnTo>
                    <a:pt x="139" y="85"/>
                  </a:lnTo>
                  <a:lnTo>
                    <a:pt x="160" y="82"/>
                  </a:lnTo>
                  <a:lnTo>
                    <a:pt x="181" y="81"/>
                  </a:lnTo>
                  <a:lnTo>
                    <a:pt x="201" y="81"/>
                  </a:lnTo>
                  <a:lnTo>
                    <a:pt x="221" y="84"/>
                  </a:lnTo>
                  <a:lnTo>
                    <a:pt x="238" y="87"/>
                  </a:lnTo>
                  <a:lnTo>
                    <a:pt x="254" y="93"/>
                  </a:lnTo>
                  <a:lnTo>
                    <a:pt x="254" y="92"/>
                  </a:lnTo>
                  <a:lnTo>
                    <a:pt x="252" y="89"/>
                  </a:lnTo>
                  <a:lnTo>
                    <a:pt x="250" y="85"/>
                  </a:lnTo>
                  <a:lnTo>
                    <a:pt x="244" y="80"/>
                  </a:lnTo>
                  <a:lnTo>
                    <a:pt x="237" y="74"/>
                  </a:lnTo>
                  <a:lnTo>
                    <a:pt x="229" y="71"/>
                  </a:lnTo>
                  <a:lnTo>
                    <a:pt x="218" y="67"/>
                  </a:lnTo>
                  <a:lnTo>
                    <a:pt x="203" y="65"/>
                  </a:lnTo>
                  <a:lnTo>
                    <a:pt x="204" y="65"/>
                  </a:lnTo>
                  <a:lnTo>
                    <a:pt x="208" y="64"/>
                  </a:lnTo>
                  <a:lnTo>
                    <a:pt x="214" y="62"/>
                  </a:lnTo>
                  <a:lnTo>
                    <a:pt x="221" y="61"/>
                  </a:lnTo>
                  <a:lnTo>
                    <a:pt x="230" y="61"/>
                  </a:lnTo>
                  <a:lnTo>
                    <a:pt x="239" y="62"/>
                  </a:lnTo>
                  <a:lnTo>
                    <a:pt x="249" y="65"/>
                  </a:lnTo>
                  <a:lnTo>
                    <a:pt x="258" y="71"/>
                  </a:lnTo>
                  <a:lnTo>
                    <a:pt x="260" y="63"/>
                  </a:lnTo>
                  <a:lnTo>
                    <a:pt x="264" y="44"/>
                  </a:lnTo>
                  <a:lnTo>
                    <a:pt x="262" y="24"/>
                  </a:lnTo>
                  <a:lnTo>
                    <a:pt x="254" y="10"/>
                  </a:lnTo>
                  <a:lnTo>
                    <a:pt x="250" y="8"/>
                  </a:lnTo>
                  <a:lnTo>
                    <a:pt x="244" y="5"/>
                  </a:lnTo>
                  <a:lnTo>
                    <a:pt x="236" y="3"/>
                  </a:lnTo>
                  <a:lnTo>
                    <a:pt x="226" y="2"/>
                  </a:lnTo>
                  <a:lnTo>
                    <a:pt x="214" y="1"/>
                  </a:lnTo>
                  <a:lnTo>
                    <a:pt x="201" y="0"/>
                  </a:lnTo>
                  <a:lnTo>
                    <a:pt x="186" y="0"/>
                  </a:lnTo>
                  <a:lnTo>
                    <a:pt x="170" y="0"/>
                  </a:lnTo>
                  <a:lnTo>
                    <a:pt x="153" y="1"/>
                  </a:lnTo>
                  <a:lnTo>
                    <a:pt x="135" y="3"/>
                  </a:lnTo>
                  <a:lnTo>
                    <a:pt x="115" y="5"/>
                  </a:lnTo>
                  <a:lnTo>
                    <a:pt x="94" y="9"/>
                  </a:lnTo>
                  <a:lnTo>
                    <a:pt x="71" y="13"/>
                  </a:lnTo>
                  <a:lnTo>
                    <a:pt x="48" y="19"/>
                  </a:lnTo>
                  <a:lnTo>
                    <a:pt x="25" y="26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0" name="Freeform 47"/>
            <p:cNvSpPr>
              <a:spLocks/>
            </p:cNvSpPr>
            <p:nvPr/>
          </p:nvSpPr>
          <p:spPr bwMode="auto">
            <a:xfrm>
              <a:off x="327025" y="2925763"/>
              <a:ext cx="293688" cy="158750"/>
            </a:xfrm>
            <a:custGeom>
              <a:avLst/>
              <a:gdLst>
                <a:gd name="T0" fmla="*/ 7 w 370"/>
                <a:gd name="T1" fmla="*/ 128 h 202"/>
                <a:gd name="T2" fmla="*/ 5 w 370"/>
                <a:gd name="T3" fmla="*/ 136 h 202"/>
                <a:gd name="T4" fmla="*/ 2 w 370"/>
                <a:gd name="T5" fmla="*/ 157 h 202"/>
                <a:gd name="T6" fmla="*/ 0 w 370"/>
                <a:gd name="T7" fmla="*/ 181 h 202"/>
                <a:gd name="T8" fmla="*/ 4 w 370"/>
                <a:gd name="T9" fmla="*/ 202 h 202"/>
                <a:gd name="T10" fmla="*/ 6 w 370"/>
                <a:gd name="T11" fmla="*/ 202 h 202"/>
                <a:gd name="T12" fmla="*/ 14 w 370"/>
                <a:gd name="T13" fmla="*/ 200 h 202"/>
                <a:gd name="T14" fmla="*/ 26 w 370"/>
                <a:gd name="T15" fmla="*/ 199 h 202"/>
                <a:gd name="T16" fmla="*/ 42 w 370"/>
                <a:gd name="T17" fmla="*/ 198 h 202"/>
                <a:gd name="T18" fmla="*/ 60 w 370"/>
                <a:gd name="T19" fmla="*/ 196 h 202"/>
                <a:gd name="T20" fmla="*/ 83 w 370"/>
                <a:gd name="T21" fmla="*/ 192 h 202"/>
                <a:gd name="T22" fmla="*/ 107 w 370"/>
                <a:gd name="T23" fmla="*/ 189 h 202"/>
                <a:gd name="T24" fmla="*/ 133 w 370"/>
                <a:gd name="T25" fmla="*/ 184 h 202"/>
                <a:gd name="T26" fmla="*/ 160 w 370"/>
                <a:gd name="T27" fmla="*/ 180 h 202"/>
                <a:gd name="T28" fmla="*/ 189 w 370"/>
                <a:gd name="T29" fmla="*/ 174 h 202"/>
                <a:gd name="T30" fmla="*/ 218 w 370"/>
                <a:gd name="T31" fmla="*/ 166 h 202"/>
                <a:gd name="T32" fmla="*/ 247 w 370"/>
                <a:gd name="T33" fmla="*/ 158 h 202"/>
                <a:gd name="T34" fmla="*/ 274 w 370"/>
                <a:gd name="T35" fmla="*/ 150 h 202"/>
                <a:gd name="T36" fmla="*/ 301 w 370"/>
                <a:gd name="T37" fmla="*/ 139 h 202"/>
                <a:gd name="T38" fmla="*/ 325 w 370"/>
                <a:gd name="T39" fmla="*/ 128 h 202"/>
                <a:gd name="T40" fmla="*/ 348 w 370"/>
                <a:gd name="T41" fmla="*/ 115 h 202"/>
                <a:gd name="T42" fmla="*/ 333 w 370"/>
                <a:gd name="T43" fmla="*/ 98 h 202"/>
                <a:gd name="T44" fmla="*/ 365 w 370"/>
                <a:gd name="T45" fmla="*/ 69 h 202"/>
                <a:gd name="T46" fmla="*/ 333 w 370"/>
                <a:gd name="T47" fmla="*/ 58 h 202"/>
                <a:gd name="T48" fmla="*/ 370 w 370"/>
                <a:gd name="T49" fmla="*/ 22 h 202"/>
                <a:gd name="T50" fmla="*/ 333 w 370"/>
                <a:gd name="T51" fmla="*/ 25 h 202"/>
                <a:gd name="T52" fmla="*/ 348 w 370"/>
                <a:gd name="T53" fmla="*/ 0 h 202"/>
                <a:gd name="T54" fmla="*/ 347 w 370"/>
                <a:gd name="T55" fmla="*/ 1 h 202"/>
                <a:gd name="T56" fmla="*/ 341 w 370"/>
                <a:gd name="T57" fmla="*/ 6 h 202"/>
                <a:gd name="T58" fmla="*/ 333 w 370"/>
                <a:gd name="T59" fmla="*/ 12 h 202"/>
                <a:gd name="T60" fmla="*/ 323 w 370"/>
                <a:gd name="T61" fmla="*/ 20 h 202"/>
                <a:gd name="T62" fmla="*/ 309 w 370"/>
                <a:gd name="T63" fmla="*/ 30 h 202"/>
                <a:gd name="T64" fmla="*/ 293 w 370"/>
                <a:gd name="T65" fmla="*/ 40 h 202"/>
                <a:gd name="T66" fmla="*/ 273 w 370"/>
                <a:gd name="T67" fmla="*/ 52 h 202"/>
                <a:gd name="T68" fmla="*/ 252 w 370"/>
                <a:gd name="T69" fmla="*/ 63 h 202"/>
                <a:gd name="T70" fmla="*/ 228 w 370"/>
                <a:gd name="T71" fmla="*/ 76 h 202"/>
                <a:gd name="T72" fmla="*/ 202 w 370"/>
                <a:gd name="T73" fmla="*/ 88 h 202"/>
                <a:gd name="T74" fmla="*/ 174 w 370"/>
                <a:gd name="T75" fmla="*/ 98 h 202"/>
                <a:gd name="T76" fmla="*/ 144 w 370"/>
                <a:gd name="T77" fmla="*/ 108 h 202"/>
                <a:gd name="T78" fmla="*/ 112 w 370"/>
                <a:gd name="T79" fmla="*/ 116 h 202"/>
                <a:gd name="T80" fmla="*/ 78 w 370"/>
                <a:gd name="T81" fmla="*/ 122 h 202"/>
                <a:gd name="T82" fmla="*/ 44 w 370"/>
                <a:gd name="T83" fmla="*/ 127 h 202"/>
                <a:gd name="T84" fmla="*/ 7 w 370"/>
                <a:gd name="T85" fmla="*/ 12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0" h="202">
                  <a:moveTo>
                    <a:pt x="7" y="128"/>
                  </a:moveTo>
                  <a:lnTo>
                    <a:pt x="5" y="136"/>
                  </a:lnTo>
                  <a:lnTo>
                    <a:pt x="2" y="157"/>
                  </a:lnTo>
                  <a:lnTo>
                    <a:pt x="0" y="181"/>
                  </a:lnTo>
                  <a:lnTo>
                    <a:pt x="4" y="202"/>
                  </a:lnTo>
                  <a:lnTo>
                    <a:pt x="6" y="202"/>
                  </a:lnTo>
                  <a:lnTo>
                    <a:pt x="14" y="200"/>
                  </a:lnTo>
                  <a:lnTo>
                    <a:pt x="26" y="199"/>
                  </a:lnTo>
                  <a:lnTo>
                    <a:pt x="42" y="198"/>
                  </a:lnTo>
                  <a:lnTo>
                    <a:pt x="60" y="196"/>
                  </a:lnTo>
                  <a:lnTo>
                    <a:pt x="83" y="192"/>
                  </a:lnTo>
                  <a:lnTo>
                    <a:pt x="107" y="189"/>
                  </a:lnTo>
                  <a:lnTo>
                    <a:pt x="133" y="184"/>
                  </a:lnTo>
                  <a:lnTo>
                    <a:pt x="160" y="180"/>
                  </a:lnTo>
                  <a:lnTo>
                    <a:pt x="189" y="174"/>
                  </a:lnTo>
                  <a:lnTo>
                    <a:pt x="218" y="166"/>
                  </a:lnTo>
                  <a:lnTo>
                    <a:pt x="247" y="158"/>
                  </a:lnTo>
                  <a:lnTo>
                    <a:pt x="274" y="150"/>
                  </a:lnTo>
                  <a:lnTo>
                    <a:pt x="301" y="139"/>
                  </a:lnTo>
                  <a:lnTo>
                    <a:pt x="325" y="128"/>
                  </a:lnTo>
                  <a:lnTo>
                    <a:pt x="348" y="115"/>
                  </a:lnTo>
                  <a:lnTo>
                    <a:pt x="333" y="98"/>
                  </a:lnTo>
                  <a:lnTo>
                    <a:pt x="365" y="69"/>
                  </a:lnTo>
                  <a:lnTo>
                    <a:pt x="333" y="58"/>
                  </a:lnTo>
                  <a:lnTo>
                    <a:pt x="370" y="22"/>
                  </a:lnTo>
                  <a:lnTo>
                    <a:pt x="333" y="25"/>
                  </a:lnTo>
                  <a:lnTo>
                    <a:pt x="348" y="0"/>
                  </a:lnTo>
                  <a:lnTo>
                    <a:pt x="347" y="1"/>
                  </a:lnTo>
                  <a:lnTo>
                    <a:pt x="341" y="6"/>
                  </a:lnTo>
                  <a:lnTo>
                    <a:pt x="333" y="12"/>
                  </a:lnTo>
                  <a:lnTo>
                    <a:pt x="323" y="20"/>
                  </a:lnTo>
                  <a:lnTo>
                    <a:pt x="309" y="30"/>
                  </a:lnTo>
                  <a:lnTo>
                    <a:pt x="293" y="40"/>
                  </a:lnTo>
                  <a:lnTo>
                    <a:pt x="273" y="52"/>
                  </a:lnTo>
                  <a:lnTo>
                    <a:pt x="252" y="63"/>
                  </a:lnTo>
                  <a:lnTo>
                    <a:pt x="228" y="76"/>
                  </a:lnTo>
                  <a:lnTo>
                    <a:pt x="202" y="88"/>
                  </a:lnTo>
                  <a:lnTo>
                    <a:pt x="174" y="98"/>
                  </a:lnTo>
                  <a:lnTo>
                    <a:pt x="144" y="108"/>
                  </a:lnTo>
                  <a:lnTo>
                    <a:pt x="112" y="116"/>
                  </a:lnTo>
                  <a:lnTo>
                    <a:pt x="78" y="122"/>
                  </a:lnTo>
                  <a:lnTo>
                    <a:pt x="44" y="127"/>
                  </a:lnTo>
                  <a:lnTo>
                    <a:pt x="7" y="128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1" name="Freeform 48"/>
            <p:cNvSpPr>
              <a:spLocks/>
            </p:cNvSpPr>
            <p:nvPr/>
          </p:nvSpPr>
          <p:spPr bwMode="auto">
            <a:xfrm>
              <a:off x="920750" y="2968626"/>
              <a:ext cx="534988" cy="109538"/>
            </a:xfrm>
            <a:custGeom>
              <a:avLst/>
              <a:gdLst>
                <a:gd name="T0" fmla="*/ 3 w 676"/>
                <a:gd name="T1" fmla="*/ 4 h 140"/>
                <a:gd name="T2" fmla="*/ 18 w 676"/>
                <a:gd name="T3" fmla="*/ 2 h 140"/>
                <a:gd name="T4" fmla="*/ 44 w 676"/>
                <a:gd name="T5" fmla="*/ 1 h 140"/>
                <a:gd name="T6" fmla="*/ 80 w 676"/>
                <a:gd name="T7" fmla="*/ 0 h 140"/>
                <a:gd name="T8" fmla="*/ 121 w 676"/>
                <a:gd name="T9" fmla="*/ 1 h 140"/>
                <a:gd name="T10" fmla="*/ 166 w 676"/>
                <a:gd name="T11" fmla="*/ 4 h 140"/>
                <a:gd name="T12" fmla="*/ 211 w 676"/>
                <a:gd name="T13" fmla="*/ 8 h 140"/>
                <a:gd name="T14" fmla="*/ 252 w 676"/>
                <a:gd name="T15" fmla="*/ 16 h 140"/>
                <a:gd name="T16" fmla="*/ 273 w 676"/>
                <a:gd name="T17" fmla="*/ 23 h 140"/>
                <a:gd name="T18" fmla="*/ 287 w 676"/>
                <a:gd name="T19" fmla="*/ 29 h 140"/>
                <a:gd name="T20" fmla="*/ 312 w 676"/>
                <a:gd name="T21" fmla="*/ 39 h 140"/>
                <a:gd name="T22" fmla="*/ 344 w 676"/>
                <a:gd name="T23" fmla="*/ 51 h 140"/>
                <a:gd name="T24" fmla="*/ 381 w 676"/>
                <a:gd name="T25" fmla="*/ 62 h 140"/>
                <a:gd name="T26" fmla="*/ 420 w 676"/>
                <a:gd name="T27" fmla="*/ 69 h 140"/>
                <a:gd name="T28" fmla="*/ 456 w 676"/>
                <a:gd name="T29" fmla="*/ 72 h 140"/>
                <a:gd name="T30" fmla="*/ 488 w 676"/>
                <a:gd name="T31" fmla="*/ 66 h 140"/>
                <a:gd name="T32" fmla="*/ 501 w 676"/>
                <a:gd name="T33" fmla="*/ 55 h 140"/>
                <a:gd name="T34" fmla="*/ 509 w 676"/>
                <a:gd name="T35" fmla="*/ 37 h 140"/>
                <a:gd name="T36" fmla="*/ 542 w 676"/>
                <a:gd name="T37" fmla="*/ 16 h 140"/>
                <a:gd name="T38" fmla="*/ 617 w 676"/>
                <a:gd name="T39" fmla="*/ 12 h 140"/>
                <a:gd name="T40" fmla="*/ 676 w 676"/>
                <a:gd name="T41" fmla="*/ 91 h 140"/>
                <a:gd name="T42" fmla="*/ 660 w 676"/>
                <a:gd name="T43" fmla="*/ 81 h 140"/>
                <a:gd name="T44" fmla="*/ 621 w 676"/>
                <a:gd name="T45" fmla="*/ 61 h 140"/>
                <a:gd name="T46" fmla="*/ 568 w 676"/>
                <a:gd name="T47" fmla="*/ 54 h 140"/>
                <a:gd name="T48" fmla="*/ 513 w 676"/>
                <a:gd name="T49" fmla="*/ 81 h 140"/>
                <a:gd name="T50" fmla="*/ 508 w 676"/>
                <a:gd name="T51" fmla="*/ 93 h 140"/>
                <a:gd name="T52" fmla="*/ 491 w 676"/>
                <a:gd name="T53" fmla="*/ 120 h 140"/>
                <a:gd name="T54" fmla="*/ 455 w 676"/>
                <a:gd name="T55" fmla="*/ 140 h 140"/>
                <a:gd name="T56" fmla="*/ 399 w 676"/>
                <a:gd name="T57" fmla="*/ 131 h 140"/>
                <a:gd name="T58" fmla="*/ 394 w 676"/>
                <a:gd name="T59" fmla="*/ 129 h 140"/>
                <a:gd name="T60" fmla="*/ 379 w 676"/>
                <a:gd name="T61" fmla="*/ 123 h 140"/>
                <a:gd name="T62" fmla="*/ 354 w 676"/>
                <a:gd name="T63" fmla="*/ 117 h 140"/>
                <a:gd name="T64" fmla="*/ 317 w 676"/>
                <a:gd name="T65" fmla="*/ 106 h 140"/>
                <a:gd name="T66" fmla="*/ 265 w 676"/>
                <a:gd name="T67" fmla="*/ 97 h 140"/>
                <a:gd name="T68" fmla="*/ 201 w 676"/>
                <a:gd name="T69" fmla="*/ 88 h 140"/>
                <a:gd name="T70" fmla="*/ 120 w 676"/>
                <a:gd name="T71" fmla="*/ 80 h 140"/>
                <a:gd name="T72" fmla="*/ 23 w 676"/>
                <a:gd name="T73" fmla="*/ 74 h 140"/>
                <a:gd name="T74" fmla="*/ 15 w 676"/>
                <a:gd name="T75" fmla="*/ 44 h 140"/>
                <a:gd name="T76" fmla="*/ 8 w 676"/>
                <a:gd name="T77" fmla="*/ 22 h 140"/>
                <a:gd name="T78" fmla="*/ 0 w 676"/>
                <a:gd name="T79" fmla="*/ 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76" h="140">
                  <a:moveTo>
                    <a:pt x="0" y="4"/>
                  </a:moveTo>
                  <a:lnTo>
                    <a:pt x="3" y="4"/>
                  </a:lnTo>
                  <a:lnTo>
                    <a:pt x="8" y="4"/>
                  </a:lnTo>
                  <a:lnTo>
                    <a:pt x="18" y="2"/>
                  </a:lnTo>
                  <a:lnTo>
                    <a:pt x="29" y="2"/>
                  </a:lnTo>
                  <a:lnTo>
                    <a:pt x="44" y="1"/>
                  </a:lnTo>
                  <a:lnTo>
                    <a:pt x="61" y="1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21" y="1"/>
                  </a:lnTo>
                  <a:lnTo>
                    <a:pt x="144" y="2"/>
                  </a:lnTo>
                  <a:lnTo>
                    <a:pt x="166" y="4"/>
                  </a:lnTo>
                  <a:lnTo>
                    <a:pt x="189" y="6"/>
                  </a:lnTo>
                  <a:lnTo>
                    <a:pt x="211" y="8"/>
                  </a:lnTo>
                  <a:lnTo>
                    <a:pt x="232" y="12"/>
                  </a:lnTo>
                  <a:lnTo>
                    <a:pt x="252" y="16"/>
                  </a:lnTo>
                  <a:lnTo>
                    <a:pt x="271" y="22"/>
                  </a:lnTo>
                  <a:lnTo>
                    <a:pt x="273" y="23"/>
                  </a:lnTo>
                  <a:lnTo>
                    <a:pt x="278" y="26"/>
                  </a:lnTo>
                  <a:lnTo>
                    <a:pt x="287" y="29"/>
                  </a:lnTo>
                  <a:lnTo>
                    <a:pt x="298" y="34"/>
                  </a:lnTo>
                  <a:lnTo>
                    <a:pt x="312" y="39"/>
                  </a:lnTo>
                  <a:lnTo>
                    <a:pt x="327" y="45"/>
                  </a:lnTo>
                  <a:lnTo>
                    <a:pt x="344" y="51"/>
                  </a:lnTo>
                  <a:lnTo>
                    <a:pt x="363" y="57"/>
                  </a:lnTo>
                  <a:lnTo>
                    <a:pt x="381" y="62"/>
                  </a:lnTo>
                  <a:lnTo>
                    <a:pt x="401" y="67"/>
                  </a:lnTo>
                  <a:lnTo>
                    <a:pt x="420" y="69"/>
                  </a:lnTo>
                  <a:lnTo>
                    <a:pt x="439" y="72"/>
                  </a:lnTo>
                  <a:lnTo>
                    <a:pt x="456" y="72"/>
                  </a:lnTo>
                  <a:lnTo>
                    <a:pt x="473" y="70"/>
                  </a:lnTo>
                  <a:lnTo>
                    <a:pt x="488" y="66"/>
                  </a:lnTo>
                  <a:lnTo>
                    <a:pt x="501" y="59"/>
                  </a:lnTo>
                  <a:lnTo>
                    <a:pt x="501" y="55"/>
                  </a:lnTo>
                  <a:lnTo>
                    <a:pt x="503" y="47"/>
                  </a:lnTo>
                  <a:lnTo>
                    <a:pt x="509" y="37"/>
                  </a:lnTo>
                  <a:lnTo>
                    <a:pt x="522" y="26"/>
                  </a:lnTo>
                  <a:lnTo>
                    <a:pt x="542" y="16"/>
                  </a:lnTo>
                  <a:lnTo>
                    <a:pt x="574" y="11"/>
                  </a:lnTo>
                  <a:lnTo>
                    <a:pt x="617" y="12"/>
                  </a:lnTo>
                  <a:lnTo>
                    <a:pt x="676" y="22"/>
                  </a:lnTo>
                  <a:lnTo>
                    <a:pt x="676" y="91"/>
                  </a:lnTo>
                  <a:lnTo>
                    <a:pt x="671" y="88"/>
                  </a:lnTo>
                  <a:lnTo>
                    <a:pt x="660" y="81"/>
                  </a:lnTo>
                  <a:lnTo>
                    <a:pt x="643" y="70"/>
                  </a:lnTo>
                  <a:lnTo>
                    <a:pt x="621" y="61"/>
                  </a:lnTo>
                  <a:lnTo>
                    <a:pt x="594" y="55"/>
                  </a:lnTo>
                  <a:lnTo>
                    <a:pt x="568" y="54"/>
                  </a:lnTo>
                  <a:lnTo>
                    <a:pt x="539" y="62"/>
                  </a:lnTo>
                  <a:lnTo>
                    <a:pt x="513" y="81"/>
                  </a:lnTo>
                  <a:lnTo>
                    <a:pt x="511" y="84"/>
                  </a:lnTo>
                  <a:lnTo>
                    <a:pt x="508" y="93"/>
                  </a:lnTo>
                  <a:lnTo>
                    <a:pt x="501" y="106"/>
                  </a:lnTo>
                  <a:lnTo>
                    <a:pt x="491" y="120"/>
                  </a:lnTo>
                  <a:lnTo>
                    <a:pt x="475" y="131"/>
                  </a:lnTo>
                  <a:lnTo>
                    <a:pt x="455" y="140"/>
                  </a:lnTo>
                  <a:lnTo>
                    <a:pt x="430" y="140"/>
                  </a:lnTo>
                  <a:lnTo>
                    <a:pt x="399" y="131"/>
                  </a:lnTo>
                  <a:lnTo>
                    <a:pt x="397" y="131"/>
                  </a:lnTo>
                  <a:lnTo>
                    <a:pt x="394" y="129"/>
                  </a:lnTo>
                  <a:lnTo>
                    <a:pt x="388" y="127"/>
                  </a:lnTo>
                  <a:lnTo>
                    <a:pt x="379" y="123"/>
                  </a:lnTo>
                  <a:lnTo>
                    <a:pt x="369" y="120"/>
                  </a:lnTo>
                  <a:lnTo>
                    <a:pt x="354" y="117"/>
                  </a:lnTo>
                  <a:lnTo>
                    <a:pt x="336" y="112"/>
                  </a:lnTo>
                  <a:lnTo>
                    <a:pt x="317" y="106"/>
                  </a:lnTo>
                  <a:lnTo>
                    <a:pt x="293" y="102"/>
                  </a:lnTo>
                  <a:lnTo>
                    <a:pt x="265" y="97"/>
                  </a:lnTo>
                  <a:lnTo>
                    <a:pt x="235" y="92"/>
                  </a:lnTo>
                  <a:lnTo>
                    <a:pt x="201" y="88"/>
                  </a:lnTo>
                  <a:lnTo>
                    <a:pt x="163" y="83"/>
                  </a:lnTo>
                  <a:lnTo>
                    <a:pt x="120" y="80"/>
                  </a:lnTo>
                  <a:lnTo>
                    <a:pt x="74" y="76"/>
                  </a:lnTo>
                  <a:lnTo>
                    <a:pt x="23" y="74"/>
                  </a:lnTo>
                  <a:lnTo>
                    <a:pt x="45" y="66"/>
                  </a:lnTo>
                  <a:lnTo>
                    <a:pt x="15" y="44"/>
                  </a:lnTo>
                  <a:lnTo>
                    <a:pt x="45" y="44"/>
                  </a:lnTo>
                  <a:lnTo>
                    <a:pt x="8" y="22"/>
                  </a:lnTo>
                  <a:lnTo>
                    <a:pt x="37" y="2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1072" name="Group 1071"/>
          <p:cNvGrpSpPr/>
          <p:nvPr/>
        </p:nvGrpSpPr>
        <p:grpSpPr>
          <a:xfrm>
            <a:off x="1747838" y="53975"/>
            <a:ext cx="746125" cy="955675"/>
            <a:chOff x="1747838" y="53975"/>
            <a:chExt cx="746125" cy="955675"/>
          </a:xfrm>
        </p:grpSpPr>
        <p:sp>
          <p:nvSpPr>
            <p:cNvPr id="1054" name="AutoShape 51"/>
            <p:cNvSpPr>
              <a:spLocks noChangeAspect="1" noChangeArrowheads="1" noTextEdit="1"/>
            </p:cNvSpPr>
            <p:nvPr/>
          </p:nvSpPr>
          <p:spPr bwMode="auto">
            <a:xfrm>
              <a:off x="1747838" y="53975"/>
              <a:ext cx="746125" cy="955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6" name="Freeform 54"/>
            <p:cNvSpPr>
              <a:spLocks/>
            </p:cNvSpPr>
            <p:nvPr/>
          </p:nvSpPr>
          <p:spPr bwMode="auto">
            <a:xfrm>
              <a:off x="2087563" y="117475"/>
              <a:ext cx="139700" cy="341313"/>
            </a:xfrm>
            <a:custGeom>
              <a:avLst/>
              <a:gdLst>
                <a:gd name="T0" fmla="*/ 238 w 352"/>
                <a:gd name="T1" fmla="*/ 99 h 860"/>
                <a:gd name="T2" fmla="*/ 255 w 352"/>
                <a:gd name="T3" fmla="*/ 100 h 860"/>
                <a:gd name="T4" fmla="*/ 270 w 352"/>
                <a:gd name="T5" fmla="*/ 102 h 860"/>
                <a:gd name="T6" fmla="*/ 286 w 352"/>
                <a:gd name="T7" fmla="*/ 107 h 860"/>
                <a:gd name="T8" fmla="*/ 301 w 352"/>
                <a:gd name="T9" fmla="*/ 113 h 860"/>
                <a:gd name="T10" fmla="*/ 315 w 352"/>
                <a:gd name="T11" fmla="*/ 121 h 860"/>
                <a:gd name="T12" fmla="*/ 328 w 352"/>
                <a:gd name="T13" fmla="*/ 129 h 860"/>
                <a:gd name="T14" fmla="*/ 340 w 352"/>
                <a:gd name="T15" fmla="*/ 140 h 860"/>
                <a:gd name="T16" fmla="*/ 352 w 352"/>
                <a:gd name="T17" fmla="*/ 151 h 860"/>
                <a:gd name="T18" fmla="*/ 340 w 352"/>
                <a:gd name="T19" fmla="*/ 119 h 860"/>
                <a:gd name="T20" fmla="*/ 326 w 352"/>
                <a:gd name="T21" fmla="*/ 90 h 860"/>
                <a:gd name="T22" fmla="*/ 308 w 352"/>
                <a:gd name="T23" fmla="*/ 64 h 860"/>
                <a:gd name="T24" fmla="*/ 286 w 352"/>
                <a:gd name="T25" fmla="*/ 42 h 860"/>
                <a:gd name="T26" fmla="*/ 263 w 352"/>
                <a:gd name="T27" fmla="*/ 24 h 860"/>
                <a:gd name="T28" fmla="*/ 238 w 352"/>
                <a:gd name="T29" fmla="*/ 11 h 860"/>
                <a:gd name="T30" fmla="*/ 210 w 352"/>
                <a:gd name="T31" fmla="*/ 2 h 860"/>
                <a:gd name="T32" fmla="*/ 181 w 352"/>
                <a:gd name="T33" fmla="*/ 0 h 860"/>
                <a:gd name="T34" fmla="*/ 151 w 352"/>
                <a:gd name="T35" fmla="*/ 3 h 860"/>
                <a:gd name="T36" fmla="*/ 122 w 352"/>
                <a:gd name="T37" fmla="*/ 13 h 860"/>
                <a:gd name="T38" fmla="*/ 95 w 352"/>
                <a:gd name="T39" fmla="*/ 29 h 860"/>
                <a:gd name="T40" fmla="*/ 70 w 352"/>
                <a:gd name="T41" fmla="*/ 49 h 860"/>
                <a:gd name="T42" fmla="*/ 49 w 352"/>
                <a:gd name="T43" fmla="*/ 75 h 860"/>
                <a:gd name="T44" fmla="*/ 31 w 352"/>
                <a:gd name="T45" fmla="*/ 104 h 860"/>
                <a:gd name="T46" fmla="*/ 17 w 352"/>
                <a:gd name="T47" fmla="*/ 136 h 860"/>
                <a:gd name="T48" fmla="*/ 6 w 352"/>
                <a:gd name="T49" fmla="*/ 173 h 860"/>
                <a:gd name="T50" fmla="*/ 2 w 352"/>
                <a:gd name="T51" fmla="*/ 173 h 860"/>
                <a:gd name="T52" fmla="*/ 2 w 352"/>
                <a:gd name="T53" fmla="*/ 194 h 860"/>
                <a:gd name="T54" fmla="*/ 1 w 352"/>
                <a:gd name="T55" fmla="*/ 204 h 860"/>
                <a:gd name="T56" fmla="*/ 1 w 352"/>
                <a:gd name="T57" fmla="*/ 215 h 860"/>
                <a:gd name="T58" fmla="*/ 0 w 352"/>
                <a:gd name="T59" fmla="*/ 224 h 860"/>
                <a:gd name="T60" fmla="*/ 0 w 352"/>
                <a:gd name="T61" fmla="*/ 235 h 860"/>
                <a:gd name="T62" fmla="*/ 0 w 352"/>
                <a:gd name="T63" fmla="*/ 245 h 860"/>
                <a:gd name="T64" fmla="*/ 1 w 352"/>
                <a:gd name="T65" fmla="*/ 256 h 860"/>
                <a:gd name="T66" fmla="*/ 1 w 352"/>
                <a:gd name="T67" fmla="*/ 267 h 860"/>
                <a:gd name="T68" fmla="*/ 2 w 352"/>
                <a:gd name="T69" fmla="*/ 276 h 860"/>
                <a:gd name="T70" fmla="*/ 2 w 352"/>
                <a:gd name="T71" fmla="*/ 860 h 860"/>
                <a:gd name="T72" fmla="*/ 87 w 352"/>
                <a:gd name="T73" fmla="*/ 860 h 860"/>
                <a:gd name="T74" fmla="*/ 87 w 352"/>
                <a:gd name="T75" fmla="*/ 210 h 860"/>
                <a:gd name="T76" fmla="*/ 98 w 352"/>
                <a:gd name="T77" fmla="*/ 187 h 860"/>
                <a:gd name="T78" fmla="*/ 112 w 352"/>
                <a:gd name="T79" fmla="*/ 165 h 860"/>
                <a:gd name="T80" fmla="*/ 128 w 352"/>
                <a:gd name="T81" fmla="*/ 146 h 860"/>
                <a:gd name="T82" fmla="*/ 147 w 352"/>
                <a:gd name="T83" fmla="*/ 130 h 860"/>
                <a:gd name="T84" fmla="*/ 168 w 352"/>
                <a:gd name="T85" fmla="*/ 117 h 860"/>
                <a:gd name="T86" fmla="*/ 189 w 352"/>
                <a:gd name="T87" fmla="*/ 107 h 860"/>
                <a:gd name="T88" fmla="*/ 212 w 352"/>
                <a:gd name="T89" fmla="*/ 101 h 860"/>
                <a:gd name="T90" fmla="*/ 238 w 352"/>
                <a:gd name="T91" fmla="*/ 99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2" h="860">
                  <a:moveTo>
                    <a:pt x="238" y="99"/>
                  </a:moveTo>
                  <a:lnTo>
                    <a:pt x="255" y="100"/>
                  </a:lnTo>
                  <a:lnTo>
                    <a:pt x="270" y="102"/>
                  </a:lnTo>
                  <a:lnTo>
                    <a:pt x="286" y="107"/>
                  </a:lnTo>
                  <a:lnTo>
                    <a:pt x="301" y="113"/>
                  </a:lnTo>
                  <a:lnTo>
                    <a:pt x="315" y="121"/>
                  </a:lnTo>
                  <a:lnTo>
                    <a:pt x="328" y="129"/>
                  </a:lnTo>
                  <a:lnTo>
                    <a:pt x="340" y="140"/>
                  </a:lnTo>
                  <a:lnTo>
                    <a:pt x="352" y="151"/>
                  </a:lnTo>
                  <a:lnTo>
                    <a:pt x="340" y="119"/>
                  </a:lnTo>
                  <a:lnTo>
                    <a:pt x="326" y="90"/>
                  </a:lnTo>
                  <a:lnTo>
                    <a:pt x="308" y="64"/>
                  </a:lnTo>
                  <a:lnTo>
                    <a:pt x="286" y="42"/>
                  </a:lnTo>
                  <a:lnTo>
                    <a:pt x="263" y="24"/>
                  </a:lnTo>
                  <a:lnTo>
                    <a:pt x="238" y="11"/>
                  </a:lnTo>
                  <a:lnTo>
                    <a:pt x="210" y="2"/>
                  </a:lnTo>
                  <a:lnTo>
                    <a:pt x="181" y="0"/>
                  </a:lnTo>
                  <a:lnTo>
                    <a:pt x="151" y="3"/>
                  </a:lnTo>
                  <a:lnTo>
                    <a:pt x="122" y="13"/>
                  </a:lnTo>
                  <a:lnTo>
                    <a:pt x="95" y="29"/>
                  </a:lnTo>
                  <a:lnTo>
                    <a:pt x="70" y="49"/>
                  </a:lnTo>
                  <a:lnTo>
                    <a:pt x="49" y="75"/>
                  </a:lnTo>
                  <a:lnTo>
                    <a:pt x="31" y="104"/>
                  </a:lnTo>
                  <a:lnTo>
                    <a:pt x="17" y="136"/>
                  </a:lnTo>
                  <a:lnTo>
                    <a:pt x="6" y="173"/>
                  </a:lnTo>
                  <a:lnTo>
                    <a:pt x="2" y="173"/>
                  </a:lnTo>
                  <a:lnTo>
                    <a:pt x="2" y="194"/>
                  </a:lnTo>
                  <a:lnTo>
                    <a:pt x="1" y="204"/>
                  </a:lnTo>
                  <a:lnTo>
                    <a:pt x="1" y="215"/>
                  </a:lnTo>
                  <a:lnTo>
                    <a:pt x="0" y="224"/>
                  </a:lnTo>
                  <a:lnTo>
                    <a:pt x="0" y="235"/>
                  </a:lnTo>
                  <a:lnTo>
                    <a:pt x="0" y="245"/>
                  </a:lnTo>
                  <a:lnTo>
                    <a:pt x="1" y="256"/>
                  </a:lnTo>
                  <a:lnTo>
                    <a:pt x="1" y="267"/>
                  </a:lnTo>
                  <a:lnTo>
                    <a:pt x="2" y="276"/>
                  </a:lnTo>
                  <a:lnTo>
                    <a:pt x="2" y="860"/>
                  </a:lnTo>
                  <a:lnTo>
                    <a:pt x="87" y="860"/>
                  </a:lnTo>
                  <a:lnTo>
                    <a:pt x="87" y="210"/>
                  </a:lnTo>
                  <a:lnTo>
                    <a:pt x="98" y="187"/>
                  </a:lnTo>
                  <a:lnTo>
                    <a:pt x="112" y="165"/>
                  </a:lnTo>
                  <a:lnTo>
                    <a:pt x="128" y="146"/>
                  </a:lnTo>
                  <a:lnTo>
                    <a:pt x="147" y="130"/>
                  </a:lnTo>
                  <a:lnTo>
                    <a:pt x="168" y="117"/>
                  </a:lnTo>
                  <a:lnTo>
                    <a:pt x="189" y="107"/>
                  </a:lnTo>
                  <a:lnTo>
                    <a:pt x="212" y="101"/>
                  </a:lnTo>
                  <a:lnTo>
                    <a:pt x="238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7" name="Freeform 55"/>
            <p:cNvSpPr>
              <a:spLocks/>
            </p:cNvSpPr>
            <p:nvPr/>
          </p:nvSpPr>
          <p:spPr bwMode="auto">
            <a:xfrm>
              <a:off x="1884363" y="53975"/>
              <a:ext cx="461963" cy="955675"/>
            </a:xfrm>
            <a:custGeom>
              <a:avLst/>
              <a:gdLst>
                <a:gd name="T0" fmla="*/ 1123 w 1164"/>
                <a:gd name="T1" fmla="*/ 13 h 2408"/>
                <a:gd name="T2" fmla="*/ 1071 w 1164"/>
                <a:gd name="T3" fmla="*/ 1 h 2408"/>
                <a:gd name="T4" fmla="*/ 1015 w 1164"/>
                <a:gd name="T5" fmla="*/ 5 h 2408"/>
                <a:gd name="T6" fmla="*/ 974 w 1164"/>
                <a:gd name="T7" fmla="*/ 25 h 2408"/>
                <a:gd name="T8" fmla="*/ 812 w 1164"/>
                <a:gd name="T9" fmla="*/ 490 h 2408"/>
                <a:gd name="T10" fmla="*/ 765 w 1164"/>
                <a:gd name="T11" fmla="*/ 449 h 2408"/>
                <a:gd name="T12" fmla="*/ 698 w 1164"/>
                <a:gd name="T13" fmla="*/ 443 h 2408"/>
                <a:gd name="T14" fmla="*/ 621 w 1164"/>
                <a:gd name="T15" fmla="*/ 511 h 2408"/>
                <a:gd name="T16" fmla="*/ 600 w 1164"/>
                <a:gd name="T17" fmla="*/ 604 h 2408"/>
                <a:gd name="T18" fmla="*/ 557 w 1164"/>
                <a:gd name="T19" fmla="*/ 594 h 2408"/>
                <a:gd name="T20" fmla="*/ 506 w 1164"/>
                <a:gd name="T21" fmla="*/ 566 h 2408"/>
                <a:gd name="T22" fmla="*/ 443 w 1164"/>
                <a:gd name="T23" fmla="*/ 534 h 2408"/>
                <a:gd name="T24" fmla="*/ 348 w 1164"/>
                <a:gd name="T25" fmla="*/ 562 h 2408"/>
                <a:gd name="T26" fmla="*/ 290 w 1164"/>
                <a:gd name="T27" fmla="*/ 670 h 2408"/>
                <a:gd name="T28" fmla="*/ 291 w 1164"/>
                <a:gd name="T29" fmla="*/ 739 h 2408"/>
                <a:gd name="T30" fmla="*/ 280 w 1164"/>
                <a:gd name="T31" fmla="*/ 745 h 2408"/>
                <a:gd name="T32" fmla="*/ 261 w 1164"/>
                <a:gd name="T33" fmla="*/ 743 h 2408"/>
                <a:gd name="T34" fmla="*/ 187 w 1164"/>
                <a:gd name="T35" fmla="*/ 770 h 2408"/>
                <a:gd name="T36" fmla="*/ 136 w 1164"/>
                <a:gd name="T37" fmla="*/ 873 h 2408"/>
                <a:gd name="T38" fmla="*/ 144 w 1164"/>
                <a:gd name="T39" fmla="*/ 971 h 2408"/>
                <a:gd name="T40" fmla="*/ 126 w 1164"/>
                <a:gd name="T41" fmla="*/ 977 h 2408"/>
                <a:gd name="T42" fmla="*/ 90 w 1164"/>
                <a:gd name="T43" fmla="*/ 972 h 2408"/>
                <a:gd name="T44" fmla="*/ 27 w 1164"/>
                <a:gd name="T45" fmla="*/ 1011 h 2408"/>
                <a:gd name="T46" fmla="*/ 0 w 1164"/>
                <a:gd name="T47" fmla="*/ 1111 h 2408"/>
                <a:gd name="T48" fmla="*/ 24 w 1164"/>
                <a:gd name="T49" fmla="*/ 1199 h 2408"/>
                <a:gd name="T50" fmla="*/ 73 w 1164"/>
                <a:gd name="T51" fmla="*/ 1251 h 2408"/>
                <a:gd name="T52" fmla="*/ 78 w 1164"/>
                <a:gd name="T53" fmla="*/ 1365 h 2408"/>
                <a:gd name="T54" fmla="*/ 98 w 1164"/>
                <a:gd name="T55" fmla="*/ 1534 h 2408"/>
                <a:gd name="T56" fmla="*/ 149 w 1164"/>
                <a:gd name="T57" fmla="*/ 1702 h 2408"/>
                <a:gd name="T58" fmla="*/ 218 w 1164"/>
                <a:gd name="T59" fmla="*/ 1833 h 2408"/>
                <a:gd name="T60" fmla="*/ 213 w 1164"/>
                <a:gd name="T61" fmla="*/ 1956 h 2408"/>
                <a:gd name="T62" fmla="*/ 192 w 1164"/>
                <a:gd name="T63" fmla="*/ 1972 h 2408"/>
                <a:gd name="T64" fmla="*/ 183 w 1164"/>
                <a:gd name="T65" fmla="*/ 2023 h 2408"/>
                <a:gd name="T66" fmla="*/ 152 w 1164"/>
                <a:gd name="T67" fmla="*/ 2188 h 2408"/>
                <a:gd name="T68" fmla="*/ 150 w 1164"/>
                <a:gd name="T69" fmla="*/ 2243 h 2408"/>
                <a:gd name="T70" fmla="*/ 130 w 1164"/>
                <a:gd name="T71" fmla="*/ 2279 h 2408"/>
                <a:gd name="T72" fmla="*/ 68 w 1164"/>
                <a:gd name="T73" fmla="*/ 2331 h 2408"/>
                <a:gd name="T74" fmla="*/ 45 w 1164"/>
                <a:gd name="T75" fmla="*/ 2390 h 2408"/>
                <a:gd name="T76" fmla="*/ 894 w 1164"/>
                <a:gd name="T77" fmla="*/ 2298 h 2408"/>
                <a:gd name="T78" fmla="*/ 847 w 1164"/>
                <a:gd name="T79" fmla="*/ 2235 h 2408"/>
                <a:gd name="T80" fmla="*/ 829 w 1164"/>
                <a:gd name="T81" fmla="*/ 2023 h 2408"/>
                <a:gd name="T82" fmla="*/ 815 w 1164"/>
                <a:gd name="T83" fmla="*/ 1965 h 2408"/>
                <a:gd name="T84" fmla="*/ 772 w 1164"/>
                <a:gd name="T85" fmla="*/ 1945 h 2408"/>
                <a:gd name="T86" fmla="*/ 763 w 1164"/>
                <a:gd name="T87" fmla="*/ 1862 h 2408"/>
                <a:gd name="T88" fmla="*/ 815 w 1164"/>
                <a:gd name="T89" fmla="*/ 1788 h 2408"/>
                <a:gd name="T90" fmla="*/ 858 w 1164"/>
                <a:gd name="T91" fmla="*/ 1732 h 2408"/>
                <a:gd name="T92" fmla="*/ 865 w 1164"/>
                <a:gd name="T93" fmla="*/ 1691 h 2408"/>
                <a:gd name="T94" fmla="*/ 893 w 1164"/>
                <a:gd name="T95" fmla="*/ 1588 h 2408"/>
                <a:gd name="T96" fmla="*/ 945 w 1164"/>
                <a:gd name="T97" fmla="*/ 1516 h 2408"/>
                <a:gd name="T98" fmla="*/ 982 w 1164"/>
                <a:gd name="T99" fmla="*/ 1477 h 2408"/>
                <a:gd name="T100" fmla="*/ 974 w 1164"/>
                <a:gd name="T101" fmla="*/ 1194 h 2408"/>
                <a:gd name="T102" fmla="*/ 1100 w 1164"/>
                <a:gd name="T103" fmla="*/ 1241 h 2408"/>
                <a:gd name="T104" fmla="*/ 1094 w 1164"/>
                <a:gd name="T105" fmla="*/ 1176 h 2408"/>
                <a:gd name="T106" fmla="*/ 1071 w 1164"/>
                <a:gd name="T107" fmla="*/ 1135 h 2408"/>
                <a:gd name="T108" fmla="*/ 1108 w 1164"/>
                <a:gd name="T109" fmla="*/ 1075 h 2408"/>
                <a:gd name="T110" fmla="*/ 1145 w 1164"/>
                <a:gd name="T111" fmla="*/ 1005 h 2408"/>
                <a:gd name="T112" fmla="*/ 1146 w 1164"/>
                <a:gd name="T113" fmla="*/ 31 h 2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64" h="2408">
                  <a:moveTo>
                    <a:pt x="1146" y="31"/>
                  </a:moveTo>
                  <a:lnTo>
                    <a:pt x="1140" y="25"/>
                  </a:lnTo>
                  <a:lnTo>
                    <a:pt x="1133" y="19"/>
                  </a:lnTo>
                  <a:lnTo>
                    <a:pt x="1123" y="13"/>
                  </a:lnTo>
                  <a:lnTo>
                    <a:pt x="1112" y="8"/>
                  </a:lnTo>
                  <a:lnTo>
                    <a:pt x="1099" y="5"/>
                  </a:lnTo>
                  <a:lnTo>
                    <a:pt x="1086" y="2"/>
                  </a:lnTo>
                  <a:lnTo>
                    <a:pt x="1071" y="1"/>
                  </a:lnTo>
                  <a:lnTo>
                    <a:pt x="1057" y="0"/>
                  </a:lnTo>
                  <a:lnTo>
                    <a:pt x="1042" y="1"/>
                  </a:lnTo>
                  <a:lnTo>
                    <a:pt x="1028" y="2"/>
                  </a:lnTo>
                  <a:lnTo>
                    <a:pt x="1015" y="5"/>
                  </a:lnTo>
                  <a:lnTo>
                    <a:pt x="1003" y="8"/>
                  </a:lnTo>
                  <a:lnTo>
                    <a:pt x="992" y="13"/>
                  </a:lnTo>
                  <a:lnTo>
                    <a:pt x="982" y="19"/>
                  </a:lnTo>
                  <a:lnTo>
                    <a:pt x="974" y="25"/>
                  </a:lnTo>
                  <a:lnTo>
                    <a:pt x="967" y="31"/>
                  </a:lnTo>
                  <a:lnTo>
                    <a:pt x="820" y="31"/>
                  </a:lnTo>
                  <a:lnTo>
                    <a:pt x="820" y="505"/>
                  </a:lnTo>
                  <a:lnTo>
                    <a:pt x="812" y="490"/>
                  </a:lnTo>
                  <a:lnTo>
                    <a:pt x="801" y="478"/>
                  </a:lnTo>
                  <a:lnTo>
                    <a:pt x="790" y="466"/>
                  </a:lnTo>
                  <a:lnTo>
                    <a:pt x="778" y="458"/>
                  </a:lnTo>
                  <a:lnTo>
                    <a:pt x="765" y="449"/>
                  </a:lnTo>
                  <a:lnTo>
                    <a:pt x="751" y="444"/>
                  </a:lnTo>
                  <a:lnTo>
                    <a:pt x="737" y="441"/>
                  </a:lnTo>
                  <a:lnTo>
                    <a:pt x="722" y="440"/>
                  </a:lnTo>
                  <a:lnTo>
                    <a:pt x="698" y="443"/>
                  </a:lnTo>
                  <a:lnTo>
                    <a:pt x="675" y="453"/>
                  </a:lnTo>
                  <a:lnTo>
                    <a:pt x="655" y="467"/>
                  </a:lnTo>
                  <a:lnTo>
                    <a:pt x="637" y="487"/>
                  </a:lnTo>
                  <a:lnTo>
                    <a:pt x="621" y="511"/>
                  </a:lnTo>
                  <a:lnTo>
                    <a:pt x="610" y="539"/>
                  </a:lnTo>
                  <a:lnTo>
                    <a:pt x="603" y="570"/>
                  </a:lnTo>
                  <a:lnTo>
                    <a:pt x="600" y="603"/>
                  </a:lnTo>
                  <a:lnTo>
                    <a:pt x="600" y="604"/>
                  </a:lnTo>
                  <a:lnTo>
                    <a:pt x="600" y="604"/>
                  </a:lnTo>
                  <a:lnTo>
                    <a:pt x="600" y="604"/>
                  </a:lnTo>
                  <a:lnTo>
                    <a:pt x="600" y="605"/>
                  </a:lnTo>
                  <a:lnTo>
                    <a:pt x="557" y="594"/>
                  </a:lnTo>
                  <a:lnTo>
                    <a:pt x="541" y="612"/>
                  </a:lnTo>
                  <a:lnTo>
                    <a:pt x="532" y="595"/>
                  </a:lnTo>
                  <a:lnTo>
                    <a:pt x="520" y="580"/>
                  </a:lnTo>
                  <a:lnTo>
                    <a:pt x="506" y="566"/>
                  </a:lnTo>
                  <a:lnTo>
                    <a:pt x="493" y="554"/>
                  </a:lnTo>
                  <a:lnTo>
                    <a:pt x="477" y="546"/>
                  </a:lnTo>
                  <a:lnTo>
                    <a:pt x="460" y="539"/>
                  </a:lnTo>
                  <a:lnTo>
                    <a:pt x="443" y="534"/>
                  </a:lnTo>
                  <a:lnTo>
                    <a:pt x="425" y="533"/>
                  </a:lnTo>
                  <a:lnTo>
                    <a:pt x="398" y="536"/>
                  </a:lnTo>
                  <a:lnTo>
                    <a:pt x="372" y="546"/>
                  </a:lnTo>
                  <a:lnTo>
                    <a:pt x="348" y="562"/>
                  </a:lnTo>
                  <a:lnTo>
                    <a:pt x="328" y="583"/>
                  </a:lnTo>
                  <a:lnTo>
                    <a:pt x="311" y="609"/>
                  </a:lnTo>
                  <a:lnTo>
                    <a:pt x="299" y="638"/>
                  </a:lnTo>
                  <a:lnTo>
                    <a:pt x="290" y="670"/>
                  </a:lnTo>
                  <a:lnTo>
                    <a:pt x="288" y="704"/>
                  </a:lnTo>
                  <a:lnTo>
                    <a:pt x="288" y="716"/>
                  </a:lnTo>
                  <a:lnTo>
                    <a:pt x="289" y="727"/>
                  </a:lnTo>
                  <a:lnTo>
                    <a:pt x="291" y="739"/>
                  </a:lnTo>
                  <a:lnTo>
                    <a:pt x="294" y="750"/>
                  </a:lnTo>
                  <a:lnTo>
                    <a:pt x="289" y="749"/>
                  </a:lnTo>
                  <a:lnTo>
                    <a:pt x="284" y="746"/>
                  </a:lnTo>
                  <a:lnTo>
                    <a:pt x="280" y="745"/>
                  </a:lnTo>
                  <a:lnTo>
                    <a:pt x="276" y="744"/>
                  </a:lnTo>
                  <a:lnTo>
                    <a:pt x="271" y="744"/>
                  </a:lnTo>
                  <a:lnTo>
                    <a:pt x="266" y="743"/>
                  </a:lnTo>
                  <a:lnTo>
                    <a:pt x="261" y="743"/>
                  </a:lnTo>
                  <a:lnTo>
                    <a:pt x="256" y="743"/>
                  </a:lnTo>
                  <a:lnTo>
                    <a:pt x="232" y="746"/>
                  </a:lnTo>
                  <a:lnTo>
                    <a:pt x="208" y="756"/>
                  </a:lnTo>
                  <a:lnTo>
                    <a:pt x="187" y="770"/>
                  </a:lnTo>
                  <a:lnTo>
                    <a:pt x="169" y="791"/>
                  </a:lnTo>
                  <a:lnTo>
                    <a:pt x="155" y="815"/>
                  </a:lnTo>
                  <a:lnTo>
                    <a:pt x="143" y="843"/>
                  </a:lnTo>
                  <a:lnTo>
                    <a:pt x="136" y="873"/>
                  </a:lnTo>
                  <a:lnTo>
                    <a:pt x="133" y="906"/>
                  </a:lnTo>
                  <a:lnTo>
                    <a:pt x="134" y="929"/>
                  </a:lnTo>
                  <a:lnTo>
                    <a:pt x="138" y="950"/>
                  </a:lnTo>
                  <a:lnTo>
                    <a:pt x="144" y="971"/>
                  </a:lnTo>
                  <a:lnTo>
                    <a:pt x="151" y="990"/>
                  </a:lnTo>
                  <a:lnTo>
                    <a:pt x="143" y="985"/>
                  </a:lnTo>
                  <a:lnTo>
                    <a:pt x="134" y="981"/>
                  </a:lnTo>
                  <a:lnTo>
                    <a:pt x="126" y="977"/>
                  </a:lnTo>
                  <a:lnTo>
                    <a:pt x="117" y="975"/>
                  </a:lnTo>
                  <a:lnTo>
                    <a:pt x="108" y="973"/>
                  </a:lnTo>
                  <a:lnTo>
                    <a:pt x="99" y="972"/>
                  </a:lnTo>
                  <a:lnTo>
                    <a:pt x="90" y="972"/>
                  </a:lnTo>
                  <a:lnTo>
                    <a:pt x="81" y="973"/>
                  </a:lnTo>
                  <a:lnTo>
                    <a:pt x="61" y="981"/>
                  </a:lnTo>
                  <a:lnTo>
                    <a:pt x="41" y="994"/>
                  </a:lnTo>
                  <a:lnTo>
                    <a:pt x="27" y="1011"/>
                  </a:lnTo>
                  <a:lnTo>
                    <a:pt x="14" y="1031"/>
                  </a:lnTo>
                  <a:lnTo>
                    <a:pt x="5" y="1055"/>
                  </a:lnTo>
                  <a:lnTo>
                    <a:pt x="0" y="1082"/>
                  </a:lnTo>
                  <a:lnTo>
                    <a:pt x="0" y="1111"/>
                  </a:lnTo>
                  <a:lnTo>
                    <a:pt x="4" y="1141"/>
                  </a:lnTo>
                  <a:lnTo>
                    <a:pt x="9" y="1162"/>
                  </a:lnTo>
                  <a:lnTo>
                    <a:pt x="16" y="1181"/>
                  </a:lnTo>
                  <a:lnTo>
                    <a:pt x="24" y="1199"/>
                  </a:lnTo>
                  <a:lnTo>
                    <a:pt x="35" y="1215"/>
                  </a:lnTo>
                  <a:lnTo>
                    <a:pt x="46" y="1229"/>
                  </a:lnTo>
                  <a:lnTo>
                    <a:pt x="59" y="1241"/>
                  </a:lnTo>
                  <a:lnTo>
                    <a:pt x="73" y="1251"/>
                  </a:lnTo>
                  <a:lnTo>
                    <a:pt x="87" y="1260"/>
                  </a:lnTo>
                  <a:lnTo>
                    <a:pt x="82" y="1292"/>
                  </a:lnTo>
                  <a:lnTo>
                    <a:pt x="79" y="1327"/>
                  </a:lnTo>
                  <a:lnTo>
                    <a:pt x="78" y="1365"/>
                  </a:lnTo>
                  <a:lnTo>
                    <a:pt x="80" y="1404"/>
                  </a:lnTo>
                  <a:lnTo>
                    <a:pt x="84" y="1446"/>
                  </a:lnTo>
                  <a:lnTo>
                    <a:pt x="90" y="1489"/>
                  </a:lnTo>
                  <a:lnTo>
                    <a:pt x="98" y="1534"/>
                  </a:lnTo>
                  <a:lnTo>
                    <a:pt x="109" y="1580"/>
                  </a:lnTo>
                  <a:lnTo>
                    <a:pt x="121" y="1622"/>
                  </a:lnTo>
                  <a:lnTo>
                    <a:pt x="134" y="1663"/>
                  </a:lnTo>
                  <a:lnTo>
                    <a:pt x="149" y="1702"/>
                  </a:lnTo>
                  <a:lnTo>
                    <a:pt x="166" y="1738"/>
                  </a:lnTo>
                  <a:lnTo>
                    <a:pt x="181" y="1772"/>
                  </a:lnTo>
                  <a:lnTo>
                    <a:pt x="200" y="1804"/>
                  </a:lnTo>
                  <a:lnTo>
                    <a:pt x="218" y="1833"/>
                  </a:lnTo>
                  <a:lnTo>
                    <a:pt x="236" y="1859"/>
                  </a:lnTo>
                  <a:lnTo>
                    <a:pt x="230" y="1949"/>
                  </a:lnTo>
                  <a:lnTo>
                    <a:pt x="221" y="1953"/>
                  </a:lnTo>
                  <a:lnTo>
                    <a:pt x="213" y="1956"/>
                  </a:lnTo>
                  <a:lnTo>
                    <a:pt x="206" y="1960"/>
                  </a:lnTo>
                  <a:lnTo>
                    <a:pt x="201" y="1964"/>
                  </a:lnTo>
                  <a:lnTo>
                    <a:pt x="196" y="1967"/>
                  </a:lnTo>
                  <a:lnTo>
                    <a:pt x="192" y="1972"/>
                  </a:lnTo>
                  <a:lnTo>
                    <a:pt x="191" y="1976"/>
                  </a:lnTo>
                  <a:lnTo>
                    <a:pt x="190" y="1981"/>
                  </a:lnTo>
                  <a:lnTo>
                    <a:pt x="187" y="1995"/>
                  </a:lnTo>
                  <a:lnTo>
                    <a:pt x="183" y="2023"/>
                  </a:lnTo>
                  <a:lnTo>
                    <a:pt x="175" y="2061"/>
                  </a:lnTo>
                  <a:lnTo>
                    <a:pt x="168" y="2105"/>
                  </a:lnTo>
                  <a:lnTo>
                    <a:pt x="160" y="2150"/>
                  </a:lnTo>
                  <a:lnTo>
                    <a:pt x="152" y="2188"/>
                  </a:lnTo>
                  <a:lnTo>
                    <a:pt x="148" y="2216"/>
                  </a:lnTo>
                  <a:lnTo>
                    <a:pt x="145" y="2230"/>
                  </a:lnTo>
                  <a:lnTo>
                    <a:pt x="146" y="2237"/>
                  </a:lnTo>
                  <a:lnTo>
                    <a:pt x="150" y="2243"/>
                  </a:lnTo>
                  <a:lnTo>
                    <a:pt x="157" y="2247"/>
                  </a:lnTo>
                  <a:lnTo>
                    <a:pt x="166" y="2253"/>
                  </a:lnTo>
                  <a:lnTo>
                    <a:pt x="148" y="2266"/>
                  </a:lnTo>
                  <a:lnTo>
                    <a:pt x="130" y="2279"/>
                  </a:lnTo>
                  <a:lnTo>
                    <a:pt x="111" y="2292"/>
                  </a:lnTo>
                  <a:lnTo>
                    <a:pt x="95" y="2307"/>
                  </a:lnTo>
                  <a:lnTo>
                    <a:pt x="80" y="2319"/>
                  </a:lnTo>
                  <a:lnTo>
                    <a:pt x="68" y="2331"/>
                  </a:lnTo>
                  <a:lnTo>
                    <a:pt x="59" y="2340"/>
                  </a:lnTo>
                  <a:lnTo>
                    <a:pt x="55" y="2349"/>
                  </a:lnTo>
                  <a:lnTo>
                    <a:pt x="50" y="2371"/>
                  </a:lnTo>
                  <a:lnTo>
                    <a:pt x="45" y="2390"/>
                  </a:lnTo>
                  <a:lnTo>
                    <a:pt x="41" y="2403"/>
                  </a:lnTo>
                  <a:lnTo>
                    <a:pt x="40" y="2408"/>
                  </a:lnTo>
                  <a:lnTo>
                    <a:pt x="923" y="2408"/>
                  </a:lnTo>
                  <a:lnTo>
                    <a:pt x="894" y="2298"/>
                  </a:lnTo>
                  <a:lnTo>
                    <a:pt x="838" y="2246"/>
                  </a:lnTo>
                  <a:lnTo>
                    <a:pt x="842" y="2243"/>
                  </a:lnTo>
                  <a:lnTo>
                    <a:pt x="846" y="2239"/>
                  </a:lnTo>
                  <a:lnTo>
                    <a:pt x="847" y="2235"/>
                  </a:lnTo>
                  <a:lnTo>
                    <a:pt x="848" y="2230"/>
                  </a:lnTo>
                  <a:lnTo>
                    <a:pt x="844" y="2188"/>
                  </a:lnTo>
                  <a:lnTo>
                    <a:pt x="837" y="2105"/>
                  </a:lnTo>
                  <a:lnTo>
                    <a:pt x="829" y="2023"/>
                  </a:lnTo>
                  <a:lnTo>
                    <a:pt x="825" y="1981"/>
                  </a:lnTo>
                  <a:lnTo>
                    <a:pt x="824" y="1976"/>
                  </a:lnTo>
                  <a:lnTo>
                    <a:pt x="820" y="1970"/>
                  </a:lnTo>
                  <a:lnTo>
                    <a:pt x="815" y="1965"/>
                  </a:lnTo>
                  <a:lnTo>
                    <a:pt x="807" y="1959"/>
                  </a:lnTo>
                  <a:lnTo>
                    <a:pt x="797" y="1954"/>
                  </a:lnTo>
                  <a:lnTo>
                    <a:pt x="786" y="1950"/>
                  </a:lnTo>
                  <a:lnTo>
                    <a:pt x="772" y="1945"/>
                  </a:lnTo>
                  <a:lnTo>
                    <a:pt x="757" y="1942"/>
                  </a:lnTo>
                  <a:lnTo>
                    <a:pt x="757" y="1910"/>
                  </a:lnTo>
                  <a:lnTo>
                    <a:pt x="759" y="1883"/>
                  </a:lnTo>
                  <a:lnTo>
                    <a:pt x="763" y="1862"/>
                  </a:lnTo>
                  <a:lnTo>
                    <a:pt x="769" y="1848"/>
                  </a:lnTo>
                  <a:lnTo>
                    <a:pt x="785" y="1828"/>
                  </a:lnTo>
                  <a:lnTo>
                    <a:pt x="801" y="1808"/>
                  </a:lnTo>
                  <a:lnTo>
                    <a:pt x="815" y="1788"/>
                  </a:lnTo>
                  <a:lnTo>
                    <a:pt x="830" y="1769"/>
                  </a:lnTo>
                  <a:lnTo>
                    <a:pt x="842" y="1753"/>
                  </a:lnTo>
                  <a:lnTo>
                    <a:pt x="852" y="1740"/>
                  </a:lnTo>
                  <a:lnTo>
                    <a:pt x="858" y="1732"/>
                  </a:lnTo>
                  <a:lnTo>
                    <a:pt x="860" y="1729"/>
                  </a:lnTo>
                  <a:lnTo>
                    <a:pt x="860" y="1724"/>
                  </a:lnTo>
                  <a:lnTo>
                    <a:pt x="862" y="1711"/>
                  </a:lnTo>
                  <a:lnTo>
                    <a:pt x="865" y="1691"/>
                  </a:lnTo>
                  <a:lnTo>
                    <a:pt x="870" y="1667"/>
                  </a:lnTo>
                  <a:lnTo>
                    <a:pt x="876" y="1640"/>
                  </a:lnTo>
                  <a:lnTo>
                    <a:pt x="883" y="1613"/>
                  </a:lnTo>
                  <a:lnTo>
                    <a:pt x="893" y="1588"/>
                  </a:lnTo>
                  <a:lnTo>
                    <a:pt x="905" y="1566"/>
                  </a:lnTo>
                  <a:lnTo>
                    <a:pt x="918" y="1548"/>
                  </a:lnTo>
                  <a:lnTo>
                    <a:pt x="931" y="1531"/>
                  </a:lnTo>
                  <a:lnTo>
                    <a:pt x="945" y="1516"/>
                  </a:lnTo>
                  <a:lnTo>
                    <a:pt x="958" y="1502"/>
                  </a:lnTo>
                  <a:lnTo>
                    <a:pt x="969" y="1491"/>
                  </a:lnTo>
                  <a:lnTo>
                    <a:pt x="977" y="1483"/>
                  </a:lnTo>
                  <a:lnTo>
                    <a:pt x="982" y="1477"/>
                  </a:lnTo>
                  <a:lnTo>
                    <a:pt x="984" y="1476"/>
                  </a:lnTo>
                  <a:lnTo>
                    <a:pt x="951" y="1280"/>
                  </a:lnTo>
                  <a:lnTo>
                    <a:pt x="966" y="1197"/>
                  </a:lnTo>
                  <a:lnTo>
                    <a:pt x="974" y="1194"/>
                  </a:lnTo>
                  <a:lnTo>
                    <a:pt x="981" y="1191"/>
                  </a:lnTo>
                  <a:lnTo>
                    <a:pt x="988" y="1187"/>
                  </a:lnTo>
                  <a:lnTo>
                    <a:pt x="995" y="1183"/>
                  </a:lnTo>
                  <a:lnTo>
                    <a:pt x="1100" y="1241"/>
                  </a:lnTo>
                  <a:lnTo>
                    <a:pt x="1121" y="1205"/>
                  </a:lnTo>
                  <a:lnTo>
                    <a:pt x="1111" y="1196"/>
                  </a:lnTo>
                  <a:lnTo>
                    <a:pt x="1102" y="1186"/>
                  </a:lnTo>
                  <a:lnTo>
                    <a:pt x="1094" y="1176"/>
                  </a:lnTo>
                  <a:lnTo>
                    <a:pt x="1087" y="1167"/>
                  </a:lnTo>
                  <a:lnTo>
                    <a:pt x="1081" y="1156"/>
                  </a:lnTo>
                  <a:lnTo>
                    <a:pt x="1076" y="1145"/>
                  </a:lnTo>
                  <a:lnTo>
                    <a:pt x="1071" y="1135"/>
                  </a:lnTo>
                  <a:lnTo>
                    <a:pt x="1069" y="1124"/>
                  </a:lnTo>
                  <a:lnTo>
                    <a:pt x="1082" y="1109"/>
                  </a:lnTo>
                  <a:lnTo>
                    <a:pt x="1095" y="1092"/>
                  </a:lnTo>
                  <a:lnTo>
                    <a:pt x="1108" y="1075"/>
                  </a:lnTo>
                  <a:lnTo>
                    <a:pt x="1118" y="1058"/>
                  </a:lnTo>
                  <a:lnTo>
                    <a:pt x="1129" y="1040"/>
                  </a:lnTo>
                  <a:lnTo>
                    <a:pt x="1138" y="1023"/>
                  </a:lnTo>
                  <a:lnTo>
                    <a:pt x="1145" y="1005"/>
                  </a:lnTo>
                  <a:lnTo>
                    <a:pt x="1150" y="988"/>
                  </a:lnTo>
                  <a:lnTo>
                    <a:pt x="1164" y="988"/>
                  </a:lnTo>
                  <a:lnTo>
                    <a:pt x="1164" y="31"/>
                  </a:lnTo>
                  <a:lnTo>
                    <a:pt x="1146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8" name="Freeform 56"/>
            <p:cNvSpPr>
              <a:spLocks/>
            </p:cNvSpPr>
            <p:nvPr/>
          </p:nvSpPr>
          <p:spPr bwMode="auto">
            <a:xfrm>
              <a:off x="2014538" y="312738"/>
              <a:ext cx="84138" cy="90488"/>
            </a:xfrm>
            <a:custGeom>
              <a:avLst/>
              <a:gdLst>
                <a:gd name="T0" fmla="*/ 0 w 212"/>
                <a:gd name="T1" fmla="*/ 0 h 226"/>
                <a:gd name="T2" fmla="*/ 1 w 212"/>
                <a:gd name="T3" fmla="*/ 17 h 226"/>
                <a:gd name="T4" fmla="*/ 4 w 212"/>
                <a:gd name="T5" fmla="*/ 55 h 226"/>
                <a:gd name="T6" fmla="*/ 8 w 212"/>
                <a:gd name="T7" fmla="*/ 97 h 226"/>
                <a:gd name="T8" fmla="*/ 12 w 212"/>
                <a:gd name="T9" fmla="*/ 125 h 226"/>
                <a:gd name="T10" fmla="*/ 15 w 212"/>
                <a:gd name="T11" fmla="*/ 133 h 226"/>
                <a:gd name="T12" fmla="*/ 24 w 212"/>
                <a:gd name="T13" fmla="*/ 145 h 226"/>
                <a:gd name="T14" fmla="*/ 33 w 212"/>
                <a:gd name="T15" fmla="*/ 159 h 226"/>
                <a:gd name="T16" fmla="*/ 45 w 212"/>
                <a:gd name="T17" fmla="*/ 172 h 226"/>
                <a:gd name="T18" fmla="*/ 56 w 212"/>
                <a:gd name="T19" fmla="*/ 185 h 226"/>
                <a:gd name="T20" fmla="*/ 65 w 212"/>
                <a:gd name="T21" fmla="*/ 196 h 226"/>
                <a:gd name="T22" fmla="*/ 72 w 212"/>
                <a:gd name="T23" fmla="*/ 203 h 226"/>
                <a:gd name="T24" fmla="*/ 74 w 212"/>
                <a:gd name="T25" fmla="*/ 206 h 226"/>
                <a:gd name="T26" fmla="*/ 181 w 212"/>
                <a:gd name="T27" fmla="*/ 226 h 226"/>
                <a:gd name="T28" fmla="*/ 212 w 212"/>
                <a:gd name="T29" fmla="*/ 195 h 226"/>
                <a:gd name="T30" fmla="*/ 210 w 212"/>
                <a:gd name="T31" fmla="*/ 195 h 226"/>
                <a:gd name="T32" fmla="*/ 202 w 212"/>
                <a:gd name="T33" fmla="*/ 196 h 226"/>
                <a:gd name="T34" fmla="*/ 190 w 212"/>
                <a:gd name="T35" fmla="*/ 196 h 226"/>
                <a:gd name="T36" fmla="*/ 177 w 212"/>
                <a:gd name="T37" fmla="*/ 196 h 226"/>
                <a:gd name="T38" fmla="*/ 163 w 212"/>
                <a:gd name="T39" fmla="*/ 195 h 226"/>
                <a:gd name="T40" fmla="*/ 147 w 212"/>
                <a:gd name="T41" fmla="*/ 191 h 226"/>
                <a:gd name="T42" fmla="*/ 132 w 212"/>
                <a:gd name="T43" fmla="*/ 184 h 226"/>
                <a:gd name="T44" fmla="*/ 119 w 212"/>
                <a:gd name="T45" fmla="*/ 174 h 226"/>
                <a:gd name="T46" fmla="*/ 108 w 212"/>
                <a:gd name="T47" fmla="*/ 162 h 226"/>
                <a:gd name="T48" fmla="*/ 100 w 212"/>
                <a:gd name="T49" fmla="*/ 149 h 226"/>
                <a:gd name="T50" fmla="*/ 93 w 212"/>
                <a:gd name="T51" fmla="*/ 134 h 226"/>
                <a:gd name="T52" fmla="*/ 88 w 212"/>
                <a:gd name="T53" fmla="*/ 121 h 226"/>
                <a:gd name="T54" fmla="*/ 84 w 212"/>
                <a:gd name="T55" fmla="*/ 109 h 226"/>
                <a:gd name="T56" fmla="*/ 82 w 212"/>
                <a:gd name="T57" fmla="*/ 98 h 226"/>
                <a:gd name="T58" fmla="*/ 80 w 212"/>
                <a:gd name="T59" fmla="*/ 92 h 226"/>
                <a:gd name="T60" fmla="*/ 80 w 212"/>
                <a:gd name="T61" fmla="*/ 90 h 226"/>
                <a:gd name="T62" fmla="*/ 79 w 212"/>
                <a:gd name="T63" fmla="*/ 98 h 226"/>
                <a:gd name="T64" fmla="*/ 74 w 212"/>
                <a:gd name="T65" fmla="*/ 114 h 226"/>
                <a:gd name="T66" fmla="*/ 67 w 212"/>
                <a:gd name="T67" fmla="*/ 128 h 226"/>
                <a:gd name="T68" fmla="*/ 55 w 212"/>
                <a:gd name="T69" fmla="*/ 128 h 226"/>
                <a:gd name="T70" fmla="*/ 48 w 212"/>
                <a:gd name="T71" fmla="*/ 119 h 226"/>
                <a:gd name="T72" fmla="*/ 39 w 212"/>
                <a:gd name="T73" fmla="*/ 103 h 226"/>
                <a:gd name="T74" fmla="*/ 30 w 212"/>
                <a:gd name="T75" fmla="*/ 82 h 226"/>
                <a:gd name="T76" fmla="*/ 21 w 212"/>
                <a:gd name="T77" fmla="*/ 59 h 226"/>
                <a:gd name="T78" fmla="*/ 13 w 212"/>
                <a:gd name="T79" fmla="*/ 38 h 226"/>
                <a:gd name="T80" fmla="*/ 6 w 212"/>
                <a:gd name="T81" fmla="*/ 18 h 226"/>
                <a:gd name="T82" fmla="*/ 1 w 212"/>
                <a:gd name="T83" fmla="*/ 5 h 226"/>
                <a:gd name="T84" fmla="*/ 0 w 212"/>
                <a:gd name="T85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2" h="226">
                  <a:moveTo>
                    <a:pt x="0" y="0"/>
                  </a:moveTo>
                  <a:lnTo>
                    <a:pt x="1" y="17"/>
                  </a:lnTo>
                  <a:lnTo>
                    <a:pt x="4" y="55"/>
                  </a:lnTo>
                  <a:lnTo>
                    <a:pt x="8" y="97"/>
                  </a:lnTo>
                  <a:lnTo>
                    <a:pt x="12" y="125"/>
                  </a:lnTo>
                  <a:lnTo>
                    <a:pt x="15" y="133"/>
                  </a:lnTo>
                  <a:lnTo>
                    <a:pt x="24" y="145"/>
                  </a:lnTo>
                  <a:lnTo>
                    <a:pt x="33" y="159"/>
                  </a:lnTo>
                  <a:lnTo>
                    <a:pt x="45" y="172"/>
                  </a:lnTo>
                  <a:lnTo>
                    <a:pt x="56" y="185"/>
                  </a:lnTo>
                  <a:lnTo>
                    <a:pt x="65" y="196"/>
                  </a:lnTo>
                  <a:lnTo>
                    <a:pt x="72" y="203"/>
                  </a:lnTo>
                  <a:lnTo>
                    <a:pt x="74" y="206"/>
                  </a:lnTo>
                  <a:lnTo>
                    <a:pt x="181" y="226"/>
                  </a:lnTo>
                  <a:lnTo>
                    <a:pt x="212" y="195"/>
                  </a:lnTo>
                  <a:lnTo>
                    <a:pt x="210" y="195"/>
                  </a:lnTo>
                  <a:lnTo>
                    <a:pt x="202" y="196"/>
                  </a:lnTo>
                  <a:lnTo>
                    <a:pt x="190" y="196"/>
                  </a:lnTo>
                  <a:lnTo>
                    <a:pt x="177" y="196"/>
                  </a:lnTo>
                  <a:lnTo>
                    <a:pt x="163" y="195"/>
                  </a:lnTo>
                  <a:lnTo>
                    <a:pt x="147" y="191"/>
                  </a:lnTo>
                  <a:lnTo>
                    <a:pt x="132" y="184"/>
                  </a:lnTo>
                  <a:lnTo>
                    <a:pt x="119" y="174"/>
                  </a:lnTo>
                  <a:lnTo>
                    <a:pt x="108" y="162"/>
                  </a:lnTo>
                  <a:lnTo>
                    <a:pt x="100" y="149"/>
                  </a:lnTo>
                  <a:lnTo>
                    <a:pt x="93" y="134"/>
                  </a:lnTo>
                  <a:lnTo>
                    <a:pt x="88" y="121"/>
                  </a:lnTo>
                  <a:lnTo>
                    <a:pt x="84" y="109"/>
                  </a:lnTo>
                  <a:lnTo>
                    <a:pt x="82" y="98"/>
                  </a:lnTo>
                  <a:lnTo>
                    <a:pt x="80" y="92"/>
                  </a:lnTo>
                  <a:lnTo>
                    <a:pt x="80" y="90"/>
                  </a:lnTo>
                  <a:lnTo>
                    <a:pt x="79" y="98"/>
                  </a:lnTo>
                  <a:lnTo>
                    <a:pt x="74" y="114"/>
                  </a:lnTo>
                  <a:lnTo>
                    <a:pt x="67" y="128"/>
                  </a:lnTo>
                  <a:lnTo>
                    <a:pt x="55" y="128"/>
                  </a:lnTo>
                  <a:lnTo>
                    <a:pt x="48" y="119"/>
                  </a:lnTo>
                  <a:lnTo>
                    <a:pt x="39" y="103"/>
                  </a:lnTo>
                  <a:lnTo>
                    <a:pt x="30" y="82"/>
                  </a:lnTo>
                  <a:lnTo>
                    <a:pt x="21" y="59"/>
                  </a:lnTo>
                  <a:lnTo>
                    <a:pt x="13" y="38"/>
                  </a:lnTo>
                  <a:lnTo>
                    <a:pt x="6" y="18"/>
                  </a:lnTo>
                  <a:lnTo>
                    <a:pt x="1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9" name="Freeform 57"/>
            <p:cNvSpPr>
              <a:spLocks/>
            </p:cNvSpPr>
            <p:nvPr/>
          </p:nvSpPr>
          <p:spPr bwMode="auto">
            <a:xfrm>
              <a:off x="1952626" y="390525"/>
              <a:ext cx="84138" cy="90488"/>
            </a:xfrm>
            <a:custGeom>
              <a:avLst/>
              <a:gdLst>
                <a:gd name="T0" fmla="*/ 0 w 213"/>
                <a:gd name="T1" fmla="*/ 0 h 226"/>
                <a:gd name="T2" fmla="*/ 2 w 213"/>
                <a:gd name="T3" fmla="*/ 17 h 226"/>
                <a:gd name="T4" fmla="*/ 5 w 213"/>
                <a:gd name="T5" fmla="*/ 54 h 226"/>
                <a:gd name="T6" fmla="*/ 9 w 213"/>
                <a:gd name="T7" fmla="*/ 97 h 226"/>
                <a:gd name="T8" fmla="*/ 12 w 213"/>
                <a:gd name="T9" fmla="*/ 124 h 226"/>
                <a:gd name="T10" fmla="*/ 16 w 213"/>
                <a:gd name="T11" fmla="*/ 133 h 226"/>
                <a:gd name="T12" fmla="*/ 25 w 213"/>
                <a:gd name="T13" fmla="*/ 145 h 226"/>
                <a:gd name="T14" fmla="*/ 35 w 213"/>
                <a:gd name="T15" fmla="*/ 158 h 226"/>
                <a:gd name="T16" fmla="*/ 46 w 213"/>
                <a:gd name="T17" fmla="*/ 171 h 226"/>
                <a:gd name="T18" fmla="*/ 57 w 213"/>
                <a:gd name="T19" fmla="*/ 185 h 226"/>
                <a:gd name="T20" fmla="*/ 67 w 213"/>
                <a:gd name="T21" fmla="*/ 196 h 226"/>
                <a:gd name="T22" fmla="*/ 74 w 213"/>
                <a:gd name="T23" fmla="*/ 203 h 226"/>
                <a:gd name="T24" fmla="*/ 76 w 213"/>
                <a:gd name="T25" fmla="*/ 205 h 226"/>
                <a:gd name="T26" fmla="*/ 181 w 213"/>
                <a:gd name="T27" fmla="*/ 226 h 226"/>
                <a:gd name="T28" fmla="*/ 213 w 213"/>
                <a:gd name="T29" fmla="*/ 193 h 226"/>
                <a:gd name="T30" fmla="*/ 210 w 213"/>
                <a:gd name="T31" fmla="*/ 193 h 226"/>
                <a:gd name="T32" fmla="*/ 203 w 213"/>
                <a:gd name="T33" fmla="*/ 194 h 226"/>
                <a:gd name="T34" fmla="*/ 192 w 213"/>
                <a:gd name="T35" fmla="*/ 196 h 226"/>
                <a:gd name="T36" fmla="*/ 179 w 213"/>
                <a:gd name="T37" fmla="*/ 194 h 226"/>
                <a:gd name="T38" fmla="*/ 163 w 213"/>
                <a:gd name="T39" fmla="*/ 193 h 226"/>
                <a:gd name="T40" fmla="*/ 148 w 213"/>
                <a:gd name="T41" fmla="*/ 190 h 226"/>
                <a:gd name="T42" fmla="*/ 133 w 213"/>
                <a:gd name="T43" fmla="*/ 184 h 226"/>
                <a:gd name="T44" fmla="*/ 120 w 213"/>
                <a:gd name="T45" fmla="*/ 174 h 226"/>
                <a:gd name="T46" fmla="*/ 109 w 213"/>
                <a:gd name="T47" fmla="*/ 161 h 226"/>
                <a:gd name="T48" fmla="*/ 101 w 213"/>
                <a:gd name="T49" fmla="*/ 147 h 226"/>
                <a:gd name="T50" fmla="*/ 93 w 213"/>
                <a:gd name="T51" fmla="*/ 133 h 226"/>
                <a:gd name="T52" fmla="*/ 89 w 213"/>
                <a:gd name="T53" fmla="*/ 120 h 226"/>
                <a:gd name="T54" fmla="*/ 85 w 213"/>
                <a:gd name="T55" fmla="*/ 107 h 226"/>
                <a:gd name="T56" fmla="*/ 82 w 213"/>
                <a:gd name="T57" fmla="*/ 97 h 226"/>
                <a:gd name="T58" fmla="*/ 81 w 213"/>
                <a:gd name="T59" fmla="*/ 91 h 226"/>
                <a:gd name="T60" fmla="*/ 81 w 213"/>
                <a:gd name="T61" fmla="*/ 88 h 226"/>
                <a:gd name="T62" fmla="*/ 80 w 213"/>
                <a:gd name="T63" fmla="*/ 97 h 226"/>
                <a:gd name="T64" fmla="*/ 75 w 213"/>
                <a:gd name="T65" fmla="*/ 113 h 226"/>
                <a:gd name="T66" fmla="*/ 68 w 213"/>
                <a:gd name="T67" fmla="*/ 127 h 226"/>
                <a:gd name="T68" fmla="*/ 57 w 213"/>
                <a:gd name="T69" fmla="*/ 128 h 226"/>
                <a:gd name="T70" fmla="*/ 50 w 213"/>
                <a:gd name="T71" fmla="*/ 118 h 226"/>
                <a:gd name="T72" fmla="*/ 40 w 213"/>
                <a:gd name="T73" fmla="*/ 101 h 226"/>
                <a:gd name="T74" fmla="*/ 32 w 213"/>
                <a:gd name="T75" fmla="*/ 81 h 226"/>
                <a:gd name="T76" fmla="*/ 22 w 213"/>
                <a:gd name="T77" fmla="*/ 58 h 226"/>
                <a:gd name="T78" fmla="*/ 14 w 213"/>
                <a:gd name="T79" fmla="*/ 36 h 226"/>
                <a:gd name="T80" fmla="*/ 6 w 213"/>
                <a:gd name="T81" fmla="*/ 18 h 226"/>
                <a:gd name="T82" fmla="*/ 2 w 213"/>
                <a:gd name="T83" fmla="*/ 5 h 226"/>
                <a:gd name="T84" fmla="*/ 0 w 213"/>
                <a:gd name="T85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3" h="226">
                  <a:moveTo>
                    <a:pt x="0" y="0"/>
                  </a:moveTo>
                  <a:lnTo>
                    <a:pt x="2" y="17"/>
                  </a:lnTo>
                  <a:lnTo>
                    <a:pt x="5" y="54"/>
                  </a:lnTo>
                  <a:lnTo>
                    <a:pt x="9" y="97"/>
                  </a:lnTo>
                  <a:lnTo>
                    <a:pt x="12" y="124"/>
                  </a:lnTo>
                  <a:lnTo>
                    <a:pt x="16" y="133"/>
                  </a:lnTo>
                  <a:lnTo>
                    <a:pt x="25" y="145"/>
                  </a:lnTo>
                  <a:lnTo>
                    <a:pt x="35" y="158"/>
                  </a:lnTo>
                  <a:lnTo>
                    <a:pt x="46" y="171"/>
                  </a:lnTo>
                  <a:lnTo>
                    <a:pt x="57" y="185"/>
                  </a:lnTo>
                  <a:lnTo>
                    <a:pt x="67" y="196"/>
                  </a:lnTo>
                  <a:lnTo>
                    <a:pt x="74" y="203"/>
                  </a:lnTo>
                  <a:lnTo>
                    <a:pt x="76" y="205"/>
                  </a:lnTo>
                  <a:lnTo>
                    <a:pt x="181" y="226"/>
                  </a:lnTo>
                  <a:lnTo>
                    <a:pt x="213" y="193"/>
                  </a:lnTo>
                  <a:lnTo>
                    <a:pt x="210" y="193"/>
                  </a:lnTo>
                  <a:lnTo>
                    <a:pt x="203" y="194"/>
                  </a:lnTo>
                  <a:lnTo>
                    <a:pt x="192" y="196"/>
                  </a:lnTo>
                  <a:lnTo>
                    <a:pt x="179" y="194"/>
                  </a:lnTo>
                  <a:lnTo>
                    <a:pt x="163" y="193"/>
                  </a:lnTo>
                  <a:lnTo>
                    <a:pt x="148" y="190"/>
                  </a:lnTo>
                  <a:lnTo>
                    <a:pt x="133" y="184"/>
                  </a:lnTo>
                  <a:lnTo>
                    <a:pt x="120" y="174"/>
                  </a:lnTo>
                  <a:lnTo>
                    <a:pt x="109" y="161"/>
                  </a:lnTo>
                  <a:lnTo>
                    <a:pt x="101" y="147"/>
                  </a:lnTo>
                  <a:lnTo>
                    <a:pt x="93" y="133"/>
                  </a:lnTo>
                  <a:lnTo>
                    <a:pt x="89" y="120"/>
                  </a:lnTo>
                  <a:lnTo>
                    <a:pt x="85" y="107"/>
                  </a:lnTo>
                  <a:lnTo>
                    <a:pt x="82" y="97"/>
                  </a:lnTo>
                  <a:lnTo>
                    <a:pt x="81" y="91"/>
                  </a:lnTo>
                  <a:lnTo>
                    <a:pt x="81" y="88"/>
                  </a:lnTo>
                  <a:lnTo>
                    <a:pt x="80" y="97"/>
                  </a:lnTo>
                  <a:lnTo>
                    <a:pt x="75" y="113"/>
                  </a:lnTo>
                  <a:lnTo>
                    <a:pt x="68" y="127"/>
                  </a:lnTo>
                  <a:lnTo>
                    <a:pt x="57" y="128"/>
                  </a:lnTo>
                  <a:lnTo>
                    <a:pt x="50" y="118"/>
                  </a:lnTo>
                  <a:lnTo>
                    <a:pt x="40" y="101"/>
                  </a:lnTo>
                  <a:lnTo>
                    <a:pt x="32" y="81"/>
                  </a:lnTo>
                  <a:lnTo>
                    <a:pt x="22" y="58"/>
                  </a:lnTo>
                  <a:lnTo>
                    <a:pt x="14" y="36"/>
                  </a:lnTo>
                  <a:lnTo>
                    <a:pt x="6" y="18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0" name="Freeform 58"/>
            <p:cNvSpPr>
              <a:spLocks/>
            </p:cNvSpPr>
            <p:nvPr/>
          </p:nvSpPr>
          <p:spPr bwMode="auto">
            <a:xfrm>
              <a:off x="1974851" y="549275"/>
              <a:ext cx="49213" cy="50800"/>
            </a:xfrm>
            <a:custGeom>
              <a:avLst/>
              <a:gdLst>
                <a:gd name="T0" fmla="*/ 62 w 126"/>
                <a:gd name="T1" fmla="*/ 126 h 128"/>
                <a:gd name="T2" fmla="*/ 63 w 126"/>
                <a:gd name="T3" fmla="*/ 126 h 128"/>
                <a:gd name="T4" fmla="*/ 65 w 126"/>
                <a:gd name="T5" fmla="*/ 127 h 128"/>
                <a:gd name="T6" fmla="*/ 70 w 126"/>
                <a:gd name="T7" fmla="*/ 128 h 128"/>
                <a:gd name="T8" fmla="*/ 76 w 126"/>
                <a:gd name="T9" fmla="*/ 128 h 128"/>
                <a:gd name="T10" fmla="*/ 83 w 126"/>
                <a:gd name="T11" fmla="*/ 128 h 128"/>
                <a:gd name="T12" fmla="*/ 91 w 126"/>
                <a:gd name="T13" fmla="*/ 126 h 128"/>
                <a:gd name="T14" fmla="*/ 98 w 126"/>
                <a:gd name="T15" fmla="*/ 122 h 128"/>
                <a:gd name="T16" fmla="*/ 105 w 126"/>
                <a:gd name="T17" fmla="*/ 115 h 128"/>
                <a:gd name="T18" fmla="*/ 120 w 126"/>
                <a:gd name="T19" fmla="*/ 92 h 128"/>
                <a:gd name="T20" fmla="*/ 126 w 126"/>
                <a:gd name="T21" fmla="*/ 77 h 128"/>
                <a:gd name="T22" fmla="*/ 124 w 126"/>
                <a:gd name="T23" fmla="*/ 67 h 128"/>
                <a:gd name="T24" fmla="*/ 123 w 126"/>
                <a:gd name="T25" fmla="*/ 63 h 128"/>
                <a:gd name="T26" fmla="*/ 122 w 126"/>
                <a:gd name="T27" fmla="*/ 60 h 128"/>
                <a:gd name="T28" fmla="*/ 117 w 126"/>
                <a:gd name="T29" fmla="*/ 52 h 128"/>
                <a:gd name="T30" fmla="*/ 110 w 126"/>
                <a:gd name="T31" fmla="*/ 43 h 128"/>
                <a:gd name="T32" fmla="*/ 102 w 126"/>
                <a:gd name="T33" fmla="*/ 31 h 128"/>
                <a:gd name="T34" fmla="*/ 93 w 126"/>
                <a:gd name="T35" fmla="*/ 20 h 128"/>
                <a:gd name="T36" fmla="*/ 85 w 126"/>
                <a:gd name="T37" fmla="*/ 10 h 128"/>
                <a:gd name="T38" fmla="*/ 80 w 126"/>
                <a:gd name="T39" fmla="*/ 3 h 128"/>
                <a:gd name="T40" fmla="*/ 77 w 126"/>
                <a:gd name="T41" fmla="*/ 0 h 128"/>
                <a:gd name="T42" fmla="*/ 75 w 126"/>
                <a:gd name="T43" fmla="*/ 3 h 128"/>
                <a:gd name="T44" fmla="*/ 69 w 126"/>
                <a:gd name="T45" fmla="*/ 13 h 128"/>
                <a:gd name="T46" fmla="*/ 58 w 126"/>
                <a:gd name="T47" fmla="*/ 28 h 128"/>
                <a:gd name="T48" fmla="*/ 42 w 126"/>
                <a:gd name="T49" fmla="*/ 51 h 128"/>
                <a:gd name="T50" fmla="*/ 38 w 126"/>
                <a:gd name="T51" fmla="*/ 58 h 128"/>
                <a:gd name="T52" fmla="*/ 30 w 126"/>
                <a:gd name="T53" fmla="*/ 64 h 128"/>
                <a:gd name="T54" fmla="*/ 24 w 126"/>
                <a:gd name="T55" fmla="*/ 71 h 128"/>
                <a:gd name="T56" fmla="*/ 17 w 126"/>
                <a:gd name="T57" fmla="*/ 74 h 128"/>
                <a:gd name="T58" fmla="*/ 10 w 126"/>
                <a:gd name="T59" fmla="*/ 79 h 128"/>
                <a:gd name="T60" fmla="*/ 5 w 126"/>
                <a:gd name="T61" fmla="*/ 81 h 128"/>
                <a:gd name="T62" fmla="*/ 1 w 126"/>
                <a:gd name="T63" fmla="*/ 83 h 128"/>
                <a:gd name="T64" fmla="*/ 0 w 126"/>
                <a:gd name="T65" fmla="*/ 84 h 128"/>
                <a:gd name="T66" fmla="*/ 62 w 126"/>
                <a:gd name="T67" fmla="*/ 12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6" h="128">
                  <a:moveTo>
                    <a:pt x="62" y="126"/>
                  </a:moveTo>
                  <a:lnTo>
                    <a:pt x="63" y="126"/>
                  </a:lnTo>
                  <a:lnTo>
                    <a:pt x="65" y="127"/>
                  </a:lnTo>
                  <a:lnTo>
                    <a:pt x="70" y="128"/>
                  </a:lnTo>
                  <a:lnTo>
                    <a:pt x="76" y="128"/>
                  </a:lnTo>
                  <a:lnTo>
                    <a:pt x="83" y="128"/>
                  </a:lnTo>
                  <a:lnTo>
                    <a:pt x="91" y="126"/>
                  </a:lnTo>
                  <a:lnTo>
                    <a:pt x="98" y="122"/>
                  </a:lnTo>
                  <a:lnTo>
                    <a:pt x="105" y="115"/>
                  </a:lnTo>
                  <a:lnTo>
                    <a:pt x="120" y="92"/>
                  </a:lnTo>
                  <a:lnTo>
                    <a:pt x="126" y="77"/>
                  </a:lnTo>
                  <a:lnTo>
                    <a:pt x="124" y="67"/>
                  </a:lnTo>
                  <a:lnTo>
                    <a:pt x="123" y="63"/>
                  </a:lnTo>
                  <a:lnTo>
                    <a:pt x="122" y="60"/>
                  </a:lnTo>
                  <a:lnTo>
                    <a:pt x="117" y="52"/>
                  </a:lnTo>
                  <a:lnTo>
                    <a:pt x="110" y="43"/>
                  </a:lnTo>
                  <a:lnTo>
                    <a:pt x="102" y="31"/>
                  </a:lnTo>
                  <a:lnTo>
                    <a:pt x="93" y="20"/>
                  </a:lnTo>
                  <a:lnTo>
                    <a:pt x="85" y="10"/>
                  </a:lnTo>
                  <a:lnTo>
                    <a:pt x="80" y="3"/>
                  </a:lnTo>
                  <a:lnTo>
                    <a:pt x="77" y="0"/>
                  </a:lnTo>
                  <a:lnTo>
                    <a:pt x="75" y="3"/>
                  </a:lnTo>
                  <a:lnTo>
                    <a:pt x="69" y="13"/>
                  </a:lnTo>
                  <a:lnTo>
                    <a:pt x="58" y="28"/>
                  </a:lnTo>
                  <a:lnTo>
                    <a:pt x="42" y="51"/>
                  </a:lnTo>
                  <a:lnTo>
                    <a:pt x="38" y="58"/>
                  </a:lnTo>
                  <a:lnTo>
                    <a:pt x="30" y="64"/>
                  </a:lnTo>
                  <a:lnTo>
                    <a:pt x="24" y="71"/>
                  </a:lnTo>
                  <a:lnTo>
                    <a:pt x="17" y="74"/>
                  </a:lnTo>
                  <a:lnTo>
                    <a:pt x="10" y="79"/>
                  </a:lnTo>
                  <a:lnTo>
                    <a:pt x="5" y="81"/>
                  </a:lnTo>
                  <a:lnTo>
                    <a:pt x="1" y="83"/>
                  </a:lnTo>
                  <a:lnTo>
                    <a:pt x="0" y="84"/>
                  </a:lnTo>
                  <a:lnTo>
                    <a:pt x="62" y="1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1" name="Freeform 59"/>
            <p:cNvSpPr>
              <a:spLocks/>
            </p:cNvSpPr>
            <p:nvPr/>
          </p:nvSpPr>
          <p:spPr bwMode="auto">
            <a:xfrm>
              <a:off x="2028826" y="503238"/>
              <a:ext cx="50800" cy="50800"/>
            </a:xfrm>
            <a:custGeom>
              <a:avLst/>
              <a:gdLst>
                <a:gd name="T0" fmla="*/ 58 w 127"/>
                <a:gd name="T1" fmla="*/ 124 h 128"/>
                <a:gd name="T2" fmla="*/ 59 w 127"/>
                <a:gd name="T3" fmla="*/ 124 h 128"/>
                <a:gd name="T4" fmla="*/ 61 w 127"/>
                <a:gd name="T5" fmla="*/ 125 h 128"/>
                <a:gd name="T6" fmla="*/ 66 w 127"/>
                <a:gd name="T7" fmla="*/ 128 h 128"/>
                <a:gd name="T8" fmla="*/ 71 w 127"/>
                <a:gd name="T9" fmla="*/ 128 h 128"/>
                <a:gd name="T10" fmla="*/ 78 w 127"/>
                <a:gd name="T11" fmla="*/ 128 h 128"/>
                <a:gd name="T12" fmla="*/ 86 w 127"/>
                <a:gd name="T13" fmla="*/ 126 h 128"/>
                <a:gd name="T14" fmla="*/ 93 w 127"/>
                <a:gd name="T15" fmla="*/ 123 h 128"/>
                <a:gd name="T16" fmla="*/ 101 w 127"/>
                <a:gd name="T17" fmla="*/ 117 h 128"/>
                <a:gd name="T18" fmla="*/ 119 w 127"/>
                <a:gd name="T19" fmla="*/ 96 h 128"/>
                <a:gd name="T20" fmla="*/ 127 w 127"/>
                <a:gd name="T21" fmla="*/ 82 h 128"/>
                <a:gd name="T22" fmla="*/ 127 w 127"/>
                <a:gd name="T23" fmla="*/ 72 h 128"/>
                <a:gd name="T24" fmla="*/ 125 w 127"/>
                <a:gd name="T25" fmla="*/ 68 h 128"/>
                <a:gd name="T26" fmla="*/ 125 w 127"/>
                <a:gd name="T27" fmla="*/ 65 h 128"/>
                <a:gd name="T28" fmla="*/ 122 w 127"/>
                <a:gd name="T29" fmla="*/ 56 h 128"/>
                <a:gd name="T30" fmla="*/ 116 w 127"/>
                <a:gd name="T31" fmla="*/ 45 h 128"/>
                <a:gd name="T32" fmla="*/ 108 w 127"/>
                <a:gd name="T33" fmla="*/ 32 h 128"/>
                <a:gd name="T34" fmla="*/ 101 w 127"/>
                <a:gd name="T35" fmla="*/ 20 h 128"/>
                <a:gd name="T36" fmla="*/ 94 w 127"/>
                <a:gd name="T37" fmla="*/ 9 h 128"/>
                <a:gd name="T38" fmla="*/ 89 w 127"/>
                <a:gd name="T39" fmla="*/ 2 h 128"/>
                <a:gd name="T40" fmla="*/ 88 w 127"/>
                <a:gd name="T41" fmla="*/ 0 h 128"/>
                <a:gd name="T42" fmla="*/ 88 w 127"/>
                <a:gd name="T43" fmla="*/ 1 h 128"/>
                <a:gd name="T44" fmla="*/ 86 w 127"/>
                <a:gd name="T45" fmla="*/ 2 h 128"/>
                <a:gd name="T46" fmla="*/ 83 w 127"/>
                <a:gd name="T47" fmla="*/ 6 h 128"/>
                <a:gd name="T48" fmla="*/ 78 w 127"/>
                <a:gd name="T49" fmla="*/ 10 h 128"/>
                <a:gd name="T50" fmla="*/ 72 w 127"/>
                <a:gd name="T51" fmla="*/ 18 h 128"/>
                <a:gd name="T52" fmla="*/ 65 w 127"/>
                <a:gd name="T53" fmla="*/ 26 h 128"/>
                <a:gd name="T54" fmla="*/ 57 w 127"/>
                <a:gd name="T55" fmla="*/ 36 h 128"/>
                <a:gd name="T56" fmla="*/ 47 w 127"/>
                <a:gd name="T57" fmla="*/ 47 h 128"/>
                <a:gd name="T58" fmla="*/ 41 w 127"/>
                <a:gd name="T59" fmla="*/ 53 h 128"/>
                <a:gd name="T60" fmla="*/ 34 w 127"/>
                <a:gd name="T61" fmla="*/ 58 h 128"/>
                <a:gd name="T62" fmla="*/ 25 w 127"/>
                <a:gd name="T63" fmla="*/ 62 h 128"/>
                <a:gd name="T64" fmla="*/ 18 w 127"/>
                <a:gd name="T65" fmla="*/ 66 h 128"/>
                <a:gd name="T66" fmla="*/ 11 w 127"/>
                <a:gd name="T67" fmla="*/ 70 h 128"/>
                <a:gd name="T68" fmla="*/ 5 w 127"/>
                <a:gd name="T69" fmla="*/ 72 h 128"/>
                <a:gd name="T70" fmla="*/ 1 w 127"/>
                <a:gd name="T71" fmla="*/ 73 h 128"/>
                <a:gd name="T72" fmla="*/ 0 w 127"/>
                <a:gd name="T73" fmla="*/ 73 h 128"/>
                <a:gd name="T74" fmla="*/ 58 w 127"/>
                <a:gd name="T75" fmla="*/ 12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7" h="128">
                  <a:moveTo>
                    <a:pt x="58" y="124"/>
                  </a:moveTo>
                  <a:lnTo>
                    <a:pt x="59" y="124"/>
                  </a:lnTo>
                  <a:lnTo>
                    <a:pt x="61" y="125"/>
                  </a:lnTo>
                  <a:lnTo>
                    <a:pt x="66" y="128"/>
                  </a:lnTo>
                  <a:lnTo>
                    <a:pt x="71" y="128"/>
                  </a:lnTo>
                  <a:lnTo>
                    <a:pt x="78" y="128"/>
                  </a:lnTo>
                  <a:lnTo>
                    <a:pt x="86" y="126"/>
                  </a:lnTo>
                  <a:lnTo>
                    <a:pt x="93" y="123"/>
                  </a:lnTo>
                  <a:lnTo>
                    <a:pt x="101" y="117"/>
                  </a:lnTo>
                  <a:lnTo>
                    <a:pt x="119" y="96"/>
                  </a:lnTo>
                  <a:lnTo>
                    <a:pt x="127" y="82"/>
                  </a:lnTo>
                  <a:lnTo>
                    <a:pt x="127" y="72"/>
                  </a:lnTo>
                  <a:lnTo>
                    <a:pt x="125" y="68"/>
                  </a:lnTo>
                  <a:lnTo>
                    <a:pt x="125" y="65"/>
                  </a:lnTo>
                  <a:lnTo>
                    <a:pt x="122" y="56"/>
                  </a:lnTo>
                  <a:lnTo>
                    <a:pt x="116" y="45"/>
                  </a:lnTo>
                  <a:lnTo>
                    <a:pt x="108" y="32"/>
                  </a:lnTo>
                  <a:lnTo>
                    <a:pt x="101" y="20"/>
                  </a:lnTo>
                  <a:lnTo>
                    <a:pt x="94" y="9"/>
                  </a:lnTo>
                  <a:lnTo>
                    <a:pt x="89" y="2"/>
                  </a:lnTo>
                  <a:lnTo>
                    <a:pt x="88" y="0"/>
                  </a:lnTo>
                  <a:lnTo>
                    <a:pt x="88" y="1"/>
                  </a:lnTo>
                  <a:lnTo>
                    <a:pt x="86" y="2"/>
                  </a:lnTo>
                  <a:lnTo>
                    <a:pt x="83" y="6"/>
                  </a:lnTo>
                  <a:lnTo>
                    <a:pt x="78" y="10"/>
                  </a:lnTo>
                  <a:lnTo>
                    <a:pt x="72" y="18"/>
                  </a:lnTo>
                  <a:lnTo>
                    <a:pt x="65" y="26"/>
                  </a:lnTo>
                  <a:lnTo>
                    <a:pt x="57" y="36"/>
                  </a:lnTo>
                  <a:lnTo>
                    <a:pt x="47" y="47"/>
                  </a:lnTo>
                  <a:lnTo>
                    <a:pt x="41" y="53"/>
                  </a:lnTo>
                  <a:lnTo>
                    <a:pt x="34" y="58"/>
                  </a:lnTo>
                  <a:lnTo>
                    <a:pt x="25" y="62"/>
                  </a:lnTo>
                  <a:lnTo>
                    <a:pt x="18" y="66"/>
                  </a:lnTo>
                  <a:lnTo>
                    <a:pt x="11" y="70"/>
                  </a:lnTo>
                  <a:lnTo>
                    <a:pt x="5" y="72"/>
                  </a:lnTo>
                  <a:lnTo>
                    <a:pt x="1" y="73"/>
                  </a:lnTo>
                  <a:lnTo>
                    <a:pt x="0" y="73"/>
                  </a:lnTo>
                  <a:lnTo>
                    <a:pt x="58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2" name="Freeform 60"/>
            <p:cNvSpPr>
              <a:spLocks/>
            </p:cNvSpPr>
            <p:nvPr/>
          </p:nvSpPr>
          <p:spPr bwMode="auto">
            <a:xfrm>
              <a:off x="2079626" y="420688"/>
              <a:ext cx="55563" cy="57150"/>
            </a:xfrm>
            <a:custGeom>
              <a:avLst/>
              <a:gdLst>
                <a:gd name="T0" fmla="*/ 57 w 140"/>
                <a:gd name="T1" fmla="*/ 135 h 143"/>
                <a:gd name="T2" fmla="*/ 58 w 140"/>
                <a:gd name="T3" fmla="*/ 137 h 143"/>
                <a:gd name="T4" fmla="*/ 60 w 140"/>
                <a:gd name="T5" fmla="*/ 138 h 143"/>
                <a:gd name="T6" fmla="*/ 65 w 140"/>
                <a:gd name="T7" fmla="*/ 140 h 143"/>
                <a:gd name="T8" fmla="*/ 72 w 140"/>
                <a:gd name="T9" fmla="*/ 141 h 143"/>
                <a:gd name="T10" fmla="*/ 79 w 140"/>
                <a:gd name="T11" fmla="*/ 143 h 143"/>
                <a:gd name="T12" fmla="*/ 88 w 140"/>
                <a:gd name="T13" fmla="*/ 141 h 143"/>
                <a:gd name="T14" fmla="*/ 98 w 140"/>
                <a:gd name="T15" fmla="*/ 139 h 143"/>
                <a:gd name="T16" fmla="*/ 107 w 140"/>
                <a:gd name="T17" fmla="*/ 133 h 143"/>
                <a:gd name="T18" fmla="*/ 121 w 140"/>
                <a:gd name="T19" fmla="*/ 122 h 143"/>
                <a:gd name="T20" fmla="*/ 129 w 140"/>
                <a:gd name="T21" fmla="*/ 112 h 143"/>
                <a:gd name="T22" fmla="*/ 135 w 140"/>
                <a:gd name="T23" fmla="*/ 103 h 143"/>
                <a:gd name="T24" fmla="*/ 139 w 140"/>
                <a:gd name="T25" fmla="*/ 95 h 143"/>
                <a:gd name="T26" fmla="*/ 140 w 140"/>
                <a:gd name="T27" fmla="*/ 89 h 143"/>
                <a:gd name="T28" fmla="*/ 140 w 140"/>
                <a:gd name="T29" fmla="*/ 85 h 143"/>
                <a:gd name="T30" fmla="*/ 140 w 140"/>
                <a:gd name="T31" fmla="*/ 82 h 143"/>
                <a:gd name="T32" fmla="*/ 140 w 140"/>
                <a:gd name="T33" fmla="*/ 81 h 143"/>
                <a:gd name="T34" fmla="*/ 140 w 140"/>
                <a:gd name="T35" fmla="*/ 76 h 143"/>
                <a:gd name="T36" fmla="*/ 136 w 140"/>
                <a:gd name="T37" fmla="*/ 66 h 143"/>
                <a:gd name="T38" fmla="*/ 131 w 140"/>
                <a:gd name="T39" fmla="*/ 53 h 143"/>
                <a:gd name="T40" fmla="*/ 124 w 140"/>
                <a:gd name="T41" fmla="*/ 39 h 143"/>
                <a:gd name="T42" fmla="*/ 117 w 140"/>
                <a:gd name="T43" fmla="*/ 24 h 143"/>
                <a:gd name="T44" fmla="*/ 111 w 140"/>
                <a:gd name="T45" fmla="*/ 12 h 143"/>
                <a:gd name="T46" fmla="*/ 106 w 140"/>
                <a:gd name="T47" fmla="*/ 4 h 143"/>
                <a:gd name="T48" fmla="*/ 105 w 140"/>
                <a:gd name="T49" fmla="*/ 0 h 143"/>
                <a:gd name="T50" fmla="*/ 104 w 140"/>
                <a:gd name="T51" fmla="*/ 1 h 143"/>
                <a:gd name="T52" fmla="*/ 102 w 140"/>
                <a:gd name="T53" fmla="*/ 2 h 143"/>
                <a:gd name="T54" fmla="*/ 99 w 140"/>
                <a:gd name="T55" fmla="*/ 6 h 143"/>
                <a:gd name="T56" fmla="*/ 93 w 140"/>
                <a:gd name="T57" fmla="*/ 11 h 143"/>
                <a:gd name="T58" fmla="*/ 85 w 140"/>
                <a:gd name="T59" fmla="*/ 18 h 143"/>
                <a:gd name="T60" fmla="*/ 77 w 140"/>
                <a:gd name="T61" fmla="*/ 27 h 143"/>
                <a:gd name="T62" fmla="*/ 66 w 140"/>
                <a:gd name="T63" fmla="*/ 36 h 143"/>
                <a:gd name="T64" fmla="*/ 54 w 140"/>
                <a:gd name="T65" fmla="*/ 47 h 143"/>
                <a:gd name="T66" fmla="*/ 47 w 140"/>
                <a:gd name="T67" fmla="*/ 53 h 143"/>
                <a:gd name="T68" fmla="*/ 38 w 140"/>
                <a:gd name="T69" fmla="*/ 58 h 143"/>
                <a:gd name="T70" fmla="*/ 29 w 140"/>
                <a:gd name="T71" fmla="*/ 63 h 143"/>
                <a:gd name="T72" fmla="*/ 20 w 140"/>
                <a:gd name="T73" fmla="*/ 66 h 143"/>
                <a:gd name="T74" fmla="*/ 12 w 140"/>
                <a:gd name="T75" fmla="*/ 69 h 143"/>
                <a:gd name="T76" fmla="*/ 6 w 140"/>
                <a:gd name="T77" fmla="*/ 71 h 143"/>
                <a:gd name="T78" fmla="*/ 1 w 140"/>
                <a:gd name="T79" fmla="*/ 72 h 143"/>
                <a:gd name="T80" fmla="*/ 0 w 140"/>
                <a:gd name="T81" fmla="*/ 72 h 143"/>
                <a:gd name="T82" fmla="*/ 57 w 140"/>
                <a:gd name="T83" fmla="*/ 13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0" h="143">
                  <a:moveTo>
                    <a:pt x="57" y="135"/>
                  </a:moveTo>
                  <a:lnTo>
                    <a:pt x="58" y="137"/>
                  </a:lnTo>
                  <a:lnTo>
                    <a:pt x="60" y="138"/>
                  </a:lnTo>
                  <a:lnTo>
                    <a:pt x="65" y="140"/>
                  </a:lnTo>
                  <a:lnTo>
                    <a:pt x="72" y="141"/>
                  </a:lnTo>
                  <a:lnTo>
                    <a:pt x="79" y="143"/>
                  </a:lnTo>
                  <a:lnTo>
                    <a:pt x="88" y="141"/>
                  </a:lnTo>
                  <a:lnTo>
                    <a:pt x="98" y="139"/>
                  </a:lnTo>
                  <a:lnTo>
                    <a:pt x="107" y="133"/>
                  </a:lnTo>
                  <a:lnTo>
                    <a:pt x="121" y="122"/>
                  </a:lnTo>
                  <a:lnTo>
                    <a:pt x="129" y="112"/>
                  </a:lnTo>
                  <a:lnTo>
                    <a:pt x="135" y="103"/>
                  </a:lnTo>
                  <a:lnTo>
                    <a:pt x="139" y="95"/>
                  </a:lnTo>
                  <a:lnTo>
                    <a:pt x="140" y="89"/>
                  </a:lnTo>
                  <a:lnTo>
                    <a:pt x="140" y="85"/>
                  </a:lnTo>
                  <a:lnTo>
                    <a:pt x="140" y="82"/>
                  </a:lnTo>
                  <a:lnTo>
                    <a:pt x="140" y="81"/>
                  </a:lnTo>
                  <a:lnTo>
                    <a:pt x="140" y="76"/>
                  </a:lnTo>
                  <a:lnTo>
                    <a:pt x="136" y="66"/>
                  </a:lnTo>
                  <a:lnTo>
                    <a:pt x="131" y="53"/>
                  </a:lnTo>
                  <a:lnTo>
                    <a:pt x="124" y="39"/>
                  </a:lnTo>
                  <a:lnTo>
                    <a:pt x="117" y="24"/>
                  </a:lnTo>
                  <a:lnTo>
                    <a:pt x="111" y="12"/>
                  </a:lnTo>
                  <a:lnTo>
                    <a:pt x="106" y="4"/>
                  </a:lnTo>
                  <a:lnTo>
                    <a:pt x="105" y="0"/>
                  </a:lnTo>
                  <a:lnTo>
                    <a:pt x="104" y="1"/>
                  </a:lnTo>
                  <a:lnTo>
                    <a:pt x="102" y="2"/>
                  </a:lnTo>
                  <a:lnTo>
                    <a:pt x="99" y="6"/>
                  </a:lnTo>
                  <a:lnTo>
                    <a:pt x="93" y="11"/>
                  </a:lnTo>
                  <a:lnTo>
                    <a:pt x="85" y="18"/>
                  </a:lnTo>
                  <a:lnTo>
                    <a:pt x="77" y="27"/>
                  </a:lnTo>
                  <a:lnTo>
                    <a:pt x="66" y="36"/>
                  </a:lnTo>
                  <a:lnTo>
                    <a:pt x="54" y="47"/>
                  </a:lnTo>
                  <a:lnTo>
                    <a:pt x="47" y="53"/>
                  </a:lnTo>
                  <a:lnTo>
                    <a:pt x="38" y="58"/>
                  </a:lnTo>
                  <a:lnTo>
                    <a:pt x="29" y="63"/>
                  </a:lnTo>
                  <a:lnTo>
                    <a:pt x="20" y="66"/>
                  </a:lnTo>
                  <a:lnTo>
                    <a:pt x="12" y="69"/>
                  </a:lnTo>
                  <a:lnTo>
                    <a:pt x="6" y="71"/>
                  </a:lnTo>
                  <a:lnTo>
                    <a:pt x="1" y="72"/>
                  </a:lnTo>
                  <a:lnTo>
                    <a:pt x="0" y="72"/>
                  </a:lnTo>
                  <a:lnTo>
                    <a:pt x="57" y="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3" name="Freeform 61"/>
            <p:cNvSpPr>
              <a:spLocks/>
            </p:cNvSpPr>
            <p:nvPr/>
          </p:nvSpPr>
          <p:spPr bwMode="auto">
            <a:xfrm>
              <a:off x="2143126" y="288925"/>
              <a:ext cx="49213" cy="34925"/>
            </a:xfrm>
            <a:custGeom>
              <a:avLst/>
              <a:gdLst>
                <a:gd name="T0" fmla="*/ 109 w 124"/>
                <a:gd name="T1" fmla="*/ 19 h 87"/>
                <a:gd name="T2" fmla="*/ 109 w 124"/>
                <a:gd name="T3" fmla="*/ 18 h 87"/>
                <a:gd name="T4" fmla="*/ 107 w 124"/>
                <a:gd name="T5" fmla="*/ 16 h 87"/>
                <a:gd name="T6" fmla="*/ 104 w 124"/>
                <a:gd name="T7" fmla="*/ 12 h 87"/>
                <a:gd name="T8" fmla="*/ 101 w 124"/>
                <a:gd name="T9" fmla="*/ 8 h 87"/>
                <a:gd name="T10" fmla="*/ 95 w 124"/>
                <a:gd name="T11" fmla="*/ 5 h 87"/>
                <a:gd name="T12" fmla="*/ 87 w 124"/>
                <a:gd name="T13" fmla="*/ 2 h 87"/>
                <a:gd name="T14" fmla="*/ 78 w 124"/>
                <a:gd name="T15" fmla="*/ 0 h 87"/>
                <a:gd name="T16" fmla="*/ 67 w 124"/>
                <a:gd name="T17" fmla="*/ 0 h 87"/>
                <a:gd name="T18" fmla="*/ 51 w 124"/>
                <a:gd name="T19" fmla="*/ 2 h 87"/>
                <a:gd name="T20" fmla="*/ 38 w 124"/>
                <a:gd name="T21" fmla="*/ 5 h 87"/>
                <a:gd name="T22" fmla="*/ 29 w 124"/>
                <a:gd name="T23" fmla="*/ 8 h 87"/>
                <a:gd name="T24" fmla="*/ 22 w 124"/>
                <a:gd name="T25" fmla="*/ 12 h 87"/>
                <a:gd name="T26" fmla="*/ 17 w 124"/>
                <a:gd name="T27" fmla="*/ 14 h 87"/>
                <a:gd name="T28" fmla="*/ 15 w 124"/>
                <a:gd name="T29" fmla="*/ 18 h 87"/>
                <a:gd name="T30" fmla="*/ 14 w 124"/>
                <a:gd name="T31" fmla="*/ 19 h 87"/>
                <a:gd name="T32" fmla="*/ 14 w 124"/>
                <a:gd name="T33" fmla="*/ 20 h 87"/>
                <a:gd name="T34" fmla="*/ 10 w 124"/>
                <a:gd name="T35" fmla="*/ 30 h 87"/>
                <a:gd name="T36" fmla="*/ 5 w 124"/>
                <a:gd name="T37" fmla="*/ 53 h 87"/>
                <a:gd name="T38" fmla="*/ 2 w 124"/>
                <a:gd name="T39" fmla="*/ 76 h 87"/>
                <a:gd name="T40" fmla="*/ 0 w 124"/>
                <a:gd name="T41" fmla="*/ 87 h 87"/>
                <a:gd name="T42" fmla="*/ 2 w 124"/>
                <a:gd name="T43" fmla="*/ 87 h 87"/>
                <a:gd name="T44" fmla="*/ 4 w 124"/>
                <a:gd name="T45" fmla="*/ 86 h 87"/>
                <a:gd name="T46" fmla="*/ 9 w 124"/>
                <a:gd name="T47" fmla="*/ 86 h 87"/>
                <a:gd name="T48" fmla="*/ 16 w 124"/>
                <a:gd name="T49" fmla="*/ 84 h 87"/>
                <a:gd name="T50" fmla="*/ 26 w 124"/>
                <a:gd name="T51" fmla="*/ 82 h 87"/>
                <a:gd name="T52" fmla="*/ 37 w 124"/>
                <a:gd name="T53" fmla="*/ 81 h 87"/>
                <a:gd name="T54" fmla="*/ 50 w 124"/>
                <a:gd name="T55" fmla="*/ 78 h 87"/>
                <a:gd name="T56" fmla="*/ 66 w 124"/>
                <a:gd name="T57" fmla="*/ 76 h 87"/>
                <a:gd name="T58" fmla="*/ 75 w 124"/>
                <a:gd name="T59" fmla="*/ 76 h 87"/>
                <a:gd name="T60" fmla="*/ 85 w 124"/>
                <a:gd name="T61" fmla="*/ 76 h 87"/>
                <a:gd name="T62" fmla="*/ 95 w 124"/>
                <a:gd name="T63" fmla="*/ 77 h 87"/>
                <a:gd name="T64" fmla="*/ 104 w 124"/>
                <a:gd name="T65" fmla="*/ 78 h 87"/>
                <a:gd name="T66" fmla="*/ 111 w 124"/>
                <a:gd name="T67" fmla="*/ 81 h 87"/>
                <a:gd name="T68" fmla="*/ 117 w 124"/>
                <a:gd name="T69" fmla="*/ 82 h 87"/>
                <a:gd name="T70" fmla="*/ 122 w 124"/>
                <a:gd name="T71" fmla="*/ 83 h 87"/>
                <a:gd name="T72" fmla="*/ 124 w 124"/>
                <a:gd name="T73" fmla="*/ 83 h 87"/>
                <a:gd name="T74" fmla="*/ 109 w 124"/>
                <a:gd name="T75" fmla="*/ 1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87">
                  <a:moveTo>
                    <a:pt x="109" y="19"/>
                  </a:moveTo>
                  <a:lnTo>
                    <a:pt x="109" y="18"/>
                  </a:lnTo>
                  <a:lnTo>
                    <a:pt x="107" y="16"/>
                  </a:lnTo>
                  <a:lnTo>
                    <a:pt x="104" y="12"/>
                  </a:lnTo>
                  <a:lnTo>
                    <a:pt x="101" y="8"/>
                  </a:lnTo>
                  <a:lnTo>
                    <a:pt x="95" y="5"/>
                  </a:lnTo>
                  <a:lnTo>
                    <a:pt x="87" y="2"/>
                  </a:lnTo>
                  <a:lnTo>
                    <a:pt x="78" y="0"/>
                  </a:lnTo>
                  <a:lnTo>
                    <a:pt x="67" y="0"/>
                  </a:lnTo>
                  <a:lnTo>
                    <a:pt x="51" y="2"/>
                  </a:lnTo>
                  <a:lnTo>
                    <a:pt x="38" y="5"/>
                  </a:lnTo>
                  <a:lnTo>
                    <a:pt x="29" y="8"/>
                  </a:lnTo>
                  <a:lnTo>
                    <a:pt x="22" y="12"/>
                  </a:lnTo>
                  <a:lnTo>
                    <a:pt x="17" y="14"/>
                  </a:lnTo>
                  <a:lnTo>
                    <a:pt x="15" y="18"/>
                  </a:lnTo>
                  <a:lnTo>
                    <a:pt x="14" y="19"/>
                  </a:lnTo>
                  <a:lnTo>
                    <a:pt x="14" y="20"/>
                  </a:lnTo>
                  <a:lnTo>
                    <a:pt x="10" y="30"/>
                  </a:lnTo>
                  <a:lnTo>
                    <a:pt x="5" y="53"/>
                  </a:lnTo>
                  <a:lnTo>
                    <a:pt x="2" y="76"/>
                  </a:lnTo>
                  <a:lnTo>
                    <a:pt x="0" y="87"/>
                  </a:lnTo>
                  <a:lnTo>
                    <a:pt x="2" y="87"/>
                  </a:lnTo>
                  <a:lnTo>
                    <a:pt x="4" y="86"/>
                  </a:lnTo>
                  <a:lnTo>
                    <a:pt x="9" y="86"/>
                  </a:lnTo>
                  <a:lnTo>
                    <a:pt x="16" y="84"/>
                  </a:lnTo>
                  <a:lnTo>
                    <a:pt x="26" y="82"/>
                  </a:lnTo>
                  <a:lnTo>
                    <a:pt x="37" y="81"/>
                  </a:lnTo>
                  <a:lnTo>
                    <a:pt x="50" y="78"/>
                  </a:lnTo>
                  <a:lnTo>
                    <a:pt x="66" y="76"/>
                  </a:lnTo>
                  <a:lnTo>
                    <a:pt x="75" y="76"/>
                  </a:lnTo>
                  <a:lnTo>
                    <a:pt x="85" y="76"/>
                  </a:lnTo>
                  <a:lnTo>
                    <a:pt x="95" y="77"/>
                  </a:lnTo>
                  <a:lnTo>
                    <a:pt x="104" y="78"/>
                  </a:lnTo>
                  <a:lnTo>
                    <a:pt x="111" y="81"/>
                  </a:lnTo>
                  <a:lnTo>
                    <a:pt x="117" y="82"/>
                  </a:lnTo>
                  <a:lnTo>
                    <a:pt x="122" y="83"/>
                  </a:lnTo>
                  <a:lnTo>
                    <a:pt x="124" y="83"/>
                  </a:lnTo>
                  <a:lnTo>
                    <a:pt x="109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4" name="Freeform 62"/>
            <p:cNvSpPr>
              <a:spLocks/>
            </p:cNvSpPr>
            <p:nvPr/>
          </p:nvSpPr>
          <p:spPr bwMode="auto">
            <a:xfrm>
              <a:off x="2030413" y="323850"/>
              <a:ext cx="242888" cy="504825"/>
            </a:xfrm>
            <a:custGeom>
              <a:avLst/>
              <a:gdLst>
                <a:gd name="T0" fmla="*/ 557 w 612"/>
                <a:gd name="T1" fmla="*/ 509 h 1272"/>
                <a:gd name="T2" fmla="*/ 575 w 612"/>
                <a:gd name="T3" fmla="*/ 441 h 1272"/>
                <a:gd name="T4" fmla="*/ 595 w 612"/>
                <a:gd name="T5" fmla="*/ 366 h 1272"/>
                <a:gd name="T6" fmla="*/ 610 w 612"/>
                <a:gd name="T7" fmla="*/ 314 h 1272"/>
                <a:gd name="T8" fmla="*/ 591 w 612"/>
                <a:gd name="T9" fmla="*/ 283 h 1272"/>
                <a:gd name="T10" fmla="*/ 562 w 612"/>
                <a:gd name="T11" fmla="*/ 234 h 1272"/>
                <a:gd name="T12" fmla="*/ 547 w 612"/>
                <a:gd name="T13" fmla="*/ 191 h 1272"/>
                <a:gd name="T14" fmla="*/ 542 w 612"/>
                <a:gd name="T15" fmla="*/ 152 h 1272"/>
                <a:gd name="T16" fmla="*/ 551 w 612"/>
                <a:gd name="T17" fmla="*/ 128 h 1272"/>
                <a:gd name="T18" fmla="*/ 570 w 612"/>
                <a:gd name="T19" fmla="*/ 114 h 1272"/>
                <a:gd name="T20" fmla="*/ 586 w 612"/>
                <a:gd name="T21" fmla="*/ 96 h 1272"/>
                <a:gd name="T22" fmla="*/ 600 w 612"/>
                <a:gd name="T23" fmla="*/ 73 h 1272"/>
                <a:gd name="T24" fmla="*/ 605 w 612"/>
                <a:gd name="T25" fmla="*/ 56 h 1272"/>
                <a:gd name="T26" fmla="*/ 598 w 612"/>
                <a:gd name="T27" fmla="*/ 36 h 1272"/>
                <a:gd name="T28" fmla="*/ 582 w 612"/>
                <a:gd name="T29" fmla="*/ 13 h 1272"/>
                <a:gd name="T30" fmla="*/ 559 w 612"/>
                <a:gd name="T31" fmla="*/ 0 h 1272"/>
                <a:gd name="T32" fmla="*/ 529 w 612"/>
                <a:gd name="T33" fmla="*/ 11 h 1272"/>
                <a:gd name="T34" fmla="*/ 492 w 612"/>
                <a:gd name="T35" fmla="*/ 35 h 1272"/>
                <a:gd name="T36" fmla="*/ 458 w 612"/>
                <a:gd name="T37" fmla="*/ 62 h 1272"/>
                <a:gd name="T38" fmla="*/ 436 w 612"/>
                <a:gd name="T39" fmla="*/ 80 h 1272"/>
                <a:gd name="T40" fmla="*/ 348 w 612"/>
                <a:gd name="T41" fmla="*/ 324 h 1272"/>
                <a:gd name="T42" fmla="*/ 377 w 612"/>
                <a:gd name="T43" fmla="*/ 372 h 1272"/>
                <a:gd name="T44" fmla="*/ 376 w 612"/>
                <a:gd name="T45" fmla="*/ 377 h 1272"/>
                <a:gd name="T46" fmla="*/ 373 w 612"/>
                <a:gd name="T47" fmla="*/ 400 h 1272"/>
                <a:gd name="T48" fmla="*/ 361 w 612"/>
                <a:gd name="T49" fmla="*/ 459 h 1272"/>
                <a:gd name="T50" fmla="*/ 337 w 612"/>
                <a:gd name="T51" fmla="*/ 528 h 1272"/>
                <a:gd name="T52" fmla="*/ 302 w 612"/>
                <a:gd name="T53" fmla="*/ 586 h 1272"/>
                <a:gd name="T54" fmla="*/ 260 w 612"/>
                <a:gd name="T55" fmla="*/ 618 h 1272"/>
                <a:gd name="T56" fmla="*/ 218 w 612"/>
                <a:gd name="T57" fmla="*/ 635 h 1272"/>
                <a:gd name="T58" fmla="*/ 175 w 612"/>
                <a:gd name="T59" fmla="*/ 651 h 1272"/>
                <a:gd name="T60" fmla="*/ 125 w 612"/>
                <a:gd name="T61" fmla="*/ 673 h 1272"/>
                <a:gd name="T62" fmla="*/ 41 w 612"/>
                <a:gd name="T63" fmla="*/ 742 h 1272"/>
                <a:gd name="T64" fmla="*/ 0 w 612"/>
                <a:gd name="T65" fmla="*/ 882 h 1272"/>
                <a:gd name="T66" fmla="*/ 13 w 612"/>
                <a:gd name="T67" fmla="*/ 1029 h 1272"/>
                <a:gd name="T68" fmla="*/ 40 w 612"/>
                <a:gd name="T69" fmla="*/ 1129 h 1272"/>
                <a:gd name="T70" fmla="*/ 96 w 612"/>
                <a:gd name="T71" fmla="*/ 1228 h 1272"/>
                <a:gd name="T72" fmla="*/ 104 w 612"/>
                <a:gd name="T73" fmla="*/ 1233 h 1272"/>
                <a:gd name="T74" fmla="*/ 128 w 612"/>
                <a:gd name="T75" fmla="*/ 1243 h 1272"/>
                <a:gd name="T76" fmla="*/ 161 w 612"/>
                <a:gd name="T77" fmla="*/ 1256 h 1272"/>
                <a:gd name="T78" fmla="*/ 199 w 612"/>
                <a:gd name="T79" fmla="*/ 1267 h 1272"/>
                <a:gd name="T80" fmla="*/ 239 w 612"/>
                <a:gd name="T81" fmla="*/ 1272 h 1272"/>
                <a:gd name="T82" fmla="*/ 275 w 612"/>
                <a:gd name="T83" fmla="*/ 1267 h 1272"/>
                <a:gd name="T84" fmla="*/ 304 w 612"/>
                <a:gd name="T85" fmla="*/ 1248 h 1272"/>
                <a:gd name="T86" fmla="*/ 320 w 612"/>
                <a:gd name="T87" fmla="*/ 1211 h 1272"/>
                <a:gd name="T88" fmla="*/ 343 w 612"/>
                <a:gd name="T89" fmla="*/ 1158 h 1272"/>
                <a:gd name="T90" fmla="*/ 383 w 612"/>
                <a:gd name="T91" fmla="*/ 1103 h 1272"/>
                <a:gd name="T92" fmla="*/ 420 w 612"/>
                <a:gd name="T93" fmla="*/ 1058 h 1272"/>
                <a:gd name="T94" fmla="*/ 437 w 612"/>
                <a:gd name="T95" fmla="*/ 1040 h 1272"/>
                <a:gd name="T96" fmla="*/ 442 w 612"/>
                <a:gd name="T97" fmla="*/ 996 h 1272"/>
                <a:gd name="T98" fmla="*/ 454 w 612"/>
                <a:gd name="T99" fmla="*/ 936 h 1272"/>
                <a:gd name="T100" fmla="*/ 492 w 612"/>
                <a:gd name="T101" fmla="*/ 870 h 1272"/>
                <a:gd name="T102" fmla="*/ 528 w 612"/>
                <a:gd name="T103" fmla="*/ 821 h 1272"/>
                <a:gd name="T104" fmla="*/ 557 w 612"/>
                <a:gd name="T105" fmla="*/ 794 h 1272"/>
                <a:gd name="T106" fmla="*/ 568 w 612"/>
                <a:gd name="T107" fmla="*/ 784 h 1272"/>
                <a:gd name="T108" fmla="*/ 562 w 612"/>
                <a:gd name="T109" fmla="*/ 757 h 1272"/>
                <a:gd name="T110" fmla="*/ 551 w 612"/>
                <a:gd name="T111" fmla="*/ 692 h 1272"/>
                <a:gd name="T112" fmla="*/ 544 w 612"/>
                <a:gd name="T113" fmla="*/ 609 h 1272"/>
                <a:gd name="T114" fmla="*/ 551 w 612"/>
                <a:gd name="T115" fmla="*/ 531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12" h="1272">
                  <a:moveTo>
                    <a:pt x="551" y="531"/>
                  </a:moveTo>
                  <a:lnTo>
                    <a:pt x="557" y="509"/>
                  </a:lnTo>
                  <a:lnTo>
                    <a:pt x="565" y="477"/>
                  </a:lnTo>
                  <a:lnTo>
                    <a:pt x="575" y="441"/>
                  </a:lnTo>
                  <a:lnTo>
                    <a:pt x="586" y="402"/>
                  </a:lnTo>
                  <a:lnTo>
                    <a:pt x="595" y="366"/>
                  </a:lnTo>
                  <a:lnTo>
                    <a:pt x="604" y="336"/>
                  </a:lnTo>
                  <a:lnTo>
                    <a:pt x="610" y="314"/>
                  </a:lnTo>
                  <a:lnTo>
                    <a:pt x="612" y="307"/>
                  </a:lnTo>
                  <a:lnTo>
                    <a:pt x="591" y="283"/>
                  </a:lnTo>
                  <a:lnTo>
                    <a:pt x="574" y="259"/>
                  </a:lnTo>
                  <a:lnTo>
                    <a:pt x="562" y="234"/>
                  </a:lnTo>
                  <a:lnTo>
                    <a:pt x="553" y="213"/>
                  </a:lnTo>
                  <a:lnTo>
                    <a:pt x="547" y="191"/>
                  </a:lnTo>
                  <a:lnTo>
                    <a:pt x="544" y="170"/>
                  </a:lnTo>
                  <a:lnTo>
                    <a:pt x="542" y="152"/>
                  </a:lnTo>
                  <a:lnTo>
                    <a:pt x="541" y="134"/>
                  </a:lnTo>
                  <a:lnTo>
                    <a:pt x="551" y="128"/>
                  </a:lnTo>
                  <a:lnTo>
                    <a:pt x="560" y="121"/>
                  </a:lnTo>
                  <a:lnTo>
                    <a:pt x="570" y="114"/>
                  </a:lnTo>
                  <a:lnTo>
                    <a:pt x="579" y="105"/>
                  </a:lnTo>
                  <a:lnTo>
                    <a:pt x="586" y="96"/>
                  </a:lnTo>
                  <a:lnTo>
                    <a:pt x="594" y="85"/>
                  </a:lnTo>
                  <a:lnTo>
                    <a:pt x="600" y="73"/>
                  </a:lnTo>
                  <a:lnTo>
                    <a:pt x="606" y="59"/>
                  </a:lnTo>
                  <a:lnTo>
                    <a:pt x="605" y="56"/>
                  </a:lnTo>
                  <a:lnTo>
                    <a:pt x="603" y="48"/>
                  </a:lnTo>
                  <a:lnTo>
                    <a:pt x="598" y="36"/>
                  </a:lnTo>
                  <a:lnTo>
                    <a:pt x="591" y="24"/>
                  </a:lnTo>
                  <a:lnTo>
                    <a:pt x="582" y="13"/>
                  </a:lnTo>
                  <a:lnTo>
                    <a:pt x="571" y="4"/>
                  </a:lnTo>
                  <a:lnTo>
                    <a:pt x="559" y="0"/>
                  </a:lnTo>
                  <a:lnTo>
                    <a:pt x="545" y="3"/>
                  </a:lnTo>
                  <a:lnTo>
                    <a:pt x="529" y="11"/>
                  </a:lnTo>
                  <a:lnTo>
                    <a:pt x="511" y="22"/>
                  </a:lnTo>
                  <a:lnTo>
                    <a:pt x="492" y="35"/>
                  </a:lnTo>
                  <a:lnTo>
                    <a:pt x="474" y="48"/>
                  </a:lnTo>
                  <a:lnTo>
                    <a:pt x="458" y="62"/>
                  </a:lnTo>
                  <a:lnTo>
                    <a:pt x="445" y="73"/>
                  </a:lnTo>
                  <a:lnTo>
                    <a:pt x="436" y="80"/>
                  </a:lnTo>
                  <a:lnTo>
                    <a:pt x="432" y="82"/>
                  </a:lnTo>
                  <a:lnTo>
                    <a:pt x="348" y="324"/>
                  </a:lnTo>
                  <a:lnTo>
                    <a:pt x="378" y="370"/>
                  </a:lnTo>
                  <a:lnTo>
                    <a:pt x="377" y="372"/>
                  </a:lnTo>
                  <a:lnTo>
                    <a:pt x="377" y="374"/>
                  </a:lnTo>
                  <a:lnTo>
                    <a:pt x="376" y="377"/>
                  </a:lnTo>
                  <a:lnTo>
                    <a:pt x="376" y="379"/>
                  </a:lnTo>
                  <a:lnTo>
                    <a:pt x="373" y="400"/>
                  </a:lnTo>
                  <a:lnTo>
                    <a:pt x="368" y="428"/>
                  </a:lnTo>
                  <a:lnTo>
                    <a:pt x="361" y="459"/>
                  </a:lnTo>
                  <a:lnTo>
                    <a:pt x="350" y="494"/>
                  </a:lnTo>
                  <a:lnTo>
                    <a:pt x="337" y="528"/>
                  </a:lnTo>
                  <a:lnTo>
                    <a:pt x="321" y="559"/>
                  </a:lnTo>
                  <a:lnTo>
                    <a:pt x="302" y="586"/>
                  </a:lnTo>
                  <a:lnTo>
                    <a:pt x="282" y="605"/>
                  </a:lnTo>
                  <a:lnTo>
                    <a:pt x="260" y="618"/>
                  </a:lnTo>
                  <a:lnTo>
                    <a:pt x="239" y="628"/>
                  </a:lnTo>
                  <a:lnTo>
                    <a:pt x="218" y="635"/>
                  </a:lnTo>
                  <a:lnTo>
                    <a:pt x="197" y="643"/>
                  </a:lnTo>
                  <a:lnTo>
                    <a:pt x="175" y="651"/>
                  </a:lnTo>
                  <a:lnTo>
                    <a:pt x="151" y="661"/>
                  </a:lnTo>
                  <a:lnTo>
                    <a:pt x="125" y="673"/>
                  </a:lnTo>
                  <a:lnTo>
                    <a:pt x="96" y="690"/>
                  </a:lnTo>
                  <a:lnTo>
                    <a:pt x="41" y="742"/>
                  </a:lnTo>
                  <a:lnTo>
                    <a:pt x="12" y="808"/>
                  </a:lnTo>
                  <a:lnTo>
                    <a:pt x="0" y="882"/>
                  </a:lnTo>
                  <a:lnTo>
                    <a:pt x="3" y="958"/>
                  </a:lnTo>
                  <a:lnTo>
                    <a:pt x="13" y="1029"/>
                  </a:lnTo>
                  <a:lnTo>
                    <a:pt x="28" y="1088"/>
                  </a:lnTo>
                  <a:lnTo>
                    <a:pt x="40" y="1129"/>
                  </a:lnTo>
                  <a:lnTo>
                    <a:pt x="45" y="1144"/>
                  </a:lnTo>
                  <a:lnTo>
                    <a:pt x="96" y="1228"/>
                  </a:lnTo>
                  <a:lnTo>
                    <a:pt x="98" y="1229"/>
                  </a:lnTo>
                  <a:lnTo>
                    <a:pt x="104" y="1233"/>
                  </a:lnTo>
                  <a:lnTo>
                    <a:pt x="115" y="1238"/>
                  </a:lnTo>
                  <a:lnTo>
                    <a:pt x="128" y="1243"/>
                  </a:lnTo>
                  <a:lnTo>
                    <a:pt x="144" y="1249"/>
                  </a:lnTo>
                  <a:lnTo>
                    <a:pt x="161" y="1256"/>
                  </a:lnTo>
                  <a:lnTo>
                    <a:pt x="180" y="1262"/>
                  </a:lnTo>
                  <a:lnTo>
                    <a:pt x="199" y="1267"/>
                  </a:lnTo>
                  <a:lnTo>
                    <a:pt x="220" y="1269"/>
                  </a:lnTo>
                  <a:lnTo>
                    <a:pt x="239" y="1272"/>
                  </a:lnTo>
                  <a:lnTo>
                    <a:pt x="259" y="1271"/>
                  </a:lnTo>
                  <a:lnTo>
                    <a:pt x="275" y="1267"/>
                  </a:lnTo>
                  <a:lnTo>
                    <a:pt x="291" y="1260"/>
                  </a:lnTo>
                  <a:lnTo>
                    <a:pt x="304" y="1248"/>
                  </a:lnTo>
                  <a:lnTo>
                    <a:pt x="314" y="1232"/>
                  </a:lnTo>
                  <a:lnTo>
                    <a:pt x="320" y="1211"/>
                  </a:lnTo>
                  <a:lnTo>
                    <a:pt x="329" y="1186"/>
                  </a:lnTo>
                  <a:lnTo>
                    <a:pt x="343" y="1158"/>
                  </a:lnTo>
                  <a:lnTo>
                    <a:pt x="362" y="1130"/>
                  </a:lnTo>
                  <a:lnTo>
                    <a:pt x="383" y="1103"/>
                  </a:lnTo>
                  <a:lnTo>
                    <a:pt x="403" y="1077"/>
                  </a:lnTo>
                  <a:lnTo>
                    <a:pt x="420" y="1058"/>
                  </a:lnTo>
                  <a:lnTo>
                    <a:pt x="432" y="1045"/>
                  </a:lnTo>
                  <a:lnTo>
                    <a:pt x="437" y="1040"/>
                  </a:lnTo>
                  <a:lnTo>
                    <a:pt x="438" y="1027"/>
                  </a:lnTo>
                  <a:lnTo>
                    <a:pt x="442" y="996"/>
                  </a:lnTo>
                  <a:lnTo>
                    <a:pt x="447" y="961"/>
                  </a:lnTo>
                  <a:lnTo>
                    <a:pt x="454" y="936"/>
                  </a:lnTo>
                  <a:lnTo>
                    <a:pt x="472" y="900"/>
                  </a:lnTo>
                  <a:lnTo>
                    <a:pt x="492" y="870"/>
                  </a:lnTo>
                  <a:lnTo>
                    <a:pt x="510" y="843"/>
                  </a:lnTo>
                  <a:lnTo>
                    <a:pt x="528" y="821"/>
                  </a:lnTo>
                  <a:lnTo>
                    <a:pt x="544" y="806"/>
                  </a:lnTo>
                  <a:lnTo>
                    <a:pt x="557" y="794"/>
                  </a:lnTo>
                  <a:lnTo>
                    <a:pt x="565" y="786"/>
                  </a:lnTo>
                  <a:lnTo>
                    <a:pt x="568" y="784"/>
                  </a:lnTo>
                  <a:lnTo>
                    <a:pt x="566" y="777"/>
                  </a:lnTo>
                  <a:lnTo>
                    <a:pt x="562" y="757"/>
                  </a:lnTo>
                  <a:lnTo>
                    <a:pt x="557" y="728"/>
                  </a:lnTo>
                  <a:lnTo>
                    <a:pt x="551" y="692"/>
                  </a:lnTo>
                  <a:lnTo>
                    <a:pt x="546" y="651"/>
                  </a:lnTo>
                  <a:lnTo>
                    <a:pt x="544" y="609"/>
                  </a:lnTo>
                  <a:lnTo>
                    <a:pt x="545" y="569"/>
                  </a:lnTo>
                  <a:lnTo>
                    <a:pt x="551" y="5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5" name="Freeform 63"/>
            <p:cNvSpPr>
              <a:spLocks/>
            </p:cNvSpPr>
            <p:nvPr/>
          </p:nvSpPr>
          <p:spPr bwMode="auto">
            <a:xfrm>
              <a:off x="2139951" y="244475"/>
              <a:ext cx="61913" cy="39688"/>
            </a:xfrm>
            <a:custGeom>
              <a:avLst/>
              <a:gdLst>
                <a:gd name="T0" fmla="*/ 79 w 157"/>
                <a:gd name="T1" fmla="*/ 38 h 101"/>
                <a:gd name="T2" fmla="*/ 92 w 157"/>
                <a:gd name="T3" fmla="*/ 39 h 101"/>
                <a:gd name="T4" fmla="*/ 106 w 157"/>
                <a:gd name="T5" fmla="*/ 43 h 101"/>
                <a:gd name="T6" fmla="*/ 116 w 157"/>
                <a:gd name="T7" fmla="*/ 49 h 101"/>
                <a:gd name="T8" fmla="*/ 127 w 157"/>
                <a:gd name="T9" fmla="*/ 56 h 101"/>
                <a:gd name="T10" fmla="*/ 137 w 157"/>
                <a:gd name="T11" fmla="*/ 64 h 101"/>
                <a:gd name="T12" fmla="*/ 144 w 157"/>
                <a:gd name="T13" fmla="*/ 75 h 101"/>
                <a:gd name="T14" fmla="*/ 151 w 157"/>
                <a:gd name="T15" fmla="*/ 87 h 101"/>
                <a:gd name="T16" fmla="*/ 155 w 157"/>
                <a:gd name="T17" fmla="*/ 101 h 101"/>
                <a:gd name="T18" fmla="*/ 156 w 157"/>
                <a:gd name="T19" fmla="*/ 96 h 101"/>
                <a:gd name="T20" fmla="*/ 157 w 157"/>
                <a:gd name="T21" fmla="*/ 91 h 101"/>
                <a:gd name="T22" fmla="*/ 157 w 157"/>
                <a:gd name="T23" fmla="*/ 86 h 101"/>
                <a:gd name="T24" fmla="*/ 157 w 157"/>
                <a:gd name="T25" fmla="*/ 81 h 101"/>
                <a:gd name="T26" fmla="*/ 156 w 157"/>
                <a:gd name="T27" fmla="*/ 64 h 101"/>
                <a:gd name="T28" fmla="*/ 151 w 157"/>
                <a:gd name="T29" fmla="*/ 50 h 101"/>
                <a:gd name="T30" fmla="*/ 144 w 157"/>
                <a:gd name="T31" fmla="*/ 37 h 101"/>
                <a:gd name="T32" fmla="*/ 135 w 157"/>
                <a:gd name="T33" fmla="*/ 25 h 101"/>
                <a:gd name="T34" fmla="*/ 122 w 157"/>
                <a:gd name="T35" fmla="*/ 14 h 101"/>
                <a:gd name="T36" fmla="*/ 109 w 157"/>
                <a:gd name="T37" fmla="*/ 6 h 101"/>
                <a:gd name="T38" fmla="*/ 95 w 157"/>
                <a:gd name="T39" fmla="*/ 2 h 101"/>
                <a:gd name="T40" fmla="*/ 79 w 157"/>
                <a:gd name="T41" fmla="*/ 0 h 101"/>
                <a:gd name="T42" fmla="*/ 63 w 157"/>
                <a:gd name="T43" fmla="*/ 2 h 101"/>
                <a:gd name="T44" fmla="*/ 49 w 157"/>
                <a:gd name="T45" fmla="*/ 6 h 101"/>
                <a:gd name="T46" fmla="*/ 36 w 157"/>
                <a:gd name="T47" fmla="*/ 14 h 101"/>
                <a:gd name="T48" fmla="*/ 23 w 157"/>
                <a:gd name="T49" fmla="*/ 25 h 101"/>
                <a:gd name="T50" fmla="*/ 14 w 157"/>
                <a:gd name="T51" fmla="*/ 37 h 101"/>
                <a:gd name="T52" fmla="*/ 7 w 157"/>
                <a:gd name="T53" fmla="*/ 50 h 101"/>
                <a:gd name="T54" fmla="*/ 2 w 157"/>
                <a:gd name="T55" fmla="*/ 64 h 101"/>
                <a:gd name="T56" fmla="*/ 0 w 157"/>
                <a:gd name="T57" fmla="*/ 81 h 101"/>
                <a:gd name="T58" fmla="*/ 0 w 157"/>
                <a:gd name="T59" fmla="*/ 86 h 101"/>
                <a:gd name="T60" fmla="*/ 2 w 157"/>
                <a:gd name="T61" fmla="*/ 91 h 101"/>
                <a:gd name="T62" fmla="*/ 2 w 157"/>
                <a:gd name="T63" fmla="*/ 96 h 101"/>
                <a:gd name="T64" fmla="*/ 3 w 157"/>
                <a:gd name="T65" fmla="*/ 101 h 101"/>
                <a:gd name="T66" fmla="*/ 7 w 157"/>
                <a:gd name="T67" fmla="*/ 87 h 101"/>
                <a:gd name="T68" fmla="*/ 13 w 157"/>
                <a:gd name="T69" fmla="*/ 75 h 101"/>
                <a:gd name="T70" fmla="*/ 21 w 157"/>
                <a:gd name="T71" fmla="*/ 64 h 101"/>
                <a:gd name="T72" fmla="*/ 31 w 157"/>
                <a:gd name="T73" fmla="*/ 56 h 101"/>
                <a:gd name="T74" fmla="*/ 40 w 157"/>
                <a:gd name="T75" fmla="*/ 49 h 101"/>
                <a:gd name="T76" fmla="*/ 52 w 157"/>
                <a:gd name="T77" fmla="*/ 43 h 101"/>
                <a:gd name="T78" fmla="*/ 66 w 157"/>
                <a:gd name="T79" fmla="*/ 39 h 101"/>
                <a:gd name="T80" fmla="*/ 79 w 157"/>
                <a:gd name="T81" fmla="*/ 3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7" h="101">
                  <a:moveTo>
                    <a:pt x="79" y="38"/>
                  </a:moveTo>
                  <a:lnTo>
                    <a:pt x="92" y="39"/>
                  </a:lnTo>
                  <a:lnTo>
                    <a:pt x="106" y="43"/>
                  </a:lnTo>
                  <a:lnTo>
                    <a:pt x="116" y="49"/>
                  </a:lnTo>
                  <a:lnTo>
                    <a:pt x="127" y="56"/>
                  </a:lnTo>
                  <a:lnTo>
                    <a:pt x="137" y="64"/>
                  </a:lnTo>
                  <a:lnTo>
                    <a:pt x="144" y="75"/>
                  </a:lnTo>
                  <a:lnTo>
                    <a:pt x="151" y="87"/>
                  </a:lnTo>
                  <a:lnTo>
                    <a:pt x="155" y="101"/>
                  </a:lnTo>
                  <a:lnTo>
                    <a:pt x="156" y="96"/>
                  </a:lnTo>
                  <a:lnTo>
                    <a:pt x="157" y="91"/>
                  </a:lnTo>
                  <a:lnTo>
                    <a:pt x="157" y="86"/>
                  </a:lnTo>
                  <a:lnTo>
                    <a:pt x="157" y="81"/>
                  </a:lnTo>
                  <a:lnTo>
                    <a:pt x="156" y="64"/>
                  </a:lnTo>
                  <a:lnTo>
                    <a:pt x="151" y="50"/>
                  </a:lnTo>
                  <a:lnTo>
                    <a:pt x="144" y="37"/>
                  </a:lnTo>
                  <a:lnTo>
                    <a:pt x="135" y="25"/>
                  </a:lnTo>
                  <a:lnTo>
                    <a:pt x="122" y="14"/>
                  </a:lnTo>
                  <a:lnTo>
                    <a:pt x="109" y="6"/>
                  </a:lnTo>
                  <a:lnTo>
                    <a:pt x="95" y="2"/>
                  </a:lnTo>
                  <a:lnTo>
                    <a:pt x="79" y="0"/>
                  </a:lnTo>
                  <a:lnTo>
                    <a:pt x="63" y="2"/>
                  </a:lnTo>
                  <a:lnTo>
                    <a:pt x="49" y="6"/>
                  </a:lnTo>
                  <a:lnTo>
                    <a:pt x="36" y="14"/>
                  </a:lnTo>
                  <a:lnTo>
                    <a:pt x="23" y="25"/>
                  </a:lnTo>
                  <a:lnTo>
                    <a:pt x="14" y="37"/>
                  </a:lnTo>
                  <a:lnTo>
                    <a:pt x="7" y="50"/>
                  </a:lnTo>
                  <a:lnTo>
                    <a:pt x="2" y="64"/>
                  </a:lnTo>
                  <a:lnTo>
                    <a:pt x="0" y="81"/>
                  </a:lnTo>
                  <a:lnTo>
                    <a:pt x="0" y="86"/>
                  </a:lnTo>
                  <a:lnTo>
                    <a:pt x="2" y="91"/>
                  </a:lnTo>
                  <a:lnTo>
                    <a:pt x="2" y="96"/>
                  </a:lnTo>
                  <a:lnTo>
                    <a:pt x="3" y="101"/>
                  </a:lnTo>
                  <a:lnTo>
                    <a:pt x="7" y="87"/>
                  </a:lnTo>
                  <a:lnTo>
                    <a:pt x="13" y="75"/>
                  </a:lnTo>
                  <a:lnTo>
                    <a:pt x="21" y="64"/>
                  </a:lnTo>
                  <a:lnTo>
                    <a:pt x="31" y="56"/>
                  </a:lnTo>
                  <a:lnTo>
                    <a:pt x="40" y="49"/>
                  </a:lnTo>
                  <a:lnTo>
                    <a:pt x="52" y="43"/>
                  </a:lnTo>
                  <a:lnTo>
                    <a:pt x="66" y="39"/>
                  </a:lnTo>
                  <a:lnTo>
                    <a:pt x="7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6" name="Rectangle 64"/>
            <p:cNvSpPr>
              <a:spLocks noChangeArrowheads="1"/>
            </p:cNvSpPr>
            <p:nvPr/>
          </p:nvSpPr>
          <p:spPr bwMode="auto">
            <a:xfrm>
              <a:off x="2297113" y="88900"/>
              <a:ext cx="15875" cy="3460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7" name="Freeform 65"/>
            <p:cNvSpPr>
              <a:spLocks/>
            </p:cNvSpPr>
            <p:nvPr/>
          </p:nvSpPr>
          <p:spPr bwMode="auto">
            <a:xfrm>
              <a:off x="1900238" y="466725"/>
              <a:ext cx="76200" cy="82550"/>
            </a:xfrm>
            <a:custGeom>
              <a:avLst/>
              <a:gdLst>
                <a:gd name="T0" fmla="*/ 1 w 192"/>
                <a:gd name="T1" fmla="*/ 0 h 210"/>
                <a:gd name="T2" fmla="*/ 0 w 192"/>
                <a:gd name="T3" fmla="*/ 9 h 210"/>
                <a:gd name="T4" fmla="*/ 0 w 192"/>
                <a:gd name="T5" fmla="*/ 32 h 210"/>
                <a:gd name="T6" fmla="*/ 4 w 192"/>
                <a:gd name="T7" fmla="*/ 64 h 210"/>
                <a:gd name="T8" fmla="*/ 12 w 192"/>
                <a:gd name="T9" fmla="*/ 95 h 210"/>
                <a:gd name="T10" fmla="*/ 20 w 192"/>
                <a:gd name="T11" fmla="*/ 111 h 210"/>
                <a:gd name="T12" fmla="*/ 33 w 192"/>
                <a:gd name="T13" fmla="*/ 128 h 210"/>
                <a:gd name="T14" fmla="*/ 47 w 192"/>
                <a:gd name="T15" fmla="*/ 146 h 210"/>
                <a:gd name="T16" fmla="*/ 64 w 192"/>
                <a:gd name="T17" fmla="*/ 161 h 210"/>
                <a:gd name="T18" fmla="*/ 80 w 192"/>
                <a:gd name="T19" fmla="*/ 177 h 210"/>
                <a:gd name="T20" fmla="*/ 95 w 192"/>
                <a:gd name="T21" fmla="*/ 190 h 210"/>
                <a:gd name="T22" fmla="*/ 109 w 192"/>
                <a:gd name="T23" fmla="*/ 201 h 210"/>
                <a:gd name="T24" fmla="*/ 120 w 192"/>
                <a:gd name="T25" fmla="*/ 207 h 210"/>
                <a:gd name="T26" fmla="*/ 129 w 192"/>
                <a:gd name="T27" fmla="*/ 210 h 210"/>
                <a:gd name="T28" fmla="*/ 140 w 192"/>
                <a:gd name="T29" fmla="*/ 207 h 210"/>
                <a:gd name="T30" fmla="*/ 152 w 192"/>
                <a:gd name="T31" fmla="*/ 204 h 210"/>
                <a:gd name="T32" fmla="*/ 164 w 192"/>
                <a:gd name="T33" fmla="*/ 198 h 210"/>
                <a:gd name="T34" fmla="*/ 175 w 192"/>
                <a:gd name="T35" fmla="*/ 192 h 210"/>
                <a:gd name="T36" fmla="*/ 184 w 192"/>
                <a:gd name="T37" fmla="*/ 186 h 210"/>
                <a:gd name="T38" fmla="*/ 190 w 192"/>
                <a:gd name="T39" fmla="*/ 181 h 210"/>
                <a:gd name="T40" fmla="*/ 192 w 192"/>
                <a:gd name="T41" fmla="*/ 179 h 210"/>
                <a:gd name="T42" fmla="*/ 190 w 192"/>
                <a:gd name="T43" fmla="*/ 181 h 210"/>
                <a:gd name="T44" fmla="*/ 184 w 192"/>
                <a:gd name="T45" fmla="*/ 181 h 210"/>
                <a:gd name="T46" fmla="*/ 173 w 192"/>
                <a:gd name="T47" fmla="*/ 182 h 210"/>
                <a:gd name="T48" fmla="*/ 159 w 192"/>
                <a:gd name="T49" fmla="*/ 181 h 210"/>
                <a:gd name="T50" fmla="*/ 144 w 192"/>
                <a:gd name="T51" fmla="*/ 177 h 210"/>
                <a:gd name="T52" fmla="*/ 126 w 192"/>
                <a:gd name="T53" fmla="*/ 170 h 210"/>
                <a:gd name="T54" fmla="*/ 106 w 192"/>
                <a:gd name="T55" fmla="*/ 158 h 210"/>
                <a:gd name="T56" fmla="*/ 86 w 192"/>
                <a:gd name="T57" fmla="*/ 140 h 210"/>
                <a:gd name="T58" fmla="*/ 65 w 192"/>
                <a:gd name="T59" fmla="*/ 118 h 210"/>
                <a:gd name="T60" fmla="*/ 48 w 192"/>
                <a:gd name="T61" fmla="*/ 96 h 210"/>
                <a:gd name="T62" fmla="*/ 34 w 192"/>
                <a:gd name="T63" fmla="*/ 76 h 210"/>
                <a:gd name="T64" fmla="*/ 22 w 192"/>
                <a:gd name="T65" fmla="*/ 55 h 210"/>
                <a:gd name="T66" fmla="*/ 13 w 192"/>
                <a:gd name="T67" fmla="*/ 37 h 210"/>
                <a:gd name="T68" fmla="*/ 6 w 192"/>
                <a:gd name="T69" fmla="*/ 21 h 210"/>
                <a:gd name="T70" fmla="*/ 2 w 192"/>
                <a:gd name="T71" fmla="*/ 8 h 210"/>
                <a:gd name="T72" fmla="*/ 1 w 192"/>
                <a:gd name="T7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92" h="210">
                  <a:moveTo>
                    <a:pt x="1" y="0"/>
                  </a:moveTo>
                  <a:lnTo>
                    <a:pt x="0" y="9"/>
                  </a:lnTo>
                  <a:lnTo>
                    <a:pt x="0" y="32"/>
                  </a:lnTo>
                  <a:lnTo>
                    <a:pt x="4" y="64"/>
                  </a:lnTo>
                  <a:lnTo>
                    <a:pt x="12" y="95"/>
                  </a:lnTo>
                  <a:lnTo>
                    <a:pt x="20" y="111"/>
                  </a:lnTo>
                  <a:lnTo>
                    <a:pt x="33" y="128"/>
                  </a:lnTo>
                  <a:lnTo>
                    <a:pt x="47" y="146"/>
                  </a:lnTo>
                  <a:lnTo>
                    <a:pt x="64" y="161"/>
                  </a:lnTo>
                  <a:lnTo>
                    <a:pt x="80" y="177"/>
                  </a:lnTo>
                  <a:lnTo>
                    <a:pt x="95" y="190"/>
                  </a:lnTo>
                  <a:lnTo>
                    <a:pt x="109" y="201"/>
                  </a:lnTo>
                  <a:lnTo>
                    <a:pt x="120" y="207"/>
                  </a:lnTo>
                  <a:lnTo>
                    <a:pt x="129" y="210"/>
                  </a:lnTo>
                  <a:lnTo>
                    <a:pt x="140" y="207"/>
                  </a:lnTo>
                  <a:lnTo>
                    <a:pt x="152" y="204"/>
                  </a:lnTo>
                  <a:lnTo>
                    <a:pt x="164" y="198"/>
                  </a:lnTo>
                  <a:lnTo>
                    <a:pt x="175" y="192"/>
                  </a:lnTo>
                  <a:lnTo>
                    <a:pt x="184" y="186"/>
                  </a:lnTo>
                  <a:lnTo>
                    <a:pt x="190" y="181"/>
                  </a:lnTo>
                  <a:lnTo>
                    <a:pt x="192" y="179"/>
                  </a:lnTo>
                  <a:lnTo>
                    <a:pt x="190" y="181"/>
                  </a:lnTo>
                  <a:lnTo>
                    <a:pt x="184" y="181"/>
                  </a:lnTo>
                  <a:lnTo>
                    <a:pt x="173" y="182"/>
                  </a:lnTo>
                  <a:lnTo>
                    <a:pt x="159" y="181"/>
                  </a:lnTo>
                  <a:lnTo>
                    <a:pt x="144" y="177"/>
                  </a:lnTo>
                  <a:lnTo>
                    <a:pt x="126" y="170"/>
                  </a:lnTo>
                  <a:lnTo>
                    <a:pt x="106" y="158"/>
                  </a:lnTo>
                  <a:lnTo>
                    <a:pt x="86" y="140"/>
                  </a:lnTo>
                  <a:lnTo>
                    <a:pt x="65" y="118"/>
                  </a:lnTo>
                  <a:lnTo>
                    <a:pt x="48" y="96"/>
                  </a:lnTo>
                  <a:lnTo>
                    <a:pt x="34" y="76"/>
                  </a:lnTo>
                  <a:lnTo>
                    <a:pt x="22" y="55"/>
                  </a:lnTo>
                  <a:lnTo>
                    <a:pt x="13" y="37"/>
                  </a:lnTo>
                  <a:lnTo>
                    <a:pt x="6" y="21"/>
                  </a:lnTo>
                  <a:lnTo>
                    <a:pt x="2" y="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8" name="Freeform 66"/>
            <p:cNvSpPr>
              <a:spLocks/>
            </p:cNvSpPr>
            <p:nvPr/>
          </p:nvSpPr>
          <p:spPr bwMode="auto">
            <a:xfrm>
              <a:off x="1936751" y="638175"/>
              <a:ext cx="90488" cy="146050"/>
            </a:xfrm>
            <a:custGeom>
              <a:avLst/>
              <a:gdLst>
                <a:gd name="T0" fmla="*/ 0 w 230"/>
                <a:gd name="T1" fmla="*/ 0 h 371"/>
                <a:gd name="T2" fmla="*/ 1 w 230"/>
                <a:gd name="T3" fmla="*/ 7 h 371"/>
                <a:gd name="T4" fmla="*/ 4 w 230"/>
                <a:gd name="T5" fmla="*/ 28 h 371"/>
                <a:gd name="T6" fmla="*/ 10 w 230"/>
                <a:gd name="T7" fmla="*/ 58 h 371"/>
                <a:gd name="T8" fmla="*/ 19 w 230"/>
                <a:gd name="T9" fmla="*/ 93 h 371"/>
                <a:gd name="T10" fmla="*/ 27 w 230"/>
                <a:gd name="T11" fmla="*/ 132 h 371"/>
                <a:gd name="T12" fmla="*/ 38 w 230"/>
                <a:gd name="T13" fmla="*/ 168 h 371"/>
                <a:gd name="T14" fmla="*/ 50 w 230"/>
                <a:gd name="T15" fmla="*/ 200 h 371"/>
                <a:gd name="T16" fmla="*/ 62 w 230"/>
                <a:gd name="T17" fmla="*/ 225 h 371"/>
                <a:gd name="T18" fmla="*/ 77 w 230"/>
                <a:gd name="T19" fmla="*/ 245 h 371"/>
                <a:gd name="T20" fmla="*/ 95 w 230"/>
                <a:gd name="T21" fmla="*/ 267 h 371"/>
                <a:gd name="T22" fmla="*/ 114 w 230"/>
                <a:gd name="T23" fmla="*/ 290 h 371"/>
                <a:gd name="T24" fmla="*/ 134 w 230"/>
                <a:gd name="T25" fmla="*/ 311 h 371"/>
                <a:gd name="T26" fmla="*/ 152 w 230"/>
                <a:gd name="T27" fmla="*/ 331 h 371"/>
                <a:gd name="T28" fmla="*/ 166 w 230"/>
                <a:gd name="T29" fmla="*/ 345 h 371"/>
                <a:gd name="T30" fmla="*/ 176 w 230"/>
                <a:gd name="T31" fmla="*/ 356 h 371"/>
                <a:gd name="T32" fmla="*/ 179 w 230"/>
                <a:gd name="T33" fmla="*/ 360 h 371"/>
                <a:gd name="T34" fmla="*/ 230 w 230"/>
                <a:gd name="T35" fmla="*/ 371 h 371"/>
                <a:gd name="T36" fmla="*/ 228 w 230"/>
                <a:gd name="T37" fmla="*/ 366 h 371"/>
                <a:gd name="T38" fmla="*/ 220 w 230"/>
                <a:gd name="T39" fmla="*/ 351 h 371"/>
                <a:gd name="T40" fmla="*/ 211 w 230"/>
                <a:gd name="T41" fmla="*/ 331 h 371"/>
                <a:gd name="T42" fmla="*/ 198 w 230"/>
                <a:gd name="T43" fmla="*/ 307 h 371"/>
                <a:gd name="T44" fmla="*/ 182 w 230"/>
                <a:gd name="T45" fmla="*/ 280 h 371"/>
                <a:gd name="T46" fmla="*/ 166 w 230"/>
                <a:gd name="T47" fmla="*/ 255 h 371"/>
                <a:gd name="T48" fmla="*/ 150 w 230"/>
                <a:gd name="T49" fmla="*/ 232 h 371"/>
                <a:gd name="T50" fmla="*/ 135 w 230"/>
                <a:gd name="T51" fmla="*/ 214 h 371"/>
                <a:gd name="T52" fmla="*/ 120 w 230"/>
                <a:gd name="T53" fmla="*/ 199 h 371"/>
                <a:gd name="T54" fmla="*/ 107 w 230"/>
                <a:gd name="T55" fmla="*/ 186 h 371"/>
                <a:gd name="T56" fmla="*/ 95 w 230"/>
                <a:gd name="T57" fmla="*/ 174 h 371"/>
                <a:gd name="T58" fmla="*/ 83 w 230"/>
                <a:gd name="T59" fmla="*/ 163 h 371"/>
                <a:gd name="T60" fmla="*/ 73 w 230"/>
                <a:gd name="T61" fmla="*/ 151 h 371"/>
                <a:gd name="T62" fmla="*/ 66 w 230"/>
                <a:gd name="T63" fmla="*/ 139 h 371"/>
                <a:gd name="T64" fmla="*/ 60 w 230"/>
                <a:gd name="T65" fmla="*/ 125 h 371"/>
                <a:gd name="T66" fmla="*/ 56 w 230"/>
                <a:gd name="T67" fmla="*/ 112 h 371"/>
                <a:gd name="T68" fmla="*/ 53 w 230"/>
                <a:gd name="T69" fmla="*/ 99 h 371"/>
                <a:gd name="T70" fmla="*/ 45 w 230"/>
                <a:gd name="T71" fmla="*/ 82 h 371"/>
                <a:gd name="T72" fmla="*/ 37 w 230"/>
                <a:gd name="T73" fmla="*/ 64 h 371"/>
                <a:gd name="T74" fmla="*/ 26 w 230"/>
                <a:gd name="T75" fmla="*/ 45 h 371"/>
                <a:gd name="T76" fmla="*/ 16 w 230"/>
                <a:gd name="T77" fmla="*/ 28 h 371"/>
                <a:gd name="T78" fmla="*/ 8 w 230"/>
                <a:gd name="T79" fmla="*/ 13 h 371"/>
                <a:gd name="T80" fmla="*/ 2 w 230"/>
                <a:gd name="T81" fmla="*/ 4 h 371"/>
                <a:gd name="T82" fmla="*/ 0 w 230"/>
                <a:gd name="T83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0" h="371">
                  <a:moveTo>
                    <a:pt x="0" y="0"/>
                  </a:moveTo>
                  <a:lnTo>
                    <a:pt x="1" y="7"/>
                  </a:lnTo>
                  <a:lnTo>
                    <a:pt x="4" y="28"/>
                  </a:lnTo>
                  <a:lnTo>
                    <a:pt x="10" y="58"/>
                  </a:lnTo>
                  <a:lnTo>
                    <a:pt x="19" y="93"/>
                  </a:lnTo>
                  <a:lnTo>
                    <a:pt x="27" y="132"/>
                  </a:lnTo>
                  <a:lnTo>
                    <a:pt x="38" y="168"/>
                  </a:lnTo>
                  <a:lnTo>
                    <a:pt x="50" y="200"/>
                  </a:lnTo>
                  <a:lnTo>
                    <a:pt x="62" y="225"/>
                  </a:lnTo>
                  <a:lnTo>
                    <a:pt x="77" y="245"/>
                  </a:lnTo>
                  <a:lnTo>
                    <a:pt x="95" y="267"/>
                  </a:lnTo>
                  <a:lnTo>
                    <a:pt x="114" y="290"/>
                  </a:lnTo>
                  <a:lnTo>
                    <a:pt x="134" y="311"/>
                  </a:lnTo>
                  <a:lnTo>
                    <a:pt x="152" y="331"/>
                  </a:lnTo>
                  <a:lnTo>
                    <a:pt x="166" y="345"/>
                  </a:lnTo>
                  <a:lnTo>
                    <a:pt x="176" y="356"/>
                  </a:lnTo>
                  <a:lnTo>
                    <a:pt x="179" y="360"/>
                  </a:lnTo>
                  <a:lnTo>
                    <a:pt x="230" y="371"/>
                  </a:lnTo>
                  <a:lnTo>
                    <a:pt x="228" y="366"/>
                  </a:lnTo>
                  <a:lnTo>
                    <a:pt x="220" y="351"/>
                  </a:lnTo>
                  <a:lnTo>
                    <a:pt x="211" y="331"/>
                  </a:lnTo>
                  <a:lnTo>
                    <a:pt x="198" y="307"/>
                  </a:lnTo>
                  <a:lnTo>
                    <a:pt x="182" y="280"/>
                  </a:lnTo>
                  <a:lnTo>
                    <a:pt x="166" y="255"/>
                  </a:lnTo>
                  <a:lnTo>
                    <a:pt x="150" y="232"/>
                  </a:lnTo>
                  <a:lnTo>
                    <a:pt x="135" y="214"/>
                  </a:lnTo>
                  <a:lnTo>
                    <a:pt x="120" y="199"/>
                  </a:lnTo>
                  <a:lnTo>
                    <a:pt x="107" y="186"/>
                  </a:lnTo>
                  <a:lnTo>
                    <a:pt x="95" y="174"/>
                  </a:lnTo>
                  <a:lnTo>
                    <a:pt x="83" y="163"/>
                  </a:lnTo>
                  <a:lnTo>
                    <a:pt x="73" y="151"/>
                  </a:lnTo>
                  <a:lnTo>
                    <a:pt x="66" y="139"/>
                  </a:lnTo>
                  <a:lnTo>
                    <a:pt x="60" y="125"/>
                  </a:lnTo>
                  <a:lnTo>
                    <a:pt x="56" y="112"/>
                  </a:lnTo>
                  <a:lnTo>
                    <a:pt x="53" y="99"/>
                  </a:lnTo>
                  <a:lnTo>
                    <a:pt x="45" y="82"/>
                  </a:lnTo>
                  <a:lnTo>
                    <a:pt x="37" y="64"/>
                  </a:lnTo>
                  <a:lnTo>
                    <a:pt x="26" y="45"/>
                  </a:lnTo>
                  <a:lnTo>
                    <a:pt x="16" y="28"/>
                  </a:lnTo>
                  <a:lnTo>
                    <a:pt x="8" y="13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9" name="Freeform 67"/>
            <p:cNvSpPr>
              <a:spLocks/>
            </p:cNvSpPr>
            <p:nvPr/>
          </p:nvSpPr>
          <p:spPr bwMode="auto">
            <a:xfrm>
              <a:off x="2066926" y="871538"/>
              <a:ext cx="25400" cy="79375"/>
            </a:xfrm>
            <a:custGeom>
              <a:avLst/>
              <a:gdLst>
                <a:gd name="T0" fmla="*/ 33 w 64"/>
                <a:gd name="T1" fmla="*/ 199 h 199"/>
                <a:gd name="T2" fmla="*/ 45 w 64"/>
                <a:gd name="T3" fmla="*/ 191 h 199"/>
                <a:gd name="T4" fmla="*/ 54 w 64"/>
                <a:gd name="T5" fmla="*/ 170 h 199"/>
                <a:gd name="T6" fmla="*/ 62 w 64"/>
                <a:gd name="T7" fmla="*/ 138 h 199"/>
                <a:gd name="T8" fmla="*/ 64 w 64"/>
                <a:gd name="T9" fmla="*/ 99 h 199"/>
                <a:gd name="T10" fmla="*/ 62 w 64"/>
                <a:gd name="T11" fmla="*/ 61 h 199"/>
                <a:gd name="T12" fmla="*/ 54 w 64"/>
                <a:gd name="T13" fmla="*/ 29 h 199"/>
                <a:gd name="T14" fmla="*/ 45 w 64"/>
                <a:gd name="T15" fmla="*/ 7 h 199"/>
                <a:gd name="T16" fmla="*/ 33 w 64"/>
                <a:gd name="T17" fmla="*/ 0 h 199"/>
                <a:gd name="T18" fmla="*/ 19 w 64"/>
                <a:gd name="T19" fmla="*/ 7 h 199"/>
                <a:gd name="T20" fmla="*/ 10 w 64"/>
                <a:gd name="T21" fmla="*/ 29 h 199"/>
                <a:gd name="T22" fmla="*/ 2 w 64"/>
                <a:gd name="T23" fmla="*/ 61 h 199"/>
                <a:gd name="T24" fmla="*/ 0 w 64"/>
                <a:gd name="T25" fmla="*/ 99 h 199"/>
                <a:gd name="T26" fmla="*/ 2 w 64"/>
                <a:gd name="T27" fmla="*/ 138 h 199"/>
                <a:gd name="T28" fmla="*/ 10 w 64"/>
                <a:gd name="T29" fmla="*/ 170 h 199"/>
                <a:gd name="T30" fmla="*/ 19 w 64"/>
                <a:gd name="T31" fmla="*/ 191 h 199"/>
                <a:gd name="T32" fmla="*/ 33 w 64"/>
                <a:gd name="T3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" h="199">
                  <a:moveTo>
                    <a:pt x="33" y="199"/>
                  </a:moveTo>
                  <a:lnTo>
                    <a:pt x="45" y="191"/>
                  </a:lnTo>
                  <a:lnTo>
                    <a:pt x="54" y="170"/>
                  </a:lnTo>
                  <a:lnTo>
                    <a:pt x="62" y="138"/>
                  </a:lnTo>
                  <a:lnTo>
                    <a:pt x="64" y="99"/>
                  </a:lnTo>
                  <a:lnTo>
                    <a:pt x="62" y="61"/>
                  </a:lnTo>
                  <a:lnTo>
                    <a:pt x="54" y="29"/>
                  </a:lnTo>
                  <a:lnTo>
                    <a:pt x="45" y="7"/>
                  </a:lnTo>
                  <a:lnTo>
                    <a:pt x="33" y="0"/>
                  </a:lnTo>
                  <a:lnTo>
                    <a:pt x="19" y="7"/>
                  </a:lnTo>
                  <a:lnTo>
                    <a:pt x="10" y="29"/>
                  </a:lnTo>
                  <a:lnTo>
                    <a:pt x="2" y="61"/>
                  </a:lnTo>
                  <a:lnTo>
                    <a:pt x="0" y="99"/>
                  </a:lnTo>
                  <a:lnTo>
                    <a:pt x="2" y="138"/>
                  </a:lnTo>
                  <a:lnTo>
                    <a:pt x="10" y="170"/>
                  </a:lnTo>
                  <a:lnTo>
                    <a:pt x="19" y="191"/>
                  </a:lnTo>
                  <a:lnTo>
                    <a:pt x="33" y="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0" name="Freeform 68"/>
            <p:cNvSpPr>
              <a:spLocks/>
            </p:cNvSpPr>
            <p:nvPr/>
          </p:nvSpPr>
          <p:spPr bwMode="auto">
            <a:xfrm>
              <a:off x="2120901" y="862013"/>
              <a:ext cx="25400" cy="79375"/>
            </a:xfrm>
            <a:custGeom>
              <a:avLst/>
              <a:gdLst>
                <a:gd name="T0" fmla="*/ 32 w 64"/>
                <a:gd name="T1" fmla="*/ 199 h 199"/>
                <a:gd name="T2" fmla="*/ 45 w 64"/>
                <a:gd name="T3" fmla="*/ 191 h 199"/>
                <a:gd name="T4" fmla="*/ 55 w 64"/>
                <a:gd name="T5" fmla="*/ 170 h 199"/>
                <a:gd name="T6" fmla="*/ 62 w 64"/>
                <a:gd name="T7" fmla="*/ 138 h 199"/>
                <a:gd name="T8" fmla="*/ 64 w 64"/>
                <a:gd name="T9" fmla="*/ 99 h 199"/>
                <a:gd name="T10" fmla="*/ 62 w 64"/>
                <a:gd name="T11" fmla="*/ 60 h 199"/>
                <a:gd name="T12" fmla="*/ 55 w 64"/>
                <a:gd name="T13" fmla="*/ 29 h 199"/>
                <a:gd name="T14" fmla="*/ 45 w 64"/>
                <a:gd name="T15" fmla="*/ 7 h 199"/>
                <a:gd name="T16" fmla="*/ 32 w 64"/>
                <a:gd name="T17" fmla="*/ 0 h 199"/>
                <a:gd name="T18" fmla="*/ 20 w 64"/>
                <a:gd name="T19" fmla="*/ 7 h 199"/>
                <a:gd name="T20" fmla="*/ 10 w 64"/>
                <a:gd name="T21" fmla="*/ 29 h 199"/>
                <a:gd name="T22" fmla="*/ 3 w 64"/>
                <a:gd name="T23" fmla="*/ 60 h 199"/>
                <a:gd name="T24" fmla="*/ 0 w 64"/>
                <a:gd name="T25" fmla="*/ 99 h 199"/>
                <a:gd name="T26" fmla="*/ 3 w 64"/>
                <a:gd name="T27" fmla="*/ 138 h 199"/>
                <a:gd name="T28" fmla="*/ 10 w 64"/>
                <a:gd name="T29" fmla="*/ 170 h 199"/>
                <a:gd name="T30" fmla="*/ 20 w 64"/>
                <a:gd name="T31" fmla="*/ 191 h 199"/>
                <a:gd name="T32" fmla="*/ 32 w 64"/>
                <a:gd name="T3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" h="199">
                  <a:moveTo>
                    <a:pt x="32" y="199"/>
                  </a:moveTo>
                  <a:lnTo>
                    <a:pt x="45" y="191"/>
                  </a:lnTo>
                  <a:lnTo>
                    <a:pt x="55" y="170"/>
                  </a:lnTo>
                  <a:lnTo>
                    <a:pt x="62" y="138"/>
                  </a:lnTo>
                  <a:lnTo>
                    <a:pt x="64" y="99"/>
                  </a:lnTo>
                  <a:lnTo>
                    <a:pt x="62" y="60"/>
                  </a:lnTo>
                  <a:lnTo>
                    <a:pt x="55" y="29"/>
                  </a:lnTo>
                  <a:lnTo>
                    <a:pt x="45" y="7"/>
                  </a:lnTo>
                  <a:lnTo>
                    <a:pt x="32" y="0"/>
                  </a:lnTo>
                  <a:lnTo>
                    <a:pt x="20" y="7"/>
                  </a:lnTo>
                  <a:lnTo>
                    <a:pt x="10" y="29"/>
                  </a:lnTo>
                  <a:lnTo>
                    <a:pt x="3" y="60"/>
                  </a:lnTo>
                  <a:lnTo>
                    <a:pt x="0" y="99"/>
                  </a:lnTo>
                  <a:lnTo>
                    <a:pt x="3" y="138"/>
                  </a:lnTo>
                  <a:lnTo>
                    <a:pt x="10" y="170"/>
                  </a:lnTo>
                  <a:lnTo>
                    <a:pt x="20" y="191"/>
                  </a:lnTo>
                  <a:lnTo>
                    <a:pt x="32" y="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1" name="Freeform 69"/>
            <p:cNvSpPr>
              <a:spLocks/>
            </p:cNvSpPr>
            <p:nvPr/>
          </p:nvSpPr>
          <p:spPr bwMode="auto">
            <a:xfrm>
              <a:off x="2171701" y="854075"/>
              <a:ext cx="25400" cy="79375"/>
            </a:xfrm>
            <a:custGeom>
              <a:avLst/>
              <a:gdLst>
                <a:gd name="T0" fmla="*/ 33 w 64"/>
                <a:gd name="T1" fmla="*/ 199 h 199"/>
                <a:gd name="T2" fmla="*/ 45 w 64"/>
                <a:gd name="T3" fmla="*/ 191 h 199"/>
                <a:gd name="T4" fmla="*/ 55 w 64"/>
                <a:gd name="T5" fmla="*/ 170 h 199"/>
                <a:gd name="T6" fmla="*/ 62 w 64"/>
                <a:gd name="T7" fmla="*/ 138 h 199"/>
                <a:gd name="T8" fmla="*/ 64 w 64"/>
                <a:gd name="T9" fmla="*/ 99 h 199"/>
                <a:gd name="T10" fmla="*/ 62 w 64"/>
                <a:gd name="T11" fmla="*/ 60 h 199"/>
                <a:gd name="T12" fmla="*/ 55 w 64"/>
                <a:gd name="T13" fmla="*/ 29 h 199"/>
                <a:gd name="T14" fmla="*/ 45 w 64"/>
                <a:gd name="T15" fmla="*/ 7 h 199"/>
                <a:gd name="T16" fmla="*/ 33 w 64"/>
                <a:gd name="T17" fmla="*/ 0 h 199"/>
                <a:gd name="T18" fmla="*/ 19 w 64"/>
                <a:gd name="T19" fmla="*/ 7 h 199"/>
                <a:gd name="T20" fmla="*/ 10 w 64"/>
                <a:gd name="T21" fmla="*/ 29 h 199"/>
                <a:gd name="T22" fmla="*/ 3 w 64"/>
                <a:gd name="T23" fmla="*/ 60 h 199"/>
                <a:gd name="T24" fmla="*/ 0 w 64"/>
                <a:gd name="T25" fmla="*/ 99 h 199"/>
                <a:gd name="T26" fmla="*/ 3 w 64"/>
                <a:gd name="T27" fmla="*/ 138 h 199"/>
                <a:gd name="T28" fmla="*/ 10 w 64"/>
                <a:gd name="T29" fmla="*/ 170 h 199"/>
                <a:gd name="T30" fmla="*/ 19 w 64"/>
                <a:gd name="T31" fmla="*/ 191 h 199"/>
                <a:gd name="T32" fmla="*/ 33 w 64"/>
                <a:gd name="T3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" h="199">
                  <a:moveTo>
                    <a:pt x="33" y="199"/>
                  </a:moveTo>
                  <a:lnTo>
                    <a:pt x="45" y="191"/>
                  </a:lnTo>
                  <a:lnTo>
                    <a:pt x="55" y="170"/>
                  </a:lnTo>
                  <a:lnTo>
                    <a:pt x="62" y="138"/>
                  </a:lnTo>
                  <a:lnTo>
                    <a:pt x="64" y="99"/>
                  </a:lnTo>
                  <a:lnTo>
                    <a:pt x="62" y="60"/>
                  </a:lnTo>
                  <a:lnTo>
                    <a:pt x="55" y="29"/>
                  </a:lnTo>
                  <a:lnTo>
                    <a:pt x="45" y="7"/>
                  </a:lnTo>
                  <a:lnTo>
                    <a:pt x="33" y="0"/>
                  </a:lnTo>
                  <a:lnTo>
                    <a:pt x="19" y="7"/>
                  </a:lnTo>
                  <a:lnTo>
                    <a:pt x="10" y="29"/>
                  </a:lnTo>
                  <a:lnTo>
                    <a:pt x="3" y="60"/>
                  </a:lnTo>
                  <a:lnTo>
                    <a:pt x="0" y="99"/>
                  </a:lnTo>
                  <a:lnTo>
                    <a:pt x="3" y="138"/>
                  </a:lnTo>
                  <a:lnTo>
                    <a:pt x="10" y="170"/>
                  </a:lnTo>
                  <a:lnTo>
                    <a:pt x="19" y="191"/>
                  </a:lnTo>
                  <a:lnTo>
                    <a:pt x="33" y="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9761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023 L 0.00104 -0.27292 " pathEditMode="relative" rAng="0" ptsTypes="AA">
                                      <p:cBhvr>
                                        <p:cTn id="44" dur="3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5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3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00023 L 0.0007 -0.17847 " pathEditMode="relative" rAng="0" ptsTypes="AA">
                                      <p:cBhvr>
                                        <p:cTn id="49" dur="3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6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4" presetClass="path" presetSubtype="0" accel="3333" decel="3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0.17847 L 0.0007 -0.59838 " pathEditMode="relative" rAng="0" ptsTypes="AA">
                                      <p:cBhvr>
                                        <p:cTn id="61" dur="9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995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3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7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3000" decel="3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27292 L 0.00104 -0.5963 " pathEditMode="relative" rAng="0" ptsTypes="AA">
                                      <p:cBhvr>
                                        <p:cTn id="74" dur="1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181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3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41</Words>
  <Application>Microsoft Office PowerPoint</Application>
  <PresentationFormat>On-screen Show (4:3)</PresentationFormat>
  <Paragraphs>33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Graphs tell stories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 tell stories</dc:title>
  <dc:creator>Alessio Bernardelli</dc:creator>
  <cp:lastModifiedBy>Alessio Bernardelli</cp:lastModifiedBy>
  <cp:revision>8</cp:revision>
  <dcterms:created xsi:type="dcterms:W3CDTF">2012-05-03T08:20:40Z</dcterms:created>
  <dcterms:modified xsi:type="dcterms:W3CDTF">2012-05-04T08:40:15Z</dcterms:modified>
</cp:coreProperties>
</file>