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88" r:id="rId4"/>
    <p:sldId id="289" r:id="rId5"/>
    <p:sldId id="282" r:id="rId6"/>
    <p:sldId id="290" r:id="rId7"/>
    <p:sldId id="278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506" autoAdjust="0"/>
  </p:normalViewPr>
  <p:slideViewPr>
    <p:cSldViewPr>
      <p:cViewPr varScale="1">
        <p:scale>
          <a:sx n="77" d="100"/>
          <a:sy n="77" d="100"/>
        </p:scale>
        <p:origin x="370" y="53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9/2/2018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9/2/2018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9212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203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9/2/2018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9/2/2018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dailyclipart.net/clipart/category/animal-clip-art/page/7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Subtracting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subtract </a:t>
            </a:r>
            <a:r>
              <a:rPr lang="en-US" dirty="0"/>
              <a:t>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Subtracting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subtract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6F09C3-0FFC-4283-9FD6-A9AF02637B26}"/>
              </a:ext>
            </a:extLst>
          </p:cNvPr>
          <p:cNvSpPr txBox="1"/>
          <p:nvPr/>
        </p:nvSpPr>
        <p:spPr>
          <a:xfrm>
            <a:off x="1989954" y="1418434"/>
            <a:ext cx="967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Subtracting fractions is very similar to adding fractions. We use the same methods to make the denominators the same and then subtract the numerators.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5CE7F-E6CB-4FD5-BDBF-B7BDD90D5E3A}"/>
              </a:ext>
            </a:extLst>
          </p:cNvPr>
          <p:cNvSpPr txBox="1"/>
          <p:nvPr/>
        </p:nvSpPr>
        <p:spPr>
          <a:xfrm>
            <a:off x="226906" y="3098500"/>
            <a:ext cx="18250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Subtracting with same denominator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6BA13-63E5-4135-867B-8190A1F02CFC}"/>
              </a:ext>
            </a:extLst>
          </p:cNvPr>
          <p:cNvSpPr txBox="1"/>
          <p:nvPr/>
        </p:nvSpPr>
        <p:spPr>
          <a:xfrm>
            <a:off x="2349996" y="3076533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Subtract the numerators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7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Subtracting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subtract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35CE7F-E6CB-4FD5-BDBF-B7BDD90D5E3A}"/>
              </a:ext>
            </a:extLst>
          </p:cNvPr>
          <p:cNvSpPr txBox="1"/>
          <p:nvPr/>
        </p:nvSpPr>
        <p:spPr>
          <a:xfrm>
            <a:off x="261099" y="1458213"/>
            <a:ext cx="18250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Subtracting with same denominator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6BA13-63E5-4135-867B-8190A1F02CFC}"/>
              </a:ext>
            </a:extLst>
          </p:cNvPr>
          <p:cNvSpPr txBox="1"/>
          <p:nvPr/>
        </p:nvSpPr>
        <p:spPr>
          <a:xfrm>
            <a:off x="2193262" y="1440764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Subtract the numerators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6A4AAB-FE4C-44A4-A68F-5B9563DE08C8}"/>
              </a:ext>
            </a:extLst>
          </p:cNvPr>
          <p:cNvSpPr txBox="1"/>
          <p:nvPr/>
        </p:nvSpPr>
        <p:spPr>
          <a:xfrm>
            <a:off x="261099" y="3429000"/>
            <a:ext cx="144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Find the LCD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5927F3-13C7-4715-9FF4-126ECD1C6C75}"/>
              </a:ext>
            </a:extLst>
          </p:cNvPr>
          <p:cNvSpPr txBox="1"/>
          <p:nvPr/>
        </p:nvSpPr>
        <p:spPr>
          <a:xfrm>
            <a:off x="2566019" y="3212976"/>
            <a:ext cx="684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1: Find the Lowest Common Denominator (LCD)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071B23-81DA-4EE2-9BA7-5A42AAAA983B}"/>
              </a:ext>
            </a:extLst>
          </p:cNvPr>
          <p:cNvSpPr txBox="1"/>
          <p:nvPr/>
        </p:nvSpPr>
        <p:spPr>
          <a:xfrm>
            <a:off x="2638028" y="4293096"/>
            <a:ext cx="684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2: Multiply the fractions so they each have the LCD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8F7C14-6729-45D4-A04B-6E4C2A44BA07}"/>
              </a:ext>
            </a:extLst>
          </p:cNvPr>
          <p:cNvSpPr txBox="1"/>
          <p:nvPr/>
        </p:nvSpPr>
        <p:spPr>
          <a:xfrm>
            <a:off x="2854052" y="5671327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3: Subtract the numerators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B9FB7-2CA2-4A84-AAD3-36178EED14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92" t="60203" r="89607" b="30981"/>
          <a:stretch/>
        </p:blipFill>
        <p:spPr>
          <a:xfrm>
            <a:off x="9523444" y="2313950"/>
            <a:ext cx="927455" cy="978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35C09E-8E81-4898-A3DD-0748AF1F60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220" t="9481" b="48581"/>
          <a:stretch/>
        </p:blipFill>
        <p:spPr>
          <a:xfrm>
            <a:off x="9478785" y="3893935"/>
            <a:ext cx="1095414" cy="8144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DB83785-1710-49F5-BD4E-24DB577559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320" t="67329" r="85834" b="25180"/>
          <a:stretch/>
        </p:blipFill>
        <p:spPr>
          <a:xfrm>
            <a:off x="9765364" y="5376107"/>
            <a:ext cx="722992" cy="7920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C16DD1-C895-4B2E-B4BC-9FD0ADB23D8B}"/>
              </a:ext>
            </a:extLst>
          </p:cNvPr>
          <p:cNvSpPr txBox="1"/>
          <p:nvPr/>
        </p:nvSpPr>
        <p:spPr>
          <a:xfrm>
            <a:off x="8326660" y="3322848"/>
            <a:ext cx="115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484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/>
      <p:bldP spid="21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Subtracting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subtract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6A4AAB-FE4C-44A4-A68F-5B9563DE08C8}"/>
              </a:ext>
            </a:extLst>
          </p:cNvPr>
          <p:cNvSpPr txBox="1"/>
          <p:nvPr/>
        </p:nvSpPr>
        <p:spPr>
          <a:xfrm>
            <a:off x="357034" y="1522513"/>
            <a:ext cx="144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Find the LCD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5927F3-13C7-4715-9FF4-126ECD1C6C75}"/>
              </a:ext>
            </a:extLst>
          </p:cNvPr>
          <p:cNvSpPr txBox="1"/>
          <p:nvPr/>
        </p:nvSpPr>
        <p:spPr>
          <a:xfrm>
            <a:off x="2024340" y="1148258"/>
            <a:ext cx="684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1: Find the Lowest Common Denominator (LCD)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071B23-81DA-4EE2-9BA7-5A42AAAA983B}"/>
              </a:ext>
            </a:extLst>
          </p:cNvPr>
          <p:cNvSpPr txBox="1"/>
          <p:nvPr/>
        </p:nvSpPr>
        <p:spPr>
          <a:xfrm>
            <a:off x="1962062" y="1855748"/>
            <a:ext cx="684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2: Multiply the fractions so they each have the LCD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8F7C14-6729-45D4-A04B-6E4C2A44BA07}"/>
              </a:ext>
            </a:extLst>
          </p:cNvPr>
          <p:cNvSpPr txBox="1"/>
          <p:nvPr/>
        </p:nvSpPr>
        <p:spPr>
          <a:xfrm>
            <a:off x="1989827" y="2514109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3: Subtract the numerators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4CC199-2A7C-4B61-99F4-99E8A970B0E8}"/>
              </a:ext>
            </a:extLst>
          </p:cNvPr>
          <p:cNvSpPr txBox="1"/>
          <p:nvPr/>
        </p:nvSpPr>
        <p:spPr>
          <a:xfrm>
            <a:off x="234113" y="3668191"/>
            <a:ext cx="1392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accent6">
                    <a:lumMod val="75000"/>
                  </a:schemeClr>
                </a:solidFill>
              </a:rPr>
              <a:t>Mixed numbers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B410B-C47C-442C-B4E0-D54BBBFFC7EA}"/>
              </a:ext>
            </a:extLst>
          </p:cNvPr>
          <p:cNvSpPr txBox="1"/>
          <p:nvPr/>
        </p:nvSpPr>
        <p:spPr>
          <a:xfrm>
            <a:off x="1962062" y="3517756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1: Convert to improper fractions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4C073C-E0F4-4644-AA4A-FDE35144E172}"/>
              </a:ext>
            </a:extLst>
          </p:cNvPr>
          <p:cNvSpPr txBox="1"/>
          <p:nvPr/>
        </p:nvSpPr>
        <p:spPr>
          <a:xfrm>
            <a:off x="1946545" y="4353089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2: Find the LCD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AA6B79-97BC-4637-BCC9-FB3BE6ABC0D3}"/>
              </a:ext>
            </a:extLst>
          </p:cNvPr>
          <p:cNvSpPr txBox="1"/>
          <p:nvPr/>
        </p:nvSpPr>
        <p:spPr>
          <a:xfrm>
            <a:off x="1916786" y="5091816"/>
            <a:ext cx="607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3: Multiply the fractions so they each have the LCD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A0DCC1-0664-4DA9-9A9A-9AFF38AED3C4}"/>
              </a:ext>
            </a:extLst>
          </p:cNvPr>
          <p:cNvSpPr txBox="1"/>
          <p:nvPr/>
        </p:nvSpPr>
        <p:spPr>
          <a:xfrm>
            <a:off x="1964168" y="5893960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4: Subtract the numerators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0D2AA2-4A77-4844-977A-168BDFEBD6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56" t="27537" r="83444" b="67455"/>
          <a:stretch/>
        </p:blipFill>
        <p:spPr>
          <a:xfrm>
            <a:off x="7919303" y="3429000"/>
            <a:ext cx="2207557" cy="73158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023CE4E-25C8-40F8-A411-42E90E75F2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3" t="41798" r="83444" b="53151"/>
          <a:stretch/>
        </p:blipFill>
        <p:spPr>
          <a:xfrm>
            <a:off x="10073113" y="5684222"/>
            <a:ext cx="1389291" cy="7904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A6BAB4F-42EA-41C4-9655-2E2104BC04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629" t="36927" r="83444" b="57651"/>
          <a:stretch/>
        </p:blipFill>
        <p:spPr>
          <a:xfrm>
            <a:off x="8533781" y="5682582"/>
            <a:ext cx="1539333" cy="79208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DA78396-CA5E-4BBF-B84B-5DD0DFDCE0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3" t="32067" r="83444" b="62789"/>
          <a:stretch/>
        </p:blipFill>
        <p:spPr>
          <a:xfrm>
            <a:off x="8533781" y="4583431"/>
            <a:ext cx="1296840" cy="751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9030C8-42F4-46B5-B804-FA8E87BE423D}"/>
              </a:ext>
            </a:extLst>
          </p:cNvPr>
          <p:cNvSpPr txBox="1"/>
          <p:nvPr/>
        </p:nvSpPr>
        <p:spPr>
          <a:xfrm>
            <a:off x="6872142" y="4312442"/>
            <a:ext cx="71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12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C90342-04BB-49C1-851D-5FD3F60947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960" t="59452" r="82611" b="22722"/>
          <a:stretch/>
        </p:blipFill>
        <p:spPr>
          <a:xfrm>
            <a:off x="8179500" y="1197517"/>
            <a:ext cx="2207553" cy="193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8" grpId="0"/>
      <p:bldP spid="19" grpId="0"/>
      <p:bldP spid="20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78388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20884-D960-4532-9131-66B58F466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280" t="36197" r="34640" b="32146"/>
          <a:stretch/>
        </p:blipFill>
        <p:spPr>
          <a:xfrm>
            <a:off x="549796" y="1355657"/>
            <a:ext cx="10807551" cy="4176464"/>
          </a:xfrm>
          <a:prstGeom prst="rect">
            <a:avLst/>
          </a:prstGeom>
        </p:spPr>
      </p:pic>
      <p:pic>
        <p:nvPicPr>
          <p:cNvPr id="7" name="Picture 6" descr="A picture containing toucan, bird&#10;&#10;Description generated with very high confidence">
            <a:extLst>
              <a:ext uri="{FF2B5EF4-FFF2-40B4-BE49-F238E27FC236}">
                <a16:creationId xmlns:a16="http://schemas.microsoft.com/office/drawing/2014/main" id="{3EC25505-56A1-45B4-8DCC-AADFFDCEB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294104" y="0"/>
            <a:ext cx="1848549" cy="17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E2C4-482F-4F26-82FD-CFC8305B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56CBC-AC8C-4BBC-A56D-7163708DC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A55DF-F3F2-4A90-A480-B4F203E790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428CE8-3A7B-4E2A-83B8-7BE331E10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8A397-C644-4114-AE26-773CE196A0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CE6F08-1837-4A73-8DFC-1265B24C56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34" t="31095" r="22825" b="12212"/>
          <a:stretch/>
        </p:blipFill>
        <p:spPr>
          <a:xfrm>
            <a:off x="1578582" y="692696"/>
            <a:ext cx="9177967" cy="532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1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To subtract fractions we…….</a:t>
            </a:r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7490</TotalTime>
  <Words>208</Words>
  <Application>Microsoft Office PowerPoint</Application>
  <PresentationFormat>Custom</PresentationFormat>
  <Paragraphs>40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Palatino Linotype</vt:lpstr>
      <vt:lpstr>Watercolor_16x9</vt:lpstr>
      <vt:lpstr>Topic: Subtracting Fractions</vt:lpstr>
      <vt:lpstr>Topic: Subtracting Fractions</vt:lpstr>
      <vt:lpstr>Topic: Subtracting Fractions</vt:lpstr>
      <vt:lpstr>Topic: Subtracting Fractions</vt:lpstr>
      <vt:lpstr>Practice Time!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51</cp:revision>
  <dcterms:created xsi:type="dcterms:W3CDTF">2018-07-29T09:37:46Z</dcterms:created>
  <dcterms:modified xsi:type="dcterms:W3CDTF">2018-09-02T12:10:32Z</dcterms:modified>
</cp:coreProperties>
</file>