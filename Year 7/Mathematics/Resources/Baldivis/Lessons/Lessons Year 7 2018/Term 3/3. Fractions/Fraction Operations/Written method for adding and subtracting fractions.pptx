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6" r:id="rId4"/>
    <p:sldId id="274" r:id="rId5"/>
    <p:sldId id="277" r:id="rId6"/>
    <p:sldId id="278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368" autoAdjust="0"/>
  </p:normalViewPr>
  <p:slideViewPr>
    <p:cSldViewPr>
      <p:cViewPr>
        <p:scale>
          <a:sx n="66" d="100"/>
          <a:sy n="66" d="100"/>
        </p:scale>
        <p:origin x="1330" y="53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8/23/2018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8/23/2018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Come up with the pattern as a class (i.e. the denominator of the answer is the denominators of the others multiplied together)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Leave this slide up and give out the 2</a:t>
            </a:r>
            <a:r>
              <a:rPr lang="en-AU" baseline="30000" dirty="0"/>
              <a:t>nd</a:t>
            </a:r>
            <a:r>
              <a:rPr lang="en-AU" dirty="0"/>
              <a:t> page of the Written Method 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35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390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8/23/2018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8/23/2018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8/23/2018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Adding and Subtracting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is the written </a:t>
            </a:r>
            <a:r>
              <a:rPr lang="en-US" dirty="0"/>
              <a:t>model for adding and subtracting 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Adding and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is the written model for adding and subtracting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Denominator relationship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49FC6D5-B2B0-45E5-A7AA-DD4124D36542}"/>
              </a:ext>
            </a:extLst>
          </p:cNvPr>
          <p:cNvSpPr/>
          <p:nvPr/>
        </p:nvSpPr>
        <p:spPr>
          <a:xfrm>
            <a:off x="5158308" y="2983151"/>
            <a:ext cx="739214" cy="702271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CA22F8-3D7C-4961-8951-50E2A4B72AA7}"/>
              </a:ext>
            </a:extLst>
          </p:cNvPr>
          <p:cNvSpPr/>
          <p:nvPr/>
        </p:nvSpPr>
        <p:spPr>
          <a:xfrm>
            <a:off x="5969536" y="2966603"/>
            <a:ext cx="719702" cy="718819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52B545D-5717-40E2-B590-DD6997F2BC3C}"/>
              </a:ext>
            </a:extLst>
          </p:cNvPr>
          <p:cNvSpPr/>
          <p:nvPr/>
        </p:nvSpPr>
        <p:spPr>
          <a:xfrm>
            <a:off x="6909394" y="2927361"/>
            <a:ext cx="719702" cy="718819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61964" y="1318106"/>
                <a:ext cx="8784976" cy="2288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Thinking back to our pictures what was our solution for</a:t>
                </a:r>
                <a:r>
                  <a:rPr lang="en-AU" sz="2400" dirty="0">
                    <a:solidFill>
                      <a:srgbClr val="FF0000"/>
                    </a:solidFill>
                  </a:rPr>
                  <a:t>:</a:t>
                </a:r>
              </a:p>
              <a:p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3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964" y="1318106"/>
                <a:ext cx="8784976" cy="2288832"/>
              </a:xfrm>
              <a:prstGeom prst="rect">
                <a:avLst/>
              </a:prstGeom>
              <a:blipFill>
                <a:blip r:embed="rId3"/>
                <a:stretch>
                  <a:fillRect l="-555" t="-21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7EF5636-34F0-45AC-A5B2-D5874FDE1740}"/>
              </a:ext>
            </a:extLst>
          </p:cNvPr>
          <p:cNvSpPr txBox="1"/>
          <p:nvPr/>
        </p:nvSpPr>
        <p:spPr>
          <a:xfrm>
            <a:off x="69335" y="3859835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pattern do we notice?????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Adding and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is the written model for adding and subtracting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6950" y="2639589"/>
            <a:ext cx="1825014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Using equivalent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49FC6D5-B2B0-45E5-A7AA-DD4124D36542}"/>
              </a:ext>
            </a:extLst>
          </p:cNvPr>
          <p:cNvSpPr/>
          <p:nvPr/>
        </p:nvSpPr>
        <p:spPr>
          <a:xfrm>
            <a:off x="5200502" y="1908524"/>
            <a:ext cx="739214" cy="702271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CA22F8-3D7C-4961-8951-50E2A4B72AA7}"/>
              </a:ext>
            </a:extLst>
          </p:cNvPr>
          <p:cNvSpPr/>
          <p:nvPr/>
        </p:nvSpPr>
        <p:spPr>
          <a:xfrm>
            <a:off x="6011725" y="1891976"/>
            <a:ext cx="719702" cy="718819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52B545D-5717-40E2-B590-DD6997F2BC3C}"/>
              </a:ext>
            </a:extLst>
          </p:cNvPr>
          <p:cNvSpPr/>
          <p:nvPr/>
        </p:nvSpPr>
        <p:spPr>
          <a:xfrm>
            <a:off x="6941412" y="1890942"/>
            <a:ext cx="719702" cy="718819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61964" y="1318106"/>
                <a:ext cx="8784976" cy="1180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3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964" y="1318106"/>
                <a:ext cx="8784976" cy="11808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CBF50B2-2E0C-464D-BD44-D74F240A3F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717" t="41002" r="22825" b="30035"/>
          <a:stretch/>
        </p:blipFill>
        <p:spPr>
          <a:xfrm>
            <a:off x="2257057" y="3106531"/>
            <a:ext cx="8752747" cy="294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3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BEC2DF-30B3-4606-B466-DE598D88E6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C6D498-284A-484B-BF1E-810B32309C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51" t="20593" r="22232" b="12212"/>
          <a:stretch/>
        </p:blipFill>
        <p:spPr>
          <a:xfrm>
            <a:off x="1836857" y="404664"/>
            <a:ext cx="7747011" cy="58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9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67A2-953F-4DC8-86A1-D7D310C0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ABCB8-9073-4AE5-90D8-139FE994B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29985-0BDD-4D88-B80F-FCDDD476BE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21288-BB82-42F1-BFB5-8A8BCEB3F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DBC3F-9478-44E8-8F01-4E198F25C26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D2B618-A5D7-470E-9DA6-9CDF979B5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51" t="28996" r="22825" b="19542"/>
          <a:stretch/>
        </p:blipFill>
        <p:spPr>
          <a:xfrm>
            <a:off x="1130526" y="533400"/>
            <a:ext cx="992777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2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add and subtract fractions we need to first _______________________, then we need to _____________ the numerators.  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7250</TotalTime>
  <Words>157</Words>
  <Application>Microsoft Office PowerPoint</Application>
  <PresentationFormat>Custom</PresentationFormat>
  <Paragraphs>30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Palatino Linotype</vt:lpstr>
      <vt:lpstr>Watercolor_16x9</vt:lpstr>
      <vt:lpstr>Topic: Adding and Subtracting Fractions</vt:lpstr>
      <vt:lpstr>Topic: Adding and Subtracting Fractions</vt:lpstr>
      <vt:lpstr>Topic: Adding and Subtracting Fractions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29</cp:revision>
  <dcterms:created xsi:type="dcterms:W3CDTF">2018-07-29T09:37:46Z</dcterms:created>
  <dcterms:modified xsi:type="dcterms:W3CDTF">2018-08-27T00:16:36Z</dcterms:modified>
</cp:coreProperties>
</file>