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73" r:id="rId4"/>
    <p:sldId id="275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7" d="100"/>
          <a:sy n="87" d="100"/>
        </p:scale>
        <p:origin x="528" y="5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8/23/2018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8/23/2018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3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8/23/2018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8/23/2018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9144000" cy="1231776"/>
          </a:xfrm>
        </p:spPr>
        <p:txBody>
          <a:bodyPr/>
          <a:lstStyle/>
          <a:p>
            <a:r>
              <a:rPr lang="en-US" sz="6000" dirty="0"/>
              <a:t>Topic: Adding and Subtracting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1DDDC-A31B-4B52-A5DF-1FCFC3A136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51" t="32145" r="51181" b="35296"/>
          <a:stretch/>
        </p:blipFill>
        <p:spPr>
          <a:xfrm>
            <a:off x="7390556" y="476672"/>
            <a:ext cx="3686345" cy="31743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4B9984-6A70-4BDB-A721-A1DDDCFA36E7}"/>
              </a:ext>
            </a:extLst>
          </p:cNvPr>
          <p:cNvSpPr/>
          <p:nvPr/>
        </p:nvSpPr>
        <p:spPr>
          <a:xfrm>
            <a:off x="477788" y="116632"/>
            <a:ext cx="4392488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5B2E84-79FF-4CC8-A430-E34E0876FB13}"/>
              </a:ext>
            </a:extLst>
          </p:cNvPr>
          <p:cNvCxnSpPr/>
          <p:nvPr/>
        </p:nvCxnSpPr>
        <p:spPr>
          <a:xfrm>
            <a:off x="477788" y="332656"/>
            <a:ext cx="439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2F80A-E469-45F9-B3A5-3C2A49A56A44}"/>
              </a:ext>
            </a:extLst>
          </p:cNvPr>
          <p:cNvCxnSpPr/>
          <p:nvPr/>
        </p:nvCxnSpPr>
        <p:spPr>
          <a:xfrm>
            <a:off x="477788" y="620688"/>
            <a:ext cx="439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B13E2C-0FDE-4FAA-9E98-4B9772A4410F}"/>
              </a:ext>
            </a:extLst>
          </p:cNvPr>
          <p:cNvCxnSpPr/>
          <p:nvPr/>
        </p:nvCxnSpPr>
        <p:spPr>
          <a:xfrm>
            <a:off x="477788" y="2564904"/>
            <a:ext cx="439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280A78-D027-4F6E-8352-3BE86B9E31AB}"/>
              </a:ext>
            </a:extLst>
          </p:cNvPr>
          <p:cNvSpPr txBox="1"/>
          <p:nvPr/>
        </p:nvSpPr>
        <p:spPr>
          <a:xfrm>
            <a:off x="477788" y="91661"/>
            <a:ext cx="730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Topic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1172E-94B7-4928-8E0C-05085DF37BEF}"/>
              </a:ext>
            </a:extLst>
          </p:cNvPr>
          <p:cNvSpPr txBox="1"/>
          <p:nvPr/>
        </p:nvSpPr>
        <p:spPr>
          <a:xfrm>
            <a:off x="477788" y="331268"/>
            <a:ext cx="730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3FBD6-A974-4EDC-8FA2-1318527BEF77}"/>
              </a:ext>
            </a:extLst>
          </p:cNvPr>
          <p:cNvSpPr txBox="1"/>
          <p:nvPr/>
        </p:nvSpPr>
        <p:spPr>
          <a:xfrm>
            <a:off x="446712" y="2491166"/>
            <a:ext cx="967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B116BC-F483-4C77-82C0-6707AD569696}"/>
              </a:ext>
            </a:extLst>
          </p:cNvPr>
          <p:cNvSpPr txBox="1"/>
          <p:nvPr/>
        </p:nvSpPr>
        <p:spPr>
          <a:xfrm>
            <a:off x="1413892" y="1179577"/>
            <a:ext cx="216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Rule up your page like this!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480A1-D25A-406D-A700-4E88E0BAB0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99" t="33196" r="40548" b="24794"/>
          <a:stretch/>
        </p:blipFill>
        <p:spPr>
          <a:xfrm>
            <a:off x="1269876" y="496831"/>
            <a:ext cx="8659686" cy="494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Adding and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can we develop a visual model for adding and subtracting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9191A8-232F-4F5E-904A-8845B0F5136B}"/>
                  </a:ext>
                </a:extLst>
              </p:cNvPr>
              <p:cNvSpPr txBox="1"/>
              <p:nvPr/>
            </p:nvSpPr>
            <p:spPr>
              <a:xfrm>
                <a:off x="164940" y="1340768"/>
                <a:ext cx="6192688" cy="27011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Activity 1: By drawing pictures see if you can 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together.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9191A8-232F-4F5E-904A-8845B0F51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40" y="1340768"/>
                <a:ext cx="6192688" cy="2701189"/>
              </a:xfrm>
              <a:prstGeom prst="rect">
                <a:avLst/>
              </a:prstGeom>
              <a:blipFill>
                <a:blip r:embed="rId2"/>
                <a:stretch>
                  <a:fillRect l="-6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9675D-09C3-4777-BBEB-073065586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828" y="404664"/>
            <a:ext cx="9828582" cy="762000"/>
          </a:xfrm>
        </p:spPr>
        <p:txBody>
          <a:bodyPr>
            <a:normAutofit/>
          </a:bodyPr>
          <a:lstStyle/>
          <a:p>
            <a:r>
              <a:rPr lang="en-AU" dirty="0"/>
              <a:t>What is wrong with each of the following questions? How could you improve these??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DE811-CFB6-4440-8008-2962BA15CA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C56F8-C40E-4B1A-B228-15A884BE18B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76D048-04FC-4910-A464-696E5DDD3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2" t="63653" r="57089" b="10090"/>
          <a:stretch/>
        </p:blipFill>
        <p:spPr>
          <a:xfrm>
            <a:off x="837828" y="1556792"/>
            <a:ext cx="10415231" cy="406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5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1574</TotalTime>
  <Words>82</Words>
  <Application>Microsoft Office PowerPoint</Application>
  <PresentationFormat>Custom</PresentationFormat>
  <Paragraphs>20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Cambria Math</vt:lpstr>
      <vt:lpstr>Palatino Linotype</vt:lpstr>
      <vt:lpstr>Watercolor_16x9</vt:lpstr>
      <vt:lpstr>Topic: Adding and Subtracting Fractions</vt:lpstr>
      <vt:lpstr>Add a Slide Title - 1</vt:lpstr>
      <vt:lpstr>Topic: Adding and Subtracting Fractions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21</cp:revision>
  <dcterms:created xsi:type="dcterms:W3CDTF">2018-07-29T09:37:46Z</dcterms:created>
  <dcterms:modified xsi:type="dcterms:W3CDTF">2018-08-23T01:40:28Z</dcterms:modified>
</cp:coreProperties>
</file>