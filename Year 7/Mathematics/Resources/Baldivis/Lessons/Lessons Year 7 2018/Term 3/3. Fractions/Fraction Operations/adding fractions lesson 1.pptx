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58" r:id="rId3"/>
    <p:sldId id="273" r:id="rId4"/>
    <p:sldId id="274" r:id="rId5"/>
    <p:sldId id="275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627" autoAdjust="0"/>
  </p:normalViewPr>
  <p:slideViewPr>
    <p:cSldViewPr>
      <p:cViewPr>
        <p:scale>
          <a:sx n="66" d="100"/>
          <a:sy n="66" d="100"/>
        </p:scale>
        <p:origin x="1330" y="38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8/23/2018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8/23/2018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13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 out the common misconceptions chart on the document.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one student fold a paper into thirds (longways – hotdog) and another student fold a paper into fifths (</a:t>
            </a:r>
            <a:r>
              <a:rPr lang="en-AU" dirty="0" err="1"/>
              <a:t>shortways</a:t>
            </a:r>
            <a:r>
              <a:rPr lang="en-AU" dirty="0"/>
              <a:t> or hamburger) </a:t>
            </a:r>
          </a:p>
          <a:p>
            <a:r>
              <a:rPr lang="en-AU" dirty="0"/>
              <a:t>Take them up to the board and draw them separately. </a:t>
            </a:r>
          </a:p>
          <a:p>
            <a:r>
              <a:rPr lang="en-AU" dirty="0"/>
              <a:t>Combine the shapes and discuss as a class what should be done about the leftover part (it is counted twice so we should probably move 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390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Kids that understand what they are doing let them loose on these ideas and encourage to try the extension questions.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194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8/23/2018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8/23/2018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34" y="3428999"/>
            <a:ext cx="10955886" cy="2104923"/>
          </a:xfrm>
        </p:spPr>
        <p:txBody>
          <a:bodyPr/>
          <a:lstStyle/>
          <a:p>
            <a:r>
              <a:rPr lang="en-US" sz="6000" dirty="0"/>
              <a:t>Topic: Adding and Subtracting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6712" y="5471342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</a:t>
            </a:r>
            <a:r>
              <a:rPr lang="en-US" dirty="0"/>
              <a:t>How can we develop a visual model for adding and subtracting 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1DDDC-A31B-4B52-A5DF-1FCFC3A136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51" t="32145" r="51181" b="35296"/>
          <a:stretch/>
        </p:blipFill>
        <p:spPr>
          <a:xfrm>
            <a:off x="7390556" y="476672"/>
            <a:ext cx="3686345" cy="31743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4B9984-6A70-4BDB-A721-A1DDDCFA36E7}"/>
              </a:ext>
            </a:extLst>
          </p:cNvPr>
          <p:cNvSpPr/>
          <p:nvPr/>
        </p:nvSpPr>
        <p:spPr>
          <a:xfrm>
            <a:off x="477788" y="116632"/>
            <a:ext cx="4392488" cy="28083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5B2E84-79FF-4CC8-A430-E34E0876FB13}"/>
              </a:ext>
            </a:extLst>
          </p:cNvPr>
          <p:cNvCxnSpPr/>
          <p:nvPr/>
        </p:nvCxnSpPr>
        <p:spPr>
          <a:xfrm>
            <a:off x="477788" y="332656"/>
            <a:ext cx="439248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B2F80A-E469-45F9-B3A5-3C2A49A56A44}"/>
              </a:ext>
            </a:extLst>
          </p:cNvPr>
          <p:cNvCxnSpPr/>
          <p:nvPr/>
        </p:nvCxnSpPr>
        <p:spPr>
          <a:xfrm>
            <a:off x="477788" y="620688"/>
            <a:ext cx="439248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B13E2C-0FDE-4FAA-9E98-4B9772A4410F}"/>
              </a:ext>
            </a:extLst>
          </p:cNvPr>
          <p:cNvCxnSpPr/>
          <p:nvPr/>
        </p:nvCxnSpPr>
        <p:spPr>
          <a:xfrm>
            <a:off x="477788" y="2564904"/>
            <a:ext cx="439248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D280A78-D027-4F6E-8352-3BE86B9E31AB}"/>
              </a:ext>
            </a:extLst>
          </p:cNvPr>
          <p:cNvSpPr txBox="1"/>
          <p:nvPr/>
        </p:nvSpPr>
        <p:spPr>
          <a:xfrm>
            <a:off x="477788" y="91661"/>
            <a:ext cx="730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Topic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01172E-94B7-4928-8E0C-05085DF37BEF}"/>
              </a:ext>
            </a:extLst>
          </p:cNvPr>
          <p:cNvSpPr txBox="1"/>
          <p:nvPr/>
        </p:nvSpPr>
        <p:spPr>
          <a:xfrm>
            <a:off x="477788" y="331268"/>
            <a:ext cx="730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3FBD6-A974-4EDC-8FA2-1318527BEF77}"/>
              </a:ext>
            </a:extLst>
          </p:cNvPr>
          <p:cNvSpPr txBox="1"/>
          <p:nvPr/>
        </p:nvSpPr>
        <p:spPr>
          <a:xfrm>
            <a:off x="446712" y="2491166"/>
            <a:ext cx="967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Summary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B116BC-F483-4C77-82C0-6707AD569696}"/>
              </a:ext>
            </a:extLst>
          </p:cNvPr>
          <p:cNvSpPr txBox="1"/>
          <p:nvPr/>
        </p:nvSpPr>
        <p:spPr>
          <a:xfrm>
            <a:off x="1413892" y="1179577"/>
            <a:ext cx="216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rgbClr val="FF0000"/>
                </a:solidFill>
              </a:rPr>
              <a:t>Rule up your page like this!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480A1-D25A-406D-A700-4E88E0BAB0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99" t="33196" r="40548" b="24794"/>
          <a:stretch/>
        </p:blipFill>
        <p:spPr>
          <a:xfrm>
            <a:off x="1269876" y="496831"/>
            <a:ext cx="8659686" cy="494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1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Adding and Subtracting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can we develop a visual model for adding and subtracting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9191A8-232F-4F5E-904A-8845B0F5136B}"/>
                  </a:ext>
                </a:extLst>
              </p:cNvPr>
              <p:cNvSpPr txBox="1"/>
              <p:nvPr/>
            </p:nvSpPr>
            <p:spPr>
              <a:xfrm>
                <a:off x="164940" y="1340768"/>
                <a:ext cx="6192688" cy="270118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Activity 1: By drawing pictures see if you can 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/>
                  <a:t> together. (you can fold paper if needed)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9191A8-232F-4F5E-904A-8845B0F51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40" y="1340768"/>
                <a:ext cx="6192688" cy="2701189"/>
              </a:xfrm>
              <a:prstGeom prst="rect">
                <a:avLst/>
              </a:prstGeom>
              <a:blipFill>
                <a:blip r:embed="rId3"/>
                <a:stretch>
                  <a:fillRect l="-68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A110B0DB-6369-456C-AF8B-F98933E562A0}"/>
              </a:ext>
            </a:extLst>
          </p:cNvPr>
          <p:cNvGrpSpPr/>
          <p:nvPr/>
        </p:nvGrpSpPr>
        <p:grpSpPr>
          <a:xfrm>
            <a:off x="5371921" y="4378127"/>
            <a:ext cx="3685833" cy="1699589"/>
            <a:chOff x="1862329" y="4416636"/>
            <a:chExt cx="3685833" cy="169958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D85FEAF-8CD6-45F6-AF51-43B96D20A11E}"/>
                </a:ext>
              </a:extLst>
            </p:cNvPr>
            <p:cNvSpPr/>
            <p:nvPr/>
          </p:nvSpPr>
          <p:spPr>
            <a:xfrm>
              <a:off x="1862329" y="4416636"/>
              <a:ext cx="3685833" cy="16842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09F5A30-618A-465C-9528-76DFED363214}"/>
                </a:ext>
              </a:extLst>
            </p:cNvPr>
            <p:cNvCxnSpPr>
              <a:cxnSpLocks/>
            </p:cNvCxnSpPr>
            <p:nvPr/>
          </p:nvCxnSpPr>
          <p:spPr>
            <a:xfrm>
              <a:off x="2998068" y="4431995"/>
              <a:ext cx="0" cy="168423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8E465D-5F77-4DA0-915E-4B9DCB4A9EFC}"/>
                </a:ext>
              </a:extLst>
            </p:cNvPr>
            <p:cNvCxnSpPr>
              <a:cxnSpLocks/>
            </p:cNvCxnSpPr>
            <p:nvPr/>
          </p:nvCxnSpPr>
          <p:spPr>
            <a:xfrm>
              <a:off x="4222204" y="4431995"/>
              <a:ext cx="0" cy="168423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1A09AEC-BC37-4DAE-8FB9-CA2536B1789C}"/>
              </a:ext>
            </a:extLst>
          </p:cNvPr>
          <p:cNvSpPr/>
          <p:nvPr/>
        </p:nvSpPr>
        <p:spPr>
          <a:xfrm>
            <a:off x="5384968" y="4385805"/>
            <a:ext cx="1125864" cy="1684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E0E40A9-C46E-47C3-8E99-F1C0555F3507}"/>
              </a:ext>
            </a:extLst>
          </p:cNvPr>
          <p:cNvGrpSpPr/>
          <p:nvPr/>
        </p:nvGrpSpPr>
        <p:grpSpPr>
          <a:xfrm>
            <a:off x="9066356" y="4388034"/>
            <a:ext cx="2520280" cy="1661300"/>
            <a:chOff x="5518348" y="4431995"/>
            <a:chExt cx="2520280" cy="16613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7FD8FAA-3148-4533-947C-C5F37604FBA8}"/>
                </a:ext>
              </a:extLst>
            </p:cNvPr>
            <p:cNvSpPr/>
            <p:nvPr/>
          </p:nvSpPr>
          <p:spPr>
            <a:xfrm>
              <a:off x="5518348" y="4431995"/>
              <a:ext cx="2520280" cy="16613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5CDA56D-48CF-4140-BAC1-601024680D1E}"/>
                </a:ext>
              </a:extLst>
            </p:cNvPr>
            <p:cNvCxnSpPr>
              <a:stCxn id="32" idx="0"/>
              <a:endCxn id="32" idx="2"/>
            </p:cNvCxnSpPr>
            <p:nvPr/>
          </p:nvCxnSpPr>
          <p:spPr>
            <a:xfrm>
              <a:off x="6778488" y="4431995"/>
              <a:ext cx="0" cy="16613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47E22D1-F3CD-46D5-9639-ADE88452FDF4}"/>
              </a:ext>
            </a:extLst>
          </p:cNvPr>
          <p:cNvSpPr/>
          <p:nvPr/>
        </p:nvSpPr>
        <p:spPr>
          <a:xfrm>
            <a:off x="9062691" y="4385810"/>
            <a:ext cx="1253932" cy="168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7A1D-4093-4EFF-A6B2-A6A98153A613}"/>
              </a:ext>
            </a:extLst>
          </p:cNvPr>
          <p:cNvSpPr txBox="1"/>
          <p:nvPr/>
        </p:nvSpPr>
        <p:spPr>
          <a:xfrm>
            <a:off x="6507660" y="3240546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with your group to decide if this representation is wrong, and why??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D360-795F-43A6-92E2-DED7451E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60" y="188640"/>
            <a:ext cx="9565706" cy="551656"/>
          </a:xfrm>
        </p:spPr>
        <p:txBody>
          <a:bodyPr/>
          <a:lstStyle/>
          <a:p>
            <a:r>
              <a:rPr lang="en-AU" dirty="0"/>
              <a:t>2 volunteers (who are very good at folding paper)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0667B-AE59-4EFE-90FD-ED2308D8C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7788" y="1124744"/>
            <a:ext cx="12013978" cy="345489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Picture representation of adding fractions </a:t>
            </a:r>
            <a:r>
              <a:rPr lang="en-AU" dirty="0">
                <a:solidFill>
                  <a:srgbClr val="FF0000"/>
                </a:solidFill>
              </a:rPr>
              <a:t>(you draw what is on the board into your books!)</a:t>
            </a:r>
          </a:p>
        </p:txBody>
      </p:sp>
    </p:spTree>
    <p:extLst>
      <p:ext uri="{BB962C8B-B14F-4D97-AF65-F5344CB8AC3E}">
        <p14:creationId xmlns:p14="http://schemas.microsoft.com/office/powerpoint/2010/main" val="420189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C45B-CB0F-4826-B39F-C2DDEB198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88" y="264467"/>
            <a:ext cx="9601200" cy="623664"/>
          </a:xfrm>
        </p:spPr>
        <p:txBody>
          <a:bodyPr/>
          <a:lstStyle/>
          <a:p>
            <a:r>
              <a:rPr lang="en-AU" dirty="0"/>
              <a:t>Can we do the same thing again?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39345-A2E1-46B5-8DF6-A5A9535EF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236" y="1268760"/>
            <a:ext cx="4645152" cy="762000"/>
          </a:xfrm>
        </p:spPr>
        <p:txBody>
          <a:bodyPr/>
          <a:lstStyle/>
          <a:p>
            <a:r>
              <a:rPr lang="en-AU" dirty="0"/>
              <a:t>Try the same process for adding: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4F79B14-59A8-44AF-9A5E-F9F3BEFEAC5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34686" y="2218113"/>
                <a:ext cx="4645152" cy="33528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4F79B14-59A8-44AF-9A5E-F9F3BEFEAC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34686" y="2218113"/>
                <a:ext cx="4645152" cy="33528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15FF10A-5626-4231-A313-968AA6EE297F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093755" y="2030760"/>
                <a:ext cx="4645152" cy="33528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15FF10A-5626-4231-A313-968AA6EE2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093755" y="2030760"/>
                <a:ext cx="4645152" cy="335280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3961DC9F-4215-4CA8-8DC4-1B002038DE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918" y="4446241"/>
                <a:ext cx="4645152" cy="214729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buFont typeface="Arial" pitchFamily="34" charset="0"/>
                  <a:buNone/>
                  <a:defRPr sz="24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Font typeface="Arial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/>
                  <a:t>Extension:</a:t>
                </a:r>
              </a:p>
              <a:p>
                <a:endParaRPr lang="en-AU" dirty="0"/>
              </a:p>
              <a:p>
                <a:r>
                  <a:rPr lang="en-AU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5 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    and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3961DC9F-4215-4CA8-8DC4-1B002038D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8" y="4446241"/>
                <a:ext cx="4645152" cy="2147292"/>
              </a:xfrm>
              <a:prstGeom prst="rect">
                <a:avLst/>
              </a:prstGeom>
              <a:blipFill>
                <a:blip r:embed="rId5"/>
                <a:stretch>
                  <a:fillRect l="-1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324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7201</TotalTime>
  <Words>252</Words>
  <Application>Microsoft Office PowerPoint</Application>
  <PresentationFormat>Custom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Cambria Math</vt:lpstr>
      <vt:lpstr>Palatino Linotype</vt:lpstr>
      <vt:lpstr>Watercolor_16x9</vt:lpstr>
      <vt:lpstr>Topic: Adding and Subtracting Fractions</vt:lpstr>
      <vt:lpstr>Add a Slide Title - 1</vt:lpstr>
      <vt:lpstr>Topic: Adding and Subtracting Fractions</vt:lpstr>
      <vt:lpstr>2 volunteers (who are very good at folding paper)</vt:lpstr>
      <vt:lpstr>Can we do the same thing again?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25</cp:revision>
  <dcterms:created xsi:type="dcterms:W3CDTF">2018-07-29T09:37:46Z</dcterms:created>
  <dcterms:modified xsi:type="dcterms:W3CDTF">2018-08-26T23:28:02Z</dcterms:modified>
</cp:coreProperties>
</file>