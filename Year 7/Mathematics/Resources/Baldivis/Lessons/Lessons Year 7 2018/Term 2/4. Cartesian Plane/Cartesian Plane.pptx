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64" r:id="rId3"/>
    <p:sldId id="257" r:id="rId4"/>
    <p:sldId id="258" r:id="rId5"/>
    <p:sldId id="260" r:id="rId6"/>
    <p:sldId id="269" r:id="rId7"/>
    <p:sldId id="266" r:id="rId8"/>
    <p:sldId id="271" r:id="rId9"/>
    <p:sldId id="270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4" autoAdjust="0"/>
    <p:restoredTop sz="94671" autoAdjust="0"/>
  </p:normalViewPr>
  <p:slideViewPr>
    <p:cSldViewPr>
      <p:cViewPr varScale="1">
        <p:scale>
          <a:sx n="108" d="100"/>
          <a:sy n="108" d="100"/>
        </p:scale>
        <p:origin x="782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They will be plotting points to draw a picture of a Kangaroo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711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>
                <a:latin typeface="Algerian" panose="04020705040A02060702" pitchFamily="82" charset="0"/>
              </a:rPr>
              <a:t>Quickwrite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What do you know about plotting points on a graph.</a:t>
            </a:r>
          </a:p>
          <a:p>
            <a:pPr marL="0" indent="0">
              <a:buNone/>
            </a:pPr>
            <a:r>
              <a:rPr lang="en-AU" dirty="0"/>
              <a:t>You have 2 minutes to write all you can remember</a:t>
            </a:r>
          </a:p>
        </p:txBody>
      </p:sp>
      <p:pic>
        <p:nvPicPr>
          <p:cNvPr id="6146" name="Picture 2" descr="C:\Users\e4075868\AppData\Local\Microsoft\Windows\Temporary Internet Files\Content.IE5\RP2BT71J\Writing-writing-31277215-579-61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787774"/>
            <a:ext cx="2092451" cy="221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401407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41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Cartesian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plot points on the Cartesian plane?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Identify the four quadrants in the Cartesian plane</a:t>
            </a:r>
          </a:p>
          <a:p>
            <a:pPr>
              <a:buFontTx/>
              <a:buChar char="-"/>
            </a:pPr>
            <a:r>
              <a:rPr lang="en-AU" dirty="0"/>
              <a:t>Plot and identify points on the Cartesian Plane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r>
              <a:rPr lang="en-AU" dirty="0"/>
              <a:t>- Plot points on the Cartesian plane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37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Cartesian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EQ- How can we plot points on the Cartesian plane?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21" y="1635646"/>
            <a:ext cx="2667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32825" y="4221183"/>
                <a:ext cx="2679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/>
                        </a:rPr>
                        <m:t>𝑪𝒐𝒐𝒓𝒅𝒊𝒏𝒂𝒕𝒆𝒔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r>
                        <a:rPr lang="en-AU" b="1" i="1" smtClean="0">
                          <a:latin typeface="Cambria Math"/>
                        </a:rPr>
                        <m:t>𝒂𝒓𝒆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825" y="4221183"/>
                <a:ext cx="2679773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9514" y="1635646"/>
            <a:ext cx="20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four quadrants?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37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Cartesian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EQ- How can we plot points on the Cartesian plane?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506561"/>
            <a:ext cx="5159031" cy="3696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170" y="1506561"/>
            <a:ext cx="2123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you plot points on the </a:t>
            </a:r>
            <a:r>
              <a:rPr lang="en-AU" dirty="0" err="1"/>
              <a:t>cartesian</a:t>
            </a:r>
            <a:r>
              <a:rPr lang="en-AU" dirty="0"/>
              <a:t> plane?</a:t>
            </a:r>
          </a:p>
        </p:txBody>
      </p:sp>
    </p:spTree>
    <p:extLst>
      <p:ext uri="{BB962C8B-B14F-4D97-AF65-F5344CB8AC3E}">
        <p14:creationId xmlns:p14="http://schemas.microsoft.com/office/powerpoint/2010/main" val="192165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9487" y="0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What are the Coordinates?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525" y="707886"/>
            <a:ext cx="6024563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09487" y="2355726"/>
            <a:ext cx="76215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6300192" y="1851670"/>
            <a:ext cx="1069935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609487" y="4371950"/>
            <a:ext cx="94628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6444208" y="3939902"/>
            <a:ext cx="9259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704" y="634539"/>
            <a:ext cx="5617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Algerian" panose="04020705040A02060702" pitchFamily="82" charset="0"/>
              </a:rPr>
              <a:t>Complete the practice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97874" y="1995686"/>
            <a:ext cx="3490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REMEMBER  X-axis first (horizontal)</a:t>
            </a:r>
          </a:p>
        </p:txBody>
      </p:sp>
      <p:pic>
        <p:nvPicPr>
          <p:cNvPr id="7170" name="Picture 2" descr="C:\Users\e4075868\AppData\Local\Microsoft\Windows\Temporary Internet Files\Content.IE5\MID6V2CD\writing_clipart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45" y="2245207"/>
            <a:ext cx="2715004" cy="262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326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coordinate p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30" y="169485"/>
            <a:ext cx="4104456" cy="467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84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3407</TotalTime>
  <Words>226</Words>
  <Application>Microsoft Office PowerPoint</Application>
  <PresentationFormat>On-screen Show (16:9)</PresentationFormat>
  <Paragraphs>52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Calibri</vt:lpstr>
      <vt:lpstr>Cambria Math</vt:lpstr>
      <vt:lpstr>Office Theme</vt:lpstr>
      <vt:lpstr>Quickwrite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E4092707</cp:lastModifiedBy>
  <cp:revision>13</cp:revision>
  <dcterms:created xsi:type="dcterms:W3CDTF">2016-10-20T03:14:06Z</dcterms:created>
  <dcterms:modified xsi:type="dcterms:W3CDTF">2018-05-18T00:03:09Z</dcterms:modified>
</cp:coreProperties>
</file>