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3" r:id="rId2"/>
    <p:sldId id="257" r:id="rId3"/>
    <p:sldId id="264" r:id="rId4"/>
    <p:sldId id="266" r:id="rId5"/>
    <p:sldId id="267" r:id="rId6"/>
    <p:sldId id="262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0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16/10/2017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hook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34270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</a:t>
            </a:r>
            <a:r>
              <a:rPr lang="en-AU" baseline="0" dirty="0" smtClean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Check</a:t>
            </a:r>
            <a:r>
              <a:rPr lang="en-AU" baseline="0" dirty="0" smtClean="0"/>
              <a:t>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68848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Guided practice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80438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Independent practice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6939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16/10/2017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16/10/2017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16/10/2017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16/10/2017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16/10/2017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16/10/2017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16/10/2017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16/10/2017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16/10/2017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16/10/2017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16/10/2017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16/10/2017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 smtClean="0"/>
              <a:t>Revision of yesterday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b="1" dirty="0" err="1" smtClean="0"/>
              <a:t>Quickwrite</a:t>
            </a:r>
            <a:r>
              <a:rPr lang="en-AU" b="1" dirty="0" smtClean="0"/>
              <a:t>: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What are Corresponding angles?</a:t>
            </a:r>
          </a:p>
        </p:txBody>
      </p:sp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Lesson objective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By the end of this lesson you will be able to;</a:t>
            </a:r>
          </a:p>
          <a:p>
            <a:pPr>
              <a:buFontTx/>
              <a:buChar char="-"/>
            </a:pPr>
            <a:r>
              <a:rPr lang="en-AU" dirty="0" smtClean="0"/>
              <a:t>Identify alternate angles</a:t>
            </a:r>
          </a:p>
          <a:p>
            <a:pPr>
              <a:buFontTx/>
              <a:buChar char="-"/>
            </a:pPr>
            <a:r>
              <a:rPr lang="en-AU" dirty="0" smtClean="0"/>
              <a:t>Solve problems involving Alternate angles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83569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5573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Alternate angles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How can we use alternate angles?</a:t>
            </a:r>
            <a:endParaRPr lang="en-AU" sz="2400" dirty="0"/>
          </a:p>
        </p:txBody>
      </p: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xmlns:lc="http://schemas.openxmlformats.org/drawingml/2006/lockedCanvas" id="{EDB12604-C21D-4C8E-887E-73E17F739C7A}"/>
              </a:ext>
            </a:extLst>
          </p:cNvPr>
          <p:cNvGrpSpPr/>
          <p:nvPr/>
        </p:nvGrpSpPr>
        <p:grpSpPr>
          <a:xfrm>
            <a:off x="3723618" y="4719606"/>
            <a:ext cx="4504351" cy="709448"/>
            <a:chOff x="5297214" y="2308352"/>
            <a:chExt cx="5870696" cy="709448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="" xmlns:a16="http://schemas.microsoft.com/office/drawing/2014/main" xmlns:lc="http://schemas.openxmlformats.org/drawingml/2006/lockedCanvas" id="{BA7A4A3D-B795-4247-B3B7-86659272616B}"/>
                </a:ext>
              </a:extLst>
            </p:cNvPr>
            <p:cNvCxnSpPr/>
            <p:nvPr/>
          </p:nvCxnSpPr>
          <p:spPr>
            <a:xfrm>
              <a:off x="5297214" y="2308352"/>
              <a:ext cx="5870696" cy="0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="" xmlns:a16="http://schemas.microsoft.com/office/drawing/2014/main" xmlns:lc="http://schemas.openxmlformats.org/drawingml/2006/lockedCanvas" id="{ABCEBE87-72BE-477A-A946-E130D96CC84B}"/>
                </a:ext>
              </a:extLst>
            </p:cNvPr>
            <p:cNvCxnSpPr/>
            <p:nvPr/>
          </p:nvCxnSpPr>
          <p:spPr>
            <a:xfrm>
              <a:off x="5297214" y="3017800"/>
              <a:ext cx="5870696" cy="0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" name="Straight Arrow Connector 13">
            <a:extLst>
              <a:ext uri="{FF2B5EF4-FFF2-40B4-BE49-F238E27FC236}">
                <a16:creationId xmlns="" xmlns:a16="http://schemas.microsoft.com/office/drawing/2014/main" xmlns:lc="http://schemas.openxmlformats.org/drawingml/2006/lockedCanvas" id="{DF7DA49B-D488-4864-AF07-752B54A0A267}"/>
              </a:ext>
            </a:extLst>
          </p:cNvPr>
          <p:cNvCxnSpPr>
            <a:cxnSpLocks/>
          </p:cNvCxnSpPr>
          <p:nvPr/>
        </p:nvCxnSpPr>
        <p:spPr>
          <a:xfrm flipV="1">
            <a:off x="4232983" y="3664858"/>
            <a:ext cx="3201069" cy="2437730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19515" y="2276872"/>
            <a:ext cx="17161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Alternate angles?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1835696" y="2171454"/>
            <a:ext cx="71876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When a line cuts through two parallel lines, Alternate angles are formed by a </a:t>
            </a:r>
            <a:r>
              <a:rPr lang="en-AU" b="1" dirty="0" smtClean="0"/>
              <a:t>Z </a:t>
            </a:r>
            <a:r>
              <a:rPr lang="en-AU" dirty="0" smtClean="0"/>
              <a:t>shape.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2123728" y="3664858"/>
            <a:ext cx="2702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Alternate angles are equal.</a:t>
            </a:r>
            <a:endParaRPr lang="en-AU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5398052" y="4719606"/>
            <a:ext cx="683713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149804" y="5410405"/>
            <a:ext cx="683713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V="1">
            <a:off x="5149804" y="4719606"/>
            <a:ext cx="931961" cy="709448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5643718" y="4726068"/>
            <a:ext cx="124124" cy="19060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Oval 24"/>
          <p:cNvSpPr/>
          <p:nvPr/>
        </p:nvSpPr>
        <p:spPr>
          <a:xfrm>
            <a:off x="5457532" y="5219798"/>
            <a:ext cx="124124" cy="19060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2915816" y="4034190"/>
            <a:ext cx="2603778" cy="84953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endCxn id="25" idx="3"/>
          </p:cNvCxnSpPr>
          <p:nvPr/>
        </p:nvCxnSpPr>
        <p:spPr>
          <a:xfrm>
            <a:off x="2915816" y="4034190"/>
            <a:ext cx="2559894" cy="134830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5-Point Star 29"/>
          <p:cNvSpPr/>
          <p:nvPr/>
        </p:nvSpPr>
        <p:spPr>
          <a:xfrm>
            <a:off x="5987644" y="4821371"/>
            <a:ext cx="218427" cy="190607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1" name="5-Point Star 30"/>
          <p:cNvSpPr/>
          <p:nvPr/>
        </p:nvSpPr>
        <p:spPr>
          <a:xfrm>
            <a:off x="4916757" y="5219798"/>
            <a:ext cx="218427" cy="190607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19672" y="394996"/>
            <a:ext cx="57606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b="1" dirty="0" smtClean="0"/>
              <a:t>Copy and mark the pairs of Alternate angles</a:t>
            </a:r>
            <a:endParaRPr lang="en-AU" sz="4000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715" y="1703658"/>
            <a:ext cx="7058025" cy="219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9064" y="4365104"/>
            <a:ext cx="5267325" cy="162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89543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476375"/>
            <a:ext cx="7048500" cy="195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6324" y="3645024"/>
            <a:ext cx="4991100" cy="267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331640" y="476671"/>
            <a:ext cx="70472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600" b="1" dirty="0" smtClean="0"/>
              <a:t>Find the size of the unknown angles</a:t>
            </a:r>
            <a:endParaRPr lang="en-AU" sz="3600" b="1" dirty="0"/>
          </a:p>
        </p:txBody>
      </p:sp>
    </p:spTree>
    <p:extLst>
      <p:ext uri="{BB962C8B-B14F-4D97-AF65-F5344CB8AC3E}">
        <p14:creationId xmlns:p14="http://schemas.microsoft.com/office/powerpoint/2010/main" val="1126673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 smtClean="0"/>
              <a:t>Practice Sheet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AU" dirty="0" smtClean="0"/>
              <a:t>Complete the worksheet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4264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117</Words>
  <Application>Microsoft Office PowerPoint</Application>
  <PresentationFormat>On-screen Show (4:3)</PresentationFormat>
  <Paragraphs>34</Paragraphs>
  <Slides>6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Revision of yesterday</vt:lpstr>
      <vt:lpstr>Lesson objective</vt:lpstr>
      <vt:lpstr>PowerPoint Presentation</vt:lpstr>
      <vt:lpstr>PowerPoint Presentation</vt:lpstr>
      <vt:lpstr>PowerPoint Presentation</vt:lpstr>
      <vt:lpstr>Practice Sheet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MORGAN Adam</cp:lastModifiedBy>
  <cp:revision>10</cp:revision>
  <dcterms:created xsi:type="dcterms:W3CDTF">2016-10-20T03:14:06Z</dcterms:created>
  <dcterms:modified xsi:type="dcterms:W3CDTF">2017-10-16T06:29:46Z</dcterms:modified>
</cp:coreProperties>
</file>