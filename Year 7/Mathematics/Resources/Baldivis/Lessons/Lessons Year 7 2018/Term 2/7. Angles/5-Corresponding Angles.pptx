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7" r:id="rId2"/>
    <p:sldId id="258" r:id="rId3"/>
    <p:sldId id="280" r:id="rId4"/>
    <p:sldId id="287" r:id="rId5"/>
    <p:sldId id="276" r:id="rId6"/>
    <p:sldId id="286" r:id="rId7"/>
    <p:sldId id="28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84913" autoAdjust="0"/>
  </p:normalViewPr>
  <p:slideViewPr>
    <p:cSldViewPr snapToGrid="0">
      <p:cViewPr varScale="1">
        <p:scale>
          <a:sx n="71" d="100"/>
          <a:sy n="71" d="100"/>
        </p:scale>
        <p:origin x="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6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61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 3-4 angles on the board going through each step.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582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DJB Fancy Nancy" panose="02000500000000000000" pitchFamily="2" charset="0"/>
              </a:rPr>
              <a:t>Corresponding 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Ms. Latham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4400" dirty="0">
                <a:latin typeface="Kiwi School Handwriting" panose="00000500000000000000" pitchFamily="2" charset="0"/>
              </a:rPr>
              <a:t> Identify corresponding angles</a:t>
            </a:r>
          </a:p>
          <a:p>
            <a:r>
              <a:rPr lang="en-AU" sz="4400" dirty="0">
                <a:latin typeface="Kiwi School Handwriting" panose="00000500000000000000" pitchFamily="2" charset="0"/>
              </a:rPr>
              <a:t>Solve problems with corresponding angles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87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990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Corresponding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corresponding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parallel lines?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2153729" y="1738378"/>
            <a:ext cx="9791123" cy="10889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Two lines that never meet or cross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B12604-C21D-4C8E-887E-73E17F739C7A}"/>
              </a:ext>
            </a:extLst>
          </p:cNvPr>
          <p:cNvGrpSpPr/>
          <p:nvPr/>
        </p:nvGrpSpPr>
        <p:grpSpPr>
          <a:xfrm>
            <a:off x="6663558" y="2308352"/>
            <a:ext cx="4504351" cy="709448"/>
            <a:chOff x="5297214" y="2308352"/>
            <a:chExt cx="5870696" cy="70944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A7A4A3D-B795-4247-B3B7-86659272616B}"/>
                </a:ext>
              </a:extLst>
            </p:cNvPr>
            <p:cNvCxnSpPr/>
            <p:nvPr/>
          </p:nvCxnSpPr>
          <p:spPr>
            <a:xfrm>
              <a:off x="5297214" y="2308352"/>
              <a:ext cx="587069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CEBE87-72BE-477A-A946-E130D96CC84B}"/>
                </a:ext>
              </a:extLst>
            </p:cNvPr>
            <p:cNvCxnSpPr/>
            <p:nvPr/>
          </p:nvCxnSpPr>
          <p:spPr>
            <a:xfrm>
              <a:off x="5297214" y="3017800"/>
              <a:ext cx="587069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2F84E36-24A6-48D3-89F0-619AF320A074}"/>
              </a:ext>
            </a:extLst>
          </p:cNvPr>
          <p:cNvSpPr txBox="1"/>
          <p:nvPr/>
        </p:nvSpPr>
        <p:spPr>
          <a:xfrm>
            <a:off x="-1" y="3478359"/>
            <a:ext cx="197505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transversal line?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382B66D-1AC9-42A1-AEBB-FE9336FED6E2}"/>
              </a:ext>
            </a:extLst>
          </p:cNvPr>
          <p:cNvSpPr txBox="1">
            <a:spLocks/>
          </p:cNvSpPr>
          <p:nvPr/>
        </p:nvSpPr>
        <p:spPr>
          <a:xfrm>
            <a:off x="2153729" y="3825358"/>
            <a:ext cx="9791123" cy="10889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A line that cuts through other lines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7DA49B-D488-4864-AF07-752B54A0A267}"/>
              </a:ext>
            </a:extLst>
          </p:cNvPr>
          <p:cNvCxnSpPr>
            <a:cxnSpLocks/>
          </p:cNvCxnSpPr>
          <p:nvPr/>
        </p:nvCxnSpPr>
        <p:spPr>
          <a:xfrm flipV="1">
            <a:off x="7597901" y="1364967"/>
            <a:ext cx="3201069" cy="243773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1852D4-55EC-47F6-BDFA-C2498FDC6FE5}"/>
              </a:ext>
            </a:extLst>
          </p:cNvPr>
          <p:cNvSpPr txBox="1"/>
          <p:nvPr/>
        </p:nvSpPr>
        <p:spPr>
          <a:xfrm>
            <a:off x="-285627" y="5248338"/>
            <a:ext cx="254630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corresponding?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175FE76-0623-4594-A439-B85465737259}"/>
              </a:ext>
            </a:extLst>
          </p:cNvPr>
          <p:cNvSpPr txBox="1">
            <a:spLocks/>
          </p:cNvSpPr>
          <p:nvPr/>
        </p:nvSpPr>
        <p:spPr>
          <a:xfrm>
            <a:off x="2260676" y="5413334"/>
            <a:ext cx="9791123" cy="10889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Corresponding means matching</a:t>
            </a:r>
          </a:p>
        </p:txBody>
      </p:sp>
    </p:spTree>
    <p:extLst>
      <p:ext uri="{BB962C8B-B14F-4D97-AF65-F5344CB8AC3E}">
        <p14:creationId xmlns:p14="http://schemas.microsoft.com/office/powerpoint/2010/main" val="29322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17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87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990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Corresponding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corresponding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-137526" y="1593227"/>
            <a:ext cx="2291255" cy="1234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corresponding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2153730" y="1738377"/>
            <a:ext cx="4940753" cy="35798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When a transversal line cuts through two parallel lines, four pairs of corresponding angles are formed.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corresponding angles are equal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54D7FA-3943-4390-987F-42264E72A88E}"/>
              </a:ext>
            </a:extLst>
          </p:cNvPr>
          <p:cNvGrpSpPr/>
          <p:nvPr/>
        </p:nvGrpSpPr>
        <p:grpSpPr>
          <a:xfrm>
            <a:off x="7294178" y="1276840"/>
            <a:ext cx="3873731" cy="2780153"/>
            <a:chOff x="7294178" y="1276840"/>
            <a:chExt cx="3873731" cy="278015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B12604-C21D-4C8E-887E-73E17F739C7A}"/>
                </a:ext>
              </a:extLst>
            </p:cNvPr>
            <p:cNvGrpSpPr/>
            <p:nvPr/>
          </p:nvGrpSpPr>
          <p:grpSpPr>
            <a:xfrm>
              <a:off x="7294178" y="2296737"/>
              <a:ext cx="3873731" cy="721063"/>
              <a:chOff x="5297214" y="2308352"/>
              <a:chExt cx="5870696" cy="709448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BA7A4A3D-B795-4247-B3B7-86659272616B}"/>
                  </a:ext>
                </a:extLst>
              </p:cNvPr>
              <p:cNvCxnSpPr/>
              <p:nvPr/>
            </p:nvCxnSpPr>
            <p:spPr>
              <a:xfrm>
                <a:off x="5297214" y="2308352"/>
                <a:ext cx="5870696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BCEBE87-72BE-477A-A946-E130D96CC84B}"/>
                  </a:ext>
                </a:extLst>
              </p:cNvPr>
              <p:cNvCxnSpPr/>
              <p:nvPr/>
            </p:nvCxnSpPr>
            <p:spPr>
              <a:xfrm>
                <a:off x="5297214" y="3017800"/>
                <a:ext cx="5870696" cy="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F7DA49B-D488-4864-AF07-752B54A0A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1338" y="1276840"/>
              <a:ext cx="1713186" cy="2780153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4EA848-B116-4978-989C-49BD4A20B5F0}"/>
              </a:ext>
            </a:extLst>
          </p:cNvPr>
          <p:cNvGrpSpPr/>
          <p:nvPr/>
        </p:nvGrpSpPr>
        <p:grpSpPr>
          <a:xfrm>
            <a:off x="8781393" y="1970515"/>
            <a:ext cx="646387" cy="952192"/>
            <a:chOff x="8781393" y="1970515"/>
            <a:chExt cx="646387" cy="95219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85FC4E-F06A-4CBE-9AD3-0E41D5A0B2A7}"/>
                </a:ext>
              </a:extLst>
            </p:cNvPr>
            <p:cNvSpPr/>
            <p:nvPr/>
          </p:nvSpPr>
          <p:spPr>
            <a:xfrm>
              <a:off x="9175531" y="1970515"/>
              <a:ext cx="252249" cy="2127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6F1B0D8-8945-455B-B84D-268ABDDE8410}"/>
                </a:ext>
              </a:extLst>
            </p:cNvPr>
            <p:cNvSpPr/>
            <p:nvPr/>
          </p:nvSpPr>
          <p:spPr>
            <a:xfrm>
              <a:off x="8781393" y="2709960"/>
              <a:ext cx="252249" cy="2127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0D9E13-F30F-4FEB-ADE8-4F72A9052A58}"/>
              </a:ext>
            </a:extLst>
          </p:cNvPr>
          <p:cNvGrpSpPr/>
          <p:nvPr/>
        </p:nvGrpSpPr>
        <p:grpSpPr>
          <a:xfrm>
            <a:off x="9343697" y="1978609"/>
            <a:ext cx="711742" cy="944713"/>
            <a:chOff x="9420231" y="1970515"/>
            <a:chExt cx="711742" cy="94471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39A9C17-5563-4A75-A32D-625289EF01FE}"/>
                </a:ext>
              </a:extLst>
            </p:cNvPr>
            <p:cNvSpPr/>
            <p:nvPr/>
          </p:nvSpPr>
          <p:spPr>
            <a:xfrm>
              <a:off x="9879724" y="1970515"/>
              <a:ext cx="252249" cy="21274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099C1A-57DD-4200-B690-39F660D15C9C}"/>
                </a:ext>
              </a:extLst>
            </p:cNvPr>
            <p:cNvSpPr/>
            <p:nvPr/>
          </p:nvSpPr>
          <p:spPr>
            <a:xfrm>
              <a:off x="9420231" y="2702481"/>
              <a:ext cx="252249" cy="21274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A9F73A-0B3C-4EE3-9C2B-9290C9C43988}"/>
              </a:ext>
            </a:extLst>
          </p:cNvPr>
          <p:cNvGrpSpPr/>
          <p:nvPr/>
        </p:nvGrpSpPr>
        <p:grpSpPr>
          <a:xfrm>
            <a:off x="9094411" y="2382093"/>
            <a:ext cx="659188" cy="956096"/>
            <a:chOff x="9094411" y="2382093"/>
            <a:chExt cx="659188" cy="956096"/>
          </a:xfrm>
        </p:grpSpPr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805C7F6-67F2-42B7-8330-A439C5F66D26}"/>
                </a:ext>
              </a:extLst>
            </p:cNvPr>
            <p:cNvSpPr/>
            <p:nvPr/>
          </p:nvSpPr>
          <p:spPr>
            <a:xfrm>
              <a:off x="9546355" y="2382093"/>
              <a:ext cx="207244" cy="178675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65DCC3FF-FCDB-4F3E-ADEB-936C76241897}"/>
                </a:ext>
              </a:extLst>
            </p:cNvPr>
            <p:cNvSpPr/>
            <p:nvPr/>
          </p:nvSpPr>
          <p:spPr>
            <a:xfrm>
              <a:off x="9094411" y="3159514"/>
              <a:ext cx="207244" cy="178675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1BD750B-14AB-4F0B-9AAA-20FDF27E2B10}"/>
              </a:ext>
            </a:extLst>
          </p:cNvPr>
          <p:cNvSpPr/>
          <p:nvPr/>
        </p:nvSpPr>
        <p:spPr>
          <a:xfrm>
            <a:off x="9049406" y="2349113"/>
            <a:ext cx="252249" cy="178675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816D542-82A5-493C-9AFC-B89D496E3433}"/>
              </a:ext>
            </a:extLst>
          </p:cNvPr>
          <p:cNvSpPr/>
          <p:nvPr/>
        </p:nvSpPr>
        <p:spPr>
          <a:xfrm>
            <a:off x="8531771" y="3161711"/>
            <a:ext cx="252249" cy="178675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8DCBA0-405B-4F4C-A049-4DBCD8EF1D89}"/>
              </a:ext>
            </a:extLst>
          </p:cNvPr>
          <p:cNvSpPr txBox="1"/>
          <p:nvPr/>
        </p:nvSpPr>
        <p:spPr>
          <a:xfrm>
            <a:off x="3557750" y="5208299"/>
            <a:ext cx="7472856" cy="830997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Individual: Draw two parallel lines on your page and a transversal line. Measure all the angles! </a:t>
            </a:r>
          </a:p>
        </p:txBody>
      </p:sp>
    </p:spTree>
    <p:extLst>
      <p:ext uri="{BB962C8B-B14F-4D97-AF65-F5344CB8AC3E}">
        <p14:creationId xmlns:p14="http://schemas.microsoft.com/office/powerpoint/2010/main" val="363933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E8B51-390F-48E0-9189-4FF0A8B6FBAD}"/>
              </a:ext>
            </a:extLst>
          </p:cNvPr>
          <p:cNvSpPr txBox="1"/>
          <p:nvPr/>
        </p:nvSpPr>
        <p:spPr>
          <a:xfrm>
            <a:off x="6484882" y="283778"/>
            <a:ext cx="7861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F5DDF-FB2E-4B58-B990-11B4BAF8323B}"/>
              </a:ext>
            </a:extLst>
          </p:cNvPr>
          <p:cNvSpPr txBox="1"/>
          <p:nvPr/>
        </p:nvSpPr>
        <p:spPr>
          <a:xfrm>
            <a:off x="7046259" y="914400"/>
            <a:ext cx="587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these on your left hand side!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E8A7E-4E20-4E39-B482-3C6D3B4B6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38" t="56245" r="41379" b="10804"/>
          <a:stretch/>
        </p:blipFill>
        <p:spPr>
          <a:xfrm>
            <a:off x="1248484" y="1464630"/>
            <a:ext cx="8644715" cy="50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7570-9576-4054-9DCF-6B5BABECB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5138" y="596987"/>
            <a:ext cx="9793014" cy="54014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You can work together to solve the following questions.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AD492-42BF-4B6B-AD4C-9DD4C9677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4" t="32000" r="10689" b="23219"/>
          <a:stretch/>
        </p:blipFill>
        <p:spPr>
          <a:xfrm>
            <a:off x="5070666" y="1011218"/>
            <a:ext cx="6960074" cy="2043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9B6F75-987C-47FA-A083-FCB1EB962C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" t="43451" r="11853" b="16235"/>
          <a:stretch/>
        </p:blipFill>
        <p:spPr>
          <a:xfrm>
            <a:off x="4909406" y="4629088"/>
            <a:ext cx="7282594" cy="1986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CF38C9-3258-4596-9869-CEE7AB99DD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06" t="22745" r="14764" b="16078"/>
          <a:stretch/>
        </p:blipFill>
        <p:spPr>
          <a:xfrm>
            <a:off x="188873" y="2379647"/>
            <a:ext cx="5068761" cy="21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3591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325</TotalTime>
  <Words>170</Words>
  <Application>Microsoft Office PowerPoint</Application>
  <PresentationFormat>Widescreen</PresentationFormat>
  <Paragraphs>39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DJB Fancy Nancy</vt:lpstr>
      <vt:lpstr>Kiwi School Handwriting</vt:lpstr>
      <vt:lpstr>Vapor Trail</vt:lpstr>
      <vt:lpstr>Corresponding Angles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E4092707</cp:lastModifiedBy>
  <cp:revision>30</cp:revision>
  <dcterms:created xsi:type="dcterms:W3CDTF">2017-10-04T08:09:40Z</dcterms:created>
  <dcterms:modified xsi:type="dcterms:W3CDTF">2017-10-16T00:03:09Z</dcterms:modified>
</cp:coreProperties>
</file>