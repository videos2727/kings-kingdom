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63" r:id="rId3"/>
    <p:sldId id="268" r:id="rId4"/>
    <p:sldId id="257" r:id="rId5"/>
    <p:sldId id="269" r:id="rId6"/>
    <p:sldId id="264" r:id="rId7"/>
    <p:sldId id="270" r:id="rId8"/>
    <p:sldId id="266" r:id="rId9"/>
    <p:sldId id="262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086" y="-2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Hook,</a:t>
            </a:r>
          </a:p>
          <a:p>
            <a:r>
              <a:rPr lang="en-AU" dirty="0" smtClean="0"/>
              <a:t>Yo</a:t>
            </a:r>
            <a:r>
              <a:rPr lang="en-AU" baseline="0" dirty="0" smtClean="0"/>
              <a:t>u will need news paper, sticky tape, measuring tapes (meter ruler) and MAB blocks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0558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30/04/2018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17789"/>
            <a:ext cx="4515731" cy="517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3528" y="555526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Warm Up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15816" y="4835356"/>
            <a:ext cx="3449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                 B                 C                 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452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268" y="0"/>
            <a:ext cx="8229600" cy="857250"/>
          </a:xfrm>
        </p:spPr>
        <p:txBody>
          <a:bodyPr/>
          <a:lstStyle/>
          <a:p>
            <a:r>
              <a:rPr lang="en-AU" dirty="0" smtClean="0"/>
              <a:t>Find the Volume of the following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203598"/>
            <a:ext cx="520903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99542"/>
            <a:ext cx="1656184" cy="412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268" y="0"/>
            <a:ext cx="8229600" cy="857250"/>
          </a:xfrm>
        </p:spPr>
        <p:txBody>
          <a:bodyPr/>
          <a:lstStyle/>
          <a:p>
            <a:r>
              <a:rPr lang="en-AU" dirty="0" smtClean="0"/>
              <a:t>Find the Volume of the following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203598"/>
            <a:ext cx="520903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99542"/>
            <a:ext cx="1656184" cy="412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07703" y="1085723"/>
                <a:ext cx="784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4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3" y="1085723"/>
                <a:ext cx="784189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59619" y="2562458"/>
                <a:ext cx="7841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8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619" y="2562458"/>
                <a:ext cx="784189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91892" y="4227934"/>
                <a:ext cx="912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16</m:t>
                      </m:r>
                      <m:r>
                        <a:rPr lang="en-AU" b="0" i="1" smtClean="0">
                          <a:latin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892" y="4227934"/>
                <a:ext cx="912429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99897" y="2996327"/>
                <a:ext cx="25218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</a:rPr>
                        <m:t>=5</m:t>
                      </m:r>
                      <m:r>
                        <a:rPr lang="en-AU" b="0" i="1" smtClean="0">
                          <a:latin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=120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897" y="2996327"/>
                <a:ext cx="2521844" cy="646331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508104" y="2859782"/>
                <a:ext cx="4572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𝑉</m:t>
                      </m:r>
                      <m:r>
                        <a:rPr lang="en-AU" i="1" smtClean="0">
                          <a:latin typeface="Cambria Math"/>
                        </a:rPr>
                        <m:t>=10</m:t>
                      </m:r>
                      <m:r>
                        <a:rPr lang="en-AU" i="1">
                          <a:latin typeface="Cambria Math"/>
                        </a:rPr>
                        <m:t>𝑐𝑚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9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𝑐𝑚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×8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=720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𝑐</m:t>
                      </m:r>
                      <m:sSup>
                        <m:sSupPr>
                          <m:ctrlPr>
                            <a:rPr lang="en-AU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2859782"/>
                <a:ext cx="4572000" cy="64633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484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>
              <a:buNone/>
            </a:pPr>
            <a:r>
              <a:rPr lang="en-AU" dirty="0" smtClean="0"/>
              <a:t>- Convert between the different units of volume and capacity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AU" b="1" dirty="0" smtClean="0">
                    <a:solidFill>
                      <a:schemeClr val="accent1"/>
                    </a:solidFill>
                  </a:rPr>
                  <a:t>How many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𝒄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𝒎</m:t>
                        </m:r>
                      </m:e>
                      <m:sup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𝒂𝒓𝒆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𝒊𝒏</m:t>
                    </m:r>
                    <m:r>
                      <a:rPr lang="en-AU" b="1" i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𝒎</m:t>
                        </m:r>
                      </m:e>
                      <m:sup>
                        <m:r>
                          <a:rPr lang="en-AU" b="1" i="1" smtClean="0">
                            <a:solidFill>
                              <a:schemeClr val="accent1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AU" b="1" dirty="0" smtClean="0">
                    <a:solidFill>
                      <a:schemeClr val="accent1"/>
                    </a:solidFill>
                  </a:rPr>
                  <a:t>?</a:t>
                </a:r>
                <a:endParaRPr lang="en-AU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3"/>
                <a:stretch>
                  <a:fillRect t="-7857" b="-3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 smtClean="0"/>
              <a:t>How many 1cm cubes will fit in a 1m cube?</a:t>
            </a:r>
          </a:p>
          <a:p>
            <a:pPr marL="0" indent="0">
              <a:buNone/>
            </a:pPr>
            <a:r>
              <a:rPr lang="en-AU" sz="2800" dirty="0" smtClean="0"/>
              <a:t>Task:</a:t>
            </a:r>
          </a:p>
          <a:p>
            <a:pPr marL="0" indent="0">
              <a:buNone/>
            </a:pPr>
            <a:r>
              <a:rPr lang="en-AU" sz="2800" dirty="0" smtClean="0"/>
              <a:t>- In groups of 4, make a cubic meter using newspaper</a:t>
            </a:r>
          </a:p>
          <a:p>
            <a:pPr marL="0" indent="0">
              <a:buNone/>
            </a:pPr>
            <a:r>
              <a:rPr lang="en-AU" sz="2800" dirty="0" smtClean="0"/>
              <a:t>- Determine how many cubic centre meters will fit in the cube.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44813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Volume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convert between volume and capacity?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1851670"/>
            <a:ext cx="16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Units of volume</a:t>
            </a:r>
            <a:endParaRPr lang="en-A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563637"/>
            <a:ext cx="5040560" cy="2557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5" y="4866501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73554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3762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122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43762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03498"/>
            <a:ext cx="1298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Volume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7976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7975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convert between volume and capacity?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0" y="1851670"/>
            <a:ext cx="16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Units of volume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28122" y="3488449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Units of Capacity</a:t>
            </a:r>
            <a:endParaRPr lang="en-A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259242"/>
            <a:ext cx="5722789" cy="158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539" y="3009281"/>
            <a:ext cx="4871198" cy="20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20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303498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Convert the following</a:t>
            </a:r>
            <a:endParaRPr lang="en-AU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387" y="3027198"/>
            <a:ext cx="67532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1" y="1203598"/>
            <a:ext cx="71913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43608" y="1563638"/>
            <a:ext cx="7124078" cy="65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195387" y="3363838"/>
            <a:ext cx="6753225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 smtClean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Ex. 8.5 page 108</a:t>
            </a:r>
            <a:endParaRPr lang="en-AU" dirty="0"/>
          </a:p>
        </p:txBody>
      </p:sp>
      <p:pic>
        <p:nvPicPr>
          <p:cNvPr id="5122" name="Picture 2" descr="C:\Users\e4075868\AppData\Local\Microsoft\Windows\Temporary Internet Files\Content.IE5\J801ZEEM\colored-cubes-6061-large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699542"/>
            <a:ext cx="1404136" cy="114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e4075868\AppData\Local\Microsoft\Windows\Temporary Internet Files\Content.IE5\JODDZX2B\Rubik_cube[1]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5" y="-154324"/>
            <a:ext cx="2510413" cy="251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e4075868\AppData\Local\Microsoft\Windows\Temporary Internet Files\Content.IE5\JODDZX2B\Axonometric_10_cubes.svg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390023"/>
            <a:ext cx="2559005" cy="2402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C:\Users\e4075868\AppData\Local\Microsoft\Windows\Temporary Internet Files\Content.IE5\4JPRA91W\melting-ice-cube-2791-large[1]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591028"/>
            <a:ext cx="1407188" cy="837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mtClean="0"/>
              <a:t>Your summary is your exit pass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245</Words>
  <Application>Microsoft Office PowerPoint</Application>
  <PresentationFormat>On-screen Show (16:9)</PresentationFormat>
  <Paragraphs>60</Paragraphs>
  <Slides>10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Find the Volume of the following</vt:lpstr>
      <vt:lpstr>Find the Volume of the following</vt:lpstr>
      <vt:lpstr>Lesson objective</vt:lpstr>
      <vt:lpstr>How many cm^3  are in m^3?</vt:lpstr>
      <vt:lpstr>PowerPoint Presentation</vt:lpstr>
      <vt:lpstr>PowerPoint Presentation</vt:lpstr>
      <vt:lpstr>PowerPoint Presentation</vt:lpstr>
      <vt:lpstr>Practice</vt:lpstr>
      <vt:lpstr>Closure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9</cp:revision>
  <dcterms:created xsi:type="dcterms:W3CDTF">2016-10-20T03:14:06Z</dcterms:created>
  <dcterms:modified xsi:type="dcterms:W3CDTF">2018-04-30T08:10:14Z</dcterms:modified>
</cp:coreProperties>
</file>