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png" ContentType="image/png"/>
  <Default Extension="jpg" ContentType="image/jpeg"/>
  <Default Extension="rels" ContentType="application/vnd.openxmlformats-package.relationship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3.xml" ContentType="application/vnd.openxmlformats-officedocument.theme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1" r:id="rId2"/>
    <p:sldMasterId id="2147483676" r:id="rId3"/>
    <p:sldMasterId id="2147483683" r:id="rId4"/>
  </p:sldMasterIdLst>
  <p:notesMasterIdLst>
    <p:notesMasterId r:id="rId11"/>
  </p:notesMasterIdLst>
  <p:sldIdLst>
    <p:sldId id="256" r:id="rId5"/>
    <p:sldId id="257" r:id="rId6"/>
    <p:sldId id="278" r:id="rId7"/>
    <p:sldId id="274" r:id="rId8"/>
    <p:sldId id="260" r:id="rId9"/>
    <p:sldId id="279" r:id="rId10"/>
  </p:sldIdLst>
  <p:sldSz cx="9144000" cy="6858000" type="screen4x3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774"/>
    <p:restoredTop sz="94595"/>
  </p:normalViewPr>
  <p:slideViewPr>
    <p:cSldViewPr>
      <p:cViewPr varScale="1">
        <p:scale>
          <a:sx n="89" d="100"/>
          <a:sy n="89" d="100"/>
        </p:scale>
        <p:origin x="168" y="36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9" Type="http://schemas.openxmlformats.org/officeDocument/2006/relationships/slide" Target="slides/slide5.xml"/><Relationship Id="rId10" Type="http://schemas.openxmlformats.org/officeDocument/2006/relationships/slide" Target="slides/slide6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7AFC7FB-E879-7646-AAC5-321B9D9D1CD7}" type="datetimeFigureOut">
              <a:rPr lang="en-US" smtClean="0"/>
              <a:t>6/3/18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FCB157-6B69-0840-99A3-BD643DD109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99167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jp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3.jpg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1.jpg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2.jpg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3.jpg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3241669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940157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2681852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7CEADFD-91F4-4207-BFAF-E95A14A19A93}" type="datetimeFigureOut">
              <a:rPr lang="en-GB" smtClean="0"/>
              <a:t>03/06/2018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997696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</p:spPr>
        <p:txBody>
          <a:bodyPr/>
          <a:lstStyle/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37CEADFD-91F4-4207-BFAF-E95A14A19A93}" type="datetimeFigureOut">
              <a:rPr lang="en-GB" smtClean="0"/>
              <a:t>03/06/2018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/>
          <a:lstStyle/>
          <a:p>
            <a:fld id="{78EA525B-2EEB-4659-884D-E5C27A842930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20225554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60869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28665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79332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787904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98114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181198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29187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968842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8703500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23746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6285722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/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0" y="16778"/>
            <a:ext cx="9144000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bg1"/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 Free PPT _ Click to add title</a:t>
            </a:r>
            <a:endParaRPr lang="ko-KR" alt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1"/>
            <a:ext cx="8229600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4" name="Content Placeholder 2"/>
          <p:cNvSpPr>
            <a:spLocks noGrp="1"/>
          </p:cNvSpPr>
          <p:nvPr>
            <p:ph idx="10"/>
          </p:nvPr>
        </p:nvSpPr>
        <p:spPr>
          <a:xfrm>
            <a:off x="467544" y="2276872"/>
            <a:ext cx="8229600" cy="3600400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1_Title and Content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1619672" y="0"/>
            <a:ext cx="7524328" cy="1069514"/>
          </a:xfrm>
          <a:prstGeom prst="rect">
            <a:avLst/>
          </a:prstGeom>
        </p:spPr>
        <p:txBody>
          <a:bodyPr anchor="ctr"/>
          <a:lstStyle>
            <a:lvl1pPr>
              <a:defRPr b="1" baseline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r>
              <a:rPr lang="en-US" altLang="ko-KR" dirty="0" smtClean="0"/>
              <a:t>Free PPT _ Click to add title</a:t>
            </a:r>
            <a:endParaRPr lang="ko-KR" altLang="en-US" dirty="0"/>
          </a:p>
        </p:txBody>
      </p:sp>
      <p:sp>
        <p:nvSpPr>
          <p:cNvPr id="4" name="Content Placeholder 2"/>
          <p:cNvSpPr>
            <a:spLocks noGrp="1"/>
          </p:cNvSpPr>
          <p:nvPr>
            <p:ph idx="1"/>
          </p:nvPr>
        </p:nvSpPr>
        <p:spPr>
          <a:xfrm>
            <a:off x="2123728" y="1268760"/>
            <a:ext cx="6563072" cy="460648"/>
          </a:xfrm>
          <a:prstGeom prst="rect">
            <a:avLst/>
          </a:prstGeom>
        </p:spPr>
        <p:txBody>
          <a:bodyPr anchor="ctr"/>
          <a:lstStyle>
            <a:lvl1pPr marL="0" indent="0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  <p:sp>
        <p:nvSpPr>
          <p:cNvPr id="5" name="Content Placeholder 2"/>
          <p:cNvSpPr>
            <a:spLocks noGrp="1"/>
          </p:cNvSpPr>
          <p:nvPr>
            <p:ph idx="10"/>
          </p:nvPr>
        </p:nvSpPr>
        <p:spPr>
          <a:xfrm>
            <a:off x="2134072" y="1844824"/>
            <a:ext cx="6563072" cy="4147865"/>
          </a:xfrm>
          <a:prstGeom prst="rect">
            <a:avLst/>
          </a:prstGeom>
        </p:spPr>
        <p:txBody>
          <a:bodyPr lIns="396000" anchor="t"/>
          <a:lstStyle>
            <a:lvl1pPr marL="0" indent="0">
              <a:buNone/>
              <a:defRPr sz="1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</a:lstStyle>
          <a:p>
            <a:pPr lvl="0"/>
            <a:r>
              <a:rPr lang="en-US" altLang="ko-KR" smtClean="0"/>
              <a:t>Click to edit Master text styles</a:t>
            </a:r>
          </a:p>
        </p:txBody>
      </p:sp>
    </p:spTree>
    <p:extLst/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Drag picture to placeholder or click icon to add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/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_rels/slideMaster2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16.xml"/><Relationship Id="rId12" Type="http://schemas.openxmlformats.org/officeDocument/2006/relationships/theme" Target="../theme/theme2.xml"/><Relationship Id="rId1" Type="http://schemas.openxmlformats.org/officeDocument/2006/relationships/slideLayout" Target="../slideLayouts/slideLayout6.xml"/><Relationship Id="rId2" Type="http://schemas.openxmlformats.org/officeDocument/2006/relationships/slideLayout" Target="../slideLayouts/slideLayout7.xml"/><Relationship Id="rId3" Type="http://schemas.openxmlformats.org/officeDocument/2006/relationships/slideLayout" Target="../slideLayouts/slideLayout8.xml"/><Relationship Id="rId4" Type="http://schemas.openxmlformats.org/officeDocument/2006/relationships/slideLayout" Target="../slideLayouts/slideLayout9.xml"/><Relationship Id="rId5" Type="http://schemas.openxmlformats.org/officeDocument/2006/relationships/slideLayout" Target="../slideLayouts/slideLayout10.xml"/><Relationship Id="rId6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2.xml"/><Relationship Id="rId8" Type="http://schemas.openxmlformats.org/officeDocument/2006/relationships/slideLayout" Target="../slideLayouts/slideLayout13.xml"/><Relationship Id="rId9" Type="http://schemas.openxmlformats.org/officeDocument/2006/relationships/slideLayout" Target="../slideLayouts/slideLayout14.xml"/><Relationship Id="rId10" Type="http://schemas.openxmlformats.org/officeDocument/2006/relationships/slideLayout" Target="../slideLayouts/slideLayout15.xml"/></Relationships>
</file>

<file path=ppt/slideMasters/_rels/slideMaster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9.xml"/><Relationship Id="rId4" Type="http://schemas.openxmlformats.org/officeDocument/2006/relationships/theme" Target="../theme/theme3.xml"/><Relationship Id="rId1" Type="http://schemas.openxmlformats.org/officeDocument/2006/relationships/slideLayout" Target="../slideLayouts/slideLayout17.xml"/><Relationship Id="rId2" Type="http://schemas.openxmlformats.org/officeDocument/2006/relationships/slideLayout" Target="../slideLayouts/slideLayout18.xml"/></Relationships>
</file>

<file path=ppt/slideMasters/_rels/slideMaster4.xml.rels><?xml version="1.0" encoding="UTF-8" standalone="yes"?>
<Relationships xmlns="http://schemas.openxmlformats.org/package/2006/relationships"><Relationship Id="rId11" Type="http://schemas.openxmlformats.org/officeDocument/2006/relationships/slideLayout" Target="../slideLayouts/slideLayout30.xml"/><Relationship Id="rId12" Type="http://schemas.openxmlformats.org/officeDocument/2006/relationships/theme" Target="../theme/theme4.xml"/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3733820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60" r:id="rId3"/>
    <p:sldLayoutId id="2147483673" r:id="rId4"/>
    <p:sldLayoutId id="2147483675" r:id="rId5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635735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6666661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78" r:id="rId2"/>
    <p:sldLayoutId id="2147483679" r:id="rId3"/>
  </p:sldLayoutIdLst>
  <p:txStyles>
    <p:titleStyle>
      <a:lvl1pPr algn="l" defTabSz="914400" rtl="0" eaLnBrk="1" latinLnBrk="1" hangingPunct="1">
        <a:spcBef>
          <a:spcPct val="0"/>
        </a:spcBef>
        <a:buNone/>
        <a:defRPr sz="4000" b="1" kern="1200">
          <a:solidFill>
            <a:schemeClr val="tx1"/>
          </a:solidFill>
          <a:latin typeface="Arial" pitchFamily="34" charset="0"/>
          <a:ea typeface="+mj-ea"/>
          <a:cs typeface="Arial" pitchFamily="34" charset="0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8DCCD61-643D-44A5-A450-3A42A50CBC1E}" type="datetimeFigureOut">
              <a:rPr lang="en-US" smtClean="0"/>
              <a:t>6/3/18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A2F0832-F084-422D-97D1-AF848F4F2C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177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4" r:id="rId1"/>
    <p:sldLayoutId id="2147483685" r:id="rId2"/>
    <p:sldLayoutId id="2147483686" r:id="rId3"/>
    <p:sldLayoutId id="2147483687" r:id="rId4"/>
    <p:sldLayoutId id="2147483688" r:id="rId5"/>
    <p:sldLayoutId id="2147483689" r:id="rId6"/>
    <p:sldLayoutId id="2147483690" r:id="rId7"/>
    <p:sldLayoutId id="2147483691" r:id="rId8"/>
    <p:sldLayoutId id="2147483692" r:id="rId9"/>
    <p:sldLayoutId id="2147483693" r:id="rId10"/>
    <p:sldLayoutId id="2147483694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hyperlink" Target="http://www.free-powerpoint-templates-design.com/free-powerpoint-templates-design" TargetMode="Externa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8.png"/><Relationship Id="rId3" Type="http://schemas.openxmlformats.org/officeDocument/2006/relationships/image" Target="../media/image9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644008" y="4216442"/>
            <a:ext cx="4499992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kumimoji="0" lang="en-US" altLang="ko-K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Year 7</a:t>
            </a:r>
          </a:p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r>
              <a:rPr lang="en-US" altLang="ko-KR" b="1" dirty="0" err="1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Mrs</a:t>
            </a:r>
            <a:r>
              <a:rPr lang="en-US" altLang="ko-KR" b="1" dirty="0" smtClean="0">
                <a:solidFill>
                  <a:schemeClr val="bg1"/>
                </a:solidFill>
                <a:latin typeface="Arial" pitchFamily="34" charset="0"/>
                <a:cs typeface="Arial" pitchFamily="34" charset="0"/>
              </a:rPr>
              <a:t> F</a:t>
            </a:r>
            <a:endParaRPr kumimoji="0" lang="en-US" altLang="ko-KR" b="1" dirty="0">
              <a:solidFill>
                <a:schemeClr val="bg1"/>
              </a:solidFill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TextBox 1"/>
          <p:cNvSpPr txBox="1">
            <a:spLocks noChangeArrowheads="1"/>
          </p:cNvSpPr>
          <p:nvPr/>
        </p:nvSpPr>
        <p:spPr bwMode="auto">
          <a:xfrm>
            <a:off x="4644008" y="2433737"/>
            <a:ext cx="4499992" cy="64633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r>
              <a:rPr lang="en-US" altLang="ko-KR" sz="3600" b="1" dirty="0" smtClean="0">
                <a:solidFill>
                  <a:schemeClr val="bg1"/>
                </a:solidFill>
                <a:latin typeface="Arial" pitchFamily="34" charset="0"/>
                <a:ea typeface="맑은 고딕" pitchFamily="50" charset="-127"/>
                <a:cs typeface="Arial" pitchFamily="34" charset="0"/>
              </a:rPr>
              <a:t>Symmetry</a:t>
            </a:r>
          </a:p>
        </p:txBody>
      </p:sp>
      <p:sp>
        <p:nvSpPr>
          <p:cNvPr id="7" name="TextBox 6">
            <a:hlinkClick r:id="rId2"/>
          </p:cNvPr>
          <p:cNvSpPr txBox="1"/>
          <p:nvPr/>
        </p:nvSpPr>
        <p:spPr>
          <a:xfrm>
            <a:off x="0" y="6597932"/>
            <a:ext cx="9144000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800" dirty="0" smtClean="0">
                <a:solidFill>
                  <a:schemeClr val="tx1">
                    <a:lumMod val="75000"/>
                    <a:lumOff val="25000"/>
                  </a:schemeClr>
                </a:solidFill>
                <a:latin typeface="Arial" pitchFamily="34" charset="0"/>
                <a:cs typeface="Arial" pitchFamily="34" charset="0"/>
              </a:rPr>
              <a:t>ALLPPT.com _ Free PowerPoint Templates, Diagrams and Charts</a:t>
            </a:r>
            <a:endParaRPr lang="ko-KR" altLang="en-US" sz="800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12217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Symmetry</a:t>
            </a:r>
            <a:endParaRPr lang="ko-KR" alt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idx="1"/>
          </p:nvPr>
        </p:nvSpPr>
        <p:spPr>
          <a:xfrm>
            <a:off x="1259632" y="1986166"/>
            <a:ext cx="7704112" cy="866770"/>
          </a:xfrm>
        </p:spPr>
        <p:txBody>
          <a:bodyPr wrap="none" anchor="t" anchorCtr="0"/>
          <a:lstStyle/>
          <a:p>
            <a:r>
              <a:rPr lang="en-US" dirty="0"/>
              <a:t>The most familiar form of symmetry, called line symmetry, </a:t>
            </a:r>
            <a:endParaRPr lang="en-US" dirty="0" smtClean="0"/>
          </a:p>
          <a:p>
            <a:r>
              <a:rPr lang="en-US" dirty="0" smtClean="0"/>
              <a:t>is </a:t>
            </a:r>
            <a:r>
              <a:rPr lang="en-US" dirty="0"/>
              <a:t>connected to the idea of reflection. A flower, for example</a:t>
            </a:r>
            <a:r>
              <a:rPr lang="en-US" dirty="0" smtClean="0"/>
              <a:t>,</a:t>
            </a:r>
          </a:p>
          <a:p>
            <a:r>
              <a:rPr lang="en-US" dirty="0" smtClean="0"/>
              <a:t> </a:t>
            </a:r>
            <a:r>
              <a:rPr lang="en-US" dirty="0"/>
              <a:t>might have one of more lines of reflection or mirror lines. </a:t>
            </a:r>
            <a:endParaRPr lang="en-US" dirty="0"/>
          </a:p>
          <a:p>
            <a:r>
              <a:rPr lang="en-US" dirty="0"/>
              <a:t>The flower might also have another form of symmetry called </a:t>
            </a:r>
            <a:endParaRPr lang="en-US" dirty="0" smtClean="0"/>
          </a:p>
          <a:p>
            <a:r>
              <a:rPr lang="en-US" dirty="0" smtClean="0"/>
              <a:t>rotational </a:t>
            </a:r>
            <a:r>
              <a:rPr lang="en-US" dirty="0"/>
              <a:t>symmetry, which will also be </a:t>
            </a:r>
            <a:r>
              <a:rPr lang="en-US" dirty="0" smtClean="0"/>
              <a:t>looking at.</a:t>
            </a:r>
            <a:endParaRPr lang="en-US" dirty="0"/>
          </a:p>
          <a:p>
            <a:pPr lvl="0"/>
            <a:endParaRPr lang="en-US" altLang="ko-KR" b="1" dirty="0">
              <a:solidFill>
                <a:schemeClr val="tx1">
                  <a:lumMod val="75000"/>
                  <a:lumOff val="25000"/>
                </a:schemeClr>
              </a:solidFill>
              <a:latin typeface="Arial" pitchFamily="34" charset="0"/>
              <a:cs typeface="Arial" pitchFamily="34" charset="0"/>
            </a:endParaRPr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115616" y="198616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AU" sz="2400" dirty="0" smtClean="0"/>
              <a:t>Introduction</a:t>
            </a:r>
            <a:endParaRPr lang="en-AU" sz="2400" dirty="0"/>
          </a:p>
        </p:txBody>
      </p:sp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47864" y="4005064"/>
            <a:ext cx="2717800" cy="248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917631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7" dur="500"/>
                                        <p:tgtEl>
                                          <p:spTgt spid="6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2" dur="500"/>
                                        <p:tgtEl>
                                          <p:spTgt spid="6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17" dur="500"/>
                                        <p:tgtEl>
                                          <p:spTgt spid="6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2" dur="500"/>
                                        <p:tgtEl>
                                          <p:spTgt spid="6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3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27" dur="500"/>
                                        <p:tgtEl>
                                          <p:spTgt spid="6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3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linds(horizontal)">
                                      <p:cBhvr>
                                        <p:cTn id="32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Opener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49250" y="1556792"/>
            <a:ext cx="8445500" cy="5029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773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Symmetry</a:t>
            </a:r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1907704" y="2007834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8" name="TextBox 7"/>
          <p:cNvSpPr txBox="1"/>
          <p:nvPr/>
        </p:nvSpPr>
        <p:spPr>
          <a:xfrm>
            <a:off x="2363638" y="5589917"/>
            <a:ext cx="1847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dirty="0"/>
          </a:p>
        </p:txBody>
      </p:sp>
      <p:sp>
        <p:nvSpPr>
          <p:cNvPr id="2" name="TextBox 1"/>
          <p:cNvSpPr txBox="1"/>
          <p:nvPr/>
        </p:nvSpPr>
        <p:spPr>
          <a:xfrm>
            <a:off x="1962975" y="3061667"/>
            <a:ext cx="725352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An axis or </a:t>
            </a:r>
            <a:r>
              <a:rPr lang="en-US" b="1" dirty="0"/>
              <a:t>line of symmetry </a:t>
            </a:r>
            <a:r>
              <a:rPr lang="en-US" dirty="0"/>
              <a:t>divides a shape into two equal parts. </a:t>
            </a:r>
            <a:endParaRPr lang="en-US" dirty="0" smtClean="0"/>
          </a:p>
          <a:p>
            <a:r>
              <a:rPr lang="en-US" dirty="0" smtClean="0"/>
              <a:t>It </a:t>
            </a:r>
            <a:r>
              <a:rPr lang="en-US" dirty="0"/>
              <a:t>acts as a mirror line, with each half of the shape being a </a:t>
            </a:r>
            <a:endParaRPr lang="en-US" dirty="0" smtClean="0"/>
          </a:p>
          <a:p>
            <a:r>
              <a:rPr lang="en-US" dirty="0" smtClean="0"/>
              <a:t>reflection </a:t>
            </a:r>
            <a:r>
              <a:rPr lang="en-US" dirty="0"/>
              <a:t>of the other. </a:t>
            </a:r>
            <a:endParaRPr lang="en-US" dirty="0"/>
          </a:p>
          <a:p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1968370" y="4105931"/>
            <a:ext cx="7109717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 smtClean="0">
                <a:latin typeface="HelveticaNeueCE" charset="0"/>
              </a:rPr>
              <a:t>The </a:t>
            </a:r>
            <a:r>
              <a:rPr lang="en-US" dirty="0">
                <a:latin typeface="HelveticaNeueCE" charset="0"/>
              </a:rPr>
              <a:t>line (axis) along which a figure could be folded to produce identical </a:t>
            </a:r>
            <a:endParaRPr lang="en-US" dirty="0" smtClean="0">
              <a:latin typeface="HelveticaNeueCE" charset="0"/>
            </a:endParaRPr>
          </a:p>
          <a:p>
            <a:r>
              <a:rPr lang="en-US" dirty="0" smtClean="0">
                <a:latin typeface="HelveticaNeueCE" charset="0"/>
              </a:rPr>
              <a:t>halves </a:t>
            </a:r>
            <a:endParaRPr lang="en-US" dirty="0">
              <a:effectLst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</a:t>
            </a:r>
            <a:r>
              <a:rPr lang="en-AU" sz="2400" dirty="0" smtClean="0"/>
              <a:t>describe Symmetry</a:t>
            </a:r>
            <a:r>
              <a:rPr lang="en-AU" sz="2400" dirty="0" smtClean="0"/>
              <a:t>?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916359" y="1884416"/>
            <a:ext cx="730014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If the axis of </a:t>
            </a:r>
            <a:r>
              <a:rPr lang="en-US" dirty="0" smtClean="0"/>
              <a:t>reflection </a:t>
            </a:r>
            <a:r>
              <a:rPr lang="en-US" dirty="0"/>
              <a:t>splits a shape into two </a:t>
            </a:r>
            <a:r>
              <a:rPr lang="en-US" dirty="0" smtClean="0"/>
              <a:t>identical </a:t>
            </a:r>
            <a:r>
              <a:rPr lang="en-US" dirty="0"/>
              <a:t>pieces, </a:t>
            </a:r>
            <a:r>
              <a:rPr lang="en-US" dirty="0" smtClean="0"/>
              <a:t>then</a:t>
            </a:r>
          </a:p>
          <a:p>
            <a:r>
              <a:rPr lang="en-US" dirty="0" smtClean="0"/>
              <a:t> </a:t>
            </a:r>
            <a:r>
              <a:rPr lang="en-US" dirty="0"/>
              <a:t>that shape has </a:t>
            </a:r>
            <a:r>
              <a:rPr lang="en-US" dirty="0" smtClean="0"/>
              <a:t>reflection </a:t>
            </a:r>
            <a:r>
              <a:rPr lang="en-US" dirty="0"/>
              <a:t>symmetry. 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14" name="TextBox 13"/>
          <p:cNvSpPr txBox="1"/>
          <p:nvPr/>
        </p:nvSpPr>
        <p:spPr>
          <a:xfrm>
            <a:off x="1916359" y="2570941"/>
            <a:ext cx="6426952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axis of reflection is then called the “axis of symmetry”. </a:t>
            </a: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0" y="1974951"/>
            <a:ext cx="13308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</a:t>
            </a:r>
          </a:p>
          <a:p>
            <a:r>
              <a:rPr lang="en-US" dirty="0" smtClean="0"/>
              <a:t>Symmetry?</a:t>
            </a:r>
            <a:endParaRPr lang="en-US" dirty="0"/>
          </a:p>
        </p:txBody>
      </p:sp>
      <p:sp>
        <p:nvSpPr>
          <p:cNvPr id="17" name="TextBox 16"/>
          <p:cNvSpPr txBox="1"/>
          <p:nvPr/>
        </p:nvSpPr>
        <p:spPr>
          <a:xfrm>
            <a:off x="-6208" y="2591305"/>
            <a:ext cx="1853247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 smtClean="0"/>
              <a:t>What is the line of Symmetry?</a:t>
            </a:r>
            <a:endParaRPr lang="en-US" dirty="0"/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878627" y="4573164"/>
            <a:ext cx="1519826" cy="1994772"/>
          </a:xfrm>
          <a:prstGeom prst="rect">
            <a:avLst/>
          </a:prstGeom>
        </p:spPr>
      </p:pic>
      <p:pic>
        <p:nvPicPr>
          <p:cNvPr id="21" name="Picture 20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03848" y="4520392"/>
            <a:ext cx="981554" cy="20475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53335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2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7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12" grpId="0"/>
      <p:bldP spid="14" grpId="0"/>
      <p:bldP spid="16" grpId="0"/>
      <p:bldP spid="1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 Symmetry</a:t>
            </a:r>
            <a:endParaRPr lang="ko-KR" altLang="en-US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0" y="134076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0" y="1772816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2123728" y="1986166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="" xmlns:a16="http://schemas.microsoft.com/office/drawing/2014/main" id="{0529C24C-50A0-4ACC-9803-16B0C12574C0}"/>
              </a:ext>
            </a:extLst>
          </p:cNvPr>
          <p:cNvCxnSpPr>
            <a:cxnSpLocks/>
          </p:cNvCxnSpPr>
          <p:nvPr/>
        </p:nvCxnSpPr>
        <p:spPr>
          <a:xfrm flipV="1">
            <a:off x="7295980" y="5000041"/>
            <a:ext cx="317455" cy="302768"/>
          </a:xfrm>
          <a:prstGeom prst="straightConnector1">
            <a:avLst/>
          </a:prstGeom>
          <a:ln>
            <a:solidFill>
              <a:srgbClr val="FFFF00"/>
            </a:solidFill>
            <a:headEnd type="triangle" w="med" len="med"/>
            <a:tailEnd type="triangl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2121435" y="3352392"/>
            <a:ext cx="7281609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The </a:t>
            </a:r>
            <a:r>
              <a:rPr lang="en-US" b="1" dirty="0"/>
              <a:t>order of rotational symmetry </a:t>
            </a:r>
            <a:r>
              <a:rPr lang="en-US" dirty="0"/>
              <a:t>is the number of times </a:t>
            </a:r>
            <a:r>
              <a:rPr lang="en-US"/>
              <a:t>a </a:t>
            </a:r>
            <a:endParaRPr lang="en-US" smtClean="0"/>
          </a:p>
          <a:p>
            <a:r>
              <a:rPr lang="en-US" dirty="0" smtClean="0"/>
              <a:t>shape </a:t>
            </a:r>
            <a:r>
              <a:rPr lang="en-US" dirty="0"/>
              <a:t>matches its original position exactly during rotation of 360°. </a:t>
            </a:r>
            <a:endParaRPr lang="en-US" dirty="0"/>
          </a:p>
          <a:p>
            <a:endParaRPr lang="en-US" dirty="0"/>
          </a:p>
        </p:txBody>
      </p:sp>
      <p:sp>
        <p:nvSpPr>
          <p:cNvPr id="3" name="TextBox 2"/>
          <p:cNvSpPr txBox="1"/>
          <p:nvPr/>
        </p:nvSpPr>
        <p:spPr>
          <a:xfrm>
            <a:off x="2101050" y="4127581"/>
            <a:ext cx="671510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Order of rotational symmetry </a:t>
            </a:r>
            <a:r>
              <a:rPr lang="en-US" dirty="0"/>
              <a:t>The number of times a figure </a:t>
            </a:r>
            <a:endParaRPr lang="en-US" dirty="0" smtClean="0"/>
          </a:p>
          <a:p>
            <a:r>
              <a:rPr lang="en-US" dirty="0" smtClean="0"/>
              <a:t>matches </a:t>
            </a:r>
            <a:r>
              <a:rPr lang="en-US" dirty="0"/>
              <a:t>its original position during rotation of 360° </a:t>
            </a:r>
            <a:endParaRPr lang="en-US" dirty="0"/>
          </a:p>
          <a:p>
            <a:endParaRPr lang="en-US" dirty="0"/>
          </a:p>
        </p:txBody>
      </p:sp>
      <p:sp>
        <p:nvSpPr>
          <p:cNvPr id="5" name="TextBox 4"/>
          <p:cNvSpPr txBox="1"/>
          <p:nvPr/>
        </p:nvSpPr>
        <p:spPr>
          <a:xfrm>
            <a:off x="2267570" y="2022726"/>
            <a:ext cx="6548588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/>
              <a:t>Rotational symmetry </a:t>
            </a:r>
            <a:r>
              <a:rPr lang="en-US" dirty="0"/>
              <a:t>When a figure rotated less than 360</a:t>
            </a:r>
            <a:r>
              <a:rPr lang="en-US"/>
              <a:t>° </a:t>
            </a:r>
            <a:endParaRPr lang="en-US" smtClean="0"/>
          </a:p>
          <a:p>
            <a:r>
              <a:rPr lang="en-US" dirty="0" smtClean="0"/>
              <a:t>matches </a:t>
            </a:r>
            <a:r>
              <a:rPr lang="en-US" dirty="0"/>
              <a:t>its original position </a:t>
            </a:r>
            <a:endParaRPr lang="en-US" dirty="0"/>
          </a:p>
          <a:p>
            <a:endParaRPr lang="en-US" dirty="0"/>
          </a:p>
        </p:txBody>
      </p:sp>
      <p:sp>
        <p:nvSpPr>
          <p:cNvPr id="6" name="TextBox 5"/>
          <p:cNvSpPr txBox="1"/>
          <p:nvPr/>
        </p:nvSpPr>
        <p:spPr>
          <a:xfrm>
            <a:off x="15570" y="1956138"/>
            <a:ext cx="213872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rotational </a:t>
            </a:r>
          </a:p>
          <a:p>
            <a:r>
              <a:rPr lang="en-US" dirty="0" smtClean="0"/>
              <a:t>Symmetry?</a:t>
            </a:r>
            <a:endParaRPr lang="en-US" dirty="0"/>
          </a:p>
        </p:txBody>
      </p:sp>
      <p:sp>
        <p:nvSpPr>
          <p:cNvPr id="8" name="TextBox 7"/>
          <p:cNvSpPr txBox="1"/>
          <p:nvPr/>
        </p:nvSpPr>
        <p:spPr>
          <a:xfrm>
            <a:off x="79153" y="3352392"/>
            <a:ext cx="2041136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What is </a:t>
            </a:r>
            <a:r>
              <a:rPr lang="en-US" b="1" dirty="0"/>
              <a:t>order of </a:t>
            </a:r>
            <a:endParaRPr lang="en-US" b="1" dirty="0" smtClean="0"/>
          </a:p>
          <a:p>
            <a:r>
              <a:rPr lang="en-US" b="1" dirty="0" smtClean="0"/>
              <a:t>rotational </a:t>
            </a:r>
          </a:p>
          <a:p>
            <a:r>
              <a:rPr lang="en-US" b="1" dirty="0" smtClean="0"/>
              <a:t>Symmetry? </a:t>
            </a:r>
            <a:endParaRPr lang="en-US" dirty="0"/>
          </a:p>
        </p:txBody>
      </p:sp>
      <p:pic>
        <p:nvPicPr>
          <p:cNvPr id="12" name="Picture 1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92331" y="5050911"/>
            <a:ext cx="2743200" cy="1714500"/>
          </a:xfrm>
          <a:prstGeom prst="rect">
            <a:avLst/>
          </a:prstGeom>
        </p:spPr>
      </p:pic>
      <p:pic>
        <p:nvPicPr>
          <p:cNvPr id="13" name="Picture 12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75180" y="5215293"/>
            <a:ext cx="2641600" cy="128270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3143" y="1340768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can we </a:t>
            </a:r>
            <a:r>
              <a:rPr lang="en-AU" sz="2400" dirty="0" smtClean="0"/>
              <a:t>describe Symmetry</a:t>
            </a:r>
            <a:r>
              <a:rPr lang="en-AU" sz="2400" dirty="0" smtClean="0"/>
              <a:t>?</a:t>
            </a:r>
            <a:endParaRPr lang="en-AU" sz="2400" dirty="0"/>
          </a:p>
        </p:txBody>
      </p:sp>
    </p:spTree>
    <p:extLst>
      <p:ext uri="{BB962C8B-B14F-4D97-AF65-F5344CB8AC3E}">
        <p14:creationId xmlns:p14="http://schemas.microsoft.com/office/powerpoint/2010/main" val="96605613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1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16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1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5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1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3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5" presetClass="entr" presetSubtype="1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heckerboard(across)">
                                      <p:cBhvr>
                                        <p:cTn id="4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/>
      <p:bldP spid="5" grpId="0"/>
      <p:bldP spid="6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dirty="0" smtClean="0"/>
              <a:t>Your turn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ctr"/>
            <a:r>
              <a:rPr lang="en-US" sz="2800" dirty="0" smtClean="0"/>
              <a:t>Continue -My </a:t>
            </a:r>
            <a:r>
              <a:rPr lang="en-US" sz="2800" dirty="0" smtClean="0"/>
              <a:t>Transformation Booklet</a:t>
            </a:r>
          </a:p>
        </p:txBody>
      </p:sp>
    </p:spTree>
    <p:extLst>
      <p:ext uri="{BB962C8B-B14F-4D97-AF65-F5344CB8AC3E}">
        <p14:creationId xmlns:p14="http://schemas.microsoft.com/office/powerpoint/2010/main" val="129532214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02EEBE43-7A07-CD49-AD62-BAF144CE842F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F3BEF7F4-9112-B645-8A7D-4BB675DD0331}"/>
    </a:ext>
  </a:extLst>
</a:theme>
</file>

<file path=ppt/theme/theme3.xml><?xml version="1.0" encoding="utf-8"?>
<a:theme xmlns:a="http://schemas.openxmlformats.org/drawingml/2006/main" name="School-children-students-little-boy-and-girl-kids-PowerPoint-Templates-Standard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02EEBE43-7A07-CD49-AD62-BAF144CE842F}"/>
    </a:ext>
  </a:extLst>
</a:theme>
</file>

<file path=ppt/theme/theme4.xml><?xml version="1.0" encoding="utf-8"?>
<a:theme xmlns:a="http://schemas.openxmlformats.org/drawingml/2006/main" name="1_Custom Design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chool-children-students-little-boy-and-girl-kids-PowerPoint-Templates-Standard" id="{E921ACDF-A95A-EF4C-83B5-0738232F1269}" vid="{F3BEF7F4-9112-B645-8A7D-4BB675DD0331}"/>
    </a:ext>
  </a:extLst>
</a:theme>
</file>

<file path=ppt/theme/theme5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School-children-students-little-boy-and-girl-kids-PowerPoint-Templates-Standard</Template>
  <TotalTime>3149</TotalTime>
  <Words>265</Words>
  <Application>Microsoft Macintosh PowerPoint</Application>
  <PresentationFormat>On-screen Show (4:3)</PresentationFormat>
  <Paragraphs>40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6</vt:i4>
      </vt:variant>
    </vt:vector>
  </HeadingPairs>
  <TitlesOfParts>
    <vt:vector size="14" baseType="lpstr">
      <vt:lpstr>Calibri</vt:lpstr>
      <vt:lpstr>HelveticaNeueCE</vt:lpstr>
      <vt:lpstr>맑은 고딕</vt:lpstr>
      <vt:lpstr>Arial</vt:lpstr>
      <vt:lpstr>Office Theme</vt:lpstr>
      <vt:lpstr>Custom Design</vt:lpstr>
      <vt:lpstr>School-children-students-little-boy-and-girl-kids-PowerPoint-Templates-Standard</vt:lpstr>
      <vt:lpstr>1_Custom Design</vt:lpstr>
      <vt:lpstr>PowerPoint Presentation</vt:lpstr>
      <vt:lpstr> Symmetry</vt:lpstr>
      <vt:lpstr>Opener</vt:lpstr>
      <vt:lpstr> Symmetry</vt:lpstr>
      <vt:lpstr> Symmetry</vt:lpstr>
      <vt:lpstr>Your turn</vt:lpstr>
    </vt:vector>
  </TitlesOfParts>
  <Company/>
  <LinksUpToDate>false</LinksUpToDate>
  <SharedDoc>false</SharedDoc>
  <HyperlinksChanged>false</HyperlinksChanged>
  <AppVersion>15.0033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Kath Farmer</dc:creator>
  <cp:lastModifiedBy>Kath Farmer</cp:lastModifiedBy>
  <cp:revision>16</cp:revision>
  <dcterms:created xsi:type="dcterms:W3CDTF">2018-06-01T00:04:46Z</dcterms:created>
  <dcterms:modified xsi:type="dcterms:W3CDTF">2018-06-03T06:45:25Z</dcterms:modified>
</cp:coreProperties>
</file>