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2"/>
  </p:sldMasterIdLst>
  <p:notesMasterIdLst>
    <p:notesMasterId r:id="rId14"/>
  </p:notesMasterIdLst>
  <p:handoutMasterIdLst>
    <p:handoutMasterId r:id="rId15"/>
  </p:handoutMasterIdLst>
  <p:sldIdLst>
    <p:sldId id="256" r:id="rId3"/>
    <p:sldId id="265" r:id="rId4"/>
    <p:sldId id="283" r:id="rId5"/>
    <p:sldId id="284" r:id="rId6"/>
    <p:sldId id="269" r:id="rId7"/>
    <p:sldId id="285" r:id="rId8"/>
    <p:sldId id="275" r:id="rId9"/>
    <p:sldId id="276" r:id="rId10"/>
    <p:sldId id="286" r:id="rId11"/>
    <p:sldId id="287" r:id="rId12"/>
    <p:sldId id="281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20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880">
          <p15:clr>
            <a:srgbClr val="A4A3A4"/>
          </p15:clr>
        </p15:guide>
        <p15:guide id="5" orient="horz" pos="3216">
          <p15:clr>
            <a:srgbClr val="A4A3A4"/>
          </p15:clr>
        </p15:guide>
        <p15:guide id="6" orient="horz" pos="816">
          <p15:clr>
            <a:srgbClr val="A4A3A4"/>
          </p15:clr>
        </p15:guide>
        <p15:guide id="7" orient="horz" pos="175">
          <p15:clr>
            <a:srgbClr val="A4A3A4"/>
          </p15:clr>
        </p15:guide>
        <p15:guide id="8" pos="3839">
          <p15:clr>
            <a:srgbClr val="A4A3A4"/>
          </p15:clr>
        </p15:guide>
        <p15:guide id="9" pos="959">
          <p15:clr>
            <a:srgbClr val="A4A3A4"/>
          </p15:clr>
        </p15:guide>
        <p15:guide id="10" pos="6719">
          <p15:clr>
            <a:srgbClr val="A4A3A4"/>
          </p15:clr>
        </p15:guide>
        <p15:guide id="11" pos="6143">
          <p15:clr>
            <a:srgbClr val="A4A3A4"/>
          </p15:clr>
        </p15:guide>
        <p15:guide id="12" pos="28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58" autoAdjust="0"/>
    <p:restoredTop sz="74813" autoAdjust="0"/>
  </p:normalViewPr>
  <p:slideViewPr>
    <p:cSldViewPr>
      <p:cViewPr varScale="1">
        <p:scale>
          <a:sx n="67" d="100"/>
          <a:sy n="67" d="100"/>
        </p:scale>
        <p:origin x="723" y="33"/>
      </p:cViewPr>
      <p:guideLst>
        <p:guide orient="horz" pos="2160"/>
        <p:guide orient="horz" pos="1200"/>
        <p:guide orient="horz" pos="3888"/>
        <p:guide orient="horz" pos="2880"/>
        <p:guide orient="horz" pos="3216"/>
        <p:guide orient="horz" pos="816"/>
        <p:guide orient="horz" pos="175"/>
        <p:guide pos="3839"/>
        <p:guide pos="959"/>
        <p:guide pos="6719"/>
        <p:guide pos="6143"/>
        <p:guide pos="28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2538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10/10/2018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10/10/2018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037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555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8349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tx2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8551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8576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tx2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563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596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744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5795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frame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  <a:solidFill>
            <a:schemeClr val="tx2"/>
          </a:solidFill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766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frame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  <a:solidFill>
            <a:schemeClr val="tx2"/>
          </a:solidFill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0549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416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855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10/10/2018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471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74333" y="609600"/>
            <a:ext cx="529208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</a:pPr>
            <a:endParaRPr lang="en-US" sz="2400" dirty="0">
              <a:solidFill>
                <a:schemeClr val="bg1"/>
              </a:solidFill>
            </a:endParaRPr>
          </a:p>
          <a:p>
            <a:pPr algn="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Year 7 – Ratio &amp; 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788" y="260648"/>
            <a:ext cx="457199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Term 4  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09836" y="5188347"/>
            <a:ext cx="10044607" cy="1066800"/>
          </a:xfrm>
        </p:spPr>
        <p:txBody>
          <a:bodyPr>
            <a:normAutofit/>
          </a:bodyPr>
          <a:lstStyle/>
          <a:p>
            <a:r>
              <a:rPr lang="en-US" sz="3200" dirty="0"/>
              <a:t>EQ: What are ratios and how do we use them?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37828" y="1988840"/>
            <a:ext cx="11052720" cy="2667000"/>
          </a:xfrm>
        </p:spPr>
        <p:txBody>
          <a:bodyPr/>
          <a:lstStyle/>
          <a:p>
            <a:r>
              <a:rPr lang="en-US" dirty="0"/>
              <a:t>Topic :Ratios</a:t>
            </a:r>
          </a:p>
        </p:txBody>
      </p:sp>
    </p:spTree>
    <p:extLst>
      <p:ext uri="{BB962C8B-B14F-4D97-AF65-F5344CB8AC3E}">
        <p14:creationId xmlns:p14="http://schemas.microsoft.com/office/powerpoint/2010/main" val="57531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161028" y="188640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2218903" y="1262593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Ratios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What are ratios and how do we use them?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411714" y="1509973"/>
            <a:ext cx="157824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b="1" dirty="0"/>
              <a:t>Ratio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357B38-2E80-4624-8255-5C9C542B033B}"/>
              </a:ext>
            </a:extLst>
          </p:cNvPr>
          <p:cNvSpPr txBox="1"/>
          <p:nvPr/>
        </p:nvSpPr>
        <p:spPr>
          <a:xfrm>
            <a:off x="2349996" y="1418388"/>
            <a:ext cx="633670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A ratio is a comparison of two quantities of the same type in the same units</a:t>
            </a:r>
            <a:endParaRPr lang="en-AU" sz="2400" b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C65843-20C9-4AA5-A60E-70A7500BC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14" y="3327091"/>
            <a:ext cx="11365396" cy="313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2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25761" y="156924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2218903" y="1262593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Ratios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What are ratios and how do we use them?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567202" y="1341776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Ratio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357B38-2E80-4624-8255-5C9C542B033B}"/>
              </a:ext>
            </a:extLst>
          </p:cNvPr>
          <p:cNvSpPr txBox="1"/>
          <p:nvPr/>
        </p:nvSpPr>
        <p:spPr>
          <a:xfrm>
            <a:off x="2218903" y="1377272"/>
            <a:ext cx="633670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A ratio is a comparison of two quantities of the same type in the same units</a:t>
            </a:r>
            <a:endParaRPr lang="en-AU" sz="2400" b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8125A1-4470-465E-8D45-3A009E91B4C5}"/>
              </a:ext>
            </a:extLst>
          </p:cNvPr>
          <p:cNvSpPr txBox="1"/>
          <p:nvPr/>
        </p:nvSpPr>
        <p:spPr>
          <a:xfrm>
            <a:off x="429217" y="2697626"/>
            <a:ext cx="1891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How can ratios be represented?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7F849-6B1F-4E1D-AB87-3C08CBF98878}"/>
                  </a:ext>
                </a:extLst>
              </p:cNvPr>
              <p:cNvSpPr txBox="1"/>
              <p:nvPr/>
            </p:nvSpPr>
            <p:spPr>
              <a:xfrm>
                <a:off x="2277299" y="2522769"/>
                <a:ext cx="6336706" cy="1894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AU" sz="2400" dirty="0"/>
                  <a:t>Ratios can be written as two numbers separated by a colon (3 : 10)</a:t>
                </a:r>
              </a:p>
              <a:p>
                <a:pPr marL="3429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AU" sz="2400" dirty="0"/>
                  <a:t>a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2400" dirty="0"/>
              </a:p>
              <a:p>
                <a:pPr marL="3429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AU" sz="2400" dirty="0"/>
                  <a:t>a decimal 0.2307</a:t>
                </a:r>
              </a:p>
              <a:p>
                <a:pPr marL="3429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AU" sz="2400" dirty="0"/>
                  <a:t>or as a percentage 23%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7F849-6B1F-4E1D-AB87-3C08CBF98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299" y="2522769"/>
                <a:ext cx="6336706" cy="1894108"/>
              </a:xfrm>
              <a:prstGeom prst="rect">
                <a:avLst/>
              </a:prstGeom>
              <a:blipFill>
                <a:blip r:embed="rId3"/>
                <a:stretch>
                  <a:fillRect l="-1347" t="-4502" b="-64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5060DD8-5C54-45DB-B434-68DC514AD3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930" t="30044" r="37603" b="47201"/>
          <a:stretch/>
        </p:blipFill>
        <p:spPr>
          <a:xfrm>
            <a:off x="2320661" y="4680536"/>
            <a:ext cx="4997888" cy="18036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DF5ECD4-862C-429E-A786-568FC9E535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13" t="31353" r="22824" b="47201"/>
          <a:stretch/>
        </p:blipFill>
        <p:spPr>
          <a:xfrm>
            <a:off x="7890848" y="4805244"/>
            <a:ext cx="1516612" cy="169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9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58D3F9-B02F-4F6F-83B6-C45D103A2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980" y="0"/>
            <a:ext cx="8156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16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685B2-3A57-4A55-9FC5-10D460C6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884" y="692696"/>
            <a:ext cx="9324528" cy="602704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pPr algn="ctr"/>
            <a:r>
              <a:rPr lang="en-AU" dirty="0"/>
              <a:t>Practice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C3F20B-4CAC-49BB-A059-00C00A5D09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6A0565-184E-471B-BC59-BBAF73FA3E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C8774-B8BE-44AB-97D5-A8E1C5CDC2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79" t="27772" r="22234" b="32146"/>
          <a:stretch/>
        </p:blipFill>
        <p:spPr>
          <a:xfrm>
            <a:off x="556829" y="1369061"/>
            <a:ext cx="11075168" cy="480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28F440-DF09-48CF-836C-3F2F53AF9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00792"/>
            <a:ext cx="12188825" cy="425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2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25761" y="156924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2926060" y="1295400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Ratios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What are ratios and how do we use them?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298222" y="1401349"/>
            <a:ext cx="25922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b="1" dirty="0"/>
              <a:t>Converting between fraction decimal and percentage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357B38-2E80-4624-8255-5C9C542B033B}"/>
              </a:ext>
            </a:extLst>
          </p:cNvPr>
          <p:cNvSpPr txBox="1"/>
          <p:nvPr/>
        </p:nvSpPr>
        <p:spPr>
          <a:xfrm>
            <a:off x="3172244" y="1456750"/>
            <a:ext cx="6336706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b="0" dirty="0"/>
              <a:t>Fraction → decimal</a:t>
            </a:r>
          </a:p>
          <a:p>
            <a:pPr>
              <a:lnSpc>
                <a:spcPct val="90000"/>
              </a:lnSpc>
            </a:pPr>
            <a:endParaRPr lang="en-AU" sz="2400" dirty="0"/>
          </a:p>
          <a:p>
            <a:pPr>
              <a:lnSpc>
                <a:spcPct val="90000"/>
              </a:lnSpc>
            </a:pPr>
            <a:r>
              <a:rPr lang="en-AU" sz="2400" b="0" dirty="0"/>
              <a:t>	divide numerator by denominator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077723-4D69-4848-BD86-0D57D096B0BA}"/>
              </a:ext>
            </a:extLst>
          </p:cNvPr>
          <p:cNvSpPr txBox="1"/>
          <p:nvPr/>
        </p:nvSpPr>
        <p:spPr>
          <a:xfrm>
            <a:off x="3106528" y="2871078"/>
            <a:ext cx="873220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D</a:t>
            </a:r>
            <a:r>
              <a:rPr lang="en-AU" sz="2400" b="0" dirty="0"/>
              <a:t>ecimal → percentage</a:t>
            </a:r>
          </a:p>
          <a:p>
            <a:pPr>
              <a:lnSpc>
                <a:spcPct val="90000"/>
              </a:lnSpc>
            </a:pPr>
            <a:endParaRPr lang="en-AU" sz="2400" dirty="0"/>
          </a:p>
          <a:p>
            <a:pPr>
              <a:lnSpc>
                <a:spcPct val="90000"/>
              </a:lnSpc>
            </a:pPr>
            <a:r>
              <a:rPr lang="en-AU" sz="2400" b="0" dirty="0"/>
              <a:t>	multiply by 100 and add the percentage symbol %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D9F239-BE09-4910-B17E-5242095B36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68" t="51131" r="30505" b="17580"/>
          <a:stretch/>
        </p:blipFill>
        <p:spPr>
          <a:xfrm>
            <a:off x="3124419" y="4274026"/>
            <a:ext cx="5317735" cy="21452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AE015C9-9F30-47B1-A1B1-C866EB69CFE2}"/>
              </a:ext>
            </a:extLst>
          </p:cNvPr>
          <p:cNvSpPr/>
          <p:nvPr/>
        </p:nvSpPr>
        <p:spPr>
          <a:xfrm>
            <a:off x="4446618" y="4814552"/>
            <a:ext cx="1071730" cy="630672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E76B5-D316-4C8F-8F0B-0C7F93023501}"/>
              </a:ext>
            </a:extLst>
          </p:cNvPr>
          <p:cNvSpPr/>
          <p:nvPr/>
        </p:nvSpPr>
        <p:spPr>
          <a:xfrm>
            <a:off x="5710949" y="4879671"/>
            <a:ext cx="1071730" cy="630672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5BDCCA-25DE-4086-8EBE-DEDE106E57E4}"/>
              </a:ext>
            </a:extLst>
          </p:cNvPr>
          <p:cNvSpPr/>
          <p:nvPr/>
        </p:nvSpPr>
        <p:spPr>
          <a:xfrm>
            <a:off x="4523992" y="5651255"/>
            <a:ext cx="1071730" cy="630672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C2F12E-CC75-49D6-BFE7-C8F1A7DE14E1}"/>
              </a:ext>
            </a:extLst>
          </p:cNvPr>
          <p:cNvSpPr/>
          <p:nvPr/>
        </p:nvSpPr>
        <p:spPr>
          <a:xfrm>
            <a:off x="5724506" y="5680650"/>
            <a:ext cx="1071730" cy="630672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FAD8A7-1CE9-4E65-A890-97F5657E2A54}"/>
              </a:ext>
            </a:extLst>
          </p:cNvPr>
          <p:cNvSpPr/>
          <p:nvPr/>
        </p:nvSpPr>
        <p:spPr>
          <a:xfrm>
            <a:off x="7063955" y="4879671"/>
            <a:ext cx="1071730" cy="630672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C8E8F0-891F-442C-8EB6-125EB00C9B4C}"/>
              </a:ext>
            </a:extLst>
          </p:cNvPr>
          <p:cNvSpPr/>
          <p:nvPr/>
        </p:nvSpPr>
        <p:spPr>
          <a:xfrm>
            <a:off x="7238664" y="5680650"/>
            <a:ext cx="1071730" cy="630672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6304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685B2-3A57-4A55-9FC5-10D460C6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884" y="404664"/>
            <a:ext cx="9324528" cy="602704"/>
          </a:xfr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AU" dirty="0"/>
              <a:t>Practice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4F4F85-47A8-46D7-95FA-B90294A3C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9" y="1628800"/>
            <a:ext cx="12188825" cy="303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4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685B2-3A57-4A55-9FC5-10D460C6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884" y="404664"/>
            <a:ext cx="9324528" cy="602704"/>
          </a:xfr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AU" dirty="0"/>
              <a:t>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7A0D1E-5498-414E-8246-984014AA5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19395"/>
            <a:ext cx="12188825" cy="321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2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685B2-3A57-4A55-9FC5-10D460C6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884" y="404664"/>
            <a:ext cx="9324528" cy="602704"/>
          </a:xfr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AU" dirty="0"/>
              <a:t>Practice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EE463-0902-4744-9E30-CA01C7981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020" y="1730887"/>
            <a:ext cx="6912768" cy="457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0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9468543" cy="4267200"/>
          </a:xfrm>
        </p:spPr>
        <p:txBody>
          <a:bodyPr/>
          <a:lstStyle/>
          <a:p>
            <a:r>
              <a:rPr lang="en-AU" b="1" dirty="0"/>
              <a:t>Sentence frame</a:t>
            </a:r>
          </a:p>
          <a:p>
            <a:pPr marL="0" indent="0">
              <a:buNone/>
            </a:pPr>
            <a:r>
              <a:rPr lang="en-AU" dirty="0"/>
              <a:t>A ratio is ______________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We can use ratios to _______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To convert ratios to fractions we_________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Write your summary </a:t>
            </a:r>
          </a:p>
        </p:txBody>
      </p:sp>
    </p:spTree>
    <p:extLst>
      <p:ext uri="{BB962C8B-B14F-4D97-AF65-F5344CB8AC3E}">
        <p14:creationId xmlns:p14="http://schemas.microsoft.com/office/powerpoint/2010/main" val="391640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udent presentation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udent presentation" id="{61936DD2-5F1E-4CE5-AB4B-725D35FC9179}" vid="{60FEA300-D151-4B21-9955-901AC34D046A}"/>
    </a:ext>
  </a:extLst>
</a:theme>
</file>

<file path=ppt/theme/theme2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98950B5-7B6B-4C28-8458-CAB8EA4CB2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Student scientific report presentation</Template>
  <TotalTime>0</TotalTime>
  <Words>171</Words>
  <Application>Microsoft Office PowerPoint</Application>
  <PresentationFormat>Custom</PresentationFormat>
  <Paragraphs>41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 Math</vt:lpstr>
      <vt:lpstr>Century Gothic</vt:lpstr>
      <vt:lpstr>Wingdings 3</vt:lpstr>
      <vt:lpstr>Student presentation</vt:lpstr>
      <vt:lpstr>Topic :Ratios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Practice</vt:lpstr>
      <vt:lpstr>Practice</vt:lpstr>
      <vt:lpstr>Practice</vt:lpstr>
      <vt:lpstr>Write your 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2017-10-29T10:47:27Z</dcterms:created>
  <dcterms:modified xsi:type="dcterms:W3CDTF">2018-10-10T05:59:44Z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TC034605859991</vt:lpwstr>
  </property>
</Properties>
</file>