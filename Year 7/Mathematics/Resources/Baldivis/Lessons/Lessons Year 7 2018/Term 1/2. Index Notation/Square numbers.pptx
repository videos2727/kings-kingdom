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46" r:id="rId5"/>
    <p:sldId id="330" r:id="rId6"/>
    <p:sldId id="344" r:id="rId7"/>
    <p:sldId id="348" r:id="rId8"/>
    <p:sldId id="349" r:id="rId9"/>
    <p:sldId id="347" r:id="rId10"/>
    <p:sldId id="336" r:id="rId11"/>
    <p:sldId id="338" r:id="rId12"/>
    <p:sldId id="339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81" d="100"/>
          <a:sy n="81" d="100"/>
        </p:scale>
        <p:origin x="149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11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cm.det.wa.edu.au/connect/resolver/view/L6547/latest/asset1.html" TargetMode="External"/><Relationship Id="rId2" Type="http://schemas.openxmlformats.org/officeDocument/2006/relationships/hyperlink" Target="https://www.mymathsonline.com.au/tasks/library/loadLesson.asp?title=powers/squareNumbers&amp;taskID=105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5 squares with different side lengths on the square paper. </a:t>
            </a:r>
          </a:p>
          <a:p>
            <a:r>
              <a:rPr lang="en-AU" dirty="0" smtClean="0"/>
              <a:t>Calculate the area of each square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585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9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Square Numbers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square</a:t>
            </a:r>
            <a:r>
              <a:rPr lang="en-AU" dirty="0" smtClean="0"/>
              <a:t>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the area of a square gives us square 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2992"/>
              </p:ext>
            </p:extLst>
          </p:nvPr>
        </p:nvGraphicFramePr>
        <p:xfrm>
          <a:off x="3195844" y="204770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9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Square Numbers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square</a:t>
            </a:r>
            <a:r>
              <a:rPr lang="en-AU" dirty="0" smtClean="0"/>
              <a:t>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the area of a square gives us square 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2992"/>
              </p:ext>
            </p:extLst>
          </p:nvPr>
        </p:nvGraphicFramePr>
        <p:xfrm>
          <a:off x="3195844" y="204770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08104" y="2276872"/>
            <a:ext cx="107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= 25</a:t>
            </a:r>
          </a:p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945101" y="3833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= length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 smtClean="0"/>
                  <a:t> length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/>
                <a:r>
                  <a:rPr lang="en-AU" b="0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blipFill>
                <a:blip r:embed="rId2"/>
                <a:stretch>
                  <a:fillRect l="-2387" t="-2538" r="-1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190214" y="30637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270497" y="4221118"/>
            <a:ext cx="408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us that 25 is a square number.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20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What square numbers did you find in the first task? </a:t>
            </a:r>
          </a:p>
          <a:p>
            <a:r>
              <a:rPr lang="en-AU" dirty="0" smtClean="0"/>
              <a:t>Give one / Get one - Share answers with peers.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1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What square numbers did you find in the first task? </a:t>
            </a:r>
          </a:p>
          <a:p>
            <a:r>
              <a:rPr lang="en-AU" dirty="0" smtClean="0"/>
              <a:t>Give one / Get one - Share answers with peers. </a:t>
            </a:r>
          </a:p>
          <a:p>
            <a:r>
              <a:rPr lang="en-AU" dirty="0" smtClean="0"/>
              <a:t>Prepare to share one with the class. </a:t>
            </a:r>
          </a:p>
          <a:p>
            <a:r>
              <a:rPr lang="en-AU" dirty="0" smtClean="0">
                <a:hlinkClick r:id="rId2"/>
              </a:rPr>
              <a:t>Lesson</a:t>
            </a:r>
            <a:endParaRPr lang="en-AU" dirty="0" smtClean="0"/>
          </a:p>
          <a:p>
            <a:r>
              <a:rPr lang="en-AU" dirty="0" smtClean="0">
                <a:hlinkClick r:id="rId3"/>
              </a:rPr>
              <a:t>Demo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267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9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Square Numbers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square</a:t>
            </a:r>
            <a:r>
              <a:rPr lang="en-AU" dirty="0" smtClean="0"/>
              <a:t>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the area of a square gives us square 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2992"/>
              </p:ext>
            </p:extLst>
          </p:nvPr>
        </p:nvGraphicFramePr>
        <p:xfrm>
          <a:off x="3195844" y="204770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08104" y="2276872"/>
            <a:ext cx="107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= 25</a:t>
            </a:r>
          </a:p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945101" y="38334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= length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 smtClean="0"/>
                  <a:t> length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/>
                <a:r>
                  <a:rPr lang="en-AU" b="0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06149"/>
                <a:ext cx="2301912" cy="1200329"/>
              </a:xfrm>
              <a:prstGeom prst="rect">
                <a:avLst/>
              </a:prstGeom>
              <a:blipFill>
                <a:blip r:embed="rId2"/>
                <a:stretch>
                  <a:fillRect l="-2387" t="-2538" r="-1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48804" y="4890622"/>
                <a:ext cx="580222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itself.</a:t>
                </a:r>
              </a:p>
              <a:p>
                <a:r>
                  <a:rPr lang="en-AU" dirty="0" smtClean="0"/>
                  <a:t>This can be written using index numbers - </a:t>
                </a:r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𝑠𝑞𝑢𝑎𝑟𝑒𝑑</m:t>
                        </m:r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= 5 x 5 = 25 </a:t>
                </a:r>
                <a:endParaRPr lang="en-AU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Perfect squares are the results of squaring a positive integer</a:t>
                </a:r>
                <a:endParaRPr lang="en-AU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804" y="4890622"/>
                <a:ext cx="5802229" cy="1477328"/>
              </a:xfrm>
              <a:prstGeom prst="rect">
                <a:avLst/>
              </a:prstGeom>
              <a:blipFill>
                <a:blip r:embed="rId3"/>
                <a:stretch>
                  <a:fillRect l="-946" t="-2058" r="-315" b="-53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2982" y="4890622"/>
            <a:ext cx="278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square a number?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4030" y="4394753"/>
            <a:ext cx="408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us that 25 is a square number.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843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337</Words>
  <Application>Microsoft Office PowerPoint</Application>
  <PresentationFormat>On-screen Show (4:3)</PresentationFormat>
  <Paragraphs>138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Task One </vt:lpstr>
      <vt:lpstr>PowerPoint Presentation</vt:lpstr>
      <vt:lpstr>PowerPoint Presentation</vt:lpstr>
      <vt:lpstr>Task Two</vt:lpstr>
      <vt:lpstr>Task Two</vt:lpstr>
      <vt:lpstr>PowerPoint Presentation</vt:lpstr>
      <vt:lpstr>Calculate the following</vt:lpstr>
      <vt:lpstr>Calculate the following</vt:lpstr>
      <vt:lpstr>Calculate the following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81</cp:revision>
  <dcterms:created xsi:type="dcterms:W3CDTF">2014-05-14T02:58:57Z</dcterms:created>
  <dcterms:modified xsi:type="dcterms:W3CDTF">2018-03-12T13:03:18Z</dcterms:modified>
</cp:coreProperties>
</file>