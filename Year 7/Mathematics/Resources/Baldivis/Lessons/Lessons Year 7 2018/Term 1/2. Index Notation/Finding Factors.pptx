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259" r:id="rId3"/>
    <p:sldId id="258" r:id="rId4"/>
    <p:sldId id="316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0" r:id="rId19"/>
    <p:sldId id="331" r:id="rId20"/>
    <p:sldId id="292" r:id="rId21"/>
    <p:sldId id="29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9112" autoAdjust="0"/>
  </p:normalViewPr>
  <p:slideViewPr>
    <p:cSldViewPr>
      <p:cViewPr varScale="1">
        <p:scale>
          <a:sx n="88" d="100"/>
          <a:sy n="88" d="100"/>
        </p:scale>
        <p:origin x="1301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15/03/2018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1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99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4738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number?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0467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2994253" y="2668151"/>
            <a:ext cx="4122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numbers that multiply to give 15.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156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4253" y="2668151"/>
                <a:ext cx="412228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253" y="2668151"/>
                <a:ext cx="4122282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83" t="-1742" r="-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85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7375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HCF?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547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059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79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110136" y="5476582"/>
            <a:ext cx="2542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096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5410090"/>
            <a:ext cx="29999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  <a:endParaRPr lang="en-AU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74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5410090"/>
            <a:ext cx="29999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  <a:endParaRPr lang="en-AU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60032" y="5733256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4860032" y="6045388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801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2297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Factors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find the HCF of two numbers?</a:t>
            </a:r>
            <a:endParaRPr lang="en-AU" sz="2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703" y="2132856"/>
            <a:ext cx="176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factor?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2958728" y="2067987"/>
            <a:ext cx="60646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numbers that divide exactly into another number with no remainder. </a:t>
            </a:r>
          </a:p>
          <a:p>
            <a:endParaRPr lang="en-AU" dirty="0">
              <a:solidFill>
                <a:srgbClr val="00B050"/>
              </a:solidFill>
            </a:endParaRPr>
          </a:p>
          <a:p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47370" y="2668151"/>
            <a:ext cx="2768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factors of a 15?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the numbers that multiply to give 15.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1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×15</m:t>
                      </m:r>
                    </m:oMath>
                  </m:oMathPara>
                </a14:m>
                <a:endParaRPr lang="en-AU" b="0" dirty="0" smtClean="0">
                  <a:solidFill>
                    <a:srgbClr val="00B0F0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solidFill>
                            <a:srgbClr val="00B0F0"/>
                          </a:solidFill>
                          <a:latin typeface="Cambria Math"/>
                          <a:ea typeface="Cambria Math"/>
                        </a:rPr>
                        <m:t>×5</m:t>
                      </m:r>
                    </m:oMath>
                  </m:oMathPara>
                </a14:m>
                <a:endParaRPr lang="en-AU" dirty="0" smtClean="0">
                  <a:solidFill>
                    <a:srgbClr val="00B0F0"/>
                  </a:solidFill>
                </a:endParaRPr>
              </a:p>
              <a:p>
                <a:endParaRPr lang="en-AU" dirty="0" smtClean="0">
                  <a:solidFill>
                    <a:srgbClr val="00B0F0"/>
                  </a:solidFill>
                </a:endParaRPr>
              </a:p>
              <a:p>
                <a:r>
                  <a:rPr lang="en-AU" dirty="0" smtClean="0"/>
                  <a:t>Then list. The factors of 15 are </a:t>
                </a:r>
                <a:r>
                  <a:rPr lang="en-AU" dirty="0" smtClean="0">
                    <a:solidFill>
                      <a:srgbClr val="00B0F0"/>
                    </a:solidFill>
                  </a:rPr>
                  <a:t>1,3,5,15</a:t>
                </a:r>
                <a:endParaRPr lang="en-AU" dirty="0">
                  <a:solidFill>
                    <a:srgbClr val="00B0F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008" y="2660015"/>
                <a:ext cx="4230389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153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69273" y="4103784"/>
            <a:ext cx="1793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the </a:t>
            </a:r>
            <a:r>
              <a:rPr lang="en-AU" dirty="0" smtClean="0">
                <a:solidFill>
                  <a:srgbClr val="92D050"/>
                </a:solidFill>
              </a:rPr>
              <a:t>HCF</a:t>
            </a:r>
            <a:r>
              <a:rPr lang="en-AU" dirty="0" smtClean="0"/>
              <a:t>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 flipH="1">
            <a:off x="3059832" y="4103784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92D050"/>
                </a:solidFill>
              </a:rPr>
              <a:t>Highest Common factor</a:t>
            </a:r>
            <a:endParaRPr lang="en-AU" dirty="0">
              <a:solidFill>
                <a:srgbClr val="92D05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9273" y="4715852"/>
            <a:ext cx="2530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HCF of two numbers?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3059832" y="4715851"/>
            <a:ext cx="4172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List the factors of both numbers. </a:t>
            </a:r>
          </a:p>
          <a:p>
            <a:r>
              <a:rPr lang="en-AU" dirty="0" smtClean="0"/>
              <a:t>Then find the highest number in both lists.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180939" y="554859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059832" y="5410090"/>
            <a:ext cx="29999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Find the HCF of 8 and 20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rgbClr val="92D050"/>
                </a:solidFill>
              </a:rPr>
              <a:t>8 – 1, 2, 4, 8 </a:t>
            </a:r>
          </a:p>
          <a:p>
            <a:r>
              <a:rPr lang="en-AU" dirty="0" smtClean="0"/>
              <a:t>Factors of </a:t>
            </a:r>
            <a:r>
              <a:rPr lang="en-AU" dirty="0" smtClean="0">
                <a:solidFill>
                  <a:schemeClr val="accent4">
                    <a:lumMod val="75000"/>
                  </a:schemeClr>
                </a:solidFill>
              </a:rPr>
              <a:t>20 -1, 2, 4, 5, 10, 20</a:t>
            </a:r>
          </a:p>
          <a:p>
            <a:r>
              <a:rPr lang="en-AU" dirty="0" smtClean="0"/>
              <a:t>So the HCF of 8 and 20 is 4</a:t>
            </a:r>
            <a:endParaRPr lang="en-AU" dirty="0"/>
          </a:p>
        </p:txBody>
      </p:sp>
      <p:sp>
        <p:nvSpPr>
          <p:cNvPr id="21" name="Oval 20"/>
          <p:cNvSpPr/>
          <p:nvPr/>
        </p:nvSpPr>
        <p:spPr>
          <a:xfrm>
            <a:off x="4860032" y="5733256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Oval 21"/>
          <p:cNvSpPr/>
          <p:nvPr/>
        </p:nvSpPr>
        <p:spPr>
          <a:xfrm>
            <a:off x="4860032" y="6045388"/>
            <a:ext cx="19417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415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504" y="1556792"/>
            <a:ext cx="50122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en-AU" sz="2400" dirty="0" smtClean="0"/>
              <a:t>      a) Write down the factors of 12</a:t>
            </a:r>
          </a:p>
          <a:p>
            <a:pPr lvl="1"/>
            <a:endParaRPr lang="en-AU" sz="2400" dirty="0" smtClean="0"/>
          </a:p>
          <a:p>
            <a:r>
              <a:rPr lang="en-AU" sz="2400" dirty="0" smtClean="0"/>
              <a:t>	b) Write down the factors of 18</a:t>
            </a:r>
          </a:p>
          <a:p>
            <a:endParaRPr lang="en-AU" sz="2400" dirty="0" smtClean="0"/>
          </a:p>
          <a:p>
            <a:r>
              <a:rPr lang="en-AU" sz="2400" dirty="0" smtClean="0"/>
              <a:t>	c) Find the HCF off 12 and 18</a:t>
            </a:r>
            <a:endParaRPr lang="en-AU" sz="24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4941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Nelson text page 82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Questions 3-5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1186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1261</TotalTime>
  <Words>1158</Words>
  <Application>Microsoft Office PowerPoint</Application>
  <PresentationFormat>On-screen Show (4:3)</PresentationFormat>
  <Paragraphs>275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Nelson text page 82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65</cp:revision>
  <dcterms:created xsi:type="dcterms:W3CDTF">2014-05-14T02:58:57Z</dcterms:created>
  <dcterms:modified xsi:type="dcterms:W3CDTF">2018-03-15T12:34:20Z</dcterms:modified>
</cp:coreProperties>
</file>