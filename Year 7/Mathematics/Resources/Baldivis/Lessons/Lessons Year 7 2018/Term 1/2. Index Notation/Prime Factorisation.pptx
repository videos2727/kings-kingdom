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35" r:id="rId5"/>
    <p:sldId id="318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16" r:id="rId14"/>
    <p:sldId id="333" r:id="rId15"/>
    <p:sldId id="334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89165" autoAdjust="0"/>
  </p:normalViewPr>
  <p:slideViewPr>
    <p:cSldViewPr>
      <p:cViewPr varScale="1">
        <p:scale>
          <a:sx n="78" d="100"/>
          <a:sy n="78" d="100"/>
        </p:scale>
        <p:origin x="158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QgLsRr_WF4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Factor tree song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945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4108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95320" y="248360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93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4806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920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6958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8174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41" name="TextBox 40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85812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TextBox 4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48" name="TextBox 4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9733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540 = 2  x  2  x  5  x  3  x  3  x  3</a:t>
                </a:r>
              </a:p>
              <a:p>
                <a:r>
                  <a:rPr lang="en-AU" dirty="0" smtClean="0"/>
                  <a:t>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x 5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blipFill rotWithShape="0">
                <a:blip r:embed="rId2"/>
                <a:stretch>
                  <a:fillRect l="-1590" t="-5455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53" name="TextBox 52"/>
          <p:cNvSpPr txBox="1"/>
          <p:nvPr/>
        </p:nvSpPr>
        <p:spPr>
          <a:xfrm>
            <a:off x="3111412" y="5379012"/>
            <a:ext cx="205567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Write the primes in ascending order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2254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Let’s work through another example together.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Write 84 as a product of prime factors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Let’s work through another example together.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:r>
                  <a:rPr lang="en-AU" dirty="0" smtClean="0"/>
                  <a:t>Write 84 as a product of prime factors</a:t>
                </a:r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84=2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×2×3×7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×3×7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47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Nelson textbook page 82 question 7 - 9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77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640</Words>
  <Application>Microsoft Office PowerPoint</Application>
  <PresentationFormat>On-screen Show (4:3)</PresentationFormat>
  <Paragraphs>218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Factor tree song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70</cp:revision>
  <dcterms:created xsi:type="dcterms:W3CDTF">2014-05-14T02:58:57Z</dcterms:created>
  <dcterms:modified xsi:type="dcterms:W3CDTF">2018-03-15T12:38:01Z</dcterms:modified>
</cp:coreProperties>
</file>