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43" r:id="rId5"/>
    <p:sldId id="303" r:id="rId6"/>
    <p:sldId id="330" r:id="rId7"/>
    <p:sldId id="344" r:id="rId8"/>
    <p:sldId id="345" r:id="rId9"/>
    <p:sldId id="346" r:id="rId10"/>
    <p:sldId id="336" r:id="rId11"/>
    <p:sldId id="338" r:id="rId12"/>
    <p:sldId id="339" r:id="rId13"/>
    <p:sldId id="341" r:id="rId14"/>
    <p:sldId id="342" r:id="rId15"/>
    <p:sldId id="335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81" d="100"/>
          <a:sy n="81" d="100"/>
        </p:scale>
        <p:origin x="149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11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ecm.det.wa.edu.au/connect/resolver/view/L6547/latest/asset1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Starter activity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Draw a square on the grid with and area of 9 squares.</a:t>
            </a:r>
          </a:p>
          <a:p>
            <a:pPr marL="0" indent="0">
              <a:buNone/>
            </a:pPr>
            <a:r>
              <a:rPr lang="en-AU" dirty="0"/>
              <a:t> </a:t>
            </a:r>
            <a:r>
              <a:rPr lang="en-AU" dirty="0" smtClean="0"/>
              <a:t>     What is the side length of this square?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AU" dirty="0"/>
              <a:t>Draw a square on the grid with and area of </a:t>
            </a:r>
            <a:r>
              <a:rPr lang="en-AU" dirty="0" smtClean="0"/>
              <a:t>25 </a:t>
            </a:r>
            <a:r>
              <a:rPr lang="en-AU" dirty="0"/>
              <a:t>squares.</a:t>
            </a:r>
          </a:p>
          <a:p>
            <a:pPr marL="0" indent="0">
              <a:buNone/>
            </a:pPr>
            <a:r>
              <a:rPr lang="en-AU" dirty="0"/>
              <a:t>      What is the side length of this square</a:t>
            </a:r>
            <a:r>
              <a:rPr lang="en-AU" dirty="0" smtClean="0"/>
              <a:t>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>
                <a:hlinkClick r:id="rId2"/>
              </a:rPr>
              <a:t>Demo link</a:t>
            </a:r>
            <a:endParaRPr lang="en-AU" dirty="0"/>
          </a:p>
          <a:p>
            <a:pPr marL="514350" indent="-514350">
              <a:buFont typeface="+mj-lt"/>
              <a:buAutoNum type="arabicPeriod" startAt="2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877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46" t="-3311" r="-523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58434"/>
              </p:ext>
            </p:extLst>
          </p:nvPr>
        </p:nvGraphicFramePr>
        <p:xfrm>
          <a:off x="3347863" y="2977864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73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46" t="-3311" r="-523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58434"/>
              </p:ext>
            </p:extLst>
          </p:nvPr>
        </p:nvGraphicFramePr>
        <p:xfrm>
          <a:off x="3347863" y="2977864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5735" y="4806664"/>
            <a:ext cx="3558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05894" y="4833723"/>
                <a:ext cx="5022489" cy="1515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Since a square with an area of 25 squares has a side length of 5. </a:t>
                </a:r>
              </a:p>
              <a:p>
                <a:r>
                  <a:rPr lang="en-AU" dirty="0" smtClean="0"/>
                  <a:t>5 is the square root of 25.</a:t>
                </a:r>
              </a:p>
              <a:p>
                <a:r>
                  <a:rPr lang="en-AU" dirty="0" smtClean="0"/>
                  <a:t>The </a:t>
                </a:r>
                <a:r>
                  <a:rPr lang="en-AU" dirty="0"/>
                  <a:t>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894" y="4833723"/>
                <a:ext cx="5022489" cy="1515543"/>
              </a:xfrm>
              <a:prstGeom prst="rect">
                <a:avLst/>
              </a:prstGeom>
              <a:blipFill>
                <a:blip r:embed="rId3"/>
                <a:stretch>
                  <a:fillRect l="-971" t="-2410" r="-14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02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Find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85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Find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4900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Which two integers does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70</m:t>
                        </m:r>
                      </m:e>
                    </m:rad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lie between?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727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4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=9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32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=3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=5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=20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=7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=10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=11</m:t>
                    </m:r>
                  </m:oMath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=12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=50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45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79287" y="5669356"/>
            <a:ext cx="21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cube root?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79287" y="4350681"/>
            <a:ext cx="252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cube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 three times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= 5 x 5 x 5 = 125 </a:t>
                </a:r>
              </a:p>
              <a:p>
                <a:r>
                  <a:rPr lang="en-AU" dirty="0" smtClean="0"/>
                  <a:t>125 is a cube number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847" t="-3289" r="-10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inverse operation to cubing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blipFill rotWithShape="1">
                <a:blip r:embed="rId5"/>
                <a:stretch>
                  <a:fillRect l="-1544" t="-4464" r="-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5835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364</Words>
  <Application>Microsoft Office PowerPoint</Application>
  <PresentationFormat>On-screen Show (4:3)</PresentationFormat>
  <Paragraphs>191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Wingdings</vt:lpstr>
      <vt:lpstr>Office Theme</vt:lpstr>
      <vt:lpstr>My Number Interactive Notebook</vt:lpstr>
      <vt:lpstr>PowerPoint Presentation</vt:lpstr>
      <vt:lpstr>PowerPoint Presentation</vt:lpstr>
      <vt:lpstr>Starter activity </vt:lpstr>
      <vt:lpstr>PowerPoint Presentation</vt:lpstr>
      <vt:lpstr>PowerPoint Presentation</vt:lpstr>
      <vt:lpstr>PowerPoint Presentation</vt:lpstr>
      <vt:lpstr>Task – Find the following</vt:lpstr>
      <vt:lpstr>Task – Find the following</vt:lpstr>
      <vt:lpstr>Calculate the following</vt:lpstr>
      <vt:lpstr>Calculate the following</vt:lpstr>
      <vt:lpstr>Calculate the following</vt:lpstr>
      <vt:lpstr>Calculate the following</vt:lpstr>
      <vt:lpstr>Calculate the following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78</cp:revision>
  <dcterms:created xsi:type="dcterms:W3CDTF">2014-05-14T02:58:57Z</dcterms:created>
  <dcterms:modified xsi:type="dcterms:W3CDTF">2018-03-15T12:50:55Z</dcterms:modified>
</cp:coreProperties>
</file>