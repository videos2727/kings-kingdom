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34" r:id="rId6"/>
    <p:sldId id="335" r:id="rId7"/>
    <p:sldId id="336" r:id="rId8"/>
    <p:sldId id="337" r:id="rId9"/>
    <p:sldId id="338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5027" autoAdjust="0"/>
  </p:normalViewPr>
  <p:slideViewPr>
    <p:cSldViewPr>
      <p:cViewPr varScale="1">
        <p:scale>
          <a:sx n="53" d="100"/>
          <a:sy n="53" d="100"/>
        </p:scale>
        <p:origin x="1013" y="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00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Primes and Composites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decide if a number is a prime or composite number?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prime number?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prime number? 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060848"/>
            <a:ext cx="448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exactly two factors 1 and itself.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115616" y="404664"/>
            <a:ext cx="3600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Primes and Composites</a:t>
            </a:r>
            <a:endParaRPr lang="en-AU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decide if a number is a prime or composite number?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0906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1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</a:t>
            </a:r>
            <a:r>
              <a:rPr lang="en-AU" sz="2800" dirty="0" smtClean="0"/>
              <a:t>and composites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prime number? 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060848"/>
            <a:ext cx="448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exactly two factors 1 and itself.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1465" y="2740278"/>
            <a:ext cx="2794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composite number?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decide if a number is a prime or composite number?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8641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prime number? 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060848"/>
            <a:ext cx="448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exactly two factors 1 and itself.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1465" y="2740278"/>
            <a:ext cx="2794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composite number?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31840" y="2878777"/>
            <a:ext cx="383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number with more than two factors.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115616" y="404664"/>
            <a:ext cx="3600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Primes and Composites</a:t>
            </a:r>
            <a:endParaRPr lang="en-AU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decide if a number is a prime or composite number?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2214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Sieve of Eratosthenes Activity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1423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5043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252</Words>
  <Application>Microsoft Office PowerPoint</Application>
  <PresentationFormat>On-screen Show (4:3)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Sieve of Eratosthenes Activity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73</cp:revision>
  <dcterms:created xsi:type="dcterms:W3CDTF">2014-05-14T02:58:57Z</dcterms:created>
  <dcterms:modified xsi:type="dcterms:W3CDTF">2018-03-15T12:18:27Z</dcterms:modified>
</cp:coreProperties>
</file>