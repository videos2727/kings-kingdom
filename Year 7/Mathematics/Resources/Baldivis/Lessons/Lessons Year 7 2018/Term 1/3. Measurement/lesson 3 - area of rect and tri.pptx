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8" r:id="rId2"/>
    <p:sldId id="256" r:id="rId3"/>
    <p:sldId id="259" r:id="rId4"/>
    <p:sldId id="260" r:id="rId5"/>
    <p:sldId id="268" r:id="rId6"/>
    <p:sldId id="261" r:id="rId7"/>
    <p:sldId id="265" r:id="rId8"/>
    <p:sldId id="266" r:id="rId9"/>
    <p:sldId id="267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74536-B818-4694-BE13-D64BBA2FF979}" type="datetimeFigureOut">
              <a:rPr lang="en-AU" smtClean="0"/>
              <a:t>25/03/2018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7DA55-C6E0-42E7-88E4-A71637640F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07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MyVgfMAg" TargetMode="External"/><Relationship Id="rId2" Type="http://schemas.openxmlformats.org/officeDocument/2006/relationships/hyperlink" Target="https://www.geogebra.org/m/wPHZ2Vc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</p:spTree>
    <p:extLst>
      <p:ext uri="{BB962C8B-B14F-4D97-AF65-F5344CB8AC3E}">
        <p14:creationId xmlns:p14="http://schemas.microsoft.com/office/powerpoint/2010/main" val="277695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38EB-2359-4375-AE48-2FC9FED98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8677" y="161862"/>
            <a:ext cx="8679915" cy="1748729"/>
          </a:xfrm>
        </p:spPr>
        <p:txBody>
          <a:bodyPr/>
          <a:lstStyle/>
          <a:p>
            <a:r>
              <a:rPr lang="en-AU" dirty="0"/>
              <a:t>REVISION</a:t>
            </a:r>
          </a:p>
        </p:txBody>
      </p:sp>
      <p:pic>
        <p:nvPicPr>
          <p:cNvPr id="4" name="Picture 2" descr="Image result for converting units of length">
            <a:extLst>
              <a:ext uri="{FF2B5EF4-FFF2-40B4-BE49-F238E27FC236}">
                <a16:creationId xmlns:a16="http://schemas.microsoft.com/office/drawing/2014/main" id="{524EA35C-B9E1-4D12-81DC-D9695B351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4925555" y="2347956"/>
            <a:ext cx="5363851" cy="246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2E5CB8-C523-40F5-8ADB-1D05162408DF}"/>
              </a:ext>
            </a:extLst>
          </p:cNvPr>
          <p:cNvSpPr txBox="1"/>
          <p:nvPr/>
        </p:nvSpPr>
        <p:spPr>
          <a:xfrm>
            <a:off x="307506" y="831410"/>
            <a:ext cx="2903456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AU" sz="2200" dirty="0"/>
              <a:t>3.64m  to cm </a:t>
            </a:r>
          </a:p>
          <a:p>
            <a:r>
              <a:rPr lang="en-AU" sz="2200" dirty="0">
                <a:solidFill>
                  <a:srgbClr val="FF0000"/>
                </a:solidFill>
              </a:rPr>
              <a:t>× 100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 364 cm</a:t>
            </a:r>
            <a:endParaRPr lang="en-AU" sz="2200" dirty="0"/>
          </a:p>
          <a:p>
            <a:endParaRPr lang="en-AU" sz="2200" dirty="0"/>
          </a:p>
          <a:p>
            <a:r>
              <a:rPr lang="en-AU" sz="2200" dirty="0"/>
              <a:t>2) 1.24km  to  cm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x 1000    x 100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124 000 cm</a:t>
            </a:r>
          </a:p>
          <a:p>
            <a:endParaRPr lang="en-AU" sz="2200" dirty="0"/>
          </a:p>
          <a:p>
            <a:r>
              <a:rPr lang="en-AU" sz="2200" dirty="0"/>
              <a:t>3) 679 mm  to  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÷ 10 	÷ 100 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0.679 mm</a:t>
            </a:r>
          </a:p>
          <a:p>
            <a:endParaRPr lang="en-AU" sz="2200" dirty="0"/>
          </a:p>
          <a:p>
            <a:r>
              <a:rPr lang="en-AU" sz="2200" dirty="0"/>
              <a:t>4) 15.8 cm  to  mm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x 10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158 mm</a:t>
            </a:r>
          </a:p>
        </p:txBody>
      </p:sp>
    </p:spTree>
    <p:extLst>
      <p:ext uri="{BB962C8B-B14F-4D97-AF65-F5344CB8AC3E}">
        <p14:creationId xmlns:p14="http://schemas.microsoft.com/office/powerpoint/2010/main" val="26426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rectangles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15D1E-53BD-4891-B54C-367082C4487B}"/>
              </a:ext>
            </a:extLst>
          </p:cNvPr>
          <p:cNvSpPr txBox="1"/>
          <p:nvPr/>
        </p:nvSpPr>
        <p:spPr>
          <a:xfrm>
            <a:off x="2648932" y="161602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Length x Width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D8F13-DC64-40D0-BA9E-C963E09A1A0C}"/>
              </a:ext>
            </a:extLst>
          </p:cNvPr>
          <p:cNvSpPr/>
          <p:nvPr/>
        </p:nvSpPr>
        <p:spPr>
          <a:xfrm>
            <a:off x="2799430" y="2441542"/>
            <a:ext cx="3930977" cy="173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4345757" y="42937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6807723" y="29866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272300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rectangles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15D1E-53BD-4891-B54C-367082C4487B}"/>
              </a:ext>
            </a:extLst>
          </p:cNvPr>
          <p:cNvSpPr txBox="1"/>
          <p:nvPr/>
        </p:nvSpPr>
        <p:spPr>
          <a:xfrm>
            <a:off x="2648932" y="161602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Length x Width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D8F13-DC64-40D0-BA9E-C963E09A1A0C}"/>
              </a:ext>
            </a:extLst>
          </p:cNvPr>
          <p:cNvSpPr/>
          <p:nvPr/>
        </p:nvSpPr>
        <p:spPr>
          <a:xfrm>
            <a:off x="2799430" y="2441542"/>
            <a:ext cx="3930977" cy="173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4345757" y="42937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6807723" y="29866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53811-8CBE-40DB-AB73-11BB74E706E7}"/>
              </a:ext>
            </a:extLst>
          </p:cNvPr>
          <p:cNvSpPr txBox="1"/>
          <p:nvPr/>
        </p:nvSpPr>
        <p:spPr>
          <a:xfrm>
            <a:off x="8277225" y="2539350"/>
            <a:ext cx="2800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 = L x W</a:t>
            </a:r>
          </a:p>
          <a:p>
            <a:endParaRPr lang="en-AU" sz="3200" dirty="0"/>
          </a:p>
          <a:p>
            <a:r>
              <a:rPr lang="en-AU" sz="3200" dirty="0"/>
              <a:t>A = 11 x 8</a:t>
            </a:r>
          </a:p>
          <a:p>
            <a:endParaRPr lang="en-AU" sz="3200" dirty="0"/>
          </a:p>
          <a:p>
            <a:r>
              <a:rPr lang="en-AU" sz="3200" dirty="0"/>
              <a:t>A = 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86298A-CA5B-4C1C-A6A1-2D697E9E717C}"/>
                  </a:ext>
                </a:extLst>
              </p:cNvPr>
              <p:cNvSpPr txBox="1"/>
              <p:nvPr/>
            </p:nvSpPr>
            <p:spPr>
              <a:xfrm>
                <a:off x="9429750" y="4558267"/>
                <a:ext cx="8497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86298A-CA5B-4C1C-A6A1-2D697E9E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0" y="4558267"/>
                <a:ext cx="84974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16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3674-5320-4930-94B1-27B37F1D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CBB3-C853-4A75-9FE5-89C98461D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8133" y="837052"/>
            <a:ext cx="7594599" cy="5248622"/>
          </a:xfrm>
        </p:spPr>
        <p:txBody>
          <a:bodyPr>
            <a:normAutofit/>
          </a:bodyPr>
          <a:lstStyle/>
          <a:p>
            <a:r>
              <a:rPr lang="en-AU" sz="2800" dirty="0">
                <a:hlinkClick r:id="rId2"/>
              </a:rPr>
              <a:t>https://www.geogebra.org/m/wPHZ2VcU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>
                <a:hlinkClick r:id="rId3"/>
              </a:rPr>
              <a:t>https://www.geogebra.org/m/MyVgfMAg</a:t>
            </a:r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5503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/>
              <p:nvPr/>
            </p:nvSpPr>
            <p:spPr>
              <a:xfrm>
                <a:off x="2648932" y="1616020"/>
                <a:ext cx="81824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Area = (Base x Height)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E15D1E-53BD-4891-B54C-367082C4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932" y="1616020"/>
                <a:ext cx="8182466" cy="523220"/>
              </a:xfrm>
              <a:prstGeom prst="rect">
                <a:avLst/>
              </a:prstGeom>
              <a:blipFill>
                <a:blip r:embed="rId2"/>
                <a:stretch>
                  <a:fillRect l="-1565"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3760725" y="4909229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94C3B4C-0A45-4678-BA33-30860F93BC0E}"/>
              </a:ext>
            </a:extLst>
          </p:cNvPr>
          <p:cNvSpPr/>
          <p:nvPr/>
        </p:nvSpPr>
        <p:spPr>
          <a:xfrm>
            <a:off x="2382459" y="2370176"/>
            <a:ext cx="3479552" cy="2418819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4151776" y="3502147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248E91-0D47-4A2C-B022-1FCE0B14D874}"/>
              </a:ext>
            </a:extLst>
          </p:cNvPr>
          <p:cNvCxnSpPr>
            <a:cxnSpLocks/>
          </p:cNvCxnSpPr>
          <p:nvPr/>
        </p:nvCxnSpPr>
        <p:spPr>
          <a:xfrm>
            <a:off x="4162664" y="2370176"/>
            <a:ext cx="0" cy="2418819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B11237A7-CCC1-4B66-8B74-6D5C48BF8C9D}"/>
              </a:ext>
            </a:extLst>
          </p:cNvPr>
          <p:cNvSpPr/>
          <p:nvPr/>
        </p:nvSpPr>
        <p:spPr>
          <a:xfrm>
            <a:off x="8069344" y="2215299"/>
            <a:ext cx="2912883" cy="2573696"/>
          </a:xfrm>
          <a:prstGeom prst="rt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009B5-6C39-4288-9CF0-B46EDB47A809}"/>
              </a:ext>
            </a:extLst>
          </p:cNvPr>
          <p:cNvSpPr txBox="1"/>
          <p:nvPr/>
        </p:nvSpPr>
        <p:spPr>
          <a:xfrm>
            <a:off x="8908330" y="4824583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C5866-FDCC-405B-9959-A5D5C126D244}"/>
              </a:ext>
            </a:extLst>
          </p:cNvPr>
          <p:cNvSpPr txBox="1"/>
          <p:nvPr/>
        </p:nvSpPr>
        <p:spPr>
          <a:xfrm>
            <a:off x="7207631" y="3365548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1443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16" grpId="0" animBg="1"/>
      <p:bldP spid="13" grpId="0"/>
      <p:bldP spid="19" grpId="0" animBg="1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7A80-C0B7-4B11-9B8A-0B087B58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E976-49D9-4C61-B8DA-A913E7F6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 descr="Image result for area of triangles">
            <a:extLst>
              <a:ext uri="{FF2B5EF4-FFF2-40B4-BE49-F238E27FC236}">
                <a16:creationId xmlns:a16="http://schemas.microsoft.com/office/drawing/2014/main" id="{7472AAD3-B4EF-4FA8-B498-F7D1753CA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9" t="27531" r="66398" b="54321"/>
          <a:stretch/>
        </p:blipFill>
        <p:spPr bwMode="auto">
          <a:xfrm>
            <a:off x="5673203" y="1156736"/>
            <a:ext cx="4692690" cy="381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65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8AD8-9B85-4510-9562-C5E085F7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1625-53BA-47DA-8197-335573800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2" descr="Image result for area of triangles">
            <a:extLst>
              <a:ext uri="{FF2B5EF4-FFF2-40B4-BE49-F238E27FC236}">
                <a16:creationId xmlns:a16="http://schemas.microsoft.com/office/drawing/2014/main" id="{7C7B6CA6-8223-4495-8F9C-C4BFD8F65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55" t="25697" r="-1018" b="56155"/>
          <a:stretch/>
        </p:blipFill>
        <p:spPr bwMode="auto">
          <a:xfrm>
            <a:off x="5822373" y="1037592"/>
            <a:ext cx="4883564" cy="396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04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B15F-C2F4-4E2A-B1C9-15B3109B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03D1-06B4-4E8C-A64B-2A101B53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2" descr="Image result for area of triangles">
            <a:extLst>
              <a:ext uri="{FF2B5EF4-FFF2-40B4-BE49-F238E27FC236}">
                <a16:creationId xmlns:a16="http://schemas.microsoft.com/office/drawing/2014/main" id="{7EDAC6D3-188F-484C-9017-75CB938EE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" t="49155" r="34621" b="31711"/>
          <a:stretch/>
        </p:blipFill>
        <p:spPr bwMode="auto">
          <a:xfrm>
            <a:off x="4666268" y="1186542"/>
            <a:ext cx="7620639" cy="291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56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5D45-E739-403C-97D2-3A32C01E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 the cat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A15BEF1-908C-440A-BADE-6B0E1A1F3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4767" y="560547"/>
            <a:ext cx="7090833" cy="5131989"/>
          </a:xfrm>
        </p:spPr>
      </p:pic>
    </p:spTree>
    <p:extLst>
      <p:ext uri="{BB962C8B-B14F-4D97-AF65-F5344CB8AC3E}">
        <p14:creationId xmlns:p14="http://schemas.microsoft.com/office/powerpoint/2010/main" val="288612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5D45-E739-403C-97D2-3A32C01E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 the cat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ADDB7-65EF-4609-8BDD-B5A22A400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4767" y="560547"/>
            <a:ext cx="7090833" cy="5131989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6D8856F-F20A-4269-8354-FA9138F3636D}"/>
              </a:ext>
            </a:extLst>
          </p:cNvPr>
          <p:cNvSpPr/>
          <p:nvPr/>
        </p:nvSpPr>
        <p:spPr>
          <a:xfrm>
            <a:off x="9671902" y="2349925"/>
            <a:ext cx="942680" cy="9709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146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9">
            <a:extLst>
              <a:ext uri="{FF2B5EF4-FFF2-40B4-BE49-F238E27FC236}">
                <a16:creationId xmlns:a16="http://schemas.microsoft.com/office/drawing/2014/main" id="{5D307D92-1B71-4BC9-9CC2-651007D6DFA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196BD5-3A8F-445C-A9AA-33D58149EF6C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2BF9A0-70E8-4B69-B595-6C41397CED0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0AFFCFA-812A-4008-8BF5-127D5BB98CF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6ED7D059-83CD-4EB3-A772-258EB194FE6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8E9E256-EEDD-487F-8632-7432586E442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76D41A89-1E68-4BD6-9327-A391D766586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F11C82B-ADCC-489C-88F0-EE6588C70F7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07C586E-736E-422E-BC3F-ED6D7FA1FDA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BCF04A8-F3B9-47D5-90A6-C8DA83C508A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702A10B2-AA9E-4570-89ED-37FAE4C9FBB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84C29AD-CE3F-457D-8238-121D253A321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A1AADEF1-B8D9-4938-95AA-25487252422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400E0898-75B4-4F1D-B6D2-8476FD5EBE5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2D9A2F9-88A3-4616-B7E5-A6F21C3F2D2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8DD3B396-47ED-4E9F-83FA-9A87C0CB0DF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16E5F4B-2563-48BB-9F60-DE80D3A58FC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9D6A696-56F1-4BFC-B69C-25447A36E50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5CF3E5-184E-4CD8-87F9-BB437752604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E1BA3B9-9135-4961-B757-431F0E420175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7" name="Group 30">
            <a:extLst>
              <a:ext uri="{FF2B5EF4-FFF2-40B4-BE49-F238E27FC236}">
                <a16:creationId xmlns:a16="http://schemas.microsoft.com/office/drawing/2014/main" id="{7A654156-2BF2-421C-9490-638BE7162257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8293CB-81CE-4792-A100-92743F37F1D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A6044959-7644-4A92-935A-FDDBF623C19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C61B04-3622-4BB4-A18A-59CEA86A6D1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68" name="Rectangle 35">
            <a:extLst>
              <a:ext uri="{FF2B5EF4-FFF2-40B4-BE49-F238E27FC236}">
                <a16:creationId xmlns:a16="http://schemas.microsoft.com/office/drawing/2014/main" id="{D7861870-6A8E-4DDD-8DE2-909CFFBD3AF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37">
            <a:extLst>
              <a:ext uri="{FF2B5EF4-FFF2-40B4-BE49-F238E27FC236}">
                <a16:creationId xmlns:a16="http://schemas.microsoft.com/office/drawing/2014/main" id="{0E655274-3DE0-4DF9-B537-2873BEFDF0C4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D4104E89-104E-4E65-A693-631F4C5CE3CB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16FE7D7-6A79-408F-B27B-D378EEE18BBD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EE9DAE2E-0289-4FB3-8A69-DAA0A0AA0B1E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C36BB373-6326-44F1-9B44-4E55C4BC86DE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58135F52-5291-4CC9-AFD8-9AE4683D139E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0495AD22-9F0C-4EED-B895-9227C795A164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ACAD2097-745B-4FED-BBF3-D3BEF41D30A3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8B6FD381-B092-46F4-9195-DFCD2AE746FC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5F8C46B0-088A-4D98-B589-25426A323513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6E553E74-B64A-44B3-9446-E346D53E1FAB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CCD9A238-C92A-41FA-B4F6-8604FE5F2424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D6E90D44-18A2-4216-BBD5-B3E059EA759E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EC7138BA-DA37-4EB0-88F0-1913445974A2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F05CB203-4AC6-46EE-9A10-6CFB1B443C2A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A1045457-59FA-436A-8C16-79A07605DEB2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28EAE40C-5126-4E1A-BB3B-1834EC89042B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380F3822-ADB8-46D8-8528-B946CA22744E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C7F31617-527F-483F-95EA-DBA880C2AF5F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3359A7F-3190-4775-8064-02D289FA5256}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Rectangle 58">
            <a:extLst>
              <a:ext uri="{FF2B5EF4-FFF2-40B4-BE49-F238E27FC236}">
                <a16:creationId xmlns:a16="http://schemas.microsoft.com/office/drawing/2014/main" id="{636734CA-7DEB-4ADB-B824-0E93650EADF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680" y="-6706"/>
            <a:ext cx="12194680" cy="41277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BE2C3-936C-4E85-8908-B46947AA7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858" y="758342"/>
            <a:ext cx="3704346" cy="2327201"/>
          </a:xfrm>
          <a:prstGeom prst="rect">
            <a:avLst/>
          </a:prstGeom>
          <a:ln w="12700">
            <a:noFill/>
          </a:ln>
        </p:spPr>
      </p:pic>
      <p:grpSp>
        <p:nvGrpSpPr>
          <p:cNvPr id="71" name="Group 60">
            <a:extLst>
              <a:ext uri="{FF2B5EF4-FFF2-40B4-BE49-F238E27FC236}">
                <a16:creationId xmlns:a16="http://schemas.microsoft.com/office/drawing/2014/main" id="{DE625A4C-E525-4DF0-9380-249F5C8AB10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4206292"/>
            <a:ext cx="12192755" cy="1771275"/>
            <a:chOff x="1" y="3893141"/>
            <a:chExt cx="12192755" cy="1771275"/>
          </a:xfrm>
        </p:grpSpPr>
        <p:sp>
          <p:nvSpPr>
            <p:cNvPr id="62" name="Isosceles Triangle 39">
              <a:extLst>
                <a:ext uri="{FF2B5EF4-FFF2-40B4-BE49-F238E27FC236}">
                  <a16:creationId xmlns:a16="http://schemas.microsoft.com/office/drawing/2014/main" id="{133BE1D0-B724-4F5B-AA85-4AB5D13170F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09252F3-D811-4B39-8BF1-86C69C262D9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3893141"/>
              <a:ext cx="12192755" cy="1420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A986A9D-06D3-4247-BB5A-C59C19FE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982" y="4293388"/>
            <a:ext cx="8833655" cy="727748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70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3519-EDA5-4ABA-94F7-F5BEB351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83" y="5021137"/>
            <a:ext cx="8833654" cy="522636"/>
          </a:xfrm>
        </p:spPr>
        <p:txBody>
          <a:bodyPr vert="horz" lIns="91440" tIns="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EFF"/>
                </a:solidFill>
              </a:rPr>
              <a:t>WORKSHEET – RECT &amp; TRI [HAVE SUM FUN </a:t>
            </a:r>
            <a:r>
              <a:rPr lang="en-US" sz="1600" dirty="0" err="1">
                <a:solidFill>
                  <a:srgbClr val="FFFEFF"/>
                </a:solidFill>
              </a:rPr>
              <a:t>pg</a:t>
            </a:r>
            <a:r>
              <a:rPr lang="en-US" sz="1600" dirty="0">
                <a:solidFill>
                  <a:srgbClr val="FFFEFF"/>
                </a:solidFill>
              </a:rPr>
              <a:t> 104 &amp; 105]</a:t>
            </a:r>
          </a:p>
        </p:txBody>
      </p:sp>
    </p:spTree>
    <p:extLst>
      <p:ext uri="{BB962C8B-B14F-4D97-AF65-F5344CB8AC3E}">
        <p14:creationId xmlns:p14="http://schemas.microsoft.com/office/powerpoint/2010/main" val="993328643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301</TotalTime>
  <Words>216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Calibri Light</vt:lpstr>
      <vt:lpstr>Cambria Math</vt:lpstr>
      <vt:lpstr>Rockwell</vt:lpstr>
      <vt:lpstr>Wingdings</vt:lpstr>
      <vt:lpstr>Atlas</vt:lpstr>
      <vt:lpstr>PowerPoint Presentation</vt:lpstr>
      <vt:lpstr>REVISION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Find the cat </vt:lpstr>
      <vt:lpstr>Find the cat 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22</cp:revision>
  <dcterms:created xsi:type="dcterms:W3CDTF">2018-02-28T07:24:22Z</dcterms:created>
  <dcterms:modified xsi:type="dcterms:W3CDTF">2018-03-25T14:37:51Z</dcterms:modified>
</cp:coreProperties>
</file>