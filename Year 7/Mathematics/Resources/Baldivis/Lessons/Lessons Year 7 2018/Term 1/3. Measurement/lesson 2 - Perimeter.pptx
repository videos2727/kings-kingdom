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70" r:id="rId3"/>
    <p:sldId id="271" r:id="rId4"/>
    <p:sldId id="258" r:id="rId5"/>
    <p:sldId id="259" r:id="rId6"/>
    <p:sldId id="261" r:id="rId7"/>
    <p:sldId id="262" r:id="rId8"/>
    <p:sldId id="264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7"/>
    <p:restoredTop sz="98548" autoAdjust="0"/>
  </p:normalViewPr>
  <p:slideViewPr>
    <p:cSldViewPr snapToGrid="0" snapToObjects="1">
      <p:cViewPr varScale="1">
        <p:scale>
          <a:sx n="68" d="100"/>
          <a:sy n="68" d="100"/>
        </p:scale>
        <p:origin x="12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3/25/2018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3/25/2018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6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3/25/2018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7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3/25/2018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2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3/25/2018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1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3/25/2018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8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3/25/2018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6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3/25/2018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3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3/25/2018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1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3/25/2018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3/25/2018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4560-677A-D941-A6E1-13E268F268AC}" type="datetimeFigureOut">
              <a:rPr lang="en-US" smtClean="0"/>
              <a:t>3/25/2018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8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2874536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0CCDCD-8FCE-4A2C-A716-A930D918CC55}"/>
              </a:ext>
            </a:extLst>
          </p:cNvPr>
          <p:cNvSpPr/>
          <p:nvPr/>
        </p:nvSpPr>
        <p:spPr>
          <a:xfrm>
            <a:off x="222631" y="354495"/>
            <a:ext cx="39534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revision</a:t>
            </a:r>
          </a:p>
        </p:txBody>
      </p:sp>
      <p:pic>
        <p:nvPicPr>
          <p:cNvPr id="1026" name="Picture 2" descr="Image result for converting units of length">
            <a:extLst>
              <a:ext uri="{FF2B5EF4-FFF2-40B4-BE49-F238E27FC236}">
                <a16:creationId xmlns:a16="http://schemas.microsoft.com/office/drawing/2014/main" id="{DEC36B0C-B1E3-46DE-9DF6-DC42C8746E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" t="29175" r="6701" b="15566"/>
          <a:stretch/>
        </p:blipFill>
        <p:spPr bwMode="auto">
          <a:xfrm>
            <a:off x="3827282" y="233561"/>
            <a:ext cx="4798243" cy="220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823B21-63F7-4DC5-9930-C6DAD9F7E6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477" t="36004" r="32307" b="50000"/>
          <a:stretch/>
        </p:blipFill>
        <p:spPr>
          <a:xfrm>
            <a:off x="735291" y="2435494"/>
            <a:ext cx="3883843" cy="137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13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0CCDCD-8FCE-4A2C-A716-A930D918CC55}"/>
              </a:ext>
            </a:extLst>
          </p:cNvPr>
          <p:cNvSpPr/>
          <p:nvPr/>
        </p:nvSpPr>
        <p:spPr>
          <a:xfrm>
            <a:off x="222631" y="354495"/>
            <a:ext cx="39534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revision</a:t>
            </a:r>
          </a:p>
        </p:txBody>
      </p:sp>
      <p:pic>
        <p:nvPicPr>
          <p:cNvPr id="1026" name="Picture 2" descr="Image result for converting units of length">
            <a:extLst>
              <a:ext uri="{FF2B5EF4-FFF2-40B4-BE49-F238E27FC236}">
                <a16:creationId xmlns:a16="http://schemas.microsoft.com/office/drawing/2014/main" id="{DEC36B0C-B1E3-46DE-9DF6-DC42C8746E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" t="29175" r="6701" b="15566"/>
          <a:stretch/>
        </p:blipFill>
        <p:spPr bwMode="auto">
          <a:xfrm>
            <a:off x="3827282" y="233561"/>
            <a:ext cx="4798243" cy="220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823B21-63F7-4DC5-9930-C6DAD9F7E6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477" t="36004" r="32307" b="50000"/>
          <a:stretch/>
        </p:blipFill>
        <p:spPr>
          <a:xfrm>
            <a:off x="735291" y="2435494"/>
            <a:ext cx="3883843" cy="13763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85DD2A-2E87-42A7-B780-F33F05349582}"/>
              </a:ext>
            </a:extLst>
          </p:cNvPr>
          <p:cNvSpPr txBox="1"/>
          <p:nvPr/>
        </p:nvSpPr>
        <p:spPr>
          <a:xfrm>
            <a:off x="5194169" y="2582944"/>
            <a:ext cx="31579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3) 500cm</a:t>
            </a:r>
          </a:p>
          <a:p>
            <a:r>
              <a:rPr lang="en-AU" dirty="0"/>
              <a:t>4) 1 000 000cm</a:t>
            </a:r>
          </a:p>
          <a:p>
            <a:r>
              <a:rPr lang="en-AU" dirty="0"/>
              <a:t>7) 2m</a:t>
            </a:r>
          </a:p>
          <a:p>
            <a:r>
              <a:rPr lang="en-AU" dirty="0"/>
              <a:t>8) 50cm</a:t>
            </a:r>
          </a:p>
          <a:p>
            <a:r>
              <a:rPr lang="en-AU" dirty="0"/>
              <a:t>11) 0.5m</a:t>
            </a:r>
          </a:p>
          <a:p>
            <a:r>
              <a:rPr lang="en-AU" dirty="0"/>
              <a:t>12) 0.75km</a:t>
            </a:r>
          </a:p>
          <a:p>
            <a:r>
              <a:rPr lang="en-AU" dirty="0"/>
              <a:t>15) 800 cm</a:t>
            </a:r>
          </a:p>
          <a:p>
            <a:r>
              <a:rPr lang="en-AU" dirty="0"/>
              <a:t>16) 30 000cm</a:t>
            </a:r>
          </a:p>
        </p:txBody>
      </p:sp>
    </p:spTree>
    <p:extLst>
      <p:ext uri="{BB962C8B-B14F-4D97-AF65-F5344CB8AC3E}">
        <p14:creationId xmlns:p14="http://schemas.microsoft.com/office/powerpoint/2010/main" val="184339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714" y="1287514"/>
            <a:ext cx="2189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Glossary Word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Perimeter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72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Perimeter</a:t>
            </a:r>
          </a:p>
          <a:p>
            <a:endParaRPr lang="en-US" sz="2800" dirty="0"/>
          </a:p>
          <a:p>
            <a:r>
              <a:rPr lang="en-US" sz="2800" dirty="0"/>
              <a:t>Is the distance along the boundary of a shape</a:t>
            </a:r>
          </a:p>
          <a:p>
            <a:endParaRPr lang="en-US" sz="2800" dirty="0"/>
          </a:p>
          <a:p>
            <a:r>
              <a:rPr lang="en-US" sz="2400" dirty="0"/>
              <a:t>Some examples: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 fence is built along the perimeter of a property 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 soccer pitch has boundary lines along the perimeter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798" y="4582321"/>
            <a:ext cx="2992235" cy="212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7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To find the perimeter we add up the lengths of the sides.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20 + 10 + 20 + 10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703" y="3163480"/>
            <a:ext cx="4769710" cy="206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1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Or we can use the formula </a:t>
            </a:r>
            <a:r>
              <a:rPr lang="en-US" sz="2800" i="1" dirty="0">
                <a:latin typeface="Chalkboard"/>
                <a:cs typeface="Chalkboard"/>
              </a:rPr>
              <a:t>P = (L + W) x 2</a:t>
            </a:r>
          </a:p>
          <a:p>
            <a:r>
              <a:rPr lang="en-US" sz="2800" dirty="0">
                <a:latin typeface="Chalkboard"/>
                <a:cs typeface="Chalkboard"/>
              </a:rPr>
              <a:t>l = length</a:t>
            </a:r>
          </a:p>
          <a:p>
            <a:r>
              <a:rPr lang="en-US" sz="2800" dirty="0">
                <a:latin typeface="Chalkboard"/>
                <a:cs typeface="Chalkboard"/>
              </a:rPr>
              <a:t>w = width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</a:t>
            </a:r>
            <a:r>
              <a:rPr lang="en-US" sz="2800" i="1" dirty="0">
                <a:latin typeface="Chalkboard"/>
                <a:cs typeface="Chalkboard"/>
              </a:rPr>
              <a:t>(L + W) x 2</a:t>
            </a:r>
          </a:p>
          <a:p>
            <a:r>
              <a:rPr lang="en-US" sz="2800" dirty="0">
                <a:latin typeface="Chalkboard"/>
                <a:cs typeface="Chalkboard"/>
              </a:rPr>
              <a:t>= (20 + 10) x 2</a:t>
            </a:r>
          </a:p>
          <a:p>
            <a:r>
              <a:rPr lang="en-US" sz="2800" dirty="0">
                <a:latin typeface="Chalkboard"/>
                <a:cs typeface="Chalkboard"/>
              </a:rPr>
              <a:t>= 60 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077" y="3034729"/>
            <a:ext cx="4090524" cy="1768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14" y="1487511"/>
            <a:ext cx="2189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b="1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b="1" i="1" dirty="0">
                <a:latin typeface="Chalkboard"/>
                <a:cs typeface="Chalkboard"/>
              </a:rPr>
              <a:t>P = (L +W) x 2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45532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(L +W) x 2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b="1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b="1" i="1" dirty="0">
                <a:latin typeface="Chalkboard"/>
                <a:cs typeface="Chalkboard"/>
              </a:rPr>
              <a:t>P = 4 x 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15 + 15 + 15 + 15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OR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4 x 15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453" r="18651" b="25567"/>
          <a:stretch/>
        </p:blipFill>
        <p:spPr>
          <a:xfrm>
            <a:off x="5534304" y="3176578"/>
            <a:ext cx="3296698" cy="30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4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6 + 4 + 2 + 3 + 4 + 7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   = 10 + 10 + 6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26 cm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830" y="2681899"/>
            <a:ext cx="3224965" cy="31443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46850" y="4112641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 cm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B60721-FDAA-44E4-B470-A287E584179E}"/>
              </a:ext>
            </a:extLst>
          </p:cNvPr>
          <p:cNvCxnSpPr/>
          <p:nvPr/>
        </p:nvCxnSpPr>
        <p:spPr>
          <a:xfrm>
            <a:off x="7946796" y="3870902"/>
            <a:ext cx="2766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AE1200-C3DE-4E23-99C9-00A85CC2B738}"/>
              </a:ext>
            </a:extLst>
          </p:cNvPr>
          <p:cNvCxnSpPr>
            <a:cxnSpLocks/>
          </p:cNvCxnSpPr>
          <p:nvPr/>
        </p:nvCxnSpPr>
        <p:spPr>
          <a:xfrm>
            <a:off x="6647468" y="5625859"/>
            <a:ext cx="0" cy="2847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D199A5-AA42-4985-B9C6-D3EB34AF5849}"/>
              </a:ext>
            </a:extLst>
          </p:cNvPr>
          <p:cNvSpPr txBox="1"/>
          <p:nvPr/>
        </p:nvSpPr>
        <p:spPr>
          <a:xfrm>
            <a:off x="6285815" y="5910606"/>
            <a:ext cx="1057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4 cm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8BAF70-F119-4F87-8A74-D360F55C3313}"/>
              </a:ext>
            </a:extLst>
          </p:cNvPr>
          <p:cNvSpPr/>
          <p:nvPr/>
        </p:nvSpPr>
        <p:spPr>
          <a:xfrm>
            <a:off x="2856322" y="2083511"/>
            <a:ext cx="339365" cy="55387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81D849B-E489-4AE1-8189-B4A0BA48B005}"/>
              </a:ext>
            </a:extLst>
          </p:cNvPr>
          <p:cNvSpPr/>
          <p:nvPr/>
        </p:nvSpPr>
        <p:spPr>
          <a:xfrm>
            <a:off x="3362840" y="2062534"/>
            <a:ext cx="339365" cy="55387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2B10830-4208-473E-9D44-1A267D2933A9}"/>
              </a:ext>
            </a:extLst>
          </p:cNvPr>
          <p:cNvSpPr/>
          <p:nvPr/>
        </p:nvSpPr>
        <p:spPr>
          <a:xfrm>
            <a:off x="4415839" y="2102365"/>
            <a:ext cx="339365" cy="55387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44C9BB-B6C6-4906-A7A4-01FF5F458904}"/>
              </a:ext>
            </a:extLst>
          </p:cNvPr>
          <p:cNvSpPr/>
          <p:nvPr/>
        </p:nvSpPr>
        <p:spPr>
          <a:xfrm>
            <a:off x="5483853" y="2081388"/>
            <a:ext cx="339365" cy="55387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613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19" grpId="0" animBg="1"/>
      <p:bldP spid="20" grpId="0" animBg="1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7-02-27 at 2.22.06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6"/>
          <a:stretch/>
        </p:blipFill>
        <p:spPr>
          <a:xfrm>
            <a:off x="154945" y="765256"/>
            <a:ext cx="8989055" cy="49183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6914" y="55991"/>
            <a:ext cx="9972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lkboard"/>
                <a:cs typeface="Chalkboard"/>
              </a:rPr>
              <a:t>Task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8F63F-F054-46F4-99C8-3F3FB0556E1F}"/>
              </a:ext>
            </a:extLst>
          </p:cNvPr>
          <p:cNvSpPr txBox="1"/>
          <p:nvPr/>
        </p:nvSpPr>
        <p:spPr>
          <a:xfrm>
            <a:off x="-14738" y="748085"/>
            <a:ext cx="40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8849C7-EED8-41AB-B187-413EFAD6C091}"/>
              </a:ext>
            </a:extLst>
          </p:cNvPr>
          <p:cNvSpPr txBox="1"/>
          <p:nvPr/>
        </p:nvSpPr>
        <p:spPr>
          <a:xfrm>
            <a:off x="-37331" y="4698527"/>
            <a:ext cx="499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088169-8937-4CA7-9DA3-390BA7345AC5}"/>
              </a:ext>
            </a:extLst>
          </p:cNvPr>
          <p:cNvSpPr txBox="1"/>
          <p:nvPr/>
        </p:nvSpPr>
        <p:spPr>
          <a:xfrm>
            <a:off x="-56970" y="5165446"/>
            <a:ext cx="42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3127728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333</Words>
  <Application>Microsoft Office PowerPoint</Application>
  <PresentationFormat>On-screen Show (4:3)</PresentationFormat>
  <Paragraphs>115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Chalkboard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Perimeter</dc:title>
  <dc:creator>E4093549</dc:creator>
  <cp:lastModifiedBy>D'SOUZA Jillian [Baldivis Secondary College]</cp:lastModifiedBy>
  <cp:revision>28</cp:revision>
  <dcterms:created xsi:type="dcterms:W3CDTF">2017-02-27T05:52:32Z</dcterms:created>
  <dcterms:modified xsi:type="dcterms:W3CDTF">2018-03-25T14:31:05Z</dcterms:modified>
</cp:coreProperties>
</file>