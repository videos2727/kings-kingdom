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0" r:id="rId2"/>
    <p:sldId id="271" r:id="rId3"/>
    <p:sldId id="272" r:id="rId4"/>
    <p:sldId id="273" r:id="rId5"/>
    <p:sldId id="274" r:id="rId6"/>
    <p:sldId id="275" r:id="rId7"/>
    <p:sldId id="290" r:id="rId8"/>
    <p:sldId id="291" r:id="rId9"/>
    <p:sldId id="292" r:id="rId10"/>
    <p:sldId id="293" r:id="rId11"/>
    <p:sldId id="294" r:id="rId12"/>
    <p:sldId id="295" r:id="rId13"/>
    <p:sldId id="280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1FEFF-F9E6-2D4A-AF0D-81B63DEC761E}" type="datetimeFigureOut">
              <a:rPr lang="en-US" smtClean="0"/>
              <a:t>3/5/18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8E885-E6A0-2748-AE96-A7F5F98C7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07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31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84100" y="139668"/>
            <a:ext cx="8775855" cy="543570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2639500" y="2213139"/>
            <a:ext cx="3864900" cy="1288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3621350" y="3681779"/>
            <a:ext cx="1783794" cy="189304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3039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17201" y="128028"/>
            <a:ext cx="8909558" cy="5458916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890300" y="228861"/>
            <a:ext cx="7363500" cy="952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890300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4893212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5023611"/>
            <a:ext cx="91440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251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0" Type="http://schemas.openxmlformats.org/officeDocument/2006/relationships/image" Target="NUL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866605-74C0-44BB-9088-2F682D488325}"/>
              </a:ext>
            </a:extLst>
          </p:cNvPr>
          <p:cNvSpPr txBox="1"/>
          <p:nvPr/>
        </p:nvSpPr>
        <p:spPr>
          <a:xfrm>
            <a:off x="1612189" y="561708"/>
            <a:ext cx="4718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Starter Activity - </a:t>
            </a:r>
          </a:p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Heat Beads and Ice </a:t>
            </a:r>
            <a:r>
              <a:rPr lang="en-AU" sz="2400" dirty="0">
                <a:latin typeface="Chalkduster" charset="0"/>
                <a:ea typeface="Chalkduster" charset="0"/>
                <a:cs typeface="Chalkduster" charset="0"/>
              </a:rPr>
              <a:t>B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locks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12100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23" y="1160393"/>
            <a:ext cx="7084754" cy="2163707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My </a:t>
            </a:r>
            <a:r>
              <a:rPr lang="en-AU" dirty="0" smtClean="0">
                <a:latin typeface="Chalkduster" charset="0"/>
                <a:ea typeface="Chalkduster" charset="0"/>
                <a:cs typeface="Chalkduster" charset="0"/>
              </a:rPr>
              <a:t>Numbers and Operations </a:t>
            </a:r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Interactive Notebook</a:t>
            </a:r>
            <a:r>
              <a:rPr lang="en-AU" dirty="0"/>
              <a:t/>
            </a:r>
            <a:br>
              <a:rPr lang="en-AU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1670" y="535243"/>
            <a:ext cx="5829300" cy="1102519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03263" y="262218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6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43314" y="2820770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66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58942" y="418791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i="1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6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53727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6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73367" y="11889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6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810921" y="1294445"/>
            <a:ext cx="10261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950" dirty="0">
                <a:solidFill>
                  <a:srgbClr val="FFFF00"/>
                </a:solidFill>
              </a:rPr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7629" y="74495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51231" y="321811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95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60310" y="4314875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316432" y="3218113"/>
            <a:ext cx="3161627" cy="194925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7277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1378975"/>
            <a:ext cx="5915025" cy="388300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14" y="1285306"/>
            <a:ext cx="2542479" cy="320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324434" y="3557802"/>
            <a:ext cx="3562819" cy="131574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208345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00" y="0"/>
            <a:ext cx="496641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285751"/>
            <a:ext cx="34370" cy="513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4811" y="5058651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1046767"/>
            <a:ext cx="4518062" cy="332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68237" y="663111"/>
            <a:ext cx="51497" cy="47661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60348" y="27668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19" y="663111"/>
            <a:ext cx="63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335221" y="681877"/>
            <a:ext cx="2734" cy="47368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43205" y="658832"/>
            <a:ext cx="62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074" y="641573"/>
            <a:ext cx="147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0102" y="335628"/>
            <a:ext cx="26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Glossary or Formula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2184" y="5141750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/>
              <a:t>3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2989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xmlns="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439" y="346635"/>
            <a:ext cx="6457950" cy="969771"/>
          </a:xfrm>
        </p:spPr>
        <p:txBody>
          <a:bodyPr>
            <a:normAutofit/>
          </a:bodyPr>
          <a:lstStyle/>
          <a:p>
            <a:pPr algn="r"/>
            <a:r>
              <a:rPr lang="en-US" sz="405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xmlns="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87" y="3596497"/>
            <a:ext cx="1075302" cy="107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7112AE9-5545-418C-8488-4C5A364DCE26}"/>
              </a:ext>
            </a:extLst>
          </p:cNvPr>
          <p:cNvSpPr txBox="1"/>
          <p:nvPr/>
        </p:nvSpPr>
        <p:spPr>
          <a:xfrm>
            <a:off x="7851358" y="477663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632" y="1479575"/>
            <a:ext cx="83534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charset="0"/>
              <a:buChar char="•"/>
            </a:pPr>
            <a:r>
              <a:rPr lang="en-US" sz="2400" dirty="0"/>
              <a:t>To learn a bit about the history of number systems✓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expand and solidify our mathematical vocabulary✓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learn the value of the place </a:t>
            </a:r>
            <a:r>
              <a:rPr lang="en-US" sz="2400" dirty="0" smtClean="0"/>
              <a:t>system</a:t>
            </a:r>
            <a:r>
              <a:rPr lang="en-US" sz="2400" dirty="0"/>
              <a:t> 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compare, order, add and subtract integers</a:t>
            </a:r>
          </a:p>
        </p:txBody>
      </p:sp>
    </p:spTree>
    <p:extLst>
      <p:ext uri="{BB962C8B-B14F-4D97-AF65-F5344CB8AC3E}">
        <p14:creationId xmlns:p14="http://schemas.microsoft.com/office/powerpoint/2010/main" val="41514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109" y="89187"/>
            <a:ext cx="7277175" cy="524130"/>
          </a:xfrm>
        </p:spPr>
        <p:txBody>
          <a:bodyPr>
            <a:noAutofit/>
          </a:bodyPr>
          <a:lstStyle/>
          <a:p>
            <a:pPr algn="l"/>
            <a:r>
              <a:rPr lang="en-AU" sz="2800" dirty="0"/>
              <a:t>Topic : Worded </a:t>
            </a:r>
            <a:r>
              <a:rPr lang="en-AU" sz="2800" dirty="0" smtClean="0"/>
              <a:t>Questions with integers</a:t>
            </a:r>
            <a:r>
              <a:rPr lang="en-AU" sz="2800" dirty="0"/>
              <a:t>	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62261" y="624468"/>
            <a:ext cx="9081739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</a:t>
            </a:r>
            <a:r>
              <a:rPr lang="en-AU" sz="2400" dirty="0" smtClean="0"/>
              <a:t>What strategies can we use to answer </a:t>
            </a:r>
            <a:r>
              <a:rPr lang="en-AU" sz="2400" dirty="0"/>
              <a:t>w</a:t>
            </a:r>
            <a:r>
              <a:rPr lang="en-AU" sz="2400" dirty="0" smtClean="0"/>
              <a:t>orded questions?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98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7C70AAC-042B-43BC-B6CE-81C3703C1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09" y="2543146"/>
            <a:ext cx="8375642" cy="21341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9A4942F-B929-4D78-A04A-B94AA53B0E1B}"/>
              </a:ext>
            </a:extLst>
          </p:cNvPr>
          <p:cNvSpPr txBox="1"/>
          <p:nvPr/>
        </p:nvSpPr>
        <p:spPr>
          <a:xfrm>
            <a:off x="331554" y="1860776"/>
            <a:ext cx="506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While you are waiting……</a:t>
            </a:r>
          </a:p>
        </p:txBody>
      </p:sp>
    </p:spTree>
    <p:extLst>
      <p:ext uri="{BB962C8B-B14F-4D97-AF65-F5344CB8AC3E}">
        <p14:creationId xmlns:p14="http://schemas.microsoft.com/office/powerpoint/2010/main" val="163571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7C70AAC-042B-43BC-B6CE-81C3703C1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16" y="2378893"/>
            <a:ext cx="7924800" cy="20193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9A4942F-B929-4D78-A04A-B94AA53B0E1B}"/>
              </a:ext>
            </a:extLst>
          </p:cNvPr>
          <p:cNvSpPr txBox="1"/>
          <p:nvPr/>
        </p:nvSpPr>
        <p:spPr>
          <a:xfrm>
            <a:off x="331554" y="1860776"/>
            <a:ext cx="506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While you are waiting……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574F809-31FA-45EE-AA89-4D3CAC0B8F78}"/>
              </a:ext>
            </a:extLst>
          </p:cNvPr>
          <p:cNvSpPr txBox="1"/>
          <p:nvPr/>
        </p:nvSpPr>
        <p:spPr>
          <a:xfrm>
            <a:off x="1515035" y="3872753"/>
            <a:ext cx="40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E65ACB8-2CD2-4141-A19D-B77CA3A21A21}"/>
              </a:ext>
            </a:extLst>
          </p:cNvPr>
          <p:cNvSpPr txBox="1"/>
          <p:nvPr/>
        </p:nvSpPr>
        <p:spPr>
          <a:xfrm>
            <a:off x="1169894" y="3388543"/>
            <a:ext cx="54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91F5E67-546B-4132-8EE4-E5432B673829}"/>
              </a:ext>
            </a:extLst>
          </p:cNvPr>
          <p:cNvSpPr txBox="1"/>
          <p:nvPr/>
        </p:nvSpPr>
        <p:spPr>
          <a:xfrm>
            <a:off x="3523129" y="3949842"/>
            <a:ext cx="40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CB0C782-E8FD-45D4-9CF5-9D96120DE6F1}"/>
              </a:ext>
            </a:extLst>
          </p:cNvPr>
          <p:cNvSpPr txBox="1"/>
          <p:nvPr/>
        </p:nvSpPr>
        <p:spPr>
          <a:xfrm>
            <a:off x="3227294" y="3422644"/>
            <a:ext cx="40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2E6896A-E9D1-45CE-80CB-18249B6EBBA7}"/>
              </a:ext>
            </a:extLst>
          </p:cNvPr>
          <p:cNvSpPr txBox="1"/>
          <p:nvPr/>
        </p:nvSpPr>
        <p:spPr>
          <a:xfrm>
            <a:off x="5197421" y="3422644"/>
            <a:ext cx="40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72D07D0-ED52-4F02-9163-DF194BAE93E1}"/>
              </a:ext>
            </a:extLst>
          </p:cNvPr>
          <p:cNvSpPr txBox="1"/>
          <p:nvPr/>
        </p:nvSpPr>
        <p:spPr>
          <a:xfrm>
            <a:off x="5531223" y="3937168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07820930-C7C9-43A4-A392-9F35C9DAB101}"/>
              </a:ext>
            </a:extLst>
          </p:cNvPr>
          <p:cNvSpPr txBox="1"/>
          <p:nvPr/>
        </p:nvSpPr>
        <p:spPr>
          <a:xfrm>
            <a:off x="5844988" y="3422644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078F02B-5E79-4FD3-83DD-F901B1BBFA10}"/>
              </a:ext>
            </a:extLst>
          </p:cNvPr>
          <p:cNvSpPr txBox="1"/>
          <p:nvPr/>
        </p:nvSpPr>
        <p:spPr>
          <a:xfrm>
            <a:off x="7303776" y="3427900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323FDD2-DDF2-47E5-8218-6064116C8BE2}"/>
              </a:ext>
            </a:extLst>
          </p:cNvPr>
          <p:cNvSpPr txBox="1"/>
          <p:nvPr/>
        </p:nvSpPr>
        <p:spPr>
          <a:xfrm>
            <a:off x="7862033" y="3422644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2CFAD19-DCD1-41F4-99BB-4A631F6DE731}"/>
              </a:ext>
            </a:extLst>
          </p:cNvPr>
          <p:cNvSpPr txBox="1"/>
          <p:nvPr/>
        </p:nvSpPr>
        <p:spPr>
          <a:xfrm>
            <a:off x="7523411" y="3907790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-8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63109" y="89187"/>
            <a:ext cx="7277175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smtClean="0"/>
              <a:t>Topic : Worded Questions with integers	</a:t>
            </a:r>
            <a:endParaRPr lang="en-AU" sz="2800" dirty="0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2261" y="624468"/>
            <a:ext cx="9081739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</a:t>
            </a:r>
            <a:r>
              <a:rPr lang="en-AU" sz="2400" dirty="0" smtClean="0"/>
              <a:t>What strategies can we use to answer </a:t>
            </a:r>
            <a:r>
              <a:rPr lang="en-AU" sz="2400" dirty="0"/>
              <a:t>w</a:t>
            </a:r>
            <a:r>
              <a:rPr lang="en-AU" sz="2400" dirty="0" smtClean="0"/>
              <a:t>orded questions?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4935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2525" y="1194206"/>
            <a:ext cx="6858000" cy="2408048"/>
          </a:xfrm>
        </p:spPr>
        <p:txBody>
          <a:bodyPr>
            <a:normAutofit/>
          </a:bodyPr>
          <a:lstStyle/>
          <a:p>
            <a:pPr algn="l"/>
            <a:r>
              <a:rPr lang="en-AU" sz="2400" dirty="0"/>
              <a:t>C - </a:t>
            </a:r>
            <a:r>
              <a:rPr lang="en-AU" sz="2400" u="sng" dirty="0"/>
              <a:t>C</a:t>
            </a:r>
            <a:r>
              <a:rPr lang="en-AU" sz="2400" dirty="0"/>
              <a:t>ircle the numbers in the question</a:t>
            </a:r>
          </a:p>
          <a:p>
            <a:pPr algn="l"/>
            <a:r>
              <a:rPr lang="en-AU" sz="2400" dirty="0"/>
              <a:t>U - </a:t>
            </a:r>
            <a:r>
              <a:rPr lang="en-AU" sz="2400" u="sng" dirty="0"/>
              <a:t>U</a:t>
            </a:r>
            <a:r>
              <a:rPr lang="en-AU" sz="2400" dirty="0"/>
              <a:t>nderline the question</a:t>
            </a:r>
          </a:p>
          <a:p>
            <a:pPr algn="l"/>
            <a:r>
              <a:rPr lang="en-AU" sz="2400" dirty="0"/>
              <a:t>B - </a:t>
            </a:r>
            <a:r>
              <a:rPr lang="en-AU" sz="2400" u="sng" dirty="0"/>
              <a:t>B</a:t>
            </a:r>
            <a:r>
              <a:rPr lang="en-AU" sz="2400" dirty="0"/>
              <a:t>ox the keywords</a:t>
            </a:r>
          </a:p>
          <a:p>
            <a:pPr algn="l"/>
            <a:r>
              <a:rPr lang="en-AU" sz="2400" dirty="0"/>
              <a:t>E - </a:t>
            </a:r>
            <a:r>
              <a:rPr lang="en-AU" sz="2400" u="sng" dirty="0"/>
              <a:t>E</a:t>
            </a:r>
            <a:r>
              <a:rPr lang="en-AU" sz="2400" dirty="0"/>
              <a:t>liminate the unnecessary information</a:t>
            </a:r>
          </a:p>
          <a:p>
            <a:pPr algn="l"/>
            <a:r>
              <a:rPr lang="en-AU" sz="2400" dirty="0"/>
              <a:t>S - </a:t>
            </a:r>
            <a:r>
              <a:rPr lang="en-AU" sz="2400" u="sng" dirty="0"/>
              <a:t>S</a:t>
            </a:r>
            <a:r>
              <a:rPr lang="en-AU" sz="2400" dirty="0"/>
              <a:t>olve the question with working out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E28243A-9660-464A-8C00-2B51FE6DCAA4}"/>
              </a:ext>
            </a:extLst>
          </p:cNvPr>
          <p:cNvSpPr txBox="1"/>
          <p:nvPr/>
        </p:nvSpPr>
        <p:spPr>
          <a:xfrm>
            <a:off x="267286" y="1362095"/>
            <a:ext cx="1301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C.U.B.E.S?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1261ACF-63F1-41BA-A972-7D2F98E431BF}"/>
              </a:ext>
            </a:extLst>
          </p:cNvPr>
          <p:cNvSpPr txBox="1"/>
          <p:nvPr/>
        </p:nvSpPr>
        <p:spPr>
          <a:xfrm>
            <a:off x="2433586" y="3363756"/>
            <a:ext cx="586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r>
              <a:rPr lang="en-AU" dirty="0"/>
              <a:t>Jane spent $42 for shoes she also bought a new hat, sunglasses and a new shirt.  This was $14 less than she spent for the new shirt.  How much was the shirt?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3048214F-7695-41CF-A086-0381F57ED4E1}"/>
              </a:ext>
            </a:extLst>
          </p:cNvPr>
          <p:cNvSpPr/>
          <p:nvPr/>
        </p:nvSpPr>
        <p:spPr>
          <a:xfrm>
            <a:off x="3608990" y="3684218"/>
            <a:ext cx="400929" cy="30948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7A8126E3-1A25-4072-BCFD-D0D075379F7B}"/>
              </a:ext>
            </a:extLst>
          </p:cNvPr>
          <p:cNvSpPr/>
          <p:nvPr/>
        </p:nvSpPr>
        <p:spPr>
          <a:xfrm>
            <a:off x="5912765" y="3951502"/>
            <a:ext cx="481629" cy="309489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E9669D5D-05C2-41D4-88FD-848BE31E582E}"/>
              </a:ext>
            </a:extLst>
          </p:cNvPr>
          <p:cNvCxnSpPr/>
          <p:nvPr/>
        </p:nvCxnSpPr>
        <p:spPr>
          <a:xfrm>
            <a:off x="4263138" y="4514213"/>
            <a:ext cx="24126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7B85A48-0C02-40BE-96B1-E09DC5B35B4A}"/>
              </a:ext>
            </a:extLst>
          </p:cNvPr>
          <p:cNvSpPr/>
          <p:nvPr/>
        </p:nvSpPr>
        <p:spPr>
          <a:xfrm>
            <a:off x="2990012" y="3684218"/>
            <a:ext cx="618978" cy="30948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4E77F643-DF31-4A39-B759-E93ABC42BD65}"/>
              </a:ext>
            </a:extLst>
          </p:cNvPr>
          <p:cNvSpPr/>
          <p:nvPr/>
        </p:nvSpPr>
        <p:spPr>
          <a:xfrm>
            <a:off x="6387360" y="3958540"/>
            <a:ext cx="443131" cy="30245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ED0F6040-B240-4BB2-B4F3-CF12D34B0794}"/>
              </a:ext>
            </a:extLst>
          </p:cNvPr>
          <p:cNvCxnSpPr>
            <a:cxnSpLocks/>
          </p:cNvCxnSpPr>
          <p:nvPr/>
        </p:nvCxnSpPr>
        <p:spPr>
          <a:xfrm>
            <a:off x="6394394" y="3853031"/>
            <a:ext cx="104804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E2516766-412C-4EC2-8B60-CCC9BE51BC51}"/>
              </a:ext>
            </a:extLst>
          </p:cNvPr>
          <p:cNvCxnSpPr>
            <a:cxnSpLocks/>
          </p:cNvCxnSpPr>
          <p:nvPr/>
        </p:nvCxnSpPr>
        <p:spPr>
          <a:xfrm>
            <a:off x="2577025" y="4132040"/>
            <a:ext cx="1573572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E841BCD-2C1C-4BFC-9E90-83C7321C66AF}"/>
              </a:ext>
            </a:extLst>
          </p:cNvPr>
          <p:cNvSpPr txBox="1"/>
          <p:nvPr/>
        </p:nvSpPr>
        <p:spPr>
          <a:xfrm>
            <a:off x="3039250" y="4610239"/>
            <a:ext cx="4403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42 = shirt - 14</a:t>
            </a:r>
          </a:p>
          <a:p>
            <a:r>
              <a:rPr lang="en-AU" dirty="0"/>
              <a:t>42 + 14 = shirt</a:t>
            </a:r>
          </a:p>
          <a:p>
            <a:r>
              <a:rPr lang="en-AU" dirty="0"/>
              <a:t>56 = shirt       The shirt cost $56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23825" y="20539"/>
            <a:ext cx="7277175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smtClean="0"/>
              <a:t>Topic : Worded Questions with integers	</a:t>
            </a:r>
            <a:endParaRPr lang="en-AU" sz="2800" dirty="0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62261" y="624468"/>
            <a:ext cx="9081739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</a:t>
            </a:r>
            <a:r>
              <a:rPr lang="en-AU" sz="2400" dirty="0" smtClean="0"/>
              <a:t>What strategies can we use to answer </a:t>
            </a:r>
            <a:r>
              <a:rPr lang="en-AU" sz="2400" dirty="0"/>
              <a:t>w</a:t>
            </a:r>
            <a:r>
              <a:rPr lang="en-AU" sz="2400" dirty="0" smtClean="0"/>
              <a:t>orded questions?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4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9D67D5-AF1D-4AF5-B3ED-ABE789A4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C574709-FC47-4E7E-A682-332EAB790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172" y="304271"/>
            <a:ext cx="8373656" cy="2149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20064FE-D557-4ED4-88D3-0023236FC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72" y="2544105"/>
            <a:ext cx="6782723" cy="27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05992F8-FE97-4A22-A1AE-D99FFF2C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41" y="490654"/>
            <a:ext cx="8685231" cy="46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0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DEFE24B-A927-452A-8F0C-AA4FA5E5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836341"/>
            <a:ext cx="7699918" cy="38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81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92" y="1586214"/>
            <a:ext cx="2752022" cy="282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28650" y="4764023"/>
            <a:ext cx="8030718" cy="890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Complete </a:t>
            </a:r>
            <a:r>
              <a:rPr lang="en-US" smtClean="0"/>
              <a:t>your Summary!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084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1004</TotalTime>
  <Words>293</Words>
  <Application>Microsoft Macintosh PowerPoint</Application>
  <PresentationFormat>On-screen Show (16:10)</PresentationFormat>
  <Paragraphs>90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Calibri Light</vt:lpstr>
      <vt:lpstr>Cambria Math</vt:lpstr>
      <vt:lpstr>Chalkduster</vt:lpstr>
      <vt:lpstr>Kiwi School Handwriting</vt:lpstr>
      <vt:lpstr>Arial</vt:lpstr>
      <vt:lpstr>Office Theme</vt:lpstr>
      <vt:lpstr>PowerPoint Presentation</vt:lpstr>
      <vt:lpstr>My Numbers and Operations Interactive Notebook </vt:lpstr>
      <vt:lpstr>Interactive Notebooks!</vt:lpstr>
      <vt:lpstr>PowerPoint Presentation</vt:lpstr>
      <vt:lpstr>PowerPoint Presentation</vt:lpstr>
      <vt:lpstr>Learning Intentions</vt:lpstr>
      <vt:lpstr>Topic : Worded Questions with integers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SUMMERS Brad [Baldivis Secondary College]</cp:lastModifiedBy>
  <cp:revision>43</cp:revision>
  <dcterms:created xsi:type="dcterms:W3CDTF">2017-06-08T21:35:48Z</dcterms:created>
  <dcterms:modified xsi:type="dcterms:W3CDTF">2018-03-05T03:04:47Z</dcterms:modified>
</cp:coreProperties>
</file>