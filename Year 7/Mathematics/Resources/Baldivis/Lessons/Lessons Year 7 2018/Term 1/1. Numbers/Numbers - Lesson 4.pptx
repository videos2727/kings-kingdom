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57" r:id="rId3"/>
    <p:sldId id="263" r:id="rId4"/>
    <p:sldId id="258" r:id="rId5"/>
    <p:sldId id="259" r:id="rId6"/>
    <p:sldId id="266" r:id="rId7"/>
    <p:sldId id="261" r:id="rId8"/>
    <p:sldId id="260" r:id="rId9"/>
    <p:sldId id="264" r:id="rId10"/>
    <p:sldId id="262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2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6D1BD-C5B1-4337-A6CD-DEDADFE99225}" type="datetimeFigureOut">
              <a:rPr lang="en-AU" smtClean="0"/>
              <a:t>26/2/18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531573-92E8-43F9-9E4D-72B00DCA88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8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Ask student to write questions for the notes. </a:t>
            </a:r>
          </a:p>
          <a:p>
            <a:r>
              <a:rPr lang="en-AU" dirty="0"/>
              <a:t>Model Chunking</a:t>
            </a:r>
            <a:r>
              <a:rPr lang="en-AU" baseline="0" dirty="0"/>
              <a:t> of notes.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490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7825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3692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3709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588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201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3369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7DE6118-2437-4B30-8E3C-4D2BE6020583}" type="datetimeFigureOut">
              <a:rPr lang="en-US" smtClean="0"/>
              <a:pPr/>
              <a:t>2/26/18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167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2/26/18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8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51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2/26/18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65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2/26/18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276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gif"/><Relationship Id="rId3" Type="http://schemas.openxmlformats.org/officeDocument/2006/relationships/image" Target="http://www.mathgoodies.com/lessons/vol5/images/no_line10.gif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http://www.mathgoodies.com/lessons/vol5/images/no_line10.gif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http://www.mathgoodies.com/lessons/vol5/images/no_line10.gif" TargetMode="External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4" Type="http://schemas.openxmlformats.org/officeDocument/2006/relationships/image" Target="http://www.mathgoodies.com/lessons/vol5/images/no_line10.gif" TargetMode="External"/><Relationship Id="rId5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226A22-073F-4E2B-B2D1-2E0482F0C6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AU" cap="none" dirty="0"/>
              <a:t>Adding and Subtracting </a:t>
            </a:r>
            <a:r>
              <a:rPr lang="en-AU" dirty="0"/>
              <a:t>I</a:t>
            </a:r>
            <a:r>
              <a:rPr lang="en-AU" cap="none" dirty="0"/>
              <a:t>ntegers</a:t>
            </a:r>
          </a:p>
        </p:txBody>
      </p:sp>
    </p:spTree>
    <p:extLst>
      <p:ext uri="{BB962C8B-B14F-4D97-AF65-F5344CB8AC3E}">
        <p14:creationId xmlns:p14="http://schemas.microsoft.com/office/powerpoint/2010/main" val="296232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E91A26-E114-4D29-96D0-666B3A60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</a:t>
            </a:r>
          </a:p>
        </p:txBody>
      </p:sp>
      <p:pic>
        <p:nvPicPr>
          <p:cNvPr id="4" name="Picture 4" descr="[IMAGE]">
            <a:extLst>
              <a:ext uri="{FF2B5EF4-FFF2-40B4-BE49-F238E27FC236}">
                <a16:creationId xmlns:a16="http://schemas.microsoft.com/office/drawing/2014/main" xmlns="" id="{DBEB4237-A68E-4572-B897-6AE2A30E2D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82" y="2406279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xmlns="" id="{8587FB02-F7F9-4FA9-8511-BE11E6591130}"/>
              </a:ext>
            </a:extLst>
          </p:cNvPr>
          <p:cNvGrpSpPr/>
          <p:nvPr/>
        </p:nvGrpSpPr>
        <p:grpSpPr>
          <a:xfrm>
            <a:off x="2627434" y="3548528"/>
            <a:ext cx="7467600" cy="838200"/>
            <a:chOff x="4099618" y="3804560"/>
            <a:chExt cx="7467600" cy="838200"/>
          </a:xfrm>
        </p:grpSpPr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xmlns="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xmlns="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8" name="AutoShape 7">
              <a:extLst>
                <a:ext uri="{FF2B5EF4-FFF2-40B4-BE49-F238E27FC236}">
                  <a16:creationId xmlns:a16="http://schemas.microsoft.com/office/drawing/2014/main" xmlns="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xmlns="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9047B76-E6D7-4EF7-9CD0-020AE06081B0}"/>
              </a:ext>
            </a:extLst>
          </p:cNvPr>
          <p:cNvSpPr txBox="1"/>
          <p:nvPr/>
        </p:nvSpPr>
        <p:spPr>
          <a:xfrm>
            <a:off x="4083729" y="521120"/>
            <a:ext cx="4829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integers?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8E9D982-4C52-4DD7-B3CF-696A68DA1A26}"/>
              </a:ext>
            </a:extLst>
          </p:cNvPr>
          <p:cNvSpPr txBox="1"/>
          <p:nvPr/>
        </p:nvSpPr>
        <p:spPr>
          <a:xfrm>
            <a:off x="4303834" y="1899204"/>
            <a:ext cx="427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and Negative whole numbers</a:t>
            </a:r>
          </a:p>
        </p:txBody>
      </p:sp>
    </p:spTree>
    <p:extLst>
      <p:ext uri="{BB962C8B-B14F-4D97-AF65-F5344CB8AC3E}">
        <p14:creationId xmlns:p14="http://schemas.microsoft.com/office/powerpoint/2010/main" val="2763149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3303DDE-836B-4280-941A-0B23EF63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Which number is greater?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B12BCD5-4525-45B1-94AF-4EA35CC43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AU" sz="6600" dirty="0"/>
              <a:t> - 1 		and 		0</a:t>
            </a:r>
          </a:p>
          <a:p>
            <a:pPr algn="ctr"/>
            <a:r>
              <a:rPr lang="en-AU" sz="6600" dirty="0"/>
              <a:t>2 			and 		-4</a:t>
            </a:r>
          </a:p>
          <a:p>
            <a:pPr algn="ctr"/>
            <a:r>
              <a:rPr lang="en-AU" sz="6600" dirty="0"/>
              <a:t>- 20	 	  and 		-25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xmlns="" id="{6C6337ED-6787-424F-870C-51250CD71291}"/>
              </a:ext>
            </a:extLst>
          </p:cNvPr>
          <p:cNvSpPr/>
          <p:nvPr/>
        </p:nvSpPr>
        <p:spPr>
          <a:xfrm>
            <a:off x="8248261" y="1845734"/>
            <a:ext cx="1436915" cy="100943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xmlns="" id="{7A2ABFEC-7F8A-43AC-B310-1BA6BC82DC5A}"/>
              </a:ext>
            </a:extLst>
          </p:cNvPr>
          <p:cNvSpPr/>
          <p:nvPr/>
        </p:nvSpPr>
        <p:spPr>
          <a:xfrm>
            <a:off x="2668554" y="2847981"/>
            <a:ext cx="1436915" cy="100943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xmlns="" id="{C455AF72-569F-40D1-B6AF-9300BD89E4BF}"/>
              </a:ext>
            </a:extLst>
          </p:cNvPr>
          <p:cNvSpPr/>
          <p:nvPr/>
        </p:nvSpPr>
        <p:spPr>
          <a:xfrm>
            <a:off x="2450841" y="3942011"/>
            <a:ext cx="1654628" cy="1143173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106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xmlns="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xmlns="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xmlns="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3!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8176B8B9-8A6C-4F0E-82B4-2350F58EB9FE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837CF890-2C95-4E5F-B5AB-EBC8558F5050}"/>
              </a:ext>
            </a:extLst>
          </p:cNvPr>
          <p:cNvSpPr/>
          <p:nvPr/>
        </p:nvSpPr>
        <p:spPr>
          <a:xfrm>
            <a:off x="8714557" y="2981917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-2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-4!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53A30B4E-311C-46BF-87A1-066F4C996135}"/>
              </a:ext>
            </a:extLst>
          </p:cNvPr>
          <p:cNvSpPr/>
          <p:nvPr/>
        </p:nvSpPr>
        <p:spPr>
          <a:xfrm>
            <a:off x="6891530" y="295756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C931E907-0E6B-4D73-B53A-E09E5B0F42A2}"/>
              </a:ext>
            </a:extLst>
          </p:cNvPr>
          <p:cNvSpPr/>
          <p:nvPr/>
        </p:nvSpPr>
        <p:spPr>
          <a:xfrm>
            <a:off x="6199145" y="2964062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27" y="219281"/>
            <a:ext cx="9664700" cy="9271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27" y="1249612"/>
            <a:ext cx="8789555" cy="23135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27" y="3563162"/>
            <a:ext cx="8512464" cy="19579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27" y="5563564"/>
            <a:ext cx="9288318" cy="1205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88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3E7EEC-E186-47EA-9EA1-10C7B203CDF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066" t="30947" r="27704" b="24973"/>
          <a:stretch/>
        </p:blipFill>
        <p:spPr>
          <a:xfrm>
            <a:off x="473288" y="1090808"/>
            <a:ext cx="8028426" cy="3604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291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xmlns="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-3 - 2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86ADDE0A-3670-45F1-9492-77BD36106644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-3 and go to the </a:t>
            </a:r>
            <a:r>
              <a:rPr lang="en-AU" b="1" dirty="0"/>
              <a:t>left</a:t>
            </a:r>
            <a:r>
              <a:rPr lang="en-AU" dirty="0"/>
              <a:t> 2 </a:t>
            </a:r>
          </a:p>
          <a:p>
            <a:endParaRPr lang="en-AU" dirty="0"/>
          </a:p>
          <a:p>
            <a:r>
              <a:rPr lang="en-AU" dirty="0"/>
              <a:t>Get to -5!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xmlns="" id="{8176B8B9-8A6C-4F0E-82B4-2350F58EB9FE}"/>
              </a:ext>
            </a:extLst>
          </p:cNvPr>
          <p:cNvSpPr/>
          <p:nvPr/>
        </p:nvSpPr>
        <p:spPr>
          <a:xfrm>
            <a:off x="5815918" y="2905781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xmlns="" id="{837CF890-2C95-4E5F-B5AB-EBC8558F5050}"/>
              </a:ext>
            </a:extLst>
          </p:cNvPr>
          <p:cNvSpPr/>
          <p:nvPr/>
        </p:nvSpPr>
        <p:spPr>
          <a:xfrm>
            <a:off x="6545811" y="2911000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-4 -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1200329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-4 and go to the </a:t>
            </a:r>
            <a:r>
              <a:rPr lang="en-AU" b="1" dirty="0"/>
              <a:t>right </a:t>
            </a:r>
            <a:r>
              <a:rPr lang="en-AU" dirty="0"/>
              <a:t>2 </a:t>
            </a:r>
          </a:p>
          <a:p>
            <a:endParaRPr lang="en-AU" dirty="0"/>
          </a:p>
          <a:p>
            <a:r>
              <a:rPr lang="en-AU" dirty="0"/>
              <a:t>Get to -2!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xmlns="" id="{53A30B4E-311C-46BF-87A1-066F4C996135}"/>
              </a:ext>
            </a:extLst>
          </p:cNvPr>
          <p:cNvSpPr/>
          <p:nvPr/>
        </p:nvSpPr>
        <p:spPr>
          <a:xfrm>
            <a:off x="6199145" y="3219846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xmlns="" id="{C931E907-0E6B-4D73-B53A-E09E5B0F42A2}"/>
              </a:ext>
            </a:extLst>
          </p:cNvPr>
          <p:cNvSpPr/>
          <p:nvPr/>
        </p:nvSpPr>
        <p:spPr>
          <a:xfrm>
            <a:off x="6971700" y="3233163"/>
            <a:ext cx="174935" cy="151875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B9A230FC-9375-4D00-95FD-F084E82126C2}"/>
              </a:ext>
            </a:extLst>
          </p:cNvPr>
          <p:cNvGrpSpPr/>
          <p:nvPr/>
        </p:nvGrpSpPr>
        <p:grpSpPr>
          <a:xfrm>
            <a:off x="9249508" y="2912750"/>
            <a:ext cx="2789461" cy="1518573"/>
            <a:chOff x="9249508" y="2912750"/>
            <a:chExt cx="2789461" cy="1518573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xmlns="" id="{B5104453-2801-4978-8D13-AB9353778996}"/>
                </a:ext>
              </a:extLst>
            </p:cNvPr>
            <p:cNvSpPr/>
            <p:nvPr/>
          </p:nvSpPr>
          <p:spPr>
            <a:xfrm>
              <a:off x="9249508" y="4264772"/>
              <a:ext cx="298938" cy="166551"/>
            </a:xfrm>
            <a:prstGeom prst="ellipse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xmlns="" id="{C1BFF258-5500-455D-8CCF-53BDEF6F4DE0}"/>
                </a:ext>
              </a:extLst>
            </p:cNvPr>
            <p:cNvCxnSpPr>
              <a:stCxn id="13" idx="0"/>
            </p:cNvCxnSpPr>
            <p:nvPr/>
          </p:nvCxnSpPr>
          <p:spPr>
            <a:xfrm flipV="1">
              <a:off x="9398977" y="3690805"/>
              <a:ext cx="993531" cy="573967"/>
            </a:xfrm>
            <a:prstGeom prst="straightConnector1">
              <a:avLst/>
            </a:prstGeom>
            <a:ln w="28575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xmlns="" id="{7E6070B1-085D-4D4A-878F-21660446A682}"/>
                </a:ext>
              </a:extLst>
            </p:cNvPr>
            <p:cNvSpPr txBox="1"/>
            <p:nvPr/>
          </p:nvSpPr>
          <p:spPr>
            <a:xfrm>
              <a:off x="10415689" y="2912750"/>
              <a:ext cx="1623280" cy="923330"/>
            </a:xfrm>
            <a:prstGeom prst="rect">
              <a:avLst/>
            </a:prstGeom>
            <a:noFill/>
            <a:ln w="28575"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AU" dirty="0"/>
                <a:t>Two negatives become a positive!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19" grpId="0" animBg="1"/>
      <p:bldP spid="20" grpId="0" animBg="1"/>
      <p:bldP spid="21" grpId="0"/>
      <p:bldP spid="22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6968" y="2025134"/>
            <a:ext cx="1211466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https://</a:t>
            </a:r>
            <a:r>
              <a:rPr lang="en-US" sz="3600" dirty="0" err="1">
                <a:latin typeface="Chalkduster" charset="0"/>
                <a:ea typeface="Chalkduster" charset="0"/>
                <a:cs typeface="Chalkduster" charset="0"/>
              </a:rPr>
              <a:t>www.youtube.com</a:t>
            </a:r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/</a:t>
            </a:r>
            <a:r>
              <a:rPr lang="en-US" sz="3600" dirty="0" err="1">
                <a:latin typeface="Chalkduster" charset="0"/>
                <a:ea typeface="Chalkduster" charset="0"/>
                <a:cs typeface="Chalkduster" charset="0"/>
              </a:rPr>
              <a:t>watch?v</a:t>
            </a:r>
            <a:r>
              <a:rPr lang="en-US" sz="3600" dirty="0">
                <a:latin typeface="Chalkduster" charset="0"/>
                <a:ea typeface="Chalkduster" charset="0"/>
                <a:cs typeface="Chalkduster" charset="0"/>
              </a:rPr>
              <a:t>=</a:t>
            </a:r>
            <a:r>
              <a:rPr lang="en-US" sz="3600" dirty="0" err="1">
                <a:latin typeface="Chalkduster" charset="0"/>
                <a:ea typeface="Chalkduster" charset="0"/>
                <a:cs typeface="Chalkduster" charset="0"/>
              </a:rPr>
              <a:t>DBSviXhkubg</a:t>
            </a:r>
            <a:endParaRPr lang="en-US" sz="3600" dirty="0">
              <a:latin typeface="Chalkduster" charset="0"/>
              <a:ea typeface="Chalkduster" charset="0"/>
              <a:cs typeface="Chalkdust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1633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271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3805149-B95E-4BBF-9456-59914B2F3BAF}"/>
              </a:ext>
            </a:extLst>
          </p:cNvPr>
          <p:cNvSpPr txBox="1"/>
          <p:nvPr/>
        </p:nvSpPr>
        <p:spPr>
          <a:xfrm>
            <a:off x="7499838" y="145915"/>
            <a:ext cx="4237893" cy="92333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Beginner</a:t>
            </a:r>
            <a:r>
              <a:rPr lang="en-AU" dirty="0"/>
              <a:t> – pick 4 from each section </a:t>
            </a:r>
          </a:p>
          <a:p>
            <a:r>
              <a:rPr lang="en-AU" b="1" dirty="0"/>
              <a:t>Intermediate</a:t>
            </a:r>
            <a:r>
              <a:rPr lang="en-AU" dirty="0"/>
              <a:t> – pick 8 from each</a:t>
            </a:r>
          </a:p>
          <a:p>
            <a:r>
              <a:rPr lang="en-AU" b="1" dirty="0"/>
              <a:t>Advanced</a:t>
            </a:r>
            <a:r>
              <a:rPr lang="en-AU" dirty="0"/>
              <a:t> – do all of them!</a:t>
            </a:r>
          </a:p>
        </p:txBody>
      </p:sp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5226A22-073F-4E2B-B2D1-2E0482F0C694}"/>
              </a:ext>
            </a:extLst>
          </p:cNvPr>
          <p:cNvSpPr txBox="1">
            <a:spLocks/>
          </p:cNvSpPr>
          <p:nvPr/>
        </p:nvSpPr>
        <p:spPr>
          <a:xfrm>
            <a:off x="1097280" y="758952"/>
            <a:ext cx="10058400" cy="3566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AU" dirty="0" smtClean="0"/>
              <a:t>Homework </a:t>
            </a:r>
            <a:r>
              <a:rPr lang="mr-IN" dirty="0" smtClean="0"/>
              <a:t>–</a:t>
            </a:r>
            <a:r>
              <a:rPr lang="en-AU" dirty="0" smtClean="0"/>
              <a:t> Freefall Worksheet</a:t>
            </a:r>
          </a:p>
          <a:p>
            <a:pPr algn="ctr"/>
            <a:r>
              <a:rPr lang="en-AU" dirty="0" smtClean="0"/>
              <a:t>Adding and Subtracting Integers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714530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248</TotalTime>
  <Words>346</Words>
  <Application>Microsoft Macintosh PowerPoint</Application>
  <PresentationFormat>Widescreen</PresentationFormat>
  <Paragraphs>87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 Light</vt:lpstr>
      <vt:lpstr>Chalkduster</vt:lpstr>
      <vt:lpstr>Mangal</vt:lpstr>
      <vt:lpstr>Calibri</vt:lpstr>
      <vt:lpstr>Retrospect</vt:lpstr>
      <vt:lpstr>Adding and Subtracting Integers</vt:lpstr>
      <vt:lpstr>Review</vt:lpstr>
      <vt:lpstr>Which number is greater?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 Integers</dc:title>
  <dc:creator>E4092707</dc:creator>
  <cp:lastModifiedBy>SUMMERS Brad [Baldivis Secondary College]</cp:lastModifiedBy>
  <cp:revision>14</cp:revision>
  <dcterms:created xsi:type="dcterms:W3CDTF">2017-07-19T07:13:19Z</dcterms:created>
  <dcterms:modified xsi:type="dcterms:W3CDTF">2018-02-26T12:55:58Z</dcterms:modified>
</cp:coreProperties>
</file>