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93" r:id="rId10"/>
    <p:sldId id="294" r:id="rId11"/>
    <p:sldId id="297" r:id="rId12"/>
    <p:sldId id="280" r:id="rId13"/>
    <p:sldId id="295" r:id="rId14"/>
    <p:sldId id="298" r:id="rId15"/>
    <p:sldId id="289" r:id="rId1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1FEFF-F9E6-2D4A-AF0D-81B63DEC761E}" type="datetimeFigureOut">
              <a:rPr lang="en-US" smtClean="0"/>
              <a:t>3/5/18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8E885-E6A0-2748-AE96-A7F5F98C7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07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07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8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3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15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315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5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84100" y="139668"/>
            <a:ext cx="8775855" cy="543570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2639500" y="2213139"/>
            <a:ext cx="3864900" cy="1288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3621350" y="3681779"/>
            <a:ext cx="1783794" cy="189304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3039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17201" y="128028"/>
            <a:ext cx="8909558" cy="5458916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890300" y="228861"/>
            <a:ext cx="7363500" cy="952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890300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4893212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5023611"/>
            <a:ext cx="91440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251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8" Type="http://schemas.openxmlformats.org/officeDocument/2006/relationships/image" Target="NULL"/><Relationship Id="rId9" Type="http://schemas.openxmlformats.org/officeDocument/2006/relationships/image" Target="NULL"/><Relationship Id="rId10" Type="http://schemas.openxmlformats.org/officeDocument/2006/relationships/image" Target="NUL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866605-74C0-44BB-9088-2F682D488325}"/>
              </a:ext>
            </a:extLst>
          </p:cNvPr>
          <p:cNvSpPr txBox="1"/>
          <p:nvPr/>
        </p:nvSpPr>
        <p:spPr>
          <a:xfrm>
            <a:off x="1954306" y="63236"/>
            <a:ext cx="4495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 smtClean="0">
                <a:latin typeface="Chalkduster" charset="0"/>
                <a:ea typeface="Chalkduster" charset="0"/>
                <a:cs typeface="Chalkduster" charset="0"/>
              </a:rPr>
              <a:t>Naplan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 Starter Questions</a:t>
            </a:r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57" y="648469"/>
            <a:ext cx="6189938" cy="50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0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23" y="1160393"/>
            <a:ext cx="7084754" cy="2163707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My </a:t>
            </a:r>
            <a:r>
              <a:rPr lang="en-AU" dirty="0" smtClean="0">
                <a:latin typeface="Chalkduster" charset="0"/>
                <a:ea typeface="Chalkduster" charset="0"/>
                <a:cs typeface="Chalkduster" charset="0"/>
              </a:rPr>
              <a:t>Numbers and Operations </a:t>
            </a:r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Interactive Notebook</a:t>
            </a:r>
            <a:r>
              <a:rPr lang="en-AU" dirty="0"/>
              <a:t/>
            </a:r>
            <a:br>
              <a:rPr lang="en-AU" dirty="0"/>
            </a:br>
            <a:endParaRPr lang="en-AU" b="1" dirty="0">
              <a:latin typeface="Kiwi School Handwriting" panose="000005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1670" y="535243"/>
            <a:ext cx="5829300" cy="1102519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rmAutofit fontScale="975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 lang="en-AU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03263" y="262218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6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84" y="3115250"/>
                <a:ext cx="1368152" cy="1446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43314" y="2820770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66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58942" y="418791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i="1">
                          <a:solidFill>
                            <a:srgbClr val="FF00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6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153727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6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73367" y="11889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6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810921" y="1294445"/>
            <a:ext cx="10261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950" dirty="0">
                <a:solidFill>
                  <a:srgbClr val="FFFF00"/>
                </a:solidFill>
              </a:rPr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7629" y="74495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23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38" y="612270"/>
                <a:ext cx="1368152" cy="110799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651231" y="321811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95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660310" y="4314875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latin typeface="Cambria Math" charset="0"/>
                        </a:rPr>
                        <m:t>−10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blipFill rotWithShape="0">
                <a:blip r:embed="rId10"/>
                <a:stretch>
                  <a:fillRect r="-16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ubtitle 2"/>
          <p:cNvSpPr txBox="1">
            <a:spLocks/>
          </p:cNvSpPr>
          <p:nvPr/>
        </p:nvSpPr>
        <p:spPr>
          <a:xfrm>
            <a:off x="316432" y="3218113"/>
            <a:ext cx="3161627" cy="1949257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Name: 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Class: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Teacher: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Semester 1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Term 1</a:t>
            </a:r>
          </a:p>
          <a:p>
            <a:endParaRPr lang="en-AU" sz="2100" dirty="0"/>
          </a:p>
        </p:txBody>
      </p:sp>
    </p:spTree>
    <p:extLst>
      <p:ext uri="{BB962C8B-B14F-4D97-AF65-F5344CB8AC3E}">
        <p14:creationId xmlns:p14="http://schemas.microsoft.com/office/powerpoint/2010/main" val="72773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8" y="1378975"/>
            <a:ext cx="5915025" cy="388300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14" y="1285306"/>
            <a:ext cx="2542479" cy="320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324434" y="3557802"/>
            <a:ext cx="3562819" cy="131574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208345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0"/>
            <a:ext cx="561580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6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285751"/>
            <a:ext cx="34370" cy="5132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4811" y="5058651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1046767"/>
            <a:ext cx="4518062" cy="332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168237" y="663111"/>
            <a:ext cx="51497" cy="47661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60348" y="27668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119" y="663111"/>
            <a:ext cx="63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335221" y="681877"/>
            <a:ext cx="2734" cy="47368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43205" y="658832"/>
            <a:ext cx="62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074" y="641573"/>
            <a:ext cx="147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0102" y="335628"/>
            <a:ext cx="26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Glossary or Formula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2184" y="5141750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/>
              <a:t>3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42989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=""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439" y="346635"/>
            <a:ext cx="6457950" cy="969771"/>
          </a:xfrm>
        </p:spPr>
        <p:txBody>
          <a:bodyPr>
            <a:normAutofit/>
          </a:bodyPr>
          <a:lstStyle/>
          <a:p>
            <a:pPr algn="r"/>
            <a:r>
              <a:rPr lang="en-US" sz="405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=""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87" y="3596497"/>
            <a:ext cx="1075302" cy="107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7851358" y="4776639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632" y="1479575"/>
            <a:ext cx="83534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charset="0"/>
              <a:buChar char="•"/>
            </a:pPr>
            <a:r>
              <a:rPr lang="en-US" sz="2400" dirty="0"/>
              <a:t>To learn a bit about the history of number systems✓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expand and solidify our mathematical vocabulary✓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learn the value of the place </a:t>
            </a:r>
            <a:r>
              <a:rPr lang="en-US" sz="2400" dirty="0" smtClean="0"/>
              <a:t>system</a:t>
            </a:r>
            <a:r>
              <a:rPr lang="en-US" sz="2400" dirty="0"/>
              <a:t> 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compare, order, add and subtract </a:t>
            </a:r>
            <a:r>
              <a:rPr lang="en-US" sz="2400" dirty="0"/>
              <a:t>integers✓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14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44000" cy="47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2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34314" y="1137917"/>
            <a:ext cx="24713" cy="4577083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878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Mental Strategies and Order of Operations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some mental strategies we use to solve problems?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5501" y="1251457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We’re going to cover some useful strategies for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doing calculations in your head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501" y="1728417"/>
            <a:ext cx="8084319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Strategy 1 </a:t>
            </a:r>
            <a:r>
              <a:rPr lang="mr-IN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–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Make easy numbers. This strategy uses two properties of numbers:</a:t>
            </a:r>
          </a:p>
          <a:p>
            <a:pPr marL="342900" indent="-342900" defTabSz="685595">
              <a:buFont typeface="+mj-lt"/>
              <a:buAutoNum type="arabicPeriod"/>
            </a:pP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 order in which you add or multiply any two numbers does not change the result</a:t>
            </a:r>
            <a:endParaRPr lang="en-AU" sz="1799" b="1" dirty="0" smtClean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617" y="2454822"/>
            <a:ext cx="4852086" cy="6248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46614" y="3114507"/>
            <a:ext cx="401185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This is known as the </a:t>
            </a:r>
            <a:r>
              <a:rPr lang="en-AU" sz="17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commutative law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.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5500" y="3518506"/>
            <a:ext cx="8240864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5595">
              <a:buAutoNum type="arabicPeriod" startAt="2"/>
            </a:pP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 order in which thre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 or more numbers are added or multiplied is not</a:t>
            </a:r>
          </a:p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    important.                  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169" y="4349412"/>
            <a:ext cx="5903064" cy="113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2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650789" y="1109753"/>
            <a:ext cx="0" cy="4605247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878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Mental Strategies and Order of Operations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some mental strategies we use to solve problems?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89" y="1278914"/>
            <a:ext cx="5980670" cy="1161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51197" y="2484249"/>
            <a:ext cx="401185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This is known as the </a:t>
            </a:r>
            <a:r>
              <a:rPr lang="en-AU" sz="17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associative law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.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1977" y="2988054"/>
            <a:ext cx="8084319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Important note: The commutative and associative laws DO NOT apply to subtraction and division.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706" y="3794705"/>
            <a:ext cx="5225170" cy="171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650789" y="1109753"/>
            <a:ext cx="0" cy="4605247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878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Mental Strategies and Order of Operations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some mental strategies we use to solve problems?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7262" y="1201246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These laws come in handy because multiples of 10 are easy to add and multiply. 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16" y="1661481"/>
            <a:ext cx="7636476" cy="8505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262" y="2510482"/>
            <a:ext cx="8406738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Strategy 2 </a:t>
            </a:r>
            <a:r>
              <a:rPr lang="mr-IN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–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Use the </a:t>
            </a:r>
            <a:r>
              <a:rPr lang="en-AU" sz="17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distributive law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. This law allows us to multiply a large number by splitting it into 10s and 1s (or 100s, 10s, 1s)</a:t>
            </a:r>
            <a:endParaRPr lang="en-AU" sz="1799" b="1" i="1" dirty="0" smtClean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54" y="3289202"/>
            <a:ext cx="6573966" cy="263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54" y="3734849"/>
            <a:ext cx="5779530" cy="178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" y="551644"/>
            <a:ext cx="7004812" cy="10291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84" y="1826871"/>
            <a:ext cx="6077966" cy="289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28" y="2305185"/>
            <a:ext cx="7010654" cy="6656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84" y="3282225"/>
            <a:ext cx="8401304" cy="20512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76" y="112546"/>
            <a:ext cx="7223760" cy="34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2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868" y="1723374"/>
            <a:ext cx="2752022" cy="28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84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650789" y="1109753"/>
            <a:ext cx="0" cy="4605247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6878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Mental Strategies and Order of Operations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are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some mental strategies we use to solve problems?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5501" y="1255220"/>
            <a:ext cx="8084319" cy="119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Earlier we learned about Order of Operations.</a:t>
            </a:r>
          </a:p>
          <a:p>
            <a:pPr defTabSz="685595"/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Order of Operations are needed to figure out the correct answer to questions involving multiple operations.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4992624" y="2375090"/>
            <a:ext cx="356616" cy="31957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45501" y="2614722"/>
            <a:ext cx="7788500" cy="382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Ex: 1+ 2 x 3 + 4 Can have three answers: 11, 13 and 15. Which one is correct?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30" y="3710940"/>
            <a:ext cx="7603660" cy="176631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56725" y="3156881"/>
            <a:ext cx="7788500" cy="382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Remember these rules: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03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68" y="836233"/>
            <a:ext cx="5618988" cy="2743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80" y="2675617"/>
            <a:ext cx="7737287" cy="2538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87" y="3149961"/>
            <a:ext cx="6316627" cy="6483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68" y="4044407"/>
            <a:ext cx="8231701" cy="2637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88" y="4495267"/>
            <a:ext cx="6331204" cy="1038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87" y="1271809"/>
            <a:ext cx="1648461" cy="12567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143" y="1220809"/>
            <a:ext cx="2784503" cy="12741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6607" y="9215"/>
            <a:ext cx="2626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36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Your Turn</a:t>
            </a:r>
            <a:endParaRPr lang="en-AU" sz="36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73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D866605-74C0-44BB-9088-2F682D488325}"/>
              </a:ext>
            </a:extLst>
          </p:cNvPr>
          <p:cNvSpPr txBox="1"/>
          <p:nvPr/>
        </p:nvSpPr>
        <p:spPr>
          <a:xfrm>
            <a:off x="2380285" y="168516"/>
            <a:ext cx="4495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Classwork/Homework</a:t>
            </a:r>
            <a:endParaRPr lang="en-AU" sz="24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The 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operation theatre</a:t>
            </a:r>
          </a:p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worksheet</a:t>
            </a:r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4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1283</TotalTime>
  <Words>423</Words>
  <Application>Microsoft Macintosh PowerPoint</Application>
  <PresentationFormat>On-screen Show (16:10)</PresentationFormat>
  <Paragraphs>95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Calibri Light</vt:lpstr>
      <vt:lpstr>Cambria Math</vt:lpstr>
      <vt:lpstr>Chalkduster</vt:lpstr>
      <vt:lpstr>Kiwi School Handwriting</vt:lpstr>
      <vt:lpstr>Mangal</vt:lpstr>
      <vt:lpstr>Arial</vt:lpstr>
      <vt:lpstr>Office Theme</vt:lpstr>
      <vt:lpstr>PowerPoint Presentation</vt:lpstr>
      <vt:lpstr>My Numbers and Operations Interactive Notebook </vt:lpstr>
      <vt:lpstr>Interactive Notebooks!</vt:lpstr>
      <vt:lpstr>PowerPoint Presentation</vt:lpstr>
      <vt:lpstr>PowerPoint Presentation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SUMMERS Brad [Baldivis Secondary College]</cp:lastModifiedBy>
  <cp:revision>56</cp:revision>
  <dcterms:created xsi:type="dcterms:W3CDTF">2017-06-08T21:35:48Z</dcterms:created>
  <dcterms:modified xsi:type="dcterms:W3CDTF">2018-03-05T08:22:52Z</dcterms:modified>
</cp:coreProperties>
</file>