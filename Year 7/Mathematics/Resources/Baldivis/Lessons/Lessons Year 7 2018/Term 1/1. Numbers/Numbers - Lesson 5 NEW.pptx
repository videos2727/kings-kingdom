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3" r:id="rId10"/>
    <p:sldId id="284" r:id="rId11"/>
    <p:sldId id="285" r:id="rId12"/>
    <p:sldId id="286" r:id="rId13"/>
    <p:sldId id="287" r:id="rId14"/>
    <p:sldId id="280" r:id="rId15"/>
    <p:sldId id="288" r:id="rId16"/>
    <p:sldId id="289" r:id="rId1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1FEFF-F9E6-2D4A-AF0D-81B63DEC761E}" type="datetimeFigureOut">
              <a:rPr lang="en-US" smtClean="0"/>
              <a:t>3/5/18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8E885-E6A0-2748-AE96-A7F5F98C7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07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107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8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83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4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6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07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5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31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84100" y="139668"/>
            <a:ext cx="8775855" cy="543570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2639500" y="2213139"/>
            <a:ext cx="3864900" cy="1288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3621350" y="3681779"/>
            <a:ext cx="1783794" cy="189304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3039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17201" y="128028"/>
            <a:ext cx="8909558" cy="5458916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890300" y="228861"/>
            <a:ext cx="7363500" cy="952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890300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4893212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5023611"/>
            <a:ext cx="91440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251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8" Type="http://schemas.openxmlformats.org/officeDocument/2006/relationships/image" Target="NULL"/><Relationship Id="rId9" Type="http://schemas.openxmlformats.org/officeDocument/2006/relationships/image" Target="NULL"/><Relationship Id="rId10" Type="http://schemas.openxmlformats.org/officeDocument/2006/relationships/image" Target="NUL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866605-74C0-44BB-9088-2F682D488325}"/>
              </a:ext>
            </a:extLst>
          </p:cNvPr>
          <p:cNvSpPr txBox="1"/>
          <p:nvPr/>
        </p:nvSpPr>
        <p:spPr>
          <a:xfrm>
            <a:off x="1822501" y="186804"/>
            <a:ext cx="4495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err="1" smtClean="0">
                <a:latin typeface="Chalkduster" charset="0"/>
                <a:ea typeface="Chalkduster" charset="0"/>
                <a:cs typeface="Chalkduster" charset="0"/>
              </a:rPr>
              <a:t>Naplan</a:t>
            </a: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 Starter Questions</a:t>
            </a:r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" y="748696"/>
            <a:ext cx="3264072" cy="15996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93" y="3205377"/>
            <a:ext cx="3908683" cy="21524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504" y="748696"/>
            <a:ext cx="3832963" cy="15331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749" y="3205377"/>
            <a:ext cx="4052810" cy="140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0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623" y="1160393"/>
            <a:ext cx="7084754" cy="2163707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My </a:t>
            </a:r>
            <a:r>
              <a:rPr lang="en-AU" dirty="0" smtClean="0">
                <a:latin typeface="Chalkduster" charset="0"/>
                <a:ea typeface="Chalkduster" charset="0"/>
                <a:cs typeface="Chalkduster" charset="0"/>
              </a:rPr>
              <a:t>Numbers and Operations </a:t>
            </a:r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Interactive Notebook</a:t>
            </a:r>
            <a:r>
              <a:rPr lang="en-AU" dirty="0"/>
              <a:t/>
            </a:r>
            <a:br>
              <a:rPr lang="en-AU" dirty="0"/>
            </a:br>
            <a:endParaRPr lang="en-AU" b="1" dirty="0">
              <a:latin typeface="Kiwi School Handwriting" panose="00000500000000000000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01670" y="535243"/>
            <a:ext cx="5829300" cy="1102519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rmAutofit fontScale="97500"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 kern="1200">
                <a:solidFill>
                  <a:srgbClr val="7C7F9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 lang="en-AU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03263" y="262218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6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684" y="3115250"/>
                <a:ext cx="1368152" cy="1446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43314" y="2820770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66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58942" y="418791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i="1">
                          <a:solidFill>
                            <a:srgbClr val="FF0000"/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AU" sz="6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0" y="153727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6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173367" y="11889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6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810921" y="1294445"/>
            <a:ext cx="10261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950" dirty="0">
                <a:solidFill>
                  <a:srgbClr val="FFFF00"/>
                </a:solidFill>
              </a:rPr>
              <a:t>-1</a:t>
            </a:r>
            <a:endParaRPr lang="en-AU" sz="495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7629" y="74495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23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38" y="612270"/>
                <a:ext cx="1368152" cy="110799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651231" y="321811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95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660310" y="4314875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latin typeface="Cambria Math" charset="0"/>
                        </a:rPr>
                        <m:t>−10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blipFill rotWithShape="0">
                <a:blip r:embed="rId10"/>
                <a:stretch>
                  <a:fillRect r="-16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ubtitle 2"/>
          <p:cNvSpPr txBox="1">
            <a:spLocks/>
          </p:cNvSpPr>
          <p:nvPr/>
        </p:nvSpPr>
        <p:spPr>
          <a:xfrm>
            <a:off x="316432" y="3218113"/>
            <a:ext cx="3161627" cy="1949257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Name: 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Class: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Teacher: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Semester 1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Term 1</a:t>
            </a:r>
          </a:p>
          <a:p>
            <a:endParaRPr lang="en-AU" sz="2100" dirty="0"/>
          </a:p>
        </p:txBody>
      </p:sp>
    </p:spTree>
    <p:extLst>
      <p:ext uri="{BB962C8B-B14F-4D97-AF65-F5344CB8AC3E}">
        <p14:creationId xmlns:p14="http://schemas.microsoft.com/office/powerpoint/2010/main" val="72773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4488" y="1378975"/>
            <a:ext cx="5915025" cy="388300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14" y="1285306"/>
            <a:ext cx="2542479" cy="320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324434" y="3557802"/>
            <a:ext cx="3562819" cy="131574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208345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00" y="0"/>
            <a:ext cx="496641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6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285751"/>
            <a:ext cx="34370" cy="5132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4811" y="5058651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1046767"/>
            <a:ext cx="4518062" cy="332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168237" y="663111"/>
            <a:ext cx="51497" cy="47661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60348" y="27668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119" y="663111"/>
            <a:ext cx="631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335221" y="681877"/>
            <a:ext cx="2734" cy="47368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43205" y="658832"/>
            <a:ext cx="62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074" y="641573"/>
            <a:ext cx="147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0102" y="335628"/>
            <a:ext cx="26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Glossary or Formula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2184" y="5141750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/>
              <a:t>3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42989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=""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439" y="346635"/>
            <a:ext cx="6457950" cy="969771"/>
          </a:xfrm>
        </p:spPr>
        <p:txBody>
          <a:bodyPr>
            <a:normAutofit/>
          </a:bodyPr>
          <a:lstStyle/>
          <a:p>
            <a:pPr algn="r"/>
            <a:r>
              <a:rPr lang="en-US" sz="405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=""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87" y="3596497"/>
            <a:ext cx="1075302" cy="107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7851358" y="4776639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632" y="1479575"/>
            <a:ext cx="83534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charset="0"/>
              <a:buChar char="•"/>
            </a:pPr>
            <a:r>
              <a:rPr lang="en-US" sz="2400" dirty="0"/>
              <a:t>To learn a bit about the history of number systems✓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expand and solidify our mathematical </a:t>
            </a:r>
            <a:r>
              <a:rPr lang="en-US" sz="2400" dirty="0"/>
              <a:t>vocabulary✓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learn the value of the place </a:t>
            </a:r>
            <a:r>
              <a:rPr lang="en-US" sz="2400" dirty="0" smtClean="0"/>
              <a:t>system</a:t>
            </a:r>
            <a:r>
              <a:rPr lang="en-US" sz="2400" dirty="0"/>
              <a:t> 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compare, order, add and subtract integers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14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700"/>
            <a:ext cx="9144000" cy="390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2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61836" y="1183720"/>
            <a:ext cx="5429" cy="3612386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437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Simplifying Adding and Subtracting of Integers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65497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the rules for adding and subtracting negative integers?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20111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481350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3509" y="4848299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473" y="1305121"/>
            <a:ext cx="8084319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By now, we should all have a personal number line glued into our INBs. If you don’t, grab one from me and glue it into your book.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3472" y="1980095"/>
            <a:ext cx="80843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Adding negative integers: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72" y="2508298"/>
            <a:ext cx="4719828" cy="122394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72" y="3985513"/>
            <a:ext cx="6085968" cy="7385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-8304" y="3937753"/>
            <a:ext cx="58366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Ex: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2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34314" y="1183720"/>
            <a:ext cx="32952" cy="453128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437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Simplifying Adding and Subtracting of Integers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65497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the rules for adding and subtracting negative integers?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20111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331" y="1976363"/>
            <a:ext cx="3071724" cy="19503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54" y="3974672"/>
            <a:ext cx="3183497" cy="1623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331" y="3905678"/>
            <a:ext cx="3319065" cy="16926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35" y="1303831"/>
            <a:ext cx="4597057" cy="56981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35" y="1976363"/>
            <a:ext cx="3118733" cy="196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1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34314" y="1183720"/>
            <a:ext cx="32952" cy="453128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437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Simplifying Adding and Subtracting of Integers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65497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the rules for adding and subtracting negative integers?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20111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888" y="1272041"/>
            <a:ext cx="80843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Subtracting negative integers: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41" y="1903020"/>
            <a:ext cx="5491608" cy="1670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39" y="4474972"/>
            <a:ext cx="6747633" cy="8071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041" y="3913564"/>
            <a:ext cx="80843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Ex: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3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630931" y="1134701"/>
            <a:ext cx="3383" cy="4580299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437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Simplifying Adding and Subtracting of Integers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65497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the rules for adding and subtracting negative integers?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34701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11" y="1798219"/>
            <a:ext cx="3398190" cy="21276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110" y="1829507"/>
            <a:ext cx="3215111" cy="20759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11" y="3923646"/>
            <a:ext cx="3398190" cy="17913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110" y="3905465"/>
            <a:ext cx="3345514" cy="182771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11" y="1182569"/>
            <a:ext cx="5146838" cy="6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8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630931" y="1134701"/>
            <a:ext cx="3383" cy="4580299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437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Simplifying Adding and Subtracting of Integers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65497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the rules for adding and subtracting negative integers?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34701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4171" y="1220761"/>
            <a:ext cx="80843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 </a:t>
            </a:r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Rules for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addition </a:t>
            </a:r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and subtraction: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90" y="4200584"/>
            <a:ext cx="7519525" cy="13478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90" y="1794697"/>
            <a:ext cx="7265599" cy="2201155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H="1">
            <a:off x="4573189" y="2999232"/>
            <a:ext cx="949787" cy="4256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22976" y="2723736"/>
            <a:ext cx="1843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Remember this!!!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00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630931" y="1134701"/>
            <a:ext cx="3383" cy="4580299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437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Simplifying Adding and Subtracting of Integers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65497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the rules for adding and subtracting negative integers?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34701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3" y="1205624"/>
            <a:ext cx="7294858" cy="8114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3" y="2121613"/>
            <a:ext cx="7994935" cy="5757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3" y="2819480"/>
            <a:ext cx="6239183" cy="10461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3" y="3945032"/>
            <a:ext cx="5130292" cy="107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868" y="1723374"/>
            <a:ext cx="2752022" cy="28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84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03" y="1274715"/>
            <a:ext cx="3876929" cy="19848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03" y="3508104"/>
            <a:ext cx="6586982" cy="10389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03" y="4795520"/>
            <a:ext cx="7455662" cy="6247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03" y="571937"/>
            <a:ext cx="8050798" cy="50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2665" y="-50384"/>
            <a:ext cx="2163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800" b="1" u="sng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Your Turn</a:t>
            </a:r>
            <a:endParaRPr lang="en-AU" sz="2800" b="1" u="sng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91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D866605-74C0-44BB-9088-2F682D488325}"/>
              </a:ext>
            </a:extLst>
          </p:cNvPr>
          <p:cNvSpPr txBox="1"/>
          <p:nvPr/>
        </p:nvSpPr>
        <p:spPr>
          <a:xfrm>
            <a:off x="2380285" y="168516"/>
            <a:ext cx="4495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C</a:t>
            </a: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lasswork/Homework</a:t>
            </a:r>
          </a:p>
          <a:p>
            <a:pPr algn="ctr"/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The Ultimate Cool Worksheet</a:t>
            </a:r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4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984</TotalTime>
  <Words>326</Words>
  <Application>Microsoft Macintosh PowerPoint</Application>
  <PresentationFormat>On-screen Show (16:10)</PresentationFormat>
  <Paragraphs>101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Calibri Light</vt:lpstr>
      <vt:lpstr>Cambria Math</vt:lpstr>
      <vt:lpstr>Chalkduster</vt:lpstr>
      <vt:lpstr>Kiwi School Handwriting</vt:lpstr>
      <vt:lpstr>Arial</vt:lpstr>
      <vt:lpstr>Office Theme</vt:lpstr>
      <vt:lpstr>PowerPoint Presentation</vt:lpstr>
      <vt:lpstr>My Numbers and Operations Interactive Notebook </vt:lpstr>
      <vt:lpstr>Interactive Notebooks!</vt:lpstr>
      <vt:lpstr>PowerPoint Presentation</vt:lpstr>
      <vt:lpstr>PowerPoint Presentation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SUMMERS Brad [Baldivis Secondary College]</cp:lastModifiedBy>
  <cp:revision>38</cp:revision>
  <dcterms:created xsi:type="dcterms:W3CDTF">2017-06-08T21:35:48Z</dcterms:created>
  <dcterms:modified xsi:type="dcterms:W3CDTF">2018-03-05T02:41:20Z</dcterms:modified>
</cp:coreProperties>
</file>