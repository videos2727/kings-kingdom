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notesMasterIdLst>
    <p:notesMasterId r:id="rId13"/>
  </p:notesMasterIdLst>
  <p:sldIdLst>
    <p:sldId id="257" r:id="rId2"/>
    <p:sldId id="258" r:id="rId3"/>
    <p:sldId id="263" r:id="rId4"/>
    <p:sldId id="264" r:id="rId5"/>
    <p:sldId id="265" r:id="rId6"/>
    <p:sldId id="268" r:id="rId7"/>
    <p:sldId id="259" r:id="rId8"/>
    <p:sldId id="260" r:id="rId9"/>
    <p:sldId id="267" r:id="rId10"/>
    <p:sldId id="261" r:id="rId11"/>
    <p:sldId id="262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1783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4140" autoAdjust="0"/>
  </p:normalViewPr>
  <p:slideViewPr>
    <p:cSldViewPr snapToGrid="0">
      <p:cViewPr varScale="1">
        <p:scale>
          <a:sx n="71" d="100"/>
          <a:sy n="71" d="100"/>
        </p:scale>
        <p:origin x="12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7A1B62-BF91-4C39-8244-EEBE9F98AF0C}" type="datetimeFigureOut">
              <a:rPr lang="en-AU" smtClean="0"/>
              <a:t>17/10/2017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1D918E-7088-45F4-9BF4-062C954B480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482227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99140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67613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Answer: </a:t>
            </a:r>
            <a:r>
              <a:rPr lang="en-A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7-9+3=1  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41D918E-7088-45F4-9BF4-062C954B4805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252263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The lion room as the lions are all dead….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41D918E-7088-45F4-9BF4-062C954B4805}" type="slidenum">
              <a:rPr lang="en-AU" smtClean="0"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871237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67621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91704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Guide students through the question.</a:t>
            </a:r>
          </a:p>
          <a:p>
            <a:r>
              <a:rPr lang="en-AU" dirty="0"/>
              <a:t>Option</a:t>
            </a:r>
            <a:r>
              <a:rPr lang="en-AU" baseline="0" dirty="0"/>
              <a:t> 2: Dot plots handout (Scaffolded for kids who may need </a:t>
            </a:r>
            <a:r>
              <a:rPr lang="en-AU" baseline="0"/>
              <a:t>extra help)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99913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Guide students through the question.</a:t>
            </a:r>
          </a:p>
          <a:p>
            <a:r>
              <a:rPr lang="en-AU" dirty="0"/>
              <a:t>Option</a:t>
            </a:r>
            <a:r>
              <a:rPr lang="en-AU" baseline="0" dirty="0"/>
              <a:t> 2: Dot plots handout (Scaffolded for kids who may need </a:t>
            </a:r>
            <a:r>
              <a:rPr lang="en-AU" baseline="0"/>
              <a:t>extra help)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22615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1890DF2A-8D1D-43A5-9C43-2421C503B404}" type="datetimeFigureOut">
              <a:rPr lang="en-AU" smtClean="0"/>
              <a:t>17/10/2017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969F91C4-574B-4FCF-9C28-91977E3E2F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521156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90DF2A-8D1D-43A5-9C43-2421C503B404}" type="datetimeFigureOut">
              <a:rPr lang="en-AU" smtClean="0"/>
              <a:t>17/10/2017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9F91C4-574B-4FCF-9C28-91977E3E2F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921969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1890DF2A-8D1D-43A5-9C43-2421C503B404}" type="datetimeFigureOut">
              <a:rPr lang="en-AU" smtClean="0"/>
              <a:t>17/10/2017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969F91C4-574B-4FCF-9C28-91977E3E2F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813334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90DF2A-8D1D-43A5-9C43-2421C503B404}" type="datetimeFigureOut">
              <a:rPr lang="en-AU" smtClean="0"/>
              <a:t>17/10/2017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9F91C4-574B-4FCF-9C28-91977E3E2F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45004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90DF2A-8D1D-43A5-9C43-2421C503B404}" type="datetimeFigureOut">
              <a:rPr lang="en-AU" smtClean="0"/>
              <a:t>17/10/2017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9F91C4-574B-4FCF-9C28-91977E3E2F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354971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90DF2A-8D1D-43A5-9C43-2421C503B404}" type="datetimeFigureOut">
              <a:rPr lang="en-AU" smtClean="0"/>
              <a:t>17/10/2017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9F91C4-574B-4FCF-9C28-91977E3E2F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675478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90DF2A-8D1D-43A5-9C43-2421C503B404}" type="datetimeFigureOut">
              <a:rPr lang="en-AU" smtClean="0"/>
              <a:t>17/10/2017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9F91C4-574B-4FCF-9C28-91977E3E2F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153800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90DF2A-8D1D-43A5-9C43-2421C503B404}" type="datetimeFigureOut">
              <a:rPr lang="en-AU" smtClean="0"/>
              <a:t>17/10/2017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9F91C4-574B-4FCF-9C28-91977E3E2F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516719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90DF2A-8D1D-43A5-9C43-2421C503B404}" type="datetimeFigureOut">
              <a:rPr lang="en-AU" smtClean="0"/>
              <a:t>17/10/2017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9F91C4-574B-4FCF-9C28-91977E3E2F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929507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90DF2A-8D1D-43A5-9C43-2421C503B404}" type="datetimeFigureOut">
              <a:rPr lang="en-AU" smtClean="0"/>
              <a:t>17/10/2017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9F91C4-574B-4FCF-9C28-91977E3E2F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775660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1890DF2A-8D1D-43A5-9C43-2421C503B404}" type="datetimeFigureOut">
              <a:rPr lang="en-AU" smtClean="0"/>
              <a:t>17/10/2017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969F91C4-574B-4FCF-9C28-91977E3E2F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464245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1890DF2A-8D1D-43A5-9C43-2421C503B404}" type="datetimeFigureOut">
              <a:rPr lang="en-AU" smtClean="0"/>
              <a:t>17/10/2017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969F91C4-574B-4FCF-9C28-91977E3E2FF8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0960792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1890DF2A-8D1D-43A5-9C43-2421C503B404}" type="datetimeFigureOut">
              <a:rPr lang="en-AU" smtClean="0"/>
              <a:t>17/10/2017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969F91C4-574B-4FCF-9C28-91977E3E2F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776186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90DF2A-8D1D-43A5-9C43-2421C503B404}" type="datetimeFigureOut">
              <a:rPr lang="en-AU" smtClean="0"/>
              <a:t>17/10/2017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9F91C4-574B-4FCF-9C28-91977E3E2F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191070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90DF2A-8D1D-43A5-9C43-2421C503B404}" type="datetimeFigureOut">
              <a:rPr lang="en-AU" smtClean="0"/>
              <a:t>17/10/2017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9F91C4-574B-4FCF-9C28-91977E3E2F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9310883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90DF2A-8D1D-43A5-9C43-2421C503B404}" type="datetimeFigureOut">
              <a:rPr lang="en-AU" smtClean="0"/>
              <a:t>17/10/2017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9F91C4-574B-4FCF-9C28-91977E3E2F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7574594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1890DF2A-8D1D-43A5-9C43-2421C503B404}" type="datetimeFigureOut">
              <a:rPr lang="en-AU" smtClean="0"/>
              <a:t>17/10/2017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969F91C4-574B-4FCF-9C28-91977E3E2F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815638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90DF2A-8D1D-43A5-9C43-2421C503B404}" type="datetimeFigureOut">
              <a:rPr lang="en-AU" smtClean="0"/>
              <a:t>17/10/2017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9F91C4-574B-4FCF-9C28-91977E3E2F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155995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create.kahoot.it/#quiz/5ed0e7ba-3de2-41a5-a1cc-f36f3cfda757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create.kahoot.it/#quiz/353034e3-b072-4ee7-8051-34f8956c06e8" TargetMode="External"/><Relationship Id="rId4" Type="http://schemas.openxmlformats.org/officeDocument/2006/relationships/hyperlink" Target="https://create.kahoot.it/#quiz/02a9316f-bc38-4257-ae4e-95e5159469a0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Kiwi School Handwriting" panose="00000500000000000000" pitchFamily="2" charset="0"/>
              </a:rPr>
              <a:t>Co-interior angles</a:t>
            </a:r>
            <a:endParaRPr lang="en-US" b="1" dirty="0">
              <a:solidFill>
                <a:srgbClr val="FF0000"/>
              </a:solidFill>
              <a:latin typeface="DJB Fancy Nancy" panose="02000500000000000000" pitchFamily="2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67875" y="3628501"/>
            <a:ext cx="9446339" cy="1384675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chemeClr val="accent2">
                    <a:lumMod val="75000"/>
                  </a:schemeClr>
                </a:solidFill>
                <a:latin typeface="Kiwi School Handwriting" panose="00000500000000000000" pitchFamily="2" charset="0"/>
              </a:rPr>
              <a:t>Miss L</a:t>
            </a:r>
          </a:p>
          <a:p>
            <a:r>
              <a:rPr lang="en-US" sz="3200" b="1" dirty="0">
                <a:solidFill>
                  <a:schemeClr val="accent2">
                    <a:lumMod val="75000"/>
                  </a:schemeClr>
                </a:solidFill>
                <a:latin typeface="Kiwi School Handwriting" panose="00000500000000000000" pitchFamily="2" charset="0"/>
              </a:rPr>
              <a:t>Year 7</a:t>
            </a:r>
          </a:p>
        </p:txBody>
      </p:sp>
    </p:spTree>
    <p:extLst>
      <p:ext uri="{BB962C8B-B14F-4D97-AF65-F5344CB8AC3E}">
        <p14:creationId xmlns:p14="http://schemas.microsoft.com/office/powerpoint/2010/main" val="506761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b="1" dirty="0">
                <a:solidFill>
                  <a:schemeClr val="accent2">
                    <a:lumMod val="75000"/>
                  </a:schemeClr>
                </a:solidFill>
                <a:latin typeface="Kiwi School Handwriting" panose="00000500000000000000" pitchFamily="2" charset="0"/>
              </a:rPr>
              <a:t>Learning Intentions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AU" sz="4400" dirty="0">
                <a:latin typeface="Kiwi School Handwriting" panose="00000500000000000000" pitchFamily="2" charset="0"/>
              </a:rPr>
              <a:t>Students will be able to</a:t>
            </a:r>
          </a:p>
          <a:p>
            <a:pPr marL="0" indent="0">
              <a:buNone/>
            </a:pPr>
            <a:r>
              <a:rPr lang="en-AU" sz="4400" dirty="0">
                <a:latin typeface="Kiwi School Handwriting" panose="00000500000000000000" pitchFamily="2" charset="0"/>
              </a:rPr>
              <a:t>- </a:t>
            </a:r>
            <a:r>
              <a:rPr lang="en-AU" sz="3200" dirty="0">
                <a:latin typeface="Kiwi School Handwriting" panose="00000500000000000000" pitchFamily="2" charset="0"/>
              </a:rPr>
              <a:t>Label co-interior angles</a:t>
            </a:r>
            <a:endParaRPr lang="en-AU" sz="4400" dirty="0">
              <a:latin typeface="Kiwi School Handwriting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04263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FA2BD78-B029-4324-9A97-5A2F770488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4130"/>
            <a:ext cx="9003646" cy="665112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BCC21C8-1E86-4DDC-AB52-BC1066F886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02537" y="410135"/>
            <a:ext cx="2910580" cy="221204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9606729-3E3A-4FD1-A9A9-DB497E5B02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5180" y="3568383"/>
            <a:ext cx="2465293" cy="2773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96544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3046594-11E0-4568-8FB7-7D0AEBD126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4073" y="52008"/>
            <a:ext cx="9135316" cy="6805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31877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0830B05-4626-4227-AB12-8D4C5C5E07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6788" y="0"/>
            <a:ext cx="9533965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4F793F6-E362-41C3-93B7-92D870D41B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2696" y="4383768"/>
            <a:ext cx="197304" cy="98651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E6251E0-D721-48FF-B538-B5613DAA2160}"/>
              </a:ext>
            </a:extLst>
          </p:cNvPr>
          <p:cNvSpPr/>
          <p:nvPr/>
        </p:nvSpPr>
        <p:spPr>
          <a:xfrm>
            <a:off x="6574971" y="4339771"/>
            <a:ext cx="217714" cy="1161143"/>
          </a:xfrm>
          <a:prstGeom prst="rect">
            <a:avLst/>
          </a:prstGeom>
          <a:solidFill>
            <a:srgbClr val="51783D"/>
          </a:solidFill>
          <a:ln>
            <a:solidFill>
              <a:srgbClr val="51783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252838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3B158A7-07F0-4C9C-B30D-A266D74BD0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1127" y="0"/>
            <a:ext cx="875607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18648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160420"/>
            <a:ext cx="48445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Co-Interior Angles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6360" y="204438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89" y="1596572"/>
            <a:ext cx="1845939" cy="11999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What is a Co-Interior Angle??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What is co-interior angles and how do we find them?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51674" y="1431170"/>
            <a:ext cx="9544926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dirty="0">
                <a:solidFill>
                  <a:prstClr val="black"/>
                </a:solidFill>
              </a:rPr>
              <a:t>Co-Interior angles are on the same side of the traversal line between the parallel lines. </a:t>
            </a:r>
          </a:p>
          <a:p>
            <a:pPr defTabSz="914126"/>
            <a:endParaRPr lang="en-AU" sz="2800" dirty="0">
              <a:solidFill>
                <a:prstClr val="black"/>
              </a:solidFill>
            </a:endParaRPr>
          </a:p>
          <a:p>
            <a:pPr defTabSz="914126"/>
            <a:r>
              <a:rPr lang="en-AU" sz="2800" dirty="0">
                <a:solidFill>
                  <a:prstClr val="black"/>
                </a:solidFill>
              </a:rPr>
              <a:t>They are supplementary angles (they add up to 180°)</a:t>
            </a:r>
          </a:p>
          <a:p>
            <a:pPr defTabSz="914126"/>
            <a:endParaRPr lang="en-AU" sz="2800" dirty="0">
              <a:solidFill>
                <a:prstClr val="black"/>
              </a:solidFill>
            </a:endParaRPr>
          </a:p>
          <a:p>
            <a:pPr defTabSz="914126"/>
            <a:endParaRPr lang="en-AU" sz="2800" dirty="0">
              <a:solidFill>
                <a:prstClr val="black"/>
              </a:solidFill>
            </a:endParaRPr>
          </a:p>
          <a:p>
            <a:pPr defTabSz="914126"/>
            <a:endParaRPr lang="en-AU" sz="2800" dirty="0">
              <a:solidFill>
                <a:prstClr val="black"/>
              </a:solidFill>
            </a:endParaRPr>
          </a:p>
          <a:p>
            <a:pPr defTabSz="914126"/>
            <a:endParaRPr lang="en-AU" sz="2800" dirty="0">
              <a:solidFill>
                <a:prstClr val="black"/>
              </a:solidFill>
            </a:endParaRPr>
          </a:p>
          <a:p>
            <a:pPr defTabSz="914126"/>
            <a:endParaRPr lang="en-AU" sz="2800" dirty="0">
              <a:solidFill>
                <a:prstClr val="black"/>
              </a:solidFill>
            </a:endParaRPr>
          </a:p>
          <a:p>
            <a:pPr defTabSz="914126"/>
            <a:endParaRPr lang="en-AU" sz="2800" dirty="0">
              <a:solidFill>
                <a:prstClr val="black"/>
              </a:solidFill>
            </a:endParaRPr>
          </a:p>
          <a:p>
            <a:pPr defTabSz="914126"/>
            <a:endParaRPr lang="en-AU" sz="2800" dirty="0">
              <a:solidFill>
                <a:prstClr val="black"/>
              </a:solidFill>
            </a:endParaRPr>
          </a:p>
          <a:p>
            <a:pPr defTabSz="914126"/>
            <a:r>
              <a:rPr lang="en-AU" sz="2800" dirty="0">
                <a:solidFill>
                  <a:prstClr val="black"/>
                </a:solidFill>
              </a:rPr>
              <a:t>It forms a </a:t>
            </a:r>
            <a:r>
              <a:rPr lang="en-AU" sz="2800" b="1" dirty="0">
                <a:solidFill>
                  <a:schemeClr val="accent5">
                    <a:lumMod val="50000"/>
                  </a:schemeClr>
                </a:solidFill>
              </a:rPr>
              <a:t>C shape</a:t>
            </a:r>
            <a:endParaRPr lang="en-US" sz="2800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79D2CB5A-83E6-4AE0-B548-2A1BCC143F99}"/>
              </a:ext>
            </a:extLst>
          </p:cNvPr>
          <p:cNvCxnSpPr/>
          <p:nvPr/>
        </p:nvCxnSpPr>
        <p:spPr>
          <a:xfrm>
            <a:off x="4093029" y="4078331"/>
            <a:ext cx="6154057" cy="0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33B17CF-58DA-4914-8545-742CB72D8985}"/>
              </a:ext>
            </a:extLst>
          </p:cNvPr>
          <p:cNvCxnSpPr/>
          <p:nvPr/>
        </p:nvCxnSpPr>
        <p:spPr>
          <a:xfrm>
            <a:off x="4093029" y="5217703"/>
            <a:ext cx="6154057" cy="0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05DA645-CFED-4D85-A007-A49451190190}"/>
              </a:ext>
            </a:extLst>
          </p:cNvPr>
          <p:cNvCxnSpPr/>
          <p:nvPr/>
        </p:nvCxnSpPr>
        <p:spPr>
          <a:xfrm flipH="1">
            <a:off x="5863771" y="3396343"/>
            <a:ext cx="1973943" cy="2554514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Heart 14">
            <a:extLst>
              <a:ext uri="{FF2B5EF4-FFF2-40B4-BE49-F238E27FC236}">
                <a16:creationId xmlns:a16="http://schemas.microsoft.com/office/drawing/2014/main" id="{46D642E4-8748-47F0-A305-2312DE8DEB41}"/>
              </a:ext>
            </a:extLst>
          </p:cNvPr>
          <p:cNvSpPr/>
          <p:nvPr/>
        </p:nvSpPr>
        <p:spPr>
          <a:xfrm>
            <a:off x="7286171" y="4153495"/>
            <a:ext cx="304800" cy="304800"/>
          </a:xfrm>
          <a:prstGeom prst="hear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9" name="Heart 18">
            <a:extLst>
              <a:ext uri="{FF2B5EF4-FFF2-40B4-BE49-F238E27FC236}">
                <a16:creationId xmlns:a16="http://schemas.microsoft.com/office/drawing/2014/main" id="{5C2B424C-BC70-4599-9CB5-4D9D8EA8E692}"/>
              </a:ext>
            </a:extLst>
          </p:cNvPr>
          <p:cNvSpPr/>
          <p:nvPr/>
        </p:nvSpPr>
        <p:spPr>
          <a:xfrm>
            <a:off x="6738651" y="4838258"/>
            <a:ext cx="304800" cy="304800"/>
          </a:xfrm>
          <a:prstGeom prst="hear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B04B01F-A9F1-452B-BD3C-4699F86CBEA7}"/>
              </a:ext>
            </a:extLst>
          </p:cNvPr>
          <p:cNvCxnSpPr>
            <a:cxnSpLocks/>
          </p:cNvCxnSpPr>
          <p:nvPr/>
        </p:nvCxnSpPr>
        <p:spPr>
          <a:xfrm flipH="1">
            <a:off x="7326087" y="4078331"/>
            <a:ext cx="845456" cy="0"/>
          </a:xfrm>
          <a:prstGeom prst="line">
            <a:avLst/>
          </a:prstGeom>
          <a:ln w="762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4048E7EE-5A89-4113-BCBA-5158785691B9}"/>
              </a:ext>
            </a:extLst>
          </p:cNvPr>
          <p:cNvCxnSpPr>
            <a:cxnSpLocks/>
          </p:cNvCxnSpPr>
          <p:nvPr/>
        </p:nvCxnSpPr>
        <p:spPr>
          <a:xfrm flipH="1">
            <a:off x="6404428" y="4066073"/>
            <a:ext cx="936173" cy="1151630"/>
          </a:xfrm>
          <a:prstGeom prst="line">
            <a:avLst/>
          </a:prstGeom>
          <a:ln w="762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BE9F9445-2E5C-45A7-BFE8-0A429C117903}"/>
              </a:ext>
            </a:extLst>
          </p:cNvPr>
          <p:cNvCxnSpPr>
            <a:cxnSpLocks/>
          </p:cNvCxnSpPr>
          <p:nvPr/>
        </p:nvCxnSpPr>
        <p:spPr>
          <a:xfrm flipH="1">
            <a:off x="6429829" y="5217703"/>
            <a:ext cx="1226456" cy="0"/>
          </a:xfrm>
          <a:prstGeom prst="line">
            <a:avLst/>
          </a:prstGeom>
          <a:ln w="762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3366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35" grpId="0"/>
      <p:bldP spid="15" grpId="0" animBg="1"/>
      <p:bldP spid="1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69074D7-7189-401B-B22C-96E7385E16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3671" y="0"/>
            <a:ext cx="5298884" cy="6850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42578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160420"/>
            <a:ext cx="48445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Co-Interior Angles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6360" y="204438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89" y="1596572"/>
            <a:ext cx="1845939" cy="11999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What is a Co-Interior Angle??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What is co-interior angles and how do we find them?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3175" y="1356404"/>
            <a:ext cx="12188825" cy="0"/>
          </a:xfrm>
          <a:prstGeom prst="line">
            <a:avLst/>
          </a:prstGeom>
          <a:ln w="285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21" name="Content Placeholder 3">
            <a:extLst>
              <a:ext uri="{FF2B5EF4-FFF2-40B4-BE49-F238E27FC236}">
                <a16:creationId xmlns:a16="http://schemas.microsoft.com/office/drawing/2014/main" id="{232BD397-13FB-44B5-A983-96D9ED35EA8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9607"/>
          <a:stretch/>
        </p:blipFill>
        <p:spPr>
          <a:xfrm>
            <a:off x="2221857" y="1596572"/>
            <a:ext cx="9055743" cy="4993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20963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16515" y="0"/>
            <a:ext cx="8608358" cy="1293028"/>
          </a:xfrm>
        </p:spPr>
        <p:txBody>
          <a:bodyPr>
            <a:normAutofit/>
          </a:bodyPr>
          <a:lstStyle/>
          <a:p>
            <a:r>
              <a:rPr lang="en-AU" sz="5400" b="1" dirty="0">
                <a:solidFill>
                  <a:schemeClr val="accent1">
                    <a:lumMod val="50000"/>
                  </a:schemeClr>
                </a:solidFill>
                <a:latin typeface="Kiwi School Handwriting" panose="00000500000000000000" pitchFamily="2" charset="0"/>
              </a:rPr>
              <a:t>Practice</a:t>
            </a:r>
            <a:endParaRPr lang="en-US" sz="5400" b="1" dirty="0">
              <a:solidFill>
                <a:schemeClr val="accent1">
                  <a:lumMod val="50000"/>
                </a:schemeClr>
              </a:solidFill>
              <a:latin typeface="Kiwi School Handwriting" panose="00000500000000000000" pitchFamily="2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19F03AC-9150-4EE6-89EB-BF8E39C84FF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649" r="4511"/>
          <a:stretch/>
        </p:blipFill>
        <p:spPr>
          <a:xfrm>
            <a:off x="0" y="933222"/>
            <a:ext cx="12204668" cy="5602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83040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99656" y="350875"/>
            <a:ext cx="8608358" cy="1293028"/>
          </a:xfrm>
        </p:spPr>
        <p:txBody>
          <a:bodyPr>
            <a:normAutofit/>
          </a:bodyPr>
          <a:lstStyle/>
          <a:p>
            <a:r>
              <a:rPr lang="en-AU" sz="5400" b="1" dirty="0">
                <a:solidFill>
                  <a:schemeClr val="accent1">
                    <a:lumMod val="50000"/>
                  </a:schemeClr>
                </a:solidFill>
                <a:latin typeface="Kiwi School Handwriting" panose="00000500000000000000" pitchFamily="2" charset="0"/>
              </a:rPr>
              <a:t>Task</a:t>
            </a:r>
            <a:endParaRPr lang="en-US" sz="5400" b="1" dirty="0">
              <a:solidFill>
                <a:schemeClr val="accent1">
                  <a:lumMod val="50000"/>
                </a:schemeClr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AFF9EF6-86A2-42A5-AE9A-3FB82E18F8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3376" y="2195232"/>
            <a:ext cx="11064638" cy="322393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dirty="0">
                <a:latin typeface="Century Gothic" panose="020B0502020202020204" pitchFamily="34" charset="0"/>
                <a:hlinkClick r:id="rId3"/>
              </a:rPr>
              <a:t>https://create.kahoot.it/#quiz/5ed0e7ba-3de2-41a5-a1cc-f36f3cfda757</a:t>
            </a:r>
            <a:endParaRPr lang="en-AU" dirty="0">
              <a:latin typeface="Century Gothic" panose="020B0502020202020204" pitchFamily="34" charset="0"/>
            </a:endParaRPr>
          </a:p>
          <a:p>
            <a:pPr marL="0" indent="0">
              <a:buNone/>
            </a:pPr>
            <a:endParaRPr lang="en-AU" dirty="0">
              <a:latin typeface="Century Gothic" panose="020B0502020202020204" pitchFamily="34" charset="0"/>
            </a:endParaRPr>
          </a:p>
          <a:p>
            <a:pPr marL="0" indent="0">
              <a:buNone/>
            </a:pPr>
            <a:r>
              <a:rPr lang="en-AU" dirty="0">
                <a:latin typeface="Century Gothic" panose="020B0502020202020204" pitchFamily="34" charset="0"/>
                <a:hlinkClick r:id="rId4"/>
              </a:rPr>
              <a:t>https://create.kahoot.it/#quiz/02a9316f-bc38-4257-ae4e-95e5159469a0</a:t>
            </a:r>
            <a:endParaRPr lang="en-AU" dirty="0">
              <a:latin typeface="Century Gothic" panose="020B0502020202020204" pitchFamily="34" charset="0"/>
            </a:endParaRPr>
          </a:p>
          <a:p>
            <a:pPr marL="0" indent="0">
              <a:buNone/>
            </a:pPr>
            <a:endParaRPr lang="en-AU" dirty="0">
              <a:latin typeface="Century Gothic" panose="020B0502020202020204" pitchFamily="34" charset="0"/>
            </a:endParaRPr>
          </a:p>
          <a:p>
            <a:pPr marL="0" indent="0">
              <a:buNone/>
            </a:pPr>
            <a:r>
              <a:rPr lang="en-AU" dirty="0">
                <a:latin typeface="Century Gothic" panose="020B0502020202020204" pitchFamily="34" charset="0"/>
                <a:hlinkClick r:id="rId5"/>
              </a:rPr>
              <a:t>https://create.kahoot.it/#quiz/353034e3-b072-4ee7-8051-34f8956c06e8</a:t>
            </a:r>
            <a:r>
              <a:rPr lang="en-AU" dirty="0">
                <a:latin typeface="Century Gothic" panose="020B0502020202020204" pitchFamily="34" charset="0"/>
              </a:rPr>
              <a:t> </a:t>
            </a:r>
          </a:p>
          <a:p>
            <a:pPr marL="0" indent="0">
              <a:buNone/>
            </a:pPr>
            <a:endParaRPr lang="en-AU" dirty="0">
              <a:latin typeface="Century Gothic" panose="020B0502020202020204" pitchFamily="34" charset="0"/>
            </a:endParaRPr>
          </a:p>
          <a:p>
            <a:pPr marL="0" indent="0">
              <a:buNone/>
            </a:pPr>
            <a:endParaRPr lang="en-AU" dirty="0">
              <a:latin typeface="Century Gothic" panose="020B0502020202020204" pitchFamily="34" charset="0"/>
            </a:endParaRPr>
          </a:p>
          <a:p>
            <a:pPr marL="0" indent="0">
              <a:buNone/>
            </a:pPr>
            <a:endParaRPr lang="en-AU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7442821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C4220D"/>
      </a:accent1>
      <a:accent2>
        <a:srgbClr val="EB7712"/>
      </a:accent2>
      <a:accent3>
        <a:srgbClr val="ECBD31"/>
      </a:accent3>
      <a:accent4>
        <a:srgbClr val="92CE4A"/>
      </a:accent4>
      <a:accent5>
        <a:srgbClr val="50CFB4"/>
      </a:accent5>
      <a:accent6>
        <a:srgbClr val="0D8EC5"/>
      </a:accent6>
      <a:hlink>
        <a:srgbClr val="EA5A0C"/>
      </a:hlink>
      <a:folHlink>
        <a:srgbClr val="F09D3A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FE1EB5C7-81A8-4CBA-AE6E-B3BF73DC389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Vapor Trail</Template>
  <TotalTime>62</TotalTime>
  <Words>205</Words>
  <Application>Microsoft Office PowerPoint</Application>
  <PresentationFormat>Widescreen</PresentationFormat>
  <Paragraphs>54</Paragraphs>
  <Slides>11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Century Gothic</vt:lpstr>
      <vt:lpstr>DJB Fancy Nancy</vt:lpstr>
      <vt:lpstr>Kiwi School Handwriting</vt:lpstr>
      <vt:lpstr>Vapor Trail</vt:lpstr>
      <vt:lpstr>Co-interior angles</vt:lpstr>
      <vt:lpstr>Learning Intentions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Practice</vt:lpstr>
      <vt:lpstr>Task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Co-interior angles</dc:title>
  <dc:creator>Nine Labuschagne</dc:creator>
  <cp:lastModifiedBy>Nine Labuschagne</cp:lastModifiedBy>
  <cp:revision>10</cp:revision>
  <dcterms:created xsi:type="dcterms:W3CDTF">2017-10-17T06:16:55Z</dcterms:created>
  <dcterms:modified xsi:type="dcterms:W3CDTF">2017-10-17T07:19:05Z</dcterms:modified>
</cp:coreProperties>
</file>