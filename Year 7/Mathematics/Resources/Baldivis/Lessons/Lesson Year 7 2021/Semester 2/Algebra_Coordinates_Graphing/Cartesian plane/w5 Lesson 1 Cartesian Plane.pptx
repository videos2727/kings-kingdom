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57" r:id="rId4"/>
    <p:sldId id="258" r:id="rId5"/>
    <p:sldId id="260" r:id="rId6"/>
    <p:sldId id="269" r:id="rId7"/>
    <p:sldId id="266" r:id="rId8"/>
    <p:sldId id="271" r:id="rId9"/>
    <p:sldId id="262" r:id="rId10"/>
    <p:sldId id="272" r:id="rId11"/>
    <p:sldId id="27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4" autoAdjust="0"/>
    <p:restoredTop sz="94671" autoAdjust="0"/>
  </p:normalViewPr>
  <p:slideViewPr>
    <p:cSldViewPr>
      <p:cViewPr varScale="1">
        <p:scale>
          <a:sx n="132" d="100"/>
          <a:sy n="132" d="100"/>
        </p:scale>
        <p:origin x="384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They will be plotting points to draw a picture of a Kangaroo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711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aseline="0" dirty="0"/>
              <a:t>In  groups of 3 to 4 students will work together to complete the picture, by following the instructions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There will</a:t>
            </a:r>
            <a:r>
              <a:rPr lang="en-AU" baseline="0" dirty="0"/>
              <a:t> be a hand out for each group with the </a:t>
            </a:r>
            <a:r>
              <a:rPr lang="en-AU" baseline="0"/>
              <a:t>instructions also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79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15/08/2021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>
                <a:latin typeface="Algerian" panose="04020705040A02060702" pitchFamily="82" charset="0"/>
              </a:rPr>
              <a:t>Quickwrite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What do you know about plotting points on a graph.</a:t>
            </a:r>
          </a:p>
          <a:p>
            <a:pPr marL="0" indent="0">
              <a:buNone/>
            </a:pPr>
            <a:r>
              <a:rPr lang="en-AU" dirty="0"/>
              <a:t>You have 2 minutes to write all you can remember</a:t>
            </a:r>
          </a:p>
        </p:txBody>
      </p:sp>
      <p:pic>
        <p:nvPicPr>
          <p:cNvPr id="6146" name="Picture 2" descr="C:\Users\e4075868\AppData\Local\Microsoft\Windows\Temporary Internet Files\Content.IE5\RP2BT71J\Writing-writing-31277215-579-61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787774"/>
            <a:ext cx="2092451" cy="221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401407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41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Cartesian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plot points on the Cartesian plane?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Identify the four quadrants in the Cartesian plane</a:t>
            </a:r>
          </a:p>
          <a:p>
            <a:pPr>
              <a:buFontTx/>
              <a:buChar char="-"/>
            </a:pPr>
            <a:r>
              <a:rPr lang="en-AU" dirty="0"/>
              <a:t>Plot and identify points on the Cartesian Plane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r>
              <a:rPr lang="en-AU" dirty="0"/>
              <a:t>- Plot points on the Cartesian plane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Cartesian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we plot points on the Cartesian plane?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21" y="1635646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32825" y="4221183"/>
                <a:ext cx="2679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r>
                        <a:rPr lang="en-AU" b="1" i="1" smtClean="0">
                          <a:latin typeface="Cambria Math"/>
                        </a:rPr>
                        <m:t>𝒂𝒓𝒆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825" y="4221183"/>
                <a:ext cx="2679773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9514" y="1635646"/>
            <a:ext cx="200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four quadrants?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303498"/>
            <a:ext cx="24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Cartesian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we plot points on the Cartesian plane?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506561"/>
            <a:ext cx="5159031" cy="3696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170" y="1506561"/>
            <a:ext cx="2123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you plot points on the </a:t>
            </a:r>
            <a:r>
              <a:rPr lang="en-AU" dirty="0" err="1"/>
              <a:t>cartesian</a:t>
            </a:r>
            <a:r>
              <a:rPr lang="en-AU" dirty="0"/>
              <a:t> plane?</a:t>
            </a:r>
          </a:p>
        </p:txBody>
      </p:sp>
    </p:spTree>
    <p:extLst>
      <p:ext uri="{BB962C8B-B14F-4D97-AF65-F5344CB8AC3E}">
        <p14:creationId xmlns:p14="http://schemas.microsoft.com/office/powerpoint/2010/main" val="192165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9487" y="0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What are the Coordinates?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25" y="707886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09487" y="2355726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6300192" y="1851670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609487" y="4371950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6444208" y="3939902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704" y="634539"/>
            <a:ext cx="5617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Algerian" panose="04020705040A02060702" pitchFamily="82" charset="0"/>
              </a:rPr>
              <a:t>Complete the practice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97874" y="1995686"/>
            <a:ext cx="349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REMEMBER  X-axis first (horizontal)</a:t>
            </a:r>
          </a:p>
        </p:txBody>
      </p:sp>
      <p:pic>
        <p:nvPicPr>
          <p:cNvPr id="7170" name="Picture 2" descr="C:\Users\e4075868\AppData\Local\Microsoft\Windows\Temporary Internet Files\Content.IE5\MID6V2CD\writing_clipart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45" y="2245207"/>
            <a:ext cx="2715004" cy="262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32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u="sng" dirty="0"/>
              <a:t>Extension</a:t>
            </a:r>
            <a:br>
              <a:rPr lang="en-AU" dirty="0"/>
            </a:br>
            <a:r>
              <a:rPr lang="en-AU" dirty="0"/>
              <a:t>Cartesian Plane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3049"/>
            <a:ext cx="8229600" cy="3394472"/>
          </a:xfrm>
        </p:spPr>
        <p:txBody>
          <a:bodyPr/>
          <a:lstStyle/>
          <a:p>
            <a:pPr>
              <a:buFontTx/>
              <a:buChar char="-"/>
            </a:pPr>
            <a:r>
              <a:rPr lang="en-AU" dirty="0"/>
              <a:t>Place a sticker on the correct coordinate and connect the dots.</a:t>
            </a:r>
          </a:p>
          <a:p>
            <a:pPr>
              <a:buFontTx/>
              <a:buChar char="-"/>
            </a:pPr>
            <a:r>
              <a:rPr lang="en-AU" dirty="0"/>
              <a:t>Work as a team to finish fastest</a:t>
            </a:r>
          </a:p>
          <a:p>
            <a:pPr>
              <a:buFontTx/>
              <a:buChar char="-"/>
            </a:pPr>
            <a:r>
              <a:rPr lang="en-AU" dirty="0"/>
              <a:t>The team that finishes first wins!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lgerian" panose="04020705040A02060702" pitchFamily="82" charset="0"/>
              </a:rPr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(10,0) , (10,3) , (8,3) , (6,5) , (2,5) , (1,6) , (2,6) , (2,11) , (1,12), (1,16) , (2,17) , (2,26) , (3,25) , (4,26) , (5,25) , (6,26) , (7,25) , (8,26) , (9,25) , (10,26) , (11,25) , (12,26) , (13,25) , (14,26) , (15,25) , (16,26) , (17,25) , (18,26) , (18,15) , (17,4) , (16,3) , (16,0)</a:t>
            </a:r>
            <a:r>
              <a:rPr lang="en-AU" sz="1100" b="1" dirty="0"/>
              <a:t> Stop </a:t>
            </a:r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(8,11) , (6,13) , (6,16) , (7,18) , (9,19) , (11,19) , (13,18) , (14,16) , (13,12) , (10,11) , (9,11) </a:t>
            </a:r>
            <a:r>
              <a:rPr lang="en-AU" sz="1100" b="1" dirty="0"/>
              <a:t>Stop</a:t>
            </a:r>
            <a:r>
              <a:rPr lang="en-AU" sz="1100" dirty="0"/>
              <a:t> </a:t>
            </a:r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(6,9) , (5,8) , (4,8) , (3,9) , (3,10) , (4,11) , (5,11) , (6,12) , (7,12) </a:t>
            </a:r>
            <a:r>
              <a:rPr lang="en-AU" sz="1100" b="1" dirty="0"/>
              <a:t>Stop </a:t>
            </a:r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 </a:t>
            </a:r>
            <a:r>
              <a:rPr lang="en-AU" sz="1100" dirty="0"/>
              <a:t>(6,17) , (5,18) , (4,18) , (2,17) </a:t>
            </a:r>
            <a:r>
              <a:rPr lang="en-AU" sz="1100" b="1" dirty="0"/>
              <a:t>Stop </a:t>
            </a:r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1100" b="1" dirty="0"/>
              <a:t>Start</a:t>
            </a:r>
            <a:r>
              <a:rPr lang="en-AU" sz="1100" dirty="0"/>
              <a:t> (3,11) , (2,11) </a:t>
            </a:r>
            <a:r>
              <a:rPr lang="en-AU" sz="1100" b="1" dirty="0"/>
              <a:t>Stop </a:t>
            </a:r>
          </a:p>
          <a:p>
            <a:pPr marL="0" indent="0" algn="ctr">
              <a:buNone/>
            </a:pPr>
            <a:endParaRPr lang="en-AU" sz="1100" dirty="0"/>
          </a:p>
          <a:p>
            <a:pPr marL="0" indent="0" algn="ctr">
              <a:buNone/>
            </a:pPr>
            <a:endParaRPr lang="en-AU" sz="1100" dirty="0"/>
          </a:p>
          <a:p>
            <a:pPr marL="0" indent="0" algn="ct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b="1" dirty="0"/>
              <a:t>Start</a:t>
            </a:r>
            <a:r>
              <a:rPr lang="en-AU" sz="1100" dirty="0"/>
              <a:t> (7,5) , (10,5) , (11,6) , (13,6) , (14,5) </a:t>
            </a:r>
            <a:r>
              <a:rPr lang="en-AU" sz="1100" b="1" dirty="0"/>
              <a:t>Stop </a:t>
            </a:r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b="1" dirty="0"/>
              <a:t>Start</a:t>
            </a:r>
            <a:r>
              <a:rPr lang="en-AU" sz="1100" dirty="0"/>
              <a:t> (13,7) , (13,6) </a:t>
            </a:r>
            <a:r>
              <a:rPr lang="en-AU" sz="1100" b="1" dirty="0"/>
              <a:t>Stop </a:t>
            </a:r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b="1" dirty="0"/>
              <a:t>Start</a:t>
            </a:r>
            <a:r>
              <a:rPr lang="en-AU" sz="1100" dirty="0"/>
              <a:t> (17,11) , (18,12) , (19,11) , (19,9) , (18,8) , (17,8) , (16,9) </a:t>
            </a:r>
            <a:r>
              <a:rPr lang="en-AU" sz="1100" b="1" dirty="0"/>
              <a:t>Stop </a:t>
            </a:r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dirty="0"/>
              <a:t>Big dot at (4,15) </a:t>
            </a:r>
          </a:p>
          <a:p>
            <a:pPr marL="0" indent="0" algn="r">
              <a:buNone/>
            </a:pPr>
            <a:endParaRPr lang="en-AU" sz="1100" dirty="0"/>
          </a:p>
          <a:p>
            <a:pPr marL="0" indent="0" algn="r">
              <a:buNone/>
            </a:pPr>
            <a:r>
              <a:rPr lang="en-AU" sz="1100" dirty="0"/>
              <a:t>Big dot at (11,15)</a:t>
            </a:r>
          </a:p>
        </p:txBody>
      </p:sp>
      <p:cxnSp>
        <p:nvCxnSpPr>
          <p:cNvPr id="5" name="Straight Connector 4"/>
          <p:cNvCxnSpPr>
            <a:stCxn id="3" idx="0"/>
            <a:endCxn id="3" idx="2"/>
          </p:cNvCxnSpPr>
          <p:nvPr/>
        </p:nvCxnSpPr>
        <p:spPr>
          <a:xfrm>
            <a:off x="4572000" y="1200151"/>
            <a:ext cx="0" cy="3394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coordinate p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30" y="169485"/>
            <a:ext cx="4104456" cy="467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84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3433</TotalTime>
  <Words>599</Words>
  <Application>Microsoft Office PowerPoint</Application>
  <PresentationFormat>On-screen Show (16:9)</PresentationFormat>
  <Paragraphs>82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Cambria Math</vt:lpstr>
      <vt:lpstr>Office Theme</vt:lpstr>
      <vt:lpstr>Quickwrite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Extension Cartesian Plane Competition</vt:lpstr>
      <vt:lpstr>Instructions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Hamilton Stott</cp:lastModifiedBy>
  <cp:revision>13</cp:revision>
  <dcterms:created xsi:type="dcterms:W3CDTF">2016-10-20T03:14:06Z</dcterms:created>
  <dcterms:modified xsi:type="dcterms:W3CDTF">2021-08-15T12:58:53Z</dcterms:modified>
</cp:coreProperties>
</file>