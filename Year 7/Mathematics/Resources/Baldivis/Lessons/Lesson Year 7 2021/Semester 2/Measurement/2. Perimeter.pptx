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82" r:id="rId2"/>
    <p:sldId id="265" r:id="rId3"/>
    <p:sldId id="283" r:id="rId4"/>
    <p:sldId id="284" r:id="rId5"/>
    <p:sldId id="285" r:id="rId6"/>
    <p:sldId id="28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77455" autoAdjust="0"/>
  </p:normalViewPr>
  <p:slideViewPr>
    <p:cSldViewPr snapToGrid="0">
      <p:cViewPr varScale="1">
        <p:scale>
          <a:sx n="81" d="100"/>
          <a:sy n="81" d="100"/>
        </p:scale>
        <p:origin x="531"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5B4F41-4C91-4B15-8A9E-FD529FED1599}" type="datetimeFigureOut">
              <a:rPr lang="en-AU" smtClean="0"/>
              <a:t>24/08/2021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E920D6-0233-4C03-9838-5454BFB4E9A1}" type="slidenum">
              <a:rPr lang="en-AU" smtClean="0"/>
              <a:t>‹#›</a:t>
            </a:fld>
            <a:endParaRPr lang="en-AU"/>
          </a:p>
        </p:txBody>
      </p:sp>
    </p:spTree>
    <p:extLst>
      <p:ext uri="{BB962C8B-B14F-4D97-AF65-F5344CB8AC3E}">
        <p14:creationId xmlns:p14="http://schemas.microsoft.com/office/powerpoint/2010/main" val="1137602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Perimeter is the distance around the outside edge of a two-dimensional (2D) shape. Since perimeter is a length measurement, common units are millimetres, centimetres, metres and kilometres. To calculate the perimeter, add the length of each side together. All length measurements must be in the same unit before being added.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Also students need to be adding in the questions as part of 24:7:30 revision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2</a:t>
            </a:fld>
            <a:endParaRPr lang="en-AU"/>
          </a:p>
        </p:txBody>
      </p:sp>
    </p:spTree>
    <p:extLst>
      <p:ext uri="{BB962C8B-B14F-4D97-AF65-F5344CB8AC3E}">
        <p14:creationId xmlns:p14="http://schemas.microsoft.com/office/powerpoint/2010/main" val="765205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r>
              <a:rPr lang="en-AU" dirty="0"/>
              <a:t>perimeter = 1.7 m + 2.4 m + 3.5 m</a:t>
            </a:r>
          </a:p>
        </p:txBody>
      </p:sp>
      <p:sp>
        <p:nvSpPr>
          <p:cNvPr id="4" name="Slide Number Placeholder 3"/>
          <p:cNvSpPr>
            <a:spLocks noGrp="1"/>
          </p:cNvSpPr>
          <p:nvPr>
            <p:ph type="sldNum" sz="quarter" idx="10"/>
          </p:nvPr>
        </p:nvSpPr>
        <p:spPr/>
        <p:txBody>
          <a:bodyPr/>
          <a:lstStyle/>
          <a:p>
            <a:fld id="{B28BD033-8677-4794-8EA0-E5BD0D524802}" type="slidenum">
              <a:rPr lang="en-AU" smtClean="0"/>
              <a:t>3</a:t>
            </a:fld>
            <a:endParaRPr lang="en-AU"/>
          </a:p>
        </p:txBody>
      </p:sp>
    </p:spTree>
    <p:extLst>
      <p:ext uri="{BB962C8B-B14F-4D97-AF65-F5344CB8AC3E}">
        <p14:creationId xmlns:p14="http://schemas.microsoft.com/office/powerpoint/2010/main" val="3549347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Check whether all the measurements are shown in the same unit (no).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Express them in centimetres. = 22 cm + 13 cm + 5 cm + 17 cm + 11 cm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Add all the lengths together and include the appropriate unit. = 68 cm</a:t>
            </a:r>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4</a:t>
            </a:fld>
            <a:endParaRPr lang="en-AU"/>
          </a:p>
        </p:txBody>
      </p:sp>
    </p:spTree>
    <p:extLst>
      <p:ext uri="{BB962C8B-B14F-4D97-AF65-F5344CB8AC3E}">
        <p14:creationId xmlns:p14="http://schemas.microsoft.com/office/powerpoint/2010/main" val="2377021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5</a:t>
            </a:fld>
            <a:endParaRPr lang="en-AU"/>
          </a:p>
        </p:txBody>
      </p:sp>
    </p:spTree>
    <p:extLst>
      <p:ext uri="{BB962C8B-B14F-4D97-AF65-F5344CB8AC3E}">
        <p14:creationId xmlns:p14="http://schemas.microsoft.com/office/powerpoint/2010/main" val="1191720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10"/>
          </p:nvPr>
        </p:nvSpPr>
        <p:spPr/>
        <p:txBody>
          <a:bodyPr/>
          <a:lstStyle/>
          <a:p>
            <a:fld id="{B28BD033-8677-4794-8EA0-E5BD0D524802}" type="slidenum">
              <a:rPr lang="en-AU" smtClean="0"/>
              <a:t>6</a:t>
            </a:fld>
            <a:endParaRPr lang="en-AU"/>
          </a:p>
        </p:txBody>
      </p:sp>
    </p:spTree>
    <p:extLst>
      <p:ext uri="{BB962C8B-B14F-4D97-AF65-F5344CB8AC3E}">
        <p14:creationId xmlns:p14="http://schemas.microsoft.com/office/powerpoint/2010/main" val="1755945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AA196-1906-46EC-8525-3D3F70C87A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81D531F-65DD-4E0C-A377-32D69015AA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8EC1B70-079F-4D91-8887-B8490B26BD13}"/>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5" name="Footer Placeholder 4">
            <a:extLst>
              <a:ext uri="{FF2B5EF4-FFF2-40B4-BE49-F238E27FC236}">
                <a16:creationId xmlns:a16="http://schemas.microsoft.com/office/drawing/2014/main" id="{6D830D01-65B8-46A2-A4FC-8B0F4B30102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9300731-701A-4332-865E-B4A425C0B343}"/>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2567025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D363F-527B-4071-AAF7-CC6BC817B5DE}"/>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1528EC7-5047-40D5-BA0D-3CDFBCB5C4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363D7B3-2F95-44D1-BC51-601521EA0FCE}"/>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5" name="Footer Placeholder 4">
            <a:extLst>
              <a:ext uri="{FF2B5EF4-FFF2-40B4-BE49-F238E27FC236}">
                <a16:creationId xmlns:a16="http://schemas.microsoft.com/office/drawing/2014/main" id="{BB5D1FE1-8E6C-459F-B77B-B10974861A5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B64B9E7-2C9D-4B3B-AD2F-94E1AD89F2D3}"/>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1696109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11A5-6900-46F7-8ABB-51359B4EF1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88C482F-CC3C-4F51-B9A0-07C7030ACF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961154-C604-4E0D-A3B0-153C8B8523B4}"/>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5" name="Footer Placeholder 4">
            <a:extLst>
              <a:ext uri="{FF2B5EF4-FFF2-40B4-BE49-F238E27FC236}">
                <a16:creationId xmlns:a16="http://schemas.microsoft.com/office/drawing/2014/main" id="{A13D3D17-D37E-4369-9FB6-F36543E818E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3DAEF22-F847-448E-857A-39307A883CA6}"/>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59406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3EF57-824A-45B8-8ED9-3E76D52B425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B9D1682-688D-4A27-B541-C9B1FCBFDE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C0B0CF21-28FD-4B50-B337-B7AB58B645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1010562-28E9-4CA7-9509-ACEF350303F7}"/>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6" name="Footer Placeholder 5">
            <a:extLst>
              <a:ext uri="{FF2B5EF4-FFF2-40B4-BE49-F238E27FC236}">
                <a16:creationId xmlns:a16="http://schemas.microsoft.com/office/drawing/2014/main" id="{0D449C16-A1EF-4E51-9B37-F336B2A3873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B2B6177-784A-45F6-B318-9BAA0DFF2932}"/>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3038692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98CBB-ED4D-4AB5-B541-488A2A28B43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3B37561-8A70-48FC-B65E-97D0CFB234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92373A-A1BD-4621-93CA-D0355ED956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84426507-5C21-4BB9-AFC8-E179ECEA47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FE3484-8E93-4F5D-AA36-925223D692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902F8394-C4DD-470E-8CCE-955E25AF74FA}"/>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8" name="Footer Placeholder 7">
            <a:extLst>
              <a:ext uri="{FF2B5EF4-FFF2-40B4-BE49-F238E27FC236}">
                <a16:creationId xmlns:a16="http://schemas.microsoft.com/office/drawing/2014/main" id="{D71AE15D-177A-4265-88D7-117B73F9216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ABB0D5A-FEEA-4F21-8250-5BCC6478EB17}"/>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1233000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4C3A6-F00F-424C-835C-C17B0FA6EE1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D1E625E-02D0-4631-8D15-F62CEE57E6CE}"/>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4" name="Footer Placeholder 3">
            <a:extLst>
              <a:ext uri="{FF2B5EF4-FFF2-40B4-BE49-F238E27FC236}">
                <a16:creationId xmlns:a16="http://schemas.microsoft.com/office/drawing/2014/main" id="{7053421A-6BB3-43B3-86AF-149239DDE4A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74CE92A-F3D3-497A-8D48-A2324286B055}"/>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206948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74ECE9-9B48-414F-B4DD-639C1444A8EC}"/>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3" name="Footer Placeholder 2">
            <a:extLst>
              <a:ext uri="{FF2B5EF4-FFF2-40B4-BE49-F238E27FC236}">
                <a16:creationId xmlns:a16="http://schemas.microsoft.com/office/drawing/2014/main" id="{4C4E932E-0DE0-4956-91A0-0D504CC8F5B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9DF8551-1717-43CC-A555-81079C84E17D}"/>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2625793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283BF-6FBC-40F7-804F-AC5A35E4B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AF8D3FD-FF22-4B57-B67B-597738AC41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E5424EA-DB2D-447E-BEC2-A18FABC5B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030F0B-C142-4EFE-A6E4-1BF0D80CBBFD}"/>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6" name="Footer Placeholder 5">
            <a:extLst>
              <a:ext uri="{FF2B5EF4-FFF2-40B4-BE49-F238E27FC236}">
                <a16:creationId xmlns:a16="http://schemas.microsoft.com/office/drawing/2014/main" id="{58F436C6-192D-4AFD-8499-81440769987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FED72BD-FAE9-4BDD-BB59-BBE38E8D5C38}"/>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3396822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586C5-EE56-4E96-82A7-A719A1F99B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24071CEB-B42E-4ED4-8446-251A02961E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80928A57-8929-4DFD-8FF1-3D3EE70B57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4DE8F-1027-4377-9E50-E54FF94E32EA}"/>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6" name="Footer Placeholder 5">
            <a:extLst>
              <a:ext uri="{FF2B5EF4-FFF2-40B4-BE49-F238E27FC236}">
                <a16:creationId xmlns:a16="http://schemas.microsoft.com/office/drawing/2014/main" id="{90457324-EF67-4A93-AAED-89D59271FCB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879CEC7-C6CD-4771-BBFA-CE8FB4291C73}"/>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1691085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B1716-FD2A-40A8-963A-EC6C015F1C5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B04D74F-1068-4ECF-9D48-75BB9FC7A7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4DBB204-27FA-4403-801C-454038F33A15}"/>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5" name="Footer Placeholder 4">
            <a:extLst>
              <a:ext uri="{FF2B5EF4-FFF2-40B4-BE49-F238E27FC236}">
                <a16:creationId xmlns:a16="http://schemas.microsoft.com/office/drawing/2014/main" id="{1B2C1404-278E-47AB-A5C6-954CA658582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7EAE53D-8ED3-4883-A8CF-1A2A50C3801F}"/>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4085076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46E22F-10E3-461F-B3B4-435F2687A6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A00A691-FFA7-4C24-81B3-F26E35D7BA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3DB2990-CEBB-489C-9768-F9B4B8D21885}"/>
              </a:ext>
            </a:extLst>
          </p:cNvPr>
          <p:cNvSpPr>
            <a:spLocks noGrp="1"/>
          </p:cNvSpPr>
          <p:nvPr>
            <p:ph type="dt" sz="half" idx="10"/>
          </p:nvPr>
        </p:nvSpPr>
        <p:spPr/>
        <p:txBody>
          <a:bodyPr/>
          <a:lstStyle/>
          <a:p>
            <a:fld id="{D48EAB32-AC20-4999-A338-F7E51441315A}" type="datetimeFigureOut">
              <a:rPr lang="en-AU" smtClean="0"/>
              <a:t>24/08/2021</a:t>
            </a:fld>
            <a:endParaRPr lang="en-AU"/>
          </a:p>
        </p:txBody>
      </p:sp>
      <p:sp>
        <p:nvSpPr>
          <p:cNvPr id="5" name="Footer Placeholder 4">
            <a:extLst>
              <a:ext uri="{FF2B5EF4-FFF2-40B4-BE49-F238E27FC236}">
                <a16:creationId xmlns:a16="http://schemas.microsoft.com/office/drawing/2014/main" id="{E491CBC4-83A6-4639-A9BA-0D78C365F65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21B4F51-0A87-4F59-A686-0CD66D720B04}"/>
              </a:ext>
            </a:extLst>
          </p:cNvPr>
          <p:cNvSpPr>
            <a:spLocks noGrp="1"/>
          </p:cNvSpPr>
          <p:nvPr>
            <p:ph type="sldNum" sz="quarter" idx="12"/>
          </p:nvPr>
        </p:nvSpPr>
        <p:spPr/>
        <p:txBody>
          <a:bodyPr/>
          <a:lstStyle/>
          <a:p>
            <a:fld id="{223C7F5E-1005-451D-B730-475E02B48FE3}" type="slidenum">
              <a:rPr lang="en-AU" smtClean="0"/>
              <a:t>‹#›</a:t>
            </a:fld>
            <a:endParaRPr lang="en-AU"/>
          </a:p>
        </p:txBody>
      </p:sp>
    </p:spTree>
    <p:extLst>
      <p:ext uri="{BB962C8B-B14F-4D97-AF65-F5344CB8AC3E}">
        <p14:creationId xmlns:p14="http://schemas.microsoft.com/office/powerpoint/2010/main" val="2522324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589324-2161-4180-80D1-49BBD3593E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15239BE-552B-4469-AB83-3A87F79248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33C1F31-F62D-4555-B291-B1B9C013CF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8EAB32-AC20-4999-A338-F7E51441315A}" type="datetimeFigureOut">
              <a:rPr lang="en-AU" smtClean="0"/>
              <a:t>24/08/2021</a:t>
            </a:fld>
            <a:endParaRPr lang="en-AU"/>
          </a:p>
        </p:txBody>
      </p:sp>
      <p:sp>
        <p:nvSpPr>
          <p:cNvPr id="5" name="Footer Placeholder 4">
            <a:extLst>
              <a:ext uri="{FF2B5EF4-FFF2-40B4-BE49-F238E27FC236}">
                <a16:creationId xmlns:a16="http://schemas.microsoft.com/office/drawing/2014/main" id="{9A08B01E-976D-472A-9471-809F00E670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26960FDC-4E03-4BFE-B6B2-A84B3125C9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3C7F5E-1005-451D-B730-475E02B48FE3}" type="slidenum">
              <a:rPr lang="en-AU" smtClean="0"/>
              <a:t>‹#›</a:t>
            </a:fld>
            <a:endParaRPr lang="en-AU"/>
          </a:p>
        </p:txBody>
      </p:sp>
    </p:spTree>
    <p:extLst>
      <p:ext uri="{BB962C8B-B14F-4D97-AF65-F5344CB8AC3E}">
        <p14:creationId xmlns:p14="http://schemas.microsoft.com/office/powerpoint/2010/main" val="2062838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0E94D3F-258D-4DCB-A72C-E28DEF7645AB}"/>
              </a:ext>
            </a:extLst>
          </p:cNvPr>
          <p:cNvSpPr txBox="1">
            <a:spLocks/>
          </p:cNvSpPr>
          <p:nvPr/>
        </p:nvSpPr>
        <p:spPr>
          <a:xfrm>
            <a:off x="1372830" y="306207"/>
            <a:ext cx="9446339" cy="1119144"/>
          </a:xfrm>
          <a:prstGeom prst="rect">
            <a:avLst/>
          </a:prstGeom>
          <a:ln>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rgbClr val="7C7F91"/>
                </a:solidFill>
                <a:latin typeface="Fragment Core" panose="02000504040000020003" pitchFamily="50" charset="0"/>
              </a:rPr>
              <a:t>Topic: Measurement</a:t>
            </a:r>
          </a:p>
          <a:p>
            <a:pPr marL="0" indent="0" algn="ctr">
              <a:buNone/>
            </a:pPr>
            <a:r>
              <a:rPr lang="en-US" sz="3200" b="1" dirty="0">
                <a:solidFill>
                  <a:srgbClr val="7C7F91"/>
                </a:solidFill>
                <a:latin typeface="Fragment Core" panose="02000504040000020003" pitchFamily="50" charset="0"/>
              </a:rPr>
              <a:t>EQ: How do I find the perimeter of an object? </a:t>
            </a:r>
          </a:p>
        </p:txBody>
      </p:sp>
      <p:sp>
        <p:nvSpPr>
          <p:cNvPr id="2" name="TextBox 1">
            <a:extLst>
              <a:ext uri="{FF2B5EF4-FFF2-40B4-BE49-F238E27FC236}">
                <a16:creationId xmlns:a16="http://schemas.microsoft.com/office/drawing/2014/main" id="{E7A10D22-06E6-4B73-AFB5-84EF98765469}"/>
              </a:ext>
            </a:extLst>
          </p:cNvPr>
          <p:cNvSpPr txBox="1"/>
          <p:nvPr/>
        </p:nvSpPr>
        <p:spPr>
          <a:xfrm>
            <a:off x="1248310" y="1828800"/>
            <a:ext cx="2229492" cy="369332"/>
          </a:xfrm>
          <a:prstGeom prst="rect">
            <a:avLst/>
          </a:prstGeom>
          <a:noFill/>
        </p:spPr>
        <p:txBody>
          <a:bodyPr wrap="square" rtlCol="0">
            <a:spAutoFit/>
          </a:bodyPr>
          <a:lstStyle/>
          <a:p>
            <a:r>
              <a:rPr lang="en-AU" dirty="0"/>
              <a:t>Get your VIVO’s</a:t>
            </a:r>
          </a:p>
        </p:txBody>
      </p:sp>
    </p:spTree>
    <p:extLst>
      <p:ext uri="{BB962C8B-B14F-4D97-AF65-F5344CB8AC3E}">
        <p14:creationId xmlns:p14="http://schemas.microsoft.com/office/powerpoint/2010/main" val="296232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174331" cy="523220"/>
          </a:xfrm>
          <a:prstGeom prst="rect">
            <a:avLst/>
          </a:prstGeom>
          <a:noFill/>
        </p:spPr>
        <p:txBody>
          <a:bodyPr wrap="none" rtlCol="0">
            <a:spAutoFit/>
          </a:bodyPr>
          <a:lstStyle/>
          <a:p>
            <a:r>
              <a:rPr lang="en-AU" sz="2800" dirty="0"/>
              <a:t>Topic: Measurement</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How do I find the perimeter of an object?</a:t>
            </a:r>
            <a:endParaRPr lang="en-GB" sz="2400" dirty="0">
              <a:latin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6AF148D6-B5A2-4A5F-BAAF-41A09AE77A56}"/>
              </a:ext>
            </a:extLst>
          </p:cNvPr>
          <p:cNvSpPr txBox="1"/>
          <p:nvPr/>
        </p:nvSpPr>
        <p:spPr>
          <a:xfrm>
            <a:off x="3420348" y="5404568"/>
            <a:ext cx="2300630" cy="400110"/>
          </a:xfrm>
          <a:prstGeom prst="rect">
            <a:avLst/>
          </a:prstGeom>
          <a:noFill/>
        </p:spPr>
        <p:txBody>
          <a:bodyPr wrap="none" rtlCol="0">
            <a:spAutoFit/>
          </a:bodyPr>
          <a:lstStyle/>
          <a:p>
            <a:r>
              <a:rPr lang="en-US" sz="2000" dirty="0"/>
              <a:t>                              </a:t>
            </a:r>
          </a:p>
        </p:txBody>
      </p:sp>
      <p:sp>
        <p:nvSpPr>
          <p:cNvPr id="16" name="TextBox 15">
            <a:extLst>
              <a:ext uri="{FF2B5EF4-FFF2-40B4-BE49-F238E27FC236}">
                <a16:creationId xmlns:a16="http://schemas.microsoft.com/office/drawing/2014/main" id="{DFDE1517-7635-473A-ABD2-C037D73868E8}"/>
              </a:ext>
            </a:extLst>
          </p:cNvPr>
          <p:cNvSpPr txBox="1"/>
          <p:nvPr/>
        </p:nvSpPr>
        <p:spPr>
          <a:xfrm>
            <a:off x="2608351" y="1476077"/>
            <a:ext cx="8907189" cy="2308324"/>
          </a:xfrm>
          <a:prstGeom prst="rect">
            <a:avLst/>
          </a:prstGeom>
          <a:noFill/>
        </p:spPr>
        <p:txBody>
          <a:bodyPr wrap="square">
            <a:spAutoFit/>
          </a:bodyPr>
          <a:lstStyle/>
          <a:p>
            <a:r>
              <a:rPr lang="en-GB" dirty="0"/>
              <a:t>Perimeter is the ___________ around the ________ edge of a _____________shape.</a:t>
            </a:r>
          </a:p>
          <a:p>
            <a:endParaRPr lang="en-GB" dirty="0"/>
          </a:p>
          <a:p>
            <a:r>
              <a:rPr lang="en-GB" dirty="0"/>
              <a:t> Since perimeter is a ________ measurement, common units are _____, _____, m and km. </a:t>
            </a:r>
          </a:p>
          <a:p>
            <a:endParaRPr lang="en-GB" dirty="0"/>
          </a:p>
          <a:p>
            <a:endParaRPr lang="en-GB" dirty="0"/>
          </a:p>
          <a:p>
            <a:r>
              <a:rPr lang="en-GB" dirty="0"/>
              <a:t>To calculate the perimeter, _________ the ____________ of each _________ together. </a:t>
            </a:r>
          </a:p>
          <a:p>
            <a:endParaRPr lang="en-GB" dirty="0"/>
          </a:p>
          <a:p>
            <a:r>
              <a:rPr lang="en-GB" dirty="0"/>
              <a:t>All length measurements must be in the ____________ unit before being added</a:t>
            </a:r>
            <a:endParaRPr lang="en-AU" dirty="0"/>
          </a:p>
        </p:txBody>
      </p:sp>
      <p:pic>
        <p:nvPicPr>
          <p:cNvPr id="7" name="Picture 6" descr="A picture containing letter&#10;&#10;Description automatically generated">
            <a:extLst>
              <a:ext uri="{FF2B5EF4-FFF2-40B4-BE49-F238E27FC236}">
                <a16:creationId xmlns:a16="http://schemas.microsoft.com/office/drawing/2014/main" id="{C1A7501E-F590-4BB6-8F99-B24C8E735426}"/>
              </a:ext>
            </a:extLst>
          </p:cNvPr>
          <p:cNvPicPr>
            <a:picLocks noChangeAspect="1"/>
          </p:cNvPicPr>
          <p:nvPr/>
        </p:nvPicPr>
        <p:blipFill>
          <a:blip r:embed="rId3"/>
          <a:stretch>
            <a:fillRect/>
          </a:stretch>
        </p:blipFill>
        <p:spPr>
          <a:xfrm>
            <a:off x="1533525" y="2686050"/>
            <a:ext cx="9124950" cy="1485900"/>
          </a:xfrm>
          <a:prstGeom prst="rect">
            <a:avLst/>
          </a:prstGeom>
        </p:spPr>
      </p:pic>
    </p:spTree>
    <p:extLst>
      <p:ext uri="{BB962C8B-B14F-4D97-AF65-F5344CB8AC3E}">
        <p14:creationId xmlns:p14="http://schemas.microsoft.com/office/powerpoint/2010/main" val="2207670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174331" cy="523220"/>
          </a:xfrm>
          <a:prstGeom prst="rect">
            <a:avLst/>
          </a:prstGeom>
          <a:noFill/>
        </p:spPr>
        <p:txBody>
          <a:bodyPr wrap="none" rtlCol="0">
            <a:spAutoFit/>
          </a:bodyPr>
          <a:lstStyle/>
          <a:p>
            <a:r>
              <a:rPr lang="en-AU" sz="2800" dirty="0"/>
              <a:t>Topic: Measurement</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How do I find the perimeter of an object?</a:t>
            </a:r>
            <a:endParaRPr lang="en-GB" sz="2400" dirty="0">
              <a:latin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6AF148D6-B5A2-4A5F-BAAF-41A09AE77A56}"/>
              </a:ext>
            </a:extLst>
          </p:cNvPr>
          <p:cNvSpPr txBox="1"/>
          <p:nvPr/>
        </p:nvSpPr>
        <p:spPr>
          <a:xfrm>
            <a:off x="3420348" y="5404568"/>
            <a:ext cx="2300630" cy="400110"/>
          </a:xfrm>
          <a:prstGeom prst="rect">
            <a:avLst/>
          </a:prstGeom>
          <a:noFill/>
        </p:spPr>
        <p:txBody>
          <a:bodyPr wrap="none" rtlCol="0">
            <a:spAutoFit/>
          </a:bodyPr>
          <a:lstStyle/>
          <a:p>
            <a:r>
              <a:rPr lang="en-US" sz="2000" dirty="0"/>
              <a:t>                              </a:t>
            </a:r>
          </a:p>
        </p:txBody>
      </p:sp>
      <p:sp>
        <p:nvSpPr>
          <p:cNvPr id="16" name="TextBox 15">
            <a:extLst>
              <a:ext uri="{FF2B5EF4-FFF2-40B4-BE49-F238E27FC236}">
                <a16:creationId xmlns:a16="http://schemas.microsoft.com/office/drawing/2014/main" id="{DFDE1517-7635-473A-ABD2-C037D73868E8}"/>
              </a:ext>
            </a:extLst>
          </p:cNvPr>
          <p:cNvSpPr txBox="1"/>
          <p:nvPr/>
        </p:nvSpPr>
        <p:spPr>
          <a:xfrm>
            <a:off x="2608351" y="1476077"/>
            <a:ext cx="8907189" cy="923330"/>
          </a:xfrm>
          <a:prstGeom prst="rect">
            <a:avLst/>
          </a:prstGeom>
          <a:noFill/>
        </p:spPr>
        <p:txBody>
          <a:bodyPr wrap="square">
            <a:spAutoFit/>
          </a:bodyPr>
          <a:lstStyle/>
          <a:p>
            <a:r>
              <a:rPr lang="en-GB" dirty="0"/>
              <a:t>Example 1: Calculate the perimeter of this shape:</a:t>
            </a:r>
            <a:br>
              <a:rPr lang="en-GB" dirty="0"/>
            </a:br>
            <a:endParaRPr lang="en-GB" dirty="0"/>
          </a:p>
          <a:p>
            <a:endParaRPr lang="en-AU" dirty="0"/>
          </a:p>
        </p:txBody>
      </p:sp>
      <p:pic>
        <p:nvPicPr>
          <p:cNvPr id="4" name="Picture 3" descr="Line chart&#10;&#10;Description automatically generated">
            <a:extLst>
              <a:ext uri="{FF2B5EF4-FFF2-40B4-BE49-F238E27FC236}">
                <a16:creationId xmlns:a16="http://schemas.microsoft.com/office/drawing/2014/main" id="{A456CE7A-CD70-469B-8609-B006222DB7BF}"/>
              </a:ext>
            </a:extLst>
          </p:cNvPr>
          <p:cNvPicPr>
            <a:picLocks noChangeAspect="1"/>
          </p:cNvPicPr>
          <p:nvPr/>
        </p:nvPicPr>
        <p:blipFill>
          <a:blip r:embed="rId3"/>
          <a:stretch>
            <a:fillRect/>
          </a:stretch>
        </p:blipFill>
        <p:spPr>
          <a:xfrm>
            <a:off x="2870240" y="2033557"/>
            <a:ext cx="3789357" cy="1597404"/>
          </a:xfrm>
          <a:prstGeom prst="rect">
            <a:avLst/>
          </a:prstGeom>
        </p:spPr>
      </p:pic>
    </p:spTree>
    <p:extLst>
      <p:ext uri="{BB962C8B-B14F-4D97-AF65-F5344CB8AC3E}">
        <p14:creationId xmlns:p14="http://schemas.microsoft.com/office/powerpoint/2010/main" val="2269202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174331" cy="523220"/>
          </a:xfrm>
          <a:prstGeom prst="rect">
            <a:avLst/>
          </a:prstGeom>
          <a:noFill/>
        </p:spPr>
        <p:txBody>
          <a:bodyPr wrap="none" rtlCol="0">
            <a:spAutoFit/>
          </a:bodyPr>
          <a:lstStyle/>
          <a:p>
            <a:r>
              <a:rPr lang="en-AU" sz="2800" dirty="0"/>
              <a:t>Topic: Measurement</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How do I find the perimeter of an object?</a:t>
            </a:r>
            <a:endParaRPr lang="en-GB" sz="2400" dirty="0">
              <a:latin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6AF148D6-B5A2-4A5F-BAAF-41A09AE77A56}"/>
              </a:ext>
            </a:extLst>
          </p:cNvPr>
          <p:cNvSpPr txBox="1"/>
          <p:nvPr/>
        </p:nvSpPr>
        <p:spPr>
          <a:xfrm>
            <a:off x="3420348" y="5404568"/>
            <a:ext cx="2300630" cy="400110"/>
          </a:xfrm>
          <a:prstGeom prst="rect">
            <a:avLst/>
          </a:prstGeom>
          <a:noFill/>
        </p:spPr>
        <p:txBody>
          <a:bodyPr wrap="none" rtlCol="0">
            <a:spAutoFit/>
          </a:bodyPr>
          <a:lstStyle/>
          <a:p>
            <a:r>
              <a:rPr lang="en-US" sz="2000" dirty="0"/>
              <a:t>                              </a:t>
            </a:r>
          </a:p>
        </p:txBody>
      </p:sp>
      <p:sp>
        <p:nvSpPr>
          <p:cNvPr id="16" name="TextBox 15">
            <a:extLst>
              <a:ext uri="{FF2B5EF4-FFF2-40B4-BE49-F238E27FC236}">
                <a16:creationId xmlns:a16="http://schemas.microsoft.com/office/drawing/2014/main" id="{DFDE1517-7635-473A-ABD2-C037D73868E8}"/>
              </a:ext>
            </a:extLst>
          </p:cNvPr>
          <p:cNvSpPr txBox="1"/>
          <p:nvPr/>
        </p:nvSpPr>
        <p:spPr>
          <a:xfrm>
            <a:off x="2608351" y="1476077"/>
            <a:ext cx="8907189" cy="923330"/>
          </a:xfrm>
          <a:prstGeom prst="rect">
            <a:avLst/>
          </a:prstGeom>
          <a:noFill/>
        </p:spPr>
        <p:txBody>
          <a:bodyPr wrap="square">
            <a:spAutoFit/>
          </a:bodyPr>
          <a:lstStyle/>
          <a:p>
            <a:r>
              <a:rPr lang="en-GB" dirty="0"/>
              <a:t>Example 2: Calculate the perimeter of this shape:</a:t>
            </a:r>
            <a:br>
              <a:rPr lang="en-GB" dirty="0"/>
            </a:br>
            <a:endParaRPr lang="en-GB" dirty="0"/>
          </a:p>
          <a:p>
            <a:endParaRPr lang="en-AU" dirty="0"/>
          </a:p>
        </p:txBody>
      </p:sp>
      <p:pic>
        <p:nvPicPr>
          <p:cNvPr id="5" name="Picture 4">
            <a:extLst>
              <a:ext uri="{FF2B5EF4-FFF2-40B4-BE49-F238E27FC236}">
                <a16:creationId xmlns:a16="http://schemas.microsoft.com/office/drawing/2014/main" id="{FB41C473-0692-4C68-AFE6-F7CE02B6EFD6}"/>
              </a:ext>
            </a:extLst>
          </p:cNvPr>
          <p:cNvPicPr>
            <a:picLocks noChangeAspect="1"/>
          </p:cNvPicPr>
          <p:nvPr/>
        </p:nvPicPr>
        <p:blipFill>
          <a:blip r:embed="rId3"/>
          <a:stretch>
            <a:fillRect/>
          </a:stretch>
        </p:blipFill>
        <p:spPr>
          <a:xfrm>
            <a:off x="2873507" y="2022010"/>
            <a:ext cx="4238625" cy="2019300"/>
          </a:xfrm>
          <a:prstGeom prst="rect">
            <a:avLst/>
          </a:prstGeom>
        </p:spPr>
      </p:pic>
    </p:spTree>
    <p:extLst>
      <p:ext uri="{BB962C8B-B14F-4D97-AF65-F5344CB8AC3E}">
        <p14:creationId xmlns:p14="http://schemas.microsoft.com/office/powerpoint/2010/main" val="1160224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174331" cy="523220"/>
          </a:xfrm>
          <a:prstGeom prst="rect">
            <a:avLst/>
          </a:prstGeom>
          <a:noFill/>
        </p:spPr>
        <p:txBody>
          <a:bodyPr wrap="none" rtlCol="0">
            <a:spAutoFit/>
          </a:bodyPr>
          <a:lstStyle/>
          <a:p>
            <a:r>
              <a:rPr lang="en-AU" sz="2800" dirty="0"/>
              <a:t>Topic: Measurement</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How do I find the perimeter of an object?</a:t>
            </a:r>
            <a:endParaRPr lang="en-GB" sz="2400" dirty="0">
              <a:latin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6AF148D6-B5A2-4A5F-BAAF-41A09AE77A56}"/>
              </a:ext>
            </a:extLst>
          </p:cNvPr>
          <p:cNvSpPr txBox="1"/>
          <p:nvPr/>
        </p:nvSpPr>
        <p:spPr>
          <a:xfrm>
            <a:off x="3420348" y="5404568"/>
            <a:ext cx="2300630" cy="400110"/>
          </a:xfrm>
          <a:prstGeom prst="rect">
            <a:avLst/>
          </a:prstGeom>
          <a:noFill/>
        </p:spPr>
        <p:txBody>
          <a:bodyPr wrap="none" rtlCol="0">
            <a:spAutoFit/>
          </a:bodyPr>
          <a:lstStyle/>
          <a:p>
            <a:r>
              <a:rPr lang="en-US" sz="2000" dirty="0"/>
              <a:t>                              </a:t>
            </a:r>
          </a:p>
        </p:txBody>
      </p:sp>
      <p:sp>
        <p:nvSpPr>
          <p:cNvPr id="16" name="TextBox 15">
            <a:extLst>
              <a:ext uri="{FF2B5EF4-FFF2-40B4-BE49-F238E27FC236}">
                <a16:creationId xmlns:a16="http://schemas.microsoft.com/office/drawing/2014/main" id="{DFDE1517-7635-473A-ABD2-C037D73868E8}"/>
              </a:ext>
            </a:extLst>
          </p:cNvPr>
          <p:cNvSpPr txBox="1"/>
          <p:nvPr/>
        </p:nvSpPr>
        <p:spPr>
          <a:xfrm>
            <a:off x="2608351" y="1476077"/>
            <a:ext cx="8907189" cy="923330"/>
          </a:xfrm>
          <a:prstGeom prst="rect">
            <a:avLst/>
          </a:prstGeom>
          <a:noFill/>
        </p:spPr>
        <p:txBody>
          <a:bodyPr wrap="square">
            <a:spAutoFit/>
          </a:bodyPr>
          <a:lstStyle/>
          <a:p>
            <a:r>
              <a:rPr lang="en-GB" dirty="0"/>
              <a:t>Example 3: </a:t>
            </a:r>
            <a:br>
              <a:rPr lang="en-GB" dirty="0"/>
            </a:br>
            <a:endParaRPr lang="en-GB" dirty="0"/>
          </a:p>
          <a:p>
            <a:endParaRPr lang="en-AU" dirty="0"/>
          </a:p>
        </p:txBody>
      </p:sp>
      <p:pic>
        <p:nvPicPr>
          <p:cNvPr id="7" name="Picture 6" descr="Text&#10;&#10;Description automatically generated">
            <a:extLst>
              <a:ext uri="{FF2B5EF4-FFF2-40B4-BE49-F238E27FC236}">
                <a16:creationId xmlns:a16="http://schemas.microsoft.com/office/drawing/2014/main" id="{F7AF8AF8-E7EB-4F7D-B35A-3AA01EAD6EE2}"/>
              </a:ext>
            </a:extLst>
          </p:cNvPr>
          <p:cNvPicPr>
            <a:picLocks noChangeAspect="1"/>
          </p:cNvPicPr>
          <p:nvPr/>
        </p:nvPicPr>
        <p:blipFill>
          <a:blip r:embed="rId3"/>
          <a:stretch>
            <a:fillRect/>
          </a:stretch>
        </p:blipFill>
        <p:spPr>
          <a:xfrm>
            <a:off x="2608351" y="1937742"/>
            <a:ext cx="7056263" cy="2345190"/>
          </a:xfrm>
          <a:prstGeom prst="rect">
            <a:avLst/>
          </a:prstGeom>
        </p:spPr>
      </p:pic>
    </p:spTree>
    <p:extLst>
      <p:ext uri="{BB962C8B-B14F-4D97-AF65-F5344CB8AC3E}">
        <p14:creationId xmlns:p14="http://schemas.microsoft.com/office/powerpoint/2010/main" val="217077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45" y="777796"/>
            <a:ext cx="1211735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0" y="1222394"/>
            <a:ext cx="12192000" cy="2229"/>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608" y="0"/>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2459" y="1224621"/>
            <a:ext cx="0" cy="5633379"/>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672" y="196208"/>
            <a:ext cx="3174331" cy="523220"/>
          </a:xfrm>
          <a:prstGeom prst="rect">
            <a:avLst/>
          </a:prstGeom>
          <a:noFill/>
        </p:spPr>
        <p:txBody>
          <a:bodyPr wrap="none" rtlCol="0">
            <a:spAutoFit/>
          </a:bodyPr>
          <a:lstStyle/>
          <a:p>
            <a:r>
              <a:rPr lang="en-AU" sz="2800" dirty="0"/>
              <a:t>Topic: Measurement</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907" y="756649"/>
            <a:ext cx="10643384" cy="461665"/>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EQ: How do I find the perimeter of an object?</a:t>
            </a:r>
            <a:endParaRPr lang="en-GB" sz="2400" dirty="0">
              <a:latin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6AF148D6-B5A2-4A5F-BAAF-41A09AE77A56}"/>
              </a:ext>
            </a:extLst>
          </p:cNvPr>
          <p:cNvSpPr txBox="1"/>
          <p:nvPr/>
        </p:nvSpPr>
        <p:spPr>
          <a:xfrm>
            <a:off x="3420348" y="5404568"/>
            <a:ext cx="2300630" cy="400110"/>
          </a:xfrm>
          <a:prstGeom prst="rect">
            <a:avLst/>
          </a:prstGeom>
          <a:noFill/>
        </p:spPr>
        <p:txBody>
          <a:bodyPr wrap="none" rtlCol="0">
            <a:spAutoFit/>
          </a:bodyPr>
          <a:lstStyle/>
          <a:p>
            <a:r>
              <a:rPr lang="en-US" sz="2000" dirty="0"/>
              <a:t>                              </a:t>
            </a:r>
          </a:p>
        </p:txBody>
      </p:sp>
      <p:sp>
        <p:nvSpPr>
          <p:cNvPr id="16" name="TextBox 15">
            <a:extLst>
              <a:ext uri="{FF2B5EF4-FFF2-40B4-BE49-F238E27FC236}">
                <a16:creationId xmlns:a16="http://schemas.microsoft.com/office/drawing/2014/main" id="{DFDE1517-7635-473A-ABD2-C037D73868E8}"/>
              </a:ext>
            </a:extLst>
          </p:cNvPr>
          <p:cNvSpPr txBox="1"/>
          <p:nvPr/>
        </p:nvSpPr>
        <p:spPr>
          <a:xfrm>
            <a:off x="2608351" y="1476077"/>
            <a:ext cx="8907189" cy="1477328"/>
          </a:xfrm>
          <a:prstGeom prst="rect">
            <a:avLst/>
          </a:prstGeom>
          <a:noFill/>
        </p:spPr>
        <p:txBody>
          <a:bodyPr wrap="square">
            <a:spAutoFit/>
          </a:bodyPr>
          <a:lstStyle/>
          <a:p>
            <a:r>
              <a:rPr lang="en-GB" dirty="0"/>
              <a:t>Your turn:</a:t>
            </a:r>
          </a:p>
          <a:p>
            <a:r>
              <a:rPr lang="en-GB" dirty="0"/>
              <a:t>Complete the worksheets with 3 questions- Ensure you show full working out</a:t>
            </a:r>
          </a:p>
          <a:p>
            <a:r>
              <a:rPr lang="en-GB"/>
              <a:t>Complete Exit Pass </a:t>
            </a:r>
            <a:br>
              <a:rPr lang="en-GB" dirty="0"/>
            </a:br>
            <a:endParaRPr lang="en-GB" dirty="0"/>
          </a:p>
          <a:p>
            <a:endParaRPr lang="en-AU" dirty="0"/>
          </a:p>
        </p:txBody>
      </p:sp>
    </p:spTree>
    <p:extLst>
      <p:ext uri="{BB962C8B-B14F-4D97-AF65-F5344CB8AC3E}">
        <p14:creationId xmlns:p14="http://schemas.microsoft.com/office/powerpoint/2010/main" val="690010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350</Words>
  <Application>Microsoft Office PowerPoint</Application>
  <PresentationFormat>Widescreen</PresentationFormat>
  <Paragraphs>60</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Fragment Core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Sarah [Baldivis Secondary College]</dc:creator>
  <cp:lastModifiedBy>JAMES Sarah [Baldivis Secondary College]</cp:lastModifiedBy>
  <cp:revision>1</cp:revision>
  <dcterms:created xsi:type="dcterms:W3CDTF">2021-08-24T10:58:06Z</dcterms:created>
  <dcterms:modified xsi:type="dcterms:W3CDTF">2021-08-24T11:22:59Z</dcterms:modified>
</cp:coreProperties>
</file>