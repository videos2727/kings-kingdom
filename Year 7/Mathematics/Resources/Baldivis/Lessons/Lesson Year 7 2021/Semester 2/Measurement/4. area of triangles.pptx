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0" r:id="rId2"/>
    <p:sldId id="261" r:id="rId3"/>
    <p:sldId id="262" r:id="rId4"/>
    <p:sldId id="264" r:id="rId5"/>
    <p:sldId id="263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88" d="100"/>
          <a:sy n="88" d="100"/>
        </p:scale>
        <p:origin x="40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EBB86-B243-4398-8883-FBA594DAED19}" type="datetimeFigureOut">
              <a:rPr lang="en-AU" smtClean="0"/>
              <a:t>2/10/2021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A5FA38-5F16-4B64-AABF-044DC965F9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541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677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6681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94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4635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7316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123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F11F8-07E6-40E8-947E-E5793D03D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D5E696-D603-4685-9128-2D8813C052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6014B-788C-4523-AD62-FB72150EA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2900-018C-4542-9734-94DD08E87B89}" type="datetimeFigureOut">
              <a:rPr lang="en-AU" smtClean="0"/>
              <a:t>2/10/2021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B8D4F-81CD-4114-A664-F70905D26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AD2C7-9A12-4C87-97CB-B1C5BAEAC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0E18-9D80-4ABF-B7D1-06C265B6FC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9021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A4CCF-0297-414B-A193-25FA29302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333B3-284B-4E71-890B-79F18F2DD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FC7F0-089F-44F5-83E5-DAA66D25D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2900-018C-4542-9734-94DD08E87B89}" type="datetimeFigureOut">
              <a:rPr lang="en-AU" smtClean="0"/>
              <a:t>2/10/2021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A8B1B-6664-4D08-B3B3-890BBEF88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87EF0-72B6-402C-885F-BA9AE68E8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0E18-9D80-4ABF-B7D1-06C265B6FC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195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2190D-63F7-4C6C-AB40-5DBD1973E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9C51E-7F1E-4076-A3ED-58D8EDBB9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9CB6F-4A3B-4595-9D45-391682738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2900-018C-4542-9734-94DD08E87B89}" type="datetimeFigureOut">
              <a:rPr lang="en-AU" smtClean="0"/>
              <a:t>2/10/2021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28E6C-794B-4F7D-A67C-DF9DC3F76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66D60-8EBA-472F-A4E5-BB49DAC57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0E18-9D80-4ABF-B7D1-06C265B6FC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4972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2B3CF-B232-4B37-9686-06971D447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2536B-7E2C-43EA-8D58-4448E5C7A9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9431AD-85DD-4613-9B56-AB93711AF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69907B-EFCC-4A7F-9EA8-3D5D75467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2900-018C-4542-9734-94DD08E87B89}" type="datetimeFigureOut">
              <a:rPr lang="en-AU" smtClean="0"/>
              <a:t>2/10/2021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8DBDF-255D-4005-AE27-A8BD948B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A954C-3D04-449A-A46D-6C46D4F58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0E18-9D80-4ABF-B7D1-06C265B6FC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5634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D9D6B-0277-4F50-9355-D675936D2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C3D7C-4C24-4492-8103-6B8DC1F96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1E400-0711-453A-886B-915EB9563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BC32D-74D5-439C-A8AC-E00F66257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975070-3F9A-4885-983E-A4D47BC33E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F6B4EC-0163-47D7-B820-398DC380B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2900-018C-4542-9734-94DD08E87B89}" type="datetimeFigureOut">
              <a:rPr lang="en-AU" smtClean="0"/>
              <a:t>2/10/2021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4AB73C-AB8D-423C-A274-38D14DA51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602AE7-4185-43B2-9637-D849EBCB7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0E18-9D80-4ABF-B7D1-06C265B6FC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0627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7B890-8DF7-49BC-AE9B-1BB1E5623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EEC8CC-587D-4D64-96A3-83428F57D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2900-018C-4542-9734-94DD08E87B89}" type="datetimeFigureOut">
              <a:rPr lang="en-AU" smtClean="0"/>
              <a:t>2/10/2021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D40619-2AF5-48DF-B5A2-D15B3356F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8F93D-46C4-4575-A513-60DFECDA7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0E18-9D80-4ABF-B7D1-06C265B6FC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1716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BDAE64-03F8-4D21-B9B5-B6EDB5C0B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2900-018C-4542-9734-94DD08E87B89}" type="datetimeFigureOut">
              <a:rPr lang="en-AU" smtClean="0"/>
              <a:t>2/10/2021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BC7946-79D9-4E15-AC95-EEFAEF5EE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43E4E-96C1-47C6-8A41-EF21D28C7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0E18-9D80-4ABF-B7D1-06C265B6FC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6479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FDC51-80C3-4927-896D-94E5E2E42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C7B61-5885-41D5-A13F-B474641E8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80106-FA9A-4762-A88F-724D4284B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81D421-4B74-4C44-AB3A-C152150B2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2900-018C-4542-9734-94DD08E87B89}" type="datetimeFigureOut">
              <a:rPr lang="en-AU" smtClean="0"/>
              <a:t>2/10/2021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CEDC7-B1BA-4A8C-A18B-FF14A56B9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6393F-87E3-42A4-89C7-289CE8298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0E18-9D80-4ABF-B7D1-06C265B6FC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2077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59B0-F202-4560-A616-EA376CD6C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E0B798-B947-4B17-8BC6-F438DFBED7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8DCBAE-62B9-46F3-ABED-160883F92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903EEA-D9EA-4DE2-9A7D-83633504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2900-018C-4542-9734-94DD08E87B89}" type="datetimeFigureOut">
              <a:rPr lang="en-AU" smtClean="0"/>
              <a:t>2/10/2021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40C8B-0AAC-4EBF-8CF4-B7DE6F99F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E7E805-CC76-4C45-993F-7B8765E5E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0E18-9D80-4ABF-B7D1-06C265B6FC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0376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93FFC-8EBD-40F2-8F43-0712EB9AE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1558EA-9072-4D0A-B96A-70292DDB1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50D03-4D83-4C01-B14D-A9D18F860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2900-018C-4542-9734-94DD08E87B89}" type="datetimeFigureOut">
              <a:rPr lang="en-AU" smtClean="0"/>
              <a:t>2/10/2021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50142-C527-42E6-97B5-830D0D1F7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F3F12-9F28-47FC-B94D-1791CDCD7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0E18-9D80-4ABF-B7D1-06C265B6FC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7144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374B8C-B5BE-4644-B141-7891BF1E35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2E04A6-D9C0-4CFE-B3A8-580E9FAF2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8096E-ABCC-46FC-856A-06E90AFD9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2900-018C-4542-9734-94DD08E87B89}" type="datetimeFigureOut">
              <a:rPr lang="en-AU" smtClean="0"/>
              <a:t>2/10/2021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BC0D3-474D-4D8F-8D25-D2027CB55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F15EC-B2FB-4F52-B6D0-1D41ACF6C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0E18-9D80-4ABF-B7D1-06C265B6FC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4760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205454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070707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715487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886054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84943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200A04-D814-442E-B9AE-E4F1F7AA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F66BB-C68B-4AC7-92E5-DCF1C0B85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94CEB-3E9D-4091-A2F3-727D2DD86C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52900-018C-4542-9734-94DD08E87B89}" type="datetimeFigureOut">
              <a:rPr lang="en-AU" smtClean="0"/>
              <a:t>2/10/2021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0786B-BF9F-45E8-9FD5-658C1E108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F20A8-F542-4554-B77A-BAF1FEF9C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A0E18-9D80-4ABF-B7D1-06C265B6FC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4658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geogebra.org/m/MyVgfMAg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Area of </a:t>
            </a:r>
            <a:r>
              <a:rPr lang="en-AU" b="1" dirty="0" smtClean="0">
                <a:latin typeface="Fragment Core" panose="02000504040000020003" pitchFamily="50" charset="0"/>
              </a:rPr>
              <a:t>Triangles</a:t>
            </a:r>
            <a:endParaRPr lang="en-AU" b="1" dirty="0"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721659" y="1967454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000" dirty="0">
                <a:latin typeface="Kiwi School Handwriting" panose="00000500000000000000" pitchFamily="2" charset="0"/>
              </a:rPr>
              <a:t>How would a mathematician write the formula for area of a:</a:t>
            </a:r>
          </a:p>
          <a:p>
            <a:pPr marL="571500" indent="-571500"/>
            <a:r>
              <a:rPr lang="en-AU" sz="4000" dirty="0">
                <a:latin typeface="Kiwi School Handwriting" panose="00000500000000000000" pitchFamily="2" charset="0"/>
              </a:rPr>
              <a:t>Square</a:t>
            </a:r>
          </a:p>
          <a:p>
            <a:pPr marL="571500" indent="-571500"/>
            <a:endParaRPr lang="en-AU" sz="4000" dirty="0">
              <a:latin typeface="Kiwi School Handwriting" panose="00000500000000000000" pitchFamily="2" charset="0"/>
            </a:endParaRPr>
          </a:p>
          <a:p>
            <a:pPr marL="571500" indent="-571500"/>
            <a:r>
              <a:rPr lang="en-AU" sz="4000" dirty="0">
                <a:latin typeface="Kiwi School Handwriting" panose="00000500000000000000" pitchFamily="2" charset="0"/>
              </a:rPr>
              <a:t>Rectangle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D68CE8-91D8-44A3-B678-A85D349339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716"/>
          <a:stretch/>
        </p:blipFill>
        <p:spPr>
          <a:xfrm>
            <a:off x="8223016" y="2201096"/>
            <a:ext cx="3639273" cy="2437237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87010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4832" y="44739"/>
            <a:ext cx="1231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00" y="1461197"/>
            <a:ext cx="23352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do I find the area of a triangle?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06813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I find the area of </a:t>
            </a:r>
            <a:r>
              <a:rPr lang="en-AU" sz="2800" b="1" dirty="0" smtClean="0">
                <a:solidFill>
                  <a:srgbClr val="FF5050"/>
                </a:solidFill>
                <a:latin typeface="Fragment Core" panose="02000504040000020003" pitchFamily="50" charset="0"/>
              </a:rPr>
              <a:t>triangles? </a:t>
            </a:r>
            <a:endParaRPr lang="en-AU" sz="28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Rectangle 1">
            <a:hlinkClick r:id="rId4"/>
            <a:extLst>
              <a:ext uri="{FF2B5EF4-FFF2-40B4-BE49-F238E27FC236}">
                <a16:creationId xmlns:a16="http://schemas.microsoft.com/office/drawing/2014/main" id="{9EC156EF-6F07-48F2-B438-64BEE5BA2783}"/>
              </a:ext>
            </a:extLst>
          </p:cNvPr>
          <p:cNvSpPr/>
          <p:nvPr/>
        </p:nvSpPr>
        <p:spPr>
          <a:xfrm>
            <a:off x="2668822" y="1505080"/>
            <a:ext cx="53953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dirty="0"/>
              <a:t>https://www.geogebra.org/m/MyVgfMAg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67EF8B-CC6A-4DF2-9D97-A3B693C15DE9}"/>
              </a:ext>
            </a:extLst>
          </p:cNvPr>
          <p:cNvSpPr txBox="1"/>
          <p:nvPr/>
        </p:nvSpPr>
        <p:spPr>
          <a:xfrm>
            <a:off x="1588" y="3771103"/>
            <a:ext cx="24846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would a mathematician write that?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84919F-6700-402C-88BA-0D8EB2DE8B2C}"/>
              </a:ext>
            </a:extLst>
          </p:cNvPr>
          <p:cNvSpPr txBox="1"/>
          <p:nvPr/>
        </p:nvSpPr>
        <p:spPr>
          <a:xfrm>
            <a:off x="2668822" y="2174664"/>
            <a:ext cx="64632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We can think of a triangle as half of a rectangle.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647768" y="4395534"/>
            <a:ext cx="56947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00B050"/>
                </a:solidFill>
                <a:latin typeface="Calibri" panose="020F0502020204030204"/>
              </a:rPr>
              <a:t>Area of a Triangle = ½ x Base x Height</a:t>
            </a:r>
          </a:p>
          <a:p>
            <a:pPr defTabSz="914126"/>
            <a:endParaRPr lang="en-AU" sz="2800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914126"/>
            <a:r>
              <a:rPr lang="en-AU" sz="2800" b="1" dirty="0">
                <a:solidFill>
                  <a:srgbClr val="00B050"/>
                </a:solidFill>
                <a:latin typeface="Calibri" panose="020F0502020204030204"/>
              </a:rPr>
              <a:t>A = ½ x B x H</a:t>
            </a:r>
            <a:endParaRPr lang="en-US" sz="2800" b="1" dirty="0">
              <a:solidFill>
                <a:srgbClr val="00B05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E66B62-50E3-433D-B3A2-D83B16EEE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43" y="778202"/>
            <a:ext cx="4382521" cy="20638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446B01-8139-4A3B-B31D-8A2177077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4677" y="1601694"/>
            <a:ext cx="4035098" cy="251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9EFC51-8DBA-421C-A9B4-34F24A3E3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23" y="786396"/>
            <a:ext cx="3119717" cy="22408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A5CED4-30EA-4986-9DF4-13C409083185}"/>
              </a:ext>
            </a:extLst>
          </p:cNvPr>
          <p:cNvSpPr txBox="1"/>
          <p:nvPr/>
        </p:nvSpPr>
        <p:spPr>
          <a:xfrm>
            <a:off x="603624" y="890494"/>
            <a:ext cx="448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FF0000"/>
                </a:solidFill>
              </a:rPr>
              <a:t>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038B31-39E1-47F3-A569-FA6850C62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9960" y="890494"/>
            <a:ext cx="3273876" cy="21993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5A5BA7-9E8B-444D-A2B6-1A089F77CC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4476" y="1793327"/>
            <a:ext cx="3956028" cy="1810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D0D5E7-08D4-4F8C-B348-B02956548EBB}"/>
              </a:ext>
            </a:extLst>
          </p:cNvPr>
          <p:cNvSpPr txBox="1"/>
          <p:nvPr/>
        </p:nvSpPr>
        <p:spPr>
          <a:xfrm>
            <a:off x="4563036" y="890494"/>
            <a:ext cx="448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271874-4FB7-497D-8BA7-A06EE8A48790}"/>
              </a:ext>
            </a:extLst>
          </p:cNvPr>
          <p:cNvSpPr txBox="1"/>
          <p:nvPr/>
        </p:nvSpPr>
        <p:spPr>
          <a:xfrm>
            <a:off x="9074255" y="1466944"/>
            <a:ext cx="448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91</Words>
  <Application>Microsoft Office PowerPoint</Application>
  <PresentationFormat>Widescreen</PresentationFormat>
  <Paragraphs>25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Fragment Core</vt:lpstr>
      <vt:lpstr>Kiwi School Handwriting</vt:lpstr>
      <vt:lpstr>Office Theme</vt:lpstr>
      <vt:lpstr>Area of Triangles</vt:lpstr>
      <vt:lpstr>From Last Lesson</vt:lpstr>
      <vt:lpstr>PowerPoint Presentation</vt:lpstr>
      <vt:lpstr>Practice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Area of Triangles and Parallelograms</dc:title>
  <dc:creator>LABUSCHAGNE Nine [Baldivis Secondary College]</dc:creator>
  <cp:lastModifiedBy>MCLEOD Alexandria [Baldivis Secondary College]</cp:lastModifiedBy>
  <cp:revision>13</cp:revision>
  <dcterms:created xsi:type="dcterms:W3CDTF">2018-04-03T06:33:02Z</dcterms:created>
  <dcterms:modified xsi:type="dcterms:W3CDTF">2021-10-02T12:26:37Z</dcterms:modified>
</cp:coreProperties>
</file>