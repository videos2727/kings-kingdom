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9" r:id="rId2"/>
    <p:sldId id="28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6BE57-C65B-4224-82EE-D246392015E5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C3EA3-8223-46AC-9898-92C2E5A37E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9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79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04B9-4A45-45CC-8A76-80621D0DF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1FB6B-295D-49C8-93D4-EE167A8AC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54181-6292-4D2E-920B-E595E98A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06676-413D-4872-8A02-C311CC896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665EA-9AC5-4DBE-AC2C-A5B66A3A2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026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86ECB-442D-4108-A9A2-F086D76D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7330C-9475-43B7-9BAF-051806546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655B2-228F-43D5-9A60-7C6B60F6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5BF9C-EB1E-4448-A70C-186A2672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CD308-8D45-4BE2-98D1-95660555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973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15B9C-62D4-416D-BEAD-CE6942FD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2AF3E-7534-4D9F-91CF-7B9ADAA78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99E04-533D-48E5-ABDA-308F2A6A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E73E2-2057-46E5-8512-78F4B167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18B58-4BC7-4280-8CA3-ECA8B9E11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626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C83A-999C-42CC-9455-0AB95B660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70E37-CA0D-4563-BD38-4EA3DDE04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6153A-D2BC-444C-B0DA-B46B7C67A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E0156-E448-4A7A-A347-F7904A86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7EF70-DF50-44E9-AFD8-AF422F3A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60A3D-70C5-41B7-BAF4-42065B17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41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34206-FD07-4644-9378-4250C0E6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FD44C-8036-47F0-9EA6-EAAF7418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8D32A-740E-47D8-8A3D-EBF69E8A5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3281-824D-4570-BB4F-9014ABC52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E723F1-2964-405A-B174-4E82600A3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BDC85-F460-449D-BB46-4B649F800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453B9-9EBD-474C-A794-6A4D6D74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FA3726-3ABD-44BA-890D-BECB8BD68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422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A3F2-E8D5-4D0F-93AD-E969D5BB5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53B758-1FF3-4D56-BAEA-C5B6C4D7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531EC-23E0-4FB6-8681-63265BAC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6E710-3373-499D-A35C-A26D58E7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515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7708C-BAD6-4D73-9252-97734F98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908F09-4E09-43F4-9716-ED88DA85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9D8D9-3889-4BC1-AED1-12E9BD65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88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CA051-161B-40CD-AABE-B7621D8FC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EE603-2224-48EA-BD60-5A36BE2F8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ABF61-C880-4A61-9F32-D4C7A4094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CB36F-D131-4EF7-9EB7-A34F530F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566B7-E212-48A0-A715-F16791BB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EC0CD-EF0A-4803-A340-69013859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541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206A-AE58-465D-BCA0-3E375B9A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608F2-F7DF-4E83-B2F3-A28F06E04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E099D-5D30-4DD1-BC80-7E412F838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A0FAF-8DBF-4E3A-9D28-25F0B800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485F-FA66-4282-904D-73C3C73E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DCE90-DB43-4CFE-B4B1-412CFFFA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221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6FB0-92DD-402D-B99E-89CF04B5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671B9-4274-4976-B82F-53815E024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52C-305F-4197-8647-E296E556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F764B-7020-44DA-827A-EFB1C8C9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742B-BA3E-4DB8-BBB1-0F4F309E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887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85DF6-B194-4412-BE95-AA9ADE12D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D0331-7F08-45AA-82AE-F5DB4079D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24EF3-95DC-4604-BC89-26020855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E9E99-DCC7-418F-9BEA-F99009F3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4BD5-140C-405D-83AA-4310E928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5940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80E7E-A95C-4F75-80C6-3D93E095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2A1D1-78D8-4BFC-9DFE-CAEF5B851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D01B3-2007-4045-9AF6-EE02AA4BEE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42130-008C-4E16-B727-147C2D6C4356}" type="datetimeFigureOut">
              <a:rPr lang="en-AU" smtClean="0"/>
              <a:t>18/11/2021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4A58-6B47-4A05-8A50-8DB30A0E3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EE9BE-1A6E-4DCF-BCB7-CC3485ACE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D10144-1AC3-4246-9455-806C424AFA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9006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EQ: How do I use isometric paper to draw solids?</a:t>
            </a:r>
            <a:endParaRPr lang="en-AU" sz="24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4168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Isometric drawings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3164" y="1549513"/>
            <a:ext cx="2393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Practice: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C0DA81-8B26-48D1-ADFC-C5FAA41FB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504" y="1563746"/>
            <a:ext cx="73628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43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3B8C04-BAE6-46A6-8961-339E25883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" y="620211"/>
            <a:ext cx="3362960" cy="23257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C6E943-BA9A-4A1F-A509-32EFB30E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364" y="898071"/>
            <a:ext cx="3038475" cy="2047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E01C4-3B21-4A82-9A7A-7037D2FD5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7175" y="371475"/>
            <a:ext cx="40576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24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Chalkboard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2021-11-18T03:13:44Z</dcterms:created>
  <dcterms:modified xsi:type="dcterms:W3CDTF">2021-11-18T03:14:06Z</dcterms:modified>
</cp:coreProperties>
</file>