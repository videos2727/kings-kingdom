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6"/>
  </p:notesMasterIdLst>
  <p:sldIdLst>
    <p:sldId id="256" r:id="rId2"/>
    <p:sldId id="275" r:id="rId3"/>
    <p:sldId id="299" r:id="rId4"/>
    <p:sldId id="30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FF33"/>
    <a:srgbClr val="006600"/>
    <a:srgbClr val="CCFFCC"/>
    <a:srgbClr val="66FF66"/>
    <a:srgbClr val="33CC33"/>
    <a:srgbClr val="003300"/>
    <a:srgbClr val="6699FF"/>
    <a:srgbClr val="3366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72" autoAdjust="0"/>
    <p:restoredTop sz="79903" autoAdjust="0"/>
  </p:normalViewPr>
  <p:slideViewPr>
    <p:cSldViewPr>
      <p:cViewPr varScale="1">
        <p:scale>
          <a:sx n="84" d="100"/>
          <a:sy n="84" d="100"/>
        </p:scale>
        <p:origin x="13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4413E20D-F278-46FF-8AB6-1D66257827F4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FD13A2C3-445E-422A-BD4D-34A22647335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AU" dirty="0"/>
              <a:t>Distribute the cm grid paper to the students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r>
              <a:rPr lang="en-AU" dirty="0"/>
              <a:t>Have the students do some simple area calculations e.g. a rectangle 3 squares x 2 squares is ? cm^2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r>
              <a:rPr lang="en-AU" dirty="0"/>
              <a:t>Extension: have students assign decimals to the partially covered squares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1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AU" dirty="0"/>
              <a:t>Distribute the 5mm grid paper to the students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r>
              <a:rPr lang="en-AU" dirty="0"/>
              <a:t>Model drawing out the hand on the board box by box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r>
              <a:rPr lang="en-AU" dirty="0"/>
              <a:t>Extension: Have the students work out how many 1cm boxes are coloured in, what is the ratio between the two (should be approx. 1:4)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7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AU" dirty="0"/>
              <a:t>Should be a 1:2 ratio</a:t>
            </a:r>
          </a:p>
          <a:p>
            <a:pPr marL="228600" indent="-228600">
              <a:buAutoNum type="arabicParenR"/>
            </a:pPr>
            <a:endParaRPr lang="en-AU" dirty="0"/>
          </a:p>
          <a:p>
            <a:pPr marL="228600" indent="-228600">
              <a:buAutoNum type="arabicParenR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0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3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74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23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5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2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87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83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8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1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01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706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82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298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1476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02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30/05/2021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9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6B6-AFC6-4DF6-AF13-447355A9C5F3}" type="datetimeFigureOut">
              <a:rPr lang="en-GB" smtClean="0"/>
              <a:pPr/>
              <a:t>30/05/2021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387588" y="1271082"/>
            <a:ext cx="74168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b="1" dirty="0">
                <a:latin typeface="Arial" pitchFamily="34" charset="0"/>
                <a:cs typeface="Arial" pitchFamily="34" charset="0"/>
              </a:rPr>
              <a:t>Ratios and Scales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93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Ratios and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ratio help me read a map?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5D5E1-6C4E-4713-96BF-AF9BD9F6D4BE}"/>
              </a:ext>
            </a:extLst>
          </p:cNvPr>
          <p:cNvSpPr txBox="1"/>
          <p:nvPr/>
        </p:nvSpPr>
        <p:spPr>
          <a:xfrm>
            <a:off x="2873642" y="1581248"/>
            <a:ext cx="644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Discuss how large each square on the grid paper is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D80E6A5-4F10-4D48-8759-321AF6435B7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93" r="50000"/>
          <a:stretch/>
        </p:blipFill>
        <p:spPr>
          <a:xfrm>
            <a:off x="3025842" y="3320987"/>
            <a:ext cx="3070151" cy="30652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70683D-1255-4D16-A314-1353C1FFF713}"/>
              </a:ext>
            </a:extLst>
          </p:cNvPr>
          <p:cNvSpPr txBox="1"/>
          <p:nvPr/>
        </p:nvSpPr>
        <p:spPr>
          <a:xfrm>
            <a:off x="2873635" y="2305432"/>
            <a:ext cx="64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You will need to trace your hand onto the paper, and then colour in each square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F03960-8D90-4E19-A1D5-38BDBFA0D990}"/>
              </a:ext>
            </a:extLst>
          </p:cNvPr>
          <p:cNvSpPr txBox="1"/>
          <p:nvPr/>
        </p:nvSpPr>
        <p:spPr>
          <a:xfrm>
            <a:off x="6600056" y="3713289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Add a scale to your drawing</a:t>
            </a:r>
          </a:p>
          <a:p>
            <a:r>
              <a:rPr lang="en-GB" b="1" dirty="0">
                <a:latin typeface="Arial" pitchFamily="34" charset="0"/>
                <a:cs typeface="Arial" pitchFamily="34" charset="0"/>
              </a:rPr>
              <a:t>1 square : 1 cm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3AED6-0972-44FB-A62B-9395A5014B9A}"/>
              </a:ext>
            </a:extLst>
          </p:cNvPr>
          <p:cNvSpPr txBox="1"/>
          <p:nvPr/>
        </p:nvSpPr>
        <p:spPr>
          <a:xfrm>
            <a:off x="6600056" y="4862748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Count up how many squares are covered, count part squares as a half</a:t>
            </a:r>
          </a:p>
        </p:txBody>
      </p:sp>
    </p:spTree>
    <p:extLst>
      <p:ext uri="{BB962C8B-B14F-4D97-AF65-F5344CB8AC3E}">
        <p14:creationId xmlns:p14="http://schemas.microsoft.com/office/powerpoint/2010/main" val="35828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  <p:bldP spid="44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93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Ratios and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ratio help me read a map?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D80E6A5-4F10-4D48-8759-321AF6435B7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93" r="50000"/>
          <a:stretch/>
        </p:blipFill>
        <p:spPr>
          <a:xfrm>
            <a:off x="3035660" y="2663073"/>
            <a:ext cx="4078278" cy="407176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70683D-1255-4D16-A314-1353C1FFF713}"/>
              </a:ext>
            </a:extLst>
          </p:cNvPr>
          <p:cNvSpPr txBox="1"/>
          <p:nvPr/>
        </p:nvSpPr>
        <p:spPr>
          <a:xfrm>
            <a:off x="2783632" y="1536479"/>
            <a:ext cx="64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You will need to copy your drawing onto the smaller grid paper. Take you time to get it right. Do it box by box to not get lost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F03960-8D90-4E19-A1D5-38BDBFA0D990}"/>
              </a:ext>
            </a:extLst>
          </p:cNvPr>
          <p:cNvSpPr txBox="1"/>
          <p:nvPr/>
        </p:nvSpPr>
        <p:spPr>
          <a:xfrm>
            <a:off x="7284132" y="2827955"/>
            <a:ext cx="385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Check how many boxes are coloured in, is it the same?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E5241-A7CF-4BE2-B1CD-6C37B7B7AF79}"/>
              </a:ext>
            </a:extLst>
          </p:cNvPr>
          <p:cNvSpPr txBox="1"/>
          <p:nvPr/>
        </p:nvSpPr>
        <p:spPr>
          <a:xfrm>
            <a:off x="7284132" y="4078331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Add a scale to your drawing</a:t>
            </a:r>
          </a:p>
          <a:p>
            <a:r>
              <a:rPr lang="en-GB" b="1" dirty="0">
                <a:latin typeface="Arial" pitchFamily="34" charset="0"/>
                <a:cs typeface="Arial" pitchFamily="34" charset="0"/>
              </a:rPr>
              <a:t>1 cm drawing : 2 cm hand</a:t>
            </a:r>
          </a:p>
        </p:txBody>
      </p:sp>
    </p:spTree>
    <p:extLst>
      <p:ext uri="{BB962C8B-B14F-4D97-AF65-F5344CB8AC3E}">
        <p14:creationId xmlns:p14="http://schemas.microsoft.com/office/powerpoint/2010/main" val="3712319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93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Ratios and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8529" y="20763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a ratio help me read a map?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0F2C89-95F1-4441-9BEB-727673F1DCA3}"/>
              </a:ext>
            </a:extLst>
          </p:cNvPr>
          <p:cNvCxnSpPr>
            <a:cxnSpLocks/>
          </p:cNvCxnSpPr>
          <p:nvPr/>
        </p:nvCxnSpPr>
        <p:spPr>
          <a:xfrm>
            <a:off x="2613200" y="1298662"/>
            <a:ext cx="0" cy="555933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837" y="1637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70683D-1255-4D16-A314-1353C1FFF713}"/>
              </a:ext>
            </a:extLst>
          </p:cNvPr>
          <p:cNvSpPr txBox="1"/>
          <p:nvPr/>
        </p:nvSpPr>
        <p:spPr>
          <a:xfrm>
            <a:off x="2783632" y="1536479"/>
            <a:ext cx="644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Swap small grid drawings with a shoulder buddy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65505D-1F0A-4E13-A1A5-F46A804E9FAF}"/>
              </a:ext>
            </a:extLst>
          </p:cNvPr>
          <p:cNvSpPr txBox="1"/>
          <p:nvPr/>
        </p:nvSpPr>
        <p:spPr>
          <a:xfrm>
            <a:off x="2783632" y="2456892"/>
            <a:ext cx="64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Measure the distance from the end of the little finger to the end of the thumb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6A2BF-2097-41D5-AF23-E0C13861A89F}"/>
              </a:ext>
            </a:extLst>
          </p:cNvPr>
          <p:cNvSpPr txBox="1"/>
          <p:nvPr/>
        </p:nvSpPr>
        <p:spPr>
          <a:xfrm>
            <a:off x="2783632" y="3772506"/>
            <a:ext cx="64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Measure the distance from the end of the little finger to the end of the thumb on the larger grid drawing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C3D43-1E3B-45FC-9490-4B671C84973A}"/>
              </a:ext>
            </a:extLst>
          </p:cNvPr>
          <p:cNvSpPr txBox="1"/>
          <p:nvPr/>
        </p:nvSpPr>
        <p:spPr>
          <a:xfrm>
            <a:off x="2794328" y="4764954"/>
            <a:ext cx="644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Why should these be exactly double?</a:t>
            </a:r>
          </a:p>
        </p:txBody>
      </p:sp>
    </p:spTree>
    <p:extLst>
      <p:ext uri="{BB962C8B-B14F-4D97-AF65-F5344CB8AC3E}">
        <p14:creationId xmlns:p14="http://schemas.microsoft.com/office/powerpoint/2010/main" val="26889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2802</TotalTime>
  <Words>328</Words>
  <Application>Microsoft Office PowerPoint</Application>
  <PresentationFormat>Widescreen</PresentationFormat>
  <Paragraphs>46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Kiwi School Handwriting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Hamilton Stott</cp:lastModifiedBy>
  <cp:revision>255</cp:revision>
  <dcterms:created xsi:type="dcterms:W3CDTF">2010-11-29T19:11:46Z</dcterms:created>
  <dcterms:modified xsi:type="dcterms:W3CDTF">2021-05-30T09:13:31Z</dcterms:modified>
</cp:coreProperties>
</file>