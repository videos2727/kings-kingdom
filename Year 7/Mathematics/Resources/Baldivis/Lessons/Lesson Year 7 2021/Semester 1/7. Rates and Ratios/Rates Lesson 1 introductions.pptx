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10"/>
  </p:notesMasterIdLst>
  <p:sldIdLst>
    <p:sldId id="275" r:id="rId2"/>
    <p:sldId id="283" r:id="rId3"/>
    <p:sldId id="276" r:id="rId4"/>
    <p:sldId id="277" r:id="rId5"/>
    <p:sldId id="278" r:id="rId6"/>
    <p:sldId id="280" r:id="rId7"/>
    <p:sldId id="281" r:id="rId8"/>
    <p:sldId id="28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66FF33"/>
    <a:srgbClr val="006600"/>
    <a:srgbClr val="CCFFCC"/>
    <a:srgbClr val="66FF66"/>
    <a:srgbClr val="33CC33"/>
    <a:srgbClr val="003300"/>
    <a:srgbClr val="6699FF"/>
    <a:srgbClr val="3366F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72" autoAdjust="0"/>
    <p:restoredTop sz="66626" autoAdjust="0"/>
  </p:normalViewPr>
  <p:slideViewPr>
    <p:cSldViewPr>
      <p:cViewPr varScale="1">
        <p:scale>
          <a:sx n="69" d="100"/>
          <a:sy n="69" d="100"/>
        </p:scale>
        <p:origin x="1962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4413E20D-F278-46FF-8AB6-1D66257827F4}" type="datetimeFigureOut">
              <a:rPr lang="en-GB" smtClean="0"/>
              <a:pPr/>
              <a:t>01/06/2021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FD13A2C3-445E-422A-BD4D-34A22647335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Where will I use rates:</a:t>
            </a:r>
          </a:p>
          <a:p>
            <a:endParaRPr lang="en-AU" dirty="0"/>
          </a:p>
          <a:p>
            <a:r>
              <a:rPr lang="en-AU" dirty="0"/>
              <a:t>In Science: Pressure, Density, Speed, Acceleration, Rotation, density</a:t>
            </a:r>
          </a:p>
          <a:p>
            <a:endParaRPr lang="en-AU" dirty="0"/>
          </a:p>
          <a:p>
            <a:r>
              <a:rPr lang="en-AU" dirty="0"/>
              <a:t>In business: Exchange rates, Interest rates, taxation rates, postal charges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14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Where will I use rates:</a:t>
            </a:r>
          </a:p>
          <a:p>
            <a:endParaRPr lang="en-AU" dirty="0"/>
          </a:p>
          <a:p>
            <a:r>
              <a:rPr lang="en-AU" dirty="0"/>
              <a:t>In Science: Pressure, Density, Speed, Acceleration, Rotation, density</a:t>
            </a:r>
          </a:p>
          <a:p>
            <a:endParaRPr lang="en-AU" dirty="0"/>
          </a:p>
          <a:p>
            <a:r>
              <a:rPr lang="en-AU" dirty="0"/>
              <a:t>In business: Exchange rates, Interest rates, taxation rates, postal charges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89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598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174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920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63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995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Get the students to list on the board all of the countries they have been to</a:t>
            </a:r>
          </a:p>
          <a:p>
            <a:endParaRPr lang="en-AU" dirty="0"/>
          </a:p>
          <a:p>
            <a:r>
              <a:rPr lang="en-AU" dirty="0"/>
              <a:t>Pick one and then look up the conversion for it</a:t>
            </a:r>
          </a:p>
          <a:p>
            <a:endParaRPr lang="en-AU" dirty="0"/>
          </a:p>
          <a:p>
            <a:r>
              <a:rPr lang="en-AU" dirty="0"/>
              <a:t>Get a student to pick a thing they would like to buy, e.g. hoodie, sneakers etc.</a:t>
            </a:r>
          </a:p>
          <a:p>
            <a:endParaRPr lang="en-AU" dirty="0"/>
          </a:p>
          <a:p>
            <a:r>
              <a:rPr lang="en-AU" dirty="0"/>
              <a:t>Convert this from Australian $ to blah blah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86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436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742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234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50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024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6872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830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86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710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1015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5706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2382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92985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1476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3020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894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B06B6-AFC6-4DF6-AF13-447355A9C5F3}" type="datetimeFigureOut">
              <a:rPr lang="en-GB" smtClean="0"/>
              <a:pPr/>
              <a:t>01/06/2021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02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209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8529" y="207635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can a rate help me exchange money overseas?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613200" y="1298662"/>
            <a:ext cx="0" cy="555933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81837" y="16378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588" y="1581248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a rate?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1EEF0C-8D24-4274-8FF6-0BD1F334A0E0}"/>
              </a:ext>
            </a:extLst>
          </p:cNvPr>
          <p:cNvSpPr txBox="1"/>
          <p:nvPr/>
        </p:nvSpPr>
        <p:spPr>
          <a:xfrm>
            <a:off x="2687550" y="2791936"/>
            <a:ext cx="8208911" cy="253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• Mary earns $15 an hour working at the supermarket.</a:t>
            </a:r>
          </a:p>
          <a:p>
            <a:pPr>
              <a:lnSpc>
                <a:spcPct val="150000"/>
              </a:lnSpc>
            </a:pPr>
            <a:r>
              <a:rPr lang="en-GB" dirty="0"/>
              <a:t>• Flour costs $4.50 a kilogram.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• The Smith household uses 500 litres of water per day over a period of 3 months.</a:t>
            </a:r>
          </a:p>
          <a:p>
            <a:pPr>
              <a:lnSpc>
                <a:spcPct val="150000"/>
              </a:lnSpc>
            </a:pPr>
            <a:r>
              <a:rPr lang="en-GB" dirty="0"/>
              <a:t>• A swimmer does an average 30 laps an hour in training sessions.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70FF27-F85B-40C2-8413-A1C4BE375764}"/>
              </a:ext>
            </a:extLst>
          </p:cNvPr>
          <p:cNvSpPr txBox="1"/>
          <p:nvPr/>
        </p:nvSpPr>
        <p:spPr>
          <a:xfrm>
            <a:off x="2785047" y="1401309"/>
            <a:ext cx="8013919" cy="1287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A rate is a way of comparing two amounts of different types of quantities. They usually involve the word per which means ‘for each’ </a:t>
            </a:r>
          </a:p>
          <a:p>
            <a:pPr>
              <a:lnSpc>
                <a:spcPct val="150000"/>
              </a:lnSpc>
            </a:pPr>
            <a:r>
              <a:rPr lang="en-GB" dirty="0"/>
              <a:t>Some examples of rates are: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280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209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8529" y="207635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can a rate help me exchange money overseas?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613200" y="1298662"/>
            <a:ext cx="0" cy="555933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81837" y="16378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588" y="1581248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a rate?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1EEF0C-8D24-4274-8FF6-0BD1F334A0E0}"/>
              </a:ext>
            </a:extLst>
          </p:cNvPr>
          <p:cNvSpPr txBox="1"/>
          <p:nvPr/>
        </p:nvSpPr>
        <p:spPr>
          <a:xfrm>
            <a:off x="2614002" y="1409388"/>
            <a:ext cx="8208911" cy="456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• Mary earns $15 an hour working at the supermarket.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CDF67-C9FB-4CC1-89B5-7B2CAB4E06DC}"/>
              </a:ext>
            </a:extLst>
          </p:cNvPr>
          <p:cNvSpPr txBox="1"/>
          <p:nvPr/>
        </p:nvSpPr>
        <p:spPr>
          <a:xfrm>
            <a:off x="2614002" y="2312876"/>
            <a:ext cx="8208911" cy="336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• Mary earns $45 an in 3 hours working at the supermarket.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To work out the rate we have to divide both the $ and the hours by 3, so that we can find the $ for 1 hour.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45/3 = 15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Mary will earn $15 in one hour, so that is $15/hr</a:t>
            </a:r>
          </a:p>
        </p:txBody>
      </p:sp>
    </p:spTree>
    <p:extLst>
      <p:ext uri="{BB962C8B-B14F-4D97-AF65-F5344CB8AC3E}">
        <p14:creationId xmlns:p14="http://schemas.microsoft.com/office/powerpoint/2010/main" val="295242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209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8529" y="207635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can a rate help me exchange money overseas?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613200" y="1298662"/>
            <a:ext cx="0" cy="555933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81837" y="16378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588" y="1581248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is speed is a rate?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70FF27-F85B-40C2-8413-A1C4BE375764}"/>
              </a:ext>
            </a:extLst>
          </p:cNvPr>
          <p:cNvSpPr txBox="1"/>
          <p:nvPr/>
        </p:nvSpPr>
        <p:spPr>
          <a:xfrm>
            <a:off x="2785047" y="1401309"/>
            <a:ext cx="8243501" cy="3688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dirty="0"/>
              <a:t>Speed is one of the most familiar rates. There are three quantities associated with questions that involve constant speed.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Finding the distance given a fixed speed: A car travels at a constant speed of 60km/h.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The car travels 60km in 1 hour.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The car travels 120km in 2 hours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The car travels 60t kilometres in t hours. 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090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209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8529" y="207635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can a rate help me exchange money overseas?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613200" y="1298662"/>
            <a:ext cx="0" cy="555933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81837" y="16378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588" y="1581248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is speed a rate?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70FF27-F85B-40C2-8413-A1C4BE375764}"/>
              </a:ext>
            </a:extLst>
          </p:cNvPr>
          <p:cNvSpPr txBox="1"/>
          <p:nvPr/>
        </p:nvSpPr>
        <p:spPr>
          <a:xfrm>
            <a:off x="2785047" y="1401309"/>
            <a:ext cx="8013919" cy="5391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The car travels 60km in 1 hour.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The car travels 120km in 2 hours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The car travels 60t kilometres in t hours. 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Finding the speed given a fixed distance : A car travels at a constant speed for 100km.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If the car takes 1 hour to travel the 100km, then the speed is 100km/h.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If the car takes 2 hours to travel the 100km, then the speed is 100/2 = 50km/h.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If the car takes t hours to travel the 100 km, then the constant speed is 100/t km/h.</a:t>
            </a:r>
          </a:p>
        </p:txBody>
      </p:sp>
    </p:spTree>
    <p:extLst>
      <p:ext uri="{BB962C8B-B14F-4D97-AF65-F5344CB8AC3E}">
        <p14:creationId xmlns:p14="http://schemas.microsoft.com/office/powerpoint/2010/main" val="1784181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209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8529" y="207635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can a rate help me exchange money overseas?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613200" y="1298662"/>
            <a:ext cx="0" cy="555933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81837" y="16378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26055" y="1581248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is speed a rate?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70FF27-F85B-40C2-8413-A1C4BE375764}"/>
              </a:ext>
            </a:extLst>
          </p:cNvPr>
          <p:cNvSpPr txBox="1"/>
          <p:nvPr/>
        </p:nvSpPr>
        <p:spPr>
          <a:xfrm>
            <a:off x="2785047" y="1401309"/>
            <a:ext cx="9280896" cy="3959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If the car takes 1 hour to travel the 100km, then the speed is 100km/h.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If the car takes 2 hours to travel the 100km, then the speed is 100/2 = 50km/h.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If the car takes t hours to travel the 100 km, then the constant speed is 100/t km/h.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Finding the time given a fixed distance: A car travels 100km.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A car travels a distance of 100km at 100km/h. It takes 1 hour.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A car travels a distance of 100km at 50km/h. It takes 2 hours.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A car travels a distance of 100km at v km/h. It takes 100 v hours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181521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209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8529" y="207635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can a rate help me exchange money overseas?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613200" y="1298662"/>
            <a:ext cx="0" cy="555933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81837" y="16378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26055" y="1581248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is speed a rate?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28A8E2-98EC-47F3-AD49-E870722CF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648" y="1348188"/>
            <a:ext cx="8401320" cy="34489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019AC2-9E4D-43D7-AB02-C9B2BB6AE3C3}"/>
              </a:ext>
            </a:extLst>
          </p:cNvPr>
          <p:cNvSpPr txBox="1"/>
          <p:nvPr/>
        </p:nvSpPr>
        <p:spPr>
          <a:xfrm>
            <a:off x="2927648" y="3377045"/>
            <a:ext cx="8401319" cy="202973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0635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209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8529" y="207635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can a rate help me exchange money overseas?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613200" y="1298662"/>
            <a:ext cx="0" cy="555933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81837" y="16378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26055" y="1581248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is speed a rate?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030A46-BDDE-487F-99F4-9FDC66CC1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037" y="1340954"/>
            <a:ext cx="7450931" cy="39643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C8AD976-DA69-4150-8200-8505AF51CF92}"/>
              </a:ext>
            </a:extLst>
          </p:cNvPr>
          <p:cNvSpPr txBox="1"/>
          <p:nvPr/>
        </p:nvSpPr>
        <p:spPr>
          <a:xfrm>
            <a:off x="3348037" y="3038457"/>
            <a:ext cx="7450931" cy="202973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8737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209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8529" y="207635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can a rate help me exchange money overseas?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613200" y="1298662"/>
            <a:ext cx="0" cy="555933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81837" y="16378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26055" y="1581248"/>
            <a:ext cx="2225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can I exchange money?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9D682A-FB42-4A42-8669-0CE392394B84}"/>
              </a:ext>
            </a:extLst>
          </p:cNvPr>
          <p:cNvSpPr txBox="1"/>
          <p:nvPr/>
        </p:nvSpPr>
        <p:spPr>
          <a:xfrm>
            <a:off x="2999656" y="5190006"/>
            <a:ext cx="597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Do Dwyer Ex. 4.4 Page 53 </a:t>
            </a:r>
          </a:p>
        </p:txBody>
      </p:sp>
    </p:spTree>
    <p:extLst>
      <p:ext uri="{BB962C8B-B14F-4D97-AF65-F5344CB8AC3E}">
        <p14:creationId xmlns:p14="http://schemas.microsoft.com/office/powerpoint/2010/main" val="422120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2791</TotalTime>
  <Words>805</Words>
  <Application>Microsoft Office PowerPoint</Application>
  <PresentationFormat>Widescreen</PresentationFormat>
  <Paragraphs>118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Kiwi School Handwriting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Brian</dc:creator>
  <cp:lastModifiedBy>Hamilton Stott</cp:lastModifiedBy>
  <cp:revision>255</cp:revision>
  <dcterms:created xsi:type="dcterms:W3CDTF">2010-11-29T19:11:46Z</dcterms:created>
  <dcterms:modified xsi:type="dcterms:W3CDTF">2021-06-01T12:57:13Z</dcterms:modified>
</cp:coreProperties>
</file>