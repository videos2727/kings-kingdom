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58" r:id="rId5"/>
    <p:sldId id="267" r:id="rId6"/>
    <p:sldId id="358" r:id="rId7"/>
    <p:sldId id="344" r:id="rId8"/>
    <p:sldId id="346" r:id="rId9"/>
    <p:sldId id="348" r:id="rId10"/>
    <p:sldId id="345" r:id="rId11"/>
    <p:sldId id="355" r:id="rId12"/>
    <p:sldId id="333" r:id="rId13"/>
    <p:sldId id="359" r:id="rId14"/>
    <p:sldId id="360" r:id="rId15"/>
    <p:sldId id="350" r:id="rId16"/>
    <p:sldId id="351" r:id="rId17"/>
    <p:sldId id="349" r:id="rId18"/>
    <p:sldId id="356" r:id="rId19"/>
    <p:sldId id="353" r:id="rId20"/>
    <p:sldId id="361" r:id="rId21"/>
    <p:sldId id="357" r:id="rId22"/>
    <p:sldId id="34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7" autoAdjust="0"/>
    <p:restoredTop sz="88489" autoAdjust="0"/>
  </p:normalViewPr>
  <p:slideViewPr>
    <p:cSldViewPr snapToGrid="0">
      <p:cViewPr varScale="1">
        <p:scale>
          <a:sx n="75" d="100"/>
          <a:sy n="75" d="100"/>
        </p:scale>
        <p:origin x="96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8/9/2018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09T03:26:47.72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13264 9752 1191 0,'0'0'26'0,"0"0"6"0,0 0 0 0,0 0 2 0,5-8-34 0,3 0 0 0,-3 1 0 0,-5-1 0 16,8-4 35-16,1 4 0 0,-4 1 0 0,-1-1 0 15,9-4 12-15,-13 5 2 0,9-1 1 0,-1 0 0 16,-3 1-2-16,-1-5-1 0,5 0 0 0,-5 1 0 15,9-1-5-15,-9-3-1 0,1-1 0 0,8 1 0 16,-9-4-16-16,9-1-3 0,-9 1-1 0,9 0 0 0,-4-1-8 0,4 1-1 16,-4 0-1-16,4-1 0 0,4 1 1 15,1 0 1-15,-10 0 0 0,5-5 0 0,5 1-1 16,-14-4-1-16,9 0 0 0,-4 4 0 0,4-4-11 16,0-4 8-16,-9 4-8 0,14-4 8 0,-14 0-8 0,9-3 8 15,-9 3-8-15,5-4 8 0,4-4-8 0,0 5 10 16,-4-1-10-16,4 0 10 0,-5 4-10 0,5-4 8 15,0 5-8-15,5-5 8 0,-5 0 1 0,0 0 0 16,4-3 0-16,1-1 0 0,-1 0-9 0,5-3 10 16,-5-4-10-16,0-1 10 0,5 1-10 0,0-4 8 0,8 4-8 15,-8 3 8-15,4-3-8 0,4 3 0 0,-8 5 9 0,4-5-9 16,0-3 8-16,5 3-8 0,-1-3 10 0,-8 0-10 16,8-1 15-16,-8-3-3 0,0 0-1 0,4 4 0 15,0-8 11-15,-5 3 2 0,1 5 1 0,8-4 0 16,-3-4-10-16,3 4-3 0,-4-8 0 0,9 0 0 15,4-4-1-15,-4 0-1 0,-5-3 0 0,13 3 0 16,-12 4-10-16,8 4 10 0,4 0-10 0,-4-4 10 16,-8-4-10-16,4 0 12 0,-5 5-12 0,0-9 12 15,1 0 3-15,3 1 1 0,-8 3 0 0,5 0 0 16,4 8-16-16,-5 0 0 0,0 0 0 0,10 0 0 16,-6 0 0-16,-8 4 9 0,5-1-9 0,-1 1 8 15,1 4-8-15,3 0 0 0,-12 7 0 0,4 0 0 16,0 5 0-16,-4 3 0 0,-5 8 0 0,5-1 0 15,-5 1 0-15,1 4 8 0,-1 3-8 0,-8 1 0 16,4 3-71-16,4 1-19 0,-13-1-4 0,9 1-923 16</inkml:trace>
  <inkml:trace contextRef="#ctx0" brushRef="#br0" timeOffset="586.2693">16135 4655 1425 0,'0'0'31'0,"0"0"6"0,0 0 2 0,0 0 2 16,-9-3-33-16,9 3-8 0,0 0 0 0,9-12 0 15,-9 4 15-15,9-3 1 0,4-1 0 0,-5-3 0 16,5-1 23-16,5-3 5 0,3 3 0 0,-3 5 1 0,3-5-7 16,-3 5-2-16,-1-1 0 0,1 1 0 0,-1 3-16 0,0 4-4 15,5 4-1-15,-9 0 0 16,9 0-2-16,-14 4 0 0,10 0 0 0,-5 4 0 0,4-1-1 16,1 9 0-16,-10-5 0 0,5 9 0 0,5-1 15 0,-14 0 2 15,13 4 1-15,-8 4 0 0,0 0-30 0,-1-3 8 16,1-1-8-16,-5 4 0 0,1-4 12 0,3 0-1 15,-8 0 0-15,-8-3 0 0,8 3 0 0,-5 0 0 16,1 0 0-16,-13 0 0 0,8-3-3 0,0 3-8 16,-12-4 12-16,3 0-4 0,1-3 16 0,-5 3 4 15,5-7 0-15,-5-1 0 0,-4 1-16 0,4-8-4 0,-4 0 0 16,9-4 0-16,-5-4-8 0,-4 0 10 0,4-4-10 0,1 0 10 16,-1-3-10-16,0-5 0 0,5 5 0 0,0-5 0 31,4 1-38-31,4 3-6 0,-9-3-2 0,10 3-602 0,3 1-120 0</inkml:trace>
  <inkml:trace contextRef="#ctx0" brushRef="#br0" timeOffset="1050.95">16986 4377 1231 0,'0'0'27'0,"0"0"5"0,0 0 2 0,0 0 1 0,-9-7-35 0,9-1 0 16,0 8 0-16,-4-4 0 0,0-4 53 0,4 8 4 16,0-7 1-16,-5 3 0 0,5 4-18 0,-8-8-4 15,3 4-1-15,1 0 0 0,-9 1 12 0,9-1 2 16,-5 0 1-16,0 4 0 0,5-4 0 0,-14 4 0 15,10-4 0-15,-1 4 0 0,-8 4-8 0,4-4-2 16,4 4 0-16,-8-4 0 0,-1 4-4 0,5 3 0 16,5-3-1-16,-10 4 0 0,5 0-9 0,4-1-2 15,-8 5 0-15,4 3 0 0,4 1-7 0,-4 3-1 16,-4 0-1-16,4 1 0 0,4-1-4 0,-4 0-1 16,5 5 0-16,-10-5 0 0,9 0-2 0,1 4-8 0,-5 1 12 15,8-5-4-15,1 8 0 0,-5-4 0 0,1 0 0 0,8 0 0 16,0-3 6-16,0-1 1 0,4 0 0 0,9 1 0 15,-9-1-4-15,14 0-1 0,-10-3 0 0,10 3 0 16,8-4-10-16,-4 1 0 0,4-5 0 0,4 1-11 16,-4-4 11-16,5-1 0 0,-1-3 8 0,0 0-8 15,5-4 8-15,-9-4-8 0,5-3 10 0,-10-1-10 16,1 0 0-16,0 0 0 0,4 1 0 0,-5-5-750 16,1 0-149-16</inkml:trace>
  <inkml:trace contextRef="#ctx0" brushRef="#br0" timeOffset="1560.4662">17637 5018 1393 0,'0'0'30'0,"0"0"6"0,0 0 2 0,0 0 2 15,9-7-32-15,-9-1-8 0,4 0 0 0,-4 8 0 16,0 0 66-16,0 0 11 0,0 0 3 0,0 0 0 16,0 0-24-16,0 0-4 0,0 0 0 0,0 0-1 15,0 0-15-15,-4 12-2 0,-5 3-1 0,1 1 0 0,8 3-14 0,-18 4-3 16,14-4-1-16,-9 5 0 0,-9-5-15 0,9 0 0 16,5-3 0-16,-6 3-608 15,-7-4-114-15</inkml:trace>
  <inkml:trace contextRef="#ctx0" brushRef="#br0" timeOffset="2267.8026">18271 4238 1270 0,'0'0'28'0,"0"0"5"0,0 0 2 0,0 0 1 0,0 0-28 0,0 0-8 0,0 0 0 0,0 0 0 16,0 0 57-16,0 0 11 0,0 0 1 0,0 0 1 16,0 0-13-16,0 0-2 0,0 0-1 0,0 0 0 15,0 0-14-15,0 0-2 0,0 0-1 0,0 0 0 16,-8 0 2-16,3 8 0 0,1 0 0 0,-9 3 0 15,9 1-3-15,-9 7 0 0,4 1 0 0,-4 7 0 16,9 7-8-16,-9 1-3 0,8 4 0 0,-8-1 0 16,9 5-1-16,-1-1 0 0,5 1 0 0,0-5 0 15,0 1-15-15,5-4-9 0,8-4 10 0,-9-4-10 16,9-4 0-16,-4-4 0 0,8 0 0 0,1-3 0 16,-1-5 0-16,0 1 8 0,5-8-8 0,-5 0 0 0,1-8 10 0,4-4-1 15,-5-3 0-15,9-1 0 0,-9-3 2 0,5-5 0 16,4-3 0-16,-4-4 0 0,-5 0 11 0,5-4 2 15,-5-4 1-15,-8 1 0 0,8-5-25 0,-4 0 8 16,5 1-8-16,-10-1 0 0,5 1 16 0,-8 3-3 16,8 0 0-16,-9 4 0 0,9 4 1 0,-13 4 0 15,0 4 0-15,5 7 0 0,-1 1-3 0,-4 3-1 16,0 8 0-16,0 0 0 0,0 0 14 0,0 0 2 16,-9 8 1-16,9 3 0 0,-13 5-27 0,9 7 0 15,4 0 0-15,0 8 0 0,0 4 0 0,0 3 0 0,0 1 0 16,0 3 0-16,0 1 0 0,4 3 0 0,9-3 0 0,-13 3 0 15,9-4 0-15,4 9 0 0,-4 3 0 0,-1 0 0 16,10 4 0-16,-14-1 15 0,13 1-3 0,-8-4 0 16,0 0-3-16,-1 1-1 0,1-5 0 0,0-8 0 15,4 1 3-15,-13-5 0 0,0 1 0 0,0-1 0 16,0 1 6-16,-5 0 2 0,-8-1 0 0,0 1 0 16,5 0 1-16,-10-5 0 0,-3 1 0 0,-5-4 0 15,0-8-5-15,4 0-1 0,-13-3 0 0,0-5 0 16,1-3-6-16,3-5 0 0,-4-3-8 0,-4-8 12 15,0-3-12-15,5-5 8 0,-6-7-8 0,1-4 0 16,0-8-25-16,-8-8-11 0,3 4-3 0,5-3 0 16,4-1-92-16,1 0-18 0,7 5-4 0,1-1-984 15</inkml:trace>
  <inkml:trace contextRef="#ctx0" brushRef="#br0" timeOffset="2926.1996">20278 4265 990 0,'0'0'21'0,"0"0"5"0,0 0 1 0,0 0 1 0,0 0-28 0,0 0 0 0,0 0 0 0,0 0 0 15,0 0 0-15,0 0-8 0,0 0-1 0,0 0 0 16,0 0 9-16,4-3 0 0,9-1 10 0,-13 4-10 16,4-8 80-16,1 0 11 0,-5 1 1 0,8-1 1 15,-8-4 51-15,0 5 11 0,0-1 1 0,-8-4 1 16,8 5-47-16,-5-5-10 0,1 4-1 0,-5 1-1 15,1-1-42-15,3 4-9 0,-12-4-2 0,4 4 0 16,-4 0-17-16,-5 1-4 0,4 3-1 0,-3 0 0 16,-1 3-14-16,5 1-9 0,-14 0 12 0,5 4-12 15,9 0 0-15,-14 3 0 0,1 5 0 0,4 3 0 16,-4 4 9-16,4 4-9 0,-1 4 0 0,6 4 9 16,3 3-9-16,-3 1 0 0,3 0 0 0,1 3 0 0,0-3 0 0,12-1 0 15,-3 1 0-15,3-8 0 0,5 0 0 0,5 0 0 16,3-8 0-16,-3-4 0 0,12 0 0 0,0-3 0 15,1-5 0-15,3-3 0 0,14-4 0 0,-13 0 8 16,13-8-8-16,-5 4 0 0,0-8 12 0,5-3-4 16,0-1 0-16,-9-3 0 0,9-5 0 0,-14-7 0 15,5 4 0-15,0-4 0 0,-4-4 0 0,-4 4-8 16,-1-4 12-16,0-3-4 0,-8 3-8 0,4 0 10 16,4 4-10-16,-12 0 10 0,12 4-10 0,-17 3 0 15,9 1 9-15,-1 7-9 0,-3 1 8 0,-1 3-8 16,-4 8 8-16,0 0-8 0,0 0 0 0,0 0-15 0,0 0 3 15,0 12 0-15,0 3 33 0,0 4 7 0,0 5 2 16,-4 3 0 0,4 3-48-16,0 5-10 0,0-4-1 0,4 4-1 0,-4 0 30 0,9-1 13 0,-5 1-1 15,0-8 0-15,10 4-25 0,-10-4-6 0,9-8-1 0,4 1 0 32,-4-1-86-32,13-7-18 0,-8-5-3 0,8-3-887 0</inkml:trace>
  <inkml:trace contextRef="#ctx0" brushRef="#br0" timeOffset="3211.3705">21107 4192 1914 0,'0'0'54'0,"0"0"13"15,0 0-54-15,0 0-13 0,0 0 0 0,0 0 0 0,0 0 61 0,0 0 10 16,0 0 1-16,0 0 1 0,0 0-4 0,0 0-1 15,0 0 0-15,-9-4 0 0,1 8-38 0,-1 0-8 16,0 4-2-16,-4 3 0 0,-4 9-1 0,8-1-1 16,-8 4 0-16,-5 8 0 0,5 0-6 0,-1 4-2 15,-3-1 0-15,-1 1 0 0,-8 0-2 0,8 0-8 16,0-5 12-16,-4 1-4 0,0-4-8 0,9-3 0 16,-5-1 9-16,5-4-9 0,-1 0-9 0,10-3-7 15,-10-5 0-15,5-3-1 16,9 0-119-16,-9-4-24 0,8-1-5 0,5-3-781 0</inkml:trace>
  <inkml:trace contextRef="#ctx0" brushRef="#br0" timeOffset="3445.8553">20721 4262 1767 0,'0'0'39'0,"0"0"8"0,0 0 1 0,0 0 2 0,0 0-40 0,0 0-10 0,0 0 0 0,0 0 0 15,13 3 56-15,0 5 10 0,-9 4 2 0,13-1 0 16,-12 5-26-16,8 3-5 0,4 4-1 0,-4 0 0 16,0 8 10-16,4 0 2 0,1 0 0 0,-1 0 0 15,1-4-18-15,-1 0-3 0,-8 0-1 0,8 0 0 16,0 0-15-16,1-8-3 0,-10 1-8 0,10-5 12 16,-5 1-24-16,4-5-6 0,-8 1-1 0,8-5 0 15,-4-3-164-15,5-4-33 0,-1-4-6 0</inkml:trace>
  <inkml:trace contextRef="#ctx0" brushRef="#br0" timeOffset="3707.788">21355 4161 1983 0,'0'0'44'0,"0"0"8"0,0 0 3 0,0 0 1 0,0 0-45 0,0 0-11 16,0 0 0-16,4 0 0 0,-4 0 84 0,0 0 14 15,0 0 3-15,13 4 1 0,-9 4-45 0,1 3-9 16,3 5-1-16,-3 3-1 0,-5 8-5 0,0 4-1 16,0 4 0-16,0 3 0 0,0 1-16 0,0 0-3 0,0-5-1 15,0 1 0-15,0-4-20 0,4 0 9 0,0 0-9 0,5-4 0 16,-9-4 0-16,0 0 0 0,4-4 0 0,-4-3 0 31,5-8-40-31,-5-8-4 0,0 0-2 0,0 0 0 16,0 0-52-16,8-4-10 0,10-12-3 0,-14-3-583 0,5-4-117 0</inkml:trace>
  <inkml:trace contextRef="#ctx0" brushRef="#br0" timeOffset="3887.652">21428 3737 2030 0,'0'0'44'0,"0"0"10"0,-8-8 2 0,8 8 1 16,0 0-45-16,0 0-12 0,0 0 0 0,0 0 0 0,0 0 53 15,0 0 9-15,0 0 2 0,0 0 0 16,0 0-44-16,0 0-8 0,0 0-1 0,0 0-1 16,8 11-22-16,-3-3-4 0,-1 0 0 0,9 0-988 15</inkml:trace>
  <inkml:trace contextRef="#ctx0" brushRef="#br0" timeOffset="4428.5221">21980 4134 1396 0,'0'0'40'0,"0"0"8"0,0 0-39 0,0 0-9 0,0 0 0 0,0 0 0 16,0 0 83-16,0 0 14 0,0 0 3 0,0 0 1 16,0 0-12-16,0 0-2 0,0 0-1 0,4-8 0 15,-4 8-17-15,0-7-3 0,0-1-1 0,-4 0 0 16,4 1-3-16,-4 3-1 0,-9-4 0 0,8 0 0 15,-8 1-14-15,9 3-3 0,-14-4-1 0,5 4 0 16,5-4-14-16,-10 8-2 0,1 0-1 0,0 0 0 16,4 0-14-16,0 4-2 0,-5 4-1 0,1-4 0 15,-1 4-9-15,-3-1 0 0,8 1 0 0,-5 4 0 16,10-1 0-16,-10 1 0 0,5-1 0 0,9 5 0 16,-9-1-8-16,9-3 8 0,-9 3 0 0,8 1 0 15,5-5-8-15,0 5 8 0,5-1-10 0,3-3 10 0,-3-1-9 16,-1 5 9-16,9-5-8 0,4 1 8 0,-8 0 0 0,8-1 0 15,5-3 0-15,4 3 0 0,-4-3 0 0,0 4 0 16,-1-5 12-16,10 5-4 0,-10 0-8 0,5-1 0 16,0-3 0-16,-4 3 0 0,0 1 0 0,0 0 0 15,-1 3 0-15,-3 1 0 0,-1-1 0 0,0-3 11 16,1 3-11-16,-1 0 12 0,-8 1-2 0,4-1 0 16,0 1 0-16,-9-1 0 0,5 1-10 0,0-1 0 15,-5 1 0-15,0-5 0 0,-4 5 12 0,0-5 0 16,-4 1 0-16,0-1 0 0,-5 1 16 0,0-4 3 15,-4-1 1-15,5 5 0 0,-10-8-10 0,-4 4-2 16,-4-5 0-16,0 5 0 0,5-4-4 0,-10-4-2 16,5 4 0-16,-4-4 0 0,4 0-14 0,-5-4 0 15,5 4 8-15,5-8-8 0,-10 4 0 0,9-3-16 0,1-1 3 0,3-4 1 32,-3 1-81-32,3-5-16 0,1-3-3 0,0 0-720 0,4-4-143 0</inkml:trace>
  <inkml:trace contextRef="#ctx0" brushRef="#br0" timeOffset="11092.8675">10954 9678 1238 0,'0'0'27'0,"0"0"5"0,0 0 2 0,0 0 2 0,0 0-36 0,0 0 0 0,0 0 0 0,0 0 0 16,0 0 40-16,0 0 0 0,0 0 1 0,0 0 0 16,0 0 4-16,0 0 1 0,0 0 0 0,0-7 0 15,0-1 22-15,0 8 4 0,-8-8 0 0,3 0 1 16,1 1 10-16,4-1 1 0,-9-4 1 0,0 5 0 15,9-5-14-15,-13-3-3 0,5 3-1 0,-1-3 0 16,0-5-23-16,-4 1-4 0,9 0 0 0,-13-1-1 0,12-3-11 0,-12 0-1 16,4 0-1-16,4 0 0 0,-8 0 1 0,4-4 0 15,4 3 0-15,-4-3 0 0,-4-4-5 0,4 4-1 16,0-3 0-16,-5-1 0 0,1 0-5 0,4-4-2 16,-9 0 0-16,5-7 0 0,-1 3-3 0,10-7-1 15,-10 3 0-15,1-3 0 0,0 4-2 0,4-1 0 16,4 5 0-16,-8-1 0 0,-1-7-8 0,5 7 12 15,4-3-12-15,-4-1 12 0,5-3-12 0,-10-1 12 16,5-3-12-16,9-4 12 0,-9 0-12 0,4 0 10 16,-4 0-10-16,9 0 10 0,-13 0-10 0,8 0 0 15,0 0 0-15,-8 0 8 0,4 0-8 0,4-4 0 16,-8 0 0-16,-1 0 8 0,1 0-8 0,0 0 0 16,-1 0 0-16,-3 0 8 0,-1 0-8 0,0 1 10 0,0-1-10 0,-4-4 10 15,0-8-10-15,5 1 8 0,-10-1-8 0,5 5 8 16,0 3-8-16,0 0 0 0,4 4 0 0,1 0 0 15,-10 4 8-15,10 0-8 0,-1 0 0 0,0 0 8 16,-4 4 3-16,4 4 0 0,5-1 0 0,8 9 0 16,-8-1 3-16,0 4 1 0,3 4 0 0,6 8 0 15,-10-4-15-15,5 8 11 0,9 0-11 0,-9 3 10 16,4 5-10-16,-4-5 0 0,9 5 0 0,0 3 0 16,-9 0 0-16,13 0 0 0,0 8 9 0,-5-7-9 15,-8-1-17-15,9 4-8 0,4 4-2 0,0 0 0 16,-9-8-86-16,9 8-18 0,0 0-3 0,0 0-1082 15</inkml:trace>
  <inkml:trace contextRef="#ctx0" brushRef="#br0" timeOffset="16153.6815">7875 4030 1332 0,'0'0'29'0,"0"0"7"0,0 0 0 0,0 0 1 0,0 0-29 0,0 0-8 16,0 0 0-16,0 0 0 0,0 0 24 0,0 0 3 16,0 0 1-16,0 0 0 0,0 0 31 0,0 0 6 15,0 0 2-15,-4 4 0 0,-9 4-11 0,9-1-3 16,4 1 0-16,-9 7 0 0,9-3-2 0,-4 7-1 15,-1 1 0-15,5-1 0 0,0 8-3 0,-8 0-1 16,3 4 0-16,5 7 0 0,-4-3-5 0,4 0-1 0,-4 4 0 16,4-5 0-16,-9 1-11 0,9-4-2 0,-4-4-1 0,4-4 0 15,-5 0-11-15,5-3-3 0,0-1 0 0,0-4 0 16,0 1-12-16,-9-8 9 0,9-8-9 0,0 0 8 16,0 0-8-16,0 0 0 0,0 0 9 0,0 0-9 15,9-12 0-15,-9-3 8 0,0-5-8 0,5-7 0 16,-1-4 0-16,5-3 0 0,-5-5 0 0,-4 0 0 15,9-3 0-15,-1-1 0 0,1 5 0 0,0 3 0 16,-1 4 0-16,5 4 0 0,-4 4 0 0,4 4 0 16,0-1 0-16,4 9-8 0,-8-1 8 0,4 4 0 15,-4 1 0-15,4 3 0 0,4 4 0 0,-12 4 0 16,8 0 11-16,4 3 7 0,-13 1 2 0,9 4 0 16,-4-5-5-16,4 5-1 0,-4 3 0 0,4-3 0 15,-5 3-14-15,1 5 9 0,9-1-9 0,-14 4 8 16,9 0-8-16,-9 4 10 0,-4 0-10 0,9 4 10 15,-9 0-10-15,0 0 0 0,0 0 9 0,0-4-9 0,0 0 0 16,0-4 0-16,0-4 0 0,-4-3 8 0,4 3-16 0,-5-7-4 16,5-12 0-16,0 8 0 15,0-8-109-15,0 0-23 0,0 0-4 0,0 0-872 16</inkml:trace>
  <inkml:trace contextRef="#ctx0" brushRef="#br0" timeOffset="17264.3583">8409 4119 1054 0,'0'0'23'0,"0"0"5"0,0-8 0 0,5 0 3 0,-5 1-31 0,0-1 0 0,0 0 0 0,9 0 0 16,-9 8 100-16,0-7 13 0,0 7 3 0,0-8 1 16,0 8-6-16,0 0-2 0,0 0 0 0,0 0 0 15,0 0-20-15,0 0-4 0,0 0-1 0,0 0 0 16,0 0-8-16,0 0-3 0,0 8 0 0,0 3 0 15,0 1-22-15,-9 3-5 0,4 1-1 0,1 3 0 16,4 0-13-16,-4 8-4 0,-5 0 0 0,5 4 0 16,4 0-10-16,-5 0-2 0,5 4-1 0,0-4 0 15,0-4-15-15,0 0 0 0,0 0 8 0,0-4-8 16,5-4 0-16,-1 1 0 0,5-1 0 0,-5-8 0 16,0 1 0-16,10-4 0 0,-10-1 0 0,9-3 0 15,-13-4 0-15,4 0 0 0,14-4 0 0,-10-3 0 16,5-5-12-16,0 1 4 0,5-5 8 0,-10 1-13 15,5-8 13-15,-4-1 0 0,4-3 0 0,0 4 0 16,-4-4 0-16,4 0 0 0,-4-4 0 0,4 4 0 16,-9 0 0-16,9 0 0 0,-9 4 0 0,9 0 0 0,-13 4 0 0,5-1 0 15,8 1 0-15,-9 3 0 0,-4 1 9 0,4 0-9 16,5 3 0-16,-9 0 9 0,4 1-1 0,-4 3-8 16,0 8 12-16,0 0-4 0,0-8 7 0,0 8 1 15,0 0 0-15,0 0 0 0,0 0-4 0,0 0 0 16,0 8 0-16,0 4 0 0,-4 7-12 0,-5 0 0 15,5 1 8-15,4 7-8 0,-13 0 0 0,9 4 0 16,-1-1 0-16,-3 5 0 0,3-4 0 0,5 4 0 16,0 0 0-16,0-5 0 0,5-3 0 0,3-3 0 15,-8-1 0-15,5-4 0 0,8-3 0 0,-9-1 0 0,13-3 0 0,-12-1-10 16,8-7 10-16,-5 0 0 0,5-4 0 0,5 0-8 16,-1-4 8-16,1-4-13 0,-10-3 5 15,10-1 8-15,3-3-13 0,-3-1 5 0,3-7 8 16,-3 0-13-16,-1-4 13 0,-4-4-12 15,5 4 12-15,-10-4-12 0,5 4 12 0,-4 0 0 0,0 0 0 16,-5 4 0-16,9 0 0 0,-9 0 0 0,1 3 0 0,-1 1 0 16,5 0 0-16,-9-1 0 0,4 5 0 0,0-1 0 15,5 1 0-15,-9-4 0 0,0 7 0 0,4 1 0 16,1-1 0-16,-5 4 0 0,0 8 0 0,0 0 0 16,0 0 9-16,0 0-9 0,0 0 0 0,0 0 9 15,0 0-9-15,8 12 8 0,-16-1-8 0,8 9 8 16,0 3-8-16,0 4 0 0,0 4 0 0,0 0 8 15,-5 3-8-15,1 5 0 0,4-4 0 0,0 3 0 16,0-3 0-16,0 0 0 0,0-4 0 0,0-4 0 0,0-4 0 16,0-4 0-16,0 1 0 0,0-5 0 0,4-7 0 0,-4-8 0 15,0 0 0-15,0 0 0 0,0 0-16 0,0 0 4 16,5-8 0-16,3-4 1 0,-3-3 1 0,-1-8 0 16,1-4 0-16,3 0 0 0,-3-4 10 0,8-4 0 15,-9 4-9-15,9-4 9 0,-4 5 0 0,4-1 0 16,-5 0 0-16,5 4 0 0,5 0 0 0,-10 0 0 15,1 4-9-15,8 7 9 0,-12 1 0 0,12 3 0 16,-12 4 0-16,8 8 0 0,-13 0 0 0,8 4 12 16,1 4-1-16,-5 4-1 0,1 3-2 0,3 0-8 15,-3 5 12-15,-5 3-4 0,0 4-8 0,0 0 0 0,0 4 9 0,0 4-9 16,0-5 9-16,0 5-9 0,0-4 12 0,0 0-12 16,0-4 8-16,0-8-8 0,0 1 0 0,0-5 0 15,4-3 0-15,-4-1 0 0,0-11 0 0,0 0-9 16,0 0 9-16,13-4-12 0,-4-3 12 0,4-9-12 15,-5 1 0-15,5-5 0 0,0-7 0 0,-4 4 0 16,4-4 12-16,-4-4 0 0,4 4 0 0,0-4-8 16,9 1 8-16,-14 3-8 0,10-4 8 0,-1 4-8 15,-4 0 8-15,4 3 0 0,5 5 0 0,-4 4-8 16,-10 3 8-16,1 8 0 0,0 0 0 0,-9 4 0 16,13 12 8-16,-9 3 3 0,5 5 1 0,-5-1 0 15,-4 8 1-15,0 4 1 0,0 4 0 0,0-4 0 16,0 7-6-16,0-3 0 0,0-4-8 0,0 4 12 15,0-5-12-15,4-6 0 0,1-1 0 0,3-4 0 16,-3 0-17-16,-1-7-10 0,5 0-1 0,-9-12-1 16,0 0-129-16,0 0-26 0,4-4-4 0,-4 4-835 15</inkml:trace>
  <inkml:trace contextRef="#ctx0" brushRef="#br0" timeOffset="17776.2438">9756 3598 1720 0,'0'0'48'0,"0"-8"12"0,0-4-48 0,8 5-12 15,-8-5 0-15,0 4 0 0,5 1 37 0,-5 7 5 16,0 0 1-16,0 0 0 0,0 0 48 0,0 0 9 0,0 0 3 0,13 11 0 16,-13 5-29-16,8 7-6 0,1 4 0 15,-5 7-1-15,-4 9-21 0,0 3-4 0,0 4-1 16,0 1 0-16,-4-1-11 0,4 0-2 0,-9-4-1 0,9 1 0 15,0-9-14-15,0 1-2 0,0-4-1 0,0-1 0 16,0-3-10-16,0-4 0 0,0-4 0 0,0-3 0 16,9-5 0-16,-9-3 0 0,0-1 0 0,0-11 0 15,0 0 8-15,0 0-8 0,0 0 0 0,0 0 8 16,4-11-8-16,-4-1-11 0,5-3 3 0,8-1 0 16,-13-3 8-16,8 0 0 0,1-4 0 0,-4 3 0 15,8-3 0-15,-9 4 0 0,13-4 0 0,-12 3 0 16,12 1 0-16,-4 0 0 0,-4 3 0 0,4 5 0 15,4-1 0-15,-8 4 9 0,4 1-1 0,-5 3-8 16,6 4 23-16,-1 4-3 0,-5 0 0 0,5 3 0 16,-8 5 4-16,8-1 0 0,-5 1 0 0,5 0 0 0,-13 3-14 15,9 4-2-15,0 1-8 0,-1-1 12 0,1 0-12 0,-5 1 0 16,1 3 0-16,3 0 0 0,-3 0 0 0,-5 0 0 16,0 0 0-16,0-3 0 0,0 3 8 0,-5-4-8 15,-8-3 0-15,9-1 0 0,-9 4 0 16,0-7 8-16,0-1-8 0,-4-3 0 0,-1 0 0 0,1-4 0 15,-5 0-9-15,5-4 9 16,-1 0-30-16,1-8 0 0,0 4 0 0,-1-4 0 16,1 1-39-16,8-5-8 0,-8 4-2 0,4-3 0 15,9 3-113-15,-14-4-24 0,14 5-4 0,-9-5-672 16</inkml:trace>
  <inkml:trace contextRef="#ctx0" brushRef="#br0" timeOffset="18497.4495">10351 4293 1926 0,'0'0'55'0,"0"0"11"0,0 0-53 0,0 0-13 0,0 0 0 0,4 3 0 16,9 1 43-16,-9 0 5 0,14-8 2 0,-10 4 0 15,5-4 18-15,0-3 4 0,9-1 1 0,-13-4 0 16,8 1-37-16,1-1-7 0,-5-3-1 0,4-1-1 15,-8 1-7-15,4-1-2 0,-5 1 0 0,5 0 0 16,0 3-7-16,-8-4-2 0,-1 1 0 0,5 0 0 16,-9 3 4-16,0-3 1 0,0 3 0 0,-9 0 0 15,5-3 10-15,-1 3 3 0,5 1 0 0,-13 3 0 0,9 0 4 16,-5 1 1-16,1 3 0 0,-5-4 0 0,4 4-16 0,-4 4-2 16,4 0-1-16,-4 0 0 0,-4 4-13 0,-1 0 0 15,1 4 0-15,0 3 0 0,8 1 0 0,-8 3 0 16,-5 1 0-16,9 3 0 0,-4 0 0 0,8 1 0 15,-8 3 0-15,3 0 0 0,-3 0 0 0,13 4 0 16,-9 0 0-16,4 0 0 0,0 4-9 0,9-4 9 16,0 0 0-16,0 0-9 0,9-4 9 0,0 0-8 15,4 1 8-15,-5-9-8 0,5 1 8 0,9-5-8 16,-4-3 8-16,3-4-8 0,10-4-3 0,-10-4 0 16,10-4 0-16,-10-3 0 0,6-5-7 0,3-7-2 15,-4 0 0-15,4-4 0 0,-8-4 4 0,4 4 1 16,5-4 0-16,-14 4 0 0,0 0 15 0,5 0 0 0,-13 4-10 15,8 0 10-15,-4-1 0 0,0 5 0 0,-9-4 0 0,5 4 0 16,0 7 0-16,0-3 0 0,-9 7 0 0,8 0 0 16,-8 8 19-16,0 0-2 0,0 0 0 0,0 0 0 15,0 0-1-15,5 12-1 0,-5 3 0 0,0 4 0 16,0 1-15-16,0 3 0 0,-5 4 8 0,5 0-8 16,0 4 0-16,0 4 0 0,5-1 8 0,-5 1-8 15,4 0 0-15,5-4 0 0,-5 0 0 0,0-1 0 16,1-2 0-16,3-5 0 0,-8-4 0 0,5 0 0 15,-1-7 0-15,5-1 0 0,-9-11 0 0,0 0 0 16,0 0 12-16,0 0-3 0,0 0-1 0,-9-11 0 16,5-8-8-16,4-1 8 0,-5-7-8 0,5-4 8 15,-13-7-8-15,9-1 0 0,4 1 0 0,0-1 0 16,0-4 0-16,0 9 0 0,4-1 0 0,1-4 0 0,3 8 0 0,-3 1 0 16,-1 3 0-16,9 3 0 0,-9 5-8 0,9 4 8 15,-13-1 0-15,9 5 0 0,0 3-8 16,8 0 8-16,-13 4-10 0,5 0 10 15,0 4-28-15,8 0 0 0,-8 4 0 0,4 0 0 16,4 0-108-16,-8 0-22 0,8 0-4 0,-4 3-845 16</inkml:trace>
  <inkml:trace contextRef="#ctx0" brushRef="#br0" timeOffset="18947.8207">11540 4026 1504 0,'-17'-11'33'0,"17"11"7"0,0-8 2 0,-9 0 0 0,9 0-34 0,-4 1-8 0,0-5 0 0,-9 4 0 15,8 1 115-15,1-1 21 0,-9 4 4 0,4-4 0 16,-4 1-32-16,-4-1-6 0,4 4-2 0,0 0 0 16,-5-4-39-16,1 5-8 0,0-5-1 0,-1 8-1 15,1-4-13-15,0 4-2 0,-1 4-1 0,1 0 0 16,-1 0-15-16,10 7-2 0,-14 1-1 0,5 3 0 15,-1 1-3-15,5-1-1 0,5 4 0 0,-5 5 0 16,8-5-13-16,-8 4 9 0,9-8-9 0,4 5 8 16,0-1-8-16,4 0 0 0,5-3 9 0,-5-1-9 15,5 1 8-15,4-1-8 0,4 1 8 0,1-5-8 16,-1 1 11-16,5-1-3 0,0-3 0 0,-1 0 0 0,10-1 0 16,-10-3 0-16,5 0 0 0,5-4 0 0,4 4-8 0,-9 4 10 15,-9-4-10-15,5 0 10 0,8 7-10 0,-13-3 0 16,-8 3 0-16,4 1 8 0,-9 0-8 0,1-1 8 15,4 5-8-15,-5-1 8 0,-8 4 0 0,4-3-8 16,0-5 12-16,0 9-4 0,-18-9 7 0,14 5 1 16,-14-5 0-16,10 1 0 0,-10-4 1 0,-3-1 1 15,-1 1 0-15,0-4 0 0,5-4-9 0,-5 0-1 16,-13 0-8-16,14-8 12 0,-10 0-12 0,5-3-15 16,-4-1 3-16,4-3 1 15,4-1-86-15,-4 1-18 0,4-4-3 0,-4 3-1123 16</inkml:trace>
  <inkml:trace contextRef="#ctx0" brushRef="#br0" timeOffset="19705.1182">8939 4895 1530 0,'0'0'33'0,"0"0"7"0,0 0 2 0,0 0 2 0,0 0-36 0,0 0-8 16,0 0 0-16,0 0 0 0,0-12 72 0,0 12 12 15,-4-8 2-15,4 8 1 0,0 0-11 0,0-7-1 16,0 7-1-16,0-4 0 0,0 4-14 0,-13-8-2 16,9 4-1-16,-1 0 0 0,-3 4-13 0,-1-3-2 15,-9 3-1-15,5 0 0 0,5 3-9 0,-5 5-3 16,4-4 0-16,-8 0 0 0,-1 7-14 0,5-3-3 0,5 4-1 0,-10 3 0 15,10 5-11-15,-1-1 0 0,-9 0 0 0,14 8 0 16,-9 4 0-16,9-4 0 0,-9 4 0 0,8 0 0 16,5-4 0-16,0 0 0 0,0-4 0 0,9-4 0 15,0 1 0-15,-1-5 0 0,5 1 0 0,5-5 0 16,-1-7 0-16,5 0 0 0,-5-4 0 0,5-4 12 16,4-4 2-16,0-3 1 0,-8-5 0 0,3 1 0 15,-3-4-7-15,-10-5 0 0,10 1-8 0,-5 0 12 16,-5-4-4-16,5 0 0 0,-8 4-8 0,-1-4 12 15,5 7-3-15,-9-3-1 0,4 4 0 0,0 4 0 16,5 3-8-16,-9 0 8 0,0 1-8 0,0 11 8 16,0 0 0-16,0 0-8 0,0 0 12 0,0 0-4 15,0 0 6-15,0 0 1 0,0 15 0 0,-9 5 0 16,9-1-15-16,0 4 11 0,9 4-11 0,-9 4 10 16,0 4-10-16,4-4 0 0,1 7 0 0,3-3 0 0,-3 7 0 0,-1-3 0 15,1 0 0-15,3-1 0 0,-8 1 0 16,5-1-9-16,-1 5 9 0,5-4-10 0,-9-1 0 0,0 1 0 15,0-1 0-15,0-3 0 0,0 0 10 0,0-4 0 16,-9-4 0-16,5-4 0 0,-1 0 0 0,-3 0 0 16,-1-7 0-16,4-1 8 0,-12-3-8 0,8-1 0 15,1-7 8-15,-10 0-8 0,1 0 8 0,-5-4-8 16,5-4 8-16,-5-4-8 0,1 1 0 0,-10-5 0 16,5 0 0-16,-4-3 0 15,8-4-23-15,0-5-2 0,-8 1-1 0,8 0 0 16,0 0-140-16,5-4-28 0,4 0-6 0</inkml:trace>
  <inkml:trace contextRef="#ctx0" brushRef="#br0" timeOffset="20165.5428">9387 5007 1497 0,'0'0'32'0,"0"0"8"0,0 0 0 0,0 0 4 0,0 0-36 0,0 0-8 0,0 0 0 0,8-4 0 16,-8 4 88-16,0 0 15 0,9-4 3 0,-9 4 1 16,0 0-33-16,0 0-6 0,0 0-2 0,0-12 0 15,0 12 1-15,-9-7 0 0,5 3 0 0,0-4 0 16,4 4-13-16,-13 0-2 0,8 4-1 0,-8-3 0 16,4 3-13-16,-4 0-2 0,0 0-1 0,5 3 0 15,-14-3-17-15,9 8-3 0,4 0-1 0,-4 3 0 16,-4 1-14-16,4 3 8 0,4 5-8 0,-8-1 0 15,4 0 0-15,4 5 0 0,0-1 0 0,1 0 0 0,8 0-10 0,-5 0 10 16,-3 0-8-16,3 1 8 0,5-1-15 0,5 0 3 16,3-4 0-16,-3 0 0 0,-1-7 0 0,9 4 1 15,4-5 0-15,-8-3 0 0,9 0 11 0,-1-5-13 16,5 1 5-16,8-4 8 0,-8-4 0 0,-1 1 0 16,14-1 0-16,-9-8 0 0,5-3 0 0,-10-1 0 15,10 1 0-15,-10-5 0 0,1 1-10 0,-4 4 10 16,-1-5 0-16,0 1-9 0,-8 0 9 0,0-1 0 15,-5 1 0-15,0-4 8 0,-4 0-8 0,0 0 8 0,0-4-8 0,-4 3 8 16,4 1-8-16,-13 0 0 0,9 4 8 0,-9 0-8 16,4 3 0-16,-8 1 8 0,-1 3-8 0,-4 4 0 31,1 5-26-31,-5-1-10 0,0 8-1 0,4-1-719 0,-4 5-143 0</inkml:trace>
  <inkml:trace contextRef="#ctx0" brushRef="#br0" timeOffset="20703.7207">10511 4987 1022 0,'0'0'22'0,"0"0"5"0,0 0 1 0,0 0 1 0,-8-7-29 0,8-1 0 16,-5 0 0-16,-3 1 0 0,3-1 85 0,1 0 11 16,-5 0 3-16,5 1 0 0,-1 3-9 0,-3-4-2 15,-1 4 0-15,9 0 0 0,-13 1-28 0,4 3-7 16,1 0-1-16,-1 0 0 0,0 3-16 0,1 1-3 15,-5 0-1-15,4 0 0 0,-4 4-15 0,0-4-3 16,4 7-1-16,5-3 0 0,-13 3-13 0,3 1 11 0,1 3-11 0,5-3 10 16,-5 7-10-16,4-3 0 0,-4 3 0 0,9 0 0 15,-9 5 0-15,8-1 0 0,1-4 0 0,-5 4 0 16,9 0 0-16,9 1-11 0,-5-1 1 0,1 0 0 16,8-4 10-16,-9 0 0 0,9 1 0 0,4-5-8 15,5-3 8-15,-4-1 0 0,-1-7 8 0,5 0-8 16,-5-4 17-16,5-4-1 0,4 0 0 0,4-7 0 15,-8-1-7-15,0-3-1 0,8 3-8 0,-8-3 12 16,-5-5 2-16,0 5 0 0,1-4 0 0,-10 3 0 16,5-3 7-16,-8 3 2 0,-1-3 0 0,-4 0 0 15,9 0 5-15,-18-1 2 0,9-7 0 0,-4 4 0 16,-1 0-16-16,-8 0-3 0,9 3-1 0,-13 1 0 16,-1 4-10-16,5 3 0 0,0 1-10 0,-13 3 10 15,5 0-65-15,3 8-7 0,-4 0-2 0,1 4-586 16,3 0-118-16</inkml:trace>
  <inkml:trace contextRef="#ctx0" brushRef="#br0" timeOffset="21200.0031">10824 4949 1666 0,'0'0'36'0,"0"0"8"0,0-4 2 0,0 4 2 0,0 0-39 0,0 0-9 0,0 0 0 0,0 0 0 15,0 0 108-15,0 0 19 16,0 0 4-16,0 0 1 0,9 8-45 0,-1 3-9 0,-8 5-2 0,0 3 0 16,5 0-24-16,-5 4-6 0,0 1-1 0,0 3 0 15,0-4-9-15,0 4-3 0,0-8 0 0,0 4 0 16,4-3-13-16,5-1-4 0,-9-7 0 0,4 3 0 15,-4 0-4-15,0-3 0 0,0-12-1 0,0 8 0 16,0-8 0-16,0 0 0 0,0 0 0 0,0 0 0 16,0 0 2-16,0 0 1 0,4-4 0 0,9-4 0 15,-4-3-14-15,0-5 0 0,-1-3 0 0,5 3 0 16,-4-3 0-16,0-4 0 0,8-4 0 0,-12 0 0 16,12 0 0-16,-8-4 8 0,4 0-8 0,0 4 0 15,8-4 8-15,-3 4-8 0,-1 4 11 0,-8 4-11 16,8-1 23-16,1 5-3 0,-1-1 0 0,0 9 0 15,1 3 8-15,-1 4 0 0,-4 0 1 0,0 8 0 0,4-1-5 0,1 5 0 16,-1 7-1-16,-8 1 0 0,8 3-7 0,-4 4-2 16,-4 4 0-16,0-1 0 0,-1 1-14 0,1 4 9 15,-5-4-9-15,1-4 8 0,3-4-8 16,-3 4 0-16,-5-7 9 0,0-1-9 0,0 0 0 0,0-7 0 16,0-1-12-16,0 1 4 15,0-1-61-15,0-11-12 0,0 0-3 0,0 0-820 16,0 0-164-16</inkml:trace>
  <inkml:trace contextRef="#ctx0" brushRef="#br0" timeOffset="22190.1603">10298 5659 1936 0,'0'0'43'0,"0"0"9"0,0 0 1 0,0 0 1 0,0 0-43 0,0 0-11 0,0 0 0 0,0 0 0 15,0 0 65-15,0 0 11 0,0 0 3 0,0 0 0 16,0 0-31-16,0 0-5 0,0 0-2 0,5 12 0 15,4 3-9-15,-9 5-1 0,0-1-1 0,0 4 0 16,0 0-6-16,0 0-2 0,0 4 0 0,0 0 0 16,0 0-11-16,0 0-3 0,0 4 0 0,0-4 0 15,4 0-8-15,0-3 0 0,9-1 0 0,-13-4 0 16,5 0 0-16,8-3 0 0,-9-1 0 0,9-3 0 16,-4-1 0-16,4-3 0 0,4-4 0 0,0 0 0 15,1-4 0-15,3 0 12 0,-3-4-12 0,4-4 12 16,-5-3 0-16,0-1 0 0,-4 0 0 0,13-3 0 15,-8 0-3-15,-5-5 0 0,0-3 0 0,4 0 0 16,1 0-1-16,-14 0-8 0,9-1 12 0,-9 1-4 16,9-4 0-16,-8 0-8 0,-1 0 12 0,5 0-4 0,-5 0-8 0,-4 4 10 15,4 0-10-15,-4 4 10 0,0 3-1 16,0 1 0-16,0-1 0 0,0 5 0 0,-4-1 7 16,4 4 0-16,0 8 1 0,0 0 0 0,0 0 2 0,0 0 0 15,0 0 0-15,0 0 0 0,0 0-9 0,0 16-2 16,-4-5 0-16,-5 9 0 0,9 3-8 0,-4 8 0 15,4 0 0-15,0 3 0 0,4-3 0 0,5 8 0 16,-5-1-9-16,0 1 9 0,9 0 0 0,-8 3 0 16,8 1 0-16,-9-1 0 0,9 1 0 0,-9-1 0 15,14 0-8-15,-9-3 8 0,4 4 0 0,0-1 0 0,-9-7 0 0,13 0 0 16,-8-1 0-16,4-3 0 0,-9-4 0 0,1 4 0 16,3-4 0-16,-3 0 0 0,-10 0 0 0,5-4 0 15,-13 0 0-15,9-3 0 0,-9-5 0 0,4 1 9 16,-8-5-1-16,4-3-8 0,-4 0 12 0,-1-4-4 15,-4-1 3-15,1 1 0 0,-1-4 0 0,-8-4 0 16,4 1 4-16,4-5 1 0,-9 0 0 0,5-3 0 16,-4-1-16-16,4-7 11 0,4-1-11 0,-8 1 10 15,8-4-10-15,-8 0 0 0,8-4-10 0,0 0 10 16,5 0-26-16,4 3 1 0,4-3 0 0,-8 0 0 16,13 0-80-1,-14 0-16-15,18 0-3 0,-9-4-680 0,5 4-136 0</inkml:trace>
  <inkml:trace contextRef="#ctx0" brushRef="#br0" timeOffset="22733.6534">11714 5848 1580 0,'0'0'35'0,"0"0"7"0,0-7 2 0,0-1 0 0,0 0-36 0,0 8-8 15,-4-7 0-15,-5-1 0 0,5-4 80 0,-1 4 13 16,-3-3 3-16,3 3 1 0,1-3-22 0,0 3-5 16,-9-4-1-16,8 5 0 0,-8-5-22 0,9 4-5 0,-13 1-1 0,4-1 0 15,4 0-2-15,0 0-1 0,-13 5 0 0,5-1 0 16,0 4-10-16,-1 0-1 0,-3 0-1 0,3 7 0 15,-8-3-5-15,9 8-1 0,-5-1 0 0,5 1 0 16,-1 7-10-16,1-3-2 0,0 3-8 0,-1 4 12 16,10-3-4-16,-10 3-8 0,14 0 11 0,-5 0-11 15,5 0 11-15,4 4-11 0,0-4 10 0,0-3-10 16,13-1 0-16,-9-7 8 0,1 3-8 0,8-3 0 16,4-1 0-16,5-3 0 0,-5 0 0 0,5-5 0 15,-5-3 0-15,9-3 0 0,5-1 8 0,3-4-8 16,-12-4 0-16,0-3 0 0,4-4 0 0,0-4 0 15,-4 3 0-15,-5-3 0 0,0 4 0 0,5-1 0 16,-13 1 0-16,4 0 0 0,4 0 0 0,-13 3 0 16,10 5 8-16,-6-5-8 0,1 4 0 0,-9 5 9 15,0 7-9-15,0 0 0 0,0 0 0 0,0 0 0 16,0 0 12-16,0 0-4 0,4 15 0 0,-4 1 0 16,-4 7 0-16,4-4-8 0,0 8 12 0,0 0-4 0,0 4-8 0,0-4 0 15,4-4 0-15,1 0 0 16,3-3-30-16,-3-1 2 0,-1 0 0 0,9-3 0 15,-9-5-91-15,9 1-17 0,5-8-4 0,-10 0-565 16,10-4-113-16</inkml:trace>
  <inkml:trace contextRef="#ctx0" brushRef="#br0" timeOffset="23000.847">12335 5682 1285 0,'0'0'28'0,"0"0"5"0,0-7 2 0,0 7 2 0,0 0-29 0,4-8-8 0,-4 8 0 0,0 0 0 16,0 0 134-16,0 0 26 0,0 0 4 0,0 0 2 15,0 0-41-15,0 0-8 0,0 0-1 0,0 0-1 16,-4 8-39-16,-9-1-8 0,9 5-2 0,-9 3 0 16,-5-3-22-16,10 7-4 0,-10 1 0 0,1 7-1 15,-5-4-11-15,5 4-3 0,-18 0 0 0,13 4 0 16,-8 0-14-16,8-4-3 0,-4 0-8 0,9-4 12 15,-1-4-12-15,5 0-12 0,-4-3 3 0,8-1 0 16,-4-3-44-16,9-4-9 0,-9-1-2 0,13-7-714 16,0 0-143-16</inkml:trace>
  <inkml:trace contextRef="#ctx0" brushRef="#br0" timeOffset="23218.585">12022 5690 1929 0,'0'0'42'0,"0"0"9"0,0 0 1 0,0 0 4 0,0 0-45 0,0 0-11 16,0 0 0-16,0 0 0 0,9 12 90 0,-5-1 16 15,10 5 3-15,-6 3 1 0,10 0-37 0,-1 4-7 16,0 1-2-16,1-1 0 0,3 4-25 0,1 0-6 16,-5 0-1-16,1 0 0 0,-1-4-23 0,5-4-9 15,-5 5 0-15,1-9 9 16,-10-3-40-16,5-1-8 0,5-3-1 0,-1 0-1 15,-8-8-147-15,4 0-30 0,4 0-6 0</inkml:trace>
  <inkml:trace contextRef="#ctx0" brushRef="#br0" timeOffset="23483.1498">12470 5601 1954 0,'0'0'43'0,"0"0"9"0,0 0 1 0,0 0 3 16,0 0-45-16,0 0-11 0,0 0 0 0,0 0 0 16,0 0 86-16,0 0 15 0,0 0 3 0,0 0 1 15,0 0-30-15,0 12-7 0,0-1 0 0,4 9-1 16,0-1-13-16,5 0-2 0,-9 8-1 0,0 0 0 16,0 4-24-16,0 0-5 0,4-4-1 0,-4 4 0 0,5-4-13 0,3 0-8 15,-8 0 8-15,0-4-8 0,5 1 0 0,-5-9 0 16,4 0-10-16,5 1 10 15,-5-1-98-15,-4-7-13 0,0-8-2 0,0 0-656 16,0 0-131-16</inkml:trace>
  <inkml:trace contextRef="#ctx0" brushRef="#br0" timeOffset="23660.826">12561 5223 1774 0,'0'0'39'0,"0"0"8"0,0 0 1 0,0 0 3 0,0 0-41 0,0 0-10 0,0 0 0 0,0 0 0 15,0 0 0-15,0 0-17 0,0 0 4 0,0 0-506 16,0 0-101-16</inkml:trace>
  <inkml:trace contextRef="#ctx0" brushRef="#br0" timeOffset="24187.1581">13043 5652 1736 0,'0'0'49'0,"0"0"11"0,0 0-48 0,0 0-12 15,-4-8 0-15,4 8 0 0,-5-8 78 0,5 0 14 16,-8 1 2-16,3 3 1 0,1-8-27 0,4 8-6 16,-9-3-1-16,5 3 0 0,0-4-26 0,4 0-6 15,-13 4-1-15,8 1 0 0,1-1 2 0,-14 4 0 16,14-4 0-16,-9 4 0 0,-4 0-11 0,4 4-3 16,0 0 0-16,-5-1 0 0,-8 5-5 0,13 0-2 15,-4 0 0-15,-1 3 0 0,1 1-9 0,0 3 12 0,-1-3-12 0,14 3 12 16,-13 1-12-16,17 3 0 0,-13-7 0 0,13 3 0 15,0-3 0-15,8 3 0 0,-3-3 0 0,3-1 8 16,1 5-8-16,8-5 0 0,1-3 9 0,-5 4-9 16,4-1 9-16,9-3-9 0,-4 0 12 0,-5-1-12 15,5-3 12-15,-5 4-12 0,5-4 12 0,-5 0-12 16,-8-1 9-16,4 5-9 0,5-4 0 0,-1 0 9 16,-13 7-9-16,9-3 0 0,-4 8 9 0,4-5-9 15,-9 1 10-15,1-1-2 0,3 5-8 0,-8-1 12 16,5-3-12-16,-5-1 0 0,0 1 8 0,0 0-8 15,0-1 13-15,0 1 0 0,-5-5 0 0,5 1 0 16,-13 0 14-16,9 0 2 0,-9-1 1 0,4-3 0 16,-4 0 3-16,-4 0 1 0,8-4 0 0,-8 0 0 15,-5 0-17-15,-4 0-3 0,0-4-1 0,4 0 0 16,-8 0-13-16,4 0 0 0,-5-3 0 0,5-1-10 16,0 0-28-16,5 1-6 0,-5-5 0 0,8 4-812 15,-4-3-163-15</inkml:trace>
  <inkml:trace contextRef="#ctx0" brushRef="#br0" timeOffset="131368.3191">17837 8941 1170 0,'0'0'25'0,"0"0"6"0,0 0 1 0,0 0 1 0,9-4-33 0,-9 4 0 16,0 0 0-16,0 0 0 0,0 0 8 0,0 0-8 15,0 0 0-15,0 0 0 16,0 0-28-16,0 0-12 0,0 0-2 0,13 12-438 16</inkml:trace>
  <inkml:trace contextRef="#ctx0" brushRef="#br0" timeOffset="131695.8346">17859 8980 1580 0,'0'0'35'0,"0"0"7"0,0-8 2 0,0 0 0 0,0 0-36 0,0-3-8 0,0-1 0 0,4 1 0 16,-4-1 76-16,0 4 12 0,0-7 4 0,-4 3 0 16,4 1-5-16,0-5-1 0,0 5 0 0,-5-1 0 15,-3 1-2-15,-1-1 0 0,9 0 0 0,-13 5 0 16,9-1-24-16,-9 0-4 0,4 0-2 0,-4 5 0 16,0-1-16-16,4 0-3 0,-12 4-1 0,8 4 0 15,0 0-11-15,-1 3-3 0,-3 1 0 0,0 4 0 16,-1-1-5-16,-3 9-2 0,3-1 0 0,1 4 0 15,-5 4-3-15,5 4-1 0,-1 4 0 0,-3 3 0 16,3 1-9-16,1-1 0 0,4 1 0 0,4 4 8 0,-4-1-8 16,9-3 0-16,4-1 0 0,-4-3 0 0,4 4 0 0,0-9 0 15,4 5 0-15,-4-4 0 0,9 0-8 0,-1 0 8 16,10-8-10-16,-10 0 10 16,10-4-36-16,-1-3 0 0,0-1-1 0,1-3 0 15,-1-8-158-15,5 0-31 0,-5-8-6 0</inkml:trace>
  <inkml:trace contextRef="#ctx0" brushRef="#br0" timeOffset="132585.5194">18367 8945 2282 0,'0'0'50'0,"0"0"10"0,0 0 3 0,0 0 1 0,0-8-51 0,0 8-13 0,0 0 0 0,-9-8 0 16,9 8 24-16,-4-4 3 0,4 4 0 0,-4-7 0 16,4-1-18-16,0 0-9 0,-5 1 10 0,5 7-10 15,-13-4 11-15,9 0-11 0,-5 4 12 0,0-4-12 16,-4 4 24-16,9 0-3 0,-13 4 0 0,4 0 0 15,4 3 4-15,-8 1 1 0,-1 4 0 0,1-1 0 16,8 9-5-16,-8-1-1 0,-1 0 0 0,1 4 0 16,0 1-10-16,4 3-2 0,4 0-8 0,-4 4 12 15,9-1-12-15,-9-3 0 0,8 4 8 0,5-4-8 0,-4 0 0 0,4 0 0 16,4-3 0-16,1 3 0 0,3-8 0 0,-3 4 0 16,-1-4 0-16,9-3 0 0,4-1-9 0,-8-3 9 15,4-1 0-15,4-3-9 0,1-4 9 0,-1-4 0 16,-4 0 0-16,13-4-8 0,-17-7 8 0,8-1-12 15,1-3 12-15,-1-1-12 0,-8-3 12 0,8-1 0 16,-4-3 0-16,0 0 0 0,-4-4 0 0,4 0 0 16,-4-8 0-16,-1 4 0 0,1-3 0 0,4 3 0 15,-9 0 0-15,9 0 0 0,-8 0 0 0,8 0 0 16,-13 4 10-16,4 8-10 0,0 0 16 0,5-1-2 0,-5 9-1 0,-4 3 0 16,0 0 8-16,0 8 2 15,0 0 0-15,0 0 0 0,0 0 2 0,0 0 1 16,0 0 0-16,-4 12 0 0,-5 3-14 0,5 5-4 15,0 7 0-15,4 0 0 0,-13 4-8 0,8-1 0 0,-3 5 0 0,3 4 0 16,5-1 0-16,-4-3 0 0,4 0 0 0,0 0 0 16,4-4-8-16,-4-1 8 0,5 1-10 0,3-4 10 15,1 0-16-15,4 0 4 0,4-3 0 0,-8-5 0 16,8 0 2-16,10-7 1 0,-6-1 0 0,1-7 0 16,-5 0-7-16,9-8 0 0,5 0-1 0,-14-7 0 15,9-5-6-15,-4-3-1 0,4 0 0 0,-4-8 0 16,-1 0-8-16,-3 0-1 0,4 0-1 0,-1 0 0 15,-3 0 3-15,-5-4 1 0,8-4 0 0,-12 0 0 16,0 0 14-16,8 1 4 0,-17-5 0 0,9 0 0 16,4-3 12-16,-9 0-11 0,0-1 11 0,5-3-10 0,-5 7 10 15,1-3 0-15,4 3 10 0,-9 0-10 0,4 1 20 0,0-1-1 16,5 1-1-16,-9 3 0 0,0 0 1 0,4 4 0 16,-4 0 0-16,0 4 0 0,0 4-2 15,0-4 0-15,-4 8 0 0,4 0 0 0,0-1-3 16,0 9-1-16,0 3 0 0,0-4 0 0,0 12 6 15,0 0 1-15,0 0 0 0,0 0 0 0,-9 16 0 0,5 3 1 16,4 4 0-16,-4 8 0 0,4 4-5 0,0 7 0 16,0 5-1-16,-9 7 0 0,9 0-3 0,0 8-1 15,0-1 0-15,0 5 0 0,9-4-11 0,-9-1 0 0,0-3 9 16,4-4-9-16,-4 1 0 0,4-5 0 0,5-4 0 0,-9-4 0 31,4 1-29-31,-4-8-4 0,0-1-1 0,0-3 0 16,0-4-95-16,0-3-19 0,5-5-4 0,-5-8-572 0,-5-3-115 0</inkml:trace>
  <inkml:trace contextRef="#ctx0" brushRef="#br0" timeOffset="132824.7361">18649 8837 2538 0,'0'0'72'0,"0"0"16"16,0-4-71-16,0 4-17 0,0 0 0 0,0 0 0 16,0 0 44-16,0 0 4 0,0 0 2 0,0 0 0 15,0 0-13-15,9 0-2 0,8-4-1 0,5 0 0 0,4 0-23 0,-4 0-11 16,12 1 10-16,-3-1-10 0,-1-4 11 0,5 0-11 16,-9 0 12-16,9-3-12 15,-9 3-65-15,9-3-20 0,-5 3-4 0,9-8-1061 16</inkml:trace>
  <inkml:trace contextRef="#ctx0" brushRef="#br0" timeOffset="133712.5376">19374 9119 1706 0,'0'0'48'0,"0"0"11"0,0 0-47 0,0 0-12 0,0 0 0 0,0 0 0 16,0 0 74-16,0 0 13 0,0 0 2 0,13 7 1 15,-4-3-24-15,4-4-5 0,4 0-1 0,1 0 0 16,4-4-20-16,-5-3-5 0,0-1-1 0,5-4 0 16,0 1-10-16,-1-5-1 0,-3 1-1 0,4-1 0 15,-9-3-2-15,4 0-1 0,0-1 0 0,-12 5 0 16,8-4-5-16,-13-1-1 0,8 5 0 0,-8-1 0 0,9 1-1 0,-9-4 0 16,-9 7 0-16,9-3 0 0,-4-1 7 0,0 5 1 15,-5-1 0-15,0 0 0 0,1 5 4 0,-1-1 0 16,-4 4 1-16,4 0 0 0,-8 0-1 0,-1 4 0 15,1 4 0-15,-5 0 0 0,1 8-11 0,-10-1-2 16,10 5-1-16,-10 3 0 0,9 4-10 0,-4 4 0 16,5 4 0-16,-10 4 0 0,10 0 0 0,-1-1 0 15,-4 1 0-15,13 4 0 0,-5-1 0 0,5 1 0 16,9-4 0-16,-5-1 0 0,9-3-12 0,9 0 12 16,-9-4-10-16,9 0 10 15,8-7-32-15,0 3 0 0,14-8 0 0,-5 1 0 16,9-9-158-16,4 1-32 0,4-8-6 0,1-4-2 0</inkml:trace>
  <inkml:trace contextRef="#ctx0" brushRef="#br0" timeOffset="134344.2257">20295 8783 2325 0,'0'0'51'0,"0"-4"10"0,-13 0 3 0,9 0 2 0,-1 0-53 0,-8 0-13 0,9 0 0 0,-9 1 0 16,9-1 27-16,-9 0 2 0,4 4 1 0,-9 0 0 15,10-4-6-15,-1 4 0 0,-8 0-1 0,4 4 0 16,-5 0-13-16,1 0-2 0,4 3-8 0,-4-3 12 16,-1 8 8-16,1-5 2 0,-5 9 0 0,0 3 0 15,-8 4-3-15,8 4-1 0,1 4 0 0,3 4 0 16,1 0-7-16,-5 0-2 0,5 3 0 0,-1-3 0 0,14 4-9 15,-9-1 0-15,9-3 0 0,4-4 0 0,0 0 0 0,0-4 0 16,4 4 0-16,9-8 0 0,-4-4-8 0,8-4 8 16,0-3-10-16,5 0 10 0,9-9-22 0,-5-3 2 15,4-7 0-15,0-1 0 0,1-7 8 0,4-1 3 16,-9-3 0-16,4-8 0 0,-8 0 9 0,-1-4 0 16,-3 0 0-16,-1 0 8 0,-8-4 2 0,4 1 1 15,0-1 0-15,-13 0 0 0,4 4 5 0,9 0 2 16,-8 0 0-16,-5 8 0 0,0 0 2 0,0 4 0 0,4 3 0 0,-4 5 0 15,-4 3-2-15,4 8 0 0,0 0 0 0,0 0 0 16,0 0 0-16,0 8 0 0,-5 3 0 0,-3 9 0 16,3 7-18-16,1 0 8 0,-5 4-8 0,9 3 0 15,-4 5 0-15,4 0 0 16,0 7 0-16,0 0 0 0,0 1 0 0,0 3 0 0,0 4 0 16,0 0 0-16,0 0 0 0,4 0 0 0,5 0 0 0,-9 0 0 15,4-4 0-15,9 4 0 0,-13 0 0 0,5-3 0 16,-5-5-12-16,0-4 12 0,0 1-13 0,0-5 5 15,0-3 8-15,-5 0 0 0,-8-4 0 0,9 0 0 16,-5-4 0-16,1-4 8 0,-10-4-8 0,1-3 11 16,-5-5-11-16,0 1 0 0,-8-1 0 0,8-7 8 15,-12 0-8-15,-1-4 0 0,9-8-10 0,-13-3 10 16,0-5-9-16,4-3 9 0,-4-8-8 0,4 0 8 0,0-8-15 16,9 1 3-16,-9 3 0 0,5-4 0 15,4-4-17-15,4 1-3 0,5 3-1 0,-5 0 0 16,9 4-88-16,9 0-18 0,-9 4-3 0,8-3-575 15,5 2-115-15</inkml:trace>
  <inkml:trace contextRef="#ctx0" brushRef="#br0" timeOffset="134807.8628">20790 8829 1792 0,'0'0'40'0,"4"-8"8"0,9 1 1 0,-13-1 1 0,9-4-40 0,0 4-10 16,-9-3 0-16,4-1 0 0,0 5 44 0,5-5 8 0,-9 4 0 0,0-3 1 16,0 3-19-16,0-4-4 0,-9 5-1 0,1-1 0 15,-1 0 18-15,0 1 3 0,-4 3 1 0,5 0 0 16,-10 0 20-16,1 4 4 0,4-4 1 0,-4 4 0 16,-5 4-28-16,0-4-4 0,0 8-2 0,5-4 0 15,-13 3-15-15,8 5-3 0,0-1-1 0,1 5 0 16,-1-1-11-16,4 8-1 0,-3-3-1 0,3 7 0 15,-8 4-10-15,13 0 10 0,-4 3-10 0,4 1 10 16,9 0-10-16,-1 0 8 0,-4 3-8 0,9-3 8 16,0 0-8-16,14-1 0 0,-14-7 0 0,17 4 0 15,-8-4 0-15,8-7 0 0,0-1 0 0,5-4-11 16,8-3 2-16,-8 0 0 0,4-9 0 0,5 1 0 16,3-8 9-16,-8-3-12 0,5-5 12 0,4-3-12 15,-9-9 12-15,8 1 0 0,-12-8 0 0,4 4 0 16,0-3 0-16,-8-5 0 0,-10 4 0 0,5-8 0 15,-4 1 0-15,0-1 9 0,-9-3-9 0,4 3 10 0,-4 0-2 0,-4 9-8 16,4-1 12-16,0 7-4 0,-13 1-8 0,8 8 8 16,-8-4-8-16,5 7 8 0,-10 4-8 0,1 1 0 15,-1-1 0-15,-3 4 0 16,3 4-16-16,-3 4-8 0,-5 0-1 0,4 0-1 16,0 3-101-16,5 1-20 0,-1 0-4 0,14-1-919 15</inkml:trace>
  <inkml:trace contextRef="#ctx0" brushRef="#br0" timeOffset="135368.6675">21116 8667 2016 0,'0'0'44'0,"0"0"10"0,0 0 2 0,0 0 0 0,13-4-45 0,-13 4-11 0,0 0 0 0,4-4 0 16,-4 4 55-16,0 0 9 0,0 0 1 0,13 4 1 15,-13-4 2-15,4 8 1 0,1-1 0 0,3 1 0 16,-8 8-6-16,0-1-2 0,0 4 0 0,0 4 0 16,0 1-15-16,0 3-3 0,-8 4-1 0,3-1 0 15,1 5-14-15,4-4-4 0,0 0 0 0,0 0 0 16,0-4-13-16,0-4-3 0,0 0-8 0,0-4 12 16,4-3-12-16,-4-1 8 0,5-3-8 0,-5 0 0 15,0-12 10-15,0 0-10 0,0 0 10 0,0 0-10 0,0 0 11 0,0 0-11 16,0 0 12-16,8-8-12 0,-8-4 9 0,9 1-9 15,-9-5 0-15,9-3 9 0,-5-8-9 0,-4 0 0 16,5-4 0-16,8 0 0 0,-9-4 0 0,9 1 0 16,-9-1 0-16,14 0 0 0,-10 4-9 0,5 0 9 15,5 4 0-15,-5 4 0 0,-5 4-16 0,10 3 3 16,-1 1 1-16,1-1 0 16,-1 1-15-16,-8 3-2 0,8 5-1 0,0-5 0 15,5 4 0-15,-5-3 0 0,1 3 0 0,-1 0 0 0,5 5 18 0,-5-1 12 16,1-4-13-16,-1 4 5 0,0 4 8 0,-8 0 0 15,4 0 0-15,4 4 0 0,-8 0 0 0,0 0 14 16,0-4-3-16,4 7-1 0,-13-7 17 0,4 8 3 0,0 4 1 16,5-1 0-16,-5 1-3 0,-4 3 0 0,5 5 0 0,-5 3 0 15,0 0-13-15,0 0-3 0,0 8-1 0,0 4 0 16,0 0-11-16,-5 3 10 0,10 1-10 0,-5-5 10 16,8-3-10-16,-8 4 0 0,0-4 0 0,0-4 0 15,5-4 0-15,-1-4 0 0,5 1-9 0,-5-5 9 16,-4 1-27-16,4-5 2 0,-4-11 0 0,0 0 0 31,0 0-90-31,0 0-17 0,13-7-4 0,-8-1-653 0,8-8-131 0</inkml:trace>
  <inkml:trace contextRef="#ctx0" brushRef="#br0" timeOffset="135531.883">21880 8126 2386 0,'0'0'52'0,"-9"-7"12"0,9 7 1 0,0 0 3 0,0 0-55 0,0 0-13 16,0 0 0-16,0 0 0 0,0 0 20 0,0 0 2 16,0 0 0-16,0 0 0 15,0 0-123-15,0 0-25 0,0 0-5 0,9 11-1 0</inkml:trace>
  <inkml:trace contextRef="#ctx0" brushRef="#br0" timeOffset="135965.3298">22071 8794 2098 0,'0'0'60'0,"0"0"12"0,-9 8-58 0,9-8-14 16,0 12 0-16,9-1 0 0,-9-3 90 0,0-8 15 0,0 11 3 0,4-3 1 15,1 0-29-15,8 0-7 0,-5-5-1 0,6 5 0 16,3-8-44-16,0 4-10 0,1-4-2 0,-1-4 0 15,0 0-3-15,-4-3-1 0,5-1 0 0,8 0 0 16,-13-3-12-16,4-5 0 0,1 5 8 0,-1-5-8 16,0 4 0-16,1-3 11 0,-10 0-11 0,5-1 10 15,0 5-10-15,-8-1 10 0,8-3-10 0,-9 3 10 16,0 0-10-16,-4 1 12 0,5-1-12 0,-5 1 12 16,-5 3 1-16,5-8 1 0,-4 5 0 0,4-1 0 15,-13-3 1-15,9 3 0 0,-1 1 0 0,-12 3 0 16,8 0 0-16,1 4 0 0,-10 1 0 0,5 3 0 0,-4-4-4 0,-5 8-1 15,0 3 0-15,1 9 0 0,-14-5-10 0,13 9 0 16,-12-5 0-16,8 8 0 0,-1 0 0 0,1 4 0 16,5 4-11-16,3 0 11 0,1 0-8 15,4 8 8-15,4-1-8 0,9 1 8 0,-8 3 0 0,16-3-8 16,-8-4 8-16,9-4 0 16,0-1-9-16,12-3 9 0,-3 1-10 0,3-5 10 15,5-4-30-15,5-4 0 0,4-3 0 0,-1-4 0 16,5-8-101-16,-8 0-20 0,8-8-4 0,4-4-964 15</inkml:trace>
  <inkml:trace contextRef="#ctx0" brushRef="#br0" timeOffset="136349.6784">23039 8497 2109 0,'0'0'46'0,"0"0"10"0,0 0 1 0,0 0 3 0,-4-4-48 0,-5 0-12 0,5 0 0 0,0 4 0 16,-9 0 55-16,8 0 8 0,-8 0 1 0,5 0 1 16,8 0-29-16,-13 0-5 0,0 0-2 0,4 4 0 15,5 0 0-15,-14 4 0 0,5-4 0 0,9 7 0 16,-14 1-1-16,14-1 0 0,-9 5 0 0,9-1 0 16,-9-3-3-16,8 3-1 0,5 1 0 0,-4 3 0 15,4 0-9-15,0 1-3 0,4-1 0 0,-4 0 0 16,9 4-4-16,4 1-8 0,0 3 11 0,-9-4-11 15,14 4 10-15,-9 4-10 0,8-8 8 0,-4 0-8 0,4 0 0 16,1 0 8-16,-10-3-8 0,5 3 0 0,5-4 0 0,-14 0 0 16,9-3 8-16,-9 3-8 0,-4-7 8 0,5 3-8 15,-5-3 12-15,0-1-4 0,-5 1 15 0,1 0 2 16,-5-5 1-16,1 5 0 0,-5-4 1 0,4 3 0 16,-8-7 0-16,-1 4 0 0,1-8-15 0,-5 4-2 15,-8-4-1-15,4-4 0 0,4-4-20 0,-8 0-4 16,4 1-1-16,-5-5 0 15,5 0-114-15,-4 1-23 0,4-5-5 0</inkml:trace>
  <inkml:trace contextRef="#ctx0" brushRef="#br0" timeOffset="137224.1807">18219 10331 1911 0,'0'0'42'0,"0"0"9"0,0 0 1 0,0 0 2 0,-4-8-43 0,-5 4-11 0,5 0 0 0,0 0 0 16,-9 1 59-16,8 3 9 0,-8-4 3 0,4 4 0 16,-4 0-38-16,5 0-7 0,-5 0-2 0,0 0 0 15,4 4-4-15,-8-1-2 0,-5 5 0 0,5 0 0 16,-1 7 6-16,1 1 0 0,-1-1 1 0,1 8 0 15,0 1-5-15,-1-1-2 0,10 8 0 0,-10 0 0 16,5-1-10-16,5 5-8 0,-1 0 9 0,5 0-9 16,4-1 0-16,0 1 0 0,13-8 0 0,-13 4 0 15,17-8-9-15,-8-3 9 0,8-5 0 0,5 0-9 16,8-7-8-16,-8-8-2 0,13-4 0 0,-9-3 0 16,4-9 3-16,5-3 1 0,-14-4 0 0,6-4 0 15,-6 0 15-15,5 3 0 0,-8-3 0 0,-10 0-9 16,5-4 17-16,-8 4 3 0,-1-3 1 0,5-1 0 15,-9 8 16-15,0-4 3 0,0 3 1 0,0 5 0 0,-9 0-6 16,9 3-1-16,0 5 0 0,-4 3 0 0,4 8-2 0,0 0-1 16,0 0 0-16,-5 4 0 0,-3 7 2 15,-1 1 0-15,9 3 0 0,-13 5 0 0,9 7-24 0,4 4 0 16,-5-4 0-16,-3 7 0 0,8-3 0 0,0 8 0 16,8 0 0-16,-8 7 0 0,5-4 0 0,-1 9 0 15,5-5-9-15,-5 4 9 0,0-7 0 0,9 3 0 16,-8 0 0-16,8 1 0 0,-9-5 0 0,0-7 0 15,9 3 0-15,-13-7 0 0,0 4 0 0,5-4 0 16,-5-4 0-16,-5 0 0 0,5 0 0 0,-8-4 0 16,3 0 10-16,1-3-10 0,-13-1 15 0,4-4-4 15,0 1-1-15,-13-5 0 0,0-3-2 0,4-4 0 16,-13 0 0-16,5-4 0 0,4-4-8 0,-9 0 0 16,0-8 0-16,0 1 8 0,5-8-8 0,-5-1-14 15,5-7 3-15,4 4 1 16,-9-4-25-16,9-4-5 0,0 4 0 0,4-4-1 15,1 0-107-15,8-3-20 0,-1-1-5 0,-3 0-827 0</inkml:trace>
  <inkml:trace contextRef="#ctx0" brushRef="#br0" timeOffset="137663.5952">18801 10284 2128 0,'0'0'60'0,"0"0"13"16,-9-7-58-16,9 3-15 0,-4-8 0 0,0 8 0 15,-1-3 32-15,-3-1 4 0,-1 4 1 0,0 0 0 16,5 0-9-16,0-3-1 0,-9 7-1 0,4-4 0 0,-8 0-8 16,4 4-2-16,-5-4 0 0,1 4 0 0,-1 0 12 0,1 4 1 15,4-4 1-15,-4 4 0 0,-1 0-4 0,1 0-1 16,-5 3 0-16,5 1 0 0,0 0-8 0,-1 3-1 15,1 1-1-15,8 7 0 0,-8-3-6 0,4 3-1 16,0 4 0-16,4 4 0 0,5 4-8 0,-5 4 8 16,0-4-8-16,9 3 8 0,0-3-8 0,0 4 0 15,5-8 0-15,8 4 0 0,-5-4 0 0,10-4 0 0,3 0 0 16,1-3-11-16,9-1 3 0,-5-8 0 0,8 1 0 16,5-8 0-16,-4-4-1 0,4-4 0 0,0-8 0 0,0-3 0 15,-4 0 9-15,0-9 0 0,0 5 0 0,-14-8 8 16,1 4-8-16,-5-4 11 0,1 0-11 0,-10-4 12 15,1 0-3-15,0 0 0 0,0 0 0 0,-9 0 0 16,0 1 4-16,-9-1 1 0,4 4 0 0,1 3 0 16,-9 5-4-16,4 0-1 0,-8 3 0 0,0 1 0 15,-14 7-21-15,5 1-4 0,-4 3 0 0,-1 4-775 16,-3 0-154-16</inkml:trace>
  <inkml:trace contextRef="#ctx0" brushRef="#br0" timeOffset="138249.6432">20842 10138 1476 0,'0'0'32'0,"0"0"8"0,0 0 0 0,0 0 1 0,0 0-33 0,0 0-8 0,0 0 0 0,0 0 0 16,0 0 41-16,0 0 7 0,9-8 0 0,-9 8 1 15,0 0 31-15,0 0 5 0,0 0 2 0,-5-8 0 16,1 4 9-16,-5-3 1 0,1 3 1 0,-5-4 0 16,8 8-22-16,-12-4-4 0,0 0 0 0,-1 4-1 15,1 4-25-15,0 0-5 0,4-4-1 0,-14 8 0 16,10-4-21-16,-5 7-5 0,1-3-1 0,3 7 0 16,-3-3-13-16,3 7 9 0,1 5-9 0,-1 3 8 15,1 0-8-15,8 3 0 0,-8 5 0 0,0 0 0 16,12 0 0-16,-12 3 0 0,8 1 0 0,5-4 0 15,0-1 0-15,4-3-11 0,4 0 11 0,0-4-12 16,5-4 12-16,8 1-8 0,-8-5 8 0,13-4-8 16,4-3-1-16,-4-4 0 0,12-5 0 0,-3-3 0 15,3-7 9-15,1-1 0 0,4-4-9 0,-4-7 9 16,4 0 0-16,-4-4 0 0,-9-4 0 0,4 0 0 16,-12-4 8-16,3 0-8 0,-12 0 12 0,0 0-4 15,-5 4 3-15,0-8 0 0,-4 4 0 0,0 1 0 0,-4-1 0 0,0 4 0 16,-9 0 0-16,8 3 0 0,-12 1-11 0,0 8 12 15,-5-1-12-15,0 9 12 16,-8-5-40-16,4 8-7 0,0 0-1 0,-5 4-780 16,10 4-156-16</inkml:trace>
  <inkml:trace contextRef="#ctx0" brushRef="#br0" timeOffset="138704.9195">21190 10165 2355 0,'0'0'67'0,"0"0"14"0,0 0-65 0,0 0-16 0,0 0 0 0,0 0 0 16,0 0 40-16,0 0 4 0,0 0 0 0,0 0 1 16,0 0 0-16,13 8 0 0,-9-1 0 0,0 9 0 15,5 3-11-15,-9 0-2 0,0 4-1 0,0 4 0 16,0 4-10-16,0 0-1 0,0-4-1 0,-13 4 0 15,9 0-9-15,4 0-2 0,-9 0 0 0,9-4 0 16,-4-4-8-16,-1 0 0 0,5-4 0 0,0-3 0 16,0 3 0-16,0-7 8 0,0-4-8 0,0-8 0 15,0 0 0-15,0 0 0 0,0 0 0 0,9 0 0 0,4-8 0 0,0 0 0 16,4-4 0-16,-8 1 0 0,8-8-9 0,1-1 9 16,-1-7 0-16,0 0 0 0,5 0 0 0,0-4-8 15,0 0 8-15,8-3 0 0,-13-1 0 0,9 0 0 16,5 0-8-16,-5 5 8 0,-4-1 0 0,4 8 0 15,-5 3 0-15,-3 9 0 0,3-1 12 0,-12 4-4 16,9 8-8-16,-5 0 12 0,4 8 4 0,-8 8 0 16,-1 7 0-16,10 4 0 0,-14 4 7 0,0 3 1 15,1 5 1-15,-5 0 0 0,0 7-8 0,0-4-1 16,0 1-1-16,0-5 0 0,0 1-15 0,0 0 0 16,0-5 8-16,0-3-8 15,0 0-19-15,0-8-6 0,0 0-2 0,0-3 0 16,0-9-147-16,8 1-30 0,-8-12-5 0</inkml:trace>
  <inkml:trace contextRef="#ctx0" brushRef="#br0" timeOffset="139570.665">22627 10227 1832 0,'0'0'52'0,"0"0"12"0,0-8-52 16,0 0-12-16,0 0 0 0,13-3 0 0,-13-1 44 16,9 1 5-16,-1-5 2 0,14 5 0 0,-13-1-2 15,17 0 0-15,-5 1 0 0,-3-1 0 0,8 5-17 0,4-1-3 16,-8 8-1-16,0-4 0 0,-1 8 0 0,10-4-1 16,-14 8 0-16,5-1 0 0,-5 5-11 0,1-1-3 15,-1 1 0-15,-4 7 0 0,0 1 6 0,0-1 1 0,4 0 0 0,-12 4 0 16,-1-3 10-16,1 3 2 0,-5-4 1 15,0 4 0-15,-5-3-9 0,1 3-3 0,-1-4 0 16,-8 0 0-16,0-3-9 0,-4 3-3 0,4-3 0 0,-4-1 0 16,-9 4-9-16,4-7 0 0,-4-4 0 15,-5-1 0-15,5 1-15 0,-13-4 5 0,5-4 1 0,3 0 0 16,1 0-9-16,-1-8-2 0,5 4 0 0,-8-3 0 31,12-5-21-31,0 4-5 0,-4-3-1 0,4-1-682 0,14 1-137 0</inkml:trace>
  <inkml:trace contextRef="#ctx0" brushRef="#br0" timeOffset="139953.0845">23530 10072 2030 0,'0'0'57'0,"0"0"14"0,0 0-57 0,0 0-14 16,0 0 0-16,-4-8 0 0,-5 1 59 0,9 7 9 16,0-8 1-16,0 8 1 0,-4-8-14 0,-1 1-4 15,5 3 0-15,-8-4 0 0,3 4-8 0,1 0-3 16,-9 0 0-16,9 0 0 0,-14 1 3 0,14-1 1 16,-13 0 0-16,-1 0 0 0,-3 0-13 0,3 4-4 15,-4 0 0-15,-4 0 0 0,5 4-2 0,-1 0-1 16,0 4 0-16,1-1 0 0,3 5-13 0,-4 0-2 0,5 3-1 15,-5 0 0-15,5 5-9 0,0 7 0 16,-1-4 9-16,1 8-9 0,13 0 0 0,-9-4 8 16,8 7-8-16,-3-3 0 0,3 0 0 0,10-4 0 15,3 4 0-15,-3-4 0 0,8 0 0 0,4-4 0 0,-4-3-11 0,17-1 11 16,-8-4-9-16,13 1 9 0,0-5-8 0,4-3 8 16,4-4-16-16,9-8 1 0,-8 0 1 0,3-7 0 31,-8-5-102-31,1-3-21 0,-1 0-4 0</inkml:trace>
  <inkml:trace contextRef="#ctx0" brushRef="#br0" timeOffset="140688.7183">20273 11640 1177 0,'0'0'25'0,"0"0"6"0,0 0 1 0,0 0 2 0,0 0-34 0,0 0 0 0,0 0 0 0,0 0 0 16,5-8 84-16,-5 8 9 0,0 0 3 0,0-8 0 15,4 0-34-15,0 1-6 0,-4 7-2 0,9-8 0 16,-9 0 6-16,0 8 2 0,0-7 0 0,0 7 0 15,0-8 7-15,0 0 2 0,0 0 0 0,-9 1 0 16,5-5-12-16,0 4-3 0,-1-3 0 0,-8 3 0 16,9 0-16-16,-13 1-4 0,-1-1-1 0,1 0 0 15,-1 4-6-15,1 0-1 0,-5 1 0 0,1-1 0 16,3 4 4-16,-3 4 0 0,-10 3 0 0,9 1 0 16,1 0-8-16,-10 3-2 0,5 5 0 0,5-1 0 15,-5 5-11-15,4-1-3 0,0 4 0 0,5 4 0 0,-1-4-8 0,10 8 0 16,-10-4 0-16,5 0 0 0,9 4 0 15,-9 0 0-15,9 0 0 0,-1-4 0 0,5 0 0 0,5-4-9 16,-1 0 9-16,9 0 0 0,0-3-12 0,-4-5 12 16,8-3-12-16,0-1 12 0,9-7-16 0,5 0 3 15,-5-4 1-15,4-8 0 0,5 1 12 0,-5-9-12 16,5 1 12-16,4-5-12 0,-8-3 12 0,3 0 0 16,-8-8 0-16,5 4 0 0,-9-4 0 0,-5 0 0 15,5 0 0-15,-5 4 0 0,-8 4 0 0,4 0 0 16,4 0 0-16,-13 7 10 0,9 1-10 0,-13 7 0 0,9 1 0 15,-9 7 0-15,0 0 8 0,0 0 2 16,0 0 1-16,0 11 0 0,0 1 5 0,0 3 2 16,0 1 0-16,0 3 0 0,0 4-18 0,0 4 0 0,0 4 0 15,0-4 0-15,9 4 0 0,-9-4-19 0,4 0 4 0,-4 0 1 32,4 0-23-32,10 0-5 0,-10 0-1 0,9-4 0 15,4-3-129-15,-4-1-25 0,5-8-6 0</inkml:trace>
  <inkml:trace contextRef="#ctx0" brushRef="#br0" timeOffset="140952.7402">21229 11539 2523 0,'0'0'56'0,"0"0"11"0,0 0 2 0,0 0 2 0,0 0-57 0,0 0-14 15,0 0 0-15,-9 0 0 16,9 0 31-16,0 0 3 0,-13 0 1 0,0 4 0 16,4 0-35-16,5 4 0 0,-14-1 0 0,1 5 0 0,0 0 0 15,-1 7 8-15,-3-4-8 0,3 5 10 0,-12 3-2 0,4 0-8 16,4 0 12-16,-13 8-4 0,1 0-8 0,8 4 0 16,-9-8 0-16,-4 0 0 15,8 0-23-15,5-4-6 0,5-4-2 0,-5 0-746 16,13 1-150-16</inkml:trace>
  <inkml:trace contextRef="#ctx0" brushRef="#br0" timeOffset="141169.7049">20881 11609 2455 0,'0'0'54'0,"0"0"11"0,0 0 3 0,0 0 0 0,0 11-54 0,9 1-14 0,0 3 0 0,-5 5 0 16,9 3 48-16,-9 0 8 0,14 4 0 0,-10 4 1 16,10 0-40-16,-5-4-8 0,4 0-1 0,1 0-8 15,-1 0 0-15,-4-4-14 0,4 0 1 0,1-7 0 16,-1-1-155-16,5 1-30 0,-5-9-6 0</inkml:trace>
  <inkml:trace contextRef="#ctx0" brushRef="#br0" timeOffset="141416.1469">21580 11485 2484 0,'0'0'55'0,"0"0"11"0,0 0 2 0,0 0 1 0,0 0-55 0,0 12-14 16,5-1 0-16,-1 9 0 0,5-1 55 0,-5 8 8 15,-4 0 1-15,4 4 1 0,5 0-39 0,-5 7-8 16,-4 1-2-16,0 0 0 0,5-1-16 0,-1 1 10 16,-4-4-10-16,9-5 8 0,-9 1-24 0,0 0-4 15,4-8-2-15,1 4 0 16,-5-7-118-16,8-1-23 0,-3-4-5 0,-10-3-868 0</inkml:trace>
  <inkml:trace contextRef="#ctx0" brushRef="#br0" timeOffset="141590.2396">21732 11215 2278 0,'0'0'50'0,"0"0"10"0,-13-8 3 0,9 4 1 16,4 4-51-16,0 0-13 0,0 0 0 0,0 0 0 15,0 0 0-15,0 0 0 0,0 0 0 0,0 0 0 16,0 0-108-16,4 8-28 15,9 0-6-15</inkml:trace>
  <inkml:trace contextRef="#ctx0" brushRef="#br0" timeOffset="142044.6286">22353 11547 2049 0,'0'0'58'0,"0"0"13"0,0-8-57 0,0 8-14 16,0-11 0-16,-8 3 0 0,8 0 67 0,0 0 10 16,0 1 3-16,-5-1 0 0,1 0-28 0,4 1-6 0,-9 3-1 0,1-4 0 15,8 4-28-15,-13-4-5 0,8 5-2 0,-8-1 0 16,5 0 4-16,-10 0 1 0,5 0 0 0,4 0 0 16,-17 4-4-16,13 0-1 0,-13 0 0 0,9 4 0 15,4 0-10-15,-4 4 0 0,-1-4 0 0,1 7 0 16,-1 1 0-16,5-1-9 0,5 9 9 0,-1-5-13 15,0 4 5-15,9 5 8 0,0-5-13 0,0 0 5 16,5 4 8-16,8 0-10 0,-5-3 10 0,10 3-10 16,-1 0 10-16,5 4 0 0,4-8 0 0,-4 5-8 15,-1-1 8-15,1 0 0 0,8-4 10 0,-8-3-10 16,-4-1 20-16,3 1-3 0,1 3 0 0,-5-8 0 16,1 5-1-16,-1-5-1 0,0 5 0 0,-8-5 0 15,4 5 7-15,-4-4 2 0,0-1 0 0,-5 5 0 16,-4-5 4-16,4 1 2 0,-8-1 0 0,4 1 0 15,-4-4-6-15,-5 3-2 0,0-3 0 0,5 3 0 0,-9-3-5 16,0 0-1-16,-5 0 0 0,5-1 0 0,-13-3-8 0,5 0-8 16,-1 0 9-16,-4-4-9 0,-5 0 0 0,5-4-12 15,-8-4 1-15,-1 1 0 16,0-5-29-16,9-3-5 0,-9-5-2 0,1 5-789 16,12-4-159-16</inkml:trace>
  <inkml:trace contextRef="#ctx0" brushRef="#br0" timeOffset="142944.8185">14849 10644 1407 0,'0'0'31'0,"0"0"6"0,0 0 2 0,0 0 1 0,0-4-32 0,9 0-8 0,4 0 0 0,-4 0 0 16,0 0 10-16,-5 4 1 0,-4 0 0 0,13-4 0 16,-4 0 5-16,4 1 2 0,-9-1 0 0,9 0 0 15,-4 4 6-15,4-4 0 0,4-4 1 0,-8 4 0 16,4 1 1-16,0-5 0 0,9-4 0 0,-5 1 0 16,0-1 2-16,5 1 0 0,-5-1 0 0,9-3 0 15,5-1 1-15,-9 1 1 0,4 3 0 0,4-3 0 16,5-1 30-16,-9 1 7 0,4 3 1 0,9-7 0 15,-4 0-12-15,4-1-1 0,-9 1-1 0,10 0 0 16,3-5-5-16,-13 1-1 0,9 0 0 0,5 0 0 0,-1-4-28 16,-4 4-7-16,5-4-1 0,4 0 0 0,8 4-12 0,-8-1 0 15,0 1 0-15,8 0-10 0,-8 0 10 0,0 4 0 16,-5-1 8-16,-4-3-8 0,0 4 0 0,-4-4 0 16,4 3 0-16,-9 1-8 0,9 4 20 0,-12-1 5 15,3 1 1-15,5-1 0 0,-9 1-3 0,8-1-1 16,1 1 0-16,-9 0 0 0,5-1-6 0,-5 4-8 15,4-3 11-15,0 3-11 0,1 1 11 0,-5 3-11 16,0-3 10-16,-4 3-10 0,-1 0 0 0,1 0 0 16,0 5 0-16,-5-5 0 0,-4 4 0 0,5 4 0 15,-10-4 0-15,1 4 0 0,-9 0 0 0,0 0 0 16,0 0 0-16,0 0 0 0,0 0 0 0,0 0-16 0,0 0 3 0,0 0 1 31,0 0-13-31,0 0-3 0,0 0 0 0,0 0-741 0,0 0-149 0</inkml:trace>
  <inkml:trace contextRef="#ctx0" brushRef="#br0" timeOffset="166037.1038">12005 12338 1444 0,'0'0'40'0,"0"0"11"0,0 0-41 0,0 0-10 0,0 0 0 0,0 0 0 16,0 0 27-16,0 0 3 0,9 8 1 0,-9-8 0 15,0 8 1-15,8 0 1 0,5-5 0 0,-8 5 0 16,-5-8 4-16,13 12 1 0,-13-1 0 0,4-3 0 0,9 4 24 0,-13 3 5 16,0-3 1-16,0 7 0 0,5-4-5 15,-5 1-1-15,4-1 0 0,-4 5 0 0,0-1-14 0,0 0-4 16,0 4 0-16,0 1 0 0,0 3-18 0,0 0-4 15,9 3-1-15,-9 1 0 0,0 0-10 0,4 0-3 16,-4 0 0-16,0 4 0 0,0-4-8 0,0 0 0 16,0-1 0-16,0-3 0 0,4 8 0 0,-4-4 8 15,0 0-8-15,0 4 0 0,5-4 0 0,3-4 0 16,-8 4 0-16,0 3 0 0,0-3 0 0,5 4 0 16,-5-4 8-16,0 4-8 0,4-1 0 0,5-3 0 15,-9 4 0-15,0-8 0 0,0 0 0 0,0-4 0 16,4 0 0-16,-4 0 8 0,0-3-8 0,0-1 0 0,4 0 0 0,-4-3 0 15,-4-5 0-15,4 1 8 0,4 0-8 0,-4-1 0 16,0-11 0-16,0 8 0 0,0-8-9 0,0 0 9 31,0 0-28-31,0 0 2 0,0 0 0 0,0 0 0 16,0 0-21-16,0 0-4 0,0 0-1 0,0 0-630 0,0 0-126 0</inkml:trace>
  <inkml:trace contextRef="#ctx0" brushRef="#br0" timeOffset="166742.7576">12283 14342 1454 0,'0'0'32'0,"0"0"6"0,0 0 2 0,0-8 1 16,4-3-33-16,-4 3-8 0,0 0 0 0,0 1 0 0,0-1 64 0,0 8 10 16,0-12 2-16,-4 5 1 0,4-1-17 0,-4 4-4 15,4-4-1-15,-9 1 0 0,5 3 4 0,4 4 1 16,-5-8 0-16,-8 4 0 0,5 4-10 0,-5 0-2 15,-5 0 0-15,10 0 0 0,-10 4-8 0,1 0-1 16,4 0-1-16,-5 0 0 0,10 0-11 0,-10 7-3 16,1-3 0-16,0 3 0 0,4 1-2 0,4 3-1 15,-9 1 0-15,5 3 0 0,5 4-4 0,-10 4-1 16,5 0 0-16,9 4 0 0,0 0-8 0,-5 0-8 16,5 4 12-16,-1 0-12 0,5-1 0 0,0 1 0 15,5-4 0-15,-1 4 0 0,5-4 0 0,-5-4 0 16,13-4 0-16,-8-4 0 15,8 0-35-15,1-3-1 0,-1-8 0 0,5 3 0 16,0-7-41-16,4-4-9 0,0 0-2 0,-5-4-615 0,10-7-123 0</inkml:trace>
  <inkml:trace contextRef="#ctx0" brushRef="#br0" timeOffset="167183.1093">12622 14319 2178 0,'0'0'48'0,"0"0"9"0,0 0 3 0,-5-8 1 15,-3 4-49-15,8 4-12 0,-9-3 0 0,9 3 0 16,0-8 22-16,-9 0 2 0,9 8 0 0,0 0 0 16,-4 0-24-16,4 0 0 0,-4-4 0 0,-9 4 0 15,4 0 12-15,0 0-1 0,1 0-1 0,8 4 0 16,-18 0 14-16,14 0 4 0,-9 0 0 0,0 3 0 0,4 1 0 0,0 4 1 15,1-1 0-15,-5 5 0 0,8 3-10 0,1 0-3 16,-9 5 0-16,9-1 0 0,4 0-16 0,-9 4 10 16,5 0-10-16,4 0 8 0,0 4-8 0,0-4 0 15,0 0 0-15,4 0 0 0,5 0-10 0,-5-4 10 16,9-4 0-16,-9 1-9 0,14-5-2 0,-14-3 0 16,9-1 0-16,4-3 0 0,1-4-6 0,-9-8-2 15,8 0 0-15,0-7 0 0,1-1 11 0,-1-3 8 0,5-1-12 0,-5-3 12 16,-8-1 0-16,4 1 0 0,4 0 0 0,-17 3 0 15,13-3 0-15,-8 4 0 0,-5-5 9 0,0 1-9 16,0 4 11-16,-5-1-3 0,5-3-8 0,-13 0 12 16,9 3-12-16,-9-3 8 0,8 3-8 0,-8-3 0 15,5 4 0-15,-5-1 0 0,0 5-13 0,4-1 4 32,-8 4-27-32,4 4-6 0,4 4-1 0,-4 0-658 0,9 4-132 0</inkml:trace>
  <inkml:trace contextRef="#ctx0" brushRef="#br0" timeOffset="167522.2758">12943 14060 1753 0,'0'0'38'0,"0"0"8"0,0-11 2 0,0 3 2 0,0 0-40 0,0 8-10 16,4-11 0-16,-4 11 0 0,0 0 31 0,0 0 4 16,9-4 1-16,-9 4 0 0,0 0-11 0,0 0-1 15,0 0-1-15,0 0 0 0,0 0 40 0,4 8 8 16,-4 3 1-16,5 5 1 0,-1-1 7 0,-4 8 2 16,0 4 0-16,0 4 0 0,0 4-27 0,0 0-6 15,0-1-1-15,0 5 0 0,0 3-20 0,-4-3-5 16,4 0-1-16,0-1 0 0,0-3-22 0,0 0 8 0,0 0-8 15,0-5 0-15,0 1 0 0,0-4 0 0,4 0 0 16,-4-7 0 0,9-1-29-16,-9 0-4 0,0-3-1 0,0-5 0 15,0-11-98-15,0 0-20 0,0 0-4 0,0 0-536 0,0 0-108 0</inkml:trace>
  <inkml:trace contextRef="#ctx0" brushRef="#br0" timeOffset="168619.1589">13234 14311 1967 0,'0'0'56'0,"0"0"12"16,0 0-55-16,0 0-13 0,0 0 0 0,0 0 0 15,0 0 67-15,0 0 10 0,0 0 3 0,0 0 0 16,0 0-47-16,0 0-9 0,-4 12-1 0,4-1-1 0,-5 1-6 0,5 7 0 15,0-3-1-15,0 3 0 0,-4 0 22 0,-5 1 5 16,5 3 1-16,4 0 0 0,-4 0-10 0,4 4-1 16,0 4-1-16,0-4 0 0,0 4-15 0,0-4-2 15,4 0-1-15,0 0 0 0,9-4-13 0,-13-3 8 16,9-1-8-16,4-4 0 0,0-3 0 0,-4-4-8 16,4-1-1-16,4-7 0 0,5 0-3 0,-5-7-1 15,1-5 0-15,3-3 0 0,-3-1-3 0,-1-3 0 16,5-4 0-16,-14-1 0 0,10 1 16 0,-5 0-12 15,4 0 12-15,-8-4-12 0,4 4 12 0,0 0 0 16,-9-1 0-16,14-3 0 0,-18 4 14 0,8-4-4 0,1 8-1 0,-9-4 0 16,4 0 2-16,1 7 0 0,3 1 0 15,-8 3 0-15,0 1-11 0,0 11 10 0,0-8-10 16,0 8 10-16,0 0-2 0,0 0-8 0,0 0 12 0,0 0-4 16,0 0-8-16,0 0 10 0,-8 8-10 0,3 7 10 15,1 4-2-15,4 1-8 0,-13 3 12 0,9 0-4 16,4 8 1-16,-5-4 0 0,-3 0 0 0,8 4 0 15,0-4-9-15,0 4 0 0,0 0 0 0,13-4 0 16,-13 3 0-16,4-6-11 0,9-1 11 0,-9 0-12 16,14-4 0-16,-14-3 0 0,9-5 0 0,5 1 0 15,-10-4 1-15,5-5 0 0,5-3 0 0,-1-3 0 16,0-5 11-16,-4 0 0 0,5-3-9 0,-1-5 9 16,0-3 0-16,1-4-11 0,-1-4 11 0,1 3-8 15,-1-3-3-15,-8 0 0 0,4 0 0 0,4 0 0 0,-8 0 11 16,-1 4 0-16,1-4-9 0,4 4 9 0,-9-4 0 0,9 4 0 15,-8 0 0-15,-1 3 0 0,5 1 0 0,-5 0 0 16,1 3 0-16,3 5 0 0,-3 3 8 0,-5-4-8 16,0 12 8-16,0 0-8 0,0 0 13 15,0 0-2-15,0 0-1 0,0 0 0 0,0 0 0 0,0 0 0 16,0 0 0-16,4 12 0 0,0 3-1 0,5 5 0 16,-9 3 0-16,0 0 0 0,0 4 5 0,0 0 1 15,0 0 0-15,0 0 0 0,-9 4-5 0,5 0-1 16,4 0 0-16,-4-4 0 0,4 0-9 0,0-4 0 15,0 0 0-15,0-3 0 0,0-5 0 0,-5-3 0 16,5-1 0-16,0-11 0 0,0 0 0 0,0 0 0 0,0 0 0 0,0-11-11 16,5-1-2-16,-5-7-1 0,0-1 0 15,0-3 0-15,0-4 4 0,4-4 1 0,0 4 0 0,5-4 0 16,-9 0 9-16,4 1-13 0,9-1 5 0,-4 0 8 16,4 4 0-16,-9 0 0 0,9 4 0 0,5 3 0 15,-10 1 0-15,5 7 18 0,-4 1-2 0,0 3 0 16,8 4-3-16,-8 4-1 0,4 4 0 0,-9 8 0 15,9-1-4-15,-8 9 0 0,8 3-8 0,-9 8 12 16,0-4-2-16,5 4-1 0,-5 3 0 0,-4-3 0 16,0 0 1-16,0 4 0 0,0-4 0 0,5-4 0 15,-5 0-10-15,0-8 8 0,4 0-8 0,-4 1 8 16,9-9-8-16,-9-3 0 0,0-8 0 0,0 0 0 16,0 0-14-16,0 0-2 0,4-8 0 0,9-3 0 15,-9-9 4-15,1 1 1 0,8-8 0 0,-13 4 0 16,17-4 11-16,-12-4-12 0,8 0 12 0,-9 0-12 0,13-4 12 0,-8 1 0 15,0-1-9-15,8 4 9 0,-8 4 0 0,4 4 0 16,4 4-9-16,-13 3 9 0,14 5 0 0,-14 3 0 16,9 4 0-16,-4 4 0 0,0 4 0 0,-1 0 0 15,5 7 8-15,-8 5-8 0,8-1 23 0,-13 8-2 16,4 0 0-16,0 4 0 0,5 1-9 0,-5-1-3 16,-4 0 0-16,0 3 0 0,5-3-9 0,-5 4 10 15,0-4-10-15,8 0 10 0,-3-3-10 0,-5-1-9 16,0-4 9-16,4-4-13 15,0 1-22-15,5-4-4 0,-9-5-1 0,0-7 0 16,0 0-103-16,0 0-21 0,0 0-4 0,9 0-836 16</inkml:trace>
  <inkml:trace contextRef="#ctx0" brushRef="#br0" timeOffset="169105.7759">14758 14180 2088 0,'0'0'46'0,"0"0"10"0,0 0 1 0,0 0 1 0,0-8-46 0,0 8-12 0,0 0 0 0,0 0 0 16,0 0 64-16,0 0 12 0,0 0 1 0,0 0 1 15,0 0-27-15,5 12-6 0,3-1-1 0,-3 9 0 16,-5 3-3-16,0 4-1 0,0 0 0 0,0 8 0 15,-5-1-8-15,5 1-1 0,-8 0-1 0,3 0 0 0,5-1-10 16,0-3-1-16,0 0-1 0,-4 0 0 0,4-8-10 0,0 0-8 16,4-3 9-16,-4-1-9 0,0-7 0 15,0-5 0-15,0-7 0 0,0 0 0 0,0 0-19 16,0 0 3-16,13-7 1 0,-8-9 0 0,-1-3 0 0,9 0 0 16,-9-5 0-16,9-3 0 0,-8 0 15 0,12-4-12 15,-8 1 12-15,4-1-12 0,0-4 12 0,-4 0 0 16,8 4 0-16,-4 0 0 0,9 4 0 0,-14 0 0 15,10 4 0-15,-5 8-9 0,4-5 9 0,0 9 11 16,1 3-3-16,-10 0 0 0,6 5 0 0,3 3-8 0,-8 0 12 0,4 3-4 16,0 5 6-16,-5 0 1 0,5 3 0 0,-8 5 0 15,12-1-3-15,-13 5-1 0,5-1 0 16,-5 8 0-16,-4 0 3 0,5 0 1 0,-5 4 0 0,0-4 0 16,0 4-15-16,0-4 11 0,0 0-11 0,0-4 10 15,0 4-10-15,0-8-16 0,-5 5 4 0,5-5 1 31,0-4-25-31,0 1-4 0,0-9-2 0,0-7 0 0,0 0-154 16,0 0-30-16,0 0-6 0</inkml:trace>
  <inkml:trace contextRef="#ctx0" brushRef="#br0" timeOffset="169572.3844">15709 14095 2228 0,'0'0'49'0,"0"0"11"0,-4-8 1 0,4 1 1 0,-4-1-50 0,4-4-12 16,0 5 0-16,-9-1 0 0,5 0 41 0,-1 0 6 16,5 1 1-16,-13-1 0 0,9 0-27 0,0 4-5 15,-10 1 0-15,10-1-1 0,-13 4 8 0,4 0 1 16,4 0 1-16,-8 4 0 0,-1-1 1 0,-3 1 0 15,3 4 0-15,1 4 0 0,-1-5-8 0,1 5-2 16,8 3 0-16,-4-3 0 0,-4 3-16 0,13 5 8 0,-9-5-8 0,8 1 0 16,5 3 0-16,0 0 0 15,0 0 0-15,5 1 0 0,-1-1 0 0,9 0 0 16,0 1 0-16,4-1 0 0,-8 0 14 0,8 4-4 0,5-3-1 16,0-1 0-16,-5 0-9 0,1 1 10 0,3-5-10 0,-3 1 10 15,-5-1-10-15,4 0 12 0,1-3-12 0,-14 0 12 16,9 3-4-16,-9-3-8 0,1-1 12 0,-1 1-4 15,5-1 8-15,-9-3 2 0,0 4 0 0,0-5 0 16,-9 1 2-16,5 4 0 0,-1-5 0 0,1-3 0 16,-9 4-8-16,0-4-2 0,4 0 0 0,-8 0 0 15,-5-1-2-15,5-3-8 0,-1 0 12 0,-12 0-4 16,4 0-8-16,4-3 0 0,-8-1-10 0,4-4 10 16,4 0-38-16,-4 4-2 0,0-3 0 0,4-1 0 15,5 0-155-15,-1 1-31 0,-3-1-6 16</inkml:trace>
  <inkml:trace contextRef="#ctx0" brushRef="#br0" timeOffset="175856.7814">17051 13709 1868 0,'0'0'41'0,"0"0"9"0,0 0 2 0,0 0 0 0,0 0-42 0,0 0-10 16,0 0 0-16,0 0 0 0,0 0 76 0,0 0 14 16,0 0 2-16,0 0 1 0,13 8-37 0,-13 3-7 15,9 1-1-15,0 3-1 0,-9 8-11 0,8 1-3 16,-8 3 0-16,9 4 0 0,-9 3-5 0,0 5-2 0,0 3 0 0,0 5 0 16,4-1-3-16,-4 4-1 0,0-3 0 0,0 3 0 15,0-4-5-15,0 0-1 0,5 1 0 0,-5-9 0 16,0-3-5-16,8 0-2 0,-8-8 0 0,5 0 0 15,-5-4-1-15,0-4 0 0,0 1 0 0,0-9 0 16,4 1-8-16,-4-12 0 0,0 0 0 0,0 0 8 16,0 0 0-16,0 0 0 0,-4-12 0 0,4-3 0 15,-5-1-8-15,5-3 0 0,-8 0 0 0,3-1-11 16,1 1 11-16,-5-4 14 0,1 0-3 0,8 0-1 16,-14-1 0-16,10 5 0 0,-13 4 0 0,4-1 0 15,4-3 6-15,-8 7 2 0,4 1 0 0,4-1 0 16,-8 5 3-16,-1-1 1 0,5 0 0 0,5 4 0 15,-10-3-6-15,-4 7-2 0,9-4 0 0,-4 4 0 16,0 4-14-16,8-4 11 0,-8 7-11 0,-1 1 10 16,1 4-10-16,4-1 0 0,4 8 9 0,-8 5-9 15,4-1 0-15,4 8 0 0,-4-4 0 0,9 0 0 16,-1-4 0-16,5 4 0 0,-8 0 0 0,16 0 0 0,-8-4 0 0,5 4 0 16,3 0 0-16,5-4 0 0,5 0-9 0,-1-3 9 15,1-1-10-15,3 0 10 0,1-3-18 0,8-5 2 16,-8 1 1-16,4-4 0 15,-4-4-62-15,8-1-13 0,-8-6-2 0,13-5-746 16,-14-4-149-16</inkml:trace>
  <inkml:trace contextRef="#ctx0" brushRef="#br0" timeOffset="176335.5289">17724 14234 2091 0,'0'0'46'0,"0"0"10"0,0 0 1 0,0-8 2 0,0 1-47 0,-8-1-12 0,8-4 0 0,-5 5 0 16,5-1 70-16,-4 0 12 0,4-3 2 0,-5 3 1 16,-3 0-36-16,3 4-7 0,1-3-2 0,4 3 0 15,-13-4 11-15,9 8 1 0,-9-4 1 0,8 4 0 16,-12 4-10-16,13-4-3 0,-14 8 0 0,5-4 0 15,5 3-16-15,-10 5-3 0,1-4-1 0,4 3 0 16,-5 1-6-16,10 3-2 0,-10 4 0 0,5 1 0 16,5-1-12-16,-5 4 8 0,0 4-8 0,4 0 0 0,9 4 0 0,-13 4 0 15,9-8 0-15,-1 4 0 0,5 0 0 0,0 0 0 16,0 0 0-16,5-1 0 0,8-3 0 0,-9-3 0 16,13-1 0-16,1 0-10 0,-1-4 10 0,5-3-13 15,-1-5 5-15,1-3 8 0,9-4-20 0,-10-4 4 16,5-4 1-16,5-4 0 0,-5-3 5 0,4-9 1 15,-8 1 0-15,4-4 0 0,0-4 9 0,-4-4-10 16,-1 4 10-16,-3-4-10 0,-1 0 10 0,-8 4-8 16,0-4 8-16,-1 4-8 0,5-4 8 0,-13 8 0 15,0 0 0-15,0 0 0 0,0 0 17 0,0 3-1 16,-4 1 0-16,-9 0 0 0,9-1-4 0,-9 1-2 16,4 4 0-16,-9-1 0 0,1 1-10 0,0-4 0 0,-1 7 0 15,1-3 0 1,-5 3-32-16,5 4-11 0,0 4-2 0,-5 0-800 0,0 1-160 0</inkml:trace>
  <inkml:trace contextRef="#ctx0" brushRef="#br0" timeOffset="177163.3555">12300 15512 1504 0,'0'0'33'0,"0"0"7"0,0 0 2 0,0 0 0 0,0 0-34 0,0 0-8 0,0 0 0 0,0 0 0 16,0 0 66-16,0 0 11 0,0 0 3 0,0 0 0 15,0 0-8-15,0 0-2 0,0 0 0 0,0 0 0 16,0 0-3-16,0 0-1 0,0 0 0 0,5 8 0 15,8 3-8-15,-13 1-2 0,4 3 0 0,0 1 0 16,5 3-16-16,-9 4-4 0,0 4-1 0,4 0 0 16,-4 0-14-16,0 4-2 0,5 0-1 0,-5 0 0 15,-5 0-10-15,5 4-8 0,0-5 12 0,-4 1-12 0,4 4 8 0,0-4-8 16,0-4 0-16,0-4 0 0,0 0 8 0,0-3-8 16,0-5 0-16,0-3 0 0,0-12 0 0,0 0 0 15,0 0 0-15,0 0 0 0,0-4-8 0,4-8-3 16,9-7 0-16,-8-4 0 0,-1-4 11 0,9-4 0 15,-13 0 0-15,9-4 0 0,0 0 0 0,-1 5 0 16,5-1 0-16,-8 0 8 0,8-4-8 0,-5 4 11 16,1 0-11-16,8 8 12 0,-12 0-12 0,12 8 0 15,-8-5 0-15,4 5 0 0,0 7 0 0,-4 0 0 16,4 1 0-16,-5 3 12 0,1 4-2 0,8 7 0 0,-8-3 0 0,4 4 0 16,-4 4 9-16,4 3 1 15,0 1 1-15,-9 3 0 0,5 4-13 0,4 0-8 0,0-4 8 0,-9 5-8 16,1-1 0-16,3 4 0 0,-3-4 0 0,-5 0 0 15,4 4 0-15,0-4-8 0,-4 1 0 0,9-1 0 32,-9-4-19-32,4-4-3 0,-4 1-1 0,5-1 0 15,-5-3-30-15,0-4-7 0,0-8 0 0,8 11-1 16,-8-11-103-16,5 8-21 0,-5-8-4 0,4 11-691 0</inkml:trace>
  <inkml:trace contextRef="#ctx0" brushRef="#br0" timeOffset="177649.5602">13000 15639 1256 0,'0'0'28'0,"0"0"5"0,0 0 2 0,0 0 0 0,0 0-35 0,0 0 0 16,0 0 0-16,0-7 0 0,0 7 111 0,4-12 15 15,-4 12 3-15,0-8 1 0,0 8-27 0,0-7-6 16,0 7-1-16,0-8 0 0,0 8-25 0,-4-4-6 16,4 4-1-16,0-8 0 0,0 8-12 0,-5-4-4 15,-3 1 0-15,8 3 0 0,-9-4-13 0,0 4-3 16,0 4-1-16,5-1 0 0,-9 5-8 0,9 0-2 0,-14 0 0 0,10 3 0 16,-1 5-9-16,-4-1-3 15,4 1 0-15,-8 7 0 0,8 0-9 0,1 0 0 16,-5 0 9-16,8 0-9 0,1 4 0 0,4 4 0 0,0-4 0 15,0 4 0-15,0 0 0 0,4 0 0 0,1-4-9 16,8-4 9-16,-5 0 0 0,5-3-11 0,5-1 11 0,-1 0-8 16,0-7-10-16,5-4-2 0,-5-1 0 0,1-7 0 31,4-4-8-31,-5-3-1 0,5-5-1 0,-1 1 0 0,1-9 18 0,4-3 3 0,-4-4 1 0,-5 0 0 16,5-4 8-16,-13 4 0 0,4 0 0 0,0 0 0 15,-9 0 8-15,0 0 0 0,-4 4 0 0,0-8 0 16,-4 4 4-16,0 4 2 0,4-4 0 0,-13 4 0 15,8-1-2-15,-12 5-1 0,13 0 0 0,-14 3 0 16,1 1-11-16,4 3 8 0,-5 1-8 0,1 7 8 16,0 0-29-16,4 4-7 0,-5 4 0 0,-8 0-1 15,13 3-103-15,-4 1-20 0,-1 4-4 0</inkml:trace>
  <inkml:trace contextRef="#ctx0" brushRef="#br0" timeOffset="177949.9683">13451 15230 2437 0,'0'0'53'0,"0"0"11"0,0-8 3 0,0 1 2 0,0 7-55 0,5-4-14 0,-5 4 0 0,0 0 0 16,0 0 33-16,13-4 4 0,-13 4 1 15,4 8 0-15,9 3-21 0,-9 5-4 0,5 7-1 0,0 8 0 16,-9 7 1-16,0 1 0 0,0 11 0 0,0-3 0 16,0 7-1-16,0-4-1 0,-9 8 0 0,9-8 0 15,-4-4-11-15,-1 1 8 0,5-5-8 0,0-3 8 16,0-5-8-16,0-3 0 0,0 0 0 0,0-4 0 16,0-4-44-16,-4-3-2 15,4-5 0-15,0-3 0 0,0-12-143 16,0 0-29-16,0 0-6 0</inkml:trace>
  <inkml:trace contextRef="#ctx0" brushRef="#br0" timeOffset="178131.3403">13234 15632 2289 0,'0'0'50'0,"0"0"10"0,0 0 3 0,0 0 2 0,0 0-52 0,0 0-13 15,0 0 0-15,0 0 0 0,13 4 76 0,4-4 13 16,1 0 3-16,8 0 0 0,4 3-38 0,5-3-7 15,-5 0-2-15,9 0 0 0,9 0-21 0,-9 0-5 16,5-3-1-16,4 3 0 16,-5 0-89-16,9-4-17 0,-9 4-4 0</inkml:trace>
  <inkml:trace contextRef="#ctx0" brushRef="#br0" timeOffset="178559.8851">14932 15246 2152 0,'0'0'48'0,"0"0"9"0,0 0 3 0,0 0 0 0,0 0-48 0,0 0-12 16,0 0 0-16,0 0 0 15,0 0 103-15,0 0 18 0,0 0 4 0,4 11 1 16,5 5-57-16,-9 3-11 0,0 4-2 0,4 8-1 0,-4 4-28 0,5 7-6 16,-5 1-1-16,8 3 0 0,-8 8-10 0,0 0-2 15,0-4-8-15,0 0 12 0,0 1-12 0,0-5 0 16,0-4 0-16,0 1 0 16,0-4-35-16,0-5-9 0,0 1-3 0,0-4-785 15,0-4-156-15</inkml:trace>
  <inkml:trace contextRef="#ctx0" brushRef="#br0" timeOffset="178782.813">14719 15636 2253 0,'-17'-4'49'0,"17"4"11"0,-5 0 1 0,5 0 3 0,-8 0-51 0,8 0-13 0,-9-4 0 0,9 4 0 16,0 0 41-16,0 0 6 0,0 0 1 0,9-4 0 15,4 0-34-15,4 0-6 0,5 0-8 0,0 4 11 16,8 0-3-16,-4 0-8 0,9 0 12 0,0 0-4 16,4 4-8-16,-5-4 12 0,-3 0-12 0,12 0 12 15,-4 0-99-15,0 0-19 0,0-4-4 0,5 4-1 16</inkml:trace>
  <inkml:trace contextRef="#ctx0" brushRef="#br0" timeOffset="179217.3393">15831 15554 2354 0,'0'0'52'0,"-9"-7"10"0,0-1 2 0,1 0 3 0,-1 1-54 0,9-5-13 16,-13 4 0-16,9-3 0 0,-1 3 61 0,-8 0 10 15,9 1 1-15,-5-5 1 0,1 8-41 0,3 0-8 16,-8-4-1-16,9 8-1 0,-9-3-7 0,0 3-2 15,4 3 0-15,5-3 0 0,-13 8-2 0,3-4-1 16,1 0 0-16,0 8 0 0,-4-5 2 0,0 5 1 0,-5 7 0 0,5-3 0 16,-1 3 1-16,-3 0 0 0,3 4 0 0,1 4 0 15,-1 4-3-15,1-4-1 0,4 4 0 0,4 0 0 16,5 0-10-16,-5-4 0 0,5 4 0 0,4-4 0 16,0 0-17-16,4-4 4 0,9 4 1 0,-4-8 0 15,4 1-6-15,4-1-1 0,5-4 0 0,0 1 0 16,0-8 0-16,4-1 0 0,0-7 0 0,4 0 0 15,-4-4 5-15,5-7 1 0,-10-1 0 0,5-7 0 16,5 0 13-16,-5-4 0 0,-5-1 0 0,5 5 0 16,-8-4 0-16,-9 0-9 0,4 3 9 0,-9-3-8 15,9 0 8-15,-13-4 12 0,0 0-2 0,0 0-1 16,0 0 1-16,-13 0 0 0,9 4 0 0,-5-4 0 16,0 4-2-16,-4-1-8 0,4 5 12 0,-8 0-4 15,0 3-24-15,4 5-6 0,-5-1-1 0,5 5 0 16,0-1-109-16,-8 4-23 0,3 4-4 0,1 4-868 15</inkml:trace>
  <inkml:trace contextRef="#ctx0" brushRef="#br0" timeOffset="179682.9745">16174 15551 2362 0,'0'0'67'0,"0"0"15"0,0-8-66 0,0 0-16 0,0-3 0 0,0 3 0 16,0 0 77-16,0 8 12 0,0-8 3 0,0 8 0 15,0 0-48-15,0 0-8 0,0 0-3 0,0 0 0 16,0 0-25-16,0 0-8 0,0 0 0 0,0 12 0 16,-9 3 11-16,5 5-2 0,0 3 0 0,-9 4 0 15,4 8-1-15,9-4-8 0,-13 3 12 0,8-3-4 16,-3 0-8-16,3 0 8 0,5 0-8 0,0-8 8 15,5 4-8-15,3-8 0 0,-8-3 0 16,18 3 0-16,-9-7 0 0,8-5-11 0,0 1 11 0,1-8-12 16,3-4-5-16,1 0-2 0,-5-7 0 0,5-1 0 15,4-3 19-15,-4-1-10 0,-5-3 10 0,1-4-8 16,-1 0 8-16,5 0 0 0,-14-4 0 0,10-4 8 16,-5 4-8-16,4 0 8 0,-8 0-8 0,4 0 8 15,-4 3 0-15,4-3 0 0,0 8 0 0,-9 0 0 16,9-1 0-16,-9 9 0 0,1-1 0 0,-1 5 0 0,-4 7 2 15,0 0 1-15,0 0 0 0,0 0 0 0,0 0 9 0,0 11 3 16,0 8 0-16,-4 1 0 0,-1 7-11 0,1 4-3 16,-5 3 0-16,5 5 0 0,0-4-9 0,-5-1 0 15,9 1 0-15,-4-4 0 0,4 4-14 0,4-4 2 16,5-4 0-16,-5 4 0 16,9-12-88-16,-9 0-16 0,14-3-4 0,-10-5-662 15,10-3-132-15</inkml:trace>
  <inkml:trace contextRef="#ctx0" brushRef="#br0" timeOffset="180052.9172">17042 15609 2214 0,'0'0'48'0,"0"0"11"0,0 0 1 0,0 0 3 0,0 0-51 0,0-8-12 0,0 8 0 0,0-8 0 16,0 8 65-16,0-12 11 0,0 5 1 0,0-1 1 16,-8-4-51-16,8 5-11 0,-5-1-1 0,1-4-1 15,4 5-14-15,-4-5 0 0,-9 4 0 0,8 1 0 16,-8-1 8-16,9 0-8 0,-9 4 11 0,4 4-11 16,-4 0 31-16,-8 4-1 0,7 0 0 0,-3 8 0 15,-5-1 0-15,1 1 0 0,-1 7 0 0,5 0 0 16,-1 1-14-16,-3 7-2 0,3 4-1 0,1-4 0 15,-1 4-13-15,5-1 9 0,5 1-9 0,3 0 8 16,-3 0-8-16,8 0 0 0,0 0 0 0,8 0 0 0,-3 0 0 16,3-8 0-16,5 0 0 0,5 0 0 0,-1-4-20 0,5-3 4 15,0-5 1-15,8-3 0 16,-8-4-33-16,12-4-6 0,-12-4-2 0,13-4 0 16,-9-3-146-16,4-5-30 0,-4-3-5 0</inkml:trace>
  <inkml:trace contextRef="#ctx0" brushRef="#br0" timeOffset="180584.3667">17229 15207 1897 0,'0'0'41'0,"0"0"9"0,0 0 2 0,0 0 2 0,0-8-43 16,0 8-11-16,0 0 0 0,0 0 0 0,0 0 97 0,0 0 18 0,0 0 3 0,0 0 1 15,0 0-42-15,0 0-8 0,0 0-1 0,0 0-1 16,5 12-20-16,-1-1-4 0,-4 9-1 0,4-1 0 16,-4 4-11-16,0 8-3 0,0 0 0 0,0 8 0 15,0-5-3-15,-4 5-1 0,4 0 0 0,0-1 0 16,-4 1-5-16,4-1-2 0,0-3 0 0,0 0 0 16,-5-4-9-16,5 0-8 0,0-4 9 0,-9-4-9 15,9 0 8-15,-4 0-8 0,4-7 0 0,0-1 0 16,-4-3 0-16,4-1 0 0,0-11 0 0,0 0 0 15,0 0-18-15,0 0 3 0,0 0 1 0,0 0 0 0,0 0-4 0,0 0-1 16,0-11 0-16,0-1 0 0,4-3 19 0,0-1-12 16,5 1 12-16,-4-5-10 0,-5 1 10 0,8-4 0 15,1-4 0-15,0 0-8 0,4-4 8 0,4 4 0 16,-8-4 0-16,8 4-8 0,0 0 8 0,1 0-10 16,12 4 10-16,-17 7-10 0,13 1 10 15,-4 3 0-15,-5 5 0 0,5 3 0 16,0 8 12-16,-1 0 5 0,-3 3 1 0,4 5 0 0,-5-1 12 0,9 5 2 15,-13 3 1-15,4 4 0 0,1 4-3 0,-1 0-1 16,0 4 0-16,1 0 0 0,-1 0-6 0,1 0-2 16,-10-4 0-16,5 4 0 0,-4-4-8 0,0 0-1 15,-1-4-1-15,1 4 0 0,-9-4-11 0,4-3 10 0,1-1-10 0,-5 0 10 16,0-3-10-16,0-5 0 0,0-3 0 16,0-8 0-16,0 0-15 0,0 0-5 0,0 0 0 0,0 0-1 31,0 0-95-31,0 0-18 0,-9-4-4 0,0-4-713 0,5-3-142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09T03:34:13.00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13073 6574 1292 0,'0'0'28'0,"0"0"7"0,0 0 1 0,0 0 0 0,0 0-36 0,0 0 0 0,0 0 0 0,0 0 0 15,0 0 38-15,0 0 1 0,0 0 0 0,0 0 0 16,0 0 1-16,0 0 1 0,0 0 0 0,0 0 0 15,0 0 11-15,5 8 3 0,-1 0 0 0,-4-8 0 16,9 7 13-16,-9 5 4 0,0 3 0 0,0-3 0 16,0 0-24-16,0-1-4 0,0 1 0 0,0-1-1 0,0 5-19 0,0 3-3 15,0-3-1-15,0-1 0 0,0 4-4 0,0 1-2 16,0-1 0-16,0 0 0 0,0 0-3 0,0 1-1 16,0-1 0-16,0 0 0 15,0 1 1-15,0-5 0 0,0 4 0 0,0-3 0 0,0-1-11 0,0 5 10 16,0-9-10-16,0 5 10 0,-9-5-10 0,9 5 0 15,0-5 0-15,0 1 8 0,0-1-8 0,0 1 0 16,0-4 0-16,0-8 0 0,0 0 0 0,-4 11 0 16,4-3 0-16,0-8 0 0,0 0 11 0,0 0-3 15,0 0-8-15,0 0 12 0,0 0-2 0,0 0-1 16,0 0 0-16,0 0 0 0,0 0-1 0,0 0 0 0,0 0 0 16,0 0 0-16,0-8 2 0,0-3 0 0,0-1 0 15,4 1 0-15,-4-5 1 0,9 1 0 0,-9-5 0 0,0 1 0 16,4 0-11-16,0-1 0 0,-4-3 0 0,9 4 8 15,-5-4-8-15,-4 4 10 0,5-5-10 0,-1 5 10 16,5 0-10-16,-9-1 0 0,8 1 0 0,1 0 0 16,-4 0 0-16,-1 3 0 0,9 1 0 15,-13-1 0-15,9 5 0 0,-1-5 8 0,-3 1-8 0,8 3 0 16,-9 1 10-16,9 3-10 0,-9-4 12 0,5 5-12 16,0 3 12-16,-1-4-4 0,5 4 0 0,-8 0-8 15,8 0 12-15,-5 4-12 0,1 0 12 0,0 0-12 16,4 4 12-16,-4 0-4 0,4 0 0 0,0 0-8 15,-5 0 12-15,5 3-12 0,-8 1 12 0,8 0-12 16,-5 0 9-16,1-1-9 0,8 1 0 0,-12 4 9 16,3 3-9-16,1-3 0 0,0 3 0 0,0 1 8 15,-5-1-8-15,9 4 10 0,-9-3-10 0,1 3 10 0,-1 4-2 0,5-4-8 16,-9 5 12-16,4-1-4 0,-4-4-8 0,4 4 0 16,5-3 9-16,-9 3-9 0,4-4 0 0,-4-3 0 15,0 3 0-15,0-4 0 0,0 1 0 0,0-5 0 16,0 1 0-16,0-1 8 0,0 1-8 0,0-4 0 15,0 3 0-15,0-11 0 0,0 8-11 0,0-8 0 16,0 12 0-16,-4-5 0 16,4 5-18-16,0-12-4 0,0 0-1 0,0 0 0 15,0 0-73-15,0 0-14 0,0 0-3 0,0 0-584 16,0 0-117-16</inkml:trace>
  <inkml:trace contextRef="#ctx0" brushRef="#br0" timeOffset="767.8652">13781 6675 1190 0,'0'0'33'0,"0"0"9"15,0 0-34-15,0 0-8 0,0 0 0 0,0 0 0 16,0 0 68-16,0 0 12 0,0 0 3 0,0 0 0 16,0 0-11-16,0 0-3 0,0 0 0 0,0 0 0 15,0 0-15-15,0 0-3 0,0 0-1 0,0 0 0 0,0 0 14 16,0 0 4-16,0 0 0 0,0 0 0 0,0 0-8 0,0 0 0 15,0 0-1-15,0 0 0 0,0 0-24 0,0 7-5 16,-4 5-1-16,0 0 0 0,4-1-11 0,0 1-2 16,0 3-1-16,-9 1 0 0,9-1-5 0,-5 0-1 15,5 5 0-15,-4-1 0 0,4 0 2 0,0 5 0 16,0-5 0-16,0 4 0 0,0 0-1 0,4 0 0 16,1 0 0-16,-5 1 0 0,9-5-10 0,-9 0 0 0,0 4 9 15,8-3-9-15,1-1 0 0,-9 0 0 0,4 1 0 0,9-5 0 16,-8 1 0-16,-1-5 0 0,9 1 0 0,-9-1 0 15,9-3 0-15,-8-4 0 0,8 0 0 0,-5-4 0 16,5 0 0-16,5-4 0 16,-14-4 0-16,13 0 0 0,-8-3 0 0,4-1 0 0,5 1 0 0,-14-5 0 15,9 1 0-15,-4-5 8 0,-1 5-8 0,1-4 0 16,4-1 0-16,-13-3 0 0,4 4 0 0,9-4 8 16,-13 0-8-16,9 3 0 0,0 1 0 0,-5 0 8 15,0-1-8-15,5 1 0 0,-5 0 0 0,-4-1 0 16,5 5 0-16,-1 3 0 0,5-3 0 0,-9 0 0 15,0 3 0-15,0 0 0 0,4 1 0 0,-4 3 0 16,5 0 0-16,-5 8 0 0,8-7 0 0,-8 7 0 16,0-8 0-16,0 8 8 0,0 0-8 0,0 0 0 15,0 0 0-15,0 0 0 0,0-8 0 0,0 8 8 16,0 0 0-16,0 0 0 0,0 0 0 0,0 0 0 0,0 0 0 16,0 0 1-16,0 0 0 0,0 8 0 0,5 4-9 0,-5-1 8 15,0 5-8-15,0 3 8 0,0 0-8 0,0 4 8 16,0 0-8-16,0 5 8 0,4 2-8 0,-4-3 0 15,0 4 9-15,0-4-9 0,0-3 0 0,0-1 0 16,0 0 0-16,9 0 0 0,-9-4 0 0,0-3 0 16,4-1 0-16,-4 1 0 0,0-5-8 15,4-3-7-15,-4-8-1 0,0 0 0 16,5 8-88-16,-5-8-19 0,0 0-3 0,8 7-594 16,-8-7-118-16</inkml:trace>
  <inkml:trace contextRef="#ctx0" brushRef="#br0" timeOffset="1634.9164">14376 6736 1364 0,'0'0'30'0,"0"0"6"0,0 0 2 0,0 0 0 15,0 0-30-15,0 0-8 0,0 0 0 0,0 0 0 16,0 0 78-16,0 0 14 0,0 0 4 0,0 0 0 16,0 0-27-16,0 0-5 0,0 0 0 0,0 0-1 15,0 0-4-15,0 0-1 0,0 0 0 0,0 0 0 16,0 0 6-16,0 0 0 0,4 12 1 0,1 0 0 0,3-5-15 0,-3 9-3 15,-5-1-1-15,0 4 0 0,0-3-18 0,0 3-3 16,0 8-1-16,0-4 0 0,0 4-9 0,0 4-3 16,4-4 0-16,-4 0 0 0,0-3-4 0,0 3-8 15,5-8 11-15,-5 4-11 0,0-4 8 0,0-3-8 16,0-1 0-16,0 1 0 0,8-1 8 0,-8-3-8 16,0-1 0-16,0-11 0 0,0 0 0 0,0 0 0 15,0 0 0-15,0 0 0 0,0 0 0 0,0 0-9 0,0 0 9 0,0-11-12 16,0-1 12-16,5-3-12 0,-1-1 12 15,-4-7-12-15,9 0 12 0,-9 0 0 0,4-8 0 0,0 0-8 16,5 0 8-16,-5 4 0 0,1-8-9 0,8 4 9 16,-9 4 0-16,9 0 0 0,-9 4 0 0,9 0 0 15,-8 4 0-15,12-1 0 0,-13 5 0 16,9 0 0-16,-8 3 0 0,12 0 0 0,-12 5 10 0,8-1-10 16,-5 4 16-16,5-4-3 0,-8 8-1 0,8 0 0 15,4 0 9-15,-13 8 2 0,9 0 0 0,-4 3 0 16,-5 1-6-16,5 3-1 0,0 1 0 0,-1 3 0 15,-3 4-6-15,8 0-2 0,-9 4 0 0,-4-3 0 16,5 3-8-16,-1 0 0 0,5 0 9 0,-9 4-9 16,0-8 0-16,0 0 0 0,0 0 0 0,0-4 0 15,0-3 0-15,0 3 0 0,0-7 0 0,0-1 0 16,0-11 0-16,0 0 0 0,0 0 0 0,0 0 0 16,0 0 0-16,0 0 0 0,0 0 0 0,0 0-8 15,0 0 0-15,0 0 0 0,0 0 0 0,0 0 0 0,0-7 0 0,4-5 0 16,-4-3 0-16,4-5 0 0,5 1 8 0,-5-4-8 15,-4 0 8-15,13-4-8 0,-8-4 8 0,3 4-10 16,1 0 10-16,0 4-10 0,4-5 10 0,4 9 0 16,-8 0 0-16,4 0 0 0,0 3 0 0,-4 5 0 15,4-5 0-15,-5 5 0 0,1 3 0 0,8 0 9 16,-12 0-1-16,3 8-8 0,-8 0 14 0,13 0-4 16,0 0-1-16,-8 0 0 0,-5 0 1 0,17 12 0 15,-13-4 0-15,9 3 0 0,-8 5-2 0,-1-1-8 16,5 4 12-16,-5 5-4 0,0-1-8 0,5 4 10 0,-4 0-10 15,-5 4 10-15,4-4-10 0,-4 4 0 0,4-4 9 0,5-4-9 16,-9 0 0-16,0-4 0 0,0 1 0 0,4-1 8 16,-4-4-8-16,5-3 0 0,-5-4-11 0,0-8 11 31,0 0-88-31,0 0-12 0,0 0-3 0,0 0-699 0,0 0-140 0</inkml:trace>
  <inkml:trace contextRef="#ctx0" brushRef="#br0" timeOffset="2302.3516">15345 6972 1508 0,'0'0'43'0,"0"0"9"0,0 0-42 0,0 0-10 0,0 0 0 0,0 0 0 15,0 0 64-15,13-4 10 0,-9 4 2 16,13-4 1-16,-12 0 1 0,8 0 0 0,-9 1 0 0,13-5 0 16,-8 0-34-16,4 0-6 0,4 1-2 0,-4-5 0 15,-4 4-2-15,4-3-1 0,5-1 0 0,-10 1 0 16,5-1-4-16,5 4-1 0,-14-3 0 0,9-1 0 15,-9 4-5-15,1-3-2 0,-1 3 0 0,5-3 0 16,-9 3-6-16,8-4-2 0,-8 5 0 0,9-1 0 16,-9-4-1-16,0 5 0 0,0-1 0 0,-9 0 0 15,9 0 0-15,-8 1-1 0,8 3 0 0,-13-4 0 16,8 0 5-16,-12 4 0 0,4 1 1 0,4-5 0 16,-8 4-5-16,-1 4-2 0,1-4 0 0,0 0 0 15,-1 8-10-15,1 0 0 0,4-4 9 0,-4 8-9 16,-1-4 0-16,-3 3 0 0,3 5 0 0,1 0 0 0,-1-1 0 15,-3 5 0-15,3-1 0 0,5 4 0 0,5 4 0 16,-10 1 0-16,10 3 0 0,-1 4 0 0,9-4 0 16,-9 3 11-16,9 1-11 0,0 0 12 15,9 0-1-15,-5-4 0 0,9 4 0 0,-8-8 0 0,12 4-11 0,0-8 0 16,1 5 0-16,3-9 8 0,5 1-8 0,5-5 0 16,-9-3 0-16,12-4 0 15,-12 0-34-15,13-8-2 0,-9-4-1 0,4-4-751 16,-4 1-149-16</inkml:trace>
  <inkml:trace contextRef="#ctx0" brushRef="#br0" timeOffset="2741.4878">15796 6756 1904 0,'0'0'42'0,"0"0"9"0,0 0 1 0,0 0 1 0,0 0-42 0,0 0-11 0,0 0 0 0,0 0 0 16,0 0 63-16,0 0 10 0,0 0 3 0,0 0 0 15,0 0-4-15,0 4 0 0,0-4 0 0,9 7 0 16,-1 1-24-16,-8 4-6 0,0 3-1 0,5 4 0 16,-5-3-11-16,4 7-2 0,-4 0-1 0,0 4 0 15,0 4-7-15,9-4 0 0,-9 0-1 0,0 4 0 16,4-8-8-16,-4 0-2 0,0 0 0 0,0-3 0 0,5-5-9 15,-5 4 10-15,0-7-10 0,4 0 10 0,-4-1-10 0,9 1 10 16,-9-12-10-16,0 0 10 0,0 0-10 0,0 0 0 16,0 0 0-16,0 0-11 0,0 0 11 0,-9-12 0 15,9 1-9-15,-4-5 9 0,4 1 0 0,0-8 0 16,0 3 0-16,0-7 0 0,0 0-10 0,0-4 10 16,0 4 0-16,0 0-9 0,4 0 9 0,5 4 0 15,-9 0-9-15,0 4 9 0,4-1 0 0,9 5-9 16,-13-1 9-16,9 5 0 0,-1-5-19 0,1 5 3 15,4-1 1-15,-4 5 0 16,-1 3-13-16,10-4-4 0,-5 0 0 0,0 4 0 16,4 1-6-16,1 3-2 0,-1 0 0 0,5 0 0 15,-5 0-153-15,0 0-31 0,-8 3-7 0</inkml:trace>
  <inkml:trace contextRef="#ctx0" brushRef="#br0" timeOffset="3035.3521">16287 6698 1674 0,'0'0'36'0,"0"0"8"0,0 0 2 0,0 0 2 16,0 0-39-16,0 0-9 0,0 0 0 0,0 0 0 16,0 0 104-16,0 0 20 0,0 0 3 0,4 8 1 15,-4 3-36-15,0 1-6 0,5-1-2 0,-5 5 0 16,8-1-24-16,-8 4-4 0,0 1-2 0,5 7 0 0,-5-4-16 0,0 4-3 15,0 0-1-15,4 4 0 0,5-4-16 0,-5 0-3 16,-4 0-1-16,0-4 0 0,4 0-14 0,1-3 8 16,3-1-8-16,-8 0 0 0,0-3 0 0,5-5 0 15,-5 1 0-15,4-1 0 16,-4-11-28-16,0 0 0 0,0 0 1 0,0 0 0 16,0 0-105-16,0 0-20 0,0 0-5 0,13 0-549 15,-9-3-110-15</inkml:trace>
  <inkml:trace contextRef="#ctx0" brushRef="#br0" timeOffset="3202.6393">16343 6424 2224 0,'0'0'63'0,"0"0"14"0,0 0-61 0,0 0-16 0,0 0 0 0,0 0 0 15,0 0 0-15,0 0 9 0,0 0-9 0,0 0 8 31,0 0-29-31,0 0-7 0,0 0 0 0,0 11-904 0</inkml:trace>
  <inkml:trace contextRef="#ctx0" brushRef="#br0" timeOffset="3672.4022">17008 6779 1821 0,'0'0'40'0,"0"0"8"0,0 0 1 0,0 0 3 0,0 0-41 0,0 0-11 16,0-8 0-16,0 8 0 0,-5-8 70 0,-3 1 12 16,8 7 2-16,-9-4 1 0,9 4-37 0,0-4-8 15,-13 0-2-15,9 4 0 0,-1-4-7 0,-8 4-2 16,9-4 0-16,-13 4 0 0,3 0 5 0,10 0 1 0,-13-3 0 0,4 3 0 16,4 0-8-16,-8 0-2 0,-1 0 0 0,1 0 0 15,4 0-2-15,4 0-1 0,-8 3 0 0,4 1 0 16,-5 4 0-16,10 0 0 0,-10-1 0 0,14 1 0 15,-13 8-3-15,12-1-1 0,-8 0 0 0,0 9 0 16,5-1-9-16,-1 8-1 0,5 0-8 0,4-1 12 16,0 1-12-16,0 4 0 0,4-4 8 0,5-4-8 15,-5 0 0-15,13 0 0 0,-4-4 0 0,-4-3 0 16,8-1 0-16,1 0-10 0,4-7 10 0,-1-1-8 16,10-3-16-16,-10-4-4 0,14-8 0 0,-13 4 0 15,-1-8-125-15,10 1-26 0,-9-5-5 16</inkml:trace>
  <inkml:trace contextRef="#ctx0" brushRef="#br0" timeOffset="4653.3446">17559 6783 1646 0,'0'0'47'0,"0"0"9"0,-4-8-44 0,0 0-12 0,-5 4 0 0,4-3 0 16,5-1 54-16,-13 4 9 0,9-4 1 0,0 1 1 16,-9 3-18-16,8 0-4 0,1-4-1 0,-9 4 0 15,9 1-12-15,-5-1-2 0,0 4-1 0,1 0 0 16,-1-4 13-16,5 4 4 0,-14 0 0 0,10 0 0 15,-1 4-6-15,0-4-1 0,0 0 0 0,-8 0 0 16,13 4-5-16,-14-1 0 0,5-3-1 0,5 8 0 16,-10-4-13-16,5 4-2 0,5 3-1 0,-5-3 0 15,0 4-7-15,4 3 0 0,-4-3-8 0,4 7 12 16,-4 0-4-16,9 4-8 0,-5 4 11 0,5 0-11 16,-1 4 10-16,5 0-10 0,0 0 8 0,0 0-8 15,0-4 0-15,0 4 0 0,9-8 0 0,0 0 0 16,-1 0 0-16,6-3 0 0,3-1 0 0,0-4 0 15,1-3 0-15,3 0 0 0,-3-5 0 0,3 1 0 0,-3-8 0 16,3-4 0-16,1-4 0 0,9 1 0 0,-10-5 0 16,-3-3 0-16,3-1 0 0,1-3 0 0,-5-4 0 0,1 0 0 15,-1-1 0-15,-8 1 0 0,4 0 8 0,-9 0-8 16,5-4 0-16,-5 4 8 0,1-4-8 0,-1 4 0 16,5-1 9-16,-9 5-9 0,0 0 0 0,4-1 8 15,-4 5-8-15,4 0 0 0,-4-1 0 0,0 5 0 16,0 3 0-16,0 0 8 0,0 0-8 15,0 8 0-15,0 0 0 0,0 0 8 0,0 0 0 0,0 0 1 16,0 0 0-16,0 8 0 0,-8 4-9 0,8 3 12 16,0 4-12-16,-9 1 12 0,5 3-12 0,4 0 0 15,-5 4 0-15,5 4 0 0,5-4 0 0,-5 0 0 16,13 0 0-16,-13-4 0 0,8 0 0 0,1-3 0 16,-5-1 0-16,5-4 0 0,0-3 0 0,8 3 0 0,-13-7 0 0,14 0 0 15,-9-4 0-15,4 0 8 0,0 0-8 0,8-4 8 16,-3-4 2-16,-10 0 0 0,10 0 0 0,-1-4 0 15,5 0-10-15,-5-3 12 0,5-5-12 0,-5 1 12 16,1-8-12-16,-1 4 0 0,0-8-12 0,1 3 12 16,-1-3 0-16,0 0 0 0,1 4 0 0,-5-4 0 15,0 0 0-15,0 4 0 0,-4 0 0 0,4-4 0 16,-9 0 0-16,9 4 0 0,-9-4 0 0,1 0 8 16,3-4-8-16,-3 4 0 0,-1-4 0 0,5 4 8 15,-9 4-8-15,4-5 0 0,-4 1 0 0,4 4 8 16,-4-4-8-16,0 4 8 0,5 0-8 0,-5 4 8 15,0-1-8-15,0 1 0 0,0 0 0 0,0-1 0 16,0 5 11-16,0 3-3 0,0 1-8 0,0 3 12 16,0 8 4-16,0 0 1 0,0 0 0 0,0 0 0 15,0 0-2-15,0 0-1 0,0 0 0 0,0 0 0 16,-5 12-14-16,1-1 0 0,4 9 0 0,0 3 0 0,0 4 0 0,0 4 0 16,0 3 8-16,0 1-8 0,0 0 8 0,4 3-8 15,-4 1 11-15,5 4-11 0,3-9 12 0,-8 5-4 16,0-8 0-16,5 4-8 0,-1-1 11 0,5-3-11 15,-5 0 10-15,-4-4-10 0,5 0 8 0,3 0-8 16,-3-8 0-16,-1 1 0 0,0-1 8 0,-4-3-8 16,9-5 0-16,-9 1 9 0,0-1-9 0,0-11-11 15,0 0 3-15,0 0 0 16,0 0-28-16,0 0-6 0,0 0-1 0,0 0 0 16,0 0-98-16,0 0-20 0,0 0-4 0,0 0-925 0</inkml:trace>
  <inkml:trace contextRef="#ctx0" brushRef="#br0" timeOffset="9291.928">18649 7188 1544 0,'0'0'34'0,"0"0"7"0,0 0 2 0,0 0 0 0,0 0-35 0,0 12-8 0,0-5 0 0,-9 5 0 16,9-4 54-16,-4 3 9 0,4-3 1 0,-4 4 1 15,4-1-27-15,-9 1-6 0,5-1 0 0,-1 1-1 16,-8 3-8-16,5 5-2 0,-5-5 0 0,0 1 0 16,4 3-21-16,-8-4 0 0,4 5-12 0,0-1 4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09T03:36:19.68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9143 5578 2214 0,'0'0'48'0,"0"0"11"0,18 12 1 0,-1 3 3 0,5 8-51 0,4 1-12 0,4 3 0 0,5 3 0 16,4 1 0-16,5 4-13 0,3-4 2 0,1 8 1 16,9-1 10-16,12 1 0 0,-4 3-9 0,18 8 9 15,-14 1-9-15,18 10 9 0,-5 5-12 0,5 0 12 16,5 3 0-16,-6 5-8 0,19 3 8 0,-6 4 0 0,1 4-8 0,5 7 8 16,3 9-12-16,-8 7 12 0,-9 0 0 0,13 8 0 15,18 7 0-15,-9 1 0 0,-13 3 8 0,13 1 3 16,0-5 0-16,0 9 0 0,17-1 9 0,-13 0 1 15,-17-7 1-15,13-9 0 0,13 5-10 0,-13-8-1 16,-13 0-1-16,8 0 0 0,-12-12 8 0,12 1 2 16,-8-9 0-16,-9 1 0 0,9-4-11 0,-9-4-1 15,-8 0-8-15,4-8 12 0,-9-11-12 0,-4-8 8 16,4-1-8-16,-4-6 0 0,-14-5 0 0,-3-7 0 16,-1-5 0-16,-4 1-10 15,-12-8-34-15,-6-4-6 0,5-11-2 0,-17 3 0 16,0-3-36-16,-5-8-7 0,1-4-1 0,-1-8-779 0</inkml:trace>
  <inkml:trace contextRef="#ctx0" brushRef="#br0" timeOffset="417.9162">14376 5424 1850 0,'-35'-8'40'0,"22"8"9"0,-4 4 2 0,-5 4 1 0,-4-1-41 0,4 5-11 15,-12 3 0-15,3 5 0 16,-3-1-20-16,3 12-5 0,-17 4-2 0,5 7 0 0,-13 4 27 0,-1 1 14 15,-12 11-2-15,4 3 0 0,-9 9-24 0,-4 11-4 16,-1 8-2-16,-12 7 0 0,-4 9 27 0,-10 3 6 16,1 0 1-16,-4 11 0 0,-5 5-3 0,-5 7 0 15,-12 0 0-15,4 12 0 0,9 4 23 0,-5 4 4 16,-17-1 0-16,5 8 1 0,4 8 9 0,-5-3 2 16,0-5 0-16,1 4 0 0,-10 4-5 0,10 4-1 15,12-8 0-15,-4 0 0 0,5 0-29 0,-10-3-5 0,10-5-2 16,12-7 0-16,1-4-10 0,12-4 0 0,1-12 0 0,8-7 0 15,4-12 0-15,9-12 0 0,1-7 0 0,12-8 0 32,4 0-97-32,5-15-19 0,9-4-3 0,8-16-813 0</inkml:trace>
  <inkml:trace contextRef="#ctx0" brushRef="#br0" timeOffset="812.0263">12300 4814 1990 0,'-39'11'44'0,"35"1"8"0,-5-1 3 0,5 13 1 0,-9 7-44 0,9 7-12 15,4 8 0-15,-5 8 0 16,5 8-54-16,-8 8-13 0,-1 7-2 0,5 12-1 0,-10 11 37 0,10 8 7 16,-22 0 2-16,13 8 0 0,0 4 16 0,-4 15 8 15,-5 8-8-15,0 0 8 0,-8 0 30 0,12 3 11 16,1 9 3-16,-9 3 0 0,-4 4 20 0,8 4 4 16,13 4 0-16,1 8 1 0,-10 3-1 0,10 4-1 15,8 1 0-15,0 3 0 0,0 0-39 0,0-7-8 16,-14-1-2-16,14 0 0 0,18 1-10 0,-14-4-8 0,-8-9 12 15,8-3-12-15,9-3 22 0,-8-9-2 0,3-7-1 16,-3-8 0-16,-5-8-5 0,13-4-1 0,-5-11 0 0,-3-4 0 31,-5-11-44-31,0-13-9 0,13-7-1 0,0-7-671 0,-13-12-133 0</inkml:trace>
  <inkml:trace contextRef="#ctx0" brushRef="#br0" timeOffset="1151.7557">9009 8010 2803 0,'-22'-11'80'0,"13"11"16"0,1 0-76 0,8 0-20 16,0 0 0-16,0 0 0 15,17 0-38-15,9 4-11 0,26 0-3 0,5-4 0 16,-1 3 10-16,22 5 2 0,13 0 0 0,5 7 0 0,17 1 27 0,17-1 13 16,5 5-12-16,8-1 12 0,18 0-15 0,-1 0 5 15,18 1 1-15,14-5 0 0,-1 8 9 0,4-11 0 16,0 0 0-16,5-1 0 0,22 1-8 0,-1-5 8 16,-12-7-8-16,-1 4 8 0,0 0 0 0,-8 0 0 15,0 0 0-15,-5-4-8 0,-12-4 8 0,-5 4 0 0,4 4 0 16,-12-4 8-16,-14 0-8 0,5-4 0 0,-18 4 0 0,0-4 8 31,-8-4-92-31,-18 5-19 0,9-5-3 0</inkml:trace>
  <inkml:trace contextRef="#ctx0" brushRef="#br0" timeOffset="90216.1868">12509 13219 1105 0,'0'0'24'0,"0"0"4"0,0 0 2 0,0 0 2 0,17-4-32 0,-17 4 0 0,0 0 0 0,0 0 0 15,5-4 0-15,-5 4 0 0,13-4 0 0,-9 0-12 16,-4 4 12-16,0 0 0 0,13 0 0 0,4-4 0 15,-17 4 0-15,5-3 10 0,12-1-10 0,0 0 8 16,-8 0 4-16,4-4 0 0,-4 4 0 0,4 0 0 16,4 1 6-16,5-1 2 0,-9 0 0 0,4-4 0 15,-4 0 19-15,5 5 4 0,-1-5 1 0,0 4 0 16,5 0-17-16,4-4-3 0,-4 1-1 0,0 3 0 16,4-4 1-16,4-3 1 0,5 3 0 0,-5 0 0 15,14-3-9-15,-14 3-1 0,9-4-1 0,9 1 0 0,-13-1-5 16,8 0-1-16,9 5 0 0,-13-5 0 0,0-3 0 0,13 3 0 15,-12 1 0-15,3-5 0 0,0 1 4 0,5-1 0 16,9 1 0-16,-10 3 0 0,10-3 10 0,-5-1 2 16,0 9 1-16,4-5 0 0,-8-3-1 0,0 3-1 15,4 4 0-15,-4-3 0 0,4-5-7 0,0 5 0 16,-8-5-1-16,8 5 0 0,4-1-4 0,-8 0-1 16,4 1 0-16,4-1 0 0,-3 1 1 0,-10 3 0 15,9 0 0-15,5-3 0 0,-10 3-2 0,1 0 0 16,9-3 0-16,-10 3 0 0,5 0-9 0,1 1 10 15,3-1-10-15,-13 0 10 0,10-4-10 0,-10 5 8 16,5-1-8-16,-9 0 8 0,0 1-8 0,-4-1 0 0,-9 4 0 16,4-4 0-16,-8 1 0 0,-1 3 8 0,-3 0-8 0,-1 0 8 15,1 4-8-15,-10-4 0 0,5 4 0 0,-8-4 0 16,8 0 0-16,-13 4-14 0,0 0 2 0,0 0-600 16,4 0-119-16</inkml:trace>
  <inkml:trace contextRef="#ctx0" brushRef="#br0" timeOffset="90710.9162">15258 12142 1378 0,'0'0'30'0,"0"0"6"0,0 0 2 0,0 0 2 0,0 0-32 0,-9-4-8 16,9 0 0-16,0 4 0 0,0 0 0 0,0 0 0 16,0 0 0-16,0 0 0 0,0 0 0 0,0 0-8 15,0 0 8-15,0 0 0 0,0 0-9 0,9 8 9 16,-1-1-10-16,1 1 10 0,4 0 12 0,4 3 8 15,-8-3 1-15,8 4 1 0,1-1 9 0,-1 1 1 16,1-5 1-16,3 5 0 0,1 3-7 0,8-3-2 16,-12 3 0-16,3-3 0 0,6 4-8 0,-1-5-1 0,-5 5-1 0,1-1 0 15,8 0-5-15,-8-3-1 0,-4 3 0 0,3 1 0 16,-3-1 13-16,3 1 3 0,-3-5 0 0,-10 5 0 16,1-1-24-16,-5 5 0 0,9-5 0 15,-8-3 0-15,-10 7 8 0,-3-4 0 0,3-3 0 0,1 3 0 16,-5 1 4-16,1-5 0 0,-10 5 1 0,5-5 0 15,-4 5 3-15,4-1 0 0,-13-3 0 0,8-1 0 16,-3 1-4-16,3-4-1 0,-8 3 0 0,5-3 0 16,-5 0-11-16,-1 0 10 0,6-1-10 0,-10 1 10 15,10-4-10-15,-1 4 0 0,0-5 0 0,1 1 8 16,-6-4-8-16,10 4-12 0,8-8 2 0,-8 4-866 16</inkml:trace>
  <inkml:trace contextRef="#ctx0" brushRef="#br0" timeOffset="93895.4067">6950 13419 1508 0,'0'0'43'0,"0"0"9"0,0 0-42 0,0 0-10 15,0 0 0-15,0 0 0 0,-4-7 54 0,-5 3 9 0,9 4 1 0,0 0 1 16,-4-4-30-16,4 4-7 0,0-12 0 0,0 12-1 15,0 0-11-15,0 0-1 0,0 0-1 0,0 0 0 16,0 0 29-16,0 0 5 0,0 0 2 0,0 0 0 16,0 0 7-16,0 0 2 0,0 0 0 0,0 0 0 15,0 0-19-15,0 0-4 0,0 0-1 0,0 0 0 16,-4 8-12-16,4 0-3 0,-9 0 0 0,5 3 0 16,-1 5-5-16,5-5-2 0,0 5 0 0,0 3 0 15,-4 0-1-15,-5 1-1 0,9-1 0 0,0 0 0 16,0 0-3-16,-4 1 0 0,4-1 0 0,4 0 0 15,-4 1-8-15,9-1 0 0,-5 4 0 0,-4-4 0 16,5-3 0-16,-1 3 0 0,5-3 0 0,-5-1 0 16,0-3 8-16,5-1-8 0,-9-3 8 0,4 4-8 15,-4-12 0-15,13 7 0 0,-8 1 0 0,-1-4 0 16,9 0 0-16,-4-4 0 0,-9 0 0 0,8-4 0 0,10 0 0 0,-9 0 0 16,4-4 8-16,-9 1-8 0,13-1 8 0,-4 0-8 15,-8 1 0-15,12-5 8 0,-13 4-8 0,14-7 0 16,-14-1 0-16,9 5 8 0,-4-5-8 0,-1 1 8 15,1-1-8-15,4 1 8 0,-8-4-8 0,8 3 10 16,-13-3-10-16,8 0 10 0,1-5-10 0,-9 5 12 16,4-4-12-16,1 0 12 0,3 4-12 0,-8-5 12 15,5 5-12-15,-5 4 12 0,0-1-3 0,0 5 0 16,0-1 0-16,0 0 0 0,0 5 7 0,0 7 2 16,0 0 0-16,0 0 0 0,0 0-2 0,0 0-1 15,0 0 0-15,0 0 0 0,0 0 2 0,0 0 1 16,0 0 0-16,-5 11 0 0,5 1-9 0,0-1-1 0,-8 1-8 0,8 7 12 15,0-3-12-15,0 3 8 0,0 4-8 0,8-3 0 16,-8 3 0-16,5 0 0 0,-5 0 0 0,0 4 0 16,4-4 0-16,-4 8 0 0,4 0 0 0,5-4 0 15,-9 4 0-15,0 0 0 0,0 4 0 0,0-5 0 16,0 9 0-16,4 0 8 0,1-1-8 0,-5 5 0 16,8-1 0-16,-8 1 0 0,0-5 0 0,0 1 0 15,0-4 0-15,0-1 0 0,-8 1 0 0,8 0 0 16,-5-4 8-16,1 0-8 0,4-4 0 0,0 4 0 15,-13-8 8-15,9 0-8 0,-1-4 0 0,-8 4 0 16,9-3 8-16,-13-1-8 0,8 0 0 0,0-3 9 16,-8-1-9-16,4 1 12 0,0-5-12 0,-5-3 12 15,1 0 0-15,0-1 0 0,-1-7 0 0,-3 0 0 16,3 0 5-16,-4-4 2 0,5-3 0 0,-13-1 0 16,4-4-11-16,-5-3-8 0,5 3 12 0,5-3-12 15,-10 0 0-15,9-1 0 0,1-3 0 0,-1 3-9 16,5-3-17-16,-1 0-3 0,1-1-1 0,4-3 0 15,4 0-122-15,0-8-24 0,5 0-4 0,4 0-960 16</inkml:trace>
  <inkml:trace contextRef="#ctx0" brushRef="#br0" timeOffset="94813.0367">8136 13531 1216 0,'0'0'27'0,"0"0"5"0,0 0 2 0,0 0 0 0,0 0-34 0,4 0 0 16,-4 0 0-16,18 0 0 0,-18 0 71 0,0 0 7 15,4-3 2-15,-4 3 0 0,13-4-11 0,-13 4-1 16,4-8-1-16,-4 8 0 0,5-4-13 0,-5 4-2 16,8-8-1-16,-8 8 0 0,5-7 3 0,-5-1 1 15,0-4 0-15,0 5 0 0,0-5-10 0,-5 4-1 16,-3-3-1-16,3-1 0 0,1 1-9 0,-5-1-2 15,1 4 0-15,-1-3 0 0,0 3-4 0,5-4-2 0,-13 5 0 16,8 3 0-16,0-4 7 0,-4 4 2 0,-4 0 0 0,8-3 0 16,-8 3-3-16,-1 4 0 0,5-4 0 0,-4 4 0 15,4-4-16-15,-4 4-3 0,-1 4-1 0,1 0 0 16,4 0-12-16,-5 3 9 0,1 1-9 0,8 4 8 16,-12 3-8-16,3 1 8 0,5-1-8 0,-4 4 8 15,8 1-8-15,-8 3 0 0,4 0 0 0,4 4 0 16,-4-4 0-16,9 4 8 0,-5-4-8 0,0 4 0 15,9 0 0-15,0 0 0 0,0 0 0 0,0 0 0 16,0 0 0-16,0-3 0 0,9-1 0 0,0-4 0 16,-1-3 0-16,5 3-9 0,-4-8 9 0,4 5 0 15,9-8-12-15,-5-1 4 0,1-3 8 0,3 0-13 16,1-4 13-16,-5 0-11 0,9 0 11 0,-4-4-10 16,-4-4 10-16,-1 5 0 0,-4-5-9 0,4 0 9 15,-4-3 0-15,5-1 0 0,-10 0 10 0,5-3-10 16,5 0 0-16,-10-5 0 0,1 1-12 0,9-4 3 0,-14 3 9 0,13-3 0 15,-8 4-9-15,0-4 9 0,-1 7 0 0,1-3 0 16,0 4 0-16,4-1 0 0,-13 1 0 0,8 3 0 16,1 4 0-16,-9 1 0 0,0 7 0 0,4-8 0 15,-4 8 0-15,0 0 0 0,0 0 0 0,0 0 0 16,0 0 0-16,0 0 0 0,0 0 0 0,0 0 0 16,0 0 0-16,0 0 0 0,13 12 0 0,-13-1 0 15,0 1 0-15,5 3 0 0,-5 4 0 0,0 1 0 16,0 3 0-16,0 0 0 0,4 0 0 0,-4 0 0 15,0 1 0-15,9-1 0 0,-9 0 0 0,4-4-9 0,-4-3 9 16,0 3 0 0,4-4-28-16,-4 1 2 0,5-5 0 0,4 1 0 15,-9 0-101-15,4-5-20 0,-4-7-4 0,0 0-533 0,0 0-106 16</inkml:trace>
  <inkml:trace contextRef="#ctx0" brushRef="#br0" timeOffset="95200.7963">8861 13408 1573 0,'0'0'34'0,"0"0"7"0,0 0 2 0,0 0 2 0,0 0-36 0,0 0-9 15,0 0 0-15,0 0 0 0,0 0 32 0,0 0 5 16,0 0 1-16,0 0 0 0,0 0-10 0,0 0-3 16,0 0 0-16,0 0 0 0,-4 0 23 0,-9 4 4 15,8-4 0-15,-8 4 1 0,5 3 9 0,-5-3 2 16,8 4 0-16,-12 3 0 0,4-3-4 0,4 4-1 16,-8-1 0-16,4 1 0 0,-5 3-21 0,10 1-4 15,-10-1-1-15,1 5 0 0,0-1-16 0,-1 0-3 16,-3 0-1-16,3 1 0 0,1 3-5 0,-1 0-8 15,1 0 11-15,0 0-11 0,4 1 8 0,-5-5-8 16,1 0 0-16,4 1 0 0,4-5 0 0,-8 4 0 0,8-7 0 0,1-1-9 16,-1 1-10-16,0 0-1 0,9-5-1 15,0-7 0 1,0 0-37-16,0 0-7 0,0 0-2 0,0 0-644 0,0 0-129 0</inkml:trace>
  <inkml:trace contextRef="#ctx0" brushRef="#br0" timeOffset="95517.391">8427 13450 1653 0,'0'0'47'0,"0"0"10"15,0 0-45-15,0-7-12 0,0 7 0 0,4-8 0 16,-4 8 84-16,0 0 16 0,0 0 2 0,0 0 1 15,0 0-40-15,0 0-8 0,0 0-2 0,9 4 0 0,0 0-3 0,4 7-1 16,-9 1 0-16,9 3 0 0,-4 1 1 0,-1 3 0 16,1 0 0-16,4 4 0 0,-9 1 2 0,9-1 0 15,5 0 0-15,-14 0 0 0,13-4-28 0,-8 5-4 16,4-1-2-16,5-4 0 0,-5 4-18 0,-5-4 8 16,5-3-8-16,9 3 0 0,-9-7 0 0,-9-1 0 15,14 1 0-15,-14 0 0 16,13-5-24-16,-12 1-1 0,8-4-1 0,-9 4 0 15,9-5-31-15,-8 5-7 0,-5-8 0 0,0 0-688 16,0 0-138-16</inkml:trace>
  <inkml:trace contextRef="#ctx0" brushRef="#br0" timeOffset="95865.2516">9000 13408 1843 0,'0'0'40'0,"0"0"9"0,0 0 2 0,0 0 1 0,0 0-42 0,0 0-10 0,0 0 0 0,0 0 0 16,0 0 56-16,0 0 10 0,0 0 2 0,0 0 0 15,0 0-8-15,9 4-2 0,-9-4 0 0,4 11 0 16,9-3-5-16,-13 7-1 0,0 1 0 0,4 3 0 0,1 4-7 0,-5 1-1 15,0-1-1-15,8 0 0 0,-8 0-10 0,0 4-1 16,5 0-1-16,-5 0 0 0,0 0-22 16,0-4-9-16,0 0 8 0,0-3-8 15,4-5 0-15,-4 5-9 0,0-5 0 0,0-3 0 16,0-1-23-16,0-3-4 0,0-8 0 0,0 0-1 16,0 0-23-16,0 0-5 0,0 0-1 0,0 0 0 15,0 0-108-15,0 0-22 0,0 0-4 0,0 0-648 16</inkml:trace>
  <inkml:trace contextRef="#ctx0" brushRef="#br0" timeOffset="96058.9094">9109 13188 1990 0,'0'0'44'0,"0"0"8"0,0 0 3 0,0 0 1 0,-5-4-44 0,5 4-12 0,-13 0 0 0,13 0 0 15,0 0 49-15,0 0 8 0,-8 0 2 0,8 0 0 16,0 0-38-16,0 0-7 0,0 0-2 0,0 0 0 16,0 0-24-16,0 0-6 0,0 0-1 0,0 0-635 15,0 0-127-15</inkml:trace>
  <inkml:trace contextRef="#ctx0" brushRef="#br0" timeOffset="96688.2878">9560 13423 1645 0,'0'0'36'0,"0"0"7"0,0 0 1 0,0 0 4 0,0 0-39 0,0 0-9 16,0 0 0-16,0 0 0 0,0 0 55 0,0 0 9 15,0 0 1-15,0 0 1 0,0 0-38 0,0 0-7 16,0 0-1-16,0 0-1 0,0 0 13 0,0 0 2 16,0 0 1-16,0 0 0 0,0 0 13 0,-4-4 4 15,-9-3 0-15,9 3 0 0,-9-4-8 0,8 0 0 16,-8 1-1-16,4-1 0 0,-8 0-11 0,4 4-3 0,4-3 0 0,-4-1 0 16,0 0-11-16,5 4-2 0,-10 0-1 0,5 1 0 15,5-1-3-15,-10 4 0 0,1 4 0 0,12-1 0 16,-12 1-12-16,4 0 11 0,4 0-11 0,-4 4 10 15,0 0-10-15,5-1 0 0,3 5 0 0,-8-4 0 16,13 3 0-16,-4 1 0 0,-5-1 0 0,5 1 0 16,4-1 0-16,-4 1 0 0,4 0 0 0,4 3 0 15,0 1 0-15,5-5 8 0,-5 5-8 0,-4-5 8 16,18 1-8-16,-14 3 10 0,9-3-10 0,4-1 10 16,-8-3-10-16,8 4 0 0,1-5 9 0,-1 1-9 15,1 0 0-15,-1 0 0 0,5-1 0 0,-5 1 8 16,0 0-8-16,-8-1 0 0,8 1 0 0,-4 4 8 15,9-1-8-15,-9 1 8 0,-4 3-8 0,4-3 8 16,4 3-8-16,-12-3 8 0,8 3-8 0,-9-3 8 16,-4 0-8-16,4 3 9 0,1-3-9 0,3-5 10 15,-8 5-10-15,0-1 0 0,5 1 0 0,-5-4 0 0,-5 3 8 16,5 1-8-16,0-1 0 0,-8-3 8 0,3 4-8 0,1-4 12 16,-9 3-12-16,4-3 12 0,-8 0-1 0,4-5 0 15,4 5 0-15,-8-4 0 0,-1 0-2 0,1 0 0 16,-5-4 0-16,-4-4 0 0,13 0-9 0,-13 0 0 15,5-4 0-15,-1 1 8 0,0-1-22 0,5-4-5 16,-5 5-1-16,5-5 0 16,4 4-13-16,-5-3-3 0,10 3-1 0,-10 0 0 15,5 1-18-15,9-1-3 0,-9 0-1 0,8 0-690 0,1 1-139 16</inkml:trace>
  <inkml:trace contextRef="#ctx0" brushRef="#br0" timeOffset="97137.2687">9973 13643 1447 0,'0'0'32'0,"0"0"6"0,0 0 2 0,0 0 0 0,0 0-32 0,0 0-8 15,0 0 0-15,0 0 0 0,0 0 97 0,0 0 18 16,0 0 3-16,8 8 1 0,-8-8-27 0,9 8-4 16,0-4-2-16,4 0 0 0,4-1-21 0,-12 1-4 15,8 0-1-15,4-4 0 0,-8 0-18 0,4 4-4 16,4-4-1-16,-8 4 0 0,8-4-20 0,-4 4-4 16,9-4-1-16,-5-4 0 0,1 4-12 0,-1 0 0 0,-4 0 8 0,4 0-8 15,-4 0 0-15,5-4-16 0,-10 4 3 0,1 0 1 31,9 0-39-31,-14 0-7 0,9 0-2 0,-13 0-656 0,9 0-132 0</inkml:trace>
  <inkml:trace contextRef="#ctx0" brushRef="#br0" timeOffset="97469.3313">9960 13860 1594 0,'0'0'35'0,"0"0"7"0,0 0 2 0,0 0 1 0,0 0-36 0,0 0-9 16,0 0 0-16,0 0 0 0,13 0 86 0,-5 0 15 15,6 0 3-15,-1 0 1 0,-5 0-21 0,5 0-5 16,5 0-1-16,-1 3 0 0,-4-3-20 0,0 4-4 16,9-4-1-16,-5 4 0 0,5-4-25 0,-5 0-4 15,5 0-2-15,-5 0 0 0,1 0-13 0,-1 0-9 16,-4 0 12-16,9 0-12 0,-5 0-11 0,-8 0-9 16,4-4-1-16,0 4-720 0,-4-4-144 15</inkml:trace>
  <inkml:trace contextRef="#ctx0" brushRef="#br0" timeOffset="98218.344">11315 13273 1602 0,'0'0'35'0,"0"0"7"0,0 0 2 0,0 0 1 16,0 0-36-16,0 0-9 0,0 0 0 0,0 0 0 15,0 0 60-15,0 0 11 0,0 0 1 0,0 0 1 16,0 0-21-16,0 0-5 0,4-4-1 0,-4 4 0 0,0 0 11 0,0 0 3 16,13 4 0-16,-9 7 0 0,1 1 11 0,3-1 2 15,-3 9 1-15,-5-1 0 0,4 8-16 0,-4 4-3 16,0 4-1-16,0-1 0 0,0 9-22 0,0-4-4 15,0-1 0-15,0 5-1 0,-4-1-15 0,4 1-4 16,0-5 0-16,0-3 0 0,-5 4-8 0,5-9 0 16,0 5 0-16,0-4 8 0,-8-4-8 0,8 0 0 15,-5 0-12-15,5-4 12 16,0-3-32-16,-4-5 2 0,4 0 0 0,0-3 0 16,0 0-25-16,0-12-5 0,0 0 0 0,0 0-707 0,0 0-141 15</inkml:trace>
  <inkml:trace contextRef="#ctx0" brushRef="#br0" timeOffset="98484.5067">11106 13690 1888 0,'0'0'53'0,"0"0"13"0,0 0-53 0,0-4-13 0,0 4 0 0,0 0 0 16,0 0 51-16,0 0 7 0,0 0 2 0,0 0 0 15,0 0-17-15,5-8-3 0,-5 8-1 0,13-4 0 16,-5 4 8-16,10 0 1 0,-5 0 1 0,8 0 0 16,-3 4 7-16,-1-4 2 0,5 4 0 0,4-4 0 15,-9 4-24-15,5 0-5 0,4-4-1 0,-4 0 0 16,-1 4-20-16,10-4-8 0,-18 0 0 0,13 3 9 0,0-3-9 0,-4 0-14 16,-5 0 3-16,5 0 1 15,4 0-145-15,-13 0-29 0,4-3-5 0</inkml:trace>
  <inkml:trace contextRef="#ctx0" brushRef="#br0" timeOffset="99075.1397">11727 13265 1868 0,'0'0'41'0,"0"0"9"0,0 0 2 0,0 0 0 0,0 0-42 16,0 0-10-16,0 0 0 0,0 0 0 0,0 0 82 0,0 0 14 0,0 0 4 0,0 0 0 16,5-4-30-16,-5 4-6 0,0 0 0 0,0 0-1 15,8 12-12-15,1 3-3 0,-9 1 0 0,0 3 0 16,4 4-16-16,-4 4-3 0,5 4-1 0,-5 4 0 15,0-1-5-15,0 5-2 0,0 0 0 0,8-1 0 16,-16 1-11-16,8 0-2 0,0-1-8 0,0-3 12 16,0 0-12-16,0-4 0 0,0 3 0 0,8-3 0 15,-8-4 0-15,0-4 0 0,0 1 0 0,-8-1 0 16,8 0 0-16,0-8 0 0,0 1 0 0,0-5 0 0,0-11 0 0,0 0-8 16,0 0 8-16,0 0-10 0,0 0 2 0,0 0 0 15,8-7 0-15,-3-1 0 0,-5-8 8 0,4 1-8 16,0-4 8-16,5-1-8 0,-5 1 8 0,9 0 0 15,-8-1 0-15,8 1-8 0,-5 0 8 0,5 0-8 16,-8-1 8-16,8 1-8 0,4 0 8 0,-8 3 0 16,4 5 0-16,-4-5 8 0,4 5-8 0,4-1-8 15,-8 4 8-15,4 1-12 0,4-1 12 0,0 4 0 16,-8 0 0-16,4 4 0 0,4 0 0 0,1 4 0 16,-14 0 0-16,14 0 0 0,-1 3 8 0,0 5-8 15,-12 0 8-15,8 3-8 0,8 0 13 0,-12 5-1 16,0-1-1-16,-9 4 0 0,8-3-1 0,1 3 0 15,-9 0 0-15,0 0 0 0,0 4-10 0,0 0 8 16,0-4-8-16,4 0 8 0,-4 1-8 0,0-1-9 0,0-4 9 16,5 0-13-1,4 1-23-15,-5-9-4 0,-4 1 0 0,0-1-1 16,4-3-124-16,-4-8-25 0,0 0-5 0,0 0-796 0</inkml:trace>
  <inkml:trace contextRef="#ctx0" brushRef="#br0" timeOffset="99685.9706">12548 13917 1558 0,'0'0'34'0,"0"0"7"0,0 0 2 0,0 0 1 0,0 0-35 0,0 0-9 15,0 0 0-15,0 0 0 0,0 0 45 0,0 0 7 16,0 0 2-16,0 0 0 0,13 8-8 0,-13-8-2 16,0 0 0-16,0 0 0 0,0 0 12 0,4 4 1 15,-4-4 1-15,13 4 0 0,-13-4 1 0,9 0 0 16,-9 0 0-16,13 0 0 0,-9 0-23 0,9 0-4 16,-4 0 0-16,4-4-1 0,-9 4-14 0,9 0-2 15,-8-4-1-15,12 0 0 0,-12 0-5 0,8 4-1 16,-5-7 0-16,1 3 0 0,0 0-8 0,4 0 0 0,-5-4 9 0,1 1-9 15,0 3 0-15,-1-4 8 0,1 0-8 0,4 5 0 16,-13-5 0-16,9-4 9 0,-1 5-9 0,1-1 0 16,0 0 9-16,-9 0-9 0,0 1 0 0,4-1 9 15,-4 0 3-15,0 0 1 0,0 1 0 0,0-1 0 16,-4-4 11-16,4 5 1 0,0-1 1 0,-9 0 0 16,5 1-12-16,-1-1-2 0,-3 0-1 0,3 0 0 15,1 1-11-15,-9 3 8 0,4 0-8 0,-4 0 8 16,9 0 1-16,-13 4 0 0,-1-4 0 0,5 4 0 15,5 4 9-15,-10 0 2 0,1-4 0 0,-1 8 0 16,1-4-7-16,0 3-1 0,-1 5 0 0,5-4 0 16,-4 3 0-16,4-3 0 0,-4 7 0 0,8-3 0 15,-9 3-2-15,5 1-1 0,0-1 0 0,5 1 0 16,-5-1-9-16,4 1 10 0,0-1-10 0,1 4 10 16,8-3-10-16,-9 3 12 0,9 1-12 0,0 3 12 15,0 0-12-15,9 0 10 0,-5-4-10 0,0 4 10 0,9 1-10 0,5-1 8 16,-10-4-8-16,10 0 8 0,8 1-8 0,-4-5 0 15,-1-7 0-15,14 3 0 0,-13-3 0 0,12-8-11 16,-12 0 11-16,4-4-12 16,5-3-18-16,-5-1-4 0,4-8-1 0,-13 1 0 15,5-4-142-15,0 3-29 0,-5-3-6 0</inkml:trace>
  <inkml:trace contextRef="#ctx0" brushRef="#br0" timeOffset="100546.4054">13855 13439 1105 0,'0'0'24'0,"0"0"4"0,0 0 2 0,0 0 2 15,0 0-32-15,9-8 0 0,-5 0 0 0,-4 8 0 0,0 0 84 0,0-7 11 16,0 7 1-16,0 0 1 0,0 0-9 0,0 0-3 16,0 0 0-16,0 0 0 0,0 0 1 0,0 0 0 15,0 0 0-15,0 0 0 0,0 0-4 0,0 11-1 16,0 5 0-16,0 3 0 0,0 4-21 0,0 4-4 16,0 8 0-16,0 0-1 0,0-1-28 0,0 9-6 15,0-5-1-15,4 5 0 0,-4-1-20 0,0-3 9 16,0 0-9-16,5 3 0 0,-5-3 0 0,0-5 0 15,8 1 0-15,-8-4 0 0,0 0-11 0,0-4-5 16,0-4-2-16,0 0 0 16,0-7-99-16,0-1-20 0,0-7-4 0,0-8-861 0</inkml:trace>
  <inkml:trace contextRef="#ctx0" brushRef="#br0" timeOffset="100794.6076">13716 13806 1836 0,'0'0'40'0,"0"0"9"0,0 0 2 0,0 0 0 16,0 0-41-16,0 0-10 0,0 0 0 0,4-4 0 16,1-4 52-16,3 4 9 0,1 0 2 0,4-4 0 15,-4 5-11-15,4-1-3 0,0 4 0 0,9-4 0 16,-5 4-1-16,5 0-1 0,-1 0 0 0,1 0 0 15,8 0-17-15,-8 0-3 0,4 0-1 0,5 0 0 16,-10 4-26-16,10 0 0 0,-10-4 0 0,1 3 0 16,0 1-129-16,0 0-31 0,4-4-7 0</inkml:trace>
  <inkml:trace contextRef="#ctx0" brushRef="#br0" timeOffset="101355.0939">14246 13373 2005 0,'0'0'44'0,"0"0"8"0,0 0 3 0,0 0 2 0,0 0-45 0,0 0-12 0,0 0 0 0,0 0 0 15,0 0 53-15,0 0 9 0,0 0 2 0,0 0 0 16,0 0-9-16,0 12-2 0,4 3 0 0,1 1 0 16,3 3 6-16,-8 4 1 0,5 0 0 0,-5 4 0 15,0 4-13-15,4 0-3 0,-4 4 0 0,0-4 0 16,0 7-18-16,0-3-4 0,0 4-1 0,0-5 0 16,-4-3-11-16,4 4-2 0,0 0-8 0,0-1 12 15,0-3-12-15,0 0 0 0,0 0 0 0,0-4 0 16,0 0 0-16,0-4 0 0,0-3 0 0,0-1-10 15,0-7 2-15,0-1 0 0,0-11 0 0,0 0 0 0,0 0-1 0,0 0 0 16,0 0 0-16,0 0 0 0,4-11 0 0,-4-1 0 16,13-7 0-16,-13-1 0 0,4 1 9 0,1-8-10 15,3 4 10-15,-3 0-10 0,8 0 10 0,-13-1-12 16,8 1 12-16,5 4-12 0,-8 0 12 0,8-1 0 16,-9 5-9-16,9-4 9 0,-4 7 0 0,4-3 0 15,-9 3 0-15,9 4 0 0,-4 4 0 0,0-3 0 16,8 3 0-16,-8 4 0 0,4 0 0 0,-9 0 0 15,9 4 0-15,-9-1 0 0,14 1 0 0,-14 4 0 16,9 4 0-16,-4-1 8 0,4-3 1 0,-9 7 0 16,9 1 0-16,-8 3 0 0,-1 0-9 0,5 1 8 0,-5 3-8 0,0 0 8 15,5 4-8-15,-5 0 0 0,-4-4 0 0,5 4 0 16,-5-7 0-16,0 3-9 0,0-4 0 0,0-3 0 31,0-1-99-31,0-3-20 0,0-5-4 0,0-7-969 0</inkml:trace>
  <inkml:trace contextRef="#ctx0" brushRef="#br0" timeOffset="101642.212">14815 13709 2131 0,'0'0'60'0,"0"0"14"15,0 0-59-15,0 0-15 0,0 0 0 0,0 0 0 16,0 0 44-16,0 0 5 0,13 4 2 0,-9 0 0 0,0 3-15 16,9 1-4-16,-13 4 0 0,9-1 0 0,0 5 4 0,-9-1 0 15,4 1 0-15,-4 3 0 0,0 4 11 0,0 0 2 16,0 0 1-16,0 1 0 0,-4-1-20 0,4 4-4 16,0 4-1-16,-9-8 0 0,9 0-17 0,0 0-8 15,0 0 8-15,0-3-8 0,0-1 0 0,0 0-17 16,0-7 2-16,0-1 1 15,0-3-36-15,0-8-7 0,0 0-2 0,0 0-711 16,0 0-142-16</inkml:trace>
  <inkml:trace contextRef="#ctx0" brushRef="#br0" timeOffset="101820.8972">14923 13412 2253 0,'0'0'49'0,"0"0"11"0,0 0 1 0,0 0 3 0,0 0-51 0,0 0-13 0,-13 0 0 0,13 0 0 16,0 0 24-16,0 0 3 0,0 0 0 0,0 0 0 15,0 0-126-15,0 0-25 0,0 0-4 16,0 0-787-16</inkml:trace>
  <inkml:trace contextRef="#ctx0" brushRef="#br0" timeOffset="102340.5744">15045 13663 2260 0,'0'0'50'0,"0"0"10"0,0 0 3 0,0 0 0 0,0 0-51 0,0 0-12 16,0 0 0-16,0 0 0 0,0 0 36 0,0 0 4 15,0 0 0-15,0 0 1 0,4 11-2 0,5 1-1 16,-9-1 0-16,4 5 0 0,1 3 9 0,-5 0 1 16,8 1 1-16,-8 3 0 0,0 0-15 0,0 0-3 15,0 0-1-15,-8 4 0 0,8 0-14 0,0 1-4 0,0-1 0 16,0 0 0-16,0 0-4 0,0 0 0 0,-5-4-8 0,5-4 12 16,0 0-12-16,0 1 0 0,0-9 0 0,0 1 0 15,0-1 0-15,0-11 0 0,0 0 0 0,0 0 0 16,0 0 0-16,0 0-8 0,0 0-1 0,5-11 0 15,-5-1 1-15,8-3 0 0,-8-4 0 0,5-1 0 16,-5-3 8-16,4 0-12 0,5 0 12 0,-5-4-12 16,0 0 12-16,9 0-10 0,-8 0 10 0,12 3-10 15,-13-3 10-15,9 4-12 0,-4 0 12 16,4 0-12-16,5 4 12 0,-14-1 0 0,9 5 0 0,-4 3 0 16,4-3 0-16,4 3 0 0,-8 5 0 0,-1 3 0 15,10-4 0-15,-14 4 0 0,13 0 0 0,-12 4 0 16,8 0 0-16,4 4 0 0,-8 0 0 0,4 4 0 15,-4-1 0-15,-1 5 11 0,1 3-11 0,4 5 12 16,-9-1-2-16,5 4 0 0,-5 0 0 0,-4 4 0 16,0 0-10-16,0 0 10 0,0 4-10 0,0 0 10 0,0 0-10 0,-4-4 0 15,-5 0 0-15,9 0 0 16,-4-4-24-16,4-3-3 0,-4-1-1 0,4-4 0 16,0-3-120-16,0 0-24 0,0-12-4 0</inkml:trace>
  <inkml:trace contextRef="#ctx0" brushRef="#br0" timeOffset="103185.3962">15948 13748 2142 0,'0'0'47'0,"0"0"9"0,0-12 3 0,0 4 1 0,0 1-48 0,0 7-12 0,0-8 0 0,0 8 0 15,-4-8 48-15,4 0 6 0,-9 1 2 0,9 7 0 16,-4-12-35-16,-1 8-6 0,-3-3-2 0,-1 3 0 16,0 0 6-16,1 0 1 0,-5 0 0 0,4 0 0 15,-8 0 18-15,-1 1 4 0,5 3 1 0,4 0 0 16,-8 0-17-16,0 3-3 0,-1 1-1 0,1 4 0 16,0 0-5-16,-1-1-1 0,1 5 0 0,8 3 0 15,-12 5-4-15,7-1-2 0,-3-4 0 0,8 5 0 16,-8 3-2-16,0-4-8 0,4 4 12 0,4 1-4 15,-4-5-8-15,9 8 0 0,-9 0 9 0,8 0-9 16,5-4 0-16,0 4 0 0,0 0 0 0,0-4 0 16,9 0 0-16,4 1 0 0,4-5 0 0,-8 0 0 0,4-7-8 15,4 3 8-15,1-7-8 0,-1 0 8 0,1-4 0 0,3-4-8 16,-3-8 8-16,3 4 0 0,-3-8 0 16,-1 1 0-16,5-5 0 0,-5 1 0 0,0-4 0 15,1-1 0-15,-9 1 0 0,4 4 0 0,4-9 8 16,-8 5-8-16,4-4 8 0,-9 4-8 0,9-4 8 0,-9 3-8 15,9 1 8-15,-13 0-8 0,5-1 0 0,8 1 8 16,-9 4-8-16,-4 3 0 0,0-3 8 0,0 7-8 16,0 0 10-16,0 8-10 0,0-8 18 0,0 8-2 15,0 0-1-15,0 0 0 0,0 0 2 0,0 0 1 16,0 0 0-16,0 0 0 0,-4 8-10 0,-5 4-8 0,5-1 12 0,-1 5-12 16,5-1 0-16,0 1 0 0,0 3 0 0,0 4 0 15,0 4 0-15,0 0 0 0,0 4 0 0,5 4 0 16,-5-1 0-16,4 5 0 0,5 0 0 0,-9 3 0 15,4-3 0-15,0-1 0 0,1 5 0 0,3-1 0 16,-8-3 8-16,5 0-8 0,8-5 0 0,-13 5 0 16,9-1 0-16,-1-3 0 0,-3 0 0 0,-5 4 0 15,8-5 0-15,1 1-16 0,-5 0 5 0,1 0 1 16,-5-8-9-16,8 3-1 0,-16 1-1 0,8-4 0 16,-5-7 9-16,5 3 3 0,-4 0 0 0,4-4 0 15,-9-3 9-15,9-1 0 0,-8 1 0 0,8-5 0 16,-5 1 14-16,-8-1-2 0,9 1 0 0,-5-4 0 15,0-4-12-15,-4-1 9 0,5 1-9 0,-10 0 8 16,5 0-8-16,0 0 8 0,0-4-8 0,-4-4 8 16,0 0-8-16,-1 0 0 0,-4 0 0 0,-4 1 8 0,5-9 5 15,3 0 1-15,-3 1 0 0,-1-1 0 0,5-3-6 0,-5-1 0 16,4-3-8-16,1 0 12 0,0 3-12 0,-1-3 8 16,1 0-8-16,4-1 0 0,0 1 0 0,0 0 0 15,4-1 0-15,1 1 0 0,3-4-8 0,1 0 8 16,4 4-12-16,0-5 12 0,9 5-11 0,-1 0 11 15,-3-1-10-15,8 5 10 0,-5-4-12 0,10-1 12 16,-5 5-13-16,4 0 5 0,5-1-5 0,-5-3-1 16,1 3 0-16,8-3 0 15,4 0-142-15,-8-1-28 0,4 1-5 0</inkml:trace>
  <inkml:trace contextRef="#ctx0" brushRef="#br0" timeOffset="104091.3549">7745 14485 1245 0,'0'0'27'0,"0"0"5"0,0 0 2 0,0 0 2 0,0 0-28 0,0 0-8 16,0 0 0-16,0 0 0 0,0 0 69 0,0 0 13 15,0 0 2-15,0 0 1 0,0 0-9 0,0 0-3 16,0 0 0-16,0 0 0 0,0 0-5 0,-4 8 0 16,4-8-1-16,0 11 0 0,0 1 6 0,0-1 2 15,0 5 0-15,-9 3 0 0,9 1-18 0,0 3-3 16,-4 8-1-16,4 3 0 0,0 5-13 0,0 0-2 0,4 3-1 0,-4 4 0 15,0-3-14-15,0 3-3 0,0 0-1 16,0-3 0-16,0-4-19 0,0-1 8 0,9-3-8 0,-9 0 0 16,0-4 0-16,0-1 0 0,0-3 0 0,0-7 0 15,0 3-15-15,0-8-3 0,0 1-1 0,0-5 0 32,0 1-81-32,0-12-16 0,0 0-3 0,0 0-595 0,0 0-119 0</inkml:trace>
  <inkml:trace contextRef="#ctx0" brushRef="#br0" timeOffset="104360.7553">7571 14944 1850 0,'0'0'40'0,"0"0"9"0,0 0 2 0,0 0 1 0,-8-7-41 0,8 7-11 16,-5-4 0-16,5 4 0 0,0 0 64 0,0 0 10 15,0 0 2-15,13-8 1 0,-8 4-33 0,8 0-8 16,-9-3 0-16,13 3-1 0,-8 0 5 0,4 0 0 16,0 0 1-16,5 4 0 0,-5-4 2 0,4 4 0 15,0 0 0-15,1-3 0 0,3 3-25 0,-3-4-5 16,-1 4-1-16,5 0 0 0,-5 0-12 0,1 0 0 16,-1 0 0-16,5-4 0 15,-5 4-45-15,0-8-3 0,1 4 0 0,-1-3-690 16,1-1-138-16</inkml:trace>
  <inkml:trace contextRef="#ctx0" brushRef="#br0" timeOffset="104902.6525">8010 14520 1500 0,'0'0'42'0,"0"0"10"0,0 0-41 0,0 0-11 0,0 0 0 0,0 0 0 16,0 0 70-16,0 0 12 0,0 0 2 0,0 0 1 16,0 0-17-16,0 0-3 0,0 0-1 0,0 0 0 15,0 0-4-15,0 0 0 0,0 0-1 0,0 0 0 16,0 0 14-16,0 0 3 0,0 0 1 0,13 11 0 16,-9 1-10-16,-4 3-3 0,5 5 0 0,-5 7 0 15,8 0-13-15,-3 4-3 0,-5 3-1 0,4 5 0 0,9 0-17 0,-13 3-3 16,0-3-1-16,0 3 0 0,0-3-14 0,0-1-2 15,0 1-1-15,0-8 0 0,0 0-9 0,0-4 0 16,0-4 0-16,0 0 0 0,0-4 0 16,0-3 0-16,0-1 0 0,0-3 0 0,0-1-14 0,0-11 2 15,0 0 0-15,0 0 0 0,0 0-8 0,0 0 0 16,0 0-1-16,0 0 0 0,0-11 9 0,0-1 3 16,0 1 0-16,4-5 0 0,-4 1 9 0,5-5 0 15,3 1-9-15,-3 0 9 0,-1-8 0 0,0 4-11 16,5-4 11-16,9 4-8 0,-14-1 8 0,13 1-8 0,-8 4 8 15,8 0-8-15,-4 3 8 0,5 5-10 0,-1-1 10 0,0 4-10 16,-8 1 10-16,8 3 0 0,-3 4 0 0,3 4 0 16,-8-1 0-16,4 5 0 0,-5 4 0 0,5 3 8 15,0 1 11-15,-4 3 2 0,4 0 1 0,-9 4 0 16,1 1-6-16,3-1 0 0,-3 4-1 0,-1 0 0 16,5-4-15-16,-5 0 0 0,-4 0 0 0,0 0 0 15,0 1 0-15,0-1-12 0,0-4 1 0,4 0 0 16,-4 1-19-16,0-5-4 0,0 1-1 15,0-1 0-15,0-3-95 0,0-5-19 0,0-7-4 0,0 0-574 16,0 0-114-16</inkml:trace>
  <inkml:trace contextRef="#ctx0" brushRef="#br0" timeOffset="105845.3157">9109 14860 1753 0,'0'0'38'0,"0"0"8"0,0 0 2 0,0 0 2 0,0 0-40 0,0 0-10 16,0 0 0-16,0 0 0 0,0 0 0 0,0 0 12 15,0 0-12-15,0 0 12 0,0 0-4 0,0 0-8 16,0 0 12-16,0 0-4 0,-5-4 19 0,5 0 3 15,-4-4 1-15,-9 0 0 0,9 1 0 0,-9-5 0 0,8 4 0 0,-3-3 0 16,-1 3 5-16,4 0 0 0,-12 1 1 16,4-1 0-16,9 0-4 0,-14 4-1 0,5 0 0 0,5 1 0 15,-10 3-8-15,5 0-1 0,-4 0-1 16,0 3 0-16,4 1-3 0,-5 4-1 0,1 0 0 16,-1 3 0-16,-3 1-3 0,3 3-1 0,1 1 0 0,0-1 0 15,4 5 4-15,-5 3 1 0,9 0 0 0,-8 0 0 16,4 4 7-16,4 0 2 0,5 4 0 0,-9-4 0 15,13 4-15-15,-13-4-2 0,13 0-1 0,0 0 0 16,9 0-10-16,-5 0 12 0,-4 0-12 0,17 0 12 16,-12-8-12-16,8 5 0 0,8-9 0 0,-3 0 0 15,-1 1 0-15,1-8 0 0,3-1 0 0,-3-7 0 16,8 0-10-16,-5-4 10 0,6-7 0 0,-14-1-9 16,13-7 1-16,-5 0 0 0,-3-1 0 0,-10 1 0 15,10-4-4-15,-5 0 0 0,-5 0 0 0,1 3 0 16,0-3 12-16,4 0-8 0,-9 0 8 0,1 0-8 0,3-1 8 0,-8 1 0 15,5 4-9-15,8 0 9 0,-13 3 0 0,0 1 0 16,4 3 0-16,-4 1 0 0,0-1 0 16,0 4 0-16,0 8 0 0,0-7 0 0,0 7 0 15,0 0 0-15,0 0 8 0,0 0-8 0,0 0 0 0,0 0 12 16,0 0-12-16,0 0 12 0,0 0 0 0,-4 11 0 16,4 1 0-16,-13-1 0 0,13 5-12 0,-5 3 12 15,5 4-12-15,-8 4 12 0,8-4-12 0,0 4 0 16,0-3 0-16,0-1 8 0,0 4-8 0,8-8 0 15,-8 4 0-15,9-3 0 0,0-1 0 0,-1 0 0 0,5-7 0 0,-4 3 0 16,4-3 0-16,0-1 0 0,4-3 0 0,-4-4 0 16,5 0-9-16,-5-4 9 0,4 0 0 0,1-4 0 15,3-4-9-15,-3 1 9 0,-1-5 0 0,5 0-9 16,-5-3 9-16,0-1-12 0,5-3 12 0,-4 0-12 16,-1 0 12-16,-8-8-12 0,4 3 12 0,4-3-12 15,0-4 12-15,-8 1 0 0,4 3 0 0,4-4 0 16,-12 0 0-16,8 4 0 0,-9-4 0 0,1 0 0 15,8 0 0-15,-13 4 0 0,0-4 0 0,4 4 8 16,-4 0-8-16,4 4 0 0,-4-4 8 0,0 4-8 16,0 3 0-16,-4-3 8 0,4 4-8 0,-4 4 0 15,4-1 10-15,-5 1-2 0,-3-1-8 0,3 8 12 16,5-3 4-16,0 7 0 0,0 4 0 0,0 0 0 16,0 0 0-16,0 0 1 0,0 0 0 0,0 0 0 15,-13 8-6-15,9 3-2 0,-1 5 0 0,5 3 0 16,-8 0 2-16,3 12 0 0,5 4 0 0,0 4 0 0,0-1-11 0,0 9 12 15,0-5-12-15,5 4 12 0,-5 1-12 0,8-1 0 16,-8 0 9-16,0-3-9 0,9-5 0 0,0-3 9 16,-5 0-9-16,-4-4 0 0,5-4 0 0,3 0 0 15,-3-4 0-15,-1 0 0 16,-4-7-32-16,0-1 0 0,0-3 0 0,0-12 0 16,0 0-102-16,0 0-21 0,0 0-4 0,0 0-565 15,0 0-112-15</inkml:trace>
  <inkml:trace contextRef="#ctx0" brushRef="#br0" timeOffset="106071.4613">9261 14883 2142 0,'0'0'47'0,"0"0"9"0,0 0 3 0,0 0 1 0,0 0-48 0,0 0-12 0,0 0 0 0,0 0 0 16,0 0 77-16,0 0 13 0,0 0 2 0,13 0 1 15,-9 4-29-15,9-1-5 0,9-3-2 0,-5 4 0 16,0 0-15-16,5 0-3 0,0 0-1 0,0-4 0 16,8 4-21-16,-4 0-4 0,4-1-1 0,-3-3 0 15,3-3-12-15,-8-1 0 0,4 0-9 0,4 0-837 16,-8-4-167-16</inkml:trace>
  <inkml:trace contextRef="#ctx0" brushRef="#br0" timeOffset="107107.7589">10298 14786 1720 0,'0'0'48'0,"0"0"12"15,0 0-48-15,0 0-12 0,0 0 0 0,0 0 0 0,0 0 52 0,0 0 8 16,0 0 2-16,0 0 0 0,0 0-26 0,0 0-4 16,0 0-2-16,0 0 0 0,0 0 18 0,0 0 3 15,0 0 1-15,0 0 0 0,0 0 33 0,5 8 7 16,4 0 2-16,-9 7 0 0,4 0-22 0,-4 5-4 16,4 3 0-16,-4 4-1 0,9 4-28 0,-9 0-6 15,4 7-1-15,-4-3 0 0,0 0-20 0,5 0-4 16,-1-1 0-16,-4 1-8 0,9-8 8 0,-9 4-8 15,4-4 0-15,9 0 0 0,-13-8 0 0,4 1 0 16,9-1 0-16,-8-7 0 0,-1-1 0 0,0-3 0 16,-4-8 0-16,0 0-9 0,0 0 9 0,9 0 0 15,0-4-9-15,-1-4 9 0,1-3 0 0,4-5 0 0,-9 5 0 0,1-9 0 16,3 5 0-16,-3-4 0 0,-1-5 0 16,5 5 0-16,-5-4 0 0,-4 0 0 0,5-4 0 0,3 0 0 15,-3 0 0-15,-5 0 0 0,4 0 0 0,9 0 0 16,-13 0-8-16,9-4 8 0,-1 8 0 0,-3-4 0 15,-1 3 0-15,0 5 0 0,5 0-9 0,-5 3 9 16,1 1 0-16,3 7 0 0,-8-3 0 0,0 11 0 16,0 0 0-16,0 0 0 0,0 0 0 0,0 0 0 15,0 0 8-15,9 11-8 0,4 1 11 0,-9 3-11 16,1 1 13-16,3 7-4 0,1-4-1 0,0 8 0 16,0 4-8-16,4-4 0 0,-9 4 0 0,9 0 0 15,-4 0 0-15,-1 0 0 0,10-4 0 0,-10 0 0 16,5 0 0-16,5-4 0 0,-1-4 0 0,-8 0 0 15,4 1 0-15,9-5 0 0,-9 1 0 0,-5-5 0 0,5-3 0 0,5 0 0 16,-10-4-8-16,5-1 8 0,5-3 0 0,-14-3 0 16,13-1 0-16,-12-4 0 0,8 0-8 15,-9 1 8-15,1-1 0 0,3 0 0 16,-8-4 0-16,5 5 0 0,-1-5-9 0,5 4 9 0,-5-3 0 0,-4-1 0 16,0 1 0-16,0-1 0 0,0-3 0 0,0-1 0 15,4 1 0-15,-4-5 0 0,5 1 0 0,-5 0 8 16,0-4-8-16,0 0 0 0,0-1 0 0,-5-3 9 15,5 4-9-15,-4 0 8 0,4-4-8 0,0 4 8 16,0 4-8-16,0-5 8 0,0 5-8 0,0 4 0 16,-4-1 0-16,-5 1 8 0,9 3-8 0,0 1 0 0,0 3 0 0,-4 4 8 15,4 4-8-15,0-8 0 0,0 8 0 0,-5-7 0 16,5 3-18-16,0 4-2 0,0 0-1 0,0 0 0 31,-8-8-35-31,8 8-6 0,0 0-2 0,0 0-748 0,0 0-149 0</inkml:trace>
  <inkml:trace contextRef="#ctx0" brushRef="#br0" timeOffset="107662.8347">11241 15141 1698 0,'0'0'48'0,"0"0"11"0,0 0-47 0,0 0-12 16,0 0 0-16,0 0 0 0,0 0 46 0,0 0 7 15,0 4 2-15,8 4 0 0,-8-8-15 0,9 4-2 16,9 0-1-16,-14 0 0 0,9-4 20 0,-13 0 4 16,4 3 1-16,14-3 0 0,-14-3-6 0,9 3-2 15,-4 0 0-15,4-4 0 0,-13 4-22 0,8-4-4 16,5 0 0-16,5-4-1 0,-5 4-2 0,-9-3 0 15,14-1 0-15,-10-4 0 0,5 5-10 0,5-5-3 16,-10 0 0-16,5 1 0 0,5-1-4 0,-14-3-8 16,9-1 11-16,-13 1-11 0,17 3 15 0,-12 1-4 15,-5-5-1-15,0 5 0 0,4-5-10 0,-4 1 0 16,0-1 0-16,-4 5 0 0,-1-5 0 0,-3 5 0 16,8-5 8-16,-9 5-8 0,0-1 10 0,1 1-10 0,8-1 12 0,-5 0-12 15,-8 5 17-15,9-5-3 0,-13 4-1 0,12 5 0 16,-8-5 7-16,9 4 2 0,-13 4 0 0,4 0 0 15,4 0-5-15,-4 8-1 0,-9-1 0 0,5 5 0 16,-1 0-4-16,1 3-2 0,4 0 0 0,0 5 0 16,-4-1-10-16,-1 0 12 0,5 5-12 0,9-1 12 15,-9-4-4-15,4 8-8 0,0-4 12 0,5 0-4 16,0 4 0-16,4-3 0 0,-9 3 0 0,9 0 0 16,9-4-8-16,-9 4 10 0,4-4-10 0,9 4 10 15,-9-4-10-15,14 0 0 0,-10 1 9 0,10-1-9 16,-1-4 0-16,1 0 0 0,3-7 0 0,5-1 0 15,-4 1-18-15,0-8 2 0,4-4 0 0,4 0 0 16,-8-4-79-16,8-4-15 16,-4 1-3-16,5-9-696 0,-5 1-139 0</inkml:trace>
  <inkml:trace contextRef="#ctx0" brushRef="#br0" timeOffset="108927.5158">12600 14890 1753 0,'0'0'38'0,"0"0"8"0,0 0 2 0,0 0 2 0,0 0-40 0,0 0-10 15,0 0 0-15,0 0 0 0,0-7 40 0,0 7 7 16,4-8 1-16,-4 8 0 0,0 0-23 0,0-8-4 15,-4 1-1-15,4-1 0 0,0 0 23 0,-13 0 4 16,9 4 1-16,-1 1 0 0,-12-1 9 0,8 0 3 16,1 0 0-16,-5 4 0 0,4-4-11 0,-9 4-1 15,1 0-1-15,8 0 0 0,1 0-17 0,-10 0-3 16,1 4-1-16,4 0 0 0,4 0-9 0,-4 3-1 16,5 1-1-16,-10 4 0 0,5-4-7 0,4 3 0 0,-4 5-8 15,9-1 12-15,-13 0-12 0,4 5 0 0,8-1 0 0,5 8 0 16,-13-4 8-16,5 4-8 0,8 0 0 0,0 0 9 15,-9-4-9-15,9 4 0 0,0-3 9 0,9-1-9 16,-5 0 0-16,0 0 0 0,5-4 0 0,-5 1 8 16,14-5-8-16,-10 1 0 0,1-5 8 0,8-3-8 15,-8 0 0-15,9-4 0 0,-1-1 0 0,0-6 0 16,1-5 0-16,3 0-8 0,-3-3 8 0,-1-5 0 16,0 4 0-16,1-3 0 0,-9-4 0 0,4-1 0 15,4 5 0-15,-8-4 11 0,4-1-3 0,-5 1 0 16,1 0-8-16,0-4 0 0,-1-1 0 0,-3 1-11 15,-1 0 11-15,9 0 0 0,-13 4 8 0,4-1-8 16,1 1 0-16,3 0 8 0,-8 7-8 0,0-3 0 16,0 3 0-16,0 4 0 0,0-3 0 0,0 3 0 15,0 8 0-15,0 0 8 0,0-8-8 0,0 8 11 16,0 0-11-16,0 0 0 0,0 0 9 0,0 0-9 0,0 0 8 16,-13 8-8-16,9 0 10 0,0 0-10 0,-5 3 0 0,5 1 0 15,-1 3 0-15,-8 1 0 0,9-1 0 0,4 4 8 16,-9 5-8-16,5-5 0 0,0 4 8 0,4 0-8 15,-5 0 0-15,5-3 0 0,5-1 0 0,-5 4 0 16,4-4 0-16,0 1 0 0,5-1 0 0,0-4 0 16,4 5 0-16,4-5 0 0,-8-3 0 0,8 3 0 15,-4-7 0-15,9 0-10 0,-5-4 10 0,5-1-8 16,0-3 8-16,4 0-8 0,-5-7 8 0,-3-1 0 16,4-4-9-16,-1 1 9 0,1-5 0 0,-5 1 0 0,1-1 0 15,-1-3 0-15,-4 0-12 0,-9 0 12 0,14-1-10 16,-14-3 10-16,1 0-10 0,8 0 10 0,-9-4-10 0,9 0 10 15,-13 0 0-15,4 0-9 0,9 3 9 16,-13 1 0-16,5 0 0 0,-1 4 0 0,-4 0 0 16,9 7 0-16,-5-4 0 0,-4 5 0 0,0 3 8 0,0 8-8 15,0 0 10-15,0 0-2 0,0 0-8 0,0 0 12 16,0 0-2-16,0 0-1 0,0 12 0 0,0 3 0 16,0 1-9-16,0 3 8 0,0 4-8 0,0 0 8 15,0 4-8-15,0 0 0 0,0 4 0 0,0 0 0 16,0 0 0-16,4-4 0 0,-4 0 0 0,0 0 0 15,5-4 0-15,3 0 0 0,-8-3 0 0,0-5 0 16,0 4 0-16,0-7 0 0,5-4 0 0,-5-8 0 16,0 0 0-16,0 0 0 0,0 0 0 0,0 0 0 15,0 0 0-15,-5-8 0 0,5-4 0 0,0-3 0 0,-8 3 0 0,3-7 0 16,5 0 9-16,-4 0-9 0,4-5 0 0,0 1 0 16,0-4 0-16,-4 0 8 0,4 0-8 0,0 0 0 15,0 0-8-15,4 0 8 0,-4 4 0 0,0 0-8 16,4 3 8-16,9 1 0 0,-13 0 0 0,9 3-10 15,0 1 10-15,-1 3 0 0,1 1-21 0,-5-1 2 16,5 4 1-16,4 1 0 16,0-1-33-16,-4 4-6 0,4 0-2 0,4 0-725 15,-8 1-144-15</inkml:trace>
  <inkml:trace contextRef="#ctx0" brushRef="#br0" timeOffset="109448.0233">13542 15126 1587 0,'0'0'35'0,"0"0"7"0,0 0 2 0,0 0 0 0,0 0-35 0,0 0-9 0,5 0 0 0,12 0 0 15,-13 0 88-15,9 0 16 0,-8 0 4 0,8 0 0 16,-5 0-42-16,6-4-8 0,-6 0-2 0,5-4 0 16,-4 5-24-16,4-5-4 0,0 0-2 0,4-3 0 15,-8 3-1-15,4-4 0 0,4 1 0 0,-8-5 0 16,4 5-9-16,-4-1-3 0,0-3 0 0,-1 3 0 16,1-3-5-16,0 3 0 0,-1 0-8 0,-3-3 12 0,-1 3-2 0,0 1-1 15,5-5 0-15,-9 5 0 0,0-1 4 0,0-3 1 16,0 3 0-16,0 1 0 0,-9-5 5 0,5 1 1 15,0-1 0-15,-1 5 0 0,-3-1-5 0,-1 1-1 16,0-1 0-16,1 4 0 0,-1 4 9 0,0-3 1 16,-8 7 1-16,4 0 0 0,4 0-2 0,-8 4-1 15,4-1 0-15,4 5 0 0,-8 4-4 0,-1-1-1 16,5 5 0-16,-4-1 0 0,4 4-5 0,-5 5-2 16,1-1 0-16,0 0 0 0,-1 0 2 0,1 4 0 0,0 0 0 15,8 4 0-15,-4 0 2 0,9-4 1 16,-9 0 0-16,8 0 0 0,5 0 0 0,0 0 0 15,5-4 0-15,8 0 0 0,-9 4-7 0,13-7 0 16,1 3-8-16,-1-4 12 0,0-3-12 0,5-1 0 0,0-3 0 0,-5-5 0 16,1-3-22-16,3 0 2 0,1-4 1 0,8-4 0 31,-8 0-95-31,-5-3-19 0,5-5-4 0,0-3-1059 0</inkml:trace>
  <inkml:trace contextRef="#ctx0" brushRef="#br0" timeOffset="112361.3716">7367 16087 1231 0,'0'0'27'0,"0"0"5"0,5-7 2 0,3-1 1 0,-3 0-35 0,-5 4 0 0,0 4 0 0,4-8 0 16,9 1 107-16,-13 7 14 0,0 0 3 0,0-4 1 15,0 4-22-15,0 0-5 0,0 0-1 0,0 0 0 16,0 0-13-16,0 0-4 0,0 0 0 0,9 4 0 16,-9-4-16-16,8 7-3 0,1 9-1 0,0-4 0 15,-9 7-17-15,4 0-4 0,-4 4-1 0,0 4 0 16,0 0-12-16,0 0-2 0,4 4-1 0,-4 0 0 16,0 4-7-16,0 0-2 0,5-1 0 0,3 1 0 15,-8 0-6-15,0-4-8 0,0 0 11 0,5-4-11 16,-1 0 8-16,-4 0-8 0,0-4 0 0,0-4 0 15,0-3 8-15,9-1-8 0,-9-3 0 0,0-1 0 16,0-11 0-16,0 0 0 0,0 0 0 0,0 0 0 16,0 0 0-16,0 0 0 0,-9-11-12 0,9-5 12 0,0 1-12 0,0-8 12 15,0-1-13-15,0-3 5 0,0-3-3 0,9-1 0 16,-9 0 0-16,0-4 0 0,9-4 3 0,-1 5 0 16,-3-5 0-16,-1 4 0 0,9 1 8 0,-13 3 0 15,17 0-9-15,-12 4 9 0,12 0 0 0,-13 7 0 16,9-3 0-16,5 8 0 0,-14-4 0 0,13 7 0 15,-12-4 0-15,8 9 0 0,-4-1 0 0,-1 4 0 16,1 0 0-16,-9 4 0 0,13 4 0 0,-9 4 0 16,9 0 9-16,-4 3-9 0,4 5 11 0,-9 3-3 15,9 4 0-15,-4-4 0 0,0 8 1 0,-1-3 0 0,1-1 0 0,-5 8 0 16,5 0-1-16,0-1 0 0,-9-3 0 0,4 1 0 16,-4-1-8-16,4-4 0 0,5 0 0 15,-9-4 0-15,0 0 0 0,0 1 0 0,0-9 0 0,0 5 0 16,0-5 0-16,0-11 0 0,0 0 0 0,0 0-11 15,0 0-1-15,0 0-1 0,0 0 0 0,0 0 0 16,0 0 2-16,0-11 1 0,-9 3 0 0,9-4 0 16,0-3-2-16,9 0-1 0,-9-1 0 0,0-7 0 15,5 0 3-15,-1-8 1 0,9 4 0 0,-9-4 0 16,9-4 9-16,-8-3 0 0,8 3 0 0,8 0 0 16,-12 4 0-16,4 0-13 0,4 4 5 0,1 4 8 15,-1 0 0-15,-8 8 12 0,4-1 0 0,4 5 0 16,1 3 4-16,-10 4 0 0,5 0 1 0,0 8 0 15,-8 0-3-15,12 7-1 0,-13 1 0 0,14 7 0 16,-14 1-1-16,9 3-1 0,-4 8 0 0,0 0 0 0,-5-1-3 16,9 5-8-16,-9 4 12 0,1-1-4 0,-1-3 0 0,5 0 0 15,-9-4 0-15,4 0 0 0,0 0-8 0,-4-1 0 16,9-3 9-16,-9-3-9 0,4-1 0 0,-4-8 0 16,5 1 0-16,3-1 0 15,-3-3-40-15,-5-12-4 0,0 0 0 0,0 0-777 16,0 0-156-16</inkml:trace>
  <inkml:trace contextRef="#ctx0" brushRef="#br0" timeOffset="112843.7412">8496 16284 1896 0,'0'0'54'0,"0"0"11"0,0 0-52 0,0 12-13 0,0-5 0 0,0-7 0 16,0 12 60-16,5-4 10 0,-5-8 2 0,13 7 0 16,-9-3-32-16,5 0-7 0,-1 0-1 0,10 0 0 15,-10 0-8-15,10 0-3 0,-5-8 0 0,9 0 0 16,-5 0 16-16,0-4 3 0,1 1 1 0,-1-5 0 16,-4-3-7-16,4 3-2 0,-4-3 0 0,5 3 0 15,-9-3-15-15,-1-1-3 0,1 5-1 0,4-1 0 16,-9-4-1-16,1 5 0 0,-5-1 0 0,8 1 0 15,-8-1-3-15,0 1-1 0,0 3 0 0,-8-4 0 16,8 5 0-16,-5-5-8 0,1 0 12 0,0 1-4 16,-5 3 1-16,0-4 0 0,1 5 0 0,-1-5 0 0,-4 4 0 0,4 5 0 15,-4-5 0-15,0 4 0 0,0 4 6 0,0 4 1 16,-4 0 0-16,-1 3 0 0,1 5-2 0,0 0 0 16,-1 3 0-16,5 1 0 0,-4 3-4 0,-1 4-1 15,1-4 0-15,0 4 0 0,4 1-9 0,4 3 0 16,-8 0 9-16,12 0-9 0,-8 4 0 0,0-4 0 15,9 0 0-15,0 0 0 0,-5 4 0 0,4-4 0 16,5 0 0-16,0 3 0 0,0-2 0 0,5-1-8 16,4-4 8-16,-5 4 0 0,9-8 0 0,-4 0-8 15,4 1 8-15,4-9 0 16,0 1-32-16,5-4-2 0,0-5 0 0,8-3 0 16,-8-3-138-16,4-5-27 0,4 0-5 0,-8-3-814 0</inkml:trace>
  <inkml:trace contextRef="#ctx0" brushRef="#br0" timeOffset="113466.2605">9413 16215 1825 0,'0'0'52'0,"0"0"11"15,0 0-51-15,-5-8-12 0,5 0 0 0,0 0 0 16,-4 1 60-16,4 7 8 0,0-8 3 0,-9 4 0 16,5-4-31-16,0 1-5 0,-9-1-2 0,8 4 0 0,1-4-21 0,-9-3-4 15,8 3 0-15,-12 4-8 0,4-3 24 0,-4-1-1 16,8-4-1-16,-8 8 0 0,-1-3 14 0,1 3 2 16,4 0 1-16,0 0 0 0,-5 0-2 0,1 4 0 15,0 0 0-15,-1 4 0 0,1 0-9 0,4 4-1 16,0 3-1-16,-4 1 0 0,-1-1-9 0,5 5-1 15,4 3-1-15,-8 0 0 0,4 5-4 0,0 3-1 16,4 0 0-16,-4 0 0 0,5 4 0 0,-1-1 0 16,0 1 0-16,5-4 0 0,-5 0-10 0,5 0 10 15,4 0-10-15,0-3 10 0,0-1-10 0,0 0 0 16,13 0 0-16,-9-4 0 0,1-3 0 0,8-1 0 0,-5-3 0 16,5-4 0-16,5-1 0 0,-10-3 0 0,10-4 0 0,-1-4 0 15,1-3 0-15,3-1-9 0,1-4 9 0,-5 1 0 16,9-5-15-16,-13 1 4 0,5-4 1 0,-5 3 0 15,4-3 10-15,1-1-13 0,-10 1 5 0,5 0 8 16,5 0 0-16,-14-1 0 0,9-3 0 0,-4 0 0 16,4-4 0-16,-9 8-11 0,9-5 11 0,-4 1-8 15,-1 4 8-15,-3 4 0 0,8-1 0 0,-9 5 0 16,1-1 0-16,-1 4 0 0,5 0 0 0,-9 8 0 16,0 0 8-16,0 0 3 0,0 0 1 0,0 0 0 15,0 0-2-15,0 0 0 0,0 0 0 0,0 8 0 16,0 4 0-16,4 7 0 0,-4 0 0 0,0 5 0 15,0 3-2-15,-4 0-8 0,4 4 12 0,0-4-4 16,0 3-8-16,0-3 0 0,0 0 0 0,0 0 0 16,4-3 0-16,0-1 0 0,5-4 0 0,-9 0 0 0,4-3-16 15,1-1-4-15,3 1-2 0,-3-5 0 16,-5-3-34-16,0-8-6 0,0 0-2 0,8 4 0 16,-8-4-140-16,13 0-28 0,0-4-5 0</inkml:trace>
  <inkml:trace contextRef="#ctx0" brushRef="#br0" timeOffset="114015.2822">9921 16083 1875 0,'0'0'41'0,"0"0"9"0,0 0 2 0,4-7 0 0,5-1-41 0,-9 0-11 0,0 0 0 0,4 1 0 16,-4 7 52-16,0-8 8 0,-4-4 1 0,4 5 1 16,0-1-21-16,-9 0-4 0,5 1-1 0,-1 3 0 15,1-4 3-15,-9 4 0 0,9 0 0 0,-14-3 0 16,10 3-14-16,-1 4-2 0,-4-4-1 0,4 4 0 16,-4 4-5-16,0-4-1 0,4 7 0 0,-4-3 0 15,5 4 0-15,-10 0 0 0,10 3 0 0,-1 5 0 16,5-1-2-16,-9 1-1 0,8 3 0 0,5 4 0 15,0-4-5-15,0 5-8 0,0-5 11 0,0 4-11 16,5-4 8-16,8 1-8 0,-9-1 0 0,5-4 0 16,4 5 0-16,0-5 0 0,4 1 0 0,5-1 0 0,-5-3 8 15,1-1-8-15,3 1 0 0,1-4 0 0,-5 3 0 0,1 1 0 16,3-5 0-16,-3 5 0 0,4 0 0 16,-5-1 0-16,0-3 0 0,-8 7 0 0,0-3 0 15,8-1 0-15,-13 1 10 0,1 3-10 0,-1-3 10 16,5 0-10-16,-9-1 12 0,0 1-12 0,0-1 13 0,0 1-4 15,-9-4-1-15,5 3 0 0,-1-3 0 0,1 4 0 16,-13-5 0-16,8 1 0 0,0 0 2 0,-8-4 0 16,-5 3 0-16,5-3 0 0,-5 4 0 0,-4-4 0 15,4 0 0-15,1-4 0 0,-1 0-10 0,5 0 8 16,-5-4-8-16,0 0 8 0,-4-4-8 0,4 4 0 0,5-3 0 16,8-5 0-16,-8 4-12 0,0-3-5 0,12 3-1 0,-8-4 0 31,0 1-13-31,9-1-2 0,-1 1-1 0,5-1 0 15,0 1-94-15,0-1-20 0,5-4-3 0,-1 5-537 0,5-5-108 0</inkml:trace>
  <inkml:trace contextRef="#ctx0" brushRef="#br0" timeOffset="115138.1556">10285 16095 2052 0,'0'0'45'0,"0"0"10"0,0 0 1 0,0 0 1 16,0 0-45-16,0 0-12 0,9-8 0 0,-9 1 0 0,0 7 44 0,0-4 6 15,0 4 2-15,0 0 0 0,4-8-33 0,-4 8-7 16,0 0 0-16,0 0-1 0,0 0 4 0,0 0 1 16,0 0 0-16,0 0 0 0,0 0 32 0,0 0 8 15,0 0 0-15,0 12 1 0,0-1-1 0,-4 5-1 16,4-1 0-16,-9 4 0 0,5 1-18 0,0 3-3 15,4 4-1-15,-5 4 0 0,-3-4-11 0,-1 4-2 16,9-1-1-16,0 1 0 0,0 0-11 0,0-4-8 16,0 0 12-16,0 0-12 0,0-4 8 0,4 1-8 15,1-1 0-15,3-4 0 0,-3-3 0 0,-1-1 0 16,9 0 0-16,-13-3 0 0,18 0 0 0,-14-5 0 16,9-3 0-16,-4-4 0 0,4 0-8 0,4-4 8 15,-8 0 0-15,8-3-9 0,-4-5 9 0,4 1 0 16,1-5 0-16,-10 1 0 0,5-5 0 0,5 5 0 15,-1 0 0-15,-8-5 0 0,4 1 0 0,4 0 0 0,-8-1 0 0,4 1 0 16,4 0 0-16,-12-1 0 0,12-3 0 0,-13 4 0 16,9 0 0-16,-8-5 0 0,8 1 0 0,-9 4 0 15,1 0 0-15,8-1 0 0,-13 5 0 0,4-1 8 16,0 1-8-16,-4 0 0 0,9-1 0 0,-9 5 8 16,0-1-8-16,0 0 0 0,0 5 8 0,0-1-8 15,0 0 8-15,0 1-8 0,0 7 10 0,0 0-10 16,0 0 9-16,0 0-9 0,0 0 8 0,0 0-8 15,0 0 0-15,0 0 8 0,0 0-8 0,0 0 0 16,-9 0 0-16,5 7 0 0,0 5 0 0,-1-1 0 16,-8 5 9-16,9 3-9 0,-9 0 10 0,8 1-10 15,-3 7 11-15,3 0-11 0,1 0 12 0,4 0-12 16,-4 4 9-16,-5-4-9 0,9-4 0 0,0 4 9 0,-4-4-9 16,8 0 0-16,-4 0 0 0,9-3 0 0,-5-1 0 15,5 0 0-15,-1 1-8 0,1-5 8 16,4-3 0-16,5 3 0 0,-10-7-9 0,10 0 9 0,-1-1 0 0,-4-3-10 15,4 0 10-15,5 0-8 0,-5-4 8 0,1 0-8 16,-1-4 8-16,1 0-8 0,3-4 8 0,-3-3-12 16,-10-1 12-16,10 1-12 0,-5-1 3 0,4 1 0 15,-4-5 0-15,0 1 0 0,0-1 9 0,-4 1-13 16,4-1 5-16,-4-3 8 0,-1 0-8 0,1-1 8 16,0-3 0-16,-1 0 0 0,1 0 0 0,-5 4 0 0,5-5 0 15,0 5 0-15,-9 0 0 0,8 0 0 0,1-1 0 0,-5 5 8 16,-4-5-8-16,5 9 0 0,3-5 0 0,-8 5 0 15,5 3 8-15,-5 0-8 0,0 8 8 0,4-7-8 16,-4 7 8-16,0 0-8 0,0 0 8 0,0 0-8 16,0 0 9-16,0 0-9 0,0 0 10 0,0 7-10 15,0 5 11-15,0 3-11 0,0 1 12 0,0-1-12 16,0 1 9-16,0 3-9 0,0 8 0 0,-4-4 9 16,4 4-9-16,0 0 0 0,0-3 0 0,0-1 0 15,0 0 0-15,0-4 0 0,0 0 8 0,0 1-8 16,0-1 0-16,0-4 0 0,0 5 0 0,-5-5 8 15,5 1-8-15,0-5 0 0,0-3 0 0,0-8 0 16,0 0 0-16,0 0 0 0,0 0 0 0,0 0 0 16,0 0 0-16,0 0 0 0,0 0 0 0,0 0 0 15,0 0-8-15,0 0 8 0,0 0 0 0,0 0 0 0,0 0 0 0,0-8 0 16,0 1 0-16,0-1 0 0,0-4 0 16,0 1 0-16,0-1 0 0,0 0 0 0,0-3 0 0,0 3 0 15,0-3 9-15,0 3-9 0,0-3 8 0,0-4-8 16,0-1 8-16,0 1-8 0,0 0 0 0,0-4 9 15,0 3-9-15,0 1 0 0,0 0 8 0,-8 3-8 16,8-3 0-16,0 4 0 0,0-5 0 0,0 5 0 16,0-5 0-16,8 1 0 0,-3 4 0 0,-5-1 0 15,4 1 0-15,9-1 0 0,-8 1 0 0,12 3 0 16,-4 1 0-16,-4-1-9 0,4 4 9 0,4 1 0 16,-8-1 0-16,8 0 0 0,0 4 0 0,1 1-12 15,-1-1 4-15,5 0 0 16,0 0-29-16,-5 4-6 0,5-4-1 0,-1 8 0 15,5-4-170-15,-4 4-34 0,-4 0-8 0,-10 0 0 0</inkml:trace>
  <inkml:trace contextRef="#ctx0" brushRef="#br0" timeOffset="115470.4898">11623 16060 1904 0,'0'0'42'0,"0"0"9"0,0 0 1 0,0 0 1 15,13-8-42-15,-13 8-11 0,0 0 0 0,0 0 0 16,0 0 97-16,0 0 18 0,4-3 3 0,-4 3 1 16,0 0-34-16,0 0-6 0,0 0-2 0,0 0 0 15,0 0-17-15,5 11-4 0,3 5-1 0,-8 3 0 16,5 0-9-16,-1 4-2 0,-4 4 0 0,0 0 0 0,9 1-14 0,-9 2-3 15,-9 1-1-15,9 0 0 0,0-4-16 0,0 0-10 16,-4-4 12-16,4 1-12 0,-5-5 0 0,5-4 0 16,5 1 0-16,-5-1 0 15,-5-3-30-15,5-1 0 0,0-11 0 0,0 12 0 16,0-12-25-16,0 0-5 0,0 0 0 0,0 0-1 16,0 0-135-16,0 0-28 0,0 0-4 0,0 0-760 15</inkml:trace>
  <inkml:trace contextRef="#ctx0" brushRef="#br0" timeOffset="115659.865">11714 15709 2142 0,'0'0'47'0,"0"0"9"0,0 0 3 0,0 0 1 0,0 0-48 0,0 0-12 0,0 0 0 0,0 0 0 15,-4 4 80-15,4-4 14 0,0 0 2 0,0 0 1 16,0 0-44-16,0 7-9 0,0-7-1 0,0 0-1 15,0 0-29-15,4 8-5 0,-4-8-8 0,0 0 11 16,0 0-99-16,4 8-19 0,-4-8-4 0</inkml:trace>
  <inkml:trace contextRef="#ctx0" brushRef="#br0" timeOffset="116445.6208">11884 16072 1551 0,'0'0'34'0,"0"0"7"0,0 0 2 0,0 0 1 16,4-8-36-16,-4 8-8 0,0 0 0 0,0 0 0 16,13-4 84-16,-13 4 14 0,0 0 3 0,0 0 1 15,0 0-20-15,9 0-4 0,-9 0-1 0,0 0 0 16,0 0-8-16,8 8-1 0,-3 4-1 0,8-1 0 15,-9 1-7-15,-4 3-2 0,4 4 0 0,1-3 0 0,3 7-28 0,-8 0-6 16,0 0 0-16,0 4-1 0,5 4 1 0,-5-4 1 16,0 0 0-16,0-3 0 0,0-1-10 0,0 0-3 15,0-4 0-15,0-3 0 0,0-1-12 0,0-3 9 16,4-1-9-16,-4-11 8 0,0 0-8 0,0 0 8 16,0 0-8-16,0 0 8 0,0 0-8 0,0 0 0 15,0 0-12-15,0 0 12 0,9-8-12 0,-5 1 12 16,0-5-12-16,9 1 12 0,-8-5-15 0,8-3 5 0,-13-4 1 15,4-4 0-15,9 0 9 0,-4 0 0 16,4 0 0-16,-9 0 0 0,9 0 0 0,9-4-15 0,-5 4 4 0,1 3 1 16,-14-3 10-16,18 8-8 0,-1 0 8 15,6 3-8-15,-14 5 8 0,4 3-8 16,-4 4 8-16,4 0-8 0,1 8 8 0,-1 4 0 0,-8 0 0 16,4 7 0-16,4 1 0 0,-8 3 16 0,4 0-4 0,0 8-1 15,-9-4 9-15,1 4 1 0,8 0 1 0,-13 4 0 16,4 0-2-16,-4 0-1 0,4 0 0 0,5-4 0 15,-9 0-11-15,0-4-8 0,-9 0 9 0,9 0-9 16,-4-3 0-16,4-1-13 0,-4-3 1 0,4-1 0 16,0-3-34-16,0-1-6 0,-9 1-2 0,9-12 0 15,0 0-125-15,0 0-25 0,0 0-4 0,0 0-2 16</inkml:trace>
  <inkml:trace contextRef="#ctx0" brushRef="#br0" timeOffset="117326.7244">12987 16134 1875 0,'0'0'41'0,"0"-8"9"0,0 0 2 0,0-3 0 0,0 3-41 0,0-4-11 16,0 1 0-16,0-1 0 0,0 4 55 0,0 1 9 15,0-1 1-15,0-4 1 0,0 5-29 0,-5-1-5 0,1 0-2 0,4 4 0 16,-9-3-2-16,0 3-1 0,9-4 0 0,-17 4 0 16,13-4 11-16,-9 5 2 0,0-1 1 0,4 0 0 15,-13 0-4-15,9 4-1 0,-4 0 0 0,0 0 0 16,-1 0-9-16,9 4-3 0,-12 0 0 0,3 0 0 16,1 3-8-16,0 5-3 0,-5 3 0 0,5-3 0 15,-1 7-5-15,1 0 0 0,-1 9-8 0,1-5 12 16,8 4-4-16,-8 4-8 0,0-1 11 0,12 1-11 15,-12 0 9-15,17 0-9 0,-9 0 0 0,9 0 9 16,0-8-9-16,9 0 0 0,-9 0 0 0,9 1 0 16,4-5 0-16,4-4 0 0,0 1 0 0,1-5 8 15,-5 1-8-15,4-4 0 0,9-4 0 0,-4-4 0 16,0-4 0-16,-1 0 0 0,1-4 0 0,8-4 0 16,-12 1-8-16,4-1 8 0,-1-3 0 0,1-4 0 15,-9 3 0-15,4-3 0 0,1-8 0 0,-10 4 0 16,5-1 0-16,-4 1 0 0,0 0 0 0,0 0 8 15,4 0-8-15,-9-4 0 0,9 7 0 0,-13-3 0 0,9 0 8 0,-1 4-8 16,-8 0 12-16,9 3-4 0,-9 1-8 0,9-1 0 16,-9 5 0-16,0 3 0 0,0 8 8 0,0 0 0 15,0 0 0-15,0 0 0 0,0 0-8 0,0 0 0 16,0 0 9-16,0 0-9 0,0 0 0 0,0 11 0 16,4 5 0-16,-4-1 0 0,4 5 10 0,1 3-2 15,3 0-8-15,-8 8 12 0,9 0 2 0,0 0 0 16,-1 7 0-16,1-3 0 0,-5 4 6 0,5-5 0 15,0 1 1-15,-1 4 0 0,1-1-7 0,0 5-2 16,4-1 0-16,-9 5 0 0,9-5-12 0,-8 4 0 0,-1-3 0 16,5-5 0-16,-1 5 0 0,1-1 8 0,-5-3-8 15,-4 4 0-15,0-9 0 0,0 1 0 16,0 0 8-16,0-1-8 0,0-3 0 0,-4 0 0 0,-9 4 8 16,9 0-8-16,-5-4 0 0,0 0 0 0,1-4 0 0,-1 0 0 15,5-8 0-15,-14 4 0 0,5-7 0 0,0-1 0 16,0-3 0-16,-4-5 0 0,-1-3 0 0,1 0 0 15,-5-4 0-15,5 0 0 0,-5-4 0 0,-8 0 0 16,8-3 0-16,-13-5 0 0,9 0 0 0,-8 1 0 16,-1-5 0-16,0-3 11 0,9 0-11 0,-9-4 10 15,9-1-10-15,-4-3 12 0,8 0-12 0,0-4 12 16,-4 4-12-16,13-3 0 0,-4 3 0 0,4-4 0 16,9 4 0-16,-5-4-9 0,5 0 9 0,4 0 0 15,4 0-12-15,5 0 12 0,-5-4-12 0,9 1 12 16,-4-1-11-16,8 0 11 0,0 0-10 0,5 5 10 0,0-1-8 0,8 4 8 15,-8 0 0-15,8 3-9 0,-4 1 0 0,9 4 0 16,0 0 0-16,4 3 0 0,-4 1 9 0,-5-1-12 16,0 5 12-16,10-1-12 15,-14 1-20-15,8 3-5 0,-3-4-1 0,8 5 0 16,-4-1-140-16,-9 4-28 0,8 0-6 0</inkml:trace>
  <inkml:trace contextRef="#ctx0" brushRef="#br0" timeOffset="117558.3804">13586 16415 2595 0,'0'0'57'0,"0"0"12"0,0 0 3 0,0 0 0 0,0 0-57 0,0 0-15 0,0 0 0 0,0 0 0 15,0 0 91-15,0 0 15 0,0 0 3 0,13 4 1 16,-13-4-69-16,8 0-13 0,6 0-4 0,-14 0 0 16,4 0-34-16,-4 0-7 0,13 0-2 0,-13 0-1330 15</inkml:trace>
  <inkml:trace contextRef="#ctx0" brushRef="#br0" timeOffset="120890.3169">16495 7779 1717 0,'0'0'37'0,"0"0"8"16,0 0 2-16,0 0 2 0,0 0-39 0,0 0-10 0,0 0 0 0,0 0 0 0,0 0 47 0,0 0 7 16,5-8 2-16,8 4 0 0,-9 0 20 0,13 4 5 15,-8-3 1-15,4 3 0 0,4-4-31 0,1 0-7 16,-1 4 0-16,9 0-1 0,-4 0-8 0,8-4-2 16,-4 4 0-16,5 0 0 0,-5 0-23 0,4 0-10 15,5 0 8-15,-9 0-8 0,4 0 0 0,-4 0 0 16,5 0 0-16,-9 0 0 15,-1 0-32-15,10 0-12 0,-10 0-3 0,1-4-666 0,0 4-134 0</inkml:trace>
  <inkml:trace contextRef="#ctx0" brushRef="#br0" timeOffset="121611.0495">16382 13168 1875 0,'0'0'41'0,"0"0"9"0,0 0 2 0,0 0 0 16,0 0-41-16,0 0-11 0,0 0 0 0,0 0 0 0,0 0 51 0,0 0 8 15,0 0 1-15,5-3 1 0,8-5 11 0,-9 4 1 16,13 0 1-16,-12 4 0 0,8 0-10 0,4 0-1 16,1 0-1-16,-5 0 0 0,4 0-18 0,0 0-3 15,5 4-1-15,-5-4 0 0,9 4-26 0,-4-4-6 16,0 0 0-16,4 4-8 0,4 0 0 0,5-4 0 16,-9 0 0-16,9 3-12 15,0-3-93-15,-1 0-19 0,-12 4-3 0,13-4-605 16,-9 0-122-16</inkml:trace>
  <inkml:trace contextRef="#ctx0" brushRef="#br0" timeOffset="122188.2455">16495 15740 1958 0,'0'0'43'0,"0"0"9"0,0 0 1 0,0 0 3 0,0 0-45 0,0 0-11 0,0 0 0 0,0 0 0 15,0 0 91-15,0 0 16 0,0 0 3 0,0 0 1 16,0 0-48-16,0 0-10 0,5 7-1 0,8 1-1 15,4-4-11-15,-4 0-3 0,4-4 0 0,1 4 0 16,3-4-12-16,10 0-2 0,-9 0-1 0,8-4 0 16,-8 4-22-16,12 0 9 0,-3-4-9 0,4 0 0 15,-1 0-83-15,5-3-23 0,0-1-5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8/9/2018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710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 optional revision activity to get the students to brainstorm what they remember about column graphs – try popcorn or limit input to two per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436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F838A638-3C49-4640-98E6-F54574FDD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Note usual time recording places data in order naturally. This is not always the case for all.</a:t>
            </a:r>
          </a:p>
          <a:p>
            <a:r>
              <a:rPr lang="en-AU" dirty="0"/>
              <a:t>You might also like to discuss dependent and independent variables as going on the y-axis and x-axis respectively. Students should have already done this in science.</a:t>
            </a:r>
          </a:p>
          <a:p>
            <a:r>
              <a:rPr lang="en-AU" dirty="0"/>
              <a:t>Important points – Numbers go on the gridlines (not like column graphs). The x-axis does not always start at zero. It will start with our data. The y-axis will start at zero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might like to use this for a demonstration.</a:t>
            </a:r>
          </a:p>
          <a:p>
            <a:r>
              <a:rPr lang="en-AU" dirty="0"/>
              <a:t>Note that the data is not in order – age will go on the x-axis.</a:t>
            </a:r>
          </a:p>
          <a:p>
            <a:r>
              <a:rPr lang="en-AU" dirty="0"/>
              <a:t>You might like to print this page as two to a page to provide an A5 worksheet for the students to follow along with the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259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Or you might try </a:t>
            </a:r>
            <a:r>
              <a:rPr lang="en-US" dirty="0"/>
              <a:t>Cambridge p407 – there are assorted questions there.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31292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056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9A87BE1-12BE-4A9A-A282-A1D01C2C7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might like to split this pack into two lessons here. That way students become familiar with the concept in the first lesson then explore a specific case in the second</a:t>
            </a:r>
          </a:p>
        </p:txBody>
      </p:sp>
    </p:spTree>
    <p:extLst>
      <p:ext uri="{BB962C8B-B14F-4D97-AF65-F5344CB8AC3E}">
        <p14:creationId xmlns:p14="http://schemas.microsoft.com/office/powerpoint/2010/main" val="3433764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9A87BE1-12BE-4A9A-A282-A1D01C2C7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5003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might like to use this for a demonstration – Get them to create a story using the numbers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far was traveled in total? 30km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far was traveled in the first hour? 5km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happening in the fourth hour? He is stopped. Why might that be?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was the person travelling the fastest? Last hour. Why do you think that might be?</a:t>
            </a: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last hour, how far does the cyclist travel? 20km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169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8485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Worksheets are loaded on Connect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596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766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9B85B-7795-421A-8D18-F98A53FCA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DDD43-758D-4D28-9DC9-DB96B1B1F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478BA-8E0D-4993-8D17-1CEE9F79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B9E5A-7406-4EE2-AF2D-4CBA8E69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E6EAE-E3F7-4E84-A447-1FC26FD6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399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681A-5714-4D8E-8041-882BD0F4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1E85E-D11A-420D-8454-7F6F3B847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3660F-5C99-4836-B34A-64CA3831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19A94-4B3C-44A6-8FFD-2BD380B8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EB8C-28D1-429F-9FC0-A031B1D6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87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21C36-4A5B-4529-804A-E3F689C5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6F324-208A-4088-8E83-75DCA95CC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A25BE-8712-4899-A953-E83BD503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1E923-2C4E-44BC-8F12-B01596D3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34247-A3E4-4FCA-94C1-18DC0591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125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B556-6DA9-4433-8269-805C8D8E2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47338-0968-48D7-8D40-67CC3E64A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248EA-318D-49BC-96E8-FD80DC1FE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F81CE-8CBF-41BA-BAA7-FD5A84B74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F110E-7316-4E77-B668-226A536C4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C1D0C-258B-434D-8695-C9045A8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647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D8DF-7D5B-49AB-AA7D-FC7A206B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EA93A-2CC6-4900-80D5-A2F74946F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706A5-76A2-4031-83F8-756B8B02A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94A30-CA05-4772-A4B8-A441E2645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167DD-E27C-4CD5-9A54-3204A94E7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6C963-B6CF-4E6D-9D71-F5E4AAC9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EA515-74AE-4ACF-B59C-AE5A6F3E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EB5636-6064-4E6C-B346-02F1E7347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731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A7945-A39B-4CBE-AC8E-9459312E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B9C20-F399-4948-9C59-B3875696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E0A60-44BF-4959-983B-81A33168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7D067-E06C-401C-876C-6B43911A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6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F460A-2E4F-4DE0-A476-8C499835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B7F67-B727-464A-AF53-A17B8184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B591F-E9AB-4B87-83CD-E3238188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23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8DBF-A050-45BF-B7A5-A02EF893C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54C8C-F90E-48FF-A605-88A1C5DF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21363-1262-4778-8778-35C45DC17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20DEE-B785-4628-9C45-8E889BF80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2352A-82C1-4BC1-9654-CB543B86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3AEB8-A93F-4A1E-9F24-86B9D179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322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4EA2-D6D4-48E6-B446-2D366ED3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24714-9DE4-41DF-B165-23B0C02B7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16E92-74DE-44BC-A18E-1A15D4307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4CEBF-0444-4484-A84F-55AFA26E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924E7-2F54-4380-9416-A51ABBBC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DE40F-4128-4AD4-9674-3EEC8602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01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1C15-181A-4005-B016-8A7683BC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63D73-BAD6-4D82-B518-01C1CF4AF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4A8CC-238B-44B0-AF3F-EB31E2F4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3DC5E-A60C-4AE1-AB17-53A48D5D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4E1EE-D79D-415B-8459-6401ADF3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006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58B14-B804-4ED4-BEE7-F3602789B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AD7EA-F52E-4E0A-9C78-18F704F52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CE13D-A299-431C-9167-5C669CB0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1F2A5-8D3F-4544-AE92-05057789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F8C22-22CF-49D1-8AB8-C86F3D6E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60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738315-3766-4089-972E-E62041BF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E5CE4-FF61-4CA6-A2E3-37CD4043F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E9E0-1B83-44F4-B4DF-F28937465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E26F8-C16A-4A44-B9CE-7805D85A4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A7FE9-9F69-41F2-8EF3-506B32B0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939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2774"/>
            <a:ext cx="6858000" cy="777272"/>
          </a:xfrm>
        </p:spPr>
        <p:txBody>
          <a:bodyPr>
            <a:normAutofit/>
          </a:bodyPr>
          <a:lstStyle/>
          <a:p>
            <a:r>
              <a:rPr lang="en-US" dirty="0"/>
              <a:t>Statistical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172" y="2675434"/>
            <a:ext cx="7882759" cy="2112521"/>
          </a:xfrm>
        </p:spPr>
        <p:txBody>
          <a:bodyPr>
            <a:noAutofit/>
          </a:bodyPr>
          <a:lstStyle/>
          <a:p>
            <a:r>
              <a:rPr lang="en-US" sz="2800" dirty="0"/>
              <a:t>Topic: Line/Travel Graph</a:t>
            </a:r>
          </a:p>
          <a:p>
            <a:endParaRPr lang="en-US" sz="2800" dirty="0"/>
          </a:p>
          <a:p>
            <a:r>
              <a:rPr lang="en-US" sz="2800" dirty="0"/>
              <a:t>EQ: What is a line graph and how do we use them to display data?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1729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1839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5335" y="510081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8ABC5-28B8-4950-ABE6-481516658535}"/>
              </a:ext>
            </a:extLst>
          </p:cNvPr>
          <p:cNvSpPr txBox="1"/>
          <p:nvPr/>
        </p:nvSpPr>
        <p:spPr>
          <a:xfrm>
            <a:off x="122528" y="510081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59511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9057EC-F5F6-4D64-B73F-149B89CDE169}"/>
              </a:ext>
            </a:extLst>
          </p:cNvPr>
          <p:cNvSpPr txBox="1"/>
          <p:nvPr/>
        </p:nvSpPr>
        <p:spPr>
          <a:xfrm>
            <a:off x="457200" y="381000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Revision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EFC46-3E54-4FDF-AB79-EC8E1E2FADD1}"/>
              </a:ext>
            </a:extLst>
          </p:cNvPr>
          <p:cNvSpPr txBox="1"/>
          <p:nvPr/>
        </p:nvSpPr>
        <p:spPr>
          <a:xfrm>
            <a:off x="457200" y="1079500"/>
            <a:ext cx="1795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Brainstorm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C69743C-A4F0-44A9-8108-304E39E40836}"/>
              </a:ext>
            </a:extLst>
          </p:cNvPr>
          <p:cNvSpPr/>
          <p:nvPr/>
        </p:nvSpPr>
        <p:spPr>
          <a:xfrm>
            <a:off x="3327400" y="3429000"/>
            <a:ext cx="1930400" cy="952500"/>
          </a:xfrm>
          <a:prstGeom prst="ellips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400" dirty="0"/>
              <a:t>Column Graphs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3BBE6AE-ED9C-409A-A961-B3F94BE6A129}"/>
                  </a:ext>
                </a:extLst>
              </p14:cNvPr>
              <p14:cNvContentPartPr/>
              <p14:nvPr/>
            </p14:nvContentPartPr>
            <p14:xfrm>
              <a:off x="2803680" y="1275840"/>
              <a:ext cx="5688000" cy="4525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3BBE6AE-ED9C-409A-A961-B3F94BE6A1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4320" y="1266480"/>
                <a:ext cx="5706720" cy="45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69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11EFE-900E-4F7E-B814-F04BD904434E}"/>
              </a:ext>
            </a:extLst>
          </p:cNvPr>
          <p:cNvSpPr txBox="1"/>
          <p:nvPr/>
        </p:nvSpPr>
        <p:spPr>
          <a:xfrm>
            <a:off x="80408" y="2271852"/>
            <a:ext cx="2141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What is a line graph?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177744-6673-4E57-87C5-4C31069968BE}"/>
              </a:ext>
            </a:extLst>
          </p:cNvPr>
          <p:cNvSpPr txBox="1"/>
          <p:nvPr/>
        </p:nvSpPr>
        <p:spPr>
          <a:xfrm>
            <a:off x="2348151" y="2271852"/>
            <a:ext cx="341696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A line graph shows continuous data.</a:t>
            </a:r>
          </a:p>
          <a:p>
            <a:endParaRPr lang="en-AU" sz="2200" dirty="0"/>
          </a:p>
          <a:p>
            <a:r>
              <a:rPr lang="en-AU" sz="2200" dirty="0"/>
              <a:t>For example – temperature through the day.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3A832-4D04-4780-8F96-11340AC05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987" y="4052075"/>
            <a:ext cx="3029907" cy="26656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AF12084-E2CA-42E8-94B3-21F945C7AD6C}"/>
                  </a:ext>
                </a:extLst>
              </p14:cNvPr>
              <p14:cNvContentPartPr/>
              <p14:nvPr/>
            </p14:nvContentPartPr>
            <p14:xfrm>
              <a:off x="4706280" y="2258280"/>
              <a:ext cx="2007720" cy="421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AF12084-E2CA-42E8-94B3-21F945C7AD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6920" y="2248920"/>
                <a:ext cx="2026440" cy="4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580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6308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86692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31E1F8-4D7D-48E3-BF0A-12385102A92E}"/>
              </a:ext>
            </a:extLst>
          </p:cNvPr>
          <p:cNvSpPr txBox="1"/>
          <p:nvPr/>
        </p:nvSpPr>
        <p:spPr>
          <a:xfrm>
            <a:off x="93471" y="2328857"/>
            <a:ext cx="21412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How do we make a line graph?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535713-0F77-478A-92A9-3C87568B6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628741"/>
              </p:ext>
            </p:extLst>
          </p:nvPr>
        </p:nvGraphicFramePr>
        <p:xfrm>
          <a:off x="3346404" y="1966736"/>
          <a:ext cx="2236906" cy="201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33868">
                  <a:extLst>
                    <a:ext uri="{9D8B030D-6E8A-4147-A177-3AD203B41FA5}">
                      <a16:colId xmlns:a16="http://schemas.microsoft.com/office/drawing/2014/main" val="304238744"/>
                    </a:ext>
                  </a:extLst>
                </a:gridCol>
                <a:gridCol w="1303038">
                  <a:extLst>
                    <a:ext uri="{9D8B030D-6E8A-4147-A177-3AD203B41FA5}">
                      <a16:colId xmlns:a16="http://schemas.microsoft.com/office/drawing/2014/main" val="483519678"/>
                    </a:ext>
                  </a:extLst>
                </a:gridCol>
              </a:tblGrid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Temperature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772231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909576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10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157602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11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516278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12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889065"/>
                  </a:ext>
                </a:extLst>
              </a:tr>
              <a:tr h="324359">
                <a:tc>
                  <a:txBody>
                    <a:bodyPr/>
                    <a:lstStyle/>
                    <a:p>
                      <a:r>
                        <a:rPr lang="en-AU" sz="1600" dirty="0"/>
                        <a:t>1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4767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39034886-E77B-4B1D-B574-497B8B84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499" y="4168292"/>
            <a:ext cx="2971100" cy="261391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F38763B-3E2A-4C7C-8661-F4DC23991CB8}"/>
              </a:ext>
            </a:extLst>
          </p:cNvPr>
          <p:cNvSpPr txBox="1"/>
          <p:nvPr/>
        </p:nvSpPr>
        <p:spPr>
          <a:xfrm>
            <a:off x="5827152" y="2328857"/>
            <a:ext cx="33304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AU" sz="2200" dirty="0"/>
              <a:t>List the data points in order.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96B21E-0661-4943-AA2B-1518F360AD69}"/>
              </a:ext>
            </a:extLst>
          </p:cNvPr>
          <p:cNvSpPr txBox="1"/>
          <p:nvPr/>
        </p:nvSpPr>
        <p:spPr>
          <a:xfrm>
            <a:off x="5791558" y="4274563"/>
            <a:ext cx="33304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 startAt="2"/>
            </a:pPr>
            <a:r>
              <a:rPr lang="en-AU" sz="2200" dirty="0"/>
              <a:t>Draw the axes to fit the data. </a:t>
            </a:r>
          </a:p>
          <a:p>
            <a:pPr marL="457200" indent="-457200">
              <a:buFont typeface="+mj-lt"/>
              <a:buAutoNum type="arabicParenR" startAt="2"/>
            </a:pPr>
            <a:endParaRPr lang="en-AU" sz="2200" dirty="0"/>
          </a:p>
          <a:p>
            <a:pPr marL="457200" indent="-457200">
              <a:buFont typeface="+mj-lt"/>
              <a:buAutoNum type="arabicParenR" startAt="2"/>
            </a:pPr>
            <a:r>
              <a:rPr lang="en-AU" sz="2200" dirty="0"/>
              <a:t>Plot the points and connect with straight lines.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C9ACC4-A784-4F61-A4C8-761A6A7278A5}"/>
                  </a:ext>
                </a:extLst>
              </p14:cNvPr>
              <p14:cNvContentPartPr/>
              <p14:nvPr/>
            </p14:nvContentPartPr>
            <p14:xfrm>
              <a:off x="2400480" y="1733040"/>
              <a:ext cx="3750840" cy="4550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C9ACC4-A784-4F61-A4C8-761A6A7278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91120" y="1723680"/>
                <a:ext cx="3769560" cy="456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86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2791F9-9BD0-44F9-83EB-0807CF466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235123"/>
              </p:ext>
            </p:extLst>
          </p:nvPr>
        </p:nvGraphicFramePr>
        <p:xfrm>
          <a:off x="6103631" y="635673"/>
          <a:ext cx="2720094" cy="201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99704">
                  <a:extLst>
                    <a:ext uri="{9D8B030D-6E8A-4147-A177-3AD203B41FA5}">
                      <a16:colId xmlns:a16="http://schemas.microsoft.com/office/drawing/2014/main" val="4074574083"/>
                    </a:ext>
                  </a:extLst>
                </a:gridCol>
                <a:gridCol w="1420390">
                  <a:extLst>
                    <a:ext uri="{9D8B030D-6E8A-4147-A177-3AD203B41FA5}">
                      <a16:colId xmlns:a16="http://schemas.microsoft.com/office/drawing/2014/main" val="3160757041"/>
                    </a:ext>
                  </a:extLst>
                </a:gridCol>
              </a:tblGrid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Height (cm)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79356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336339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64488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170635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7915"/>
                  </a:ext>
                </a:extLst>
              </a:tr>
              <a:tr h="332365">
                <a:tc>
                  <a:txBody>
                    <a:bodyPr/>
                    <a:lstStyle/>
                    <a:p>
                      <a:r>
                        <a:rPr lang="en-AU" sz="1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60024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E998081-90ED-48CF-A8BD-6B45672BB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24" y="1002535"/>
            <a:ext cx="4869390" cy="4831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34CFEF-EDC8-46B6-8978-75DB65AF4272}"/>
              </a:ext>
            </a:extLst>
          </p:cNvPr>
          <p:cNvSpPr txBox="1"/>
          <p:nvPr/>
        </p:nvSpPr>
        <p:spPr>
          <a:xfrm>
            <a:off x="144963" y="242145"/>
            <a:ext cx="2895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How does it work?</a:t>
            </a:r>
          </a:p>
        </p:txBody>
      </p:sp>
    </p:spTree>
    <p:extLst>
      <p:ext uri="{BB962C8B-B14F-4D97-AF65-F5344CB8AC3E}">
        <p14:creationId xmlns:p14="http://schemas.microsoft.com/office/powerpoint/2010/main" val="228278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55376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628846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11EFE-900E-4F7E-B814-F04BD904434E}"/>
              </a:ext>
            </a:extLst>
          </p:cNvPr>
          <p:cNvSpPr txBox="1"/>
          <p:nvPr/>
        </p:nvSpPr>
        <p:spPr>
          <a:xfrm>
            <a:off x="80408" y="2271852"/>
            <a:ext cx="2141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How do we read a line graph?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9C5BE9-A1A6-4F62-9AD7-D34E1F949B69}"/>
              </a:ext>
            </a:extLst>
          </p:cNvPr>
          <p:cNvSpPr txBox="1"/>
          <p:nvPr/>
        </p:nvSpPr>
        <p:spPr>
          <a:xfrm>
            <a:off x="2408136" y="2283217"/>
            <a:ext cx="31032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e.g. In what month does Brisbane have an average rainfall of 140mm?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F939A5-1297-49DA-B7DF-829DA8EC3EF6}"/>
              </a:ext>
            </a:extLst>
          </p:cNvPr>
          <p:cNvGrpSpPr/>
          <p:nvPr/>
        </p:nvGrpSpPr>
        <p:grpSpPr>
          <a:xfrm>
            <a:off x="3328153" y="3381939"/>
            <a:ext cx="5747173" cy="3375170"/>
            <a:chOff x="799718" y="3625136"/>
            <a:chExt cx="4669329" cy="248356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A7D6E39-8D18-4090-9F20-1437A97D9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9718" y="3625136"/>
              <a:ext cx="4669329" cy="2483560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0F9F4EB-01AC-4179-9133-3B48884A5D5A}"/>
                </a:ext>
              </a:extLst>
            </p:cNvPr>
            <p:cNvCxnSpPr>
              <a:cxnSpLocks/>
            </p:cNvCxnSpPr>
            <p:nvPr/>
          </p:nvCxnSpPr>
          <p:spPr>
            <a:xfrm>
              <a:off x="1436149" y="4535428"/>
              <a:ext cx="824451" cy="1117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3393B9E-FB1B-4A22-A713-C6EF2127EA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1628" y="4572000"/>
              <a:ext cx="13572" cy="11418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024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CB3C39-0C08-496D-811F-82EEB6AF2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06" y="2829081"/>
            <a:ext cx="7066504" cy="37585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55D835-B0E0-4E2C-A2DC-8BDB6957C9BC}"/>
              </a:ext>
            </a:extLst>
          </p:cNvPr>
          <p:cNvSpPr txBox="1"/>
          <p:nvPr/>
        </p:nvSpPr>
        <p:spPr>
          <a:xfrm>
            <a:off x="568185" y="459201"/>
            <a:ext cx="727582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Practice:</a:t>
            </a:r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What is the average June rainfall for Melbourne?</a:t>
            </a:r>
          </a:p>
          <a:p>
            <a:endParaRPr lang="en-AU" sz="2400" dirty="0"/>
          </a:p>
          <a:p>
            <a:r>
              <a:rPr lang="en-AU" sz="2400" dirty="0"/>
              <a:t>In what months does Brisbane have an average rainfall of 100mm?</a:t>
            </a:r>
          </a:p>
        </p:txBody>
      </p:sp>
    </p:spTree>
    <p:extLst>
      <p:ext uri="{BB962C8B-B14F-4D97-AF65-F5344CB8AC3E}">
        <p14:creationId xmlns:p14="http://schemas.microsoft.com/office/powerpoint/2010/main" val="120812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197F-33CC-4642-97AD-718C6BD5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4" y="192973"/>
            <a:ext cx="7543800" cy="550637"/>
          </a:xfrm>
        </p:spPr>
        <p:txBody>
          <a:bodyPr/>
          <a:lstStyle/>
          <a:p>
            <a:r>
              <a:rPr lang="en-AU" dirty="0"/>
              <a:t>Independent Practice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93507-6C11-4CA9-9C67-1A92C5935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4223"/>
            <a:ext cx="9144000" cy="434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DD1C5A-11B2-4DF4-8B5A-5468A91AD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0763"/>
            <a:ext cx="9144000" cy="393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5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DF0E-FCE0-4966-920A-0AE67782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27678" cy="1177573"/>
          </a:xfrm>
        </p:spPr>
        <p:txBody>
          <a:bodyPr>
            <a:normAutofit/>
          </a:bodyPr>
          <a:lstStyle/>
          <a:p>
            <a:r>
              <a:rPr lang="en-AU" sz="2400" dirty="0"/>
              <a:t>Extension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19BAC-16E3-4974-8BFB-D7670101C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005" y="0"/>
            <a:ext cx="7414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1900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Line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1729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line graph and how do we use them to display data?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1839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5335" y="510081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8ABC5-28B8-4950-ABE6-481516658535}"/>
              </a:ext>
            </a:extLst>
          </p:cNvPr>
          <p:cNvSpPr txBox="1"/>
          <p:nvPr/>
        </p:nvSpPr>
        <p:spPr>
          <a:xfrm>
            <a:off x="122528" y="510081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5" name="Right Arrow 6">
            <a:extLst>
              <a:ext uri="{FF2B5EF4-FFF2-40B4-BE49-F238E27FC236}">
                <a16:creationId xmlns:a16="http://schemas.microsoft.com/office/drawing/2014/main" id="{A992D856-BD46-4F2D-B9A7-E8717CDAC8DE}"/>
              </a:ext>
            </a:extLst>
          </p:cNvPr>
          <p:cNvSpPr/>
          <p:nvPr/>
        </p:nvSpPr>
        <p:spPr>
          <a:xfrm rot="8845994">
            <a:off x="1140158" y="4693200"/>
            <a:ext cx="735801" cy="395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6B89BE-E470-405A-AC79-2930AA85790E}"/>
              </a:ext>
            </a:extLst>
          </p:cNvPr>
          <p:cNvSpPr txBox="1"/>
          <p:nvPr/>
        </p:nvSpPr>
        <p:spPr>
          <a:xfrm>
            <a:off x="1856233" y="4267962"/>
            <a:ext cx="447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 your summary by answering the EQ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AE8A8-21E2-49D6-9979-AD3BC4F3960E}"/>
              </a:ext>
            </a:extLst>
          </p:cNvPr>
          <p:cNvSpPr txBox="1"/>
          <p:nvPr/>
        </p:nvSpPr>
        <p:spPr>
          <a:xfrm>
            <a:off x="122528" y="5564327"/>
            <a:ext cx="6553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 graphs display __________ data in ___________________. </a:t>
            </a:r>
          </a:p>
          <a:p>
            <a:r>
              <a:rPr lang="en-US" dirty="0"/>
              <a:t>They show 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8338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35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Travel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7458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travel graph and how do we use them?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7458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5335" y="566267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8ABC5-28B8-4950-ABE6-481516658535}"/>
              </a:ext>
            </a:extLst>
          </p:cNvPr>
          <p:cNvSpPr txBox="1"/>
          <p:nvPr/>
        </p:nvSpPr>
        <p:spPr>
          <a:xfrm>
            <a:off x="122528" y="5662671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49DA00-582A-41CE-AAF7-169D301C138A}"/>
              </a:ext>
            </a:extLst>
          </p:cNvPr>
          <p:cNvSpPr txBox="1"/>
          <p:nvPr/>
        </p:nvSpPr>
        <p:spPr>
          <a:xfrm>
            <a:off x="80408" y="2258997"/>
            <a:ext cx="21412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a travel graph?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B27555-F646-4FA6-85E6-902337F1EE9D}"/>
              </a:ext>
            </a:extLst>
          </p:cNvPr>
          <p:cNvSpPr txBox="1"/>
          <p:nvPr/>
        </p:nvSpPr>
        <p:spPr>
          <a:xfrm>
            <a:off x="2303983" y="2258997"/>
            <a:ext cx="34460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 travel graph is a special type of line graph.</a:t>
            </a:r>
          </a:p>
          <a:p>
            <a:endParaRPr lang="en-AU" sz="2000" dirty="0"/>
          </a:p>
          <a:p>
            <a:r>
              <a:rPr lang="en-AU" sz="2000" dirty="0"/>
              <a:t>It shows the distance someone travels over time.</a:t>
            </a:r>
          </a:p>
          <a:p>
            <a:endParaRPr lang="en-AU" sz="2000" dirty="0"/>
          </a:p>
          <a:p>
            <a:r>
              <a:rPr lang="en-AU" sz="2000" dirty="0"/>
              <a:t>Time on x-axis</a:t>
            </a:r>
          </a:p>
          <a:p>
            <a:endParaRPr lang="en-AU" sz="2000" dirty="0"/>
          </a:p>
          <a:p>
            <a:r>
              <a:rPr lang="en-AU" sz="2000" dirty="0"/>
              <a:t>Distance travelled on y-axis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F6F90-669C-429A-ACA3-387930C00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518" y="2373402"/>
            <a:ext cx="3059767" cy="314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6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Travel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7458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travel graph and how do we use them?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7458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15B85D-D4F5-4C50-A2F8-F31E3B2E9089}"/>
              </a:ext>
            </a:extLst>
          </p:cNvPr>
          <p:cNvSpPr txBox="1"/>
          <p:nvPr/>
        </p:nvSpPr>
        <p:spPr>
          <a:xfrm>
            <a:off x="46316" y="2275103"/>
            <a:ext cx="21412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How do I read it?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C1FA4E-A11E-4534-8D8A-33FE440EBA12}"/>
              </a:ext>
            </a:extLst>
          </p:cNvPr>
          <p:cNvSpPr txBox="1"/>
          <p:nvPr/>
        </p:nvSpPr>
        <p:spPr>
          <a:xfrm>
            <a:off x="2267744" y="2279679"/>
            <a:ext cx="33316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Slope = moving</a:t>
            </a:r>
          </a:p>
          <a:p>
            <a:r>
              <a:rPr lang="en-AU" sz="2200" dirty="0"/>
              <a:t>Flat = stationary</a:t>
            </a:r>
          </a:p>
          <a:p>
            <a:r>
              <a:rPr lang="en-AU" sz="2200" dirty="0"/>
              <a:t>Higher slope = travelling faster</a:t>
            </a:r>
          </a:p>
          <a:p>
            <a:r>
              <a:rPr lang="en-AU" sz="2200" dirty="0"/>
              <a:t>Down = moving closer</a:t>
            </a:r>
          </a:p>
          <a:p>
            <a:endParaRPr lang="en-AU" sz="2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339CC8-3CFC-4743-9BB0-F18F1AB09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395" y="4125863"/>
            <a:ext cx="2503634" cy="25710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1AA90D3-5531-4392-A3F2-3FC2B3EEA817}"/>
              </a:ext>
            </a:extLst>
          </p:cNvPr>
          <p:cNvSpPr txBox="1"/>
          <p:nvPr/>
        </p:nvSpPr>
        <p:spPr>
          <a:xfrm>
            <a:off x="5827152" y="2280731"/>
            <a:ext cx="304099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/>
              <a:t>Find the information you know then follow the gridlines to find the information you want.</a:t>
            </a:r>
          </a:p>
          <a:p>
            <a:endParaRPr lang="en-AU" sz="2200" dirty="0"/>
          </a:p>
          <a:p>
            <a:r>
              <a:rPr lang="en-AU" sz="2200" dirty="0"/>
              <a:t>e.g. How far had the cyclist travelled after 3 hours?</a:t>
            </a:r>
          </a:p>
          <a:p>
            <a:endParaRPr lang="en-AU" sz="2200" dirty="0"/>
          </a:p>
          <a:p>
            <a:r>
              <a:rPr lang="en-AU" sz="2200" dirty="0"/>
              <a:t>Follow the three gridline up to the line then across to read 20 km on the y-axis.</a:t>
            </a:r>
          </a:p>
        </p:txBody>
      </p:sp>
    </p:spTree>
    <p:extLst>
      <p:ext uri="{BB962C8B-B14F-4D97-AF65-F5344CB8AC3E}">
        <p14:creationId xmlns:p14="http://schemas.microsoft.com/office/powerpoint/2010/main" val="377806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34CFEF-EDC8-46B6-8978-75DB65AF4272}"/>
              </a:ext>
            </a:extLst>
          </p:cNvPr>
          <p:cNvSpPr txBox="1"/>
          <p:nvPr/>
        </p:nvSpPr>
        <p:spPr>
          <a:xfrm>
            <a:off x="144963" y="242145"/>
            <a:ext cx="5898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How does it work and how do I read it?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E08BEC-2C24-4A13-B0BB-EF0A6C61F944}"/>
              </a:ext>
            </a:extLst>
          </p:cNvPr>
          <p:cNvGrpSpPr/>
          <p:nvPr/>
        </p:nvGrpSpPr>
        <p:grpSpPr>
          <a:xfrm>
            <a:off x="970946" y="1244907"/>
            <a:ext cx="4746809" cy="4819992"/>
            <a:chOff x="596372" y="1189822"/>
            <a:chExt cx="5143415" cy="50733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998081-90ED-48CF-A8BD-6B45672BB5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6833" r="56709"/>
            <a:stretch/>
          </p:blipFill>
          <p:spPr>
            <a:xfrm>
              <a:off x="596372" y="1522673"/>
              <a:ext cx="4790876" cy="4740529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018FC6E-9128-4C2C-804D-81AFA47A2778}"/>
                </a:ext>
              </a:extLst>
            </p:cNvPr>
            <p:cNvCxnSpPr/>
            <p:nvPr/>
          </p:nvCxnSpPr>
          <p:spPr>
            <a:xfrm flipV="1">
              <a:off x="749147" y="1189822"/>
              <a:ext cx="0" cy="32400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7375B50-B54E-4424-9244-D991430C232A}"/>
                </a:ext>
              </a:extLst>
            </p:cNvPr>
            <p:cNvCxnSpPr>
              <a:cxnSpLocks/>
            </p:cNvCxnSpPr>
            <p:nvPr/>
          </p:nvCxnSpPr>
          <p:spPr>
            <a:xfrm>
              <a:off x="5332163" y="6083986"/>
              <a:ext cx="407624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B5604D3-5F20-4A98-A0B8-53813F6BCD88}"/>
              </a:ext>
            </a:extLst>
          </p:cNvPr>
          <p:cNvSpPr txBox="1"/>
          <p:nvPr/>
        </p:nvSpPr>
        <p:spPr>
          <a:xfrm>
            <a:off x="2856904" y="6274291"/>
            <a:ext cx="113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Time (hrs)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351DE4-2EBA-4EF9-9779-16F117C79B25}"/>
              </a:ext>
            </a:extLst>
          </p:cNvPr>
          <p:cNvSpPr txBox="1"/>
          <p:nvPr/>
        </p:nvSpPr>
        <p:spPr>
          <a:xfrm>
            <a:off x="764071" y="52056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2987CF-9F07-44A7-A781-DA22D75B0ED1}"/>
              </a:ext>
            </a:extLst>
          </p:cNvPr>
          <p:cNvSpPr txBox="1"/>
          <p:nvPr/>
        </p:nvSpPr>
        <p:spPr>
          <a:xfrm>
            <a:off x="1966921" y="59878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9F4C90-1C66-4F12-9749-43B993525507}"/>
              </a:ext>
            </a:extLst>
          </p:cNvPr>
          <p:cNvSpPr txBox="1"/>
          <p:nvPr/>
        </p:nvSpPr>
        <p:spPr>
          <a:xfrm>
            <a:off x="2405120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B7958-003F-421D-A68B-24859E2320C1}"/>
              </a:ext>
            </a:extLst>
          </p:cNvPr>
          <p:cNvSpPr txBox="1"/>
          <p:nvPr/>
        </p:nvSpPr>
        <p:spPr>
          <a:xfrm>
            <a:off x="2946823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C3BF6-9319-4667-9BBA-9D633B615774}"/>
              </a:ext>
            </a:extLst>
          </p:cNvPr>
          <p:cNvSpPr txBox="1"/>
          <p:nvPr/>
        </p:nvSpPr>
        <p:spPr>
          <a:xfrm>
            <a:off x="3462831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1629F5-1605-4262-BEF2-4DB139887D05}"/>
              </a:ext>
            </a:extLst>
          </p:cNvPr>
          <p:cNvSpPr txBox="1"/>
          <p:nvPr/>
        </p:nvSpPr>
        <p:spPr>
          <a:xfrm rot="16200000">
            <a:off x="-317746" y="3145500"/>
            <a:ext cx="1469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Distance (km)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0D65AF-F7BC-4614-853F-F9A21CE86A08}"/>
              </a:ext>
            </a:extLst>
          </p:cNvPr>
          <p:cNvSpPr txBox="1"/>
          <p:nvPr/>
        </p:nvSpPr>
        <p:spPr>
          <a:xfrm>
            <a:off x="647053" y="471041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919BDB-7024-4F89-8300-C454075A02B6}"/>
              </a:ext>
            </a:extLst>
          </p:cNvPr>
          <p:cNvSpPr txBox="1"/>
          <p:nvPr/>
        </p:nvSpPr>
        <p:spPr>
          <a:xfrm>
            <a:off x="647053" y="42151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D34F12-918B-46F9-B481-7049392BDB3D}"/>
              </a:ext>
            </a:extLst>
          </p:cNvPr>
          <p:cNvSpPr txBox="1"/>
          <p:nvPr/>
        </p:nvSpPr>
        <p:spPr>
          <a:xfrm>
            <a:off x="647053" y="37199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725C7B-76FA-4D66-BBD3-C3D48C552FE6}"/>
              </a:ext>
            </a:extLst>
          </p:cNvPr>
          <p:cNvSpPr txBox="1"/>
          <p:nvPr/>
        </p:nvSpPr>
        <p:spPr>
          <a:xfrm>
            <a:off x="647053" y="32209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5F2935-89CA-4324-8B65-ED42950314C3}"/>
              </a:ext>
            </a:extLst>
          </p:cNvPr>
          <p:cNvSpPr txBox="1"/>
          <p:nvPr/>
        </p:nvSpPr>
        <p:spPr>
          <a:xfrm>
            <a:off x="647053" y="27468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901450-DB72-4516-8F41-D86CF7756A03}"/>
              </a:ext>
            </a:extLst>
          </p:cNvPr>
          <p:cNvSpPr txBox="1"/>
          <p:nvPr/>
        </p:nvSpPr>
        <p:spPr>
          <a:xfrm>
            <a:off x="806302" y="58538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546F95-92E0-4E3E-AF71-0CA02BBA9B1D}"/>
              </a:ext>
            </a:extLst>
          </p:cNvPr>
          <p:cNvSpPr txBox="1"/>
          <p:nvPr/>
        </p:nvSpPr>
        <p:spPr>
          <a:xfrm>
            <a:off x="1477165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F935C6-00EC-41C4-A9DB-5F3E7DE89F08}"/>
              </a:ext>
            </a:extLst>
          </p:cNvPr>
          <p:cNvSpPr txBox="1"/>
          <p:nvPr/>
        </p:nvSpPr>
        <p:spPr>
          <a:xfrm>
            <a:off x="3944494" y="5984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A2055F-A9CE-4567-9803-6ED358FAC61F}"/>
              </a:ext>
            </a:extLst>
          </p:cNvPr>
          <p:cNvCxnSpPr/>
          <p:nvPr/>
        </p:nvCxnSpPr>
        <p:spPr>
          <a:xfrm flipV="1">
            <a:off x="1141733" y="5355881"/>
            <a:ext cx="477747" cy="5106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FCEC28-9E90-4B19-8AC9-E3030C40B107}"/>
              </a:ext>
            </a:extLst>
          </p:cNvPr>
          <p:cNvCxnSpPr>
            <a:cxnSpLocks/>
          </p:cNvCxnSpPr>
          <p:nvPr/>
        </p:nvCxnSpPr>
        <p:spPr>
          <a:xfrm flipV="1">
            <a:off x="1634358" y="4857750"/>
            <a:ext cx="969142" cy="4936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5230D9C-1026-4204-A24F-C9395FFE004F}"/>
              </a:ext>
            </a:extLst>
          </p:cNvPr>
          <p:cNvCxnSpPr>
            <a:cxnSpLocks/>
          </p:cNvCxnSpPr>
          <p:nvPr/>
        </p:nvCxnSpPr>
        <p:spPr>
          <a:xfrm flipV="1">
            <a:off x="2603500" y="4857753"/>
            <a:ext cx="1010174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73CC62-7911-49D6-ACF3-871C46CBE70C}"/>
              </a:ext>
            </a:extLst>
          </p:cNvPr>
          <p:cNvCxnSpPr>
            <a:cxnSpLocks/>
          </p:cNvCxnSpPr>
          <p:nvPr/>
        </p:nvCxnSpPr>
        <p:spPr>
          <a:xfrm flipV="1">
            <a:off x="3613674" y="2857501"/>
            <a:ext cx="481663" cy="19939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3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2709B-8E4B-451F-93F0-387C6343D0E8}"/>
              </a:ext>
            </a:extLst>
          </p:cNvPr>
          <p:cNvSpPr txBox="1"/>
          <p:nvPr/>
        </p:nvSpPr>
        <p:spPr>
          <a:xfrm>
            <a:off x="174087" y="223911"/>
            <a:ext cx="4981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Travel Graph Story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860CB-CD2C-4AD7-9F52-72C2DDCC688A}"/>
              </a:ext>
            </a:extLst>
          </p:cNvPr>
          <p:cNvSpPr txBox="1"/>
          <p:nvPr/>
        </p:nvSpPr>
        <p:spPr>
          <a:xfrm>
            <a:off x="238271" y="1093763"/>
            <a:ext cx="86674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Miss L decides to take her donkey Daisy for a walk. She and Daisy start at a nice slow walk to the park. Daisy sees a flower on the side of the road and stops for a couple of minutes to eat it. </a:t>
            </a:r>
          </a:p>
          <a:p>
            <a:endParaRPr lang="en-AU" sz="2400" dirty="0"/>
          </a:p>
          <a:p>
            <a:r>
              <a:rPr lang="en-AU" sz="2400" dirty="0"/>
              <a:t>Miss L then picks up the pace and walks faster to the park because it started to rain a little. </a:t>
            </a:r>
          </a:p>
          <a:p>
            <a:endParaRPr lang="en-AU" sz="2400" dirty="0"/>
          </a:p>
          <a:p>
            <a:r>
              <a:rPr lang="en-AU" sz="2400" dirty="0"/>
              <a:t>Miss L and Daisy stay at the park for about 30min. Miss L decides to jog home to get some exercise.</a:t>
            </a:r>
          </a:p>
          <a:p>
            <a:endParaRPr lang="en-AU" sz="2400" dirty="0"/>
          </a:p>
          <a:p>
            <a:pPr algn="ctr"/>
            <a:r>
              <a:rPr lang="en-AU" sz="24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405407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26982D-B7B9-419E-AAD1-8388E9657C6C}"/>
              </a:ext>
            </a:extLst>
          </p:cNvPr>
          <p:cNvSpPr txBox="1"/>
          <p:nvPr/>
        </p:nvSpPr>
        <p:spPr>
          <a:xfrm>
            <a:off x="342900" y="533400"/>
            <a:ext cx="241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75826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65" y="251357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Travel Graphs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2267744" y="1916832"/>
            <a:ext cx="0" cy="31729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B3318-A83E-4079-9FFB-0AB3DC6942FB}"/>
              </a:ext>
            </a:extLst>
          </p:cNvPr>
          <p:cNvSpPr txBox="1"/>
          <p:nvPr/>
        </p:nvSpPr>
        <p:spPr>
          <a:xfrm>
            <a:off x="7439175" y="20642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80408" y="1144177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</a:t>
            </a:r>
            <a:r>
              <a:rPr lang="en-US" sz="2400" dirty="0"/>
              <a:t>What is a travel graph and how do we use them?</a:t>
            </a:r>
            <a:endParaRPr lang="en-AU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5796136" y="1916832"/>
            <a:ext cx="0" cy="31839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2300795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B79C-5235-460C-8519-045A52058720}"/>
              </a:ext>
            </a:extLst>
          </p:cNvPr>
          <p:cNvSpPr txBox="1"/>
          <p:nvPr/>
        </p:nvSpPr>
        <p:spPr>
          <a:xfrm>
            <a:off x="5827152" y="1938179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5335" y="510081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78ABC5-28B8-4950-ABE6-481516658535}"/>
              </a:ext>
            </a:extLst>
          </p:cNvPr>
          <p:cNvSpPr txBox="1"/>
          <p:nvPr/>
        </p:nvSpPr>
        <p:spPr>
          <a:xfrm>
            <a:off x="122528" y="510081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5" name="Right Arrow 6">
            <a:extLst>
              <a:ext uri="{FF2B5EF4-FFF2-40B4-BE49-F238E27FC236}">
                <a16:creationId xmlns:a16="http://schemas.microsoft.com/office/drawing/2014/main" id="{A992D856-BD46-4F2D-B9A7-E8717CDAC8DE}"/>
              </a:ext>
            </a:extLst>
          </p:cNvPr>
          <p:cNvSpPr/>
          <p:nvPr/>
        </p:nvSpPr>
        <p:spPr>
          <a:xfrm rot="8845994">
            <a:off x="1140158" y="4693200"/>
            <a:ext cx="735801" cy="395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6B89BE-E470-405A-AC79-2930AA85790E}"/>
              </a:ext>
            </a:extLst>
          </p:cNvPr>
          <p:cNvSpPr txBox="1"/>
          <p:nvPr/>
        </p:nvSpPr>
        <p:spPr>
          <a:xfrm>
            <a:off x="1856233" y="4267962"/>
            <a:ext cx="4950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Complete your summary by answering the EQ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AE8A8-21E2-49D6-9979-AD3BC4F3960E}"/>
              </a:ext>
            </a:extLst>
          </p:cNvPr>
          <p:cNvSpPr txBox="1"/>
          <p:nvPr/>
        </p:nvSpPr>
        <p:spPr>
          <a:xfrm>
            <a:off x="122528" y="5564327"/>
            <a:ext cx="7902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Travel graphs display the distance travelled over __________. </a:t>
            </a:r>
          </a:p>
        </p:txBody>
      </p:sp>
    </p:spTree>
    <p:extLst>
      <p:ext uri="{BB962C8B-B14F-4D97-AF65-F5344CB8AC3E}">
        <p14:creationId xmlns:p14="http://schemas.microsoft.com/office/powerpoint/2010/main" val="374087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945</Words>
  <Application>Microsoft Office PowerPoint</Application>
  <PresentationFormat>On-screen Show (4:3)</PresentationFormat>
  <Paragraphs>197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Statistical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Independent Practice</vt:lpstr>
      <vt:lpstr>PowerPoint Presentation</vt:lpstr>
      <vt:lpstr>Extension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2012-09-21T18:31:34Z</dcterms:created>
  <dcterms:modified xsi:type="dcterms:W3CDTF">2018-08-09T04:04:21Z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