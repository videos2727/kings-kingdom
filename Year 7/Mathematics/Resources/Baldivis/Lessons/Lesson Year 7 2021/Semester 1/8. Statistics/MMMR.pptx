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345" r:id="rId4"/>
    <p:sldId id="346" r:id="rId5"/>
    <p:sldId id="348" r:id="rId6"/>
    <p:sldId id="349" r:id="rId7"/>
    <p:sldId id="350" r:id="rId8"/>
    <p:sldId id="351" r:id="rId9"/>
    <p:sldId id="332" r:id="rId10"/>
    <p:sldId id="32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0"/>
    <p:restoredTop sz="94669"/>
  </p:normalViewPr>
  <p:slideViewPr>
    <p:cSldViewPr snapToGrid="0" snapToObjects="1">
      <p:cViewPr varScale="1">
        <p:scale>
          <a:sx n="88" d="100"/>
          <a:sy n="8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3A4D3-B994-184B-8BB3-61E54844A3A9}" type="datetimeFigureOut">
              <a:rPr lang="en-AU" smtClean="0"/>
              <a:t>14/6/21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59770-404A-FC48-894E-8E939DB842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476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911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873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76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195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6BE1-48E4-2945-8330-E9829477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78" y="4960137"/>
            <a:ext cx="8028122" cy="1463040"/>
          </a:xfrm>
        </p:spPr>
        <p:txBody>
          <a:bodyPr>
            <a:normAutofit fontScale="90000"/>
          </a:bodyPr>
          <a:lstStyle/>
          <a:p>
            <a:r>
              <a:rPr lang="en-AU" u="sng" dirty="0"/>
              <a:t>Topic:</a:t>
            </a:r>
            <a:r>
              <a:rPr lang="en-AU" dirty="0"/>
              <a:t> Statistics</a:t>
            </a:r>
            <a:br>
              <a:rPr lang="en-AU" dirty="0"/>
            </a:br>
            <a:r>
              <a:rPr lang="en-AU" u="sng" dirty="0"/>
              <a:t>EQ:</a:t>
            </a:r>
            <a:r>
              <a:rPr lang="en-AU" dirty="0"/>
              <a:t> How can I find the mean, median, mode and range of numbers?</a:t>
            </a:r>
          </a:p>
        </p:txBody>
      </p:sp>
    </p:spTree>
    <p:extLst>
      <p:ext uri="{BB962C8B-B14F-4D97-AF65-F5344CB8AC3E}">
        <p14:creationId xmlns:p14="http://schemas.microsoft.com/office/powerpoint/2010/main" val="342144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64A7-218A-2245-9FDD-CE630A80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Five questions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77AE-B234-794F-910B-2F95C76D1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85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01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I find the mean, median, mode and range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data measures?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44BB63-2033-4075-85DA-0DC0CB184868}"/>
              </a:ext>
            </a:extLst>
          </p:cNvPr>
          <p:cNvSpPr txBox="1"/>
          <p:nvPr/>
        </p:nvSpPr>
        <p:spPr>
          <a:xfrm>
            <a:off x="2483848" y="1348352"/>
            <a:ext cx="83575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 four data measures which help us analyse data.</a:t>
            </a:r>
          </a:p>
          <a:p>
            <a:pPr marL="457200" indent="-457200"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</a:p>
          <a:p>
            <a:pPr marL="457200" indent="-457200"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</a:p>
          <a:p>
            <a:pPr marL="457200" indent="-457200"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</a:p>
          <a:p>
            <a:pPr marL="457200" indent="-457200"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9A6EFC-BC6F-104B-A379-4EA139898313}"/>
              </a:ext>
            </a:extLst>
          </p:cNvPr>
          <p:cNvSpPr txBox="1"/>
          <p:nvPr/>
        </p:nvSpPr>
        <p:spPr>
          <a:xfrm>
            <a:off x="197990" y="3374807"/>
            <a:ext cx="1973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maximum and minimum number?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5C6FB3-6B2F-6D48-AE77-01B091512070}"/>
              </a:ext>
            </a:extLst>
          </p:cNvPr>
          <p:cNvSpPr txBox="1"/>
          <p:nvPr/>
        </p:nvSpPr>
        <p:spPr>
          <a:xfrm>
            <a:off x="2483848" y="3429000"/>
            <a:ext cx="8357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Maximum number – Largest number in the data set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Minimum number – Smallest number in the data set</a:t>
            </a:r>
          </a:p>
        </p:txBody>
      </p:sp>
    </p:spTree>
    <p:extLst>
      <p:ext uri="{BB962C8B-B14F-4D97-AF65-F5344CB8AC3E}">
        <p14:creationId xmlns:p14="http://schemas.microsoft.com/office/powerpoint/2010/main" val="19116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01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I find the mean, median, mode and range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median?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44BB63-2033-4075-85DA-0DC0CB184868}"/>
              </a:ext>
            </a:extLst>
          </p:cNvPr>
          <p:cNvSpPr txBox="1"/>
          <p:nvPr/>
        </p:nvSpPr>
        <p:spPr>
          <a:xfrm>
            <a:off x="2483848" y="1348352"/>
            <a:ext cx="835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middle number when the data is </a:t>
            </a:r>
            <a:r>
              <a:rPr lang="en-AU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in order.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B36FF1-2DBB-DB4D-ADED-5F6BFE521A88}"/>
              </a:ext>
            </a:extLst>
          </p:cNvPr>
          <p:cNvSpPr txBox="1"/>
          <p:nvPr/>
        </p:nvSpPr>
        <p:spPr>
          <a:xfrm>
            <a:off x="2593002" y="2959582"/>
            <a:ext cx="83575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5, 7, 3, 4, 3, 5, 3</a:t>
            </a:r>
          </a:p>
          <a:p>
            <a:pPr algn="ctr"/>
            <a:endParaRPr lang="en-AU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Ascending order: 3, 3, 3, 4, 5, 5, 7</a:t>
            </a:r>
          </a:p>
          <a:p>
            <a:pPr algn="ctr"/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Median = 4 (4 is in the middle)</a:t>
            </a:r>
          </a:p>
        </p:txBody>
      </p:sp>
    </p:spTree>
    <p:extLst>
      <p:ext uri="{BB962C8B-B14F-4D97-AF65-F5344CB8AC3E}">
        <p14:creationId xmlns:p14="http://schemas.microsoft.com/office/powerpoint/2010/main" val="355995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01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I find the mean, median, mode and range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mean?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44BB63-2033-4075-85DA-0DC0CB184868}"/>
              </a:ext>
            </a:extLst>
          </p:cNvPr>
          <p:cNvSpPr txBox="1"/>
          <p:nvPr/>
        </p:nvSpPr>
        <p:spPr>
          <a:xfrm>
            <a:off x="2483848" y="1348352"/>
            <a:ext cx="8357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Mean is the average.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mean describes the middle of all the numbers.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all of the numbers together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Divide by how many numbers there 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0D1115-16AE-E047-BA6A-57C88EBFF21A}"/>
                  </a:ext>
                </a:extLst>
              </p:cNvPr>
              <p:cNvSpPr txBox="1"/>
              <p:nvPr/>
            </p:nvSpPr>
            <p:spPr>
              <a:xfrm>
                <a:off x="2593002" y="3037935"/>
                <a:ext cx="8357525" cy="3399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1, 2, 3, 4, 4</a:t>
                </a:r>
              </a:p>
              <a:p>
                <a:pPr algn="ctr"/>
                <a:endParaRPr lang="en-AU" sz="2400" u="sn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𝑀𝑒𝑎𝑛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𝑆𝑢𝑚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𝑜𝑓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𝑠𝑐𝑜𝑟𝑒𝑠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𝑁𝑢𝑚𝑏𝑒𝑟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𝑜𝑓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𝑠𝑐𝑜𝑟𝑒𝑠</m:t>
                          </m:r>
                        </m:den>
                      </m:f>
                    </m:oMath>
                  </m:oMathPara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𝑀𝑒𝑎𝑛</m:t>
                      </m:r>
                      <m:r>
                        <a:rPr lang="en-AU" sz="2400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 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1+2+3+4+4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Mean = 2.8</a:t>
                </a:r>
              </a:p>
              <a:p>
                <a:pPr algn="ctr"/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0D1115-16AE-E047-BA6A-57C88EBFF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002" y="3037935"/>
                <a:ext cx="8357525" cy="3399713"/>
              </a:xfrm>
              <a:prstGeom prst="rect">
                <a:avLst/>
              </a:prstGeom>
              <a:blipFill>
                <a:blip r:embed="rId3"/>
                <a:stretch>
                  <a:fillRect l="-1214" t="-1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13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6AE2-CB15-314B-BAEE-EC0BF686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3D9C-0A69-B041-BA45-80C3357B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Find the </a:t>
            </a:r>
            <a:r>
              <a:rPr lang="en-AU" u="sng" dirty="0"/>
              <a:t>median: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 the </a:t>
            </a:r>
            <a:r>
              <a:rPr lang="en-AU" u="sng" dirty="0"/>
              <a:t>mean:</a:t>
            </a:r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51B74-E442-0B4E-9658-A67C5EE3F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0" t="45037" r="12584" b="48593"/>
          <a:stretch/>
        </p:blipFill>
        <p:spPr>
          <a:xfrm>
            <a:off x="1447799" y="2788920"/>
            <a:ext cx="8249920" cy="436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F6679-B262-ED41-8C99-EAA311D76D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17" t="63992" r="20833" b="30571"/>
          <a:stretch/>
        </p:blipFill>
        <p:spPr>
          <a:xfrm>
            <a:off x="1447799" y="4885949"/>
            <a:ext cx="7833360" cy="3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8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6AE2-CB15-314B-BAEE-EC0BF686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3D9C-0A69-B041-BA45-80C3357B7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Find the </a:t>
            </a:r>
            <a:r>
              <a:rPr lang="en-AU" u="sng" dirty="0"/>
              <a:t>median: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 the </a:t>
            </a:r>
            <a:r>
              <a:rPr lang="en-AU" u="sng" dirty="0"/>
              <a:t>mean:</a:t>
            </a:r>
          </a:p>
          <a:p>
            <a:endParaRPr lang="en-AU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4133F68C-472F-0740-960B-73ED5C405B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0" t="50586" r="12584" b="43621"/>
          <a:stretch/>
        </p:blipFill>
        <p:spPr>
          <a:xfrm>
            <a:off x="1109472" y="2859406"/>
            <a:ext cx="10058400" cy="484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81D5EF-46E8-5E42-86AE-6278CB6D98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17" t="68782" r="20833" b="26222"/>
          <a:stretch/>
        </p:blipFill>
        <p:spPr>
          <a:xfrm>
            <a:off x="1109472" y="4901240"/>
            <a:ext cx="9677909" cy="4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4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401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197990" y="766764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I find the mean, median, mode and range of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0F3A9A-FE65-4558-9E83-17FA5CB7E0F4}"/>
              </a:ext>
            </a:extLst>
          </p:cNvPr>
          <p:cNvSpPr txBox="1"/>
          <p:nvPr/>
        </p:nvSpPr>
        <p:spPr>
          <a:xfrm>
            <a:off x="197990" y="1361910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range?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44BB63-2033-4075-85DA-0DC0CB184868}"/>
              </a:ext>
            </a:extLst>
          </p:cNvPr>
          <p:cNvSpPr txBox="1"/>
          <p:nvPr/>
        </p:nvSpPr>
        <p:spPr>
          <a:xfrm>
            <a:off x="2483848" y="1348352"/>
            <a:ext cx="8357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range describes how spread out the data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Distance from the smallest number to the largest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B36FF1-2DBB-DB4D-ADED-5F6BFE521A88}"/>
              </a:ext>
            </a:extLst>
          </p:cNvPr>
          <p:cNvSpPr txBox="1"/>
          <p:nvPr/>
        </p:nvSpPr>
        <p:spPr>
          <a:xfrm>
            <a:off x="2593002" y="2335808"/>
            <a:ext cx="835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Range = Maximum number – Minimum number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05129-80B3-4E4C-B6B8-51B8B365F3B5}"/>
              </a:ext>
            </a:extLst>
          </p:cNvPr>
          <p:cNvSpPr txBox="1"/>
          <p:nvPr/>
        </p:nvSpPr>
        <p:spPr>
          <a:xfrm>
            <a:off x="147416" y="3013501"/>
            <a:ext cx="1973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the mode?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B16B5E-5F3C-3C4B-862A-52FF6DD915C1}"/>
              </a:ext>
            </a:extLst>
          </p:cNvPr>
          <p:cNvSpPr txBox="1"/>
          <p:nvPr/>
        </p:nvSpPr>
        <p:spPr>
          <a:xfrm>
            <a:off x="2483848" y="3013500"/>
            <a:ext cx="835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Mode describes the score that occurs the most often.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F5D04-0BB8-1943-9391-720D18D19F92}"/>
              </a:ext>
            </a:extLst>
          </p:cNvPr>
          <p:cNvSpPr txBox="1"/>
          <p:nvPr/>
        </p:nvSpPr>
        <p:spPr>
          <a:xfrm>
            <a:off x="2593001" y="3779142"/>
            <a:ext cx="8357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1, 1, 4, 6, 6, 7, 8, 11, 12, 12, 12, 15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Minimum number: 1</a:t>
            </a: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Maximum number: 15</a:t>
            </a:r>
          </a:p>
          <a:p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Range: 15 - 1 = 14						Mode: 12 (occurs 3 times)</a:t>
            </a:r>
          </a:p>
          <a:p>
            <a:pPr algn="ctr"/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488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93" y="600062"/>
            <a:ext cx="10058400" cy="734183"/>
          </a:xfrm>
        </p:spPr>
        <p:txBody>
          <a:bodyPr>
            <a:normAutofit/>
          </a:bodyPr>
          <a:lstStyle/>
          <a:p>
            <a:r>
              <a:rPr lang="en-AU" sz="3600" dirty="0"/>
              <a:t>Guided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71A79-AE7A-4617-B9C4-1BC55639572A}"/>
              </a:ext>
            </a:extLst>
          </p:cNvPr>
          <p:cNvSpPr txBox="1"/>
          <p:nvPr/>
        </p:nvSpPr>
        <p:spPr>
          <a:xfrm>
            <a:off x="0" y="1354781"/>
            <a:ext cx="12192000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r>
              <a:rPr lang="en-AU" dirty="0"/>
              <a:t>Minimum</a:t>
            </a:r>
          </a:p>
          <a:p>
            <a:endParaRPr lang="en-AU" dirty="0"/>
          </a:p>
          <a:p>
            <a:r>
              <a:rPr lang="en-AU" dirty="0"/>
              <a:t>Maximum</a:t>
            </a:r>
          </a:p>
          <a:p>
            <a:endParaRPr lang="en-AU" dirty="0"/>
          </a:p>
          <a:p>
            <a:r>
              <a:rPr lang="en-AU" dirty="0"/>
              <a:t>Range</a:t>
            </a:r>
          </a:p>
          <a:p>
            <a:endParaRPr lang="en-AU" dirty="0"/>
          </a:p>
          <a:p>
            <a:r>
              <a:rPr lang="en-AU" dirty="0"/>
              <a:t>Mode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Minimum</a:t>
            </a:r>
          </a:p>
          <a:p>
            <a:endParaRPr lang="en-AU" dirty="0"/>
          </a:p>
          <a:p>
            <a:r>
              <a:rPr lang="en-AU" dirty="0"/>
              <a:t>Maximum</a:t>
            </a:r>
          </a:p>
          <a:p>
            <a:endParaRPr lang="en-AU" dirty="0"/>
          </a:p>
          <a:p>
            <a:r>
              <a:rPr lang="en-AU" dirty="0"/>
              <a:t>Range</a:t>
            </a:r>
          </a:p>
          <a:p>
            <a:endParaRPr lang="en-AU" dirty="0"/>
          </a:p>
          <a:p>
            <a:r>
              <a:rPr lang="en-AU" dirty="0"/>
              <a:t>Mode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73C75-2A1C-44B9-B680-6049499ABBC5}"/>
              </a:ext>
            </a:extLst>
          </p:cNvPr>
          <p:cNvSpPr txBox="1"/>
          <p:nvPr/>
        </p:nvSpPr>
        <p:spPr>
          <a:xfrm>
            <a:off x="0" y="1594251"/>
            <a:ext cx="4665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4, 7, 15, 15, 23, 31, 43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02FE3-0325-4833-B6BF-C36041AFC41B}"/>
              </a:ext>
            </a:extLst>
          </p:cNvPr>
          <p:cNvSpPr txBox="1"/>
          <p:nvPr/>
        </p:nvSpPr>
        <p:spPr>
          <a:xfrm>
            <a:off x="-10540" y="4245053"/>
            <a:ext cx="4665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2, 7, 2, 6, 3, 2, 6, 7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1B9D7-82B6-439C-9055-CC7536BDC91C}"/>
              </a:ext>
            </a:extLst>
          </p:cNvPr>
          <p:cNvSpPr txBox="1"/>
          <p:nvPr/>
        </p:nvSpPr>
        <p:spPr>
          <a:xfrm>
            <a:off x="7292681" y="4245053"/>
            <a:ext cx="4665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2, 2, 2, 3, 6, 6, 7, 7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209937-BD9D-46A8-AEEC-C7C6A7E94697}"/>
              </a:ext>
            </a:extLst>
          </p:cNvPr>
          <p:cNvGrpSpPr/>
          <p:nvPr/>
        </p:nvGrpSpPr>
        <p:grpSpPr>
          <a:xfrm>
            <a:off x="4202464" y="4170937"/>
            <a:ext cx="2492470" cy="464288"/>
            <a:chOff x="4666866" y="3155262"/>
            <a:chExt cx="2492470" cy="464288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D3E677-0353-4269-8A64-D2AABA278A23}"/>
                </a:ext>
              </a:extLst>
            </p:cNvPr>
            <p:cNvCxnSpPr/>
            <p:nvPr/>
          </p:nvCxnSpPr>
          <p:spPr>
            <a:xfrm>
              <a:off x="4666866" y="3619550"/>
              <a:ext cx="2155012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29FBCC-F57B-4457-8A55-564284A30764}"/>
                </a:ext>
              </a:extLst>
            </p:cNvPr>
            <p:cNvSpPr txBox="1"/>
            <p:nvPr/>
          </p:nvSpPr>
          <p:spPr>
            <a:xfrm>
              <a:off x="4775364" y="3155262"/>
              <a:ext cx="2383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Put in 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139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black">
          <a:xfrm>
            <a:off x="0" y="466343"/>
            <a:ext cx="12192000" cy="132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  Exit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9610" y="2118731"/>
            <a:ext cx="5437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9, 2, 15, 7, 3, 21, 2, 1, 11, 20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87" y="3479179"/>
            <a:ext cx="9835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/>
              <a:t>On a piece of paper, write the mean, median, mode and range for the above set of numbers</a:t>
            </a:r>
          </a:p>
          <a:p>
            <a:pPr marL="457200" indent="-457200">
              <a:buFont typeface="Arial" charset="0"/>
              <a:buChar char="•"/>
            </a:pPr>
            <a:endParaRPr lang="en-US" sz="2800" dirty="0"/>
          </a:p>
          <a:p>
            <a:pPr marL="457200" indent="-457200">
              <a:buFont typeface="Arial" charset="0"/>
              <a:buChar char="•"/>
            </a:pPr>
            <a:r>
              <a:rPr lang="en-US" sz="2800" dirty="0"/>
              <a:t>Hand in to me when done and complete summary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4AFE1-60E3-3546-AA75-2742AE96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 dirty="0"/>
              <a:t>Exit pass</a:t>
            </a:r>
          </a:p>
        </p:txBody>
      </p:sp>
    </p:spTree>
    <p:extLst>
      <p:ext uri="{BB962C8B-B14F-4D97-AF65-F5344CB8AC3E}">
        <p14:creationId xmlns:p14="http://schemas.microsoft.com/office/powerpoint/2010/main" val="28763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</TotalTime>
  <Words>488</Words>
  <Application>Microsoft Macintosh PowerPoint</Application>
  <PresentationFormat>Widescreen</PresentationFormat>
  <Paragraphs>94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Statistics EQ: How can I find the mean, median, mode and range of numbers?</vt:lpstr>
      <vt:lpstr>Five questions (LHS)</vt:lpstr>
      <vt:lpstr>PowerPoint Presentation</vt:lpstr>
      <vt:lpstr>PowerPoint Presentation</vt:lpstr>
      <vt:lpstr>PowerPoint Presentation</vt:lpstr>
      <vt:lpstr>Guided practice</vt:lpstr>
      <vt:lpstr>independent practice</vt:lpstr>
      <vt:lpstr>PowerPoint Presentation</vt:lpstr>
      <vt:lpstr>Guided Practice</vt:lpstr>
      <vt:lpstr>Exit pass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Statistics EQ: How can I find the mean, median, mode and range of numbers?</dc:title>
  <dc:creator>Karla Hurrelbrink</dc:creator>
  <cp:lastModifiedBy>Karla Hurrelbrink</cp:lastModifiedBy>
  <cp:revision>4</cp:revision>
  <dcterms:created xsi:type="dcterms:W3CDTF">2021-06-13T23:56:15Z</dcterms:created>
  <dcterms:modified xsi:type="dcterms:W3CDTF">2021-06-14T00:25:10Z</dcterms:modified>
</cp:coreProperties>
</file>