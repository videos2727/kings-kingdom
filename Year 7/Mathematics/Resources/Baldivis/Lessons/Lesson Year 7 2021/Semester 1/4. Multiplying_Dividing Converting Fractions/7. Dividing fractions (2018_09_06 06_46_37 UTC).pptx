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86" r:id="rId4"/>
    <p:sldId id="287" r:id="rId5"/>
    <p:sldId id="282" r:id="rId6"/>
    <p:sldId id="278" r:id="rId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2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506" autoAdjust="0"/>
  </p:normalViewPr>
  <p:slideViewPr>
    <p:cSldViewPr>
      <p:cViewPr varScale="1">
        <p:scale>
          <a:sx n="81" d="100"/>
          <a:sy n="81" d="100"/>
        </p:scale>
        <p:origin x="333" y="36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2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100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A8D02-4E65-4CCD-8312-4AB164C6C77D}" type="datetimeFigureOut">
              <a:rPr lang="en-US"/>
              <a:t>9/5/2018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9DBA-4540-49B3-8FA9-6259387ECF9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7619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755D9-D361-47B8-9652-3B4EA9776CE5}" type="datetimeFigureOut">
              <a:rPr lang="en-US"/>
              <a:t>9/5/2018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B36274-F2B9-4C45-BBB4-0EDF4CD651A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7688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3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0909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Write the outcome on the board </a:t>
                </a:r>
                <a:r>
                  <a:rPr lang="en-AU" b="0" i="0">
                    <a:latin typeface="Cambria Math" panose="02040503050406030204" pitchFamily="18" charset="0"/>
                  </a:rPr>
                  <a:t>1/3</a:t>
                </a:r>
                <a:r>
                  <a:rPr lang="en-AU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</a:t>
                </a:r>
                <a:r>
                  <a:rPr lang="en-AU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2/3=2/9</a:t>
                </a:r>
                <a:r>
                  <a:rPr lang="en-AU" dirty="0"/>
                  <a:t> </a:t>
                </a:r>
              </a:p>
              <a:p>
                <a:r>
                  <a:rPr lang="en-AU" dirty="0"/>
                  <a:t>Do this for each method to see if any kids get the ‘pattern’ before the written method.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742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371600"/>
            <a:ext cx="9144000" cy="3505200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953000"/>
            <a:ext cx="8229600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686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4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514601"/>
            <a:ext cx="9144000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990600"/>
            <a:ext cx="8229600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699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4" y="1828800"/>
            <a:ext cx="464515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5412" y="1828800"/>
            <a:ext cx="464820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697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4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8462" y="1828800"/>
            <a:ext cx="46451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8462" y="2667000"/>
            <a:ext cx="4645152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123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70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201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180012" y="838200"/>
            <a:ext cx="6172201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pPr/>
              <a:t>9/5/2018</a:t>
            </a:fld>
            <a:endParaRPr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82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13" y="2590800"/>
            <a:ext cx="3276599" cy="192405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836613" y="4648200"/>
            <a:ext cx="3276599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Picture Placeholder 3"/>
          <p:cNvSpPr>
            <a:spLocks noGrp="1"/>
          </p:cNvSpPr>
          <p:nvPr>
            <p:ph type="pic" idx="1"/>
          </p:nvPr>
        </p:nvSpPr>
        <p:spPr>
          <a:xfrm>
            <a:off x="5484812" y="836610"/>
            <a:ext cx="5867401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pic>
        <p:nvPicPr>
          <p:cNvPr id="9" name="Picture 4" descr="An empty placeholder to add an image. Click on the placeholder and select the image that you wish to ad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812" y="458787"/>
            <a:ext cx="6626225" cy="5938837"/>
          </a:xfrm>
          <a:prstGeom prst="rect">
            <a:avLst/>
          </a:prstGeom>
          <a:noFill/>
          <a:ln>
            <a:noFill/>
          </a:ln>
          <a:effectLst>
            <a:outerShdw blurRad="292100" algn="ctr" rotWithShape="0">
              <a:prstClr val="black">
                <a:alpha val="36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469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2" y="533400"/>
            <a:ext cx="1371600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1" y="533400"/>
            <a:ext cx="8077201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29175-527E-46A3-863C-1BB1F163B849}" type="datetimeFigureOut">
              <a:rPr lang="en-US"/>
              <a:t>9/5/2018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37D0E-4A4F-4307-8994-C1891D747D5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1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5334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828800"/>
            <a:ext cx="9601200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517950" y="6172200"/>
            <a:ext cx="6862462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8609012" y="6172200"/>
            <a:ext cx="1320059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83829175-527E-46A3-863C-1BB1F163B849}" type="datetimeFigureOut">
              <a:rPr lang="en-US" smtClean="0"/>
              <a:pPr/>
              <a:t>9/5/2018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33012" y="6172200"/>
            <a:ext cx="9906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05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3838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63" indent="-171450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7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088" indent="-17303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752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496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7984" indent="-173736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achiras21.blogspot.com/2012_07_01_archive.html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469" y="2376538"/>
            <a:ext cx="10955886" cy="2104923"/>
          </a:xfrm>
        </p:spPr>
        <p:txBody>
          <a:bodyPr/>
          <a:lstStyle/>
          <a:p>
            <a:r>
              <a:rPr lang="en-US" sz="6000" dirty="0"/>
              <a:t>Topic: Dividing Fractions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7828" y="4725144"/>
            <a:ext cx="11089232" cy="106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we divide </a:t>
            </a:r>
            <a:r>
              <a:rPr lang="en-US" dirty="0"/>
              <a:t>fractions?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Ms. Latham</a:t>
            </a:r>
          </a:p>
        </p:txBody>
      </p:sp>
    </p:spTree>
    <p:extLst>
      <p:ext uri="{BB962C8B-B14F-4D97-AF65-F5344CB8AC3E}">
        <p14:creationId xmlns:p14="http://schemas.microsoft.com/office/powerpoint/2010/main" val="4565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164940" y="1340768"/>
            <a:ext cx="1825014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  <a:p>
            <a:r>
              <a:rPr lang="en-AU" dirty="0"/>
              <a:t>reciprocal</a:t>
            </a:r>
          </a:p>
          <a:p>
            <a:endParaRPr lang="en-AU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6F09C3-0FFC-4283-9FD6-A9AF02637B26}"/>
              </a:ext>
            </a:extLst>
          </p:cNvPr>
          <p:cNvSpPr txBox="1"/>
          <p:nvPr/>
        </p:nvSpPr>
        <p:spPr>
          <a:xfrm>
            <a:off x="1989954" y="1418434"/>
            <a:ext cx="9673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reciprocal of a fraction you must invert the fraction. This is done by swapping the numerator and the denominator. ‘flipping the fraction’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4D6C-4637-4F87-B626-61E88769C71E}"/>
              </a:ext>
            </a:extLst>
          </p:cNvPr>
          <p:cNvSpPr txBox="1"/>
          <p:nvPr/>
        </p:nvSpPr>
        <p:spPr>
          <a:xfrm>
            <a:off x="9908949" y="1769907"/>
            <a:ext cx="208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Glossary Alert!!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35CE7F-E6CB-4FD5-BDBF-B7BDD90D5E3A}"/>
              </a:ext>
            </a:extLst>
          </p:cNvPr>
          <p:cNvSpPr txBox="1"/>
          <p:nvPr/>
        </p:nvSpPr>
        <p:spPr>
          <a:xfrm>
            <a:off x="226906" y="3098500"/>
            <a:ext cx="1825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B6BA13-63E5-4135-867B-8190A1F02CFC}"/>
              </a:ext>
            </a:extLst>
          </p:cNvPr>
          <p:cNvSpPr txBox="1"/>
          <p:nvPr/>
        </p:nvSpPr>
        <p:spPr>
          <a:xfrm>
            <a:off x="2349996" y="3140968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Dividing by a fraction is the same as multiplying by the reciprocal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1A4B10-6059-47A2-9777-347F9CA0EFED}"/>
              </a:ext>
            </a:extLst>
          </p:cNvPr>
          <p:cNvSpPr txBox="1"/>
          <p:nvPr/>
        </p:nvSpPr>
        <p:spPr>
          <a:xfrm>
            <a:off x="2516155" y="5680002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Mixed numbers must be changed to improper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/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925BB5-E2AB-4858-85E9-E07CC8A2B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180" y="3781467"/>
                <a:ext cx="655821" cy="57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/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1937F6-35D8-4A01-9FA6-41E1B014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501" y="3770438"/>
                <a:ext cx="909801" cy="57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/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2×2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3×1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  <m:f>
                        <m:fPr>
                          <m:ctrlP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D2028B-9770-4470-97BF-DAC4C7B4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185" y="3758553"/>
                <a:ext cx="2185197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39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3" grpId="0"/>
      <p:bldP spid="17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529A8E-3990-4D9B-B02C-4639E403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964" y="1412776"/>
            <a:ext cx="6876254" cy="3352800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34840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96" y="188640"/>
            <a:ext cx="9709722" cy="551656"/>
          </a:xfrm>
        </p:spPr>
        <p:txBody>
          <a:bodyPr/>
          <a:lstStyle/>
          <a:p>
            <a:r>
              <a:rPr lang="en-US" dirty="0"/>
              <a:t>Topic: Dividing Fractions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1804" y="808666"/>
            <a:ext cx="9505056" cy="31604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EQ: How do I divide fractions?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A60352-0039-4C82-BAAC-31C0AB9A1C59}"/>
              </a:ext>
            </a:extLst>
          </p:cNvPr>
          <p:cNvCxnSpPr/>
          <p:nvPr/>
        </p:nvCxnSpPr>
        <p:spPr>
          <a:xfrm>
            <a:off x="189756" y="764704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196540-BCB7-410B-8EC5-E796DFAE93A9}"/>
              </a:ext>
            </a:extLst>
          </p:cNvPr>
          <p:cNvCxnSpPr/>
          <p:nvPr/>
        </p:nvCxnSpPr>
        <p:spPr>
          <a:xfrm>
            <a:off x="226906" y="1124715"/>
            <a:ext cx="11881320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89191A8-232F-4F5E-904A-8845B0F5136B}"/>
              </a:ext>
            </a:extLst>
          </p:cNvPr>
          <p:cNvSpPr txBox="1"/>
          <p:nvPr/>
        </p:nvSpPr>
        <p:spPr>
          <a:xfrm>
            <a:off x="4548739" y="2056761"/>
            <a:ext cx="792505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accent6"/>
                </a:solidFill>
              </a:rPr>
              <a:t>Keep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040BB9-F96C-4308-8BD3-C965BA3DE140}"/>
              </a:ext>
            </a:extLst>
          </p:cNvPr>
          <p:cNvCxnSpPr/>
          <p:nvPr/>
        </p:nvCxnSpPr>
        <p:spPr>
          <a:xfrm>
            <a:off x="1989954" y="1124715"/>
            <a:ext cx="0" cy="5733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DC28A35-796D-400C-A238-B49CFA1CA15D}"/>
              </a:ext>
            </a:extLst>
          </p:cNvPr>
          <p:cNvSpPr txBox="1"/>
          <p:nvPr/>
        </p:nvSpPr>
        <p:spPr>
          <a:xfrm>
            <a:off x="5260923" y="2411822"/>
            <a:ext cx="1349343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66"/>
                </a:solidFill>
              </a:rPr>
              <a:t>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DAF812-AD79-49A3-A6A4-F60571175025}"/>
              </a:ext>
            </a:extLst>
          </p:cNvPr>
          <p:cNvSpPr txBox="1"/>
          <p:nvPr/>
        </p:nvSpPr>
        <p:spPr>
          <a:xfrm>
            <a:off x="6229384" y="2058667"/>
            <a:ext cx="720080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C000"/>
                </a:solidFill>
              </a:rPr>
              <a:t>Flip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/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DC90EE-49A7-492A-AE46-7EB45BAC2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36" y="2760140"/>
                <a:ext cx="1282018" cy="8094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/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6FFEB4-E97D-4F03-8CF4-8BD201B61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146" y="2759257"/>
                <a:ext cx="288541" cy="8094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/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B7DF39-8EFA-4780-9103-3C05327E9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87" y="2976769"/>
                <a:ext cx="246862" cy="307777"/>
              </a:xfrm>
              <a:prstGeom prst="rect">
                <a:avLst/>
              </a:prstGeom>
              <a:blipFill>
                <a:blip r:embed="rId5"/>
                <a:stretch>
                  <a:fillRect l="-17073" r="-146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/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C375606-D1AA-49DD-BA06-2F3621DD5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269" y="2764899"/>
                <a:ext cx="288541" cy="8038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/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2×7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5×1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B0D7C7-DE07-40A9-A5F6-BE894B71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00" y="2759257"/>
                <a:ext cx="1349344" cy="8094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/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E96466-AAFC-4DE9-A6B7-5EFF76C3B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4732" y="2781154"/>
                <a:ext cx="854786" cy="8094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/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>
                        <m:fPr>
                          <m:ctrlP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AU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24B95D-6678-4272-A337-C077AE16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2165" y="2781154"/>
                <a:ext cx="914609" cy="8079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920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animBg="1"/>
      <p:bldP spid="18" grpId="0" animBg="1"/>
      <p:bldP spid="5" grpId="0"/>
      <p:bldP spid="6" grpId="0"/>
      <p:bldP spid="7" grpId="0"/>
      <p:bldP spid="11" grpId="0"/>
      <p:bldP spid="12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5C1B-CDC0-4AD9-9418-3B5C032C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948" y="343684"/>
            <a:ext cx="3733058" cy="762000"/>
          </a:xfrm>
        </p:spPr>
        <p:txBody>
          <a:bodyPr/>
          <a:lstStyle/>
          <a:p>
            <a:r>
              <a:rPr lang="en-AU" dirty="0"/>
              <a:t>Practice Time!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7DEEE-AEAB-4E74-91CD-31CB2050A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90556" y="343684"/>
            <a:ext cx="4645152" cy="762000"/>
          </a:xfrm>
        </p:spPr>
        <p:txBody>
          <a:bodyPr/>
          <a:lstStyle/>
          <a:p>
            <a:r>
              <a:rPr lang="en-AU" dirty="0"/>
              <a:t>On your left hand side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1DAEC8-F728-48BB-8A6D-1191340104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74382" y="116632"/>
            <a:ext cx="1661326" cy="2366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den>
                                </m:f>
                                <m:r>
                                  <a:rPr lang="en-AU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𝟒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den>
                                </m:f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AU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</m:num>
                                  <m:den>
                                    <m:r>
                                      <a:rPr lang="en-AU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sz="1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9B14ABCD-1FD0-4FF4-8095-B012BFF994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6833045"/>
                  </p:ext>
                </p:extLst>
              </p:nvPr>
            </p:nvGraphicFramePr>
            <p:xfrm>
              <a:off x="1269876" y="1556792"/>
              <a:ext cx="8280920" cy="460851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140460">
                      <a:extLst>
                        <a:ext uri="{9D8B030D-6E8A-4147-A177-3AD203B41FA5}">
                          <a16:colId xmlns:a16="http://schemas.microsoft.com/office/drawing/2014/main" val="48837466"/>
                        </a:ext>
                      </a:extLst>
                    </a:gridCol>
                    <a:gridCol w="4140460">
                      <a:extLst>
                        <a:ext uri="{9D8B030D-6E8A-4147-A177-3AD203B41FA5}">
                          <a16:colId xmlns:a16="http://schemas.microsoft.com/office/drawing/2014/main" val="2221717847"/>
                        </a:ext>
                      </a:extLst>
                    </a:gridCol>
                  </a:tblGrid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264" r="-100441" b="-1002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264" r="-589" b="-1002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6960167"/>
                      </a:ext>
                    </a:extLst>
                  </a:tr>
                  <a:tr h="230425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7" t="-100529" r="-10044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295" t="-100529" r="-589" b="-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8394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654C176-B253-4835-9AC0-2016F2DC2AFE}"/>
              </a:ext>
            </a:extLst>
          </p:cNvPr>
          <p:cNvSpPr txBox="1"/>
          <p:nvPr/>
        </p:nvSpPr>
        <p:spPr>
          <a:xfrm>
            <a:off x="10054852" y="3717032"/>
            <a:ext cx="1980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Have Sum Fun – Sum Funs 39</a:t>
            </a:r>
          </a:p>
        </p:txBody>
      </p:sp>
    </p:spTree>
    <p:extLst>
      <p:ext uri="{BB962C8B-B14F-4D97-AF65-F5344CB8AC3E}">
        <p14:creationId xmlns:p14="http://schemas.microsoft.com/office/powerpoint/2010/main" val="3815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4D50F-FB72-48C0-AC6D-C00ACD10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797" y="239688"/>
            <a:ext cx="4645152" cy="762000"/>
          </a:xfrm>
        </p:spPr>
        <p:txBody>
          <a:bodyPr>
            <a:normAutofit/>
          </a:bodyPr>
          <a:lstStyle/>
          <a:p>
            <a:r>
              <a:rPr lang="en-AU" sz="3600" dirty="0">
                <a:solidFill>
                  <a:srgbClr val="0070C0"/>
                </a:solidFill>
              </a:rPr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F3E1-D301-4296-9EE4-088E1ACB1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7788" y="1643844"/>
            <a:ext cx="11639028" cy="357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To divide </a:t>
            </a:r>
            <a:r>
              <a:rPr lang="en-AU" sz="2800"/>
              <a:t>fractions we…….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863838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atercolor_16x9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0001016.potx" id="{8AD53B0B-FC02-4342-9C97-FCB4E3E31C20}" vid="{17FAF719-7E74-4133-9EF7-340AA294087B}"/>
    </a:ext>
  </a:extLst>
</a:theme>
</file>

<file path=ppt/theme/theme2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presentation (widescreen)</Template>
  <TotalTime>7454</TotalTime>
  <Words>163</Words>
  <Application>Microsoft Office PowerPoint</Application>
  <PresentationFormat>Custom</PresentationFormat>
  <Paragraphs>39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Palatino Linotype</vt:lpstr>
      <vt:lpstr>Watercolor_16x9</vt:lpstr>
      <vt:lpstr>Topic: Dividing Fractions</vt:lpstr>
      <vt:lpstr>Topic: Dividing Fractions</vt:lpstr>
      <vt:lpstr>PowerPoint Presentation</vt:lpstr>
      <vt:lpstr>Topic: Dividing Fractions</vt:lpstr>
      <vt:lpstr>Practice Time!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</dc:title>
  <dc:creator>LATHAM Alexandria [Baldivis Secondary College]</dc:creator>
  <cp:lastModifiedBy>Nine Labuschagne</cp:lastModifiedBy>
  <cp:revision>47</cp:revision>
  <dcterms:created xsi:type="dcterms:W3CDTF">2018-07-29T09:37:46Z</dcterms:created>
  <dcterms:modified xsi:type="dcterms:W3CDTF">2018-09-05T02:42:54Z</dcterms:modified>
</cp:coreProperties>
</file>