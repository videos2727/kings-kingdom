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87" r:id="rId4"/>
    <p:sldId id="282" r:id="rId5"/>
    <p:sldId id="278" r:id="rId6"/>
  </p:sldIdLst>
  <p:sldSz cx="12188825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506" autoAdjust="0"/>
  </p:normalViewPr>
  <p:slideViewPr>
    <p:cSldViewPr>
      <p:cViewPr varScale="1">
        <p:scale>
          <a:sx n="71" d="100"/>
          <a:sy n="71" d="100"/>
        </p:scale>
        <p:origin x="57" y="162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9/11/2018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9/11/2018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74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9/11/2018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9/11/2018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9/11/2018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Dividing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divide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Dividing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reciprocal</a:t>
            </a:r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6F09C3-0FFC-4283-9FD6-A9AF02637B26}"/>
              </a:ext>
            </a:extLst>
          </p:cNvPr>
          <p:cNvSpPr txBox="1"/>
          <p:nvPr/>
        </p:nvSpPr>
        <p:spPr>
          <a:xfrm>
            <a:off x="1989954" y="1418434"/>
            <a:ext cx="967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reciprocal of a fraction you must invert the fraction. This is done by swapping the numerator and the denominator. ‘flipping the fraction’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94D6C-4637-4F87-B626-61E88769C71E}"/>
              </a:ext>
            </a:extLst>
          </p:cNvPr>
          <p:cNvSpPr txBox="1"/>
          <p:nvPr/>
        </p:nvSpPr>
        <p:spPr>
          <a:xfrm>
            <a:off x="9908949" y="1769907"/>
            <a:ext cx="20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Glossary Alert!!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26906" y="3098500"/>
            <a:ext cx="182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6BA13-63E5-4135-867B-8190A1F02CFC}"/>
              </a:ext>
            </a:extLst>
          </p:cNvPr>
          <p:cNvSpPr txBox="1"/>
          <p:nvPr/>
        </p:nvSpPr>
        <p:spPr>
          <a:xfrm>
            <a:off x="2349996" y="314096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 is the same as multiplying by the reciprocal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A4B10-6059-47A2-9777-347F9CA0EFED}"/>
              </a:ext>
            </a:extLst>
          </p:cNvPr>
          <p:cNvSpPr txBox="1"/>
          <p:nvPr/>
        </p:nvSpPr>
        <p:spPr>
          <a:xfrm>
            <a:off x="2516155" y="568000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Mixed numbers must be changed to improper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/>
              <p:nvPr/>
            </p:nvSpPr>
            <p:spPr>
              <a:xfrm>
                <a:off x="4006180" y="3781467"/>
                <a:ext cx="65582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180" y="3781467"/>
                <a:ext cx="655821" cy="578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/>
              <p:nvPr/>
            </p:nvSpPr>
            <p:spPr>
              <a:xfrm>
                <a:off x="5050501" y="3770438"/>
                <a:ext cx="90980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501" y="3770438"/>
                <a:ext cx="909801" cy="578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/>
              <p:nvPr/>
            </p:nvSpPr>
            <p:spPr>
              <a:xfrm>
                <a:off x="6152185" y="3758553"/>
                <a:ext cx="2185197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3×1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85" y="3758553"/>
                <a:ext cx="2185197" cy="57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3" grpId="0"/>
      <p:bldP spid="17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Dividing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4548739" y="2056761"/>
            <a:ext cx="792505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6"/>
                </a:solidFill>
              </a:rPr>
              <a:t>Keep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C28A35-796D-400C-A238-B49CFA1CA15D}"/>
              </a:ext>
            </a:extLst>
          </p:cNvPr>
          <p:cNvSpPr txBox="1"/>
          <p:nvPr/>
        </p:nvSpPr>
        <p:spPr>
          <a:xfrm>
            <a:off x="5260923" y="2411822"/>
            <a:ext cx="134934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66"/>
                </a:solidFill>
              </a:rPr>
              <a:t>Change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DAF812-AD79-49A3-A6A4-F60571175025}"/>
              </a:ext>
            </a:extLst>
          </p:cNvPr>
          <p:cNvSpPr txBox="1"/>
          <p:nvPr/>
        </p:nvSpPr>
        <p:spPr>
          <a:xfrm>
            <a:off x="6229384" y="2058667"/>
            <a:ext cx="72008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C000"/>
                </a:solidFill>
              </a:rPr>
              <a:t>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/>
              <p:nvPr/>
            </p:nvSpPr>
            <p:spPr>
              <a:xfrm>
                <a:off x="2710036" y="2760140"/>
                <a:ext cx="128201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036" y="2760140"/>
                <a:ext cx="1282018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/>
              <p:nvPr/>
            </p:nvSpPr>
            <p:spPr>
              <a:xfrm>
                <a:off x="4763146" y="2759257"/>
                <a:ext cx="28854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146" y="2759257"/>
                <a:ext cx="288541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/>
              <p:nvPr/>
            </p:nvSpPr>
            <p:spPr>
              <a:xfrm>
                <a:off x="5635487" y="2976769"/>
                <a:ext cx="246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487" y="2976769"/>
                <a:ext cx="246862" cy="307777"/>
              </a:xfrm>
              <a:prstGeom prst="rect">
                <a:avLst/>
              </a:prstGeom>
              <a:blipFill>
                <a:blip r:embed="rId5"/>
                <a:stretch>
                  <a:fillRect l="-17073" r="-146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/>
              <p:nvPr/>
            </p:nvSpPr>
            <p:spPr>
              <a:xfrm>
                <a:off x="6400269" y="2764899"/>
                <a:ext cx="288541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69" y="2764899"/>
                <a:ext cx="288541" cy="803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/>
              <p:nvPr/>
            </p:nvSpPr>
            <p:spPr>
              <a:xfrm>
                <a:off x="7522100" y="2759257"/>
                <a:ext cx="134934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100" y="2759257"/>
                <a:ext cx="134934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/>
              <p:nvPr/>
            </p:nvSpPr>
            <p:spPr>
              <a:xfrm>
                <a:off x="9404732" y="2781154"/>
                <a:ext cx="85478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732" y="2781154"/>
                <a:ext cx="854786" cy="809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/>
              <p:nvPr/>
            </p:nvSpPr>
            <p:spPr>
              <a:xfrm>
                <a:off x="10642165" y="2781154"/>
                <a:ext cx="914609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2165" y="2781154"/>
                <a:ext cx="914609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0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8" grpId="0" animBg="1"/>
      <p:bldP spid="5" grpId="0"/>
      <p:bldP spid="6" grpId="0"/>
      <p:bldP spid="7" grpId="0"/>
      <p:bldP spid="11" grpId="0"/>
      <p:bldP spid="12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33045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33045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654C176-B253-4835-9AC0-2016F2DC2AFE}"/>
              </a:ext>
            </a:extLst>
          </p:cNvPr>
          <p:cNvSpPr txBox="1"/>
          <p:nvPr/>
        </p:nvSpPr>
        <p:spPr>
          <a:xfrm>
            <a:off x="10054852" y="3717032"/>
            <a:ext cx="198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Have Sum Fun – Sum Funs 39</a:t>
            </a:r>
          </a:p>
        </p:txBody>
      </p:sp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divide </a:t>
            </a:r>
            <a:r>
              <a:rPr lang="en-AU" sz="2800"/>
              <a:t>fractions we…….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7454</TotalTime>
  <Words>163</Words>
  <Application>Microsoft Office PowerPoint</Application>
  <PresentationFormat>Custom</PresentationFormat>
  <Paragraphs>39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Cambria Math</vt:lpstr>
      <vt:lpstr>Palatino Linotype</vt:lpstr>
      <vt:lpstr>Watercolor_16x9</vt:lpstr>
      <vt:lpstr>Topic: Dividing Fractions</vt:lpstr>
      <vt:lpstr>Topic: Dividing Fractions</vt:lpstr>
      <vt:lpstr>Topic: Dividing Fractions</vt:lpstr>
      <vt:lpstr>Practice Time!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Nine Labuschagne</cp:lastModifiedBy>
  <cp:revision>48</cp:revision>
  <cp:lastPrinted>2018-09-11T07:52:33Z</cp:lastPrinted>
  <dcterms:created xsi:type="dcterms:W3CDTF">2018-07-29T09:37:46Z</dcterms:created>
  <dcterms:modified xsi:type="dcterms:W3CDTF">2018-09-11T07:52:37Z</dcterms:modified>
</cp:coreProperties>
</file>