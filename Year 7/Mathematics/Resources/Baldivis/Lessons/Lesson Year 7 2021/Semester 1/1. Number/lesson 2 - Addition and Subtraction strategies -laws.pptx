
<file path=[Content_Types].xml><?xml version="1.0" encoding="utf-8"?>
<Types xmlns="http://schemas.openxmlformats.org/package/2006/content-types">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4"/>
  </p:notesMasterIdLst>
  <p:sldIdLst>
    <p:sldId id="256" r:id="rId2"/>
    <p:sldId id="257" r:id="rId3"/>
    <p:sldId id="258" r:id="rId4"/>
    <p:sldId id="307" r:id="rId5"/>
    <p:sldId id="308" r:id="rId6"/>
    <p:sldId id="309" r:id="rId7"/>
    <p:sldId id="259" r:id="rId8"/>
    <p:sldId id="311" r:id="rId9"/>
    <p:sldId id="316" r:id="rId10"/>
    <p:sldId id="313" r:id="rId11"/>
    <p:sldId id="317" r:id="rId12"/>
    <p:sldId id="261" r:id="rId13"/>
  </p:sldIdLst>
  <p:sldSz cx="9144000" cy="5143500" type="screen16x9"/>
  <p:notesSz cx="6858000" cy="9144000"/>
  <p:embeddedFontLst>
    <p:embeddedFont>
      <p:font typeface="Abel" panose="020B0604020202020204" charset="0"/>
      <p:regular r:id="rId15"/>
    </p:embeddedFont>
    <p:embeddedFont>
      <p:font typeface="Fredoka One" panose="020B0604020202020204" charset="0"/>
      <p:regular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068">
          <p15:clr>
            <a:srgbClr val="9AA0A6"/>
          </p15:clr>
        </p15:guide>
        <p15:guide id="2" pos="2880">
          <p15:clr>
            <a:srgbClr val="9AA0A6"/>
          </p15:clr>
        </p15:guide>
        <p15:guide id="3" orient="horz" pos="253">
          <p15:clr>
            <a:srgbClr val="9AA0A6"/>
          </p15:clr>
        </p15:guide>
        <p15:guide id="4" orient="horz" pos="841">
          <p15:clr>
            <a:srgbClr val="9AA0A6"/>
          </p15:clr>
        </p15:guide>
        <p15:guide id="5" pos="576">
          <p15:clr>
            <a:srgbClr val="9AA0A6"/>
          </p15:clr>
        </p15:guide>
        <p15:guide id="6" orient="horz" pos="547">
          <p15:clr>
            <a:srgbClr val="9AA0A6"/>
          </p15:clr>
        </p15:guide>
        <p15:guide id="7" orient="horz" pos="216">
          <p15:clr>
            <a:srgbClr val="9AA0A6"/>
          </p15:clr>
        </p15:guide>
        <p15:guide id="8" pos="4787">
          <p15:clr>
            <a:srgbClr val="9AA0A6"/>
          </p15:clr>
        </p15:guide>
        <p15:guide id="9" pos="3942">
          <p15:clr>
            <a:srgbClr val="9AA0A6"/>
          </p15:clr>
        </p15:guide>
        <p15:guide id="10" pos="1293">
          <p15:clr>
            <a:srgbClr val="9AA0A6"/>
          </p15:clr>
        </p15:guide>
        <p15:guide id="11" orient="horz" pos="120">
          <p15:clr>
            <a:srgbClr val="9AA0A6"/>
          </p15:clr>
        </p15:guide>
        <p15:guide id="12" orient="horz" pos="144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2CA31A5-7132-4A5F-A072-0CB39D90A84B}">
  <a:tblStyle styleId="{42CA31A5-7132-4A5F-A072-0CB39D90A84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04" autoAdjust="0"/>
    <p:restoredTop sz="95332" autoAdjust="0"/>
  </p:normalViewPr>
  <p:slideViewPr>
    <p:cSldViewPr snapToGrid="0">
      <p:cViewPr varScale="1">
        <p:scale>
          <a:sx n="108" d="100"/>
          <a:sy n="108" d="100"/>
        </p:scale>
        <p:origin x="653" y="77"/>
      </p:cViewPr>
      <p:guideLst>
        <p:guide orient="horz" pos="3068"/>
        <p:guide pos="2880"/>
        <p:guide orient="horz" pos="253"/>
        <p:guide orient="horz" pos="841"/>
        <p:guide pos="576"/>
        <p:guide orient="horz" pos="547"/>
        <p:guide orient="horz" pos="216"/>
        <p:guide pos="4787"/>
        <p:guide pos="3942"/>
        <p:guide pos="1293"/>
        <p:guide orient="horz" pos="120"/>
        <p:guide orient="horz" pos="14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smtClean="0"/>
              <a:t>379.2</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61b46b06b8_0_87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61b46b06b8_0_8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615da441d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615da441d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15da441d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15da441d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AU" dirty="0" smtClean="0"/>
              <a:t>Commutative Law practice to write on the board</a:t>
            </a:r>
          </a:p>
          <a:p>
            <a:pPr marL="158750" indent="0">
              <a:buNone/>
            </a:pPr>
            <a:r>
              <a:rPr lang="en-AU" sz="1100" dirty="0" smtClean="0"/>
              <a:t>a) 2 x 5 = </a:t>
            </a:r>
            <a:r>
              <a:rPr lang="en-AU" sz="1100" u="sng" dirty="0" smtClean="0"/>
              <a:t>5 x 2 </a:t>
            </a:r>
            <a:r>
              <a:rPr lang="en-AU" sz="1100" dirty="0" smtClean="0"/>
              <a:t>		b)    15 ÷ 3  = </a:t>
            </a:r>
            <a:r>
              <a:rPr lang="en-AU" sz="1100" u="sng" dirty="0" smtClean="0"/>
              <a:t>can’t do</a:t>
            </a:r>
            <a:r>
              <a:rPr lang="en-AU" sz="1100" dirty="0" smtClean="0"/>
              <a:t>                 </a:t>
            </a:r>
          </a:p>
          <a:p>
            <a:endParaRPr lang="en-AU" sz="1100" dirty="0" smtClean="0"/>
          </a:p>
          <a:p>
            <a:pPr marL="257175" indent="-257175">
              <a:buAutoNum type="alphaLcParenR" startAt="3"/>
            </a:pPr>
            <a:r>
              <a:rPr lang="en-AU" sz="1100" dirty="0" smtClean="0"/>
              <a:t>9 x 12 = ________		d)   23 – 5 = ________		e) 45 + 23 = __________</a:t>
            </a:r>
          </a:p>
          <a:p>
            <a:pPr marL="158750" indent="0">
              <a:buNone/>
            </a:pPr>
            <a:endParaRPr lang="en-AU" sz="1100" dirty="0" smtClean="0"/>
          </a:p>
          <a:p>
            <a:pPr marL="158750" indent="0">
              <a:buNone/>
            </a:pPr>
            <a:r>
              <a:rPr lang="en-AU" sz="1100" dirty="0" smtClean="0"/>
              <a:t>f)    24 ÷  8  = ________	g)    12 + 7 = ________	h) 457 x 213 = _________</a:t>
            </a: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15da441d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15da441d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AU" sz="1800" dirty="0" smtClean="0">
                <a:solidFill>
                  <a:srgbClr val="0070C0"/>
                </a:solidFill>
              </a:rPr>
              <a:t>Associative Law Practice to write on the board</a:t>
            </a:r>
          </a:p>
          <a:p>
            <a:pPr marL="158750" indent="0">
              <a:buNone/>
            </a:pPr>
            <a:r>
              <a:rPr lang="en-AU" sz="1800" dirty="0" smtClean="0">
                <a:solidFill>
                  <a:srgbClr val="0070C0"/>
                </a:solidFill>
              </a:rPr>
              <a:t>a) 2 x 9 x 5 = </a:t>
            </a:r>
            <a:r>
              <a:rPr lang="en-AU" sz="1800" u="sng" dirty="0" smtClean="0">
                <a:solidFill>
                  <a:srgbClr val="0070C0"/>
                </a:solidFill>
              </a:rPr>
              <a:t>5 x 2 x 9 </a:t>
            </a:r>
            <a:r>
              <a:rPr lang="en-AU" sz="1800" dirty="0" smtClean="0">
                <a:solidFill>
                  <a:srgbClr val="0070C0"/>
                </a:solidFill>
              </a:rPr>
              <a:t>		b)    14 + 21 + 6  = </a:t>
            </a:r>
            <a:r>
              <a:rPr lang="en-AU" sz="1800" u="sng" dirty="0" smtClean="0">
                <a:solidFill>
                  <a:srgbClr val="0070C0"/>
                </a:solidFill>
              </a:rPr>
              <a:t>14 + 6 + 21</a:t>
            </a:r>
            <a:r>
              <a:rPr lang="en-AU" sz="1800" dirty="0" smtClean="0">
                <a:solidFill>
                  <a:srgbClr val="0070C0"/>
                </a:solidFill>
              </a:rPr>
              <a:t>                </a:t>
            </a:r>
          </a:p>
          <a:p>
            <a:pPr marL="158750" indent="0">
              <a:buNone/>
            </a:pPr>
            <a:r>
              <a:rPr lang="en-AU" sz="1800" dirty="0" smtClean="0">
                <a:solidFill>
                  <a:srgbClr val="0070C0"/>
                </a:solidFill>
              </a:rPr>
              <a:t>		= __</a:t>
            </a:r>
            <a:r>
              <a:rPr lang="en-AU" sz="1800" u="sng" dirty="0" smtClean="0">
                <a:solidFill>
                  <a:srgbClr val="0070C0"/>
                </a:solidFill>
              </a:rPr>
              <a:t>90</a:t>
            </a:r>
            <a:r>
              <a:rPr lang="en-AU" sz="1800" dirty="0" smtClean="0">
                <a:solidFill>
                  <a:srgbClr val="0070C0"/>
                </a:solidFill>
              </a:rPr>
              <a:t>__				  =  ___</a:t>
            </a:r>
            <a:r>
              <a:rPr lang="en-AU" sz="1800" u="sng" dirty="0" smtClean="0">
                <a:solidFill>
                  <a:srgbClr val="0070C0"/>
                </a:solidFill>
              </a:rPr>
              <a:t>41</a:t>
            </a:r>
            <a:r>
              <a:rPr lang="en-AU" sz="1800" dirty="0" smtClean="0">
                <a:solidFill>
                  <a:srgbClr val="0070C0"/>
                </a:solidFill>
              </a:rPr>
              <a:t>__	</a:t>
            </a:r>
          </a:p>
          <a:p>
            <a:pPr marL="158750" indent="0">
              <a:buNone/>
            </a:pPr>
            <a:endParaRPr lang="en-AU" sz="1800" dirty="0" smtClean="0">
              <a:solidFill>
                <a:srgbClr val="0070C0"/>
              </a:solidFill>
            </a:endParaRPr>
          </a:p>
          <a:p>
            <a:pPr marL="257175" indent="-257175">
              <a:buAutoNum type="alphaLcParenR" startAt="3"/>
            </a:pPr>
            <a:r>
              <a:rPr lang="en-AU" sz="1800" dirty="0" smtClean="0"/>
              <a:t>5 x 13 x 2= ________      d)   6 + 5 + 34 = _________     e) 9 + 13 + 21 + 8 + 7= ________</a:t>
            </a:r>
          </a:p>
          <a:p>
            <a:pPr marL="257175" indent="-257175">
              <a:buAutoNum type="alphaLcParenR" startAt="3"/>
            </a:pPr>
            <a:endParaRPr lang="en-AU" sz="1800" dirty="0" smtClean="0"/>
          </a:p>
          <a:p>
            <a:pPr marL="158750" indent="0">
              <a:buNone/>
            </a:pPr>
            <a:r>
              <a:rPr lang="en-AU" sz="1800" dirty="0" smtClean="0"/>
              <a:t>f) 4 x 3 x 5  = ________        g)    86 + 91 + 14 = ________  h) 50 x 7 x 2= _________</a:t>
            </a:r>
            <a:endParaRPr dirty="0"/>
          </a:p>
        </p:txBody>
      </p:sp>
    </p:spTree>
    <p:extLst>
      <p:ext uri="{BB962C8B-B14F-4D97-AF65-F5344CB8AC3E}">
        <p14:creationId xmlns:p14="http://schemas.microsoft.com/office/powerpoint/2010/main" val="24329721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615da441d6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615da441d6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a:buNone/>
            </a:pPr>
            <a:r>
              <a:rPr lang="en-AU" sz="1100" dirty="0" smtClean="0">
                <a:solidFill>
                  <a:srgbClr val="0070C0"/>
                </a:solidFill>
              </a:rPr>
              <a:t>Distributive Law practice to write on the board :</a:t>
            </a:r>
          </a:p>
          <a:p>
            <a:endParaRPr lang="en-AU" sz="1100" dirty="0" smtClean="0">
              <a:solidFill>
                <a:srgbClr val="0070C0"/>
              </a:solidFill>
            </a:endParaRPr>
          </a:p>
          <a:p>
            <a:pPr marL="158750" indent="0">
              <a:buNone/>
            </a:pPr>
            <a:r>
              <a:rPr lang="en-AU" sz="1100" dirty="0" smtClean="0">
                <a:solidFill>
                  <a:srgbClr val="0070C0"/>
                </a:solidFill>
              </a:rPr>
              <a:t>a) 3 x 13 = </a:t>
            </a:r>
            <a:r>
              <a:rPr lang="en-AU" sz="1100" u="sng" dirty="0" smtClean="0">
                <a:solidFill>
                  <a:srgbClr val="0070C0"/>
                </a:solidFill>
              </a:rPr>
              <a:t>3 x 10 + 3 x 3 </a:t>
            </a:r>
            <a:r>
              <a:rPr lang="en-AU" sz="1100" dirty="0" smtClean="0">
                <a:solidFill>
                  <a:srgbClr val="0070C0"/>
                </a:solidFill>
              </a:rPr>
              <a:t>		b)    5 x 126 = </a:t>
            </a:r>
            <a:r>
              <a:rPr lang="en-AU" sz="1100" u="sng" dirty="0" smtClean="0">
                <a:solidFill>
                  <a:srgbClr val="0070C0"/>
                </a:solidFill>
              </a:rPr>
              <a:t>5 x 100 + 5 x 20 + 5 x 6</a:t>
            </a:r>
            <a:endParaRPr lang="en-AU" sz="1100" dirty="0" smtClean="0">
              <a:solidFill>
                <a:srgbClr val="0070C0"/>
              </a:solidFill>
            </a:endParaRPr>
          </a:p>
          <a:p>
            <a:pPr marL="158750" indent="0">
              <a:buNone/>
            </a:pPr>
            <a:r>
              <a:rPr lang="en-AU" sz="1100" dirty="0" smtClean="0">
                <a:solidFill>
                  <a:srgbClr val="0070C0"/>
                </a:solidFill>
              </a:rPr>
              <a:t>	          = _</a:t>
            </a:r>
            <a:r>
              <a:rPr lang="en-AU" sz="1100" u="sng" dirty="0" smtClean="0">
                <a:solidFill>
                  <a:srgbClr val="0070C0"/>
                </a:solidFill>
              </a:rPr>
              <a:t>30 + 9 </a:t>
            </a:r>
            <a:r>
              <a:rPr lang="en-AU" sz="1100" dirty="0" smtClean="0">
                <a:solidFill>
                  <a:srgbClr val="0070C0"/>
                </a:solidFill>
              </a:rPr>
              <a:t>= </a:t>
            </a:r>
            <a:r>
              <a:rPr lang="en-AU" sz="1100" u="sng" dirty="0" smtClean="0">
                <a:solidFill>
                  <a:srgbClr val="0070C0"/>
                </a:solidFill>
              </a:rPr>
              <a:t>39</a:t>
            </a:r>
            <a:r>
              <a:rPr lang="en-AU" sz="1100" dirty="0" smtClean="0">
                <a:solidFill>
                  <a:srgbClr val="0070C0"/>
                </a:solidFill>
              </a:rPr>
              <a:t>			         = </a:t>
            </a:r>
            <a:r>
              <a:rPr lang="en-AU" sz="1100" u="sng" dirty="0" smtClean="0">
                <a:solidFill>
                  <a:srgbClr val="0070C0"/>
                </a:solidFill>
              </a:rPr>
              <a:t>500 + 100 + 30</a:t>
            </a:r>
            <a:r>
              <a:rPr lang="en-AU" sz="1100" dirty="0" smtClean="0">
                <a:solidFill>
                  <a:srgbClr val="0070C0"/>
                </a:solidFill>
              </a:rPr>
              <a:t>  =  </a:t>
            </a:r>
            <a:r>
              <a:rPr lang="en-AU" sz="1100" u="sng" dirty="0" smtClean="0">
                <a:solidFill>
                  <a:srgbClr val="0070C0"/>
                </a:solidFill>
              </a:rPr>
              <a:t>630</a:t>
            </a:r>
          </a:p>
          <a:p>
            <a:endParaRPr lang="en-AU" sz="1100" u="sng" dirty="0" smtClean="0">
              <a:solidFill>
                <a:srgbClr val="0070C0"/>
              </a:solidFill>
            </a:endParaRPr>
          </a:p>
          <a:p>
            <a:pPr marL="257175" indent="-257175">
              <a:buAutoNum type="alphaLcParenR" startAt="3"/>
            </a:pPr>
            <a:r>
              <a:rPr lang="en-AU" sz="1100" dirty="0" smtClean="0"/>
              <a:t>5 x 13 x 2= ________      d)   6 + 5 + 34 = _________     e) 9 + 13 + 21 + 8 + 7= _________</a:t>
            </a:r>
          </a:p>
          <a:p>
            <a:pPr marL="158750" indent="0">
              <a:buNone/>
            </a:pPr>
            <a:endParaRPr lang="en-AU" sz="1100" dirty="0" smtClean="0"/>
          </a:p>
          <a:p>
            <a:pPr marL="158750" indent="0">
              <a:buNone/>
            </a:pPr>
            <a:r>
              <a:rPr lang="en-AU" sz="1100" dirty="0" smtClean="0"/>
              <a:t>f) 4 x 3 x 5  = ________        g)    86 + 91 + 14 = ________  h) 50 x 7 x 2= _________</a:t>
            </a:r>
          </a:p>
          <a:p>
            <a:endParaRPr lang="en-AU" sz="1100" dirty="0" smtClean="0"/>
          </a:p>
          <a:p>
            <a:pPr marL="158750" indent="0">
              <a:buNone/>
            </a:pPr>
            <a:r>
              <a:rPr lang="en-AU" sz="1100" dirty="0" err="1" smtClean="0"/>
              <a:t>i</a:t>
            </a:r>
            <a:r>
              <a:rPr lang="en-AU" sz="1100" dirty="0" smtClean="0"/>
              <a:t>) 17 x 12  = _________        j)   327 x 3 = ________ 	         k) 2154 x 2 = _________	</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539484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615da441d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615da441d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OPENING 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p:nvPr/>
        </p:nvSpPr>
        <p:spPr>
          <a:xfrm>
            <a:off x="596875" y="623625"/>
            <a:ext cx="1663500" cy="16635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63225" y="2799325"/>
            <a:ext cx="994800" cy="994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6812375" y="3945250"/>
            <a:ext cx="994800" cy="994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807175" y="3456225"/>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a:off x="7151375" y="-150575"/>
            <a:ext cx="1094100" cy="10941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745150" y="789414"/>
            <a:ext cx="3501300" cy="3501300"/>
          </a:xfrm>
          <a:prstGeom prst="donut">
            <a:avLst>
              <a:gd name="adj" fmla="val 1554"/>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txBox="1">
            <a:spLocks noGrp="1"/>
          </p:cNvSpPr>
          <p:nvPr>
            <p:ph type="ctrTitle"/>
          </p:nvPr>
        </p:nvSpPr>
        <p:spPr>
          <a:xfrm>
            <a:off x="2416350" y="1897688"/>
            <a:ext cx="4311300" cy="994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Clr>
                <a:schemeClr val="lt1"/>
              </a:buClr>
              <a:buSzPts val="5200"/>
              <a:buNone/>
              <a:defRPr sz="5200">
                <a:solidFill>
                  <a:schemeClr val="lt1"/>
                </a:solidFill>
              </a:defRPr>
            </a:lvl2pPr>
            <a:lvl3pPr lvl="2" algn="ctr">
              <a:spcBef>
                <a:spcPts val="0"/>
              </a:spcBef>
              <a:spcAft>
                <a:spcPts val="0"/>
              </a:spcAft>
              <a:buClr>
                <a:schemeClr val="lt1"/>
              </a:buClr>
              <a:buSzPts val="5200"/>
              <a:buNone/>
              <a:defRPr sz="5200">
                <a:solidFill>
                  <a:schemeClr val="lt1"/>
                </a:solidFill>
              </a:defRPr>
            </a:lvl3pPr>
            <a:lvl4pPr lvl="3" algn="ctr">
              <a:spcBef>
                <a:spcPts val="0"/>
              </a:spcBef>
              <a:spcAft>
                <a:spcPts val="0"/>
              </a:spcAft>
              <a:buClr>
                <a:schemeClr val="lt1"/>
              </a:buClr>
              <a:buSzPts val="5200"/>
              <a:buNone/>
              <a:defRPr sz="5200">
                <a:solidFill>
                  <a:schemeClr val="lt1"/>
                </a:solidFill>
              </a:defRPr>
            </a:lvl4pPr>
            <a:lvl5pPr lvl="4" algn="ctr">
              <a:spcBef>
                <a:spcPts val="0"/>
              </a:spcBef>
              <a:spcAft>
                <a:spcPts val="0"/>
              </a:spcAft>
              <a:buClr>
                <a:schemeClr val="lt1"/>
              </a:buClr>
              <a:buSzPts val="5200"/>
              <a:buNone/>
              <a:defRPr sz="5200">
                <a:solidFill>
                  <a:schemeClr val="lt1"/>
                </a:solidFill>
              </a:defRPr>
            </a:lvl5pPr>
            <a:lvl6pPr lvl="5" algn="ctr">
              <a:spcBef>
                <a:spcPts val="0"/>
              </a:spcBef>
              <a:spcAft>
                <a:spcPts val="0"/>
              </a:spcAft>
              <a:buClr>
                <a:schemeClr val="lt1"/>
              </a:buClr>
              <a:buSzPts val="5200"/>
              <a:buNone/>
              <a:defRPr sz="5200">
                <a:solidFill>
                  <a:schemeClr val="lt1"/>
                </a:solidFill>
              </a:defRPr>
            </a:lvl6pPr>
            <a:lvl7pPr lvl="6" algn="ctr">
              <a:spcBef>
                <a:spcPts val="0"/>
              </a:spcBef>
              <a:spcAft>
                <a:spcPts val="0"/>
              </a:spcAft>
              <a:buClr>
                <a:schemeClr val="lt1"/>
              </a:buClr>
              <a:buSzPts val="5200"/>
              <a:buNone/>
              <a:defRPr sz="5200">
                <a:solidFill>
                  <a:schemeClr val="lt1"/>
                </a:solidFill>
              </a:defRPr>
            </a:lvl7pPr>
            <a:lvl8pPr lvl="7" algn="ctr">
              <a:spcBef>
                <a:spcPts val="0"/>
              </a:spcBef>
              <a:spcAft>
                <a:spcPts val="0"/>
              </a:spcAft>
              <a:buClr>
                <a:schemeClr val="lt1"/>
              </a:buClr>
              <a:buSzPts val="5200"/>
              <a:buNone/>
              <a:defRPr sz="5200">
                <a:solidFill>
                  <a:schemeClr val="lt1"/>
                </a:solidFill>
              </a:defRPr>
            </a:lvl8pPr>
            <a:lvl9pPr lvl="8" algn="ctr">
              <a:spcBef>
                <a:spcPts val="0"/>
              </a:spcBef>
              <a:spcAft>
                <a:spcPts val="0"/>
              </a:spcAft>
              <a:buClr>
                <a:schemeClr val="lt1"/>
              </a:buClr>
              <a:buSzPts val="5200"/>
              <a:buNone/>
              <a:defRPr sz="5200">
                <a:solidFill>
                  <a:schemeClr val="lt1"/>
                </a:solidFill>
              </a:defRPr>
            </a:lvl9pPr>
          </a:lstStyle>
          <a:p>
            <a:endParaRPr/>
          </a:p>
        </p:txBody>
      </p:sp>
      <p:sp>
        <p:nvSpPr>
          <p:cNvPr id="17" name="Google Shape;17;p2"/>
          <p:cNvSpPr txBox="1">
            <a:spLocks noGrp="1"/>
          </p:cNvSpPr>
          <p:nvPr>
            <p:ph type="subTitle" idx="1"/>
          </p:nvPr>
        </p:nvSpPr>
        <p:spPr>
          <a:xfrm>
            <a:off x="2416350" y="2929313"/>
            <a:ext cx="4311300" cy="316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200"/>
              <a:buNone/>
              <a:defRPr sz="1200">
                <a:solidFill>
                  <a:schemeClr val="lt1"/>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 BULLET POINTS">
  <p:cSld name="TITLE_AND_BODY_1_1_1_2_1_1_1_2_2">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3"/>
          <p:cNvSpPr txBox="1">
            <a:spLocks noGrp="1"/>
          </p:cNvSpPr>
          <p:nvPr>
            <p:ph type="title"/>
          </p:nvPr>
        </p:nvSpPr>
        <p:spPr>
          <a:xfrm>
            <a:off x="817475" y="698575"/>
            <a:ext cx="57150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3"/>
          <p:cNvSpPr txBox="1">
            <a:spLocks noGrp="1"/>
          </p:cNvSpPr>
          <p:nvPr>
            <p:ph type="sldNum" idx="12"/>
          </p:nvPr>
        </p:nvSpPr>
        <p:spPr>
          <a:xfrm>
            <a:off x="4297659" y="4673701"/>
            <a:ext cx="548700" cy="393600"/>
          </a:xfrm>
          <a:prstGeom prst="rect">
            <a:avLst/>
          </a:prstGeom>
        </p:spPr>
        <p:txBody>
          <a:bodyPr spcFirstLastPara="1" wrap="square" lIns="91425" tIns="91425" rIns="91425" bIns="91425" anchor="t" anchorCtr="0">
            <a:noAutofit/>
          </a:bodyPr>
          <a:lstStyle>
            <a:lvl1pPr lvl="0" algn="ctr" rtl="0">
              <a:buNone/>
              <a:defRPr sz="1300">
                <a:latin typeface="Abel"/>
                <a:ea typeface="Abel"/>
                <a:cs typeface="Abel"/>
                <a:sym typeface="Abel"/>
              </a:defRPr>
            </a:lvl1pPr>
            <a:lvl2pPr lvl="1" algn="ctr" rtl="0">
              <a:buNone/>
              <a:defRPr sz="1300">
                <a:latin typeface="Abel"/>
                <a:ea typeface="Abel"/>
                <a:cs typeface="Abel"/>
                <a:sym typeface="Abel"/>
              </a:defRPr>
            </a:lvl2pPr>
            <a:lvl3pPr lvl="2" algn="ctr" rtl="0">
              <a:buNone/>
              <a:defRPr sz="1300">
                <a:latin typeface="Abel"/>
                <a:ea typeface="Abel"/>
                <a:cs typeface="Abel"/>
                <a:sym typeface="Abel"/>
              </a:defRPr>
            </a:lvl3pPr>
            <a:lvl4pPr lvl="3" algn="ctr" rtl="0">
              <a:buNone/>
              <a:defRPr sz="1300">
                <a:latin typeface="Abel"/>
                <a:ea typeface="Abel"/>
                <a:cs typeface="Abel"/>
                <a:sym typeface="Abel"/>
              </a:defRPr>
            </a:lvl4pPr>
            <a:lvl5pPr lvl="4" algn="ctr" rtl="0">
              <a:buNone/>
              <a:defRPr sz="1300">
                <a:latin typeface="Abel"/>
                <a:ea typeface="Abel"/>
                <a:cs typeface="Abel"/>
                <a:sym typeface="Abel"/>
              </a:defRPr>
            </a:lvl5pPr>
            <a:lvl6pPr lvl="5" algn="ctr" rtl="0">
              <a:buNone/>
              <a:defRPr sz="1300">
                <a:latin typeface="Abel"/>
                <a:ea typeface="Abel"/>
                <a:cs typeface="Abel"/>
                <a:sym typeface="Abel"/>
              </a:defRPr>
            </a:lvl6pPr>
            <a:lvl7pPr lvl="6" algn="ctr" rtl="0">
              <a:buNone/>
              <a:defRPr sz="1300">
                <a:latin typeface="Abel"/>
                <a:ea typeface="Abel"/>
                <a:cs typeface="Abel"/>
                <a:sym typeface="Abel"/>
              </a:defRPr>
            </a:lvl7pPr>
            <a:lvl8pPr lvl="7" algn="ctr" rtl="0">
              <a:buNone/>
              <a:defRPr sz="1300">
                <a:latin typeface="Abel"/>
                <a:ea typeface="Abel"/>
                <a:cs typeface="Abel"/>
                <a:sym typeface="Abel"/>
              </a:defRPr>
            </a:lvl8pPr>
            <a:lvl9pPr lvl="8" algn="ctr" rtl="0">
              <a:buNone/>
              <a:defRPr sz="1300">
                <a:latin typeface="Abel"/>
                <a:ea typeface="Abel"/>
                <a:cs typeface="Abel"/>
                <a:sym typeface="Abel"/>
              </a:defRPr>
            </a:lvl9pPr>
          </a:lstStyle>
          <a:p>
            <a:pPr marL="0" lvl="0" indent="0" algn="ctr" rtl="0">
              <a:spcBef>
                <a:spcPts val="0"/>
              </a:spcBef>
              <a:spcAft>
                <a:spcPts val="0"/>
              </a:spcAft>
              <a:buNone/>
            </a:pPr>
            <a:fld id="{00000000-1234-1234-1234-123412341234}" type="slidenum">
              <a:rPr lang="en"/>
              <a:t>‹#›</a:t>
            </a:fld>
            <a:endParaRPr/>
          </a:p>
        </p:txBody>
      </p:sp>
      <p:cxnSp>
        <p:nvCxnSpPr>
          <p:cNvPr id="21" name="Google Shape;21;p3"/>
          <p:cNvCxnSpPr/>
          <p:nvPr/>
        </p:nvCxnSpPr>
        <p:spPr>
          <a:xfrm>
            <a:off x="3554258" y="4868401"/>
            <a:ext cx="743400" cy="4200"/>
          </a:xfrm>
          <a:prstGeom prst="straightConnector1">
            <a:avLst/>
          </a:prstGeom>
          <a:noFill/>
          <a:ln w="9525" cap="flat" cmpd="sng">
            <a:solidFill>
              <a:srgbClr val="FFFFFF"/>
            </a:solidFill>
            <a:prstDash val="solid"/>
            <a:round/>
            <a:headEnd type="none" w="med" len="med"/>
            <a:tailEnd type="none" w="med" len="med"/>
          </a:ln>
        </p:spPr>
      </p:cxnSp>
      <p:cxnSp>
        <p:nvCxnSpPr>
          <p:cNvPr id="22" name="Google Shape;22;p3"/>
          <p:cNvCxnSpPr/>
          <p:nvPr/>
        </p:nvCxnSpPr>
        <p:spPr>
          <a:xfrm>
            <a:off x="4846358" y="4868401"/>
            <a:ext cx="743400" cy="4200"/>
          </a:xfrm>
          <a:prstGeom prst="straightConnector1">
            <a:avLst/>
          </a:prstGeom>
          <a:noFill/>
          <a:ln w="9525" cap="flat" cmpd="sng">
            <a:solidFill>
              <a:srgbClr val="FFFFFF"/>
            </a:solidFill>
            <a:prstDash val="solid"/>
            <a:round/>
            <a:headEnd type="none" w="med" len="med"/>
            <a:tailEnd type="none" w="med" len="med"/>
          </a:ln>
        </p:spPr>
      </p:cxnSp>
      <p:sp>
        <p:nvSpPr>
          <p:cNvPr id="23" name="Google Shape;23;p3"/>
          <p:cNvSpPr txBox="1">
            <a:spLocks noGrp="1"/>
          </p:cNvSpPr>
          <p:nvPr>
            <p:ph type="body" idx="1"/>
          </p:nvPr>
        </p:nvSpPr>
        <p:spPr>
          <a:xfrm>
            <a:off x="817475" y="1494350"/>
            <a:ext cx="6595200" cy="2406300"/>
          </a:xfrm>
          <a:prstGeom prst="rect">
            <a:avLst/>
          </a:prstGeom>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chemeClr val="lt1"/>
              </a:buClr>
              <a:buSzPts val="1100"/>
              <a:buChar char="●"/>
              <a:defRPr sz="1100">
                <a:solidFill>
                  <a:schemeClr val="lt1"/>
                </a:solidFill>
              </a:defRPr>
            </a:lvl1pPr>
            <a:lvl2pPr marL="914400" lvl="1" indent="-298450" rtl="0">
              <a:lnSpc>
                <a:spcPct val="115000"/>
              </a:lnSpc>
              <a:spcBef>
                <a:spcPts val="1600"/>
              </a:spcBef>
              <a:spcAft>
                <a:spcPts val="0"/>
              </a:spcAft>
              <a:buClr>
                <a:schemeClr val="lt1"/>
              </a:buClr>
              <a:buSzPts val="1100"/>
              <a:buChar char="○"/>
              <a:defRPr sz="1100">
                <a:solidFill>
                  <a:schemeClr val="lt1"/>
                </a:solidFill>
              </a:defRPr>
            </a:lvl2pPr>
            <a:lvl3pPr marL="1371600" lvl="2" indent="-298450" rtl="0">
              <a:lnSpc>
                <a:spcPct val="115000"/>
              </a:lnSpc>
              <a:spcBef>
                <a:spcPts val="1600"/>
              </a:spcBef>
              <a:spcAft>
                <a:spcPts val="0"/>
              </a:spcAft>
              <a:buClr>
                <a:schemeClr val="lt1"/>
              </a:buClr>
              <a:buSzPts val="1100"/>
              <a:buChar char="■"/>
              <a:defRPr sz="1100">
                <a:solidFill>
                  <a:schemeClr val="lt1"/>
                </a:solidFill>
              </a:defRPr>
            </a:lvl3pPr>
            <a:lvl4pPr marL="1828800" lvl="3" indent="-298450" rtl="0">
              <a:lnSpc>
                <a:spcPct val="115000"/>
              </a:lnSpc>
              <a:spcBef>
                <a:spcPts val="1600"/>
              </a:spcBef>
              <a:spcAft>
                <a:spcPts val="0"/>
              </a:spcAft>
              <a:buClr>
                <a:schemeClr val="lt1"/>
              </a:buClr>
              <a:buSzPts val="1100"/>
              <a:buChar char="●"/>
              <a:defRPr sz="1100">
                <a:solidFill>
                  <a:schemeClr val="lt1"/>
                </a:solidFill>
              </a:defRPr>
            </a:lvl4pPr>
            <a:lvl5pPr marL="2286000" lvl="4" indent="-298450" rtl="0">
              <a:lnSpc>
                <a:spcPct val="115000"/>
              </a:lnSpc>
              <a:spcBef>
                <a:spcPts val="1600"/>
              </a:spcBef>
              <a:spcAft>
                <a:spcPts val="0"/>
              </a:spcAft>
              <a:buClr>
                <a:schemeClr val="lt1"/>
              </a:buClr>
              <a:buSzPts val="1100"/>
              <a:buChar char="○"/>
              <a:defRPr sz="1100">
                <a:solidFill>
                  <a:schemeClr val="lt1"/>
                </a:solidFill>
              </a:defRPr>
            </a:lvl5pPr>
            <a:lvl6pPr marL="2743200" lvl="5" indent="-298450" rtl="0">
              <a:lnSpc>
                <a:spcPct val="115000"/>
              </a:lnSpc>
              <a:spcBef>
                <a:spcPts val="1600"/>
              </a:spcBef>
              <a:spcAft>
                <a:spcPts val="0"/>
              </a:spcAft>
              <a:buClr>
                <a:schemeClr val="lt1"/>
              </a:buClr>
              <a:buSzPts val="1100"/>
              <a:buChar char="■"/>
              <a:defRPr sz="1100">
                <a:solidFill>
                  <a:schemeClr val="lt1"/>
                </a:solidFill>
              </a:defRPr>
            </a:lvl6pPr>
            <a:lvl7pPr marL="3200400" lvl="6" indent="-298450" rtl="0">
              <a:lnSpc>
                <a:spcPct val="115000"/>
              </a:lnSpc>
              <a:spcBef>
                <a:spcPts val="1600"/>
              </a:spcBef>
              <a:spcAft>
                <a:spcPts val="0"/>
              </a:spcAft>
              <a:buClr>
                <a:schemeClr val="lt1"/>
              </a:buClr>
              <a:buSzPts val="1100"/>
              <a:buChar char="●"/>
              <a:defRPr sz="1100">
                <a:solidFill>
                  <a:schemeClr val="lt1"/>
                </a:solidFill>
              </a:defRPr>
            </a:lvl7pPr>
            <a:lvl8pPr marL="3657600" lvl="7" indent="-298450" rtl="0">
              <a:lnSpc>
                <a:spcPct val="115000"/>
              </a:lnSpc>
              <a:spcBef>
                <a:spcPts val="1600"/>
              </a:spcBef>
              <a:spcAft>
                <a:spcPts val="0"/>
              </a:spcAft>
              <a:buClr>
                <a:schemeClr val="lt1"/>
              </a:buClr>
              <a:buSzPts val="1100"/>
              <a:buChar char="○"/>
              <a:defRPr sz="1100">
                <a:solidFill>
                  <a:schemeClr val="lt1"/>
                </a:solidFill>
              </a:defRPr>
            </a:lvl8pPr>
            <a:lvl9pPr marL="4114800" lvl="8" indent="-298450" rtl="0">
              <a:lnSpc>
                <a:spcPct val="115000"/>
              </a:lnSpc>
              <a:spcBef>
                <a:spcPts val="1600"/>
              </a:spcBef>
              <a:spcAft>
                <a:spcPts val="1600"/>
              </a:spcAft>
              <a:buClr>
                <a:schemeClr val="lt1"/>
              </a:buClr>
              <a:buSzPts val="1100"/>
              <a:buChar char="■"/>
              <a:defRPr sz="1100">
                <a:solidFill>
                  <a:schemeClr val="lt1"/>
                </a:solidFill>
              </a:defRPr>
            </a:lvl9pPr>
          </a:lstStyle>
          <a:p>
            <a:endParaRPr/>
          </a:p>
        </p:txBody>
      </p:sp>
      <p:sp>
        <p:nvSpPr>
          <p:cNvPr id="24" name="Google Shape;24;p3"/>
          <p:cNvSpPr/>
          <p:nvPr/>
        </p:nvSpPr>
        <p:spPr>
          <a:xfrm rot="-5400000">
            <a:off x="7847449" y="1972496"/>
            <a:ext cx="2701200" cy="2701200"/>
          </a:xfrm>
          <a:prstGeom prst="blockArc">
            <a:avLst>
              <a:gd name="adj1" fmla="val 10800000"/>
              <a:gd name="adj2" fmla="val 21571275"/>
              <a:gd name="adj3" fmla="val 1374"/>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8099600" y="312575"/>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a:off x="7266150" y="0"/>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TITLE">
  <p:cSld name="TITLE_1">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4"/>
          <p:cNvSpPr txBox="1">
            <a:spLocks noGrp="1"/>
          </p:cNvSpPr>
          <p:nvPr>
            <p:ph type="ctrTitle"/>
          </p:nvPr>
        </p:nvSpPr>
        <p:spPr>
          <a:xfrm>
            <a:off x="1558650" y="1890375"/>
            <a:ext cx="6026700" cy="9948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60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29" name="Google Shape;29;p4"/>
          <p:cNvSpPr txBox="1">
            <a:spLocks noGrp="1"/>
          </p:cNvSpPr>
          <p:nvPr>
            <p:ph type="subTitle" idx="1"/>
          </p:nvPr>
        </p:nvSpPr>
        <p:spPr>
          <a:xfrm>
            <a:off x="3197100" y="2833525"/>
            <a:ext cx="2749800" cy="3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100"/>
              <a:buNone/>
              <a:defRPr sz="1100">
                <a:solidFill>
                  <a:schemeClr val="lt1"/>
                </a:solidFil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30" name="Google Shape;30;p4"/>
          <p:cNvSpPr txBox="1">
            <a:spLocks noGrp="1"/>
          </p:cNvSpPr>
          <p:nvPr>
            <p:ph type="sldNum" idx="12"/>
          </p:nvPr>
        </p:nvSpPr>
        <p:spPr>
          <a:xfrm>
            <a:off x="4297659" y="4673701"/>
            <a:ext cx="548700" cy="393600"/>
          </a:xfrm>
          <a:prstGeom prst="rect">
            <a:avLst/>
          </a:prstGeom>
        </p:spPr>
        <p:txBody>
          <a:bodyPr spcFirstLastPara="1" wrap="square" lIns="91425" tIns="91425" rIns="91425" bIns="91425" anchor="t" anchorCtr="0">
            <a:noAutofit/>
          </a:bodyPr>
          <a:lstStyle>
            <a:lvl1pPr lvl="0" algn="ctr" rtl="0">
              <a:buNone/>
              <a:defRPr sz="1300">
                <a:latin typeface="Abel"/>
                <a:ea typeface="Abel"/>
                <a:cs typeface="Abel"/>
                <a:sym typeface="Abel"/>
              </a:defRPr>
            </a:lvl1pPr>
            <a:lvl2pPr lvl="1" algn="ctr" rtl="0">
              <a:buNone/>
              <a:defRPr sz="1300">
                <a:latin typeface="Abel"/>
                <a:ea typeface="Abel"/>
                <a:cs typeface="Abel"/>
                <a:sym typeface="Abel"/>
              </a:defRPr>
            </a:lvl2pPr>
            <a:lvl3pPr lvl="2" algn="ctr" rtl="0">
              <a:buNone/>
              <a:defRPr sz="1300">
                <a:latin typeface="Abel"/>
                <a:ea typeface="Abel"/>
                <a:cs typeface="Abel"/>
                <a:sym typeface="Abel"/>
              </a:defRPr>
            </a:lvl3pPr>
            <a:lvl4pPr lvl="3" algn="ctr" rtl="0">
              <a:buNone/>
              <a:defRPr sz="1300">
                <a:latin typeface="Abel"/>
                <a:ea typeface="Abel"/>
                <a:cs typeface="Abel"/>
                <a:sym typeface="Abel"/>
              </a:defRPr>
            </a:lvl4pPr>
            <a:lvl5pPr lvl="4" algn="ctr" rtl="0">
              <a:buNone/>
              <a:defRPr sz="1300">
                <a:latin typeface="Abel"/>
                <a:ea typeface="Abel"/>
                <a:cs typeface="Abel"/>
                <a:sym typeface="Abel"/>
              </a:defRPr>
            </a:lvl5pPr>
            <a:lvl6pPr lvl="5" algn="ctr" rtl="0">
              <a:buNone/>
              <a:defRPr sz="1300">
                <a:latin typeface="Abel"/>
                <a:ea typeface="Abel"/>
                <a:cs typeface="Abel"/>
                <a:sym typeface="Abel"/>
              </a:defRPr>
            </a:lvl6pPr>
            <a:lvl7pPr lvl="6" algn="ctr" rtl="0">
              <a:buNone/>
              <a:defRPr sz="1300">
                <a:latin typeface="Abel"/>
                <a:ea typeface="Abel"/>
                <a:cs typeface="Abel"/>
                <a:sym typeface="Abel"/>
              </a:defRPr>
            </a:lvl7pPr>
            <a:lvl8pPr lvl="7" algn="ctr" rtl="0">
              <a:buNone/>
              <a:defRPr sz="1300">
                <a:latin typeface="Abel"/>
                <a:ea typeface="Abel"/>
                <a:cs typeface="Abel"/>
                <a:sym typeface="Abel"/>
              </a:defRPr>
            </a:lvl8pPr>
            <a:lvl9pPr lvl="8" algn="ctr" rtl="0">
              <a:buNone/>
              <a:defRPr sz="1300">
                <a:latin typeface="Abel"/>
                <a:ea typeface="Abel"/>
                <a:cs typeface="Abel"/>
                <a:sym typeface="Abel"/>
              </a:defRPr>
            </a:lvl9pPr>
          </a:lstStyle>
          <a:p>
            <a:pPr marL="0" lvl="0" indent="0" algn="ctr" rtl="0">
              <a:spcBef>
                <a:spcPts val="0"/>
              </a:spcBef>
              <a:spcAft>
                <a:spcPts val="0"/>
              </a:spcAft>
              <a:buNone/>
            </a:pPr>
            <a:fld id="{00000000-1234-1234-1234-123412341234}" type="slidenum">
              <a:rPr lang="en"/>
              <a:t>‹#›</a:t>
            </a:fld>
            <a:endParaRPr/>
          </a:p>
        </p:txBody>
      </p:sp>
      <p:cxnSp>
        <p:nvCxnSpPr>
          <p:cNvPr id="31" name="Google Shape;31;p4"/>
          <p:cNvCxnSpPr/>
          <p:nvPr/>
        </p:nvCxnSpPr>
        <p:spPr>
          <a:xfrm>
            <a:off x="3554258" y="4868401"/>
            <a:ext cx="743400" cy="4200"/>
          </a:xfrm>
          <a:prstGeom prst="straightConnector1">
            <a:avLst/>
          </a:prstGeom>
          <a:noFill/>
          <a:ln w="9525" cap="flat" cmpd="sng">
            <a:solidFill>
              <a:srgbClr val="FFFFFF"/>
            </a:solidFill>
            <a:prstDash val="solid"/>
            <a:round/>
            <a:headEnd type="none" w="med" len="med"/>
            <a:tailEnd type="none" w="med" len="med"/>
          </a:ln>
        </p:spPr>
      </p:cxnSp>
      <p:cxnSp>
        <p:nvCxnSpPr>
          <p:cNvPr id="32" name="Google Shape;32;p4"/>
          <p:cNvCxnSpPr/>
          <p:nvPr/>
        </p:nvCxnSpPr>
        <p:spPr>
          <a:xfrm>
            <a:off x="4846358" y="4868401"/>
            <a:ext cx="743400" cy="4200"/>
          </a:xfrm>
          <a:prstGeom prst="straightConnector1">
            <a:avLst/>
          </a:prstGeom>
          <a:noFill/>
          <a:ln w="9525" cap="flat" cmpd="sng">
            <a:solidFill>
              <a:srgbClr val="FFFFFF"/>
            </a:solidFill>
            <a:prstDash val="solid"/>
            <a:round/>
            <a:headEnd type="none" w="med" len="med"/>
            <a:tailEnd type="none" w="med" len="med"/>
          </a:ln>
        </p:spPr>
      </p:cxnSp>
      <p:sp>
        <p:nvSpPr>
          <p:cNvPr id="33" name="Google Shape;33;p4"/>
          <p:cNvSpPr/>
          <p:nvPr/>
        </p:nvSpPr>
        <p:spPr>
          <a:xfrm rot="5400000">
            <a:off x="-2021575" y="191075"/>
            <a:ext cx="4006800" cy="4006800"/>
          </a:xfrm>
          <a:prstGeom prst="blockArc">
            <a:avLst>
              <a:gd name="adj1" fmla="val 10800000"/>
              <a:gd name="adj2" fmla="val 21599869"/>
              <a:gd name="adj3" fmla="val 923"/>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4"/>
          <p:cNvSpPr/>
          <p:nvPr/>
        </p:nvSpPr>
        <p:spPr>
          <a:xfrm rot="10800000">
            <a:off x="5727299" y="-1385229"/>
            <a:ext cx="2701200" cy="2701200"/>
          </a:xfrm>
          <a:prstGeom prst="blockArc">
            <a:avLst>
              <a:gd name="adj1" fmla="val 10800000"/>
              <a:gd name="adj2" fmla="val 21571275"/>
              <a:gd name="adj3" fmla="val 1374"/>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4"/>
          <p:cNvSpPr/>
          <p:nvPr/>
        </p:nvSpPr>
        <p:spPr>
          <a:xfrm>
            <a:off x="6341824" y="3954921"/>
            <a:ext cx="2701200" cy="2701200"/>
          </a:xfrm>
          <a:prstGeom prst="blockArc">
            <a:avLst>
              <a:gd name="adj1" fmla="val 10800000"/>
              <a:gd name="adj2" fmla="val 21571275"/>
              <a:gd name="adj3" fmla="val 1374"/>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QUOTE">
  <p:cSld name="TITLE_2">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5"/>
          <p:cNvSpPr txBox="1">
            <a:spLocks noGrp="1"/>
          </p:cNvSpPr>
          <p:nvPr>
            <p:ph type="ctrTitle"/>
          </p:nvPr>
        </p:nvSpPr>
        <p:spPr>
          <a:xfrm>
            <a:off x="2416350" y="2976855"/>
            <a:ext cx="4311300" cy="3165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100"/>
              <a:buFont typeface="Abel"/>
              <a:buNone/>
              <a:defRPr sz="1100" b="0">
                <a:solidFill>
                  <a:schemeClr val="lt1"/>
                </a:solidFill>
                <a:latin typeface="Abel"/>
                <a:ea typeface="Abel"/>
                <a:cs typeface="Abel"/>
                <a:sym typeface="Abe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38" name="Google Shape;38;p5"/>
          <p:cNvSpPr txBox="1">
            <a:spLocks noGrp="1"/>
          </p:cNvSpPr>
          <p:nvPr>
            <p:ph type="subTitle" idx="1"/>
          </p:nvPr>
        </p:nvSpPr>
        <p:spPr>
          <a:xfrm>
            <a:off x="2296350" y="1850150"/>
            <a:ext cx="4551300" cy="3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800"/>
              <a:buFont typeface="Fredoka One"/>
              <a:buNone/>
              <a:defRPr>
                <a:solidFill>
                  <a:schemeClr val="lt1"/>
                </a:solidFill>
                <a:latin typeface="Fredoka One"/>
                <a:ea typeface="Fredoka One"/>
                <a:cs typeface="Fredoka One"/>
                <a:sym typeface="Fredoka One"/>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39" name="Google Shape;39;p5"/>
          <p:cNvSpPr txBox="1">
            <a:spLocks noGrp="1"/>
          </p:cNvSpPr>
          <p:nvPr>
            <p:ph type="sldNum" idx="12"/>
          </p:nvPr>
        </p:nvSpPr>
        <p:spPr>
          <a:xfrm>
            <a:off x="4297659" y="4669251"/>
            <a:ext cx="548700" cy="393600"/>
          </a:xfrm>
          <a:prstGeom prst="rect">
            <a:avLst/>
          </a:prstGeom>
          <a:ln>
            <a:noFill/>
          </a:ln>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en"/>
              <a:t>‹#›</a:t>
            </a:fld>
            <a:endParaRPr/>
          </a:p>
        </p:txBody>
      </p:sp>
      <p:cxnSp>
        <p:nvCxnSpPr>
          <p:cNvPr id="40" name="Google Shape;40;p5"/>
          <p:cNvCxnSpPr/>
          <p:nvPr/>
        </p:nvCxnSpPr>
        <p:spPr>
          <a:xfrm>
            <a:off x="3554258" y="4868401"/>
            <a:ext cx="743400" cy="4200"/>
          </a:xfrm>
          <a:prstGeom prst="straightConnector1">
            <a:avLst/>
          </a:prstGeom>
          <a:noFill/>
          <a:ln w="9525" cap="flat" cmpd="sng">
            <a:solidFill>
              <a:srgbClr val="FFFFFF"/>
            </a:solidFill>
            <a:prstDash val="solid"/>
            <a:round/>
            <a:headEnd type="none" w="med" len="med"/>
            <a:tailEnd type="none" w="med" len="med"/>
          </a:ln>
        </p:spPr>
      </p:cxnSp>
      <p:cxnSp>
        <p:nvCxnSpPr>
          <p:cNvPr id="41" name="Google Shape;41;p5"/>
          <p:cNvCxnSpPr/>
          <p:nvPr/>
        </p:nvCxnSpPr>
        <p:spPr>
          <a:xfrm>
            <a:off x="4846358" y="4868401"/>
            <a:ext cx="743400" cy="4200"/>
          </a:xfrm>
          <a:prstGeom prst="straightConnector1">
            <a:avLst/>
          </a:prstGeom>
          <a:noFill/>
          <a:ln w="9525" cap="flat" cmpd="sng">
            <a:solidFill>
              <a:srgbClr val="FFFFFF"/>
            </a:solidFill>
            <a:prstDash val="solid"/>
            <a:round/>
            <a:headEnd type="none" w="med" len="med"/>
            <a:tailEnd type="none" w="med" len="med"/>
          </a:ln>
        </p:spPr>
      </p:cxnSp>
      <p:sp>
        <p:nvSpPr>
          <p:cNvPr id="42" name="Google Shape;42;p5"/>
          <p:cNvSpPr/>
          <p:nvPr/>
        </p:nvSpPr>
        <p:spPr>
          <a:xfrm>
            <a:off x="621700" y="775500"/>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5"/>
          <p:cNvSpPr/>
          <p:nvPr/>
        </p:nvSpPr>
        <p:spPr>
          <a:xfrm>
            <a:off x="2462950" y="3557375"/>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5"/>
          <p:cNvSpPr/>
          <p:nvPr/>
        </p:nvSpPr>
        <p:spPr>
          <a:xfrm>
            <a:off x="5660300" y="195075"/>
            <a:ext cx="393600" cy="3936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1">
  <p:cSld name="BIG_NUMBER_1">
    <p:bg>
      <p:bgPr>
        <a:blipFill>
          <a:blip r:embed="rId2">
            <a:alphaModFix/>
          </a:blip>
          <a:stretch>
            <a:fillRect/>
          </a:stretch>
        </a:blipFill>
        <a:effectLst/>
      </p:bgPr>
    </p:bg>
    <p:spTree>
      <p:nvGrpSpPr>
        <p:cNvPr id="1" name="Shape 65"/>
        <p:cNvGrpSpPr/>
        <p:nvPr/>
      </p:nvGrpSpPr>
      <p:grpSpPr>
        <a:xfrm>
          <a:off x="0" y="0"/>
          <a:ext cx="0" cy="0"/>
          <a:chOff x="0" y="0"/>
          <a:chExt cx="0" cy="0"/>
        </a:xfrm>
      </p:grpSpPr>
      <p:sp>
        <p:nvSpPr>
          <p:cNvPr id="66" name="Google Shape;66;p7"/>
          <p:cNvSpPr/>
          <p:nvPr/>
        </p:nvSpPr>
        <p:spPr>
          <a:xfrm>
            <a:off x="3045600" y="1045350"/>
            <a:ext cx="3052800" cy="3052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7"/>
          <p:cNvSpPr txBox="1">
            <a:spLocks noGrp="1"/>
          </p:cNvSpPr>
          <p:nvPr>
            <p:ph type="ctrTitle"/>
          </p:nvPr>
        </p:nvSpPr>
        <p:spPr>
          <a:xfrm>
            <a:off x="2416350" y="2044636"/>
            <a:ext cx="4311300" cy="8973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3000">
                <a:solidFill>
                  <a:schemeClr val="lt1"/>
                </a:solidFill>
              </a:defRPr>
            </a:lvl1pPr>
            <a:lvl2pPr lvl="1" algn="ctr" rtl="0">
              <a:spcBef>
                <a:spcPts val="0"/>
              </a:spcBef>
              <a:spcAft>
                <a:spcPts val="0"/>
              </a:spcAft>
              <a:buClr>
                <a:schemeClr val="lt1"/>
              </a:buClr>
              <a:buSzPts val="5200"/>
              <a:buNone/>
              <a:defRPr sz="5200">
                <a:solidFill>
                  <a:schemeClr val="lt1"/>
                </a:solidFill>
              </a:defRPr>
            </a:lvl2pPr>
            <a:lvl3pPr lvl="2" algn="ctr" rtl="0">
              <a:spcBef>
                <a:spcPts val="0"/>
              </a:spcBef>
              <a:spcAft>
                <a:spcPts val="0"/>
              </a:spcAft>
              <a:buClr>
                <a:schemeClr val="lt1"/>
              </a:buClr>
              <a:buSzPts val="5200"/>
              <a:buNone/>
              <a:defRPr sz="5200">
                <a:solidFill>
                  <a:schemeClr val="lt1"/>
                </a:solidFill>
              </a:defRPr>
            </a:lvl3pPr>
            <a:lvl4pPr lvl="3" algn="ctr" rtl="0">
              <a:spcBef>
                <a:spcPts val="0"/>
              </a:spcBef>
              <a:spcAft>
                <a:spcPts val="0"/>
              </a:spcAft>
              <a:buClr>
                <a:schemeClr val="lt1"/>
              </a:buClr>
              <a:buSzPts val="5200"/>
              <a:buNone/>
              <a:defRPr sz="5200">
                <a:solidFill>
                  <a:schemeClr val="lt1"/>
                </a:solidFill>
              </a:defRPr>
            </a:lvl4pPr>
            <a:lvl5pPr lvl="4" algn="ctr" rtl="0">
              <a:spcBef>
                <a:spcPts val="0"/>
              </a:spcBef>
              <a:spcAft>
                <a:spcPts val="0"/>
              </a:spcAft>
              <a:buClr>
                <a:schemeClr val="lt1"/>
              </a:buClr>
              <a:buSzPts val="5200"/>
              <a:buNone/>
              <a:defRPr sz="5200">
                <a:solidFill>
                  <a:schemeClr val="lt1"/>
                </a:solidFill>
              </a:defRPr>
            </a:lvl5pPr>
            <a:lvl6pPr lvl="5" algn="ctr" rtl="0">
              <a:spcBef>
                <a:spcPts val="0"/>
              </a:spcBef>
              <a:spcAft>
                <a:spcPts val="0"/>
              </a:spcAft>
              <a:buClr>
                <a:schemeClr val="lt1"/>
              </a:buClr>
              <a:buSzPts val="5200"/>
              <a:buNone/>
              <a:defRPr sz="5200">
                <a:solidFill>
                  <a:schemeClr val="lt1"/>
                </a:solidFill>
              </a:defRPr>
            </a:lvl6pPr>
            <a:lvl7pPr lvl="6" algn="ctr" rtl="0">
              <a:spcBef>
                <a:spcPts val="0"/>
              </a:spcBef>
              <a:spcAft>
                <a:spcPts val="0"/>
              </a:spcAft>
              <a:buClr>
                <a:schemeClr val="lt1"/>
              </a:buClr>
              <a:buSzPts val="5200"/>
              <a:buNone/>
              <a:defRPr sz="5200">
                <a:solidFill>
                  <a:schemeClr val="lt1"/>
                </a:solidFill>
              </a:defRPr>
            </a:lvl7pPr>
            <a:lvl8pPr lvl="7" algn="ctr" rtl="0">
              <a:spcBef>
                <a:spcPts val="0"/>
              </a:spcBef>
              <a:spcAft>
                <a:spcPts val="0"/>
              </a:spcAft>
              <a:buClr>
                <a:schemeClr val="lt1"/>
              </a:buClr>
              <a:buSzPts val="5200"/>
              <a:buNone/>
              <a:defRPr sz="5200">
                <a:solidFill>
                  <a:schemeClr val="lt1"/>
                </a:solidFill>
              </a:defRPr>
            </a:lvl8pPr>
            <a:lvl9pPr lvl="8" algn="ctr" rtl="0">
              <a:spcBef>
                <a:spcPts val="0"/>
              </a:spcBef>
              <a:spcAft>
                <a:spcPts val="0"/>
              </a:spcAft>
              <a:buClr>
                <a:schemeClr val="lt1"/>
              </a:buClr>
              <a:buSzPts val="5200"/>
              <a:buNone/>
              <a:defRPr sz="5200">
                <a:solidFill>
                  <a:schemeClr val="lt1"/>
                </a:solidFill>
              </a:defRPr>
            </a:lvl9pPr>
          </a:lstStyle>
          <a:p>
            <a:endParaRPr/>
          </a:p>
        </p:txBody>
      </p:sp>
      <p:sp>
        <p:nvSpPr>
          <p:cNvPr id="68" name="Google Shape;68;p7"/>
          <p:cNvSpPr txBox="1">
            <a:spLocks noGrp="1"/>
          </p:cNvSpPr>
          <p:nvPr>
            <p:ph type="subTitle" idx="1"/>
          </p:nvPr>
        </p:nvSpPr>
        <p:spPr>
          <a:xfrm>
            <a:off x="3616200" y="2902463"/>
            <a:ext cx="1911600" cy="316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200"/>
              <a:buNone/>
              <a:defRPr sz="1200">
                <a:solidFill>
                  <a:schemeClr val="lt1"/>
                </a:solidFil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69" name="Google Shape;69;p7"/>
          <p:cNvSpPr txBox="1">
            <a:spLocks noGrp="1"/>
          </p:cNvSpPr>
          <p:nvPr>
            <p:ph type="title" idx="2" hasCustomPrompt="1"/>
          </p:nvPr>
        </p:nvSpPr>
        <p:spPr>
          <a:xfrm>
            <a:off x="2813400" y="1858538"/>
            <a:ext cx="3517200" cy="5919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3000"/>
              <a:buNone/>
              <a:defRPr sz="3000">
                <a:solidFill>
                  <a:schemeClr val="lt1"/>
                </a:solidFill>
              </a:defRPr>
            </a:lvl1pPr>
            <a:lvl2pPr lvl="1" algn="ctr" rtl="0">
              <a:spcBef>
                <a:spcPts val="0"/>
              </a:spcBef>
              <a:spcAft>
                <a:spcPts val="0"/>
              </a:spcAft>
              <a:buClr>
                <a:schemeClr val="lt1"/>
              </a:buClr>
              <a:buSzPts val="12000"/>
              <a:buNone/>
              <a:defRPr sz="12000">
                <a:solidFill>
                  <a:schemeClr val="lt1"/>
                </a:solidFill>
              </a:defRPr>
            </a:lvl2pPr>
            <a:lvl3pPr lvl="2" algn="ctr" rtl="0">
              <a:spcBef>
                <a:spcPts val="0"/>
              </a:spcBef>
              <a:spcAft>
                <a:spcPts val="0"/>
              </a:spcAft>
              <a:buClr>
                <a:schemeClr val="lt1"/>
              </a:buClr>
              <a:buSzPts val="12000"/>
              <a:buNone/>
              <a:defRPr sz="12000">
                <a:solidFill>
                  <a:schemeClr val="lt1"/>
                </a:solidFill>
              </a:defRPr>
            </a:lvl3pPr>
            <a:lvl4pPr lvl="3" algn="ctr" rtl="0">
              <a:spcBef>
                <a:spcPts val="0"/>
              </a:spcBef>
              <a:spcAft>
                <a:spcPts val="0"/>
              </a:spcAft>
              <a:buClr>
                <a:schemeClr val="lt1"/>
              </a:buClr>
              <a:buSzPts val="12000"/>
              <a:buNone/>
              <a:defRPr sz="12000">
                <a:solidFill>
                  <a:schemeClr val="lt1"/>
                </a:solidFill>
              </a:defRPr>
            </a:lvl4pPr>
            <a:lvl5pPr lvl="4" algn="ctr" rtl="0">
              <a:spcBef>
                <a:spcPts val="0"/>
              </a:spcBef>
              <a:spcAft>
                <a:spcPts val="0"/>
              </a:spcAft>
              <a:buClr>
                <a:schemeClr val="lt1"/>
              </a:buClr>
              <a:buSzPts val="12000"/>
              <a:buNone/>
              <a:defRPr sz="12000">
                <a:solidFill>
                  <a:schemeClr val="lt1"/>
                </a:solidFill>
              </a:defRPr>
            </a:lvl5pPr>
            <a:lvl6pPr lvl="5" algn="ctr" rtl="0">
              <a:spcBef>
                <a:spcPts val="0"/>
              </a:spcBef>
              <a:spcAft>
                <a:spcPts val="0"/>
              </a:spcAft>
              <a:buClr>
                <a:schemeClr val="lt1"/>
              </a:buClr>
              <a:buSzPts val="12000"/>
              <a:buNone/>
              <a:defRPr sz="12000">
                <a:solidFill>
                  <a:schemeClr val="lt1"/>
                </a:solidFill>
              </a:defRPr>
            </a:lvl6pPr>
            <a:lvl7pPr lvl="6" algn="ctr" rtl="0">
              <a:spcBef>
                <a:spcPts val="0"/>
              </a:spcBef>
              <a:spcAft>
                <a:spcPts val="0"/>
              </a:spcAft>
              <a:buClr>
                <a:schemeClr val="lt1"/>
              </a:buClr>
              <a:buSzPts val="12000"/>
              <a:buNone/>
              <a:defRPr sz="12000">
                <a:solidFill>
                  <a:schemeClr val="lt1"/>
                </a:solidFill>
              </a:defRPr>
            </a:lvl7pPr>
            <a:lvl8pPr lvl="7" algn="ctr" rtl="0">
              <a:spcBef>
                <a:spcPts val="0"/>
              </a:spcBef>
              <a:spcAft>
                <a:spcPts val="0"/>
              </a:spcAft>
              <a:buClr>
                <a:schemeClr val="lt1"/>
              </a:buClr>
              <a:buSzPts val="12000"/>
              <a:buNone/>
              <a:defRPr sz="12000">
                <a:solidFill>
                  <a:schemeClr val="lt1"/>
                </a:solidFill>
              </a:defRPr>
            </a:lvl8pPr>
            <a:lvl9pPr lvl="8" algn="ctr" rtl="0">
              <a:spcBef>
                <a:spcPts val="0"/>
              </a:spcBef>
              <a:spcAft>
                <a:spcPts val="0"/>
              </a:spcAft>
              <a:buClr>
                <a:schemeClr val="lt1"/>
              </a:buClr>
              <a:buSzPts val="12000"/>
              <a:buNone/>
              <a:defRPr sz="12000">
                <a:solidFill>
                  <a:schemeClr val="lt1"/>
                </a:solidFill>
              </a:defRPr>
            </a:lvl9pPr>
          </a:lstStyle>
          <a:p>
            <a:r>
              <a:t>xx%</a:t>
            </a:r>
          </a:p>
        </p:txBody>
      </p:sp>
      <p:sp>
        <p:nvSpPr>
          <p:cNvPr id="70" name="Google Shape;70;p7"/>
          <p:cNvSpPr txBox="1">
            <a:spLocks noGrp="1"/>
          </p:cNvSpPr>
          <p:nvPr>
            <p:ph type="sldNum" idx="12"/>
          </p:nvPr>
        </p:nvSpPr>
        <p:spPr>
          <a:xfrm>
            <a:off x="4297659" y="4673701"/>
            <a:ext cx="548700" cy="393600"/>
          </a:xfrm>
          <a:prstGeom prst="rect">
            <a:avLst/>
          </a:prstGeom>
        </p:spPr>
        <p:txBody>
          <a:bodyPr spcFirstLastPara="1" wrap="square" lIns="91425" tIns="91425" rIns="91425" bIns="91425" anchor="t" anchorCtr="0">
            <a:noAutofit/>
          </a:bodyPr>
          <a:lstStyle>
            <a:lvl1pPr lvl="0" algn="ctr" rtl="0">
              <a:buNone/>
              <a:defRPr sz="1300">
                <a:latin typeface="Abel"/>
                <a:ea typeface="Abel"/>
                <a:cs typeface="Abel"/>
                <a:sym typeface="Abel"/>
              </a:defRPr>
            </a:lvl1pPr>
            <a:lvl2pPr lvl="1" algn="ctr" rtl="0">
              <a:buNone/>
              <a:defRPr sz="1300">
                <a:latin typeface="Abel"/>
                <a:ea typeface="Abel"/>
                <a:cs typeface="Abel"/>
                <a:sym typeface="Abel"/>
              </a:defRPr>
            </a:lvl2pPr>
            <a:lvl3pPr lvl="2" algn="ctr" rtl="0">
              <a:buNone/>
              <a:defRPr sz="1300">
                <a:latin typeface="Abel"/>
                <a:ea typeface="Abel"/>
                <a:cs typeface="Abel"/>
                <a:sym typeface="Abel"/>
              </a:defRPr>
            </a:lvl3pPr>
            <a:lvl4pPr lvl="3" algn="ctr" rtl="0">
              <a:buNone/>
              <a:defRPr sz="1300">
                <a:latin typeface="Abel"/>
                <a:ea typeface="Abel"/>
                <a:cs typeface="Abel"/>
                <a:sym typeface="Abel"/>
              </a:defRPr>
            </a:lvl4pPr>
            <a:lvl5pPr lvl="4" algn="ctr" rtl="0">
              <a:buNone/>
              <a:defRPr sz="1300">
                <a:latin typeface="Abel"/>
                <a:ea typeface="Abel"/>
                <a:cs typeface="Abel"/>
                <a:sym typeface="Abel"/>
              </a:defRPr>
            </a:lvl5pPr>
            <a:lvl6pPr lvl="5" algn="ctr" rtl="0">
              <a:buNone/>
              <a:defRPr sz="1300">
                <a:latin typeface="Abel"/>
                <a:ea typeface="Abel"/>
                <a:cs typeface="Abel"/>
                <a:sym typeface="Abel"/>
              </a:defRPr>
            </a:lvl6pPr>
            <a:lvl7pPr lvl="6" algn="ctr" rtl="0">
              <a:buNone/>
              <a:defRPr sz="1300">
                <a:latin typeface="Abel"/>
                <a:ea typeface="Abel"/>
                <a:cs typeface="Abel"/>
                <a:sym typeface="Abel"/>
              </a:defRPr>
            </a:lvl7pPr>
            <a:lvl8pPr lvl="7" algn="ctr" rtl="0">
              <a:buNone/>
              <a:defRPr sz="1300">
                <a:latin typeface="Abel"/>
                <a:ea typeface="Abel"/>
                <a:cs typeface="Abel"/>
                <a:sym typeface="Abel"/>
              </a:defRPr>
            </a:lvl8pPr>
            <a:lvl9pPr lvl="8" algn="ctr" rtl="0">
              <a:buNone/>
              <a:defRPr sz="1300">
                <a:latin typeface="Abel"/>
                <a:ea typeface="Abel"/>
                <a:cs typeface="Abel"/>
                <a:sym typeface="Abel"/>
              </a:defRPr>
            </a:lvl9pPr>
          </a:lstStyle>
          <a:p>
            <a:pPr marL="0" lvl="0" indent="0" algn="ctr" rtl="0">
              <a:spcBef>
                <a:spcPts val="0"/>
              </a:spcBef>
              <a:spcAft>
                <a:spcPts val="0"/>
              </a:spcAft>
              <a:buNone/>
            </a:pPr>
            <a:fld id="{00000000-1234-1234-1234-123412341234}" type="slidenum">
              <a:rPr lang="en"/>
              <a:t>‹#›</a:t>
            </a:fld>
            <a:endParaRPr/>
          </a:p>
        </p:txBody>
      </p:sp>
      <p:cxnSp>
        <p:nvCxnSpPr>
          <p:cNvPr id="71" name="Google Shape;71;p7"/>
          <p:cNvCxnSpPr/>
          <p:nvPr/>
        </p:nvCxnSpPr>
        <p:spPr>
          <a:xfrm>
            <a:off x="3554258" y="4868401"/>
            <a:ext cx="743400" cy="4200"/>
          </a:xfrm>
          <a:prstGeom prst="straightConnector1">
            <a:avLst/>
          </a:prstGeom>
          <a:noFill/>
          <a:ln w="9525" cap="flat" cmpd="sng">
            <a:solidFill>
              <a:srgbClr val="FFFFFF"/>
            </a:solidFill>
            <a:prstDash val="solid"/>
            <a:round/>
            <a:headEnd type="none" w="med" len="med"/>
            <a:tailEnd type="none" w="med" len="med"/>
          </a:ln>
        </p:spPr>
      </p:cxnSp>
      <p:cxnSp>
        <p:nvCxnSpPr>
          <p:cNvPr id="72" name="Google Shape;72;p7"/>
          <p:cNvCxnSpPr/>
          <p:nvPr/>
        </p:nvCxnSpPr>
        <p:spPr>
          <a:xfrm>
            <a:off x="4846358" y="4868401"/>
            <a:ext cx="743400" cy="4200"/>
          </a:xfrm>
          <a:prstGeom prst="straightConnector1">
            <a:avLst/>
          </a:prstGeom>
          <a:noFill/>
          <a:ln w="9525" cap="flat" cmpd="sng">
            <a:solidFill>
              <a:srgbClr val="FFFFFF"/>
            </a:solidFill>
            <a:prstDash val="solid"/>
            <a:round/>
            <a:headEnd type="none" w="med" len="med"/>
            <a:tailEnd type="none" w="med" len="med"/>
          </a:ln>
        </p:spPr>
      </p:cxnSp>
      <p:sp>
        <p:nvSpPr>
          <p:cNvPr id="73" name="Google Shape;73;p7"/>
          <p:cNvSpPr/>
          <p:nvPr/>
        </p:nvSpPr>
        <p:spPr>
          <a:xfrm>
            <a:off x="1459650" y="287750"/>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p:nvPr/>
        </p:nvSpPr>
        <p:spPr>
          <a:xfrm>
            <a:off x="6508100" y="1915950"/>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7"/>
          <p:cNvSpPr/>
          <p:nvPr/>
        </p:nvSpPr>
        <p:spPr>
          <a:xfrm>
            <a:off x="2843225" y="3827600"/>
            <a:ext cx="655800" cy="655800"/>
          </a:xfrm>
          <a:prstGeom prst="ellipse">
            <a:avLst/>
          </a:prstGeom>
          <a:solidFill>
            <a:srgbClr val="FFFFFF">
              <a:alpha val="151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7"/>
          <p:cNvSpPr/>
          <p:nvPr/>
        </p:nvSpPr>
        <p:spPr>
          <a:xfrm>
            <a:off x="112199" y="3927246"/>
            <a:ext cx="2701200" cy="2701200"/>
          </a:xfrm>
          <a:prstGeom prst="blockArc">
            <a:avLst>
              <a:gd name="adj1" fmla="val 10800000"/>
              <a:gd name="adj2" fmla="val 21571275"/>
              <a:gd name="adj3" fmla="val 1374"/>
            </a:avLst>
          </a:prstGeom>
          <a:solidFill>
            <a:srgbClr val="FFFFFF">
              <a:alpha val="39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Fredoka One"/>
              <a:buNone/>
              <a:defRPr sz="2800" b="1">
                <a:solidFill>
                  <a:schemeClr val="dk1"/>
                </a:solidFill>
                <a:latin typeface="Fredoka One"/>
                <a:ea typeface="Fredoka One"/>
                <a:cs typeface="Fredoka One"/>
                <a:sym typeface="Fredoka One"/>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52848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SzPts val="1800"/>
              <a:buFont typeface="Abel"/>
              <a:buChar char="●"/>
              <a:defRPr sz="1800">
                <a:latin typeface="Abel"/>
                <a:ea typeface="Abel"/>
                <a:cs typeface="Abel"/>
                <a:sym typeface="Abel"/>
              </a:defRPr>
            </a:lvl1pPr>
            <a:lvl2pPr marL="914400" lvl="1" indent="-317500">
              <a:lnSpc>
                <a:spcPct val="115000"/>
              </a:lnSpc>
              <a:spcBef>
                <a:spcPts val="1600"/>
              </a:spcBef>
              <a:spcAft>
                <a:spcPts val="0"/>
              </a:spcAft>
              <a:buSzPts val="1400"/>
              <a:buFont typeface="Abel"/>
              <a:buChar char="○"/>
              <a:defRPr>
                <a:latin typeface="Abel"/>
                <a:ea typeface="Abel"/>
                <a:cs typeface="Abel"/>
                <a:sym typeface="Abel"/>
              </a:defRPr>
            </a:lvl2pPr>
            <a:lvl3pPr marL="1371600" lvl="2" indent="-317500">
              <a:lnSpc>
                <a:spcPct val="115000"/>
              </a:lnSpc>
              <a:spcBef>
                <a:spcPts val="1600"/>
              </a:spcBef>
              <a:spcAft>
                <a:spcPts val="0"/>
              </a:spcAft>
              <a:buSzPts val="1400"/>
              <a:buFont typeface="Abel"/>
              <a:buChar char="■"/>
              <a:defRPr>
                <a:latin typeface="Abel"/>
                <a:ea typeface="Abel"/>
                <a:cs typeface="Abel"/>
                <a:sym typeface="Abel"/>
              </a:defRPr>
            </a:lvl3pPr>
            <a:lvl4pPr marL="1828800" lvl="3" indent="-317500">
              <a:lnSpc>
                <a:spcPct val="115000"/>
              </a:lnSpc>
              <a:spcBef>
                <a:spcPts val="1600"/>
              </a:spcBef>
              <a:spcAft>
                <a:spcPts val="0"/>
              </a:spcAft>
              <a:buSzPts val="1400"/>
              <a:buFont typeface="Abel"/>
              <a:buChar char="●"/>
              <a:defRPr>
                <a:latin typeface="Abel"/>
                <a:ea typeface="Abel"/>
                <a:cs typeface="Abel"/>
                <a:sym typeface="Abel"/>
              </a:defRPr>
            </a:lvl4pPr>
            <a:lvl5pPr marL="2286000" lvl="4" indent="-317500">
              <a:lnSpc>
                <a:spcPct val="115000"/>
              </a:lnSpc>
              <a:spcBef>
                <a:spcPts val="1600"/>
              </a:spcBef>
              <a:spcAft>
                <a:spcPts val="0"/>
              </a:spcAft>
              <a:buSzPts val="1400"/>
              <a:buFont typeface="Abel"/>
              <a:buChar char="○"/>
              <a:defRPr>
                <a:latin typeface="Abel"/>
                <a:ea typeface="Abel"/>
                <a:cs typeface="Abel"/>
                <a:sym typeface="Abel"/>
              </a:defRPr>
            </a:lvl5pPr>
            <a:lvl6pPr marL="2743200" lvl="5" indent="-317500">
              <a:lnSpc>
                <a:spcPct val="115000"/>
              </a:lnSpc>
              <a:spcBef>
                <a:spcPts val="1600"/>
              </a:spcBef>
              <a:spcAft>
                <a:spcPts val="0"/>
              </a:spcAft>
              <a:buSzPts val="1400"/>
              <a:buFont typeface="Abel"/>
              <a:buChar char="■"/>
              <a:defRPr>
                <a:latin typeface="Abel"/>
                <a:ea typeface="Abel"/>
                <a:cs typeface="Abel"/>
                <a:sym typeface="Abel"/>
              </a:defRPr>
            </a:lvl6pPr>
            <a:lvl7pPr marL="3200400" lvl="6" indent="-317500">
              <a:lnSpc>
                <a:spcPct val="115000"/>
              </a:lnSpc>
              <a:spcBef>
                <a:spcPts val="1600"/>
              </a:spcBef>
              <a:spcAft>
                <a:spcPts val="0"/>
              </a:spcAft>
              <a:buSzPts val="1400"/>
              <a:buFont typeface="Abel"/>
              <a:buChar char="●"/>
              <a:defRPr>
                <a:latin typeface="Abel"/>
                <a:ea typeface="Abel"/>
                <a:cs typeface="Abel"/>
                <a:sym typeface="Abel"/>
              </a:defRPr>
            </a:lvl7pPr>
            <a:lvl8pPr marL="3657600" lvl="7" indent="-317500">
              <a:lnSpc>
                <a:spcPct val="115000"/>
              </a:lnSpc>
              <a:spcBef>
                <a:spcPts val="1600"/>
              </a:spcBef>
              <a:spcAft>
                <a:spcPts val="0"/>
              </a:spcAft>
              <a:buSzPts val="1400"/>
              <a:buFont typeface="Abel"/>
              <a:buChar char="○"/>
              <a:defRPr>
                <a:latin typeface="Abel"/>
                <a:ea typeface="Abel"/>
                <a:cs typeface="Abel"/>
                <a:sym typeface="Abel"/>
              </a:defRPr>
            </a:lvl8pPr>
            <a:lvl9pPr marL="4114800" lvl="8" indent="-317500">
              <a:lnSpc>
                <a:spcPct val="115000"/>
              </a:lnSpc>
              <a:spcBef>
                <a:spcPts val="1600"/>
              </a:spcBef>
              <a:spcAft>
                <a:spcPts val="1600"/>
              </a:spcAft>
              <a:buSzPts val="1400"/>
              <a:buFont typeface="Abel"/>
              <a:buChar char="■"/>
              <a:defRPr>
                <a:latin typeface="Abel"/>
                <a:ea typeface="Abel"/>
                <a:cs typeface="Abel"/>
                <a:sym typeface="Abel"/>
              </a:defRPr>
            </a:lvl9pPr>
          </a:lstStyle>
          <a:p>
            <a:endParaRPr/>
          </a:p>
        </p:txBody>
      </p:sp>
      <p:sp>
        <p:nvSpPr>
          <p:cNvPr id="8" name="Google Shape;8;p1"/>
          <p:cNvSpPr txBox="1">
            <a:spLocks noGrp="1"/>
          </p:cNvSpPr>
          <p:nvPr>
            <p:ph type="sldNum" idx="12"/>
          </p:nvPr>
        </p:nvSpPr>
        <p:spPr>
          <a:xfrm>
            <a:off x="4297659" y="4669251"/>
            <a:ext cx="548700" cy="393600"/>
          </a:xfrm>
          <a:prstGeom prst="rect">
            <a:avLst/>
          </a:prstGeom>
          <a:noFill/>
          <a:ln>
            <a:noFill/>
          </a:ln>
        </p:spPr>
        <p:txBody>
          <a:bodyPr spcFirstLastPara="1" wrap="square" lIns="91425" tIns="91425" rIns="91425" bIns="91425" anchor="t" anchorCtr="0">
            <a:noAutofit/>
          </a:bodyPr>
          <a:lstStyle>
            <a:lvl1pPr lvl="0" algn="ctr">
              <a:buNone/>
              <a:defRPr sz="1300">
                <a:solidFill>
                  <a:schemeClr val="lt1"/>
                </a:solidFill>
                <a:latin typeface="Abel"/>
                <a:ea typeface="Abel"/>
                <a:cs typeface="Abel"/>
                <a:sym typeface="Abel"/>
              </a:defRPr>
            </a:lvl1pPr>
            <a:lvl2pPr lvl="1" algn="ctr">
              <a:buNone/>
              <a:defRPr sz="1300">
                <a:solidFill>
                  <a:schemeClr val="lt1"/>
                </a:solidFill>
                <a:latin typeface="Abel"/>
                <a:ea typeface="Abel"/>
                <a:cs typeface="Abel"/>
                <a:sym typeface="Abel"/>
              </a:defRPr>
            </a:lvl2pPr>
            <a:lvl3pPr lvl="2" algn="ctr">
              <a:buNone/>
              <a:defRPr sz="1300">
                <a:solidFill>
                  <a:schemeClr val="lt1"/>
                </a:solidFill>
                <a:latin typeface="Abel"/>
                <a:ea typeface="Abel"/>
                <a:cs typeface="Abel"/>
                <a:sym typeface="Abel"/>
              </a:defRPr>
            </a:lvl3pPr>
            <a:lvl4pPr lvl="3" algn="ctr">
              <a:buNone/>
              <a:defRPr sz="1300">
                <a:solidFill>
                  <a:schemeClr val="lt1"/>
                </a:solidFill>
                <a:latin typeface="Abel"/>
                <a:ea typeface="Abel"/>
                <a:cs typeface="Abel"/>
                <a:sym typeface="Abel"/>
              </a:defRPr>
            </a:lvl4pPr>
            <a:lvl5pPr lvl="4" algn="ctr">
              <a:buNone/>
              <a:defRPr sz="1300">
                <a:solidFill>
                  <a:schemeClr val="lt1"/>
                </a:solidFill>
                <a:latin typeface="Abel"/>
                <a:ea typeface="Abel"/>
                <a:cs typeface="Abel"/>
                <a:sym typeface="Abel"/>
              </a:defRPr>
            </a:lvl5pPr>
            <a:lvl6pPr lvl="5" algn="ctr">
              <a:buNone/>
              <a:defRPr sz="1300">
                <a:solidFill>
                  <a:schemeClr val="lt1"/>
                </a:solidFill>
                <a:latin typeface="Abel"/>
                <a:ea typeface="Abel"/>
                <a:cs typeface="Abel"/>
                <a:sym typeface="Abel"/>
              </a:defRPr>
            </a:lvl6pPr>
            <a:lvl7pPr lvl="6" algn="ctr">
              <a:buNone/>
              <a:defRPr sz="1300">
                <a:solidFill>
                  <a:schemeClr val="lt1"/>
                </a:solidFill>
                <a:latin typeface="Abel"/>
                <a:ea typeface="Abel"/>
                <a:cs typeface="Abel"/>
                <a:sym typeface="Abel"/>
              </a:defRPr>
            </a:lvl7pPr>
            <a:lvl8pPr lvl="7" algn="ctr">
              <a:buNone/>
              <a:defRPr sz="1300">
                <a:solidFill>
                  <a:schemeClr val="lt1"/>
                </a:solidFill>
                <a:latin typeface="Abel"/>
                <a:ea typeface="Abel"/>
                <a:cs typeface="Abel"/>
                <a:sym typeface="Abel"/>
              </a:defRPr>
            </a:lvl8pPr>
            <a:lvl9pPr lvl="8" algn="ctr">
              <a:buNone/>
              <a:defRPr sz="1300">
                <a:solidFill>
                  <a:schemeClr val="lt1"/>
                </a:solidFill>
                <a:latin typeface="Abel"/>
                <a:ea typeface="Abel"/>
                <a:cs typeface="Abel"/>
                <a:sym typeface="Abel"/>
              </a:defRPr>
            </a:lvl9pPr>
          </a:lstStyle>
          <a:p>
            <a:pPr marL="0" lvl="0" indent="0" algn="ct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51"/>
        <p:cNvGrpSpPr/>
        <p:nvPr/>
      </p:nvGrpSpPr>
      <p:grpSpPr>
        <a:xfrm>
          <a:off x="0" y="0"/>
          <a:ext cx="0" cy="0"/>
          <a:chOff x="0" y="0"/>
          <a:chExt cx="0" cy="0"/>
        </a:xfrm>
      </p:grpSpPr>
      <p:sp>
        <p:nvSpPr>
          <p:cNvPr id="352" name="Google Shape;352;p37"/>
          <p:cNvSpPr txBox="1">
            <a:spLocks noGrp="1"/>
          </p:cNvSpPr>
          <p:nvPr>
            <p:ph type="ctrTitle"/>
          </p:nvPr>
        </p:nvSpPr>
        <p:spPr>
          <a:xfrm>
            <a:off x="222776" y="980536"/>
            <a:ext cx="8936736" cy="994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smtClean="0">
                <a:solidFill>
                  <a:srgbClr val="FFFFFF"/>
                </a:solidFill>
              </a:rPr>
              <a:t>Topic: Laws of Operations </a:t>
            </a:r>
            <a:br>
              <a:rPr lang="en" dirty="0" smtClean="0">
                <a:solidFill>
                  <a:srgbClr val="FFFFFF"/>
                </a:solidFill>
              </a:rPr>
            </a:br>
            <a:r>
              <a:rPr lang="en" dirty="0" smtClean="0">
                <a:solidFill>
                  <a:srgbClr val="FFFFFF"/>
                </a:solidFill>
              </a:rPr>
              <a:t>EQ: How can the associative, commutative and distributive laws make maths easier?</a:t>
            </a:r>
            <a:endParaRPr dirty="0">
              <a:solidFill>
                <a:srgbClr val="FFFFFF"/>
              </a:solidFill>
            </a:endParaRPr>
          </a:p>
        </p:txBody>
      </p:sp>
      <p:sp>
        <p:nvSpPr>
          <p:cNvPr id="353" name="Google Shape;353;p37"/>
          <p:cNvSpPr txBox="1">
            <a:spLocks noGrp="1"/>
          </p:cNvSpPr>
          <p:nvPr>
            <p:ph type="subTitle" idx="1"/>
          </p:nvPr>
        </p:nvSpPr>
        <p:spPr>
          <a:xfrm>
            <a:off x="-1366064" y="4751186"/>
            <a:ext cx="4311300" cy="316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AU" dirty="0" smtClean="0">
                <a:solidFill>
                  <a:srgbClr val="FFFFFF"/>
                </a:solidFill>
              </a:rPr>
              <a:t>Mrs. McLeod</a:t>
            </a:r>
            <a:endParaRPr dirty="0">
              <a:solidFill>
                <a:srgbClr val="FFFFFF"/>
              </a:solidFill>
            </a:endParaRPr>
          </a:p>
        </p:txBody>
      </p:sp>
      <p:sp>
        <p:nvSpPr>
          <p:cNvPr id="4" name="Rectangle 3"/>
          <p:cNvSpPr/>
          <p:nvPr/>
        </p:nvSpPr>
        <p:spPr>
          <a:xfrm>
            <a:off x="592672" y="2630586"/>
            <a:ext cx="8196943" cy="2120600"/>
          </a:xfrm>
          <a:prstGeom prst="rect">
            <a:avLst/>
          </a:prstGeom>
          <a:noFill/>
          <a:ln w="571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D18E74DF-6605-45EC-B699-C5F0C20232F2}"/>
              </a:ext>
            </a:extLst>
          </p:cNvPr>
          <p:cNvSpPr txBox="1"/>
          <p:nvPr/>
        </p:nvSpPr>
        <p:spPr>
          <a:xfrm>
            <a:off x="612865" y="2322808"/>
            <a:ext cx="5976257" cy="307777"/>
          </a:xfrm>
          <a:prstGeom prst="rect">
            <a:avLst/>
          </a:prstGeom>
          <a:noFill/>
        </p:spPr>
        <p:txBody>
          <a:bodyPr wrap="square" rtlCol="0">
            <a:spAutoFit/>
          </a:bodyPr>
          <a:lstStyle/>
          <a:p>
            <a:r>
              <a:rPr lang="en-AU" dirty="0">
                <a:solidFill>
                  <a:schemeClr val="bg1"/>
                </a:solidFill>
              </a:rPr>
              <a:t>While you are waiting to start, try </a:t>
            </a:r>
            <a:r>
              <a:rPr lang="en-AU" dirty="0" smtClean="0">
                <a:solidFill>
                  <a:schemeClr val="bg1"/>
                </a:solidFill>
              </a:rPr>
              <a:t>this challenge.</a:t>
            </a:r>
            <a:endParaRPr lang="en-AU" dirty="0">
              <a:solidFill>
                <a:schemeClr val="bg1"/>
              </a:solidFill>
            </a:endParaRPr>
          </a:p>
        </p:txBody>
      </p:sp>
      <p:sp>
        <p:nvSpPr>
          <p:cNvPr id="6" name="TextBox 5"/>
          <p:cNvSpPr txBox="1"/>
          <p:nvPr/>
        </p:nvSpPr>
        <p:spPr>
          <a:xfrm>
            <a:off x="674914" y="2719975"/>
            <a:ext cx="6766560" cy="2031325"/>
          </a:xfrm>
          <a:prstGeom prst="rect">
            <a:avLst/>
          </a:prstGeom>
          <a:noFill/>
        </p:spPr>
        <p:txBody>
          <a:bodyPr wrap="square" rtlCol="0">
            <a:spAutoFit/>
          </a:bodyPr>
          <a:lstStyle/>
          <a:p>
            <a:r>
              <a:rPr lang="en-AU" dirty="0" smtClean="0">
                <a:solidFill>
                  <a:schemeClr val="bg1"/>
                </a:solidFill>
              </a:rPr>
              <a:t>Find the mystery number</a:t>
            </a:r>
          </a:p>
          <a:p>
            <a:endParaRPr lang="en-AU" dirty="0">
              <a:solidFill>
                <a:schemeClr val="bg1"/>
              </a:solidFill>
            </a:endParaRPr>
          </a:p>
          <a:p>
            <a:endParaRPr lang="en-AU" dirty="0" smtClean="0">
              <a:solidFill>
                <a:schemeClr val="bg1"/>
              </a:solidFill>
            </a:endParaRPr>
          </a:p>
          <a:p>
            <a:endParaRPr lang="en-AU" dirty="0">
              <a:solidFill>
                <a:schemeClr val="bg1"/>
              </a:solidFill>
            </a:endParaRPr>
          </a:p>
          <a:p>
            <a:r>
              <a:rPr lang="en-AU" dirty="0" smtClean="0">
                <a:solidFill>
                  <a:schemeClr val="bg1"/>
                </a:solidFill>
              </a:rPr>
              <a:t>Clues: </a:t>
            </a:r>
          </a:p>
          <a:p>
            <a:r>
              <a:rPr lang="en-AU" dirty="0" smtClean="0">
                <a:solidFill>
                  <a:schemeClr val="bg1"/>
                </a:solidFill>
              </a:rPr>
              <a:t>1. Tenths place is the difference between the tens and ones place</a:t>
            </a:r>
          </a:p>
          <a:p>
            <a:r>
              <a:rPr lang="en-AU" dirty="0" smtClean="0">
                <a:solidFill>
                  <a:schemeClr val="bg1"/>
                </a:solidFill>
              </a:rPr>
              <a:t>2. The hundreds place times 3 is the ones place</a:t>
            </a:r>
          </a:p>
          <a:p>
            <a:r>
              <a:rPr lang="en-AU" dirty="0" smtClean="0">
                <a:solidFill>
                  <a:schemeClr val="bg1"/>
                </a:solidFill>
              </a:rPr>
              <a:t>3. The tens place is </a:t>
            </a:r>
            <a:r>
              <a:rPr lang="en-AU" dirty="0">
                <a:solidFill>
                  <a:schemeClr val="bg1"/>
                </a:solidFill>
              </a:rPr>
              <a:t>7</a:t>
            </a:r>
            <a:endParaRPr lang="en-AU" dirty="0" smtClean="0">
              <a:solidFill>
                <a:schemeClr val="bg1"/>
              </a:solidFill>
            </a:endParaRPr>
          </a:p>
          <a:p>
            <a:r>
              <a:rPr lang="en-AU" dirty="0" smtClean="0">
                <a:solidFill>
                  <a:schemeClr val="bg1"/>
                </a:solidFill>
              </a:rPr>
              <a:t>4. The tens place subtract 4 is the hundreds </a:t>
            </a:r>
            <a:r>
              <a:rPr lang="en-AU" dirty="0" smtClean="0">
                <a:solidFill>
                  <a:schemeClr val="bg1"/>
                </a:solidFill>
              </a:rPr>
              <a:t>place</a:t>
            </a:r>
            <a:endParaRPr lang="en-AU" dirty="0">
              <a:solidFill>
                <a:schemeClr val="bg1"/>
              </a:solidFill>
            </a:endParaRPr>
          </a:p>
        </p:txBody>
      </p:sp>
      <p:cxnSp>
        <p:nvCxnSpPr>
          <p:cNvPr id="7" name="Straight Connector 6"/>
          <p:cNvCxnSpPr/>
          <p:nvPr/>
        </p:nvCxnSpPr>
        <p:spPr>
          <a:xfrm flipV="1">
            <a:off x="1989908" y="3472859"/>
            <a:ext cx="1175657" cy="8708"/>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flipV="1">
            <a:off x="6348059" y="3455214"/>
            <a:ext cx="1175657" cy="8708"/>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4831351" y="3455214"/>
            <a:ext cx="1175657" cy="8708"/>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flipV="1">
            <a:off x="3396887" y="3459568"/>
            <a:ext cx="1175657" cy="8708"/>
          </a:xfrm>
          <a:prstGeom prst="line">
            <a:avLst/>
          </a:prstGeom>
          <a:ln w="38100">
            <a:solidFill>
              <a:schemeClr val="tx1"/>
            </a:solidFill>
          </a:ln>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9" name="Google Shape;359;p38"/>
          <p:cNvSpPr txBox="1">
            <a:spLocks noGrp="1"/>
          </p:cNvSpPr>
          <p:nvPr>
            <p:ph type="sldNum" idx="12"/>
          </p:nvPr>
        </p:nvSpPr>
        <p:spPr>
          <a:xfrm>
            <a:off x="4297659" y="467370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2</a:t>
            </a:fld>
            <a:endParaRPr/>
          </a:p>
        </p:txBody>
      </p:sp>
      <p:sp>
        <p:nvSpPr>
          <p:cNvPr id="3" name="Title 2"/>
          <p:cNvSpPr>
            <a:spLocks noGrp="1"/>
          </p:cNvSpPr>
          <p:nvPr>
            <p:ph type="title"/>
          </p:nvPr>
        </p:nvSpPr>
        <p:spPr/>
        <p:txBody>
          <a:bodyPr/>
          <a:lstStyle/>
          <a:p>
            <a:endParaRPr lang="en-AU"/>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365"/>
        <p:cNvGrpSpPr/>
        <p:nvPr/>
      </p:nvGrpSpPr>
      <p:grpSpPr>
        <a:xfrm>
          <a:off x="0" y="0"/>
          <a:ext cx="0" cy="0"/>
          <a:chOff x="0" y="0"/>
          <a:chExt cx="0" cy="0"/>
        </a:xfrm>
      </p:grpSpPr>
      <p:sp>
        <p:nvSpPr>
          <p:cNvPr id="368" name="Google Shape;368;p39"/>
          <p:cNvSpPr txBox="1">
            <a:spLocks noGrp="1"/>
          </p:cNvSpPr>
          <p:nvPr>
            <p:ph type="sldNum" idx="12"/>
          </p:nvPr>
        </p:nvSpPr>
        <p:spPr>
          <a:xfrm>
            <a:off x="4297659" y="4673701"/>
            <a:ext cx="548700" cy="393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t>3</a:t>
            </a:fld>
            <a:endParaRPr/>
          </a:p>
        </p:txBody>
      </p:sp>
      <p:sp>
        <p:nvSpPr>
          <p:cNvPr id="2" name="Title 1"/>
          <p:cNvSpPr>
            <a:spLocks noGrp="1"/>
          </p:cNvSpPr>
          <p:nvPr>
            <p:ph type="ctrTitle"/>
          </p:nvPr>
        </p:nvSpPr>
        <p:spPr>
          <a:xfrm>
            <a:off x="519113" y="876300"/>
            <a:ext cx="8105775" cy="2008875"/>
          </a:xfrm>
        </p:spPr>
        <p:txBody>
          <a:bodyPr/>
          <a:lstStyle/>
          <a:p>
            <a:r>
              <a:rPr lang="en-AU" dirty="0" smtClean="0"/>
              <a:t>IMPORTANT FOR THIS LESSON</a:t>
            </a:r>
            <a:endParaRPr lang="en-AU" dirty="0"/>
          </a:p>
        </p:txBody>
      </p:sp>
      <p:sp>
        <p:nvSpPr>
          <p:cNvPr id="4" name="Rectangle 3"/>
          <p:cNvSpPr/>
          <p:nvPr/>
        </p:nvSpPr>
        <p:spPr>
          <a:xfrm>
            <a:off x="990600" y="2980426"/>
            <a:ext cx="7162800" cy="20868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 name="Subtitle 2"/>
          <p:cNvSpPr>
            <a:spLocks noGrp="1"/>
          </p:cNvSpPr>
          <p:nvPr>
            <p:ph type="subTitle" idx="1"/>
          </p:nvPr>
        </p:nvSpPr>
        <p:spPr>
          <a:xfrm>
            <a:off x="895350" y="3030325"/>
            <a:ext cx="7381876" cy="1840176"/>
          </a:xfrm>
        </p:spPr>
        <p:txBody>
          <a:bodyPr/>
          <a:lstStyle/>
          <a:p>
            <a:r>
              <a:rPr lang="en-AU" sz="2400" dirty="0" smtClean="0"/>
              <a:t>We are learning about the processes behind these laws and how to make mental maths easier so please do not stress about struggling to find the answers, we will be continuing this for a few lessons and practicing more specific skills on getting the actual answer</a:t>
            </a:r>
            <a:endParaRPr lang="en-AU" sz="2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p:nvPr/>
        </p:nvSpPr>
        <p:spPr>
          <a:xfrm>
            <a:off x="270164" y="1081154"/>
            <a:ext cx="8007927" cy="27202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0C3E2356-378C-420C-9E71-1A6F2A5944F1}"/>
              </a:ext>
            </a:extLst>
          </p:cNvPr>
          <p:cNvSpPr txBox="1"/>
          <p:nvPr/>
        </p:nvSpPr>
        <p:spPr>
          <a:xfrm>
            <a:off x="5382814" y="711822"/>
            <a:ext cx="2762844" cy="369332"/>
          </a:xfrm>
          <a:prstGeom prst="rect">
            <a:avLst/>
          </a:prstGeom>
          <a:noFill/>
        </p:spPr>
        <p:txBody>
          <a:bodyPr wrap="square" rtlCol="0">
            <a:spAutoFit/>
          </a:bodyPr>
          <a:lstStyle/>
          <a:p>
            <a:r>
              <a:rPr lang="en-AU" sz="1800" dirty="0"/>
              <a:t>Now let’s try these ones.</a:t>
            </a:r>
          </a:p>
        </p:txBody>
      </p:sp>
      <p:sp>
        <p:nvSpPr>
          <p:cNvPr id="5" name="TextBox 4">
            <a:extLst>
              <a:ext uri="{FF2B5EF4-FFF2-40B4-BE49-F238E27FC236}">
                <a16:creationId xmlns:a16="http://schemas.microsoft.com/office/drawing/2014/main" id="{15985E4A-ABD2-470B-AA1C-F4CC77985A8C}"/>
              </a:ext>
            </a:extLst>
          </p:cNvPr>
          <p:cNvSpPr txBox="1"/>
          <p:nvPr/>
        </p:nvSpPr>
        <p:spPr>
          <a:xfrm>
            <a:off x="435769" y="1225500"/>
            <a:ext cx="3547413" cy="2308324"/>
          </a:xfrm>
          <a:prstGeom prst="rect">
            <a:avLst/>
          </a:prstGeom>
          <a:noFill/>
        </p:spPr>
        <p:txBody>
          <a:bodyPr wrap="square" rtlCol="0">
            <a:spAutoFit/>
          </a:bodyPr>
          <a:lstStyle/>
          <a:p>
            <a:pPr marL="257175" indent="-257175">
              <a:buAutoNum type="alphaLcParenR"/>
            </a:pPr>
            <a:r>
              <a:rPr lang="en-AU" sz="1800" dirty="0"/>
              <a:t>7 + 2  = </a:t>
            </a:r>
          </a:p>
          <a:p>
            <a:pPr marL="257175" indent="-257175">
              <a:buAutoNum type="alphaLcParenR"/>
            </a:pPr>
            <a:endParaRPr lang="en-AU" sz="1800" dirty="0"/>
          </a:p>
          <a:p>
            <a:pPr marL="257175" indent="-257175">
              <a:buAutoNum type="alphaLcParenR"/>
            </a:pPr>
            <a:r>
              <a:rPr lang="en-AU" sz="1800" dirty="0"/>
              <a:t>15 + 36 =</a:t>
            </a:r>
          </a:p>
          <a:p>
            <a:pPr marL="257175" indent="-257175">
              <a:buAutoNum type="alphaLcParenR"/>
            </a:pPr>
            <a:endParaRPr lang="en-AU" sz="1800" dirty="0"/>
          </a:p>
          <a:p>
            <a:pPr marL="257175" indent="-257175">
              <a:buAutoNum type="alphaLcParenR"/>
            </a:pPr>
            <a:r>
              <a:rPr lang="en-AU" sz="1800" dirty="0"/>
              <a:t>171 + 487 =</a:t>
            </a:r>
          </a:p>
          <a:p>
            <a:endParaRPr lang="en-AU" sz="1800" dirty="0"/>
          </a:p>
          <a:p>
            <a:pPr marL="257175" indent="-257175">
              <a:buAutoNum type="alphaLcParenR"/>
            </a:pPr>
            <a:r>
              <a:rPr lang="en-AU" sz="1800" dirty="0"/>
              <a:t>432 + </a:t>
            </a:r>
            <a:r>
              <a:rPr lang="en-AU" sz="1800" dirty="0" smtClean="0"/>
              <a:t>614 = </a:t>
            </a:r>
            <a:endParaRPr lang="en-AU" sz="1800" dirty="0"/>
          </a:p>
          <a:p>
            <a:pPr marL="257175" indent="-257175">
              <a:buAutoNum type="alphaLcParenR"/>
            </a:pPr>
            <a:endParaRPr lang="en-AU" sz="18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1643437" y="1225500"/>
            <a:ext cx="385763" cy="369332"/>
          </a:xfrm>
          <a:prstGeom prst="rect">
            <a:avLst/>
          </a:prstGeom>
          <a:noFill/>
        </p:spPr>
        <p:txBody>
          <a:bodyPr wrap="square" rtlCol="0">
            <a:spAutoFit/>
          </a:bodyPr>
          <a:lstStyle/>
          <a:p>
            <a:r>
              <a:rPr lang="en-AU" sz="1800" b="1" dirty="0">
                <a:solidFill>
                  <a:schemeClr val="accent6">
                    <a:lumMod val="50000"/>
                  </a:schemeClr>
                </a:solidFill>
              </a:rPr>
              <a:t>9</a:t>
            </a:r>
          </a:p>
        </p:txBody>
      </p:sp>
      <p:sp>
        <p:nvSpPr>
          <p:cNvPr id="7" name="TextBox 6">
            <a:extLst>
              <a:ext uri="{FF2B5EF4-FFF2-40B4-BE49-F238E27FC236}">
                <a16:creationId xmlns:a16="http://schemas.microsoft.com/office/drawing/2014/main" id="{4E4FB0DA-82ED-480F-8CB5-C8DEB033254F}"/>
              </a:ext>
            </a:extLst>
          </p:cNvPr>
          <p:cNvSpPr txBox="1"/>
          <p:nvPr/>
        </p:nvSpPr>
        <p:spPr>
          <a:xfrm>
            <a:off x="1665000" y="1740421"/>
            <a:ext cx="724909" cy="369332"/>
          </a:xfrm>
          <a:prstGeom prst="rect">
            <a:avLst/>
          </a:prstGeom>
          <a:noFill/>
        </p:spPr>
        <p:txBody>
          <a:bodyPr wrap="square" rtlCol="0">
            <a:spAutoFit/>
          </a:bodyPr>
          <a:lstStyle/>
          <a:p>
            <a:r>
              <a:rPr lang="en-AU" sz="1800" b="1" dirty="0">
                <a:solidFill>
                  <a:schemeClr val="accent6">
                    <a:lumMod val="50000"/>
                  </a:schemeClr>
                </a:solidFill>
              </a:rPr>
              <a:t>51</a:t>
            </a:r>
          </a:p>
        </p:txBody>
      </p:sp>
      <p:sp>
        <p:nvSpPr>
          <p:cNvPr id="8" name="TextBox 7">
            <a:extLst>
              <a:ext uri="{FF2B5EF4-FFF2-40B4-BE49-F238E27FC236}">
                <a16:creationId xmlns:a16="http://schemas.microsoft.com/office/drawing/2014/main" id="{BEAD7014-A3C6-4826-8617-620C50652012}"/>
              </a:ext>
            </a:extLst>
          </p:cNvPr>
          <p:cNvSpPr txBox="1"/>
          <p:nvPr/>
        </p:nvSpPr>
        <p:spPr>
          <a:xfrm>
            <a:off x="2007391" y="2312552"/>
            <a:ext cx="644723" cy="369332"/>
          </a:xfrm>
          <a:prstGeom prst="rect">
            <a:avLst/>
          </a:prstGeom>
          <a:noFill/>
        </p:spPr>
        <p:txBody>
          <a:bodyPr wrap="square" rtlCol="0">
            <a:spAutoFit/>
          </a:bodyPr>
          <a:lstStyle/>
          <a:p>
            <a:r>
              <a:rPr lang="en-AU" sz="1800" b="1" dirty="0">
                <a:solidFill>
                  <a:schemeClr val="accent6">
                    <a:lumMod val="50000"/>
                  </a:schemeClr>
                </a:solidFill>
              </a:rPr>
              <a:t>658</a:t>
            </a:r>
          </a:p>
        </p:txBody>
      </p:sp>
      <p:sp>
        <p:nvSpPr>
          <p:cNvPr id="10" name="TextBox 9">
            <a:extLst>
              <a:ext uri="{FF2B5EF4-FFF2-40B4-BE49-F238E27FC236}">
                <a16:creationId xmlns:a16="http://schemas.microsoft.com/office/drawing/2014/main" id="{78E30186-1D27-4920-81CB-EF56324810F0}"/>
              </a:ext>
            </a:extLst>
          </p:cNvPr>
          <p:cNvSpPr txBox="1"/>
          <p:nvPr/>
        </p:nvSpPr>
        <p:spPr>
          <a:xfrm>
            <a:off x="2027454" y="2884683"/>
            <a:ext cx="1020281" cy="369332"/>
          </a:xfrm>
          <a:prstGeom prst="rect">
            <a:avLst/>
          </a:prstGeom>
          <a:noFill/>
        </p:spPr>
        <p:txBody>
          <a:bodyPr wrap="square" rtlCol="0">
            <a:spAutoFit/>
          </a:bodyPr>
          <a:lstStyle/>
          <a:p>
            <a:r>
              <a:rPr lang="en-AU" sz="1800" b="1" dirty="0">
                <a:solidFill>
                  <a:schemeClr val="accent6">
                    <a:lumMod val="50000"/>
                  </a:schemeClr>
                </a:solidFill>
              </a:rPr>
              <a:t>1,046</a:t>
            </a:r>
          </a:p>
        </p:txBody>
      </p:sp>
      <p:sp>
        <p:nvSpPr>
          <p:cNvPr id="12" name="TextBox 11">
            <a:extLst>
              <a:ext uri="{FF2B5EF4-FFF2-40B4-BE49-F238E27FC236}">
                <a16:creationId xmlns:a16="http://schemas.microsoft.com/office/drawing/2014/main" id="{CAAF1E0B-3432-4DB2-A14A-6BBF329CAEDF}"/>
              </a:ext>
            </a:extLst>
          </p:cNvPr>
          <p:cNvSpPr txBox="1"/>
          <p:nvPr/>
        </p:nvSpPr>
        <p:spPr>
          <a:xfrm>
            <a:off x="5311381" y="1493111"/>
            <a:ext cx="3107531" cy="2308324"/>
          </a:xfrm>
          <a:prstGeom prst="rect">
            <a:avLst/>
          </a:prstGeom>
          <a:noFill/>
        </p:spPr>
        <p:txBody>
          <a:bodyPr wrap="square" rtlCol="0">
            <a:spAutoFit/>
          </a:bodyPr>
          <a:lstStyle/>
          <a:p>
            <a:pPr marL="257175" indent="-257175">
              <a:buAutoNum type="alphaLcParenR"/>
            </a:pPr>
            <a:r>
              <a:rPr lang="en-AU" sz="1800" dirty="0"/>
              <a:t>2 + 7 = </a:t>
            </a:r>
          </a:p>
          <a:p>
            <a:pPr marL="257175" indent="-257175">
              <a:buAutoNum type="alphaLcParenR"/>
            </a:pPr>
            <a:endParaRPr lang="en-AU" sz="1800" dirty="0"/>
          </a:p>
          <a:p>
            <a:pPr marL="257175" indent="-257175">
              <a:buAutoNum type="alphaLcParenR"/>
            </a:pPr>
            <a:r>
              <a:rPr lang="en-AU" sz="1800" dirty="0"/>
              <a:t>36 + 15 =</a:t>
            </a:r>
          </a:p>
          <a:p>
            <a:pPr marL="257175" indent="-257175">
              <a:buAutoNum type="alphaLcParenR"/>
            </a:pPr>
            <a:endParaRPr lang="en-AU" sz="1800" dirty="0"/>
          </a:p>
          <a:p>
            <a:pPr marL="257175" indent="-257175">
              <a:buAutoNum type="alphaLcParenR"/>
            </a:pPr>
            <a:r>
              <a:rPr lang="en-AU" sz="1800" dirty="0"/>
              <a:t>487 + 171 =</a:t>
            </a:r>
          </a:p>
          <a:p>
            <a:endParaRPr lang="en-AU" sz="1800" dirty="0"/>
          </a:p>
          <a:p>
            <a:pPr marL="257175" indent="-257175">
              <a:buAutoNum type="alphaLcParenR"/>
            </a:pPr>
            <a:r>
              <a:rPr lang="en-AU" sz="1800" dirty="0"/>
              <a:t>614 + 432=</a:t>
            </a:r>
          </a:p>
          <a:p>
            <a:pPr marL="257175" indent="-257175">
              <a:buAutoNum type="alphaLcParenR"/>
            </a:pPr>
            <a:endParaRPr lang="en-AU" sz="1800" dirty="0"/>
          </a:p>
        </p:txBody>
      </p:sp>
      <p:sp>
        <p:nvSpPr>
          <p:cNvPr id="13" name="TextBox 12">
            <a:extLst>
              <a:ext uri="{FF2B5EF4-FFF2-40B4-BE49-F238E27FC236}">
                <a16:creationId xmlns:a16="http://schemas.microsoft.com/office/drawing/2014/main" id="{7DFC3EE2-A964-4DBA-8135-5A65C7667289}"/>
              </a:ext>
            </a:extLst>
          </p:cNvPr>
          <p:cNvSpPr txBox="1"/>
          <p:nvPr/>
        </p:nvSpPr>
        <p:spPr>
          <a:xfrm>
            <a:off x="6378473" y="1493111"/>
            <a:ext cx="385763" cy="369332"/>
          </a:xfrm>
          <a:prstGeom prst="rect">
            <a:avLst/>
          </a:prstGeom>
          <a:noFill/>
        </p:spPr>
        <p:txBody>
          <a:bodyPr wrap="square" rtlCol="0">
            <a:spAutoFit/>
          </a:bodyPr>
          <a:lstStyle/>
          <a:p>
            <a:r>
              <a:rPr lang="en-AU" sz="1800" b="1" dirty="0">
                <a:solidFill>
                  <a:schemeClr val="accent6">
                    <a:lumMod val="50000"/>
                  </a:schemeClr>
                </a:solidFill>
              </a:rPr>
              <a:t>9</a:t>
            </a:r>
          </a:p>
        </p:txBody>
      </p:sp>
      <p:sp>
        <p:nvSpPr>
          <p:cNvPr id="14" name="TextBox 13">
            <a:extLst>
              <a:ext uri="{FF2B5EF4-FFF2-40B4-BE49-F238E27FC236}">
                <a16:creationId xmlns:a16="http://schemas.microsoft.com/office/drawing/2014/main" id="{49E8031F-1FD1-4158-8DDD-D4B5933CAED6}"/>
              </a:ext>
            </a:extLst>
          </p:cNvPr>
          <p:cNvSpPr txBox="1"/>
          <p:nvPr/>
        </p:nvSpPr>
        <p:spPr>
          <a:xfrm>
            <a:off x="6571354" y="2010692"/>
            <a:ext cx="674573" cy="369332"/>
          </a:xfrm>
          <a:prstGeom prst="rect">
            <a:avLst/>
          </a:prstGeom>
          <a:noFill/>
        </p:spPr>
        <p:txBody>
          <a:bodyPr wrap="square" rtlCol="0">
            <a:spAutoFit/>
          </a:bodyPr>
          <a:lstStyle/>
          <a:p>
            <a:r>
              <a:rPr lang="en-AU" sz="1800" b="1" dirty="0">
                <a:solidFill>
                  <a:schemeClr val="accent6">
                    <a:lumMod val="50000"/>
                  </a:schemeClr>
                </a:solidFill>
              </a:rPr>
              <a:t>51</a:t>
            </a:r>
          </a:p>
        </p:txBody>
      </p:sp>
      <p:sp>
        <p:nvSpPr>
          <p:cNvPr id="15" name="TextBox 14">
            <a:extLst>
              <a:ext uri="{FF2B5EF4-FFF2-40B4-BE49-F238E27FC236}">
                <a16:creationId xmlns:a16="http://schemas.microsoft.com/office/drawing/2014/main" id="{23C0F012-2F7C-4B7C-88F2-3C31C701C521}"/>
              </a:ext>
            </a:extLst>
          </p:cNvPr>
          <p:cNvSpPr txBox="1"/>
          <p:nvPr/>
        </p:nvSpPr>
        <p:spPr>
          <a:xfrm>
            <a:off x="6821774" y="2591986"/>
            <a:ext cx="839789" cy="369332"/>
          </a:xfrm>
          <a:prstGeom prst="rect">
            <a:avLst/>
          </a:prstGeom>
          <a:noFill/>
        </p:spPr>
        <p:txBody>
          <a:bodyPr wrap="square" rtlCol="0">
            <a:spAutoFit/>
          </a:bodyPr>
          <a:lstStyle/>
          <a:p>
            <a:r>
              <a:rPr lang="en-AU" sz="1800" b="1" dirty="0">
                <a:solidFill>
                  <a:schemeClr val="accent6">
                    <a:lumMod val="50000"/>
                  </a:schemeClr>
                </a:solidFill>
              </a:rPr>
              <a:t>658</a:t>
            </a:r>
          </a:p>
        </p:txBody>
      </p:sp>
      <p:sp>
        <p:nvSpPr>
          <p:cNvPr id="17" name="TextBox 16">
            <a:extLst>
              <a:ext uri="{FF2B5EF4-FFF2-40B4-BE49-F238E27FC236}">
                <a16:creationId xmlns:a16="http://schemas.microsoft.com/office/drawing/2014/main" id="{2A7A9AF7-13D2-412F-AD97-BAC58988D708}"/>
              </a:ext>
            </a:extLst>
          </p:cNvPr>
          <p:cNvSpPr txBox="1"/>
          <p:nvPr/>
        </p:nvSpPr>
        <p:spPr>
          <a:xfrm>
            <a:off x="6821775" y="3155925"/>
            <a:ext cx="1012970" cy="369332"/>
          </a:xfrm>
          <a:prstGeom prst="rect">
            <a:avLst/>
          </a:prstGeom>
          <a:noFill/>
        </p:spPr>
        <p:txBody>
          <a:bodyPr wrap="square" rtlCol="0">
            <a:spAutoFit/>
          </a:bodyPr>
          <a:lstStyle/>
          <a:p>
            <a:r>
              <a:rPr lang="en-AU" sz="1800" b="1" dirty="0">
                <a:solidFill>
                  <a:schemeClr val="accent6">
                    <a:lumMod val="50000"/>
                  </a:schemeClr>
                </a:solidFill>
              </a:rPr>
              <a:t>1,046</a:t>
            </a:r>
          </a:p>
        </p:txBody>
      </p:sp>
      <p:sp>
        <p:nvSpPr>
          <p:cNvPr id="2" name="TextBox 1">
            <a:extLst>
              <a:ext uri="{FF2B5EF4-FFF2-40B4-BE49-F238E27FC236}">
                <a16:creationId xmlns:a16="http://schemas.microsoft.com/office/drawing/2014/main" id="{26DB629B-02A4-4BE4-841F-D8A75CAFDA62}"/>
              </a:ext>
            </a:extLst>
          </p:cNvPr>
          <p:cNvSpPr txBox="1"/>
          <p:nvPr/>
        </p:nvSpPr>
        <p:spPr>
          <a:xfrm>
            <a:off x="2925874" y="963380"/>
            <a:ext cx="2078831" cy="923330"/>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What do you notice about the answers? </a:t>
            </a:r>
          </a:p>
        </p:txBody>
      </p:sp>
      <p:sp>
        <p:nvSpPr>
          <p:cNvPr id="19" name="TextBox 18">
            <a:extLst>
              <a:ext uri="{FF2B5EF4-FFF2-40B4-BE49-F238E27FC236}">
                <a16:creationId xmlns:a16="http://schemas.microsoft.com/office/drawing/2014/main" id="{527A84E7-F2CC-45D9-8084-3591DE695ACF}"/>
              </a:ext>
            </a:extLst>
          </p:cNvPr>
          <p:cNvSpPr txBox="1"/>
          <p:nvPr/>
        </p:nvSpPr>
        <p:spPr>
          <a:xfrm>
            <a:off x="2209475" y="3765933"/>
            <a:ext cx="3986721" cy="646331"/>
          </a:xfrm>
          <a:prstGeom prst="rect">
            <a:avLst/>
          </a:prstGeom>
          <a:solidFill>
            <a:schemeClr val="accent1">
              <a:tint val="100000"/>
              <a:shade val="100000"/>
              <a:satMod val="130000"/>
            </a:schemeClr>
          </a:solidFill>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So what can we say about the order of the numbers when we do addition?</a:t>
            </a:r>
          </a:p>
        </p:txBody>
      </p:sp>
      <p:sp>
        <p:nvSpPr>
          <p:cNvPr id="20" name="TextBox 19">
            <a:extLst>
              <a:ext uri="{FF2B5EF4-FFF2-40B4-BE49-F238E27FC236}">
                <a16:creationId xmlns:a16="http://schemas.microsoft.com/office/drawing/2014/main" id="{B64A7339-40BF-4500-8C1C-0488F46CC655}"/>
              </a:ext>
            </a:extLst>
          </p:cNvPr>
          <p:cNvSpPr txBox="1"/>
          <p:nvPr/>
        </p:nvSpPr>
        <p:spPr>
          <a:xfrm>
            <a:off x="435769" y="340132"/>
            <a:ext cx="8463303" cy="646331"/>
          </a:xfrm>
          <a:prstGeom prst="rect">
            <a:avLst/>
          </a:prstGeom>
          <a:noFill/>
        </p:spPr>
        <p:txBody>
          <a:bodyPr wrap="square" rtlCol="0">
            <a:spAutoFit/>
          </a:bodyPr>
          <a:lstStyle/>
          <a:p>
            <a:r>
              <a:rPr lang="en-AU" sz="1800" dirty="0"/>
              <a:t>On your Left Hand Side write out these sums and </a:t>
            </a:r>
            <a:r>
              <a:rPr lang="en-AU" sz="1800" b="1" u="sng" dirty="0"/>
              <a:t>solve</a:t>
            </a:r>
            <a:r>
              <a:rPr lang="en-AU" sz="1800" dirty="0"/>
              <a:t> each of them (no calculators). </a:t>
            </a:r>
          </a:p>
        </p:txBody>
      </p:sp>
      <p:sp>
        <p:nvSpPr>
          <p:cNvPr id="3" name="Rectangle 2">
            <a:extLst>
              <a:ext uri="{FF2B5EF4-FFF2-40B4-BE49-F238E27FC236}">
                <a16:creationId xmlns:a16="http://schemas.microsoft.com/office/drawing/2014/main" id="{7ED75E50-1BBF-4230-8734-B39522934DF0}"/>
              </a:ext>
            </a:extLst>
          </p:cNvPr>
          <p:cNvSpPr/>
          <p:nvPr/>
        </p:nvSpPr>
        <p:spPr>
          <a:xfrm>
            <a:off x="88550" y="63133"/>
            <a:ext cx="1332416" cy="253916"/>
          </a:xfrm>
          <a:prstGeom prst="rect">
            <a:avLst/>
          </a:prstGeom>
        </p:spPr>
        <p:txBody>
          <a:bodyPr wrap="none">
            <a:spAutoFit/>
          </a:bodyPr>
          <a:lstStyle/>
          <a:p>
            <a:r>
              <a:rPr lang="en-AU" sz="1050" dirty="0"/>
              <a:t>Commutative Laws</a:t>
            </a:r>
          </a:p>
        </p:txBody>
      </p:sp>
    </p:spTree>
    <p:extLst>
      <p:ext uri="{BB962C8B-B14F-4D97-AF65-F5344CB8AC3E}">
        <p14:creationId xmlns:p14="http://schemas.microsoft.com/office/powerpoint/2010/main" val="3173991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0" grpId="0"/>
      <p:bldP spid="12" grpId="0"/>
      <p:bldP spid="13" grpId="0"/>
      <p:bldP spid="14" grpId="0"/>
      <p:bldP spid="15" grpId="0"/>
      <p:bldP spid="17" grpId="0"/>
      <p:bldP spid="2"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401287" y="970096"/>
            <a:ext cx="8007927" cy="27202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0C3E2356-378C-420C-9E71-1A6F2A5944F1}"/>
              </a:ext>
            </a:extLst>
          </p:cNvPr>
          <p:cNvSpPr txBox="1"/>
          <p:nvPr/>
        </p:nvSpPr>
        <p:spPr>
          <a:xfrm>
            <a:off x="501083" y="241581"/>
            <a:ext cx="7908131" cy="646331"/>
          </a:xfrm>
          <a:prstGeom prst="rect">
            <a:avLst/>
          </a:prstGeom>
          <a:noFill/>
        </p:spPr>
        <p:txBody>
          <a:bodyPr wrap="square" rtlCol="0">
            <a:spAutoFit/>
          </a:bodyPr>
          <a:lstStyle/>
          <a:p>
            <a:r>
              <a:rPr lang="en-AU" sz="1800" dirty="0"/>
              <a:t>Now let’s try subtraction.</a:t>
            </a:r>
          </a:p>
          <a:p>
            <a:r>
              <a:rPr lang="en-AU" sz="1800" dirty="0"/>
              <a:t>On your Left Hand Side </a:t>
            </a:r>
            <a:r>
              <a:rPr lang="en-AU" sz="1800" b="1" u="sng" dirty="0"/>
              <a:t>find the solution</a:t>
            </a:r>
            <a:r>
              <a:rPr lang="en-AU" sz="1800" u="sng" dirty="0"/>
              <a:t> </a:t>
            </a:r>
            <a:r>
              <a:rPr lang="en-AU" sz="1800" dirty="0"/>
              <a:t>to each of these (no calculators). </a:t>
            </a:r>
          </a:p>
        </p:txBody>
      </p:sp>
      <p:sp>
        <p:nvSpPr>
          <p:cNvPr id="5" name="TextBox 4">
            <a:extLst>
              <a:ext uri="{FF2B5EF4-FFF2-40B4-BE49-F238E27FC236}">
                <a16:creationId xmlns:a16="http://schemas.microsoft.com/office/drawing/2014/main" id="{15985E4A-ABD2-470B-AA1C-F4CC77985A8C}"/>
              </a:ext>
            </a:extLst>
          </p:cNvPr>
          <p:cNvSpPr txBox="1"/>
          <p:nvPr/>
        </p:nvSpPr>
        <p:spPr>
          <a:xfrm>
            <a:off x="699066" y="1217103"/>
            <a:ext cx="3107531" cy="1754326"/>
          </a:xfrm>
          <a:prstGeom prst="rect">
            <a:avLst/>
          </a:prstGeom>
          <a:noFill/>
        </p:spPr>
        <p:txBody>
          <a:bodyPr wrap="square" rtlCol="0">
            <a:spAutoFit/>
          </a:bodyPr>
          <a:lstStyle/>
          <a:p>
            <a:pPr marL="257175" indent="-257175">
              <a:buAutoNum type="alphaLcParenR"/>
            </a:pPr>
            <a:r>
              <a:rPr lang="en-AU" sz="1800" dirty="0"/>
              <a:t>7 - 2  = </a:t>
            </a:r>
          </a:p>
          <a:p>
            <a:pPr marL="257175" indent="-257175">
              <a:buAutoNum type="alphaLcParenR"/>
            </a:pPr>
            <a:endParaRPr lang="en-AU" sz="1800" dirty="0"/>
          </a:p>
          <a:p>
            <a:pPr marL="257175" indent="-257175">
              <a:buAutoNum type="alphaLcParenR"/>
            </a:pPr>
            <a:r>
              <a:rPr lang="en-AU" sz="1800" dirty="0"/>
              <a:t>36 -15 =</a:t>
            </a:r>
          </a:p>
          <a:p>
            <a:pPr marL="257175" indent="-257175">
              <a:buAutoNum type="alphaLcParenR"/>
            </a:pPr>
            <a:endParaRPr lang="en-AU" sz="1800" dirty="0"/>
          </a:p>
          <a:p>
            <a:pPr marL="257175" indent="-257175">
              <a:buAutoNum type="alphaLcParenR"/>
            </a:pPr>
            <a:r>
              <a:rPr lang="en-AU" sz="1800" dirty="0"/>
              <a:t>432 - 212 =</a:t>
            </a:r>
          </a:p>
          <a:p>
            <a:pPr marL="257175" indent="-257175">
              <a:buAutoNum type="alphaLcParenR"/>
            </a:pPr>
            <a:endParaRPr lang="en-AU" sz="18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1790530" y="1247095"/>
            <a:ext cx="385763" cy="369332"/>
          </a:xfrm>
          <a:prstGeom prst="rect">
            <a:avLst/>
          </a:prstGeom>
          <a:noFill/>
        </p:spPr>
        <p:txBody>
          <a:bodyPr wrap="square" rtlCol="0">
            <a:spAutoFit/>
          </a:bodyPr>
          <a:lstStyle/>
          <a:p>
            <a:r>
              <a:rPr lang="en-AU" sz="1800" b="1" dirty="0">
                <a:solidFill>
                  <a:schemeClr val="accent6">
                    <a:lumMod val="50000"/>
                  </a:schemeClr>
                </a:solidFill>
              </a:rPr>
              <a:t>5</a:t>
            </a:r>
          </a:p>
        </p:txBody>
      </p:sp>
      <p:sp>
        <p:nvSpPr>
          <p:cNvPr id="7" name="TextBox 6">
            <a:extLst>
              <a:ext uri="{FF2B5EF4-FFF2-40B4-BE49-F238E27FC236}">
                <a16:creationId xmlns:a16="http://schemas.microsoft.com/office/drawing/2014/main" id="{4E4FB0DA-82ED-480F-8CB5-C8DEB033254F}"/>
              </a:ext>
            </a:extLst>
          </p:cNvPr>
          <p:cNvSpPr txBox="1"/>
          <p:nvPr/>
        </p:nvSpPr>
        <p:spPr>
          <a:xfrm>
            <a:off x="1790530" y="1779465"/>
            <a:ext cx="733595" cy="369332"/>
          </a:xfrm>
          <a:prstGeom prst="rect">
            <a:avLst/>
          </a:prstGeom>
          <a:noFill/>
        </p:spPr>
        <p:txBody>
          <a:bodyPr wrap="square" rtlCol="0">
            <a:spAutoFit/>
          </a:bodyPr>
          <a:lstStyle/>
          <a:p>
            <a:r>
              <a:rPr lang="en-AU" sz="1800" b="1" dirty="0">
                <a:solidFill>
                  <a:schemeClr val="accent6">
                    <a:lumMod val="50000"/>
                  </a:schemeClr>
                </a:solidFill>
              </a:rPr>
              <a:t>21</a:t>
            </a:r>
          </a:p>
        </p:txBody>
      </p:sp>
      <p:sp>
        <p:nvSpPr>
          <p:cNvPr id="13" name="TextBox 12">
            <a:extLst>
              <a:ext uri="{FF2B5EF4-FFF2-40B4-BE49-F238E27FC236}">
                <a16:creationId xmlns:a16="http://schemas.microsoft.com/office/drawing/2014/main" id="{5356ADB1-82B6-4417-9A2A-D1CC0AB16DCB}"/>
              </a:ext>
            </a:extLst>
          </p:cNvPr>
          <p:cNvSpPr txBox="1"/>
          <p:nvPr/>
        </p:nvSpPr>
        <p:spPr>
          <a:xfrm>
            <a:off x="2176293" y="2295339"/>
            <a:ext cx="609770" cy="369332"/>
          </a:xfrm>
          <a:prstGeom prst="rect">
            <a:avLst/>
          </a:prstGeom>
          <a:noFill/>
        </p:spPr>
        <p:txBody>
          <a:bodyPr wrap="square" rtlCol="0">
            <a:spAutoFit/>
          </a:bodyPr>
          <a:lstStyle/>
          <a:p>
            <a:r>
              <a:rPr lang="en-AU" sz="1800" b="1" dirty="0">
                <a:solidFill>
                  <a:schemeClr val="accent6">
                    <a:lumMod val="50000"/>
                  </a:schemeClr>
                </a:solidFill>
              </a:rPr>
              <a:t>220</a:t>
            </a:r>
          </a:p>
        </p:txBody>
      </p:sp>
      <p:sp>
        <p:nvSpPr>
          <p:cNvPr id="14" name="TextBox 13">
            <a:extLst>
              <a:ext uri="{FF2B5EF4-FFF2-40B4-BE49-F238E27FC236}">
                <a16:creationId xmlns:a16="http://schemas.microsoft.com/office/drawing/2014/main" id="{C05AFB67-CCBB-4028-9C41-AC651C6EBFEC}"/>
              </a:ext>
            </a:extLst>
          </p:cNvPr>
          <p:cNvSpPr txBox="1"/>
          <p:nvPr/>
        </p:nvSpPr>
        <p:spPr>
          <a:xfrm>
            <a:off x="5492527" y="1593343"/>
            <a:ext cx="3107531" cy="1754326"/>
          </a:xfrm>
          <a:prstGeom prst="rect">
            <a:avLst/>
          </a:prstGeom>
          <a:noFill/>
        </p:spPr>
        <p:txBody>
          <a:bodyPr wrap="square" rtlCol="0">
            <a:spAutoFit/>
          </a:bodyPr>
          <a:lstStyle/>
          <a:p>
            <a:pPr marL="257175" indent="-257175">
              <a:buAutoNum type="alphaLcParenR"/>
            </a:pPr>
            <a:r>
              <a:rPr lang="en-AU" sz="1800" dirty="0"/>
              <a:t>2 - 7  = </a:t>
            </a:r>
          </a:p>
          <a:p>
            <a:pPr marL="257175" indent="-257175">
              <a:buAutoNum type="alphaLcParenR"/>
            </a:pPr>
            <a:endParaRPr lang="en-AU" sz="1800" dirty="0"/>
          </a:p>
          <a:p>
            <a:pPr marL="257175" indent="-257175">
              <a:buAutoNum type="alphaLcParenR"/>
            </a:pPr>
            <a:r>
              <a:rPr lang="en-AU" sz="1800" dirty="0"/>
              <a:t>15 – 36 =</a:t>
            </a:r>
          </a:p>
          <a:p>
            <a:pPr marL="257175" indent="-257175">
              <a:buAutoNum type="alphaLcParenR"/>
            </a:pPr>
            <a:endParaRPr lang="en-AU" sz="1800" dirty="0"/>
          </a:p>
          <a:p>
            <a:pPr marL="257175" indent="-257175">
              <a:buAutoNum type="alphaLcParenR"/>
            </a:pPr>
            <a:r>
              <a:rPr lang="en-AU" sz="1800" dirty="0"/>
              <a:t>212 - 432 =</a:t>
            </a:r>
          </a:p>
          <a:p>
            <a:pPr marL="257175" indent="-257175">
              <a:buAutoNum type="alphaLcParenR"/>
            </a:pPr>
            <a:endParaRPr lang="en-AU" sz="1800" dirty="0"/>
          </a:p>
        </p:txBody>
      </p:sp>
      <p:sp>
        <p:nvSpPr>
          <p:cNvPr id="2" name="TextBox 1">
            <a:extLst>
              <a:ext uri="{FF2B5EF4-FFF2-40B4-BE49-F238E27FC236}">
                <a16:creationId xmlns:a16="http://schemas.microsoft.com/office/drawing/2014/main" id="{A91CD615-929C-44E2-85EA-BE9B212D5ECD}"/>
              </a:ext>
            </a:extLst>
          </p:cNvPr>
          <p:cNvSpPr txBox="1"/>
          <p:nvPr/>
        </p:nvSpPr>
        <p:spPr>
          <a:xfrm>
            <a:off x="5435376" y="970096"/>
            <a:ext cx="2922302" cy="923330"/>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Would I get the same answer for these questions?</a:t>
            </a:r>
          </a:p>
        </p:txBody>
      </p:sp>
      <p:sp>
        <p:nvSpPr>
          <p:cNvPr id="16" name="TextBox 15">
            <a:extLst>
              <a:ext uri="{FF2B5EF4-FFF2-40B4-BE49-F238E27FC236}">
                <a16:creationId xmlns:a16="http://schemas.microsoft.com/office/drawing/2014/main" id="{E56A2340-DD47-4B9D-9D8C-4A59924B7C85}"/>
              </a:ext>
            </a:extLst>
          </p:cNvPr>
          <p:cNvSpPr txBox="1"/>
          <p:nvPr/>
        </p:nvSpPr>
        <p:spPr>
          <a:xfrm>
            <a:off x="1613853" y="3451170"/>
            <a:ext cx="5916294" cy="646331"/>
          </a:xfrm>
          <a:prstGeom prst="rect">
            <a:avLst/>
          </a:prstGeom>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So how can we say that subtraction and addition different?</a:t>
            </a:r>
          </a:p>
        </p:txBody>
      </p:sp>
    </p:spTree>
    <p:extLst>
      <p:ext uri="{BB962C8B-B14F-4D97-AF65-F5344CB8AC3E}">
        <p14:creationId xmlns:p14="http://schemas.microsoft.com/office/powerpoint/2010/main" val="161327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14" grpId="0"/>
      <p:bldP spid="2"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395269" y="1136356"/>
            <a:ext cx="8007927" cy="27202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0C3E2356-378C-420C-9E71-1A6F2A5944F1}"/>
              </a:ext>
            </a:extLst>
          </p:cNvPr>
          <p:cNvSpPr txBox="1"/>
          <p:nvPr/>
        </p:nvSpPr>
        <p:spPr>
          <a:xfrm>
            <a:off x="501083" y="241581"/>
            <a:ext cx="7908131" cy="646331"/>
          </a:xfrm>
          <a:prstGeom prst="rect">
            <a:avLst/>
          </a:prstGeom>
          <a:noFill/>
        </p:spPr>
        <p:txBody>
          <a:bodyPr wrap="square" rtlCol="0">
            <a:spAutoFit/>
          </a:bodyPr>
          <a:lstStyle/>
          <a:p>
            <a:r>
              <a:rPr lang="en-AU" sz="1800" dirty="0"/>
              <a:t>Multiplication and division.</a:t>
            </a:r>
          </a:p>
          <a:p>
            <a:r>
              <a:rPr lang="en-AU" sz="1800" dirty="0"/>
              <a:t>On your Left Hand Side </a:t>
            </a:r>
            <a:r>
              <a:rPr lang="en-AU" sz="1800" b="1" u="sng" dirty="0"/>
              <a:t>evaluate</a:t>
            </a:r>
            <a:r>
              <a:rPr lang="en-AU" sz="1800" dirty="0"/>
              <a:t> each of these (no calculators). </a:t>
            </a:r>
          </a:p>
        </p:txBody>
      </p:sp>
      <p:sp>
        <p:nvSpPr>
          <p:cNvPr id="5" name="TextBox 4">
            <a:extLst>
              <a:ext uri="{FF2B5EF4-FFF2-40B4-BE49-F238E27FC236}">
                <a16:creationId xmlns:a16="http://schemas.microsoft.com/office/drawing/2014/main" id="{15985E4A-ABD2-470B-AA1C-F4CC77985A8C}"/>
              </a:ext>
            </a:extLst>
          </p:cNvPr>
          <p:cNvSpPr txBox="1"/>
          <p:nvPr/>
        </p:nvSpPr>
        <p:spPr>
          <a:xfrm>
            <a:off x="543944" y="1247095"/>
            <a:ext cx="3107531" cy="2862322"/>
          </a:xfrm>
          <a:prstGeom prst="rect">
            <a:avLst/>
          </a:prstGeom>
          <a:noFill/>
        </p:spPr>
        <p:txBody>
          <a:bodyPr wrap="square" rtlCol="0">
            <a:spAutoFit/>
          </a:bodyPr>
          <a:lstStyle/>
          <a:p>
            <a:pPr marL="257175" indent="-257175">
              <a:buAutoNum type="alphaLcParenR"/>
            </a:pPr>
            <a:r>
              <a:rPr lang="en-AU" sz="1800" dirty="0"/>
              <a:t>7 x 2  = </a:t>
            </a:r>
          </a:p>
          <a:p>
            <a:pPr marL="257175" indent="-257175">
              <a:buAutoNum type="alphaLcParenR"/>
            </a:pPr>
            <a:endParaRPr lang="en-AU" sz="1800" dirty="0"/>
          </a:p>
          <a:p>
            <a:pPr marL="257175" indent="-257175">
              <a:buAutoNum type="alphaLcParenR"/>
            </a:pPr>
            <a:r>
              <a:rPr lang="en-AU" sz="1800" dirty="0"/>
              <a:t>6  x 15 =</a:t>
            </a:r>
          </a:p>
          <a:p>
            <a:pPr marL="257175" indent="-257175">
              <a:buAutoNum type="alphaLcParenR"/>
            </a:pPr>
            <a:endParaRPr lang="en-AU" sz="1800" dirty="0"/>
          </a:p>
          <a:p>
            <a:pPr marL="257175" indent="-257175">
              <a:buAutoNum type="alphaLcParenR"/>
            </a:pPr>
            <a:r>
              <a:rPr lang="en-AU" sz="1800" dirty="0"/>
              <a:t>24 x  5 =</a:t>
            </a:r>
          </a:p>
          <a:p>
            <a:pPr marL="257175" indent="-257175">
              <a:buAutoNum type="alphaLcParenR"/>
            </a:pPr>
            <a:endParaRPr lang="en-AU" sz="1800" dirty="0"/>
          </a:p>
          <a:p>
            <a:pPr marL="257175" indent="-257175">
              <a:buAutoNum type="alphaLcParenR"/>
            </a:pPr>
            <a:r>
              <a:rPr lang="en-AU" sz="1800" dirty="0"/>
              <a:t>24 ÷ 6 =   </a:t>
            </a:r>
          </a:p>
          <a:p>
            <a:pPr marL="257175" indent="-257175">
              <a:buAutoNum type="alphaLcParenR"/>
            </a:pPr>
            <a:endParaRPr lang="en-AU" sz="1800" dirty="0"/>
          </a:p>
          <a:p>
            <a:pPr marL="257175" indent="-257175">
              <a:buAutoNum type="alphaLcParenR"/>
            </a:pPr>
            <a:r>
              <a:rPr lang="en-AU" sz="1800" dirty="0"/>
              <a:t>48 ÷ 4 = </a:t>
            </a:r>
          </a:p>
          <a:p>
            <a:pPr marL="257175" indent="-257175">
              <a:buAutoNum type="alphaLcParenR"/>
            </a:pPr>
            <a:endParaRPr lang="en-AU" sz="18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1711946" y="1236890"/>
            <a:ext cx="539418" cy="369332"/>
          </a:xfrm>
          <a:prstGeom prst="rect">
            <a:avLst/>
          </a:prstGeom>
          <a:noFill/>
        </p:spPr>
        <p:txBody>
          <a:bodyPr wrap="square" rtlCol="0">
            <a:spAutoFit/>
          </a:bodyPr>
          <a:lstStyle/>
          <a:p>
            <a:r>
              <a:rPr lang="en-AU" sz="1800" b="1" dirty="0">
                <a:solidFill>
                  <a:schemeClr val="accent6">
                    <a:lumMod val="50000"/>
                  </a:schemeClr>
                </a:solidFill>
              </a:rPr>
              <a:t>14</a:t>
            </a:r>
          </a:p>
        </p:txBody>
      </p:sp>
      <p:sp>
        <p:nvSpPr>
          <p:cNvPr id="7" name="TextBox 6">
            <a:extLst>
              <a:ext uri="{FF2B5EF4-FFF2-40B4-BE49-F238E27FC236}">
                <a16:creationId xmlns:a16="http://schemas.microsoft.com/office/drawing/2014/main" id="{4E4FB0DA-82ED-480F-8CB5-C8DEB033254F}"/>
              </a:ext>
            </a:extLst>
          </p:cNvPr>
          <p:cNvSpPr txBox="1"/>
          <p:nvPr/>
        </p:nvSpPr>
        <p:spPr>
          <a:xfrm>
            <a:off x="1790530" y="1769940"/>
            <a:ext cx="571498" cy="369332"/>
          </a:xfrm>
          <a:prstGeom prst="rect">
            <a:avLst/>
          </a:prstGeom>
          <a:noFill/>
        </p:spPr>
        <p:txBody>
          <a:bodyPr wrap="square" rtlCol="0">
            <a:spAutoFit/>
          </a:bodyPr>
          <a:lstStyle/>
          <a:p>
            <a:r>
              <a:rPr lang="en-AU" sz="1800" b="1" dirty="0">
                <a:solidFill>
                  <a:schemeClr val="accent6">
                    <a:lumMod val="50000"/>
                  </a:schemeClr>
                </a:solidFill>
              </a:rPr>
              <a:t>90</a:t>
            </a:r>
          </a:p>
        </p:txBody>
      </p:sp>
      <p:sp>
        <p:nvSpPr>
          <p:cNvPr id="13" name="TextBox 12">
            <a:extLst>
              <a:ext uri="{FF2B5EF4-FFF2-40B4-BE49-F238E27FC236}">
                <a16:creationId xmlns:a16="http://schemas.microsoft.com/office/drawing/2014/main" id="{5356ADB1-82B6-4417-9A2A-D1CC0AB16DCB}"/>
              </a:ext>
            </a:extLst>
          </p:cNvPr>
          <p:cNvSpPr txBox="1"/>
          <p:nvPr/>
        </p:nvSpPr>
        <p:spPr>
          <a:xfrm>
            <a:off x="1871407" y="2357578"/>
            <a:ext cx="609770" cy="369332"/>
          </a:xfrm>
          <a:prstGeom prst="rect">
            <a:avLst/>
          </a:prstGeom>
          <a:noFill/>
        </p:spPr>
        <p:txBody>
          <a:bodyPr wrap="square" rtlCol="0">
            <a:spAutoFit/>
          </a:bodyPr>
          <a:lstStyle/>
          <a:p>
            <a:r>
              <a:rPr lang="en-AU" sz="1800" b="1" dirty="0">
                <a:solidFill>
                  <a:schemeClr val="accent6">
                    <a:lumMod val="50000"/>
                  </a:schemeClr>
                </a:solidFill>
              </a:rPr>
              <a:t>120</a:t>
            </a:r>
          </a:p>
        </p:txBody>
      </p:sp>
      <p:sp>
        <p:nvSpPr>
          <p:cNvPr id="2" name="TextBox 1">
            <a:extLst>
              <a:ext uri="{FF2B5EF4-FFF2-40B4-BE49-F238E27FC236}">
                <a16:creationId xmlns:a16="http://schemas.microsoft.com/office/drawing/2014/main" id="{A91CD615-929C-44E2-85EA-BE9B212D5ECD}"/>
              </a:ext>
            </a:extLst>
          </p:cNvPr>
          <p:cNvSpPr txBox="1"/>
          <p:nvPr/>
        </p:nvSpPr>
        <p:spPr>
          <a:xfrm>
            <a:off x="3722915" y="970096"/>
            <a:ext cx="4877142" cy="646331"/>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Would I get the same answer for these questions?</a:t>
            </a:r>
          </a:p>
        </p:txBody>
      </p:sp>
      <p:sp>
        <p:nvSpPr>
          <p:cNvPr id="16" name="TextBox 15">
            <a:extLst>
              <a:ext uri="{FF2B5EF4-FFF2-40B4-BE49-F238E27FC236}">
                <a16:creationId xmlns:a16="http://schemas.microsoft.com/office/drawing/2014/main" id="{E56A2340-DD47-4B9D-9D8C-4A59924B7C85}"/>
              </a:ext>
            </a:extLst>
          </p:cNvPr>
          <p:cNvSpPr txBox="1"/>
          <p:nvPr/>
        </p:nvSpPr>
        <p:spPr>
          <a:xfrm>
            <a:off x="1904827" y="4024856"/>
            <a:ext cx="5293133" cy="646331"/>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So what can we say about multiplication and division?</a:t>
            </a:r>
          </a:p>
        </p:txBody>
      </p:sp>
      <p:sp>
        <p:nvSpPr>
          <p:cNvPr id="10" name="TextBox 9">
            <a:extLst>
              <a:ext uri="{FF2B5EF4-FFF2-40B4-BE49-F238E27FC236}">
                <a16:creationId xmlns:a16="http://schemas.microsoft.com/office/drawing/2014/main" id="{4C809600-C8DA-4807-BDC5-9DE75E481457}"/>
              </a:ext>
            </a:extLst>
          </p:cNvPr>
          <p:cNvSpPr txBox="1"/>
          <p:nvPr/>
        </p:nvSpPr>
        <p:spPr>
          <a:xfrm>
            <a:off x="1792824" y="2945216"/>
            <a:ext cx="609770" cy="369332"/>
          </a:xfrm>
          <a:prstGeom prst="rect">
            <a:avLst/>
          </a:prstGeom>
          <a:noFill/>
        </p:spPr>
        <p:txBody>
          <a:bodyPr wrap="square" rtlCol="0">
            <a:spAutoFit/>
          </a:bodyPr>
          <a:lstStyle/>
          <a:p>
            <a:r>
              <a:rPr lang="en-AU" sz="1800" b="1" dirty="0">
                <a:solidFill>
                  <a:schemeClr val="accent6">
                    <a:lumMod val="50000"/>
                  </a:schemeClr>
                </a:solidFill>
              </a:rPr>
              <a:t>4</a:t>
            </a:r>
          </a:p>
        </p:txBody>
      </p:sp>
      <p:sp>
        <p:nvSpPr>
          <p:cNvPr id="11" name="TextBox 10">
            <a:extLst>
              <a:ext uri="{FF2B5EF4-FFF2-40B4-BE49-F238E27FC236}">
                <a16:creationId xmlns:a16="http://schemas.microsoft.com/office/drawing/2014/main" id="{3E82E40C-CACC-4E41-994A-0FBF0B19E78B}"/>
              </a:ext>
            </a:extLst>
          </p:cNvPr>
          <p:cNvSpPr txBox="1"/>
          <p:nvPr/>
        </p:nvSpPr>
        <p:spPr>
          <a:xfrm>
            <a:off x="1752258" y="3491806"/>
            <a:ext cx="609770" cy="369332"/>
          </a:xfrm>
          <a:prstGeom prst="rect">
            <a:avLst/>
          </a:prstGeom>
          <a:noFill/>
        </p:spPr>
        <p:txBody>
          <a:bodyPr wrap="square" rtlCol="0">
            <a:spAutoFit/>
          </a:bodyPr>
          <a:lstStyle/>
          <a:p>
            <a:r>
              <a:rPr lang="en-AU" sz="1800" b="1" dirty="0">
                <a:solidFill>
                  <a:schemeClr val="accent6">
                    <a:lumMod val="50000"/>
                  </a:schemeClr>
                </a:solidFill>
              </a:rPr>
              <a:t>12</a:t>
            </a:r>
          </a:p>
        </p:txBody>
      </p:sp>
      <p:sp>
        <p:nvSpPr>
          <p:cNvPr id="12" name="TextBox 11">
            <a:extLst>
              <a:ext uri="{FF2B5EF4-FFF2-40B4-BE49-F238E27FC236}">
                <a16:creationId xmlns:a16="http://schemas.microsoft.com/office/drawing/2014/main" id="{701D3498-A221-4177-8EF2-7F22AFB9EDAC}"/>
              </a:ext>
            </a:extLst>
          </p:cNvPr>
          <p:cNvSpPr txBox="1"/>
          <p:nvPr/>
        </p:nvSpPr>
        <p:spPr>
          <a:xfrm>
            <a:off x="5731453" y="1340227"/>
            <a:ext cx="3107531" cy="2862322"/>
          </a:xfrm>
          <a:prstGeom prst="rect">
            <a:avLst/>
          </a:prstGeom>
          <a:noFill/>
        </p:spPr>
        <p:txBody>
          <a:bodyPr wrap="square" rtlCol="0">
            <a:spAutoFit/>
          </a:bodyPr>
          <a:lstStyle/>
          <a:p>
            <a:pPr marL="257175" indent="-257175">
              <a:buAutoNum type="alphaLcParenR"/>
            </a:pPr>
            <a:r>
              <a:rPr lang="en-AU" sz="1800" dirty="0"/>
              <a:t>2x 7  = </a:t>
            </a:r>
          </a:p>
          <a:p>
            <a:pPr marL="257175" indent="-257175">
              <a:buAutoNum type="alphaLcParenR"/>
            </a:pPr>
            <a:endParaRPr lang="en-AU" sz="1800" dirty="0"/>
          </a:p>
          <a:p>
            <a:pPr marL="257175" indent="-257175">
              <a:buAutoNum type="alphaLcParenR"/>
            </a:pPr>
            <a:r>
              <a:rPr lang="en-AU" sz="1800" dirty="0"/>
              <a:t>15 x 6 =</a:t>
            </a:r>
          </a:p>
          <a:p>
            <a:pPr marL="257175" indent="-257175">
              <a:buAutoNum type="alphaLcParenR"/>
            </a:pPr>
            <a:endParaRPr lang="en-AU" sz="1800" dirty="0"/>
          </a:p>
          <a:p>
            <a:pPr marL="257175" indent="-257175">
              <a:buAutoNum type="alphaLcParenR"/>
            </a:pPr>
            <a:r>
              <a:rPr lang="en-AU" sz="1800" dirty="0"/>
              <a:t>5 x 24 =</a:t>
            </a:r>
          </a:p>
          <a:p>
            <a:pPr marL="257175" indent="-257175">
              <a:buAutoNum type="alphaLcParenR"/>
            </a:pPr>
            <a:endParaRPr lang="en-AU" sz="1800" dirty="0"/>
          </a:p>
          <a:p>
            <a:pPr marL="257175" indent="-257175">
              <a:buAutoNum type="alphaLcParenR"/>
            </a:pPr>
            <a:r>
              <a:rPr lang="en-AU" sz="1800" dirty="0"/>
              <a:t>6 ÷ 24=   </a:t>
            </a:r>
          </a:p>
          <a:p>
            <a:pPr marL="257175" indent="-257175">
              <a:buAutoNum type="alphaLcParenR"/>
            </a:pPr>
            <a:endParaRPr lang="en-AU" sz="1800" dirty="0"/>
          </a:p>
          <a:p>
            <a:pPr marL="257175" indent="-257175">
              <a:buAutoNum type="alphaLcParenR"/>
            </a:pPr>
            <a:r>
              <a:rPr lang="en-AU" sz="1800" dirty="0"/>
              <a:t>4 ÷ 48 = </a:t>
            </a:r>
          </a:p>
          <a:p>
            <a:pPr marL="257175" indent="-257175">
              <a:buAutoNum type="alphaLcParenR"/>
            </a:pPr>
            <a:endParaRPr lang="en-AU" sz="1800" dirty="0"/>
          </a:p>
        </p:txBody>
      </p:sp>
    </p:spTree>
    <p:extLst>
      <p:ext uri="{BB962C8B-B14F-4D97-AF65-F5344CB8AC3E}">
        <p14:creationId xmlns:p14="http://schemas.microsoft.com/office/powerpoint/2010/main" val="2794679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3" grpId="0"/>
      <p:bldP spid="2" grpId="0" animBg="1"/>
      <p:bldP spid="10" grpId="0"/>
      <p:bldP spid="11"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5" name="Rectangle 4"/>
          <p:cNvSpPr/>
          <p:nvPr/>
        </p:nvSpPr>
        <p:spPr>
          <a:xfrm>
            <a:off x="477982" y="24672"/>
            <a:ext cx="8326582" cy="50258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5" name="Google Shape;375;p40"/>
          <p:cNvSpPr txBox="1">
            <a:spLocks noGrp="1"/>
          </p:cNvSpPr>
          <p:nvPr>
            <p:ph type="sldNum" idx="12"/>
          </p:nvPr>
        </p:nvSpPr>
        <p:spPr>
          <a:xfrm>
            <a:off x="4297659" y="4669251"/>
            <a:ext cx="548700" cy="393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FFFFFF"/>
                </a:solidFill>
              </a:rPr>
              <a:t>7</a:t>
            </a:fld>
            <a:endParaRPr>
              <a:solidFill>
                <a:srgbClr val="FFFFFF"/>
              </a:solidFill>
            </a:endParaRPr>
          </a:p>
        </p:txBody>
      </p:sp>
      <p:cxnSp>
        <p:nvCxnSpPr>
          <p:cNvPr id="6" name="Straight Connector 5"/>
          <p:cNvCxnSpPr/>
          <p:nvPr/>
        </p:nvCxnSpPr>
        <p:spPr>
          <a:xfrm>
            <a:off x="1078347" y="458772"/>
            <a:ext cx="6858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105643" y="818502"/>
            <a:ext cx="6858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45474" y="36961"/>
            <a:ext cx="484908" cy="473206"/>
          </a:xfrm>
          <a:prstGeom prst="rect">
            <a:avLst/>
          </a:prstGeom>
          <a:noFill/>
        </p:spPr>
        <p:txBody>
          <a:bodyPr wrap="square" rtlCol="0">
            <a:spAutoFit/>
          </a:bodyPr>
          <a:lstStyle/>
          <a:p>
            <a:r>
              <a:rPr lang="en-AU" sz="825" dirty="0">
                <a:latin typeface="Chalkboard"/>
                <a:cs typeface="Chalkboard"/>
              </a:rPr>
              <a:t>24</a:t>
            </a:r>
          </a:p>
          <a:p>
            <a:r>
              <a:rPr lang="en-AU" sz="825" dirty="0">
                <a:latin typeface="Chalkboard"/>
                <a:cs typeface="Chalkboard"/>
              </a:rPr>
              <a:t>7</a:t>
            </a:r>
          </a:p>
          <a:p>
            <a:r>
              <a:rPr lang="en-AU" sz="825" dirty="0">
                <a:latin typeface="Chalkboard"/>
                <a:cs typeface="Chalkboard"/>
              </a:rPr>
              <a:t>30</a:t>
            </a:r>
          </a:p>
        </p:txBody>
      </p:sp>
      <p:sp>
        <p:nvSpPr>
          <p:cNvPr id="9" name="TextBox 8"/>
          <p:cNvSpPr txBox="1"/>
          <p:nvPr/>
        </p:nvSpPr>
        <p:spPr>
          <a:xfrm>
            <a:off x="7310560" y="60284"/>
            <a:ext cx="625787" cy="323165"/>
          </a:xfrm>
          <a:prstGeom prst="rect">
            <a:avLst/>
          </a:prstGeom>
          <a:noFill/>
        </p:spPr>
        <p:txBody>
          <a:bodyPr wrap="square" rtlCol="0">
            <a:spAutoFit/>
          </a:bodyPr>
          <a:lstStyle/>
          <a:p>
            <a:r>
              <a:rPr lang="en-AU" sz="1500" dirty="0">
                <a:latin typeface="Chalkboard"/>
                <a:cs typeface="Chalkboard"/>
              </a:rPr>
              <a:t>Date</a:t>
            </a:r>
          </a:p>
        </p:txBody>
      </p:sp>
      <p:sp>
        <p:nvSpPr>
          <p:cNvPr id="10" name="TextBox 9"/>
          <p:cNvSpPr txBox="1"/>
          <p:nvPr/>
        </p:nvSpPr>
        <p:spPr>
          <a:xfrm>
            <a:off x="447552" y="446688"/>
            <a:ext cx="7855527" cy="646331"/>
          </a:xfrm>
          <a:prstGeom prst="rect">
            <a:avLst/>
          </a:prstGeom>
          <a:noFill/>
        </p:spPr>
        <p:txBody>
          <a:bodyPr wrap="square" rtlCol="0">
            <a:spAutoFit/>
          </a:bodyPr>
          <a:lstStyle/>
          <a:p>
            <a:r>
              <a:rPr lang="en-AU" sz="1800" b="1" dirty="0" smtClean="0">
                <a:latin typeface="Chalkboard"/>
                <a:cs typeface="Chalkboard"/>
              </a:rPr>
              <a:t>EQ: </a:t>
            </a:r>
            <a:r>
              <a:rPr lang="en-AU" sz="1600" dirty="0"/>
              <a:t>How can the associative, commutative and distributive law make maths easier?</a:t>
            </a:r>
          </a:p>
          <a:p>
            <a:endParaRPr lang="en-AU" sz="1800" b="1" dirty="0">
              <a:latin typeface="Chalkboard"/>
              <a:cs typeface="Chalkboard"/>
            </a:endParaRPr>
          </a:p>
        </p:txBody>
      </p:sp>
      <p:sp>
        <p:nvSpPr>
          <p:cNvPr id="11" name="TextBox 10"/>
          <p:cNvSpPr txBox="1"/>
          <p:nvPr/>
        </p:nvSpPr>
        <p:spPr>
          <a:xfrm>
            <a:off x="477982" y="36960"/>
            <a:ext cx="2877711" cy="646331"/>
          </a:xfrm>
          <a:prstGeom prst="rect">
            <a:avLst/>
          </a:prstGeom>
          <a:noFill/>
        </p:spPr>
        <p:txBody>
          <a:bodyPr wrap="none" rtlCol="0">
            <a:spAutoFit/>
          </a:bodyPr>
          <a:lstStyle/>
          <a:p>
            <a:r>
              <a:rPr lang="en-AU" sz="1800" b="1" dirty="0">
                <a:latin typeface="Chalkboard"/>
                <a:cs typeface="Chalkboard"/>
              </a:rPr>
              <a:t>Topic</a:t>
            </a:r>
            <a:r>
              <a:rPr lang="en-AU" sz="1800" b="1" dirty="0" smtClean="0">
                <a:latin typeface="Chalkboard"/>
                <a:cs typeface="Chalkboard"/>
              </a:rPr>
              <a:t>: </a:t>
            </a:r>
            <a:r>
              <a:rPr lang="en-AU" sz="1800" dirty="0"/>
              <a:t>Laws of operations</a:t>
            </a:r>
          </a:p>
          <a:p>
            <a:r>
              <a:rPr lang="en-AU" sz="1800" b="1" dirty="0" smtClean="0">
                <a:latin typeface="Chalkboard"/>
                <a:cs typeface="Chalkboard"/>
              </a:rPr>
              <a:t> </a:t>
            </a:r>
            <a:endParaRPr lang="en-AU" sz="1800" dirty="0">
              <a:latin typeface="Chalkboard"/>
              <a:cs typeface="Chalkboard"/>
            </a:endParaRPr>
          </a:p>
        </p:txBody>
      </p:sp>
      <p:cxnSp>
        <p:nvCxnSpPr>
          <p:cNvPr id="18" name="Straight Connector 17"/>
          <p:cNvCxnSpPr/>
          <p:nvPr/>
        </p:nvCxnSpPr>
        <p:spPr>
          <a:xfrm>
            <a:off x="2013652" y="818502"/>
            <a:ext cx="16575" cy="4172598"/>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B9EA381-7DD1-4625-886B-89731912B865}"/>
              </a:ext>
            </a:extLst>
          </p:cNvPr>
          <p:cNvSpPr txBox="1"/>
          <p:nvPr/>
        </p:nvSpPr>
        <p:spPr>
          <a:xfrm>
            <a:off x="2021941" y="946253"/>
            <a:ext cx="6782624" cy="784830"/>
          </a:xfrm>
          <a:prstGeom prst="rect">
            <a:avLst/>
          </a:prstGeom>
          <a:noFill/>
        </p:spPr>
        <p:txBody>
          <a:bodyPr wrap="square" rtlCol="0">
            <a:spAutoFit/>
          </a:bodyPr>
          <a:lstStyle/>
          <a:p>
            <a:r>
              <a:rPr lang="en-AU" sz="1500" dirty="0"/>
              <a:t>The "Commutative </a:t>
            </a:r>
            <a:r>
              <a:rPr lang="en-AU" sz="1500" dirty="0" smtClean="0"/>
              <a:t>Law" </a:t>
            </a:r>
            <a:r>
              <a:rPr lang="en-AU" sz="1500" dirty="0"/>
              <a:t>say we can </a:t>
            </a:r>
            <a:r>
              <a:rPr lang="en-AU" sz="1500" b="1" dirty="0"/>
              <a:t>swap numbers</a:t>
            </a:r>
            <a:r>
              <a:rPr lang="en-AU" sz="1500" dirty="0"/>
              <a:t> around and still get the </a:t>
            </a:r>
            <a:r>
              <a:rPr lang="en-AU" sz="1500" dirty="0" smtClean="0"/>
              <a:t>same solution (only for addition </a:t>
            </a:r>
            <a:r>
              <a:rPr lang="en-AU" sz="1500" b="1" dirty="0"/>
              <a:t>or</a:t>
            </a:r>
            <a:r>
              <a:rPr lang="en-AU" sz="1500" dirty="0"/>
              <a:t> </a:t>
            </a:r>
            <a:r>
              <a:rPr lang="en-AU" sz="1500" dirty="0" smtClean="0"/>
              <a:t>multiplication)</a:t>
            </a:r>
            <a:endParaRPr lang="en-AU" sz="1500" dirty="0"/>
          </a:p>
          <a:p>
            <a:r>
              <a:rPr lang="en-AU" sz="1500" dirty="0"/>
              <a:t>		4 + 12  = 12 + 4    	  or  	6 x 3  = 3 x  6</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276655" y="1061064"/>
            <a:ext cx="8007927" cy="27202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0C3E2356-378C-420C-9E71-1A6F2A5944F1}"/>
              </a:ext>
            </a:extLst>
          </p:cNvPr>
          <p:cNvSpPr txBox="1"/>
          <p:nvPr/>
        </p:nvSpPr>
        <p:spPr>
          <a:xfrm>
            <a:off x="5143499" y="1009546"/>
            <a:ext cx="3031627" cy="646331"/>
          </a:xfrm>
          <a:prstGeom prst="rect">
            <a:avLst/>
          </a:prstGeom>
          <a:noFill/>
        </p:spPr>
        <p:txBody>
          <a:bodyPr wrap="square" rtlCol="0">
            <a:spAutoFit/>
          </a:bodyPr>
          <a:lstStyle/>
          <a:p>
            <a:r>
              <a:rPr lang="en-AU" sz="1800" dirty="0"/>
              <a:t>Does this work with division or subtraction?</a:t>
            </a:r>
          </a:p>
        </p:txBody>
      </p:sp>
      <p:sp>
        <p:nvSpPr>
          <p:cNvPr id="5" name="TextBox 4">
            <a:extLst>
              <a:ext uri="{FF2B5EF4-FFF2-40B4-BE49-F238E27FC236}">
                <a16:creationId xmlns:a16="http://schemas.microsoft.com/office/drawing/2014/main" id="{15985E4A-ABD2-470B-AA1C-F4CC77985A8C}"/>
              </a:ext>
            </a:extLst>
          </p:cNvPr>
          <p:cNvSpPr txBox="1"/>
          <p:nvPr/>
        </p:nvSpPr>
        <p:spPr>
          <a:xfrm>
            <a:off x="199842" y="1206616"/>
            <a:ext cx="3107531" cy="2308324"/>
          </a:xfrm>
          <a:prstGeom prst="rect">
            <a:avLst/>
          </a:prstGeom>
          <a:noFill/>
        </p:spPr>
        <p:txBody>
          <a:bodyPr wrap="square" rtlCol="0">
            <a:spAutoFit/>
          </a:bodyPr>
          <a:lstStyle/>
          <a:p>
            <a:pPr marL="257175" indent="-257175">
              <a:buAutoNum type="alphaLcParenR"/>
            </a:pPr>
            <a:r>
              <a:rPr lang="en-AU" sz="1800" dirty="0"/>
              <a:t>2 x 7 x 5  = </a:t>
            </a:r>
          </a:p>
          <a:p>
            <a:pPr marL="257175" indent="-257175">
              <a:buAutoNum type="alphaLcParenR"/>
            </a:pPr>
            <a:endParaRPr lang="en-AU" sz="1800" dirty="0"/>
          </a:p>
          <a:p>
            <a:pPr marL="257175" indent="-257175">
              <a:buAutoNum type="alphaLcParenR"/>
            </a:pPr>
            <a:r>
              <a:rPr lang="en-AU" sz="1800" dirty="0"/>
              <a:t>2 x 5 x 7=</a:t>
            </a:r>
          </a:p>
          <a:p>
            <a:pPr marL="257175" indent="-257175">
              <a:buAutoNum type="alphaLcParenR"/>
            </a:pPr>
            <a:endParaRPr lang="en-AU" sz="1800" dirty="0"/>
          </a:p>
          <a:p>
            <a:pPr marL="257175" indent="-257175">
              <a:buAutoNum type="alphaLcParenR"/>
            </a:pPr>
            <a:r>
              <a:rPr lang="en-AU" sz="1800" dirty="0"/>
              <a:t>6 + 9 + 7 + 1 + 3=</a:t>
            </a:r>
          </a:p>
          <a:p>
            <a:endParaRPr lang="en-AU" sz="1800" dirty="0"/>
          </a:p>
          <a:p>
            <a:pPr marL="257175" indent="-257175">
              <a:buAutoNum type="alphaLcParenR"/>
            </a:pPr>
            <a:r>
              <a:rPr lang="en-AU" sz="1800" dirty="0"/>
              <a:t>7 + 3 + 9 + 1 + 6 =</a:t>
            </a:r>
          </a:p>
          <a:p>
            <a:pPr marL="257175" indent="-257175">
              <a:buAutoNum type="alphaLcParenR"/>
            </a:pPr>
            <a:endParaRPr lang="en-AU" sz="18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1586418" y="1206616"/>
            <a:ext cx="559704" cy="369332"/>
          </a:xfrm>
          <a:prstGeom prst="rect">
            <a:avLst/>
          </a:prstGeom>
          <a:noFill/>
        </p:spPr>
        <p:txBody>
          <a:bodyPr wrap="square" rtlCol="0">
            <a:spAutoFit/>
          </a:bodyPr>
          <a:lstStyle/>
          <a:p>
            <a:r>
              <a:rPr lang="en-AU" sz="1800" b="1" dirty="0">
                <a:solidFill>
                  <a:schemeClr val="accent6">
                    <a:lumMod val="50000"/>
                  </a:schemeClr>
                </a:solidFill>
              </a:rPr>
              <a:t>70</a:t>
            </a:r>
          </a:p>
        </p:txBody>
      </p:sp>
      <p:sp>
        <p:nvSpPr>
          <p:cNvPr id="7" name="TextBox 6">
            <a:extLst>
              <a:ext uri="{FF2B5EF4-FFF2-40B4-BE49-F238E27FC236}">
                <a16:creationId xmlns:a16="http://schemas.microsoft.com/office/drawing/2014/main" id="{4E4FB0DA-82ED-480F-8CB5-C8DEB033254F}"/>
              </a:ext>
            </a:extLst>
          </p:cNvPr>
          <p:cNvSpPr txBox="1"/>
          <p:nvPr/>
        </p:nvSpPr>
        <p:spPr>
          <a:xfrm>
            <a:off x="1665000" y="1740421"/>
            <a:ext cx="522896" cy="369332"/>
          </a:xfrm>
          <a:prstGeom prst="rect">
            <a:avLst/>
          </a:prstGeom>
          <a:noFill/>
        </p:spPr>
        <p:txBody>
          <a:bodyPr wrap="square" rtlCol="0">
            <a:spAutoFit/>
          </a:bodyPr>
          <a:lstStyle/>
          <a:p>
            <a:r>
              <a:rPr lang="en-AU" sz="1800" b="1" dirty="0">
                <a:solidFill>
                  <a:schemeClr val="accent6">
                    <a:lumMod val="50000"/>
                  </a:schemeClr>
                </a:solidFill>
              </a:rPr>
              <a:t>70</a:t>
            </a:r>
          </a:p>
        </p:txBody>
      </p:sp>
      <p:sp>
        <p:nvSpPr>
          <p:cNvPr id="10" name="TextBox 9">
            <a:extLst>
              <a:ext uri="{FF2B5EF4-FFF2-40B4-BE49-F238E27FC236}">
                <a16:creationId xmlns:a16="http://schemas.microsoft.com/office/drawing/2014/main" id="{78E30186-1D27-4920-81CB-EF56324810F0}"/>
              </a:ext>
            </a:extLst>
          </p:cNvPr>
          <p:cNvSpPr txBox="1"/>
          <p:nvPr/>
        </p:nvSpPr>
        <p:spPr>
          <a:xfrm>
            <a:off x="2338300" y="2895394"/>
            <a:ext cx="746522" cy="369332"/>
          </a:xfrm>
          <a:prstGeom prst="rect">
            <a:avLst/>
          </a:prstGeom>
          <a:noFill/>
        </p:spPr>
        <p:txBody>
          <a:bodyPr wrap="square" rtlCol="0">
            <a:spAutoFit/>
          </a:bodyPr>
          <a:lstStyle/>
          <a:p>
            <a:r>
              <a:rPr lang="en-AU" sz="1800" b="1" dirty="0">
                <a:solidFill>
                  <a:schemeClr val="accent6">
                    <a:lumMod val="50000"/>
                  </a:schemeClr>
                </a:solidFill>
              </a:rPr>
              <a:t>26</a:t>
            </a:r>
          </a:p>
        </p:txBody>
      </p:sp>
      <p:sp>
        <p:nvSpPr>
          <p:cNvPr id="12" name="TextBox 11">
            <a:extLst>
              <a:ext uri="{FF2B5EF4-FFF2-40B4-BE49-F238E27FC236}">
                <a16:creationId xmlns:a16="http://schemas.microsoft.com/office/drawing/2014/main" id="{CAAF1E0B-3432-4DB2-A14A-6BBF329CAEDF}"/>
              </a:ext>
            </a:extLst>
          </p:cNvPr>
          <p:cNvSpPr txBox="1"/>
          <p:nvPr/>
        </p:nvSpPr>
        <p:spPr>
          <a:xfrm>
            <a:off x="5268009" y="1576403"/>
            <a:ext cx="3107531" cy="2308324"/>
          </a:xfrm>
          <a:prstGeom prst="rect">
            <a:avLst/>
          </a:prstGeom>
          <a:noFill/>
        </p:spPr>
        <p:txBody>
          <a:bodyPr wrap="square" rtlCol="0">
            <a:spAutoFit/>
          </a:bodyPr>
          <a:lstStyle/>
          <a:p>
            <a:pPr marL="257175" indent="-257175">
              <a:buAutoNum type="alphaLcParenR"/>
            </a:pPr>
            <a:r>
              <a:rPr lang="en-AU" sz="1800" dirty="0"/>
              <a:t>24 ÷ 2 ÷ 3 = </a:t>
            </a:r>
          </a:p>
          <a:p>
            <a:pPr marL="257175" indent="-257175">
              <a:buAutoNum type="alphaLcParenR"/>
            </a:pPr>
            <a:endParaRPr lang="en-AU" sz="1800" dirty="0"/>
          </a:p>
          <a:p>
            <a:pPr marL="257175" indent="-257175">
              <a:buAutoNum type="alphaLcParenR"/>
            </a:pPr>
            <a:r>
              <a:rPr lang="en-AU" sz="1800" dirty="0"/>
              <a:t>2 ÷ 3 ÷ 24 =</a:t>
            </a:r>
          </a:p>
          <a:p>
            <a:pPr marL="257175" indent="-257175">
              <a:buAutoNum type="alphaLcParenR"/>
            </a:pPr>
            <a:endParaRPr lang="en-AU" sz="1800" dirty="0"/>
          </a:p>
          <a:p>
            <a:pPr marL="257175" indent="-257175">
              <a:buAutoNum type="alphaLcParenR"/>
            </a:pPr>
            <a:r>
              <a:rPr lang="en-AU" sz="1800" dirty="0"/>
              <a:t>15 – 7 – 6 =</a:t>
            </a:r>
          </a:p>
          <a:p>
            <a:endParaRPr lang="en-AU" sz="1800" dirty="0"/>
          </a:p>
          <a:p>
            <a:pPr marL="257175" indent="-257175">
              <a:buAutoNum type="alphaLcParenR"/>
            </a:pPr>
            <a:r>
              <a:rPr lang="en-AU" sz="1800" dirty="0"/>
              <a:t>6 – 7 – 15 =</a:t>
            </a:r>
          </a:p>
          <a:p>
            <a:pPr marL="257175" indent="-257175">
              <a:buAutoNum type="alphaLcParenR"/>
            </a:pPr>
            <a:endParaRPr lang="en-AU" sz="1800" dirty="0"/>
          </a:p>
        </p:txBody>
      </p:sp>
      <p:sp>
        <p:nvSpPr>
          <p:cNvPr id="2" name="TextBox 1">
            <a:extLst>
              <a:ext uri="{FF2B5EF4-FFF2-40B4-BE49-F238E27FC236}">
                <a16:creationId xmlns:a16="http://schemas.microsoft.com/office/drawing/2014/main" id="{26DB629B-02A4-4BE4-841F-D8A75CAFDA62}"/>
              </a:ext>
            </a:extLst>
          </p:cNvPr>
          <p:cNvSpPr txBox="1"/>
          <p:nvPr/>
        </p:nvSpPr>
        <p:spPr>
          <a:xfrm>
            <a:off x="2626282" y="1485720"/>
            <a:ext cx="2078831" cy="923330"/>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What do you notice about the answers? </a:t>
            </a:r>
          </a:p>
        </p:txBody>
      </p:sp>
      <p:sp>
        <p:nvSpPr>
          <p:cNvPr id="19" name="TextBox 18">
            <a:extLst>
              <a:ext uri="{FF2B5EF4-FFF2-40B4-BE49-F238E27FC236}">
                <a16:creationId xmlns:a16="http://schemas.microsoft.com/office/drawing/2014/main" id="{527A84E7-F2CC-45D9-8084-3591DE695ACF}"/>
              </a:ext>
            </a:extLst>
          </p:cNvPr>
          <p:cNvSpPr txBox="1"/>
          <p:nvPr/>
        </p:nvSpPr>
        <p:spPr>
          <a:xfrm>
            <a:off x="508481" y="3444459"/>
            <a:ext cx="3659638" cy="646331"/>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Did you find calculating a or b easier? How about c or d?</a:t>
            </a:r>
          </a:p>
        </p:txBody>
      </p:sp>
      <p:sp>
        <p:nvSpPr>
          <p:cNvPr id="20" name="TextBox 19">
            <a:extLst>
              <a:ext uri="{FF2B5EF4-FFF2-40B4-BE49-F238E27FC236}">
                <a16:creationId xmlns:a16="http://schemas.microsoft.com/office/drawing/2014/main" id="{B64A7339-40BF-4500-8C1C-0488F46CC655}"/>
              </a:ext>
            </a:extLst>
          </p:cNvPr>
          <p:cNvSpPr txBox="1"/>
          <p:nvPr/>
        </p:nvSpPr>
        <p:spPr>
          <a:xfrm>
            <a:off x="435769" y="340132"/>
            <a:ext cx="8463303" cy="646331"/>
          </a:xfrm>
          <a:prstGeom prst="rect">
            <a:avLst/>
          </a:prstGeom>
          <a:noFill/>
        </p:spPr>
        <p:txBody>
          <a:bodyPr wrap="square" rtlCol="0">
            <a:spAutoFit/>
          </a:bodyPr>
          <a:lstStyle/>
          <a:p>
            <a:r>
              <a:rPr lang="en-AU" sz="1800" dirty="0"/>
              <a:t>On your Left Hand Side </a:t>
            </a:r>
            <a:r>
              <a:rPr lang="en-AU" sz="1800" b="1" u="sng" dirty="0"/>
              <a:t>calculate each of the following </a:t>
            </a:r>
            <a:r>
              <a:rPr lang="en-AU" sz="1800" dirty="0"/>
              <a:t>(using </a:t>
            </a:r>
            <a:r>
              <a:rPr lang="en-AU" sz="1800" dirty="0" smtClean="0"/>
              <a:t>your </a:t>
            </a:r>
            <a:r>
              <a:rPr lang="en-AU" sz="1800" dirty="0"/>
              <a:t>head – no calculators). </a:t>
            </a:r>
          </a:p>
        </p:txBody>
      </p:sp>
      <p:sp>
        <p:nvSpPr>
          <p:cNvPr id="16" name="TextBox 15">
            <a:extLst>
              <a:ext uri="{FF2B5EF4-FFF2-40B4-BE49-F238E27FC236}">
                <a16:creationId xmlns:a16="http://schemas.microsoft.com/office/drawing/2014/main" id="{8D463126-F76E-43DB-A9B0-4320BF351364}"/>
              </a:ext>
            </a:extLst>
          </p:cNvPr>
          <p:cNvSpPr txBox="1"/>
          <p:nvPr/>
        </p:nvSpPr>
        <p:spPr>
          <a:xfrm>
            <a:off x="2278854" y="2298205"/>
            <a:ext cx="746522" cy="369332"/>
          </a:xfrm>
          <a:prstGeom prst="rect">
            <a:avLst/>
          </a:prstGeom>
          <a:noFill/>
        </p:spPr>
        <p:txBody>
          <a:bodyPr wrap="square" rtlCol="0">
            <a:spAutoFit/>
          </a:bodyPr>
          <a:lstStyle/>
          <a:p>
            <a:r>
              <a:rPr lang="en-AU" sz="1800" b="1" dirty="0">
                <a:solidFill>
                  <a:schemeClr val="accent6">
                    <a:lumMod val="50000"/>
                  </a:schemeClr>
                </a:solidFill>
              </a:rPr>
              <a:t>26</a:t>
            </a:r>
          </a:p>
        </p:txBody>
      </p:sp>
      <p:sp>
        <p:nvSpPr>
          <p:cNvPr id="3" name="Rectangle 2">
            <a:extLst>
              <a:ext uri="{FF2B5EF4-FFF2-40B4-BE49-F238E27FC236}">
                <a16:creationId xmlns:a16="http://schemas.microsoft.com/office/drawing/2014/main" id="{3DC45157-C14F-4137-A638-4D0D8896BC92}"/>
              </a:ext>
            </a:extLst>
          </p:cNvPr>
          <p:cNvSpPr/>
          <p:nvPr/>
        </p:nvSpPr>
        <p:spPr>
          <a:xfrm>
            <a:off x="225534" y="63133"/>
            <a:ext cx="1152880" cy="253916"/>
          </a:xfrm>
          <a:prstGeom prst="rect">
            <a:avLst/>
          </a:prstGeom>
        </p:spPr>
        <p:txBody>
          <a:bodyPr wrap="none">
            <a:spAutoFit/>
          </a:bodyPr>
          <a:lstStyle/>
          <a:p>
            <a:r>
              <a:rPr lang="en-AU" sz="1050" dirty="0"/>
              <a:t>Associative Law</a:t>
            </a:r>
          </a:p>
        </p:txBody>
      </p:sp>
    </p:spTree>
    <p:extLst>
      <p:ext uri="{BB962C8B-B14F-4D97-AF65-F5344CB8AC3E}">
        <p14:creationId xmlns:p14="http://schemas.microsoft.com/office/powerpoint/2010/main" val="695792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10" grpId="0"/>
      <p:bldP spid="12" grpId="0"/>
      <p:bldP spid="2" grpId="0" animBg="1"/>
      <p:bldP spid="19"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5" name="Rectangle 4"/>
          <p:cNvSpPr/>
          <p:nvPr/>
        </p:nvSpPr>
        <p:spPr>
          <a:xfrm>
            <a:off x="477982" y="24672"/>
            <a:ext cx="8326582" cy="50258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375" name="Google Shape;375;p40"/>
          <p:cNvSpPr txBox="1">
            <a:spLocks noGrp="1"/>
          </p:cNvSpPr>
          <p:nvPr>
            <p:ph type="sldNum" idx="12"/>
          </p:nvPr>
        </p:nvSpPr>
        <p:spPr>
          <a:xfrm>
            <a:off x="4297659" y="4669251"/>
            <a:ext cx="548700" cy="393600"/>
          </a:xfrm>
          <a:prstGeom prst="rect">
            <a:avLst/>
          </a:prstGeom>
          <a:ln>
            <a:noFill/>
          </a:ln>
        </p:spPr>
        <p:txBody>
          <a:bodyPr spcFirstLastPara="1" wrap="square" lIns="91425" tIns="91425" rIns="91425" bIns="91425" anchor="t" anchorCtr="0">
            <a:noAutofit/>
          </a:bodyPr>
          <a:lstStyle/>
          <a:p>
            <a:pPr marL="0" lvl="0" indent="0" algn="ctr" rtl="0">
              <a:spcBef>
                <a:spcPts val="0"/>
              </a:spcBef>
              <a:spcAft>
                <a:spcPts val="0"/>
              </a:spcAft>
              <a:buNone/>
            </a:pPr>
            <a:fld id="{00000000-1234-1234-1234-123412341234}" type="slidenum">
              <a:rPr lang="en">
                <a:solidFill>
                  <a:srgbClr val="FFFFFF"/>
                </a:solidFill>
              </a:rPr>
              <a:t>9</a:t>
            </a:fld>
            <a:endParaRPr>
              <a:solidFill>
                <a:srgbClr val="FFFFFF"/>
              </a:solidFill>
            </a:endParaRPr>
          </a:p>
        </p:txBody>
      </p:sp>
      <p:cxnSp>
        <p:nvCxnSpPr>
          <p:cNvPr id="6" name="Straight Connector 5"/>
          <p:cNvCxnSpPr/>
          <p:nvPr/>
        </p:nvCxnSpPr>
        <p:spPr>
          <a:xfrm>
            <a:off x="1078347" y="458772"/>
            <a:ext cx="6858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105643" y="818502"/>
            <a:ext cx="6858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45474" y="36961"/>
            <a:ext cx="484908" cy="473206"/>
          </a:xfrm>
          <a:prstGeom prst="rect">
            <a:avLst/>
          </a:prstGeom>
          <a:noFill/>
        </p:spPr>
        <p:txBody>
          <a:bodyPr wrap="square" rtlCol="0">
            <a:spAutoFit/>
          </a:bodyPr>
          <a:lstStyle/>
          <a:p>
            <a:r>
              <a:rPr lang="en-AU" sz="825" dirty="0">
                <a:latin typeface="Chalkboard"/>
                <a:cs typeface="Chalkboard"/>
              </a:rPr>
              <a:t>24</a:t>
            </a:r>
          </a:p>
          <a:p>
            <a:r>
              <a:rPr lang="en-AU" sz="825" dirty="0">
                <a:latin typeface="Chalkboard"/>
                <a:cs typeface="Chalkboard"/>
              </a:rPr>
              <a:t>7</a:t>
            </a:r>
          </a:p>
          <a:p>
            <a:r>
              <a:rPr lang="en-AU" sz="825" dirty="0">
                <a:latin typeface="Chalkboard"/>
                <a:cs typeface="Chalkboard"/>
              </a:rPr>
              <a:t>30</a:t>
            </a:r>
          </a:p>
        </p:txBody>
      </p:sp>
      <p:sp>
        <p:nvSpPr>
          <p:cNvPr id="9" name="TextBox 8"/>
          <p:cNvSpPr txBox="1"/>
          <p:nvPr/>
        </p:nvSpPr>
        <p:spPr>
          <a:xfrm>
            <a:off x="7310560" y="60284"/>
            <a:ext cx="625787" cy="323165"/>
          </a:xfrm>
          <a:prstGeom prst="rect">
            <a:avLst/>
          </a:prstGeom>
          <a:noFill/>
        </p:spPr>
        <p:txBody>
          <a:bodyPr wrap="square" rtlCol="0">
            <a:spAutoFit/>
          </a:bodyPr>
          <a:lstStyle/>
          <a:p>
            <a:r>
              <a:rPr lang="en-AU" sz="1500" dirty="0">
                <a:latin typeface="Chalkboard"/>
                <a:cs typeface="Chalkboard"/>
              </a:rPr>
              <a:t>Date</a:t>
            </a:r>
          </a:p>
        </p:txBody>
      </p:sp>
      <p:sp>
        <p:nvSpPr>
          <p:cNvPr id="10" name="TextBox 9"/>
          <p:cNvSpPr txBox="1"/>
          <p:nvPr/>
        </p:nvSpPr>
        <p:spPr>
          <a:xfrm>
            <a:off x="447552" y="446688"/>
            <a:ext cx="7855527" cy="646331"/>
          </a:xfrm>
          <a:prstGeom prst="rect">
            <a:avLst/>
          </a:prstGeom>
          <a:noFill/>
        </p:spPr>
        <p:txBody>
          <a:bodyPr wrap="square" rtlCol="0">
            <a:spAutoFit/>
          </a:bodyPr>
          <a:lstStyle/>
          <a:p>
            <a:r>
              <a:rPr lang="en-AU" sz="1800" b="1" dirty="0" smtClean="0">
                <a:latin typeface="Chalkboard"/>
                <a:cs typeface="Chalkboard"/>
              </a:rPr>
              <a:t>EQ: </a:t>
            </a:r>
            <a:r>
              <a:rPr lang="en-AU" sz="1600" dirty="0"/>
              <a:t>How can the associative, commutative and distributive law make maths easier?</a:t>
            </a:r>
          </a:p>
          <a:p>
            <a:endParaRPr lang="en-AU" sz="1800" b="1" dirty="0">
              <a:latin typeface="Chalkboard"/>
              <a:cs typeface="Chalkboard"/>
            </a:endParaRPr>
          </a:p>
        </p:txBody>
      </p:sp>
      <p:sp>
        <p:nvSpPr>
          <p:cNvPr id="11" name="TextBox 10"/>
          <p:cNvSpPr txBox="1"/>
          <p:nvPr/>
        </p:nvSpPr>
        <p:spPr>
          <a:xfrm>
            <a:off x="477982" y="36960"/>
            <a:ext cx="2877711" cy="646331"/>
          </a:xfrm>
          <a:prstGeom prst="rect">
            <a:avLst/>
          </a:prstGeom>
          <a:noFill/>
        </p:spPr>
        <p:txBody>
          <a:bodyPr wrap="none" rtlCol="0">
            <a:spAutoFit/>
          </a:bodyPr>
          <a:lstStyle/>
          <a:p>
            <a:r>
              <a:rPr lang="en-AU" sz="1800" b="1" dirty="0">
                <a:latin typeface="Chalkboard"/>
                <a:cs typeface="Chalkboard"/>
              </a:rPr>
              <a:t>Topic</a:t>
            </a:r>
            <a:r>
              <a:rPr lang="en-AU" sz="1800" b="1" dirty="0" smtClean="0">
                <a:latin typeface="Chalkboard"/>
                <a:cs typeface="Chalkboard"/>
              </a:rPr>
              <a:t>: </a:t>
            </a:r>
            <a:r>
              <a:rPr lang="en-AU" sz="1800" dirty="0"/>
              <a:t>Laws of operations</a:t>
            </a:r>
          </a:p>
          <a:p>
            <a:r>
              <a:rPr lang="en-AU" sz="1800" b="1" dirty="0" smtClean="0">
                <a:latin typeface="Chalkboard"/>
                <a:cs typeface="Chalkboard"/>
              </a:rPr>
              <a:t> </a:t>
            </a:r>
            <a:endParaRPr lang="en-AU" sz="1800" dirty="0">
              <a:latin typeface="Chalkboard"/>
              <a:cs typeface="Chalkboard"/>
            </a:endParaRPr>
          </a:p>
        </p:txBody>
      </p:sp>
      <p:cxnSp>
        <p:nvCxnSpPr>
          <p:cNvPr id="18" name="Straight Connector 17"/>
          <p:cNvCxnSpPr/>
          <p:nvPr/>
        </p:nvCxnSpPr>
        <p:spPr>
          <a:xfrm>
            <a:off x="2003055" y="818502"/>
            <a:ext cx="16575" cy="4172598"/>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B9EA381-7DD1-4625-886B-89731912B865}"/>
              </a:ext>
            </a:extLst>
          </p:cNvPr>
          <p:cNvSpPr txBox="1"/>
          <p:nvPr/>
        </p:nvSpPr>
        <p:spPr>
          <a:xfrm>
            <a:off x="2021941" y="946253"/>
            <a:ext cx="6782624" cy="784830"/>
          </a:xfrm>
          <a:prstGeom prst="rect">
            <a:avLst/>
          </a:prstGeom>
          <a:noFill/>
        </p:spPr>
        <p:txBody>
          <a:bodyPr wrap="square" rtlCol="0">
            <a:spAutoFit/>
          </a:bodyPr>
          <a:lstStyle/>
          <a:p>
            <a:r>
              <a:rPr lang="en-AU" sz="1500" dirty="0"/>
              <a:t>The "Commutative </a:t>
            </a:r>
            <a:r>
              <a:rPr lang="en-AU" sz="1500" dirty="0" smtClean="0"/>
              <a:t>Law" </a:t>
            </a:r>
            <a:r>
              <a:rPr lang="en-AU" sz="1500" dirty="0"/>
              <a:t>say we can </a:t>
            </a:r>
            <a:r>
              <a:rPr lang="en-AU" sz="1500" b="1" dirty="0"/>
              <a:t>swap numbers</a:t>
            </a:r>
            <a:r>
              <a:rPr lang="en-AU" sz="1500" dirty="0"/>
              <a:t> around and still get the </a:t>
            </a:r>
            <a:r>
              <a:rPr lang="en-AU" sz="1500" dirty="0" smtClean="0"/>
              <a:t>same solution (only for addition </a:t>
            </a:r>
            <a:r>
              <a:rPr lang="en-AU" sz="1500" b="1" dirty="0"/>
              <a:t>or</a:t>
            </a:r>
            <a:r>
              <a:rPr lang="en-AU" sz="1500" dirty="0"/>
              <a:t> </a:t>
            </a:r>
            <a:r>
              <a:rPr lang="en-AU" sz="1500" dirty="0" smtClean="0"/>
              <a:t>multiplication)</a:t>
            </a:r>
            <a:endParaRPr lang="en-AU" sz="1500" dirty="0"/>
          </a:p>
          <a:p>
            <a:r>
              <a:rPr lang="en-AU" sz="1500" dirty="0"/>
              <a:t>		4 + 12  = 12 + 4    	  or  	6 x 3  = 3 x  6</a:t>
            </a:r>
          </a:p>
        </p:txBody>
      </p:sp>
      <p:sp>
        <p:nvSpPr>
          <p:cNvPr id="12" name="Rectangle 11">
            <a:extLst>
              <a:ext uri="{FF2B5EF4-FFF2-40B4-BE49-F238E27FC236}">
                <a16:creationId xmlns:a16="http://schemas.microsoft.com/office/drawing/2014/main" id="{D4B8D8ED-36C5-4F71-AEA9-0C22542F84DC}"/>
              </a:ext>
            </a:extLst>
          </p:cNvPr>
          <p:cNvSpPr/>
          <p:nvPr/>
        </p:nvSpPr>
        <p:spPr>
          <a:xfrm>
            <a:off x="2050060" y="2230648"/>
            <a:ext cx="6562145" cy="1938992"/>
          </a:xfrm>
          <a:prstGeom prst="rect">
            <a:avLst/>
          </a:prstGeom>
        </p:spPr>
        <p:txBody>
          <a:bodyPr wrap="square">
            <a:spAutoFit/>
          </a:bodyPr>
          <a:lstStyle/>
          <a:p>
            <a:r>
              <a:rPr lang="en-AU" sz="1500" dirty="0">
                <a:solidFill>
                  <a:srgbClr val="333333"/>
                </a:solidFill>
              </a:rPr>
              <a:t>The "Associative </a:t>
            </a:r>
            <a:r>
              <a:rPr lang="en-AU" sz="1500" dirty="0" smtClean="0">
                <a:solidFill>
                  <a:srgbClr val="333333"/>
                </a:solidFill>
              </a:rPr>
              <a:t>Law" </a:t>
            </a:r>
            <a:r>
              <a:rPr lang="en-AU" sz="1500" dirty="0">
                <a:solidFill>
                  <a:srgbClr val="333333"/>
                </a:solidFill>
              </a:rPr>
              <a:t>say that it doesn't matter which we calculate first (when doing sums with </a:t>
            </a:r>
            <a:r>
              <a:rPr lang="en-AU" sz="1500" u="sng" dirty="0">
                <a:solidFill>
                  <a:srgbClr val="333333"/>
                </a:solidFill>
              </a:rPr>
              <a:t>only all addition </a:t>
            </a:r>
            <a:r>
              <a:rPr lang="en-AU" sz="1500" b="1" u="sng" dirty="0">
                <a:solidFill>
                  <a:srgbClr val="333333"/>
                </a:solidFill>
              </a:rPr>
              <a:t>or</a:t>
            </a:r>
            <a:r>
              <a:rPr lang="en-AU" sz="1500" u="sng" dirty="0">
                <a:solidFill>
                  <a:srgbClr val="333333"/>
                </a:solidFill>
              </a:rPr>
              <a:t> all multiplication</a:t>
            </a:r>
            <a:r>
              <a:rPr lang="en-AU" sz="1500" dirty="0">
                <a:solidFill>
                  <a:srgbClr val="333333"/>
                </a:solidFill>
              </a:rPr>
              <a:t>). </a:t>
            </a:r>
            <a:r>
              <a:rPr lang="en-AU" sz="1500" dirty="0">
                <a:solidFill>
                  <a:srgbClr val="333333"/>
                </a:solidFill>
              </a:rPr>
              <a:t>So we can do the easy ones first.</a:t>
            </a:r>
          </a:p>
          <a:p>
            <a:endParaRPr lang="en-AU" sz="1500" dirty="0">
              <a:solidFill>
                <a:srgbClr val="333333"/>
              </a:solidFill>
            </a:endParaRPr>
          </a:p>
          <a:p>
            <a:r>
              <a:rPr lang="en-AU" sz="1500" dirty="0">
                <a:solidFill>
                  <a:srgbClr val="333333"/>
                </a:solidFill>
              </a:rPr>
              <a:t> 		        5 + 9 + 7 + 5 + 1</a:t>
            </a:r>
          </a:p>
          <a:p>
            <a:endParaRPr lang="en-AU" sz="1500" dirty="0">
              <a:solidFill>
                <a:srgbClr val="333333"/>
              </a:solidFill>
            </a:endParaRPr>
          </a:p>
          <a:p>
            <a:r>
              <a:rPr lang="en-AU" sz="1500" dirty="0">
                <a:solidFill>
                  <a:srgbClr val="333333"/>
                </a:solidFill>
              </a:rPr>
              <a:t>		           5  + 5  +  9  + 1 +  7 =</a:t>
            </a:r>
          </a:p>
          <a:p>
            <a:r>
              <a:rPr lang="en-AU" sz="1500" dirty="0">
                <a:solidFill>
                  <a:srgbClr val="333333"/>
                </a:solidFill>
              </a:rPr>
              <a:t>			10  +  10  + 7 = 17</a:t>
            </a:r>
          </a:p>
        </p:txBody>
      </p:sp>
      <p:cxnSp>
        <p:nvCxnSpPr>
          <p:cNvPr id="13" name="Straight Arrow Connector 12">
            <a:extLst>
              <a:ext uri="{FF2B5EF4-FFF2-40B4-BE49-F238E27FC236}">
                <a16:creationId xmlns:a16="http://schemas.microsoft.com/office/drawing/2014/main" id="{042E7688-E310-4512-BB23-A68CB006C6E2}"/>
              </a:ext>
            </a:extLst>
          </p:cNvPr>
          <p:cNvCxnSpPr/>
          <p:nvPr/>
        </p:nvCxnSpPr>
        <p:spPr>
          <a:xfrm>
            <a:off x="4439977" y="3391951"/>
            <a:ext cx="132032"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2E7688-E310-4512-BB23-A68CB006C6E2}"/>
              </a:ext>
            </a:extLst>
          </p:cNvPr>
          <p:cNvCxnSpPr/>
          <p:nvPr/>
        </p:nvCxnSpPr>
        <p:spPr>
          <a:xfrm flipH="1">
            <a:off x="4970445" y="3391951"/>
            <a:ext cx="425901"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42E7688-E310-4512-BB23-A68CB006C6E2}"/>
              </a:ext>
            </a:extLst>
          </p:cNvPr>
          <p:cNvCxnSpPr/>
          <p:nvPr/>
        </p:nvCxnSpPr>
        <p:spPr>
          <a:xfrm>
            <a:off x="4793588" y="3391951"/>
            <a:ext cx="602758"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42E7688-E310-4512-BB23-A68CB006C6E2}"/>
              </a:ext>
            </a:extLst>
          </p:cNvPr>
          <p:cNvCxnSpPr/>
          <p:nvPr/>
        </p:nvCxnSpPr>
        <p:spPr>
          <a:xfrm>
            <a:off x="5728855" y="3391951"/>
            <a:ext cx="0"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42E7688-E310-4512-BB23-A68CB006C6E2}"/>
              </a:ext>
            </a:extLst>
          </p:cNvPr>
          <p:cNvCxnSpPr/>
          <p:nvPr/>
        </p:nvCxnSpPr>
        <p:spPr>
          <a:xfrm>
            <a:off x="5094967" y="3391951"/>
            <a:ext cx="966397"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170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xEl>
                                              <p:pRg st="2" end="2"/>
                                            </p:txEl>
                                          </p:spTgt>
                                        </p:tgtEl>
                                        <p:attrNameLst>
                                          <p:attrName>style.visibility</p:attrName>
                                        </p:attrNameLst>
                                      </p:cBhvr>
                                      <p:to>
                                        <p:strVal val="visible"/>
                                      </p:to>
                                    </p:set>
                                    <p:animEffect transition="in" filter="fade">
                                      <p:cBhvr>
                                        <p:cTn id="12" dur="500"/>
                                        <p:tgtEl>
                                          <p:spTgt spid="1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276655" y="1061064"/>
            <a:ext cx="8007927" cy="272028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TextBox 4">
            <a:extLst>
              <a:ext uri="{FF2B5EF4-FFF2-40B4-BE49-F238E27FC236}">
                <a16:creationId xmlns:a16="http://schemas.microsoft.com/office/drawing/2014/main" id="{15985E4A-ABD2-470B-AA1C-F4CC77985A8C}"/>
              </a:ext>
            </a:extLst>
          </p:cNvPr>
          <p:cNvSpPr txBox="1"/>
          <p:nvPr/>
        </p:nvSpPr>
        <p:spPr>
          <a:xfrm>
            <a:off x="281090" y="1203373"/>
            <a:ext cx="3107531" cy="2308324"/>
          </a:xfrm>
          <a:prstGeom prst="rect">
            <a:avLst/>
          </a:prstGeom>
          <a:noFill/>
        </p:spPr>
        <p:txBody>
          <a:bodyPr wrap="square" rtlCol="0">
            <a:spAutoFit/>
          </a:bodyPr>
          <a:lstStyle/>
          <a:p>
            <a:pPr marL="257175" indent="-257175">
              <a:buAutoNum type="alphaLcParenR"/>
            </a:pPr>
            <a:r>
              <a:rPr lang="en-AU" sz="1800" dirty="0"/>
              <a:t>5 x 6  = </a:t>
            </a:r>
          </a:p>
          <a:p>
            <a:pPr marL="257175" indent="-257175">
              <a:buAutoNum type="alphaLcParenR"/>
            </a:pPr>
            <a:endParaRPr lang="en-AU" sz="1800" dirty="0"/>
          </a:p>
          <a:p>
            <a:pPr marL="257175" indent="-257175">
              <a:buAutoNum type="alphaLcParenR"/>
            </a:pPr>
            <a:r>
              <a:rPr lang="en-AU" sz="1800" dirty="0"/>
              <a:t>5 x 4   +  5 x 2  =</a:t>
            </a:r>
          </a:p>
          <a:p>
            <a:pPr marL="257175" indent="-257175">
              <a:buAutoNum type="alphaLcParenR"/>
            </a:pPr>
            <a:endParaRPr lang="en-AU" sz="1800" dirty="0"/>
          </a:p>
          <a:p>
            <a:pPr marL="257175" indent="-257175">
              <a:buAutoNum type="alphaLcParenR"/>
            </a:pPr>
            <a:r>
              <a:rPr lang="en-AU" sz="1800" dirty="0"/>
              <a:t>14 x 7 =</a:t>
            </a:r>
          </a:p>
          <a:p>
            <a:endParaRPr lang="en-AU" sz="1800" dirty="0"/>
          </a:p>
          <a:p>
            <a:pPr marL="257175" indent="-257175">
              <a:buAutoNum type="alphaLcParenR"/>
            </a:pPr>
            <a:r>
              <a:rPr lang="en-AU" sz="1800" dirty="0"/>
              <a:t>10 x 7 + 4 x 7 =</a:t>
            </a:r>
          </a:p>
          <a:p>
            <a:pPr marL="257175" indent="-257175">
              <a:buAutoNum type="alphaLcParenR"/>
            </a:pPr>
            <a:endParaRPr lang="en-AU" sz="1800" dirty="0"/>
          </a:p>
        </p:txBody>
      </p:sp>
      <p:sp>
        <p:nvSpPr>
          <p:cNvPr id="6" name="TextBox 5">
            <a:extLst>
              <a:ext uri="{FF2B5EF4-FFF2-40B4-BE49-F238E27FC236}">
                <a16:creationId xmlns:a16="http://schemas.microsoft.com/office/drawing/2014/main" id="{1C0BDDDA-EB95-4A69-B467-4C1CC9141952}"/>
              </a:ext>
            </a:extLst>
          </p:cNvPr>
          <p:cNvSpPr txBox="1"/>
          <p:nvPr/>
        </p:nvSpPr>
        <p:spPr>
          <a:xfrm>
            <a:off x="1586418" y="1206616"/>
            <a:ext cx="627313" cy="369332"/>
          </a:xfrm>
          <a:prstGeom prst="rect">
            <a:avLst/>
          </a:prstGeom>
          <a:noFill/>
        </p:spPr>
        <p:txBody>
          <a:bodyPr wrap="square" rtlCol="0">
            <a:spAutoFit/>
          </a:bodyPr>
          <a:lstStyle/>
          <a:p>
            <a:r>
              <a:rPr lang="en-AU" sz="1800" b="1" dirty="0">
                <a:solidFill>
                  <a:schemeClr val="accent6">
                    <a:lumMod val="50000"/>
                  </a:schemeClr>
                </a:solidFill>
              </a:rPr>
              <a:t>30</a:t>
            </a:r>
          </a:p>
        </p:txBody>
      </p:sp>
      <p:sp>
        <p:nvSpPr>
          <p:cNvPr id="7" name="TextBox 6">
            <a:extLst>
              <a:ext uri="{FF2B5EF4-FFF2-40B4-BE49-F238E27FC236}">
                <a16:creationId xmlns:a16="http://schemas.microsoft.com/office/drawing/2014/main" id="{4E4FB0DA-82ED-480F-8CB5-C8DEB033254F}"/>
              </a:ext>
            </a:extLst>
          </p:cNvPr>
          <p:cNvSpPr txBox="1"/>
          <p:nvPr/>
        </p:nvSpPr>
        <p:spPr>
          <a:xfrm>
            <a:off x="2320040" y="1768934"/>
            <a:ext cx="589866" cy="369332"/>
          </a:xfrm>
          <a:prstGeom prst="rect">
            <a:avLst/>
          </a:prstGeom>
          <a:noFill/>
        </p:spPr>
        <p:txBody>
          <a:bodyPr wrap="square" rtlCol="0">
            <a:spAutoFit/>
          </a:bodyPr>
          <a:lstStyle/>
          <a:p>
            <a:r>
              <a:rPr lang="en-AU" sz="1800" b="1" dirty="0">
                <a:solidFill>
                  <a:schemeClr val="accent6">
                    <a:lumMod val="50000"/>
                  </a:schemeClr>
                </a:solidFill>
              </a:rPr>
              <a:t>30</a:t>
            </a:r>
          </a:p>
        </p:txBody>
      </p:sp>
      <p:sp>
        <p:nvSpPr>
          <p:cNvPr id="10" name="TextBox 9">
            <a:extLst>
              <a:ext uri="{FF2B5EF4-FFF2-40B4-BE49-F238E27FC236}">
                <a16:creationId xmlns:a16="http://schemas.microsoft.com/office/drawing/2014/main" id="{78E30186-1D27-4920-81CB-EF56324810F0}"/>
              </a:ext>
            </a:extLst>
          </p:cNvPr>
          <p:cNvSpPr txBox="1"/>
          <p:nvPr/>
        </p:nvSpPr>
        <p:spPr>
          <a:xfrm>
            <a:off x="1999884" y="2839713"/>
            <a:ext cx="746522" cy="369332"/>
          </a:xfrm>
          <a:prstGeom prst="rect">
            <a:avLst/>
          </a:prstGeom>
          <a:noFill/>
        </p:spPr>
        <p:txBody>
          <a:bodyPr wrap="square" rtlCol="0">
            <a:spAutoFit/>
          </a:bodyPr>
          <a:lstStyle/>
          <a:p>
            <a:r>
              <a:rPr lang="en-AU" sz="1800" b="1" dirty="0">
                <a:solidFill>
                  <a:schemeClr val="accent6">
                    <a:lumMod val="50000"/>
                  </a:schemeClr>
                </a:solidFill>
              </a:rPr>
              <a:t>98</a:t>
            </a:r>
          </a:p>
        </p:txBody>
      </p:sp>
      <p:sp>
        <p:nvSpPr>
          <p:cNvPr id="2" name="TextBox 1">
            <a:extLst>
              <a:ext uri="{FF2B5EF4-FFF2-40B4-BE49-F238E27FC236}">
                <a16:creationId xmlns:a16="http://schemas.microsoft.com/office/drawing/2014/main" id="{26DB629B-02A4-4BE4-841F-D8A75CAFDA62}"/>
              </a:ext>
            </a:extLst>
          </p:cNvPr>
          <p:cNvSpPr txBox="1"/>
          <p:nvPr/>
        </p:nvSpPr>
        <p:spPr>
          <a:xfrm>
            <a:off x="2961786" y="1307269"/>
            <a:ext cx="2302285" cy="923330"/>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What do you notice about the questions? </a:t>
            </a:r>
          </a:p>
        </p:txBody>
      </p:sp>
      <p:sp>
        <p:nvSpPr>
          <p:cNvPr id="19" name="TextBox 18">
            <a:extLst>
              <a:ext uri="{FF2B5EF4-FFF2-40B4-BE49-F238E27FC236}">
                <a16:creationId xmlns:a16="http://schemas.microsoft.com/office/drawing/2014/main" id="{527A84E7-F2CC-45D9-8084-3591DE695ACF}"/>
              </a:ext>
            </a:extLst>
          </p:cNvPr>
          <p:cNvSpPr txBox="1"/>
          <p:nvPr/>
        </p:nvSpPr>
        <p:spPr>
          <a:xfrm>
            <a:off x="1558802" y="3545026"/>
            <a:ext cx="3659638" cy="646331"/>
          </a:xfrm>
          <a:prstGeom prst="rect">
            <a:avLst/>
          </a:prstGeom>
          <a:solidFill>
            <a:schemeClr val="accent1">
              <a:tint val="100000"/>
              <a:shade val="100000"/>
              <a:satMod val="130000"/>
            </a:schemeClr>
          </a:solidFill>
        </p:spPr>
        <p:style>
          <a:lnRef idx="1">
            <a:schemeClr val="accent1"/>
          </a:lnRef>
          <a:fillRef idx="3">
            <a:schemeClr val="accent1"/>
          </a:fillRef>
          <a:effectRef idx="2">
            <a:schemeClr val="accent1"/>
          </a:effectRef>
          <a:fontRef idx="minor">
            <a:schemeClr val="lt1"/>
          </a:fontRef>
        </p:style>
        <p:txBody>
          <a:bodyPr wrap="square" rtlCol="0">
            <a:spAutoFit/>
          </a:bodyPr>
          <a:lstStyle/>
          <a:p>
            <a:r>
              <a:rPr lang="en-AU" sz="1800" dirty="0"/>
              <a:t>Did you find calculating a or b easier? How about c or d?</a:t>
            </a:r>
          </a:p>
        </p:txBody>
      </p:sp>
      <p:sp>
        <p:nvSpPr>
          <p:cNvPr id="20" name="TextBox 19">
            <a:extLst>
              <a:ext uri="{FF2B5EF4-FFF2-40B4-BE49-F238E27FC236}">
                <a16:creationId xmlns:a16="http://schemas.microsoft.com/office/drawing/2014/main" id="{B64A7339-40BF-4500-8C1C-0488F46CC655}"/>
              </a:ext>
            </a:extLst>
          </p:cNvPr>
          <p:cNvSpPr txBox="1"/>
          <p:nvPr/>
        </p:nvSpPr>
        <p:spPr>
          <a:xfrm>
            <a:off x="435769" y="340132"/>
            <a:ext cx="8463303" cy="646331"/>
          </a:xfrm>
          <a:prstGeom prst="rect">
            <a:avLst/>
          </a:prstGeom>
          <a:noFill/>
        </p:spPr>
        <p:txBody>
          <a:bodyPr wrap="square" rtlCol="0">
            <a:spAutoFit/>
          </a:bodyPr>
          <a:lstStyle/>
          <a:p>
            <a:r>
              <a:rPr lang="en-AU" sz="1800" dirty="0"/>
              <a:t>On your Left Hand Side </a:t>
            </a:r>
            <a:r>
              <a:rPr lang="en-AU" sz="1800" b="1" u="sng" dirty="0"/>
              <a:t>calculate each of the following </a:t>
            </a:r>
            <a:r>
              <a:rPr lang="en-AU" sz="1800" dirty="0"/>
              <a:t>(using you head – no calculators). </a:t>
            </a:r>
          </a:p>
        </p:txBody>
      </p:sp>
      <p:sp>
        <p:nvSpPr>
          <p:cNvPr id="16" name="TextBox 15">
            <a:extLst>
              <a:ext uri="{FF2B5EF4-FFF2-40B4-BE49-F238E27FC236}">
                <a16:creationId xmlns:a16="http://schemas.microsoft.com/office/drawing/2014/main" id="{8D463126-F76E-43DB-A9B0-4320BF351364}"/>
              </a:ext>
            </a:extLst>
          </p:cNvPr>
          <p:cNvSpPr txBox="1"/>
          <p:nvPr/>
        </p:nvSpPr>
        <p:spPr>
          <a:xfrm>
            <a:off x="1467209" y="2345993"/>
            <a:ext cx="746522" cy="369332"/>
          </a:xfrm>
          <a:prstGeom prst="rect">
            <a:avLst/>
          </a:prstGeom>
          <a:noFill/>
        </p:spPr>
        <p:txBody>
          <a:bodyPr wrap="square" rtlCol="0">
            <a:spAutoFit/>
          </a:bodyPr>
          <a:lstStyle/>
          <a:p>
            <a:r>
              <a:rPr lang="en-AU" sz="1800" b="1" dirty="0">
                <a:solidFill>
                  <a:schemeClr val="accent6">
                    <a:lumMod val="50000"/>
                  </a:schemeClr>
                </a:solidFill>
              </a:rPr>
              <a:t>98</a:t>
            </a:r>
          </a:p>
        </p:txBody>
      </p:sp>
    </p:spTree>
    <p:extLst>
      <p:ext uri="{BB962C8B-B14F-4D97-AF65-F5344CB8AC3E}">
        <p14:creationId xmlns:p14="http://schemas.microsoft.com/office/powerpoint/2010/main" val="998455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2" grpId="0" animBg="1"/>
      <p:bldP spid="19" grpId="0" animBg="1"/>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5" name="Rectangle 4"/>
          <p:cNvSpPr/>
          <p:nvPr/>
        </p:nvSpPr>
        <p:spPr>
          <a:xfrm>
            <a:off x="477981" y="24672"/>
            <a:ext cx="8520103" cy="4966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6" name="Straight Connector 5"/>
          <p:cNvCxnSpPr/>
          <p:nvPr/>
        </p:nvCxnSpPr>
        <p:spPr>
          <a:xfrm>
            <a:off x="1078347" y="458772"/>
            <a:ext cx="6858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cxnSp>
        <p:nvCxnSpPr>
          <p:cNvPr id="7" name="Straight Connector 6"/>
          <p:cNvCxnSpPr/>
          <p:nvPr/>
        </p:nvCxnSpPr>
        <p:spPr>
          <a:xfrm>
            <a:off x="1105643" y="818502"/>
            <a:ext cx="6858000" cy="0"/>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145474" y="36961"/>
            <a:ext cx="484908" cy="473206"/>
          </a:xfrm>
          <a:prstGeom prst="rect">
            <a:avLst/>
          </a:prstGeom>
          <a:noFill/>
        </p:spPr>
        <p:txBody>
          <a:bodyPr wrap="square" rtlCol="0">
            <a:spAutoFit/>
          </a:bodyPr>
          <a:lstStyle/>
          <a:p>
            <a:r>
              <a:rPr lang="en-AU" sz="825" dirty="0">
                <a:latin typeface="Chalkboard"/>
                <a:cs typeface="Chalkboard"/>
              </a:rPr>
              <a:t>24</a:t>
            </a:r>
          </a:p>
          <a:p>
            <a:r>
              <a:rPr lang="en-AU" sz="825" dirty="0">
                <a:latin typeface="Chalkboard"/>
                <a:cs typeface="Chalkboard"/>
              </a:rPr>
              <a:t>7</a:t>
            </a:r>
          </a:p>
          <a:p>
            <a:r>
              <a:rPr lang="en-AU" sz="825" dirty="0">
                <a:latin typeface="Chalkboard"/>
                <a:cs typeface="Chalkboard"/>
              </a:rPr>
              <a:t>30</a:t>
            </a:r>
          </a:p>
        </p:txBody>
      </p:sp>
      <p:sp>
        <p:nvSpPr>
          <p:cNvPr id="9" name="TextBox 8"/>
          <p:cNvSpPr txBox="1"/>
          <p:nvPr/>
        </p:nvSpPr>
        <p:spPr>
          <a:xfrm>
            <a:off x="7310560" y="60284"/>
            <a:ext cx="625787" cy="323165"/>
          </a:xfrm>
          <a:prstGeom prst="rect">
            <a:avLst/>
          </a:prstGeom>
          <a:noFill/>
        </p:spPr>
        <p:txBody>
          <a:bodyPr wrap="square" rtlCol="0">
            <a:spAutoFit/>
          </a:bodyPr>
          <a:lstStyle/>
          <a:p>
            <a:r>
              <a:rPr lang="en-AU" sz="1500" dirty="0">
                <a:latin typeface="Chalkboard"/>
                <a:cs typeface="Chalkboard"/>
              </a:rPr>
              <a:t>Date</a:t>
            </a:r>
          </a:p>
        </p:txBody>
      </p:sp>
      <p:sp>
        <p:nvSpPr>
          <p:cNvPr id="10" name="TextBox 9"/>
          <p:cNvSpPr txBox="1"/>
          <p:nvPr/>
        </p:nvSpPr>
        <p:spPr>
          <a:xfrm>
            <a:off x="447552" y="446688"/>
            <a:ext cx="7855527" cy="646331"/>
          </a:xfrm>
          <a:prstGeom prst="rect">
            <a:avLst/>
          </a:prstGeom>
          <a:noFill/>
        </p:spPr>
        <p:txBody>
          <a:bodyPr wrap="square" rtlCol="0">
            <a:spAutoFit/>
          </a:bodyPr>
          <a:lstStyle/>
          <a:p>
            <a:r>
              <a:rPr lang="en-AU" sz="1800" b="1" dirty="0" smtClean="0">
                <a:latin typeface="Chalkboard"/>
                <a:cs typeface="Chalkboard"/>
              </a:rPr>
              <a:t>EQ: </a:t>
            </a:r>
            <a:r>
              <a:rPr lang="en-AU" sz="1600" dirty="0"/>
              <a:t>How can the associative, commutative and distributive law make maths easier?</a:t>
            </a:r>
          </a:p>
          <a:p>
            <a:endParaRPr lang="en-AU" sz="1800" b="1" dirty="0">
              <a:latin typeface="Chalkboard"/>
              <a:cs typeface="Chalkboard"/>
            </a:endParaRPr>
          </a:p>
        </p:txBody>
      </p:sp>
      <p:sp>
        <p:nvSpPr>
          <p:cNvPr id="11" name="TextBox 10"/>
          <p:cNvSpPr txBox="1"/>
          <p:nvPr/>
        </p:nvSpPr>
        <p:spPr>
          <a:xfrm>
            <a:off x="477982" y="36960"/>
            <a:ext cx="2877711" cy="646331"/>
          </a:xfrm>
          <a:prstGeom prst="rect">
            <a:avLst/>
          </a:prstGeom>
          <a:noFill/>
        </p:spPr>
        <p:txBody>
          <a:bodyPr wrap="none" rtlCol="0">
            <a:spAutoFit/>
          </a:bodyPr>
          <a:lstStyle/>
          <a:p>
            <a:r>
              <a:rPr lang="en-AU" sz="1800" b="1" dirty="0">
                <a:latin typeface="Chalkboard"/>
                <a:cs typeface="Chalkboard"/>
              </a:rPr>
              <a:t>Topic</a:t>
            </a:r>
            <a:r>
              <a:rPr lang="en-AU" sz="1800" b="1" dirty="0" smtClean="0">
                <a:latin typeface="Chalkboard"/>
                <a:cs typeface="Chalkboard"/>
              </a:rPr>
              <a:t>: </a:t>
            </a:r>
            <a:r>
              <a:rPr lang="en-AU" sz="1800" dirty="0"/>
              <a:t>Laws of operations</a:t>
            </a:r>
          </a:p>
          <a:p>
            <a:r>
              <a:rPr lang="en-AU" sz="1800" b="1" dirty="0" smtClean="0">
                <a:latin typeface="Chalkboard"/>
                <a:cs typeface="Chalkboard"/>
              </a:rPr>
              <a:t> </a:t>
            </a:r>
            <a:endParaRPr lang="en-AU" sz="1800" dirty="0">
              <a:latin typeface="Chalkboard"/>
              <a:cs typeface="Chalkboard"/>
            </a:endParaRPr>
          </a:p>
        </p:txBody>
      </p:sp>
      <p:cxnSp>
        <p:nvCxnSpPr>
          <p:cNvPr id="18" name="Straight Connector 17"/>
          <p:cNvCxnSpPr/>
          <p:nvPr/>
        </p:nvCxnSpPr>
        <p:spPr>
          <a:xfrm>
            <a:off x="2003055" y="818502"/>
            <a:ext cx="16575" cy="4172598"/>
          </a:xfrm>
          <a:prstGeom prst="line">
            <a:avLst/>
          </a:prstGeom>
          <a:ln w="12700" cmpd="sng">
            <a:solidFill>
              <a:srgbClr val="632523"/>
            </a:solidFill>
          </a:ln>
        </p:spPr>
        <p:style>
          <a:lnRef idx="1">
            <a:schemeClr val="accent2"/>
          </a:lnRef>
          <a:fillRef idx="0">
            <a:schemeClr val="accent2"/>
          </a:fillRef>
          <a:effectRef idx="0">
            <a:schemeClr val="accent2"/>
          </a:effectRef>
          <a:fontRef idx="minor">
            <a:schemeClr val="tx1"/>
          </a:fontRef>
        </p:style>
      </p:cxnSp>
      <p:sp>
        <p:nvSpPr>
          <p:cNvPr id="20" name="TextBox 19">
            <a:extLst>
              <a:ext uri="{FF2B5EF4-FFF2-40B4-BE49-F238E27FC236}">
                <a16:creationId xmlns:a16="http://schemas.microsoft.com/office/drawing/2014/main" id="{5B9EA381-7DD1-4625-886B-89731912B865}"/>
              </a:ext>
            </a:extLst>
          </p:cNvPr>
          <p:cNvSpPr txBox="1"/>
          <p:nvPr/>
        </p:nvSpPr>
        <p:spPr>
          <a:xfrm>
            <a:off x="2021941" y="946253"/>
            <a:ext cx="6847052" cy="784830"/>
          </a:xfrm>
          <a:prstGeom prst="rect">
            <a:avLst/>
          </a:prstGeom>
          <a:noFill/>
        </p:spPr>
        <p:txBody>
          <a:bodyPr wrap="square" rtlCol="0">
            <a:spAutoFit/>
          </a:bodyPr>
          <a:lstStyle/>
          <a:p>
            <a:r>
              <a:rPr lang="en-AU" sz="1500" dirty="0"/>
              <a:t>The "Commutative </a:t>
            </a:r>
            <a:r>
              <a:rPr lang="en-AU" sz="1500" dirty="0" smtClean="0"/>
              <a:t>Law" </a:t>
            </a:r>
            <a:r>
              <a:rPr lang="en-AU" sz="1500" dirty="0"/>
              <a:t>say we can </a:t>
            </a:r>
            <a:r>
              <a:rPr lang="en-AU" sz="1500" b="1" dirty="0"/>
              <a:t>swap numbers</a:t>
            </a:r>
            <a:r>
              <a:rPr lang="en-AU" sz="1500" dirty="0"/>
              <a:t> around and still get the </a:t>
            </a:r>
            <a:r>
              <a:rPr lang="en-AU" sz="1500" dirty="0" smtClean="0"/>
              <a:t>same solution (only for addition </a:t>
            </a:r>
            <a:r>
              <a:rPr lang="en-AU" sz="1500" b="1" dirty="0"/>
              <a:t>or</a:t>
            </a:r>
            <a:r>
              <a:rPr lang="en-AU" sz="1500" dirty="0"/>
              <a:t> </a:t>
            </a:r>
            <a:r>
              <a:rPr lang="en-AU" sz="1500" dirty="0" smtClean="0"/>
              <a:t>multiplication)</a:t>
            </a:r>
            <a:endParaRPr lang="en-AU" sz="1500" dirty="0"/>
          </a:p>
          <a:p>
            <a:r>
              <a:rPr lang="en-AU" sz="1500" dirty="0"/>
              <a:t>		4 + 12  = 12 + 4    	  or  	6 x 3  = 3 x  6</a:t>
            </a:r>
          </a:p>
        </p:txBody>
      </p:sp>
      <p:sp>
        <p:nvSpPr>
          <p:cNvPr id="12" name="Rectangle 11">
            <a:extLst>
              <a:ext uri="{FF2B5EF4-FFF2-40B4-BE49-F238E27FC236}">
                <a16:creationId xmlns:a16="http://schemas.microsoft.com/office/drawing/2014/main" id="{D4B8D8ED-36C5-4F71-AEA9-0C22542F84DC}"/>
              </a:ext>
            </a:extLst>
          </p:cNvPr>
          <p:cNvSpPr/>
          <p:nvPr/>
        </p:nvSpPr>
        <p:spPr>
          <a:xfrm>
            <a:off x="2003055" y="1922948"/>
            <a:ext cx="6562145" cy="1708160"/>
          </a:xfrm>
          <a:prstGeom prst="rect">
            <a:avLst/>
          </a:prstGeom>
        </p:spPr>
        <p:txBody>
          <a:bodyPr wrap="square">
            <a:spAutoFit/>
          </a:bodyPr>
          <a:lstStyle/>
          <a:p>
            <a:r>
              <a:rPr lang="en-AU" sz="1500" dirty="0">
                <a:solidFill>
                  <a:srgbClr val="333333"/>
                </a:solidFill>
              </a:rPr>
              <a:t>The "Associative </a:t>
            </a:r>
            <a:r>
              <a:rPr lang="en-AU" sz="1500" dirty="0" smtClean="0">
                <a:solidFill>
                  <a:srgbClr val="333333"/>
                </a:solidFill>
              </a:rPr>
              <a:t>Law" </a:t>
            </a:r>
            <a:r>
              <a:rPr lang="en-AU" sz="1500" dirty="0">
                <a:solidFill>
                  <a:srgbClr val="333333"/>
                </a:solidFill>
              </a:rPr>
              <a:t>say that it doesn't matter which we calculate first (when doing sums with </a:t>
            </a:r>
            <a:r>
              <a:rPr lang="en-AU" sz="1500" u="sng" dirty="0">
                <a:solidFill>
                  <a:srgbClr val="333333"/>
                </a:solidFill>
              </a:rPr>
              <a:t>only all addition </a:t>
            </a:r>
            <a:r>
              <a:rPr lang="en-AU" sz="1500" b="1" u="sng" dirty="0">
                <a:solidFill>
                  <a:srgbClr val="333333"/>
                </a:solidFill>
              </a:rPr>
              <a:t>or</a:t>
            </a:r>
            <a:r>
              <a:rPr lang="en-AU" sz="1500" u="sng" dirty="0">
                <a:solidFill>
                  <a:srgbClr val="333333"/>
                </a:solidFill>
              </a:rPr>
              <a:t> all multiplication</a:t>
            </a:r>
            <a:r>
              <a:rPr lang="en-AU" sz="1500" dirty="0">
                <a:solidFill>
                  <a:srgbClr val="333333"/>
                </a:solidFill>
              </a:rPr>
              <a:t>). So we can do the easy ones first</a:t>
            </a:r>
            <a:r>
              <a:rPr lang="en-AU" sz="1500" dirty="0" smtClean="0">
                <a:solidFill>
                  <a:srgbClr val="333333"/>
                </a:solidFill>
              </a:rPr>
              <a:t>.</a:t>
            </a:r>
            <a:endParaRPr lang="en-AU" sz="1500" dirty="0">
              <a:solidFill>
                <a:srgbClr val="333333"/>
              </a:solidFill>
            </a:endParaRPr>
          </a:p>
          <a:p>
            <a:r>
              <a:rPr lang="en-AU" sz="1500" dirty="0">
                <a:solidFill>
                  <a:srgbClr val="333333"/>
                </a:solidFill>
              </a:rPr>
              <a:t> </a:t>
            </a:r>
            <a:r>
              <a:rPr lang="en-AU" sz="1500" dirty="0" smtClean="0">
                <a:solidFill>
                  <a:srgbClr val="333333"/>
                </a:solidFill>
              </a:rPr>
              <a:t> </a:t>
            </a:r>
            <a:r>
              <a:rPr lang="en-AU" sz="1500" dirty="0">
                <a:solidFill>
                  <a:srgbClr val="333333"/>
                </a:solidFill>
              </a:rPr>
              <a:t>		        5 + 9 + 7 + 5 + </a:t>
            </a:r>
            <a:r>
              <a:rPr lang="en-AU" sz="1500" dirty="0" smtClean="0">
                <a:solidFill>
                  <a:srgbClr val="333333"/>
                </a:solidFill>
              </a:rPr>
              <a:t>1</a:t>
            </a:r>
          </a:p>
          <a:p>
            <a:endParaRPr lang="en-AU" sz="1500" dirty="0">
              <a:solidFill>
                <a:srgbClr val="333333"/>
              </a:solidFill>
            </a:endParaRPr>
          </a:p>
          <a:p>
            <a:r>
              <a:rPr lang="en-AU" sz="1500" dirty="0">
                <a:solidFill>
                  <a:srgbClr val="333333"/>
                </a:solidFill>
              </a:rPr>
              <a:t>		           5  + 5  +  9  + 1 +  7 =</a:t>
            </a:r>
          </a:p>
          <a:p>
            <a:r>
              <a:rPr lang="en-AU" sz="1500" dirty="0">
                <a:solidFill>
                  <a:srgbClr val="333333"/>
                </a:solidFill>
              </a:rPr>
              <a:t>			10  +  10  + 7 = 17</a:t>
            </a:r>
          </a:p>
        </p:txBody>
      </p:sp>
      <p:cxnSp>
        <p:nvCxnSpPr>
          <p:cNvPr id="13" name="Straight Arrow Connector 12">
            <a:extLst>
              <a:ext uri="{FF2B5EF4-FFF2-40B4-BE49-F238E27FC236}">
                <a16:creationId xmlns:a16="http://schemas.microsoft.com/office/drawing/2014/main" id="{042E7688-E310-4512-BB23-A68CB006C6E2}"/>
              </a:ext>
            </a:extLst>
          </p:cNvPr>
          <p:cNvCxnSpPr/>
          <p:nvPr/>
        </p:nvCxnSpPr>
        <p:spPr>
          <a:xfrm>
            <a:off x="4388483" y="2898797"/>
            <a:ext cx="132032"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42E7688-E310-4512-BB23-A68CB006C6E2}"/>
              </a:ext>
            </a:extLst>
          </p:cNvPr>
          <p:cNvCxnSpPr/>
          <p:nvPr/>
        </p:nvCxnSpPr>
        <p:spPr>
          <a:xfrm flipH="1">
            <a:off x="4948404" y="2841213"/>
            <a:ext cx="425901"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42E7688-E310-4512-BB23-A68CB006C6E2}"/>
              </a:ext>
            </a:extLst>
          </p:cNvPr>
          <p:cNvCxnSpPr/>
          <p:nvPr/>
        </p:nvCxnSpPr>
        <p:spPr>
          <a:xfrm>
            <a:off x="4723961" y="2889433"/>
            <a:ext cx="602758"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42E7688-E310-4512-BB23-A68CB006C6E2}"/>
              </a:ext>
            </a:extLst>
          </p:cNvPr>
          <p:cNvCxnSpPr/>
          <p:nvPr/>
        </p:nvCxnSpPr>
        <p:spPr>
          <a:xfrm>
            <a:off x="5699672" y="2869776"/>
            <a:ext cx="0"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042E7688-E310-4512-BB23-A68CB006C6E2}"/>
              </a:ext>
            </a:extLst>
          </p:cNvPr>
          <p:cNvCxnSpPr/>
          <p:nvPr/>
        </p:nvCxnSpPr>
        <p:spPr>
          <a:xfrm>
            <a:off x="5011445" y="2869776"/>
            <a:ext cx="966397" cy="272576"/>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7768CB69-2B60-4900-A376-140339D20C43}"/>
              </a:ext>
            </a:extLst>
          </p:cNvPr>
          <p:cNvSpPr/>
          <p:nvPr/>
        </p:nvSpPr>
        <p:spPr>
          <a:xfrm>
            <a:off x="2052442" y="3659671"/>
            <a:ext cx="7041692" cy="1477328"/>
          </a:xfrm>
          <a:prstGeom prst="rect">
            <a:avLst/>
          </a:prstGeom>
        </p:spPr>
        <p:txBody>
          <a:bodyPr wrap="square">
            <a:spAutoFit/>
          </a:bodyPr>
          <a:lstStyle/>
          <a:p>
            <a:r>
              <a:rPr lang="en-AU" sz="1500" dirty="0">
                <a:solidFill>
                  <a:srgbClr val="333333"/>
                </a:solidFill>
              </a:rPr>
              <a:t>The “Distributive Law" allows us to break up a hard multiplication into easier pieces and then add the answers together to get the solution.</a:t>
            </a:r>
          </a:p>
          <a:p>
            <a:r>
              <a:rPr lang="en-AU" sz="1500" dirty="0">
                <a:solidFill>
                  <a:srgbClr val="333333"/>
                </a:solidFill>
              </a:rPr>
              <a:t>	</a:t>
            </a:r>
            <a:r>
              <a:rPr lang="en-AU" sz="1500" dirty="0" smtClean="0">
                <a:solidFill>
                  <a:srgbClr val="333333"/>
                </a:solidFill>
              </a:rPr>
              <a:t>    </a:t>
            </a:r>
            <a:r>
              <a:rPr lang="en-AU" sz="1500" dirty="0">
                <a:solidFill>
                  <a:srgbClr val="333333"/>
                </a:solidFill>
              </a:rPr>
              <a:t>14  x  6   =     10 x 6   + 4 x 6</a:t>
            </a:r>
          </a:p>
          <a:p>
            <a:r>
              <a:rPr lang="en-AU" sz="1500" dirty="0">
                <a:solidFill>
                  <a:srgbClr val="333333"/>
                </a:solidFill>
              </a:rPr>
              <a:t>		        =      60    +  24</a:t>
            </a:r>
          </a:p>
          <a:p>
            <a:r>
              <a:rPr lang="en-AU" sz="1500" dirty="0">
                <a:solidFill>
                  <a:srgbClr val="333333"/>
                </a:solidFill>
              </a:rPr>
              <a:t>		        =       84</a:t>
            </a:r>
          </a:p>
          <a:p>
            <a:endParaRPr lang="en-AU" sz="1500" dirty="0">
              <a:solidFill>
                <a:srgbClr val="333333"/>
              </a:solidFill>
            </a:endParaRPr>
          </a:p>
        </p:txBody>
      </p:sp>
    </p:spTree>
    <p:extLst>
      <p:ext uri="{BB962C8B-B14F-4D97-AF65-F5344CB8AC3E}">
        <p14:creationId xmlns:p14="http://schemas.microsoft.com/office/powerpoint/2010/main" val="71953334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401"/>
        <p:cNvGrpSpPr/>
        <p:nvPr/>
      </p:nvGrpSpPr>
      <p:grpSpPr>
        <a:xfrm>
          <a:off x="0" y="0"/>
          <a:ext cx="0" cy="0"/>
          <a:chOff x="0" y="0"/>
          <a:chExt cx="0" cy="0"/>
        </a:xfrm>
      </p:grpSpPr>
      <p:sp>
        <p:nvSpPr>
          <p:cNvPr id="25" name="Rectangle 24"/>
          <p:cNvSpPr/>
          <p:nvPr/>
        </p:nvSpPr>
        <p:spPr>
          <a:xfrm>
            <a:off x="388791" y="1906442"/>
            <a:ext cx="7317369" cy="300602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Rectangle 4"/>
          <p:cNvSpPr/>
          <p:nvPr/>
        </p:nvSpPr>
        <p:spPr>
          <a:xfrm>
            <a:off x="391815" y="243817"/>
            <a:ext cx="6467424" cy="1497433"/>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a:extLst>
              <a:ext uri="{FF2B5EF4-FFF2-40B4-BE49-F238E27FC236}">
                <a16:creationId xmlns:a16="http://schemas.microsoft.com/office/drawing/2014/main" id="{2A77AF23-FB81-4ABD-888F-8BAC98628B54}"/>
              </a:ext>
            </a:extLst>
          </p:cNvPr>
          <p:cNvSpPr txBox="1"/>
          <p:nvPr/>
        </p:nvSpPr>
        <p:spPr>
          <a:xfrm>
            <a:off x="486315" y="210044"/>
            <a:ext cx="6542459" cy="1384995"/>
          </a:xfrm>
          <a:prstGeom prst="rect">
            <a:avLst/>
          </a:prstGeom>
          <a:noFill/>
        </p:spPr>
        <p:txBody>
          <a:bodyPr wrap="square" rtlCol="0">
            <a:spAutoFit/>
          </a:bodyPr>
          <a:lstStyle/>
          <a:p>
            <a:r>
              <a:rPr lang="en-AU" u="sng" dirty="0">
                <a:solidFill>
                  <a:schemeClr val="tx1"/>
                </a:solidFill>
              </a:rPr>
              <a:t>Think Pair Share</a:t>
            </a:r>
            <a:r>
              <a:rPr lang="en-AU" dirty="0">
                <a:solidFill>
                  <a:schemeClr val="tx1"/>
                </a:solidFill>
              </a:rPr>
              <a:t>.</a:t>
            </a:r>
          </a:p>
          <a:p>
            <a:r>
              <a:rPr lang="en-AU" dirty="0" smtClean="0">
                <a:solidFill>
                  <a:schemeClr val="tx1"/>
                </a:solidFill>
              </a:rPr>
              <a:t>Think </a:t>
            </a:r>
            <a:r>
              <a:rPr lang="en-AU" dirty="0">
                <a:solidFill>
                  <a:schemeClr val="tx1"/>
                </a:solidFill>
              </a:rPr>
              <a:t>– what was today’s lesson about?  </a:t>
            </a:r>
            <a:r>
              <a:rPr lang="en-AU" dirty="0">
                <a:solidFill>
                  <a:schemeClr val="tx1"/>
                </a:solidFill>
              </a:rPr>
              <a:t>How can I summarise it?</a:t>
            </a:r>
          </a:p>
          <a:p>
            <a:r>
              <a:rPr lang="en-AU" dirty="0">
                <a:solidFill>
                  <a:schemeClr val="tx1"/>
                </a:solidFill>
              </a:rPr>
              <a:t>	</a:t>
            </a:r>
            <a:endParaRPr lang="en-AU" dirty="0" smtClean="0">
              <a:solidFill>
                <a:schemeClr val="tx1"/>
              </a:solidFill>
            </a:endParaRPr>
          </a:p>
          <a:p>
            <a:r>
              <a:rPr lang="en-AU" dirty="0" smtClean="0">
                <a:solidFill>
                  <a:schemeClr val="tx1"/>
                </a:solidFill>
              </a:rPr>
              <a:t>Pair  </a:t>
            </a:r>
            <a:r>
              <a:rPr lang="en-AU" dirty="0">
                <a:solidFill>
                  <a:schemeClr val="tx1"/>
                </a:solidFill>
              </a:rPr>
              <a:t>-  Share you idea for a summary with your neighbour.</a:t>
            </a:r>
          </a:p>
          <a:p>
            <a:r>
              <a:rPr lang="en-AU" dirty="0">
                <a:solidFill>
                  <a:schemeClr val="tx1"/>
                </a:solidFill>
              </a:rPr>
              <a:t>	</a:t>
            </a:r>
            <a:endParaRPr lang="en-AU" dirty="0" smtClean="0">
              <a:solidFill>
                <a:schemeClr val="tx1"/>
              </a:solidFill>
            </a:endParaRPr>
          </a:p>
          <a:p>
            <a:r>
              <a:rPr lang="en-AU" dirty="0" smtClean="0">
                <a:solidFill>
                  <a:schemeClr val="tx1"/>
                </a:solidFill>
              </a:rPr>
              <a:t>Share </a:t>
            </a:r>
            <a:r>
              <a:rPr lang="en-AU" dirty="0">
                <a:solidFill>
                  <a:schemeClr val="tx1"/>
                </a:solidFill>
              </a:rPr>
              <a:t>– Do you have a good summary?  Share it with the class when asked</a:t>
            </a:r>
            <a:r>
              <a:rPr lang="en-AU" sz="1050" dirty="0" smtClean="0">
                <a:solidFill>
                  <a:schemeClr val="tx1"/>
                </a:solidFill>
              </a:rPr>
              <a:t>.</a:t>
            </a:r>
            <a:endParaRPr lang="en-AU" sz="1050" dirty="0">
              <a:solidFill>
                <a:schemeClr val="tx1"/>
              </a:solidFill>
            </a:endParaRPr>
          </a:p>
        </p:txBody>
      </p:sp>
      <p:sp>
        <p:nvSpPr>
          <p:cNvPr id="7" name="Rectangle 6">
            <a:extLst>
              <a:ext uri="{FF2B5EF4-FFF2-40B4-BE49-F238E27FC236}">
                <a16:creationId xmlns:a16="http://schemas.microsoft.com/office/drawing/2014/main" id="{CBFC351C-EAF0-4413-B1F4-34E139249681}"/>
              </a:ext>
            </a:extLst>
          </p:cNvPr>
          <p:cNvSpPr/>
          <p:nvPr/>
        </p:nvSpPr>
        <p:spPr>
          <a:xfrm>
            <a:off x="391815" y="1902976"/>
            <a:ext cx="7314346" cy="3046988"/>
          </a:xfrm>
          <a:prstGeom prst="rect">
            <a:avLst/>
          </a:prstGeom>
        </p:spPr>
        <p:txBody>
          <a:bodyPr wrap="square">
            <a:spAutoFit/>
          </a:bodyPr>
          <a:lstStyle/>
          <a:p>
            <a:r>
              <a:rPr lang="en-AU" sz="1600" b="1" dirty="0" smtClean="0">
                <a:solidFill>
                  <a:schemeClr val="tx1"/>
                </a:solidFill>
              </a:rPr>
              <a:t>Add to your glossary:</a:t>
            </a:r>
          </a:p>
          <a:p>
            <a:endParaRPr lang="en-AU" sz="1600" b="1" dirty="0">
              <a:solidFill>
                <a:schemeClr val="tx1"/>
              </a:solidFill>
            </a:endParaRPr>
          </a:p>
          <a:p>
            <a:r>
              <a:rPr lang="en-AU" sz="1600" b="1" dirty="0" smtClean="0">
                <a:solidFill>
                  <a:schemeClr val="tx1"/>
                </a:solidFill>
              </a:rPr>
              <a:t>Commutative </a:t>
            </a:r>
            <a:r>
              <a:rPr lang="en-AU" sz="1600" b="1" dirty="0">
                <a:solidFill>
                  <a:schemeClr val="tx1"/>
                </a:solidFill>
              </a:rPr>
              <a:t>Law  </a:t>
            </a:r>
            <a:r>
              <a:rPr lang="en-AU" sz="1600" b="1" dirty="0">
                <a:solidFill>
                  <a:schemeClr val="tx1"/>
                </a:solidFill>
              </a:rPr>
              <a:t>-  </a:t>
            </a:r>
            <a:r>
              <a:rPr lang="en-AU" sz="1600" b="1" dirty="0">
                <a:solidFill>
                  <a:schemeClr val="tx1"/>
                </a:solidFill>
              </a:rPr>
              <a:t>we </a:t>
            </a:r>
            <a:r>
              <a:rPr lang="en-AU" sz="1600" b="1" dirty="0">
                <a:solidFill>
                  <a:schemeClr val="tx1"/>
                </a:solidFill>
              </a:rPr>
              <a:t>can swap numbers around if adding or </a:t>
            </a:r>
            <a:r>
              <a:rPr lang="en-AU" sz="1600" b="1" dirty="0">
                <a:solidFill>
                  <a:schemeClr val="tx1"/>
                </a:solidFill>
              </a:rPr>
              <a:t>multiplying</a:t>
            </a:r>
            <a:r>
              <a:rPr lang="en-AU" sz="1600" b="1" dirty="0">
                <a:solidFill>
                  <a:schemeClr val="tx1"/>
                </a:solidFill>
              </a:rPr>
              <a:t> </a:t>
            </a:r>
            <a:r>
              <a:rPr lang="en-AU" sz="1600" b="1" dirty="0">
                <a:solidFill>
                  <a:schemeClr val="tx1"/>
                </a:solidFill>
              </a:rPr>
              <a:t>and we will get the same answer</a:t>
            </a:r>
          </a:p>
          <a:p>
            <a:endParaRPr lang="en-AU" sz="1600" b="1" dirty="0">
              <a:solidFill>
                <a:schemeClr val="tx1"/>
              </a:solidFill>
            </a:endParaRPr>
          </a:p>
          <a:p>
            <a:endParaRPr lang="en-AU" sz="1600" b="1" dirty="0">
              <a:solidFill>
                <a:schemeClr val="tx1"/>
              </a:solidFill>
            </a:endParaRPr>
          </a:p>
          <a:p>
            <a:r>
              <a:rPr lang="en-AU" sz="1600" b="1" dirty="0">
                <a:solidFill>
                  <a:schemeClr val="tx1"/>
                </a:solidFill>
              </a:rPr>
              <a:t>Associative </a:t>
            </a:r>
            <a:r>
              <a:rPr lang="en-AU" sz="1600" b="1" dirty="0">
                <a:solidFill>
                  <a:schemeClr val="tx1"/>
                </a:solidFill>
              </a:rPr>
              <a:t>Law </a:t>
            </a:r>
            <a:r>
              <a:rPr lang="en-AU" sz="1600" b="1" dirty="0">
                <a:solidFill>
                  <a:schemeClr val="tx1"/>
                </a:solidFill>
              </a:rPr>
              <a:t>-  </a:t>
            </a:r>
            <a:r>
              <a:rPr lang="en-AU" sz="1600" b="1" dirty="0">
                <a:solidFill>
                  <a:schemeClr val="tx1"/>
                </a:solidFill>
              </a:rPr>
              <a:t>we </a:t>
            </a:r>
            <a:r>
              <a:rPr lang="en-AU" sz="1600" b="1" dirty="0" smtClean="0">
                <a:solidFill>
                  <a:schemeClr val="tx1"/>
                </a:solidFill>
              </a:rPr>
              <a:t>can rearrange and </a:t>
            </a:r>
            <a:r>
              <a:rPr lang="en-AU" sz="1600" b="1" dirty="0">
                <a:solidFill>
                  <a:schemeClr val="tx1"/>
                </a:solidFill>
              </a:rPr>
              <a:t>do the easy ones first when adding or </a:t>
            </a:r>
            <a:r>
              <a:rPr lang="en-AU" sz="1600" b="1" dirty="0">
                <a:solidFill>
                  <a:schemeClr val="tx1"/>
                </a:solidFill>
              </a:rPr>
              <a:t>multiplying</a:t>
            </a:r>
          </a:p>
          <a:p>
            <a:endParaRPr lang="en-AU" sz="1600" b="1" dirty="0">
              <a:solidFill>
                <a:schemeClr val="tx1"/>
              </a:solidFill>
            </a:endParaRPr>
          </a:p>
          <a:p>
            <a:endParaRPr lang="en-AU" sz="1600" b="1" dirty="0">
              <a:solidFill>
                <a:schemeClr val="tx1"/>
              </a:solidFill>
            </a:endParaRPr>
          </a:p>
          <a:p>
            <a:r>
              <a:rPr lang="en-AU" sz="1600" b="1" dirty="0">
                <a:solidFill>
                  <a:schemeClr val="tx1"/>
                </a:solidFill>
              </a:rPr>
              <a:t>Distributive Law – lets us break up multiplication into easier pieces then add the answers together</a:t>
            </a:r>
            <a:r>
              <a:rPr lang="en-AU" sz="1050" dirty="0" smtClean="0">
                <a:solidFill>
                  <a:srgbClr val="333333"/>
                </a:solidFill>
              </a:rPr>
              <a:t>.</a:t>
            </a:r>
            <a:endParaRPr lang="en-AU" sz="1050" dirty="0"/>
          </a:p>
        </p:txBody>
      </p:sp>
      <p:grpSp>
        <p:nvGrpSpPr>
          <p:cNvPr id="11" name="Google Shape;10789;p79"/>
          <p:cNvGrpSpPr/>
          <p:nvPr/>
        </p:nvGrpSpPr>
        <p:grpSpPr>
          <a:xfrm>
            <a:off x="7351219" y="129955"/>
            <a:ext cx="1505142" cy="1680527"/>
            <a:chOff x="3086313" y="2877049"/>
            <a:chExt cx="320143" cy="392581"/>
          </a:xfrm>
        </p:grpSpPr>
        <p:sp>
          <p:nvSpPr>
            <p:cNvPr id="12" name="Google Shape;10790;p79"/>
            <p:cNvSpPr/>
            <p:nvPr/>
          </p:nvSpPr>
          <p:spPr>
            <a:xfrm>
              <a:off x="3125749" y="2915371"/>
              <a:ext cx="240505" cy="354259"/>
            </a:xfrm>
            <a:custGeom>
              <a:avLst/>
              <a:gdLst/>
              <a:ahLst/>
              <a:cxnLst/>
              <a:rect l="l" t="t" r="r" b="b"/>
              <a:pathLst>
                <a:path w="7550" h="11121" extrusionOk="0">
                  <a:moveTo>
                    <a:pt x="3775" y="2929"/>
                  </a:moveTo>
                  <a:lnTo>
                    <a:pt x="3918" y="3120"/>
                  </a:lnTo>
                  <a:cubicBezTo>
                    <a:pt x="3871" y="3144"/>
                    <a:pt x="3823" y="3144"/>
                    <a:pt x="3775" y="3144"/>
                  </a:cubicBezTo>
                  <a:cubicBezTo>
                    <a:pt x="3740" y="3132"/>
                    <a:pt x="3692" y="3120"/>
                    <a:pt x="3644" y="3120"/>
                  </a:cubicBezTo>
                  <a:lnTo>
                    <a:pt x="3775" y="2929"/>
                  </a:lnTo>
                  <a:close/>
                  <a:moveTo>
                    <a:pt x="4168" y="3501"/>
                  </a:moveTo>
                  <a:lnTo>
                    <a:pt x="4299" y="3703"/>
                  </a:lnTo>
                  <a:cubicBezTo>
                    <a:pt x="4126" y="3751"/>
                    <a:pt x="3948" y="3775"/>
                    <a:pt x="3769" y="3775"/>
                  </a:cubicBezTo>
                  <a:cubicBezTo>
                    <a:pt x="3591" y="3775"/>
                    <a:pt x="3412" y="3751"/>
                    <a:pt x="3239" y="3703"/>
                  </a:cubicBezTo>
                  <a:lnTo>
                    <a:pt x="3382" y="3501"/>
                  </a:lnTo>
                  <a:cubicBezTo>
                    <a:pt x="3513" y="3560"/>
                    <a:pt x="3644" y="3572"/>
                    <a:pt x="3775" y="3572"/>
                  </a:cubicBezTo>
                  <a:cubicBezTo>
                    <a:pt x="3918" y="3572"/>
                    <a:pt x="4049" y="3537"/>
                    <a:pt x="4168" y="3501"/>
                  </a:cubicBezTo>
                  <a:close/>
                  <a:moveTo>
                    <a:pt x="3120" y="4132"/>
                  </a:moveTo>
                  <a:cubicBezTo>
                    <a:pt x="3275" y="4180"/>
                    <a:pt x="3418" y="4191"/>
                    <a:pt x="3561" y="4215"/>
                  </a:cubicBezTo>
                  <a:lnTo>
                    <a:pt x="3561" y="8109"/>
                  </a:lnTo>
                  <a:lnTo>
                    <a:pt x="3120" y="8109"/>
                  </a:lnTo>
                  <a:lnTo>
                    <a:pt x="3120" y="4132"/>
                  </a:lnTo>
                  <a:close/>
                  <a:moveTo>
                    <a:pt x="4430" y="4132"/>
                  </a:moveTo>
                  <a:lnTo>
                    <a:pt x="4430" y="8109"/>
                  </a:lnTo>
                  <a:lnTo>
                    <a:pt x="4001" y="8109"/>
                  </a:lnTo>
                  <a:lnTo>
                    <a:pt x="4001" y="4215"/>
                  </a:lnTo>
                  <a:cubicBezTo>
                    <a:pt x="4156" y="4191"/>
                    <a:pt x="4287" y="4180"/>
                    <a:pt x="4430" y="4132"/>
                  </a:cubicBezTo>
                  <a:close/>
                  <a:moveTo>
                    <a:pt x="3799" y="441"/>
                  </a:moveTo>
                  <a:cubicBezTo>
                    <a:pt x="4668" y="441"/>
                    <a:pt x="5490" y="786"/>
                    <a:pt x="6121" y="1394"/>
                  </a:cubicBezTo>
                  <a:cubicBezTo>
                    <a:pt x="6752" y="2025"/>
                    <a:pt x="7097" y="2858"/>
                    <a:pt x="7097" y="3751"/>
                  </a:cubicBezTo>
                  <a:cubicBezTo>
                    <a:pt x="7097" y="4620"/>
                    <a:pt x="6752" y="5442"/>
                    <a:pt x="6157" y="6073"/>
                  </a:cubicBezTo>
                  <a:cubicBezTo>
                    <a:pt x="5609" y="6632"/>
                    <a:pt x="5299" y="7347"/>
                    <a:pt x="5240" y="8109"/>
                  </a:cubicBezTo>
                  <a:lnTo>
                    <a:pt x="4883" y="8109"/>
                  </a:lnTo>
                  <a:lnTo>
                    <a:pt x="4883" y="3822"/>
                  </a:lnTo>
                  <a:cubicBezTo>
                    <a:pt x="4883" y="3775"/>
                    <a:pt x="4871" y="3739"/>
                    <a:pt x="4835" y="3703"/>
                  </a:cubicBezTo>
                  <a:lnTo>
                    <a:pt x="3978" y="2406"/>
                  </a:lnTo>
                  <a:cubicBezTo>
                    <a:pt x="3930" y="2346"/>
                    <a:pt x="3871" y="2310"/>
                    <a:pt x="3799" y="2310"/>
                  </a:cubicBezTo>
                  <a:cubicBezTo>
                    <a:pt x="3716" y="2310"/>
                    <a:pt x="3644" y="2334"/>
                    <a:pt x="3620" y="2406"/>
                  </a:cubicBezTo>
                  <a:lnTo>
                    <a:pt x="2751" y="3703"/>
                  </a:lnTo>
                  <a:cubicBezTo>
                    <a:pt x="2728" y="3739"/>
                    <a:pt x="2704" y="3775"/>
                    <a:pt x="2704" y="3822"/>
                  </a:cubicBezTo>
                  <a:lnTo>
                    <a:pt x="2704" y="8109"/>
                  </a:lnTo>
                  <a:lnTo>
                    <a:pt x="2347" y="8109"/>
                  </a:lnTo>
                  <a:cubicBezTo>
                    <a:pt x="2287" y="7347"/>
                    <a:pt x="1977" y="6632"/>
                    <a:pt x="1430" y="6073"/>
                  </a:cubicBezTo>
                  <a:cubicBezTo>
                    <a:pt x="834" y="5465"/>
                    <a:pt x="501" y="4656"/>
                    <a:pt x="489" y="3810"/>
                  </a:cubicBezTo>
                  <a:cubicBezTo>
                    <a:pt x="477" y="2929"/>
                    <a:pt x="823" y="2096"/>
                    <a:pt x="1430" y="1453"/>
                  </a:cubicBezTo>
                  <a:cubicBezTo>
                    <a:pt x="2049" y="822"/>
                    <a:pt x="2870" y="453"/>
                    <a:pt x="3751" y="441"/>
                  </a:cubicBezTo>
                  <a:close/>
                  <a:moveTo>
                    <a:pt x="5228" y="8561"/>
                  </a:moveTo>
                  <a:lnTo>
                    <a:pt x="5228" y="8835"/>
                  </a:lnTo>
                  <a:lnTo>
                    <a:pt x="5228" y="8883"/>
                  </a:lnTo>
                  <a:lnTo>
                    <a:pt x="2335" y="8883"/>
                  </a:lnTo>
                  <a:lnTo>
                    <a:pt x="2335" y="8835"/>
                  </a:lnTo>
                  <a:lnTo>
                    <a:pt x="2335" y="8561"/>
                  </a:lnTo>
                  <a:close/>
                  <a:moveTo>
                    <a:pt x="5121" y="9311"/>
                  </a:moveTo>
                  <a:cubicBezTo>
                    <a:pt x="4942" y="9752"/>
                    <a:pt x="4525" y="10026"/>
                    <a:pt x="4037" y="10026"/>
                  </a:cubicBezTo>
                  <a:lnTo>
                    <a:pt x="3525" y="10026"/>
                  </a:lnTo>
                  <a:cubicBezTo>
                    <a:pt x="3037" y="10026"/>
                    <a:pt x="2620" y="9728"/>
                    <a:pt x="2442" y="9311"/>
                  </a:cubicBezTo>
                  <a:close/>
                  <a:moveTo>
                    <a:pt x="4049" y="10478"/>
                  </a:moveTo>
                  <a:cubicBezTo>
                    <a:pt x="4061" y="10478"/>
                    <a:pt x="4109" y="10478"/>
                    <a:pt x="4132" y="10490"/>
                  </a:cubicBezTo>
                  <a:cubicBezTo>
                    <a:pt x="4132" y="10597"/>
                    <a:pt x="4049" y="10668"/>
                    <a:pt x="3954" y="10668"/>
                  </a:cubicBezTo>
                  <a:lnTo>
                    <a:pt x="3620" y="10668"/>
                  </a:lnTo>
                  <a:cubicBezTo>
                    <a:pt x="3513" y="10668"/>
                    <a:pt x="3442" y="10585"/>
                    <a:pt x="3442" y="10490"/>
                  </a:cubicBezTo>
                  <a:lnTo>
                    <a:pt x="3442" y="10478"/>
                  </a:lnTo>
                  <a:close/>
                  <a:moveTo>
                    <a:pt x="3762" y="0"/>
                  </a:moveTo>
                  <a:cubicBezTo>
                    <a:pt x="3746" y="0"/>
                    <a:pt x="3731" y="0"/>
                    <a:pt x="3716" y="0"/>
                  </a:cubicBezTo>
                  <a:cubicBezTo>
                    <a:pt x="1656" y="24"/>
                    <a:pt x="1" y="1739"/>
                    <a:pt x="13" y="3810"/>
                  </a:cubicBezTo>
                  <a:cubicBezTo>
                    <a:pt x="25" y="4775"/>
                    <a:pt x="406" y="5680"/>
                    <a:pt x="1073" y="6370"/>
                  </a:cubicBezTo>
                  <a:cubicBezTo>
                    <a:pt x="1596" y="6906"/>
                    <a:pt x="1870" y="7609"/>
                    <a:pt x="1870" y="8335"/>
                  </a:cubicBezTo>
                  <a:lnTo>
                    <a:pt x="1870" y="8835"/>
                  </a:lnTo>
                  <a:cubicBezTo>
                    <a:pt x="1870" y="9549"/>
                    <a:pt x="2335" y="10168"/>
                    <a:pt x="2966" y="10383"/>
                  </a:cubicBezTo>
                  <a:lnTo>
                    <a:pt x="2966" y="10490"/>
                  </a:lnTo>
                  <a:cubicBezTo>
                    <a:pt x="2966" y="10835"/>
                    <a:pt x="3239" y="11121"/>
                    <a:pt x="3585" y="11121"/>
                  </a:cubicBezTo>
                  <a:lnTo>
                    <a:pt x="3930" y="11121"/>
                  </a:lnTo>
                  <a:cubicBezTo>
                    <a:pt x="4275" y="11121"/>
                    <a:pt x="4549" y="10835"/>
                    <a:pt x="4549" y="10490"/>
                  </a:cubicBezTo>
                  <a:lnTo>
                    <a:pt x="4549" y="10383"/>
                  </a:lnTo>
                  <a:cubicBezTo>
                    <a:pt x="5192" y="10168"/>
                    <a:pt x="5645" y="9549"/>
                    <a:pt x="5645" y="8835"/>
                  </a:cubicBezTo>
                  <a:lnTo>
                    <a:pt x="5645" y="8335"/>
                  </a:lnTo>
                  <a:cubicBezTo>
                    <a:pt x="5645" y="7609"/>
                    <a:pt x="5918" y="6918"/>
                    <a:pt x="6442" y="6382"/>
                  </a:cubicBezTo>
                  <a:cubicBezTo>
                    <a:pt x="7133" y="5680"/>
                    <a:pt x="7502" y="4751"/>
                    <a:pt x="7502" y="3763"/>
                  </a:cubicBezTo>
                  <a:cubicBezTo>
                    <a:pt x="7550" y="2751"/>
                    <a:pt x="7145" y="1798"/>
                    <a:pt x="6418" y="1084"/>
                  </a:cubicBezTo>
                  <a:cubicBezTo>
                    <a:pt x="5715" y="380"/>
                    <a:pt x="4757" y="0"/>
                    <a:pt x="37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0791;p79"/>
            <p:cNvSpPr/>
            <p:nvPr/>
          </p:nvSpPr>
          <p:spPr>
            <a:xfrm>
              <a:off x="3263076" y="2942511"/>
              <a:ext cx="79287" cy="99579"/>
            </a:xfrm>
            <a:custGeom>
              <a:avLst/>
              <a:gdLst/>
              <a:ahLst/>
              <a:cxnLst/>
              <a:rect l="l" t="t" r="r" b="b"/>
              <a:pathLst>
                <a:path w="2489" h="3126" extrusionOk="0">
                  <a:moveTo>
                    <a:pt x="246" y="1"/>
                  </a:moveTo>
                  <a:cubicBezTo>
                    <a:pt x="146" y="1"/>
                    <a:pt x="56" y="59"/>
                    <a:pt x="36" y="161"/>
                  </a:cubicBezTo>
                  <a:cubicBezTo>
                    <a:pt x="0" y="280"/>
                    <a:pt x="60" y="399"/>
                    <a:pt x="179" y="422"/>
                  </a:cubicBezTo>
                  <a:cubicBezTo>
                    <a:pt x="1286" y="744"/>
                    <a:pt x="2048" y="1768"/>
                    <a:pt x="2048" y="2899"/>
                  </a:cubicBezTo>
                  <a:cubicBezTo>
                    <a:pt x="2048" y="3018"/>
                    <a:pt x="2143" y="3125"/>
                    <a:pt x="2262" y="3125"/>
                  </a:cubicBezTo>
                  <a:cubicBezTo>
                    <a:pt x="2381" y="3125"/>
                    <a:pt x="2488" y="3018"/>
                    <a:pt x="2488" y="2899"/>
                  </a:cubicBezTo>
                  <a:cubicBezTo>
                    <a:pt x="2488" y="1577"/>
                    <a:pt x="1595" y="387"/>
                    <a:pt x="298" y="6"/>
                  </a:cubicBezTo>
                  <a:cubicBezTo>
                    <a:pt x="280" y="2"/>
                    <a:pt x="263" y="1"/>
                    <a:pt x="246"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0792;p79"/>
            <p:cNvSpPr/>
            <p:nvPr/>
          </p:nvSpPr>
          <p:spPr>
            <a:xfrm>
              <a:off x="3237656" y="2939262"/>
              <a:ext cx="20897" cy="14462"/>
            </a:xfrm>
            <a:custGeom>
              <a:avLst/>
              <a:gdLst/>
              <a:ahLst/>
              <a:cxnLst/>
              <a:rect l="l" t="t" r="r" b="b"/>
              <a:pathLst>
                <a:path w="656" h="454" extrusionOk="0">
                  <a:moveTo>
                    <a:pt x="227" y="1"/>
                  </a:moveTo>
                  <a:cubicBezTo>
                    <a:pt x="107" y="1"/>
                    <a:pt x="0" y="108"/>
                    <a:pt x="0" y="227"/>
                  </a:cubicBezTo>
                  <a:cubicBezTo>
                    <a:pt x="0" y="346"/>
                    <a:pt x="107" y="453"/>
                    <a:pt x="227" y="453"/>
                  </a:cubicBezTo>
                  <a:lnTo>
                    <a:pt x="417" y="453"/>
                  </a:lnTo>
                  <a:cubicBezTo>
                    <a:pt x="536" y="453"/>
                    <a:pt x="619" y="358"/>
                    <a:pt x="643" y="251"/>
                  </a:cubicBezTo>
                  <a:cubicBezTo>
                    <a:pt x="655" y="108"/>
                    <a:pt x="560" y="1"/>
                    <a:pt x="42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0793;p79"/>
            <p:cNvSpPr/>
            <p:nvPr/>
          </p:nvSpPr>
          <p:spPr>
            <a:xfrm>
              <a:off x="3379888" y="3029539"/>
              <a:ext cx="26567" cy="14048"/>
            </a:xfrm>
            <a:custGeom>
              <a:avLst/>
              <a:gdLst/>
              <a:ahLst/>
              <a:cxnLst/>
              <a:rect l="l" t="t" r="r" b="b"/>
              <a:pathLst>
                <a:path w="834" h="441" extrusionOk="0">
                  <a:moveTo>
                    <a:pt x="226" y="0"/>
                  </a:moveTo>
                  <a:cubicBezTo>
                    <a:pt x="107" y="0"/>
                    <a:pt x="0" y="107"/>
                    <a:pt x="0" y="226"/>
                  </a:cubicBezTo>
                  <a:cubicBezTo>
                    <a:pt x="0" y="346"/>
                    <a:pt x="107" y="441"/>
                    <a:pt x="226" y="441"/>
                  </a:cubicBezTo>
                  <a:lnTo>
                    <a:pt x="607" y="441"/>
                  </a:lnTo>
                  <a:cubicBezTo>
                    <a:pt x="726" y="441"/>
                    <a:pt x="834" y="346"/>
                    <a:pt x="834" y="226"/>
                  </a:cubicBezTo>
                  <a:cubicBezTo>
                    <a:pt x="822" y="107"/>
                    <a:pt x="726" y="0"/>
                    <a:pt x="60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0794;p79"/>
            <p:cNvSpPr/>
            <p:nvPr/>
          </p:nvSpPr>
          <p:spPr>
            <a:xfrm>
              <a:off x="3086313" y="3029539"/>
              <a:ext cx="26599" cy="14048"/>
            </a:xfrm>
            <a:custGeom>
              <a:avLst/>
              <a:gdLst/>
              <a:ahLst/>
              <a:cxnLst/>
              <a:rect l="l" t="t" r="r" b="b"/>
              <a:pathLst>
                <a:path w="835" h="441" extrusionOk="0">
                  <a:moveTo>
                    <a:pt x="227" y="0"/>
                  </a:moveTo>
                  <a:cubicBezTo>
                    <a:pt x="108" y="0"/>
                    <a:pt x="1" y="107"/>
                    <a:pt x="1" y="226"/>
                  </a:cubicBezTo>
                  <a:cubicBezTo>
                    <a:pt x="1" y="346"/>
                    <a:pt x="108" y="441"/>
                    <a:pt x="227" y="441"/>
                  </a:cubicBezTo>
                  <a:lnTo>
                    <a:pt x="608" y="441"/>
                  </a:lnTo>
                  <a:cubicBezTo>
                    <a:pt x="727" y="441"/>
                    <a:pt x="834" y="346"/>
                    <a:pt x="834" y="226"/>
                  </a:cubicBezTo>
                  <a:cubicBezTo>
                    <a:pt x="834" y="107"/>
                    <a:pt x="727" y="0"/>
                    <a:pt x="608"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0795;p79"/>
            <p:cNvSpPr/>
            <p:nvPr/>
          </p:nvSpPr>
          <p:spPr>
            <a:xfrm>
              <a:off x="3359788" y="2953469"/>
              <a:ext cx="26567" cy="20355"/>
            </a:xfrm>
            <a:custGeom>
              <a:avLst/>
              <a:gdLst/>
              <a:ahLst/>
              <a:cxnLst/>
              <a:rect l="l" t="t" r="r" b="b"/>
              <a:pathLst>
                <a:path w="834" h="639" extrusionOk="0">
                  <a:moveTo>
                    <a:pt x="594" y="0"/>
                  </a:moveTo>
                  <a:cubicBezTo>
                    <a:pt x="555" y="0"/>
                    <a:pt x="514" y="13"/>
                    <a:pt x="476" y="43"/>
                  </a:cubicBezTo>
                  <a:lnTo>
                    <a:pt x="155" y="233"/>
                  </a:lnTo>
                  <a:cubicBezTo>
                    <a:pt x="48" y="293"/>
                    <a:pt x="0" y="424"/>
                    <a:pt x="83" y="531"/>
                  </a:cubicBezTo>
                  <a:cubicBezTo>
                    <a:pt x="119" y="602"/>
                    <a:pt x="203" y="638"/>
                    <a:pt x="274" y="638"/>
                  </a:cubicBezTo>
                  <a:cubicBezTo>
                    <a:pt x="310" y="638"/>
                    <a:pt x="345" y="614"/>
                    <a:pt x="381" y="602"/>
                  </a:cubicBezTo>
                  <a:lnTo>
                    <a:pt x="703" y="412"/>
                  </a:lnTo>
                  <a:cubicBezTo>
                    <a:pt x="810" y="352"/>
                    <a:pt x="834" y="221"/>
                    <a:pt x="774" y="114"/>
                  </a:cubicBezTo>
                  <a:cubicBezTo>
                    <a:pt x="735" y="45"/>
                    <a:pt x="667" y="0"/>
                    <a:pt x="594"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0796;p79"/>
            <p:cNvSpPr/>
            <p:nvPr/>
          </p:nvSpPr>
          <p:spPr>
            <a:xfrm>
              <a:off x="3106413" y="3100034"/>
              <a:ext cx="26599" cy="20164"/>
            </a:xfrm>
            <a:custGeom>
              <a:avLst/>
              <a:gdLst/>
              <a:ahLst/>
              <a:cxnLst/>
              <a:rect l="l" t="t" r="r" b="b"/>
              <a:pathLst>
                <a:path w="835" h="633" extrusionOk="0">
                  <a:moveTo>
                    <a:pt x="590" y="0"/>
                  </a:moveTo>
                  <a:cubicBezTo>
                    <a:pt x="550" y="0"/>
                    <a:pt x="511" y="12"/>
                    <a:pt x="477" y="38"/>
                  </a:cubicBezTo>
                  <a:lnTo>
                    <a:pt x="144" y="228"/>
                  </a:lnTo>
                  <a:cubicBezTo>
                    <a:pt x="36" y="288"/>
                    <a:pt x="1" y="419"/>
                    <a:pt x="72" y="526"/>
                  </a:cubicBezTo>
                  <a:cubicBezTo>
                    <a:pt x="108" y="597"/>
                    <a:pt x="191" y="633"/>
                    <a:pt x="263" y="633"/>
                  </a:cubicBezTo>
                  <a:cubicBezTo>
                    <a:pt x="310" y="633"/>
                    <a:pt x="334" y="609"/>
                    <a:pt x="370" y="597"/>
                  </a:cubicBezTo>
                  <a:lnTo>
                    <a:pt x="691" y="407"/>
                  </a:lnTo>
                  <a:cubicBezTo>
                    <a:pt x="787" y="347"/>
                    <a:pt x="834" y="216"/>
                    <a:pt x="775" y="109"/>
                  </a:cubicBezTo>
                  <a:cubicBezTo>
                    <a:pt x="736" y="40"/>
                    <a:pt x="663" y="0"/>
                    <a:pt x="590"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0797;p79"/>
            <p:cNvSpPr/>
            <p:nvPr/>
          </p:nvSpPr>
          <p:spPr>
            <a:xfrm>
              <a:off x="3308565" y="2897277"/>
              <a:ext cx="22044" cy="24178"/>
            </a:xfrm>
            <a:custGeom>
              <a:avLst/>
              <a:gdLst/>
              <a:ahLst/>
              <a:cxnLst/>
              <a:rect l="l" t="t" r="r" b="b"/>
              <a:pathLst>
                <a:path w="692" h="759" extrusionOk="0">
                  <a:moveTo>
                    <a:pt x="441" y="1"/>
                  </a:moveTo>
                  <a:cubicBezTo>
                    <a:pt x="369" y="1"/>
                    <a:pt x="301" y="35"/>
                    <a:pt x="263" y="104"/>
                  </a:cubicBezTo>
                  <a:lnTo>
                    <a:pt x="60" y="438"/>
                  </a:lnTo>
                  <a:cubicBezTo>
                    <a:pt x="1" y="533"/>
                    <a:pt x="37" y="676"/>
                    <a:pt x="144" y="735"/>
                  </a:cubicBezTo>
                  <a:cubicBezTo>
                    <a:pt x="167" y="747"/>
                    <a:pt x="215" y="759"/>
                    <a:pt x="239" y="759"/>
                  </a:cubicBezTo>
                  <a:cubicBezTo>
                    <a:pt x="322" y="759"/>
                    <a:pt x="394" y="711"/>
                    <a:pt x="441" y="652"/>
                  </a:cubicBezTo>
                  <a:lnTo>
                    <a:pt x="632" y="330"/>
                  </a:lnTo>
                  <a:cubicBezTo>
                    <a:pt x="691" y="223"/>
                    <a:pt x="656" y="92"/>
                    <a:pt x="560" y="33"/>
                  </a:cubicBezTo>
                  <a:cubicBezTo>
                    <a:pt x="522" y="11"/>
                    <a:pt x="481" y="1"/>
                    <a:pt x="441"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0798;p79"/>
            <p:cNvSpPr/>
            <p:nvPr/>
          </p:nvSpPr>
          <p:spPr>
            <a:xfrm>
              <a:off x="3239153" y="2877049"/>
              <a:ext cx="14080" cy="26599"/>
            </a:xfrm>
            <a:custGeom>
              <a:avLst/>
              <a:gdLst/>
              <a:ahLst/>
              <a:cxnLst/>
              <a:rect l="l" t="t" r="r" b="b"/>
              <a:pathLst>
                <a:path w="442" h="835" extrusionOk="0">
                  <a:moveTo>
                    <a:pt x="215" y="1"/>
                  </a:moveTo>
                  <a:cubicBezTo>
                    <a:pt x="96" y="1"/>
                    <a:pt x="1" y="96"/>
                    <a:pt x="1" y="215"/>
                  </a:cubicBezTo>
                  <a:lnTo>
                    <a:pt x="1" y="608"/>
                  </a:lnTo>
                  <a:cubicBezTo>
                    <a:pt x="1" y="727"/>
                    <a:pt x="96" y="834"/>
                    <a:pt x="215" y="834"/>
                  </a:cubicBezTo>
                  <a:cubicBezTo>
                    <a:pt x="334" y="834"/>
                    <a:pt x="441" y="727"/>
                    <a:pt x="441" y="608"/>
                  </a:cubicBezTo>
                  <a:lnTo>
                    <a:pt x="441" y="215"/>
                  </a:lnTo>
                  <a:cubicBezTo>
                    <a:pt x="441" y="96"/>
                    <a:pt x="358" y="1"/>
                    <a:pt x="21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0799;p79"/>
            <p:cNvSpPr/>
            <p:nvPr/>
          </p:nvSpPr>
          <p:spPr>
            <a:xfrm>
              <a:off x="3161809" y="2897500"/>
              <a:ext cx="22394" cy="24337"/>
            </a:xfrm>
            <a:custGeom>
              <a:avLst/>
              <a:gdLst/>
              <a:ahLst/>
              <a:cxnLst/>
              <a:rect l="l" t="t" r="r" b="b"/>
              <a:pathLst>
                <a:path w="703" h="764" extrusionOk="0">
                  <a:moveTo>
                    <a:pt x="262" y="0"/>
                  </a:moveTo>
                  <a:cubicBezTo>
                    <a:pt x="222" y="0"/>
                    <a:pt x="181" y="12"/>
                    <a:pt x="143" y="38"/>
                  </a:cubicBezTo>
                  <a:cubicBezTo>
                    <a:pt x="48" y="97"/>
                    <a:pt x="0" y="228"/>
                    <a:pt x="72" y="335"/>
                  </a:cubicBezTo>
                  <a:lnTo>
                    <a:pt x="262" y="669"/>
                  </a:lnTo>
                  <a:cubicBezTo>
                    <a:pt x="310" y="740"/>
                    <a:pt x="381" y="764"/>
                    <a:pt x="464" y="764"/>
                  </a:cubicBezTo>
                  <a:cubicBezTo>
                    <a:pt x="500" y="764"/>
                    <a:pt x="536" y="752"/>
                    <a:pt x="560" y="740"/>
                  </a:cubicBezTo>
                  <a:cubicBezTo>
                    <a:pt x="667" y="681"/>
                    <a:pt x="703" y="550"/>
                    <a:pt x="643" y="442"/>
                  </a:cubicBezTo>
                  <a:lnTo>
                    <a:pt x="441" y="109"/>
                  </a:lnTo>
                  <a:cubicBezTo>
                    <a:pt x="402" y="40"/>
                    <a:pt x="334" y="0"/>
                    <a:pt x="262"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0800;p79"/>
            <p:cNvSpPr/>
            <p:nvPr/>
          </p:nvSpPr>
          <p:spPr>
            <a:xfrm>
              <a:off x="3106413" y="2953151"/>
              <a:ext cx="26599" cy="19909"/>
            </a:xfrm>
            <a:custGeom>
              <a:avLst/>
              <a:gdLst/>
              <a:ahLst/>
              <a:cxnLst/>
              <a:rect l="l" t="t" r="r" b="b"/>
              <a:pathLst>
                <a:path w="835" h="625" extrusionOk="0">
                  <a:moveTo>
                    <a:pt x="246" y="0"/>
                  </a:moveTo>
                  <a:cubicBezTo>
                    <a:pt x="168" y="0"/>
                    <a:pt x="92" y="40"/>
                    <a:pt x="60" y="112"/>
                  </a:cubicBezTo>
                  <a:cubicBezTo>
                    <a:pt x="1" y="208"/>
                    <a:pt x="25" y="350"/>
                    <a:pt x="132" y="410"/>
                  </a:cubicBezTo>
                  <a:lnTo>
                    <a:pt x="453" y="600"/>
                  </a:lnTo>
                  <a:cubicBezTo>
                    <a:pt x="489" y="612"/>
                    <a:pt x="537" y="624"/>
                    <a:pt x="560" y="624"/>
                  </a:cubicBezTo>
                  <a:cubicBezTo>
                    <a:pt x="632" y="624"/>
                    <a:pt x="715" y="589"/>
                    <a:pt x="751" y="529"/>
                  </a:cubicBezTo>
                  <a:cubicBezTo>
                    <a:pt x="834" y="422"/>
                    <a:pt x="787" y="291"/>
                    <a:pt x="679" y="231"/>
                  </a:cubicBezTo>
                  <a:lnTo>
                    <a:pt x="358" y="29"/>
                  </a:lnTo>
                  <a:cubicBezTo>
                    <a:pt x="323" y="10"/>
                    <a:pt x="284" y="0"/>
                    <a:pt x="246"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0801;p79"/>
            <p:cNvSpPr/>
            <p:nvPr/>
          </p:nvSpPr>
          <p:spPr>
            <a:xfrm>
              <a:off x="3360520" y="3099811"/>
              <a:ext cx="25834" cy="20005"/>
            </a:xfrm>
            <a:custGeom>
              <a:avLst/>
              <a:gdLst/>
              <a:ahLst/>
              <a:cxnLst/>
              <a:rect l="l" t="t" r="r" b="b"/>
              <a:pathLst>
                <a:path w="811" h="628" extrusionOk="0">
                  <a:moveTo>
                    <a:pt x="239" y="1"/>
                  </a:moveTo>
                  <a:cubicBezTo>
                    <a:pt x="167" y="1"/>
                    <a:pt x="99" y="35"/>
                    <a:pt x="60" y="104"/>
                  </a:cubicBezTo>
                  <a:cubicBezTo>
                    <a:pt x="1" y="211"/>
                    <a:pt x="25" y="342"/>
                    <a:pt x="132" y="402"/>
                  </a:cubicBezTo>
                  <a:lnTo>
                    <a:pt x="453" y="592"/>
                  </a:lnTo>
                  <a:cubicBezTo>
                    <a:pt x="489" y="604"/>
                    <a:pt x="537" y="628"/>
                    <a:pt x="561" y="628"/>
                  </a:cubicBezTo>
                  <a:cubicBezTo>
                    <a:pt x="632" y="628"/>
                    <a:pt x="715" y="580"/>
                    <a:pt x="751" y="521"/>
                  </a:cubicBezTo>
                  <a:cubicBezTo>
                    <a:pt x="811" y="426"/>
                    <a:pt x="787" y="283"/>
                    <a:pt x="680" y="223"/>
                  </a:cubicBezTo>
                  <a:lnTo>
                    <a:pt x="358" y="33"/>
                  </a:lnTo>
                  <a:cubicBezTo>
                    <a:pt x="320" y="11"/>
                    <a:pt x="279" y="1"/>
                    <a:pt x="239"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10567;p79"/>
          <p:cNvGrpSpPr/>
          <p:nvPr/>
        </p:nvGrpSpPr>
        <p:grpSpPr>
          <a:xfrm>
            <a:off x="7706160" y="2721519"/>
            <a:ext cx="1399458" cy="1375872"/>
            <a:chOff x="3513010" y="3816134"/>
            <a:chExt cx="362223" cy="361108"/>
          </a:xfrm>
        </p:grpSpPr>
        <p:sp>
          <p:nvSpPr>
            <p:cNvPr id="28" name="Google Shape;10568;p79"/>
            <p:cNvSpPr/>
            <p:nvPr/>
          </p:nvSpPr>
          <p:spPr>
            <a:xfrm>
              <a:off x="3513010" y="3816134"/>
              <a:ext cx="362223" cy="361108"/>
            </a:xfrm>
            <a:custGeom>
              <a:avLst/>
              <a:gdLst/>
              <a:ahLst/>
              <a:cxnLst/>
              <a:rect l="l" t="t" r="r" b="b"/>
              <a:pathLst>
                <a:path w="11371" h="11336" extrusionOk="0">
                  <a:moveTo>
                    <a:pt x="1381" y="346"/>
                  </a:moveTo>
                  <a:cubicBezTo>
                    <a:pt x="1846" y="358"/>
                    <a:pt x="2262" y="715"/>
                    <a:pt x="2358" y="1191"/>
                  </a:cubicBezTo>
                  <a:lnTo>
                    <a:pt x="1881" y="1191"/>
                  </a:lnTo>
                  <a:cubicBezTo>
                    <a:pt x="1786" y="1191"/>
                    <a:pt x="1715" y="1263"/>
                    <a:pt x="1715" y="1358"/>
                  </a:cubicBezTo>
                  <a:cubicBezTo>
                    <a:pt x="1715" y="1727"/>
                    <a:pt x="1417" y="2025"/>
                    <a:pt x="1048" y="2025"/>
                  </a:cubicBezTo>
                  <a:cubicBezTo>
                    <a:pt x="667" y="2025"/>
                    <a:pt x="369" y="1727"/>
                    <a:pt x="369" y="1358"/>
                  </a:cubicBezTo>
                  <a:cubicBezTo>
                    <a:pt x="369" y="798"/>
                    <a:pt x="822" y="346"/>
                    <a:pt x="1381" y="346"/>
                  </a:cubicBezTo>
                  <a:close/>
                  <a:moveTo>
                    <a:pt x="2358" y="1537"/>
                  </a:moveTo>
                  <a:lnTo>
                    <a:pt x="2358" y="2037"/>
                  </a:lnTo>
                  <a:lnTo>
                    <a:pt x="1774" y="2037"/>
                  </a:lnTo>
                  <a:cubicBezTo>
                    <a:pt x="1893" y="1906"/>
                    <a:pt x="1977" y="1727"/>
                    <a:pt x="2012" y="1537"/>
                  </a:cubicBezTo>
                  <a:close/>
                  <a:moveTo>
                    <a:pt x="9109" y="4489"/>
                  </a:moveTo>
                  <a:lnTo>
                    <a:pt x="9109" y="4489"/>
                  </a:lnTo>
                  <a:cubicBezTo>
                    <a:pt x="8739" y="5049"/>
                    <a:pt x="8287" y="5585"/>
                    <a:pt x="7787" y="6085"/>
                  </a:cubicBezTo>
                  <a:cubicBezTo>
                    <a:pt x="7275" y="6597"/>
                    <a:pt x="6739" y="7037"/>
                    <a:pt x="6192" y="7406"/>
                  </a:cubicBezTo>
                  <a:cubicBezTo>
                    <a:pt x="6584" y="6859"/>
                    <a:pt x="7013" y="6323"/>
                    <a:pt x="7513" y="5823"/>
                  </a:cubicBezTo>
                  <a:cubicBezTo>
                    <a:pt x="8025" y="5311"/>
                    <a:pt x="8561" y="4870"/>
                    <a:pt x="9109" y="4489"/>
                  </a:cubicBezTo>
                  <a:close/>
                  <a:moveTo>
                    <a:pt x="4036" y="9359"/>
                  </a:moveTo>
                  <a:cubicBezTo>
                    <a:pt x="4346" y="9359"/>
                    <a:pt x="4620" y="9573"/>
                    <a:pt x="4691" y="9871"/>
                  </a:cubicBezTo>
                  <a:lnTo>
                    <a:pt x="3382" y="9871"/>
                  </a:lnTo>
                  <a:cubicBezTo>
                    <a:pt x="3453" y="9573"/>
                    <a:pt x="3727" y="9359"/>
                    <a:pt x="4036" y="9359"/>
                  </a:cubicBezTo>
                  <a:close/>
                  <a:moveTo>
                    <a:pt x="10359" y="9359"/>
                  </a:moveTo>
                  <a:cubicBezTo>
                    <a:pt x="10728" y="9359"/>
                    <a:pt x="11025" y="9657"/>
                    <a:pt x="11025" y="10026"/>
                  </a:cubicBezTo>
                  <a:cubicBezTo>
                    <a:pt x="11025" y="10597"/>
                    <a:pt x="10585" y="11038"/>
                    <a:pt x="10037" y="11038"/>
                  </a:cubicBezTo>
                  <a:lnTo>
                    <a:pt x="4584" y="11038"/>
                  </a:lnTo>
                  <a:cubicBezTo>
                    <a:pt x="4870" y="10788"/>
                    <a:pt x="5037" y="10431"/>
                    <a:pt x="5037" y="10026"/>
                  </a:cubicBezTo>
                  <a:cubicBezTo>
                    <a:pt x="5037" y="9776"/>
                    <a:pt x="4929" y="9538"/>
                    <a:pt x="4775" y="9359"/>
                  </a:cubicBezTo>
                  <a:close/>
                  <a:moveTo>
                    <a:pt x="1346" y="1"/>
                  </a:moveTo>
                  <a:cubicBezTo>
                    <a:pt x="596" y="1"/>
                    <a:pt x="0" y="596"/>
                    <a:pt x="0" y="1334"/>
                  </a:cubicBezTo>
                  <a:cubicBezTo>
                    <a:pt x="0" y="1906"/>
                    <a:pt x="465" y="2346"/>
                    <a:pt x="1012" y="2346"/>
                  </a:cubicBezTo>
                  <a:lnTo>
                    <a:pt x="2358" y="2346"/>
                  </a:lnTo>
                  <a:lnTo>
                    <a:pt x="2358" y="7514"/>
                  </a:lnTo>
                  <a:cubicBezTo>
                    <a:pt x="2358" y="7609"/>
                    <a:pt x="2429" y="7680"/>
                    <a:pt x="2512" y="7680"/>
                  </a:cubicBezTo>
                  <a:cubicBezTo>
                    <a:pt x="2608" y="7680"/>
                    <a:pt x="2679" y="7609"/>
                    <a:pt x="2679" y="7514"/>
                  </a:cubicBezTo>
                  <a:lnTo>
                    <a:pt x="2679" y="1334"/>
                  </a:lnTo>
                  <a:cubicBezTo>
                    <a:pt x="2679" y="929"/>
                    <a:pt x="2501" y="572"/>
                    <a:pt x="2239" y="322"/>
                  </a:cubicBezTo>
                  <a:lnTo>
                    <a:pt x="7680" y="322"/>
                  </a:lnTo>
                  <a:cubicBezTo>
                    <a:pt x="8227" y="322"/>
                    <a:pt x="8680" y="775"/>
                    <a:pt x="8680" y="1334"/>
                  </a:cubicBezTo>
                  <a:lnTo>
                    <a:pt x="8680" y="2870"/>
                  </a:lnTo>
                  <a:cubicBezTo>
                    <a:pt x="8192" y="3108"/>
                    <a:pt x="7739" y="3430"/>
                    <a:pt x="7358" y="3811"/>
                  </a:cubicBezTo>
                  <a:cubicBezTo>
                    <a:pt x="6549" y="4608"/>
                    <a:pt x="6537" y="5192"/>
                    <a:pt x="6525" y="6144"/>
                  </a:cubicBezTo>
                  <a:lnTo>
                    <a:pt x="6525" y="6394"/>
                  </a:lnTo>
                  <a:cubicBezTo>
                    <a:pt x="6132" y="6859"/>
                    <a:pt x="5811" y="7347"/>
                    <a:pt x="5513" y="7847"/>
                  </a:cubicBezTo>
                  <a:cubicBezTo>
                    <a:pt x="5465" y="7907"/>
                    <a:pt x="5477" y="7990"/>
                    <a:pt x="5537" y="8049"/>
                  </a:cubicBezTo>
                  <a:cubicBezTo>
                    <a:pt x="5572" y="8085"/>
                    <a:pt x="5608" y="8097"/>
                    <a:pt x="5656" y="8097"/>
                  </a:cubicBezTo>
                  <a:cubicBezTo>
                    <a:pt x="5691" y="8097"/>
                    <a:pt x="5715" y="8097"/>
                    <a:pt x="5751" y="8061"/>
                  </a:cubicBezTo>
                  <a:cubicBezTo>
                    <a:pt x="6251" y="7776"/>
                    <a:pt x="6727" y="7442"/>
                    <a:pt x="7192" y="7049"/>
                  </a:cubicBezTo>
                  <a:lnTo>
                    <a:pt x="7442" y="7049"/>
                  </a:lnTo>
                  <a:cubicBezTo>
                    <a:pt x="7930" y="7037"/>
                    <a:pt x="8323" y="7037"/>
                    <a:pt x="8692" y="6918"/>
                  </a:cubicBezTo>
                  <a:lnTo>
                    <a:pt x="8692" y="9002"/>
                  </a:lnTo>
                  <a:lnTo>
                    <a:pt x="4036" y="9002"/>
                  </a:lnTo>
                  <a:cubicBezTo>
                    <a:pt x="3465" y="9002"/>
                    <a:pt x="3024" y="9466"/>
                    <a:pt x="3024" y="10014"/>
                  </a:cubicBezTo>
                  <a:cubicBezTo>
                    <a:pt x="3024" y="10097"/>
                    <a:pt x="3096" y="10181"/>
                    <a:pt x="3191" y="10181"/>
                  </a:cubicBezTo>
                  <a:lnTo>
                    <a:pt x="4691" y="10181"/>
                  </a:lnTo>
                  <a:cubicBezTo>
                    <a:pt x="4620" y="10657"/>
                    <a:pt x="4203" y="11014"/>
                    <a:pt x="3691" y="11014"/>
                  </a:cubicBezTo>
                  <a:cubicBezTo>
                    <a:pt x="3144" y="11014"/>
                    <a:pt x="2679" y="10562"/>
                    <a:pt x="2679" y="10002"/>
                  </a:cubicBezTo>
                  <a:lnTo>
                    <a:pt x="2679" y="8168"/>
                  </a:lnTo>
                  <a:cubicBezTo>
                    <a:pt x="2679" y="8085"/>
                    <a:pt x="2608" y="8002"/>
                    <a:pt x="2512" y="8002"/>
                  </a:cubicBezTo>
                  <a:cubicBezTo>
                    <a:pt x="2429" y="8002"/>
                    <a:pt x="2358" y="8085"/>
                    <a:pt x="2358" y="8168"/>
                  </a:cubicBezTo>
                  <a:lnTo>
                    <a:pt x="2358" y="10002"/>
                  </a:lnTo>
                  <a:cubicBezTo>
                    <a:pt x="2358" y="10740"/>
                    <a:pt x="2953" y="11335"/>
                    <a:pt x="3691" y="11335"/>
                  </a:cubicBezTo>
                  <a:lnTo>
                    <a:pt x="10013" y="11335"/>
                  </a:lnTo>
                  <a:cubicBezTo>
                    <a:pt x="10764" y="11335"/>
                    <a:pt x="11359" y="10740"/>
                    <a:pt x="11359" y="10002"/>
                  </a:cubicBezTo>
                  <a:cubicBezTo>
                    <a:pt x="11371" y="9478"/>
                    <a:pt x="10930" y="9038"/>
                    <a:pt x="10359" y="9038"/>
                  </a:cubicBezTo>
                  <a:lnTo>
                    <a:pt x="9025" y="9038"/>
                  </a:lnTo>
                  <a:lnTo>
                    <a:pt x="9025" y="6811"/>
                  </a:lnTo>
                  <a:cubicBezTo>
                    <a:pt x="9263" y="6692"/>
                    <a:pt x="9513" y="6513"/>
                    <a:pt x="9775" y="6252"/>
                  </a:cubicBezTo>
                  <a:cubicBezTo>
                    <a:pt x="10013" y="6013"/>
                    <a:pt x="10228" y="5763"/>
                    <a:pt x="10406" y="5478"/>
                  </a:cubicBezTo>
                  <a:cubicBezTo>
                    <a:pt x="10430" y="5430"/>
                    <a:pt x="10430" y="5370"/>
                    <a:pt x="10418" y="5311"/>
                  </a:cubicBezTo>
                  <a:cubicBezTo>
                    <a:pt x="10394" y="5251"/>
                    <a:pt x="10347" y="5228"/>
                    <a:pt x="10299" y="5204"/>
                  </a:cubicBezTo>
                  <a:lnTo>
                    <a:pt x="9894" y="5132"/>
                  </a:lnTo>
                  <a:cubicBezTo>
                    <a:pt x="10728" y="4489"/>
                    <a:pt x="11264" y="3525"/>
                    <a:pt x="11323" y="2465"/>
                  </a:cubicBezTo>
                  <a:lnTo>
                    <a:pt x="11323" y="2453"/>
                  </a:lnTo>
                  <a:cubicBezTo>
                    <a:pt x="11323" y="2406"/>
                    <a:pt x="11311" y="2358"/>
                    <a:pt x="11287" y="2322"/>
                  </a:cubicBezTo>
                  <a:cubicBezTo>
                    <a:pt x="11252" y="2287"/>
                    <a:pt x="11204" y="2275"/>
                    <a:pt x="11145" y="2275"/>
                  </a:cubicBezTo>
                  <a:cubicBezTo>
                    <a:pt x="10764" y="2311"/>
                    <a:pt x="10394" y="2346"/>
                    <a:pt x="10037" y="2430"/>
                  </a:cubicBezTo>
                  <a:cubicBezTo>
                    <a:pt x="9942" y="2442"/>
                    <a:pt x="9882" y="2525"/>
                    <a:pt x="9894" y="2620"/>
                  </a:cubicBezTo>
                  <a:cubicBezTo>
                    <a:pt x="9916" y="2696"/>
                    <a:pt x="9988" y="2753"/>
                    <a:pt x="10073" y="2753"/>
                  </a:cubicBezTo>
                  <a:cubicBezTo>
                    <a:pt x="10080" y="2753"/>
                    <a:pt x="10089" y="2752"/>
                    <a:pt x="10097" y="2751"/>
                  </a:cubicBezTo>
                  <a:cubicBezTo>
                    <a:pt x="10371" y="2692"/>
                    <a:pt x="10656" y="2644"/>
                    <a:pt x="10966" y="2620"/>
                  </a:cubicBezTo>
                  <a:lnTo>
                    <a:pt x="10966" y="2620"/>
                  </a:lnTo>
                  <a:cubicBezTo>
                    <a:pt x="10847" y="3632"/>
                    <a:pt x="10275" y="4537"/>
                    <a:pt x="9382" y="5073"/>
                  </a:cubicBezTo>
                  <a:lnTo>
                    <a:pt x="9359" y="5085"/>
                  </a:lnTo>
                  <a:cubicBezTo>
                    <a:pt x="9299" y="5120"/>
                    <a:pt x="9275" y="5192"/>
                    <a:pt x="9287" y="5263"/>
                  </a:cubicBezTo>
                  <a:cubicBezTo>
                    <a:pt x="9299" y="5347"/>
                    <a:pt x="9359" y="5382"/>
                    <a:pt x="9418" y="5406"/>
                  </a:cubicBezTo>
                  <a:lnTo>
                    <a:pt x="9978" y="5490"/>
                  </a:lnTo>
                  <a:cubicBezTo>
                    <a:pt x="9835" y="5668"/>
                    <a:pt x="9692" y="5847"/>
                    <a:pt x="9525" y="6002"/>
                  </a:cubicBezTo>
                  <a:cubicBezTo>
                    <a:pt x="8870" y="6656"/>
                    <a:pt x="8406" y="6716"/>
                    <a:pt x="7573" y="6728"/>
                  </a:cubicBezTo>
                  <a:cubicBezTo>
                    <a:pt x="7727" y="6597"/>
                    <a:pt x="7870" y="6454"/>
                    <a:pt x="8013" y="6311"/>
                  </a:cubicBezTo>
                  <a:cubicBezTo>
                    <a:pt x="8728" y="5597"/>
                    <a:pt x="9299" y="4835"/>
                    <a:pt x="9775" y="4037"/>
                  </a:cubicBezTo>
                  <a:cubicBezTo>
                    <a:pt x="9823" y="3977"/>
                    <a:pt x="9811" y="3882"/>
                    <a:pt x="9751" y="3823"/>
                  </a:cubicBezTo>
                  <a:cubicBezTo>
                    <a:pt x="9718" y="3789"/>
                    <a:pt x="9681" y="3774"/>
                    <a:pt x="9639" y="3774"/>
                  </a:cubicBezTo>
                  <a:cubicBezTo>
                    <a:pt x="9608" y="3774"/>
                    <a:pt x="9574" y="3783"/>
                    <a:pt x="9537" y="3799"/>
                  </a:cubicBezTo>
                  <a:cubicBezTo>
                    <a:pt x="8739" y="4251"/>
                    <a:pt x="7966" y="4847"/>
                    <a:pt x="7263" y="5561"/>
                  </a:cubicBezTo>
                  <a:cubicBezTo>
                    <a:pt x="7120" y="5716"/>
                    <a:pt x="6977" y="5847"/>
                    <a:pt x="6846" y="6002"/>
                  </a:cubicBezTo>
                  <a:cubicBezTo>
                    <a:pt x="6882" y="5168"/>
                    <a:pt x="6918" y="4704"/>
                    <a:pt x="7573" y="4049"/>
                  </a:cubicBezTo>
                  <a:cubicBezTo>
                    <a:pt x="8085" y="3537"/>
                    <a:pt x="8728" y="3156"/>
                    <a:pt x="9454" y="2906"/>
                  </a:cubicBezTo>
                  <a:cubicBezTo>
                    <a:pt x="9537" y="2870"/>
                    <a:pt x="9585" y="2787"/>
                    <a:pt x="9561" y="2692"/>
                  </a:cubicBezTo>
                  <a:cubicBezTo>
                    <a:pt x="9531" y="2623"/>
                    <a:pt x="9470" y="2578"/>
                    <a:pt x="9395" y="2578"/>
                  </a:cubicBezTo>
                  <a:cubicBezTo>
                    <a:pt x="9379" y="2578"/>
                    <a:pt x="9363" y="2580"/>
                    <a:pt x="9347" y="2584"/>
                  </a:cubicBezTo>
                  <a:cubicBezTo>
                    <a:pt x="9228" y="2632"/>
                    <a:pt x="9109" y="2680"/>
                    <a:pt x="9001" y="2715"/>
                  </a:cubicBezTo>
                  <a:lnTo>
                    <a:pt x="9001" y="1334"/>
                  </a:lnTo>
                  <a:cubicBezTo>
                    <a:pt x="9001" y="596"/>
                    <a:pt x="8406" y="1"/>
                    <a:pt x="7668"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0569;p79"/>
            <p:cNvSpPr/>
            <p:nvPr/>
          </p:nvSpPr>
          <p:spPr>
            <a:xfrm>
              <a:off x="3618450" y="3879112"/>
              <a:ext cx="157045" cy="24688"/>
            </a:xfrm>
            <a:custGeom>
              <a:avLst/>
              <a:gdLst/>
              <a:ahLst/>
              <a:cxnLst/>
              <a:rect l="l" t="t" r="r" b="b"/>
              <a:pathLst>
                <a:path w="4930" h="775" extrusionOk="0">
                  <a:moveTo>
                    <a:pt x="155" y="0"/>
                  </a:moveTo>
                  <a:cubicBezTo>
                    <a:pt x="72" y="0"/>
                    <a:pt x="0" y="72"/>
                    <a:pt x="0" y="167"/>
                  </a:cubicBezTo>
                  <a:cubicBezTo>
                    <a:pt x="0" y="250"/>
                    <a:pt x="72" y="334"/>
                    <a:pt x="155" y="334"/>
                  </a:cubicBezTo>
                  <a:cubicBezTo>
                    <a:pt x="322" y="334"/>
                    <a:pt x="381" y="405"/>
                    <a:pt x="500" y="512"/>
                  </a:cubicBezTo>
                  <a:cubicBezTo>
                    <a:pt x="619" y="631"/>
                    <a:pt x="786" y="774"/>
                    <a:pt x="1084" y="774"/>
                  </a:cubicBezTo>
                  <a:cubicBezTo>
                    <a:pt x="1381" y="774"/>
                    <a:pt x="1524" y="631"/>
                    <a:pt x="1667" y="512"/>
                  </a:cubicBezTo>
                  <a:cubicBezTo>
                    <a:pt x="1762" y="405"/>
                    <a:pt x="1846" y="334"/>
                    <a:pt x="2000" y="334"/>
                  </a:cubicBezTo>
                  <a:cubicBezTo>
                    <a:pt x="2167" y="334"/>
                    <a:pt x="2227" y="405"/>
                    <a:pt x="2346" y="512"/>
                  </a:cubicBezTo>
                  <a:cubicBezTo>
                    <a:pt x="2465" y="631"/>
                    <a:pt x="2631" y="774"/>
                    <a:pt x="2929" y="774"/>
                  </a:cubicBezTo>
                  <a:cubicBezTo>
                    <a:pt x="3227" y="774"/>
                    <a:pt x="3370" y="631"/>
                    <a:pt x="3501" y="512"/>
                  </a:cubicBezTo>
                  <a:cubicBezTo>
                    <a:pt x="3608" y="405"/>
                    <a:pt x="3679" y="334"/>
                    <a:pt x="3846" y="334"/>
                  </a:cubicBezTo>
                  <a:cubicBezTo>
                    <a:pt x="4013" y="334"/>
                    <a:pt x="4072" y="405"/>
                    <a:pt x="4191" y="512"/>
                  </a:cubicBezTo>
                  <a:cubicBezTo>
                    <a:pt x="4310" y="631"/>
                    <a:pt x="4477" y="774"/>
                    <a:pt x="4775" y="774"/>
                  </a:cubicBezTo>
                  <a:cubicBezTo>
                    <a:pt x="4858" y="774"/>
                    <a:pt x="4929" y="703"/>
                    <a:pt x="4929" y="607"/>
                  </a:cubicBezTo>
                  <a:cubicBezTo>
                    <a:pt x="4929" y="524"/>
                    <a:pt x="4858" y="453"/>
                    <a:pt x="4775" y="453"/>
                  </a:cubicBezTo>
                  <a:cubicBezTo>
                    <a:pt x="4608" y="453"/>
                    <a:pt x="4548" y="369"/>
                    <a:pt x="4429" y="274"/>
                  </a:cubicBezTo>
                  <a:cubicBezTo>
                    <a:pt x="4310" y="155"/>
                    <a:pt x="4144" y="0"/>
                    <a:pt x="3846" y="0"/>
                  </a:cubicBezTo>
                  <a:cubicBezTo>
                    <a:pt x="3548" y="0"/>
                    <a:pt x="3405" y="155"/>
                    <a:pt x="3263" y="274"/>
                  </a:cubicBezTo>
                  <a:cubicBezTo>
                    <a:pt x="3167" y="369"/>
                    <a:pt x="3084" y="453"/>
                    <a:pt x="2929" y="453"/>
                  </a:cubicBezTo>
                  <a:cubicBezTo>
                    <a:pt x="2762" y="453"/>
                    <a:pt x="2703" y="369"/>
                    <a:pt x="2584" y="274"/>
                  </a:cubicBezTo>
                  <a:cubicBezTo>
                    <a:pt x="2465" y="155"/>
                    <a:pt x="2298" y="0"/>
                    <a:pt x="2000" y="0"/>
                  </a:cubicBezTo>
                  <a:cubicBezTo>
                    <a:pt x="1703" y="0"/>
                    <a:pt x="1560" y="155"/>
                    <a:pt x="1417" y="274"/>
                  </a:cubicBezTo>
                  <a:cubicBezTo>
                    <a:pt x="1322" y="369"/>
                    <a:pt x="1238" y="453"/>
                    <a:pt x="1084" y="453"/>
                  </a:cubicBezTo>
                  <a:cubicBezTo>
                    <a:pt x="917" y="453"/>
                    <a:pt x="857" y="369"/>
                    <a:pt x="738" y="274"/>
                  </a:cubicBezTo>
                  <a:cubicBezTo>
                    <a:pt x="619" y="155"/>
                    <a:pt x="453" y="0"/>
                    <a:pt x="155"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0570;p79"/>
            <p:cNvSpPr/>
            <p:nvPr/>
          </p:nvSpPr>
          <p:spPr>
            <a:xfrm>
              <a:off x="3618450" y="3921192"/>
              <a:ext cx="127834" cy="24688"/>
            </a:xfrm>
            <a:custGeom>
              <a:avLst/>
              <a:gdLst/>
              <a:ahLst/>
              <a:cxnLst/>
              <a:rect l="l" t="t" r="r" b="b"/>
              <a:pathLst>
                <a:path w="4013" h="775" extrusionOk="0">
                  <a:moveTo>
                    <a:pt x="155" y="1"/>
                  </a:moveTo>
                  <a:cubicBezTo>
                    <a:pt x="72" y="1"/>
                    <a:pt x="0" y="84"/>
                    <a:pt x="0" y="167"/>
                  </a:cubicBezTo>
                  <a:cubicBezTo>
                    <a:pt x="0" y="263"/>
                    <a:pt x="72" y="334"/>
                    <a:pt x="155" y="334"/>
                  </a:cubicBezTo>
                  <a:cubicBezTo>
                    <a:pt x="322" y="334"/>
                    <a:pt x="381" y="406"/>
                    <a:pt x="500" y="513"/>
                  </a:cubicBezTo>
                  <a:cubicBezTo>
                    <a:pt x="619" y="632"/>
                    <a:pt x="786" y="775"/>
                    <a:pt x="1084" y="775"/>
                  </a:cubicBezTo>
                  <a:cubicBezTo>
                    <a:pt x="1381" y="775"/>
                    <a:pt x="1524" y="632"/>
                    <a:pt x="1667" y="513"/>
                  </a:cubicBezTo>
                  <a:cubicBezTo>
                    <a:pt x="1762" y="406"/>
                    <a:pt x="1846" y="334"/>
                    <a:pt x="2000" y="334"/>
                  </a:cubicBezTo>
                  <a:cubicBezTo>
                    <a:pt x="2167" y="334"/>
                    <a:pt x="2227" y="406"/>
                    <a:pt x="2346" y="513"/>
                  </a:cubicBezTo>
                  <a:cubicBezTo>
                    <a:pt x="2465" y="632"/>
                    <a:pt x="2631" y="775"/>
                    <a:pt x="2929" y="775"/>
                  </a:cubicBezTo>
                  <a:cubicBezTo>
                    <a:pt x="3227" y="775"/>
                    <a:pt x="3370" y="632"/>
                    <a:pt x="3501" y="513"/>
                  </a:cubicBezTo>
                  <a:cubicBezTo>
                    <a:pt x="3608" y="406"/>
                    <a:pt x="3679" y="334"/>
                    <a:pt x="3846" y="334"/>
                  </a:cubicBezTo>
                  <a:cubicBezTo>
                    <a:pt x="3941" y="334"/>
                    <a:pt x="4013" y="263"/>
                    <a:pt x="4013" y="167"/>
                  </a:cubicBezTo>
                  <a:cubicBezTo>
                    <a:pt x="4013" y="84"/>
                    <a:pt x="3941" y="1"/>
                    <a:pt x="3846" y="1"/>
                  </a:cubicBezTo>
                  <a:cubicBezTo>
                    <a:pt x="3548" y="1"/>
                    <a:pt x="3405" y="156"/>
                    <a:pt x="3263" y="275"/>
                  </a:cubicBezTo>
                  <a:cubicBezTo>
                    <a:pt x="3167" y="382"/>
                    <a:pt x="3084" y="453"/>
                    <a:pt x="2929" y="453"/>
                  </a:cubicBezTo>
                  <a:cubicBezTo>
                    <a:pt x="2762" y="453"/>
                    <a:pt x="2703" y="382"/>
                    <a:pt x="2584" y="275"/>
                  </a:cubicBezTo>
                  <a:cubicBezTo>
                    <a:pt x="2465" y="156"/>
                    <a:pt x="2298" y="1"/>
                    <a:pt x="2000" y="1"/>
                  </a:cubicBezTo>
                  <a:cubicBezTo>
                    <a:pt x="1703" y="1"/>
                    <a:pt x="1560" y="156"/>
                    <a:pt x="1417" y="275"/>
                  </a:cubicBezTo>
                  <a:cubicBezTo>
                    <a:pt x="1322" y="382"/>
                    <a:pt x="1238" y="453"/>
                    <a:pt x="1084" y="453"/>
                  </a:cubicBezTo>
                  <a:cubicBezTo>
                    <a:pt x="917" y="453"/>
                    <a:pt x="857" y="382"/>
                    <a:pt x="738" y="275"/>
                  </a:cubicBezTo>
                  <a:cubicBezTo>
                    <a:pt x="619" y="156"/>
                    <a:pt x="453" y="1"/>
                    <a:pt x="155" y="1"/>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0571;p79"/>
            <p:cNvSpPr/>
            <p:nvPr/>
          </p:nvSpPr>
          <p:spPr>
            <a:xfrm>
              <a:off x="3617304" y="3962922"/>
              <a:ext cx="98655" cy="24688"/>
            </a:xfrm>
            <a:custGeom>
              <a:avLst/>
              <a:gdLst/>
              <a:ahLst/>
              <a:cxnLst/>
              <a:rect l="l" t="t" r="r" b="b"/>
              <a:pathLst>
                <a:path w="3097" h="775" extrusionOk="0">
                  <a:moveTo>
                    <a:pt x="167" y="0"/>
                  </a:moveTo>
                  <a:cubicBezTo>
                    <a:pt x="72" y="0"/>
                    <a:pt x="0" y="84"/>
                    <a:pt x="0" y="167"/>
                  </a:cubicBezTo>
                  <a:cubicBezTo>
                    <a:pt x="0" y="262"/>
                    <a:pt x="72" y="334"/>
                    <a:pt x="167" y="334"/>
                  </a:cubicBezTo>
                  <a:cubicBezTo>
                    <a:pt x="334" y="334"/>
                    <a:pt x="393" y="405"/>
                    <a:pt x="512" y="512"/>
                  </a:cubicBezTo>
                  <a:cubicBezTo>
                    <a:pt x="632" y="632"/>
                    <a:pt x="786" y="774"/>
                    <a:pt x="1084" y="774"/>
                  </a:cubicBezTo>
                  <a:cubicBezTo>
                    <a:pt x="1382" y="774"/>
                    <a:pt x="1536" y="632"/>
                    <a:pt x="1667" y="512"/>
                  </a:cubicBezTo>
                  <a:cubicBezTo>
                    <a:pt x="1775" y="405"/>
                    <a:pt x="1846" y="334"/>
                    <a:pt x="2013" y="334"/>
                  </a:cubicBezTo>
                  <a:cubicBezTo>
                    <a:pt x="2179" y="334"/>
                    <a:pt x="2239" y="405"/>
                    <a:pt x="2358" y="512"/>
                  </a:cubicBezTo>
                  <a:cubicBezTo>
                    <a:pt x="2477" y="632"/>
                    <a:pt x="2632" y="774"/>
                    <a:pt x="2929" y="774"/>
                  </a:cubicBezTo>
                  <a:cubicBezTo>
                    <a:pt x="3025" y="774"/>
                    <a:pt x="3096" y="703"/>
                    <a:pt x="3096" y="620"/>
                  </a:cubicBezTo>
                  <a:cubicBezTo>
                    <a:pt x="3096" y="524"/>
                    <a:pt x="3025" y="453"/>
                    <a:pt x="2929" y="453"/>
                  </a:cubicBezTo>
                  <a:cubicBezTo>
                    <a:pt x="2775" y="441"/>
                    <a:pt x="2691" y="381"/>
                    <a:pt x="2596" y="274"/>
                  </a:cubicBezTo>
                  <a:cubicBezTo>
                    <a:pt x="2477" y="155"/>
                    <a:pt x="2310" y="0"/>
                    <a:pt x="2013" y="0"/>
                  </a:cubicBezTo>
                  <a:cubicBezTo>
                    <a:pt x="1715" y="0"/>
                    <a:pt x="1560" y="155"/>
                    <a:pt x="1429" y="274"/>
                  </a:cubicBezTo>
                  <a:cubicBezTo>
                    <a:pt x="1322" y="381"/>
                    <a:pt x="1251" y="453"/>
                    <a:pt x="1084" y="453"/>
                  </a:cubicBezTo>
                  <a:cubicBezTo>
                    <a:pt x="929" y="453"/>
                    <a:pt x="870" y="381"/>
                    <a:pt x="751" y="274"/>
                  </a:cubicBezTo>
                  <a:cubicBezTo>
                    <a:pt x="632" y="155"/>
                    <a:pt x="465" y="0"/>
                    <a:pt x="16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Rainbow Background by Slidesgo">
  <a:themeElements>
    <a:clrScheme name="Simple Light">
      <a:dk1>
        <a:srgbClr val="000000"/>
      </a:dk1>
      <a:lt1>
        <a:srgbClr val="FFFFFF"/>
      </a:lt1>
      <a:dk2>
        <a:srgbClr val="595959"/>
      </a:dk2>
      <a:lt2>
        <a:srgbClr val="EEEEEE"/>
      </a:lt2>
      <a:accent1>
        <a:srgbClr val="24ADBD"/>
      </a:accent1>
      <a:accent2>
        <a:srgbClr val="A2D242"/>
      </a:accent2>
      <a:accent3>
        <a:srgbClr val="FCE243"/>
      </a:accent3>
      <a:accent4>
        <a:srgbClr val="EF6B20"/>
      </a:accent4>
      <a:accent5>
        <a:srgbClr val="AD242B"/>
      </a:accent5>
      <a:accent6>
        <a:srgbClr val="AE2D5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Rainbow Background by Slidesgo" id="{46D7DCF1-5261-4805-AE31-BEDD5E59F30E}" vid="{99090F41-B61B-4833-A699-F16AB6F86A01}"/>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57</TotalTime>
  <Words>1397</Words>
  <Application>Microsoft Office PowerPoint</Application>
  <PresentationFormat>On-screen Show (16:9)</PresentationFormat>
  <Paragraphs>207</Paragraphs>
  <Slides>12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Abel</vt:lpstr>
      <vt:lpstr>Chalkboard</vt:lpstr>
      <vt:lpstr>Arial</vt:lpstr>
      <vt:lpstr>Fredoka One</vt:lpstr>
      <vt:lpstr>Rainbow Background by Slidesgo</vt:lpstr>
      <vt:lpstr>Topic: Laws of Operations  EQ: How can the associative, commutative and distributive laws make maths easier?</vt:lpstr>
      <vt:lpstr>PowerPoint Presentation</vt:lpstr>
      <vt:lpstr>IMPORTANT FOR THIS LESSON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Rainbow Background</dc:title>
  <dc:creator>MCLEOD Alexandria</dc:creator>
  <cp:lastModifiedBy>MCLEOD Alexandria [Baldivis Secondary College]</cp:lastModifiedBy>
  <cp:revision>7</cp:revision>
  <dcterms:modified xsi:type="dcterms:W3CDTF">2021-02-15T12:54:50Z</dcterms:modified>
</cp:coreProperties>
</file>