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393C-A648-4D79-B600-B4BEEF48DC89}" type="datetimeFigureOut">
              <a:rPr lang="en-GB" smtClean="0"/>
              <a:t>17/02/2021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DC6D-E86B-495A-B91C-C23CE7441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206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393C-A648-4D79-B600-B4BEEF48DC89}" type="datetimeFigureOut">
              <a:rPr lang="en-GB" smtClean="0"/>
              <a:t>17/02/2021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DC6D-E86B-495A-B91C-C23CE7441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1332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393C-A648-4D79-B600-B4BEEF48DC89}" type="datetimeFigureOut">
              <a:rPr lang="en-GB" smtClean="0"/>
              <a:t>17/02/2021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DC6D-E86B-495A-B91C-C23CE7441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96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393C-A648-4D79-B600-B4BEEF48DC89}" type="datetimeFigureOut">
              <a:rPr lang="en-GB" smtClean="0"/>
              <a:t>17/02/2021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DC6D-E86B-495A-B91C-C23CE7441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337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393C-A648-4D79-B600-B4BEEF48DC89}" type="datetimeFigureOut">
              <a:rPr lang="en-GB" smtClean="0"/>
              <a:t>17/02/2021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DC6D-E86B-495A-B91C-C23CE7441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854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393C-A648-4D79-B600-B4BEEF48DC89}" type="datetimeFigureOut">
              <a:rPr lang="en-GB" smtClean="0"/>
              <a:t>17/02/2021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DC6D-E86B-495A-B91C-C23CE7441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7911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393C-A648-4D79-B600-B4BEEF48DC89}" type="datetimeFigureOut">
              <a:rPr lang="en-GB" smtClean="0"/>
              <a:t>17/02/2021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DC6D-E86B-495A-B91C-C23CE7441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626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393C-A648-4D79-B600-B4BEEF48DC89}" type="datetimeFigureOut">
              <a:rPr lang="en-GB" smtClean="0"/>
              <a:t>17/02/2021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DC6D-E86B-495A-B91C-C23CE7441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509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393C-A648-4D79-B600-B4BEEF48DC89}" type="datetimeFigureOut">
              <a:rPr lang="en-GB" smtClean="0"/>
              <a:t>17/02/2021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DC6D-E86B-495A-B91C-C23CE7441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150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393C-A648-4D79-B600-B4BEEF48DC89}" type="datetimeFigureOut">
              <a:rPr lang="en-GB" smtClean="0"/>
              <a:t>17/02/2021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DC6D-E86B-495A-B91C-C23CE7441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610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393C-A648-4D79-B600-B4BEEF48DC89}" type="datetimeFigureOut">
              <a:rPr lang="en-GB" smtClean="0"/>
              <a:t>17/02/2021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DC6D-E86B-495A-B91C-C23CE7441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18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5B393C-A648-4D79-B600-B4BEEF48DC89}" type="datetimeFigureOut">
              <a:rPr lang="en-GB" smtClean="0"/>
              <a:t>17/02/2021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CDC6D-E86B-495A-B91C-C23CE7441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921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/>
        </p:nvSpPr>
        <p:spPr>
          <a:xfrm>
            <a:off x="3566651" y="5210496"/>
            <a:ext cx="1805186" cy="1676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73193" y="5213000"/>
            <a:ext cx="1805186" cy="1676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33990" y="5198773"/>
            <a:ext cx="1811276" cy="16592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78393" y="5167347"/>
            <a:ext cx="1773329" cy="16906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9582" y="3384992"/>
            <a:ext cx="1837047" cy="18416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79960" y="3404982"/>
            <a:ext cx="1770841" cy="17858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59754" y="3377027"/>
            <a:ext cx="1805186" cy="182925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65111" y="157761"/>
            <a:ext cx="1805186" cy="163132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48473" y="219476"/>
            <a:ext cx="1805186" cy="16313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77265" y="151326"/>
            <a:ext cx="1805186" cy="163132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6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777285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341075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5198773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79016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565301" y="-18244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370490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7567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0725955" y="-20389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95081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143500" y="1168761"/>
            <a:ext cx="453979" cy="4539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5143499" y="4077774"/>
            <a:ext cx="453979" cy="4539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5143498" y="5791203"/>
            <a:ext cx="453979" cy="4539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3565301" y="1777285"/>
            <a:ext cx="1805186" cy="163132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70494" y="1786943"/>
            <a:ext cx="1805186" cy="16313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5143500" y="2444304"/>
            <a:ext cx="453979" cy="4539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3565301" y="-20389"/>
            <a:ext cx="1805186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Units/Ones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60112" y="-20389"/>
            <a:ext cx="1805186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Tens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-15029" y="-20390"/>
            <a:ext cx="1805186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Hundreds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70483" y="-22534"/>
            <a:ext cx="1805186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Tenths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5664" y="-24679"/>
            <a:ext cx="1775142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Hundredths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50801" y="-27901"/>
            <a:ext cx="1775142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Thousandths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25927" y="-31123"/>
            <a:ext cx="1466073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bg1"/>
                </a:solidFill>
              </a:rPr>
              <a:t>Tens of Thousandths</a:t>
            </a:r>
          </a:p>
        </p:txBody>
      </p:sp>
      <p:sp>
        <p:nvSpPr>
          <p:cNvPr id="37" name="Curved Right Arrow 36"/>
          <p:cNvSpPr/>
          <p:nvPr/>
        </p:nvSpPr>
        <p:spPr>
          <a:xfrm rot="9104785" flipH="1">
            <a:off x="1907795" y="1309122"/>
            <a:ext cx="756062" cy="197200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179443" y="2295124"/>
            <a:ext cx="714671" cy="6031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x10</a:t>
            </a:r>
          </a:p>
        </p:txBody>
      </p:sp>
      <p:sp>
        <p:nvSpPr>
          <p:cNvPr id="39" name="Curved Right Arrow 38"/>
          <p:cNvSpPr/>
          <p:nvPr/>
        </p:nvSpPr>
        <p:spPr>
          <a:xfrm rot="9104785" flipH="1" flipV="1">
            <a:off x="2717810" y="3195387"/>
            <a:ext cx="420777" cy="86242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954426" y="3301207"/>
            <a:ext cx="714671" cy="6031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÷10</a:t>
            </a:r>
          </a:p>
        </p:txBody>
      </p:sp>
      <p:sp>
        <p:nvSpPr>
          <p:cNvPr id="45" name="Curved Right Arrow 44"/>
          <p:cNvSpPr/>
          <p:nvPr/>
        </p:nvSpPr>
        <p:spPr>
          <a:xfrm rot="9104785" flipH="1" flipV="1">
            <a:off x="1159491" y="3327795"/>
            <a:ext cx="1139396" cy="300580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19036" y="4389369"/>
            <a:ext cx="906468" cy="8014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÷100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83439" y="573206"/>
            <a:ext cx="4585648" cy="24702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Have you spotted a pattern? </a:t>
            </a:r>
          </a:p>
        </p:txBody>
      </p:sp>
    </p:spTree>
    <p:extLst>
      <p:ext uri="{BB962C8B-B14F-4D97-AF65-F5344CB8AC3E}">
        <p14:creationId xmlns:p14="http://schemas.microsoft.com/office/powerpoint/2010/main" val="59109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49" grpId="0" animBg="1"/>
      <p:bldP spid="48" grpId="0" animBg="1"/>
      <p:bldP spid="47" grpId="0" animBg="1"/>
      <p:bldP spid="44" grpId="0" animBg="1"/>
      <p:bldP spid="42" grpId="0" animBg="1"/>
      <p:bldP spid="41" grpId="0" animBg="1"/>
      <p:bldP spid="36" grpId="0" animBg="1"/>
      <p:bldP spid="34" grpId="0" animBg="1"/>
      <p:bldP spid="33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7" grpId="0" animBg="1"/>
      <p:bldP spid="38" grpId="0" animBg="1"/>
      <p:bldP spid="39" grpId="0" animBg="1"/>
      <p:bldP spid="40" grpId="0" animBg="1"/>
      <p:bldP spid="45" grpId="0" animBg="1"/>
      <p:bldP spid="4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/>
        </p:nvSpPr>
        <p:spPr>
          <a:xfrm>
            <a:off x="3566651" y="5210496"/>
            <a:ext cx="1805186" cy="1676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73193" y="5213000"/>
            <a:ext cx="1805186" cy="1676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33990" y="5198773"/>
            <a:ext cx="1811276" cy="16592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78393" y="5167347"/>
            <a:ext cx="1773329" cy="16906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9582" y="3384992"/>
            <a:ext cx="1837047" cy="18416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79960" y="3404982"/>
            <a:ext cx="1770841" cy="17858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59754" y="3377027"/>
            <a:ext cx="1805186" cy="182925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65111" y="157761"/>
            <a:ext cx="1805186" cy="163132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48473" y="219476"/>
            <a:ext cx="1805186" cy="16313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77265" y="151326"/>
            <a:ext cx="1805186" cy="163132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777285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341075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5198773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79016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565301" y="-18244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370490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7567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0725955" y="-20389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95081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143500" y="1168761"/>
            <a:ext cx="453979" cy="4539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5143499" y="4077774"/>
            <a:ext cx="453979" cy="4539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5143498" y="5791203"/>
            <a:ext cx="453979" cy="4539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3565301" y="1777285"/>
            <a:ext cx="1805186" cy="163132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70494" y="1786943"/>
            <a:ext cx="1805186" cy="16313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5143500" y="2444304"/>
            <a:ext cx="453979" cy="4539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3565301" y="-20389"/>
            <a:ext cx="1805186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Units/Ones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60112" y="-20389"/>
            <a:ext cx="1805186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Tens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-15029" y="-20390"/>
            <a:ext cx="1805186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Hundreds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70483" y="-22534"/>
            <a:ext cx="1805186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Tenths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5664" y="-24679"/>
            <a:ext cx="1775142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Hundredths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50801" y="-27901"/>
            <a:ext cx="1775142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Thousandths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25927" y="-31123"/>
            <a:ext cx="1466073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bg1"/>
                </a:solidFill>
              </a:rPr>
              <a:t>Tens of Thousandths</a:t>
            </a:r>
          </a:p>
        </p:txBody>
      </p:sp>
      <p:sp>
        <p:nvSpPr>
          <p:cNvPr id="37" name="Curved Right Arrow 36"/>
          <p:cNvSpPr/>
          <p:nvPr/>
        </p:nvSpPr>
        <p:spPr>
          <a:xfrm rot="9104785" flipH="1">
            <a:off x="1907795" y="1309122"/>
            <a:ext cx="756062" cy="197200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179443" y="2295124"/>
            <a:ext cx="714671" cy="6031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x10</a:t>
            </a:r>
          </a:p>
        </p:txBody>
      </p:sp>
      <p:sp>
        <p:nvSpPr>
          <p:cNvPr id="39" name="Curved Right Arrow 38"/>
          <p:cNvSpPr/>
          <p:nvPr/>
        </p:nvSpPr>
        <p:spPr>
          <a:xfrm rot="9104785" flipH="1" flipV="1">
            <a:off x="2717810" y="3195387"/>
            <a:ext cx="420777" cy="86242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954426" y="3301207"/>
            <a:ext cx="714671" cy="6031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÷10</a:t>
            </a:r>
          </a:p>
        </p:txBody>
      </p:sp>
      <p:sp>
        <p:nvSpPr>
          <p:cNvPr id="45" name="Curved Right Arrow 44"/>
          <p:cNvSpPr/>
          <p:nvPr/>
        </p:nvSpPr>
        <p:spPr>
          <a:xfrm rot="9104785" flipH="1" flipV="1">
            <a:off x="1159491" y="3327795"/>
            <a:ext cx="1139396" cy="300580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19036" y="4389369"/>
            <a:ext cx="906468" cy="8014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÷100</a:t>
            </a:r>
          </a:p>
        </p:txBody>
      </p:sp>
    </p:spTree>
    <p:extLst>
      <p:ext uri="{BB962C8B-B14F-4D97-AF65-F5344CB8AC3E}">
        <p14:creationId xmlns:p14="http://schemas.microsoft.com/office/powerpoint/2010/main" val="193244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49" grpId="0" animBg="1"/>
      <p:bldP spid="48" grpId="0" animBg="1"/>
      <p:bldP spid="47" grpId="0" animBg="1"/>
      <p:bldP spid="44" grpId="0" animBg="1"/>
      <p:bldP spid="42" grpId="0" animBg="1"/>
      <p:bldP spid="41" grpId="0" animBg="1"/>
      <p:bldP spid="36" grpId="0" animBg="1"/>
      <p:bldP spid="34" grpId="0" animBg="1"/>
      <p:bldP spid="33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7" grpId="0" animBg="1"/>
      <p:bldP spid="38" grpId="0" animBg="1"/>
      <p:bldP spid="39" grpId="0" animBg="1"/>
      <p:bldP spid="40" grpId="0" animBg="1"/>
      <p:bldP spid="45" grpId="0" animBg="1"/>
      <p:bldP spid="4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6602" y="2893325"/>
            <a:ext cx="383502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Original Number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21623" y="28933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17660" y="28933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93226" y="28933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89263" y="28933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85300" y="28933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60866" y="28933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256903" y="28933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52940" y="28933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628506" y="28933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319334" y="28933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015371" y="28933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817660" y="38077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513697" y="38077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89263" y="38077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885300" y="38077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1337" y="38077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56903" y="38077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952940" y="38077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648977" y="38077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0324543" y="38077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1015371" y="38077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7520558" y="4222904"/>
            <a:ext cx="122830" cy="12283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/>
          <p:cNvSpPr/>
          <p:nvPr/>
        </p:nvSpPr>
        <p:spPr>
          <a:xfrm>
            <a:off x="5493226" y="47221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189263" y="47221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864829" y="47221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560866" y="47221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56903" y="47221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32469" y="47221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628506" y="47221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0324543" y="47221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1000109" y="47221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690937" y="47221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50" name="Oval 49"/>
          <p:cNvSpPr/>
          <p:nvPr/>
        </p:nvSpPr>
        <p:spPr>
          <a:xfrm>
            <a:off x="7507082" y="5117910"/>
            <a:ext cx="122830" cy="12283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/>
          <p:cNvSpPr/>
          <p:nvPr/>
        </p:nvSpPr>
        <p:spPr>
          <a:xfrm>
            <a:off x="6189263" y="56365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300" y="56365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560866" y="56365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56903" y="56365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52940" y="56365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28506" y="56365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0324543" y="56365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1020580" y="56365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1696146" y="56365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2386974" y="56365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7477193" y="6093725"/>
            <a:ext cx="122830" cy="12283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/>
          <p:cNvSpPr/>
          <p:nvPr/>
        </p:nvSpPr>
        <p:spPr>
          <a:xfrm>
            <a:off x="3437618" y="1976949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121623" y="1976949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809221" y="1976949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505258" y="1976949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201295" y="1976949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76861" y="1976949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72898" y="1976949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8268935" y="1976949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944501" y="1976949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635329" y="1976949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10331366" y="1976949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2741581" y="1062549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3437618" y="1062549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113184" y="1062549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4809221" y="1062549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505258" y="1062549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80824" y="1062549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876861" y="1062549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72898" y="1062549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8248464" y="1062549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8939292" y="1062549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9635329" y="1062549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2059192" y="146173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2755229" y="146173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3430795" y="146173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126832" y="146173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4822869" y="146173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98435" y="146173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94472" y="146173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890509" y="146173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66075" y="146173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8256903" y="146173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8952940" y="146173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294598" y="1974973"/>
            <a:ext cx="383502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x10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1811" y="1056621"/>
            <a:ext cx="383502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x100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90195" y="140069"/>
            <a:ext cx="383502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x1000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93430" y="3801797"/>
            <a:ext cx="383502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÷10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6602" y="4722125"/>
            <a:ext cx="383502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÷100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95220" y="5634549"/>
            <a:ext cx="383502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÷1000</a:t>
            </a:r>
          </a:p>
        </p:txBody>
      </p:sp>
    </p:spTree>
    <p:extLst>
      <p:ext uri="{BB962C8B-B14F-4D97-AF65-F5344CB8AC3E}">
        <p14:creationId xmlns:p14="http://schemas.microsoft.com/office/powerpoint/2010/main" val="126386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5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6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716" y="259307"/>
            <a:ext cx="11723427" cy="1965278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Just think. </a:t>
            </a:r>
          </a:p>
          <a:p>
            <a:pPr algn="ctr"/>
            <a:r>
              <a:rPr lang="en-GB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If you are going to do a ‘x’ / multiplication – is your answer going to get bigger or smaller? </a:t>
            </a:r>
          </a:p>
        </p:txBody>
      </p:sp>
      <p:sp>
        <p:nvSpPr>
          <p:cNvPr id="5" name="Rectangle 4"/>
          <p:cNvSpPr/>
          <p:nvPr/>
        </p:nvSpPr>
        <p:spPr>
          <a:xfrm>
            <a:off x="2961564" y="2076734"/>
            <a:ext cx="5991367" cy="8848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BIGGER! </a:t>
            </a:r>
          </a:p>
        </p:txBody>
      </p:sp>
      <p:sp>
        <p:nvSpPr>
          <p:cNvPr id="6" name="Rectangle 5"/>
          <p:cNvSpPr/>
          <p:nvPr/>
        </p:nvSpPr>
        <p:spPr>
          <a:xfrm>
            <a:off x="204716" y="3223145"/>
            <a:ext cx="11723427" cy="1965278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So if you are doing 4.5 x 10 – </a:t>
            </a:r>
          </a:p>
          <a:p>
            <a:pPr algn="ctr"/>
            <a:r>
              <a:rPr lang="en-GB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Your answer cannot be 0.45 or 0.045 or 0.4</a:t>
            </a:r>
          </a:p>
          <a:p>
            <a:pPr algn="ctr"/>
            <a:r>
              <a:rPr lang="en-GB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Because… </a:t>
            </a:r>
          </a:p>
        </p:txBody>
      </p:sp>
      <p:sp>
        <p:nvSpPr>
          <p:cNvPr id="7" name="Rectangle 6"/>
          <p:cNvSpPr/>
          <p:nvPr/>
        </p:nvSpPr>
        <p:spPr>
          <a:xfrm>
            <a:off x="2961564" y="5007589"/>
            <a:ext cx="5991367" cy="8848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They are all SMALLER!</a:t>
            </a:r>
          </a:p>
        </p:txBody>
      </p:sp>
    </p:spTree>
    <p:extLst>
      <p:ext uri="{BB962C8B-B14F-4D97-AF65-F5344CB8AC3E}">
        <p14:creationId xmlns:p14="http://schemas.microsoft.com/office/powerpoint/2010/main" val="388997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55092" y="1992572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56595" y="1992571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58098" y="1992570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9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6059601" y="1992569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9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1104" y="1992569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9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62607" y="1992568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827589" y="3152633"/>
            <a:ext cx="464024" cy="464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232013" y="257672"/>
            <a:ext cx="11723427" cy="1953265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Next look at the number of zeros ( 0 ) </a:t>
            </a:r>
          </a:p>
          <a:p>
            <a:pPr algn="ctr"/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If there is 2 0’s, your number is going to get 2 place values bigger or smaller. 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If there is 6 0’s, your number is going to get 6 place values bigger or smaller.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014" y="4667533"/>
            <a:ext cx="5336258" cy="1871374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Can you do 0.08 x 10 following these rules? </a:t>
            </a:r>
          </a:p>
        </p:txBody>
      </p:sp>
    </p:spTree>
    <p:extLst>
      <p:ext uri="{BB962C8B-B14F-4D97-AF65-F5344CB8AC3E}">
        <p14:creationId xmlns:p14="http://schemas.microsoft.com/office/powerpoint/2010/main" val="1377062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4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55092" y="1992572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56595" y="1992571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58098" y="1992570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59601" y="1992569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9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1104" y="1992569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9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62607" y="1992568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7629092" y="3166275"/>
            <a:ext cx="464024" cy="464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232014" y="4667533"/>
            <a:ext cx="4694828" cy="955345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Can you do 0.8 x 1000 following these rules? </a:t>
            </a:r>
          </a:p>
        </p:txBody>
      </p:sp>
    </p:spTree>
    <p:extLst>
      <p:ext uri="{BB962C8B-B14F-4D97-AF65-F5344CB8AC3E}">
        <p14:creationId xmlns:p14="http://schemas.microsoft.com/office/powerpoint/2010/main" val="342509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43061" y="368308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44564" y="368307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46067" y="368306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47570" y="368305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849073" y="368305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650576" y="368304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72119" y="3019207"/>
            <a:ext cx="4652806" cy="2767983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Try these on your whiteboard! </a:t>
            </a:r>
          </a:p>
          <a:p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4 x 100</a:t>
            </a:r>
          </a:p>
          <a:p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0.4 x 100</a:t>
            </a:r>
          </a:p>
          <a:p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0.4 ÷ 10</a:t>
            </a:r>
          </a:p>
          <a:p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900 ÷ 1000</a:t>
            </a:r>
          </a:p>
          <a:p>
            <a:pPr algn="ctr"/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47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230</Words>
  <Application>Microsoft Office PowerPoint</Application>
  <PresentationFormat>Widescreen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MCLEOD Alexandria [Baldivis Secondary College]</cp:lastModifiedBy>
  <cp:revision>6</cp:revision>
  <dcterms:created xsi:type="dcterms:W3CDTF">2015-04-28T14:15:55Z</dcterms:created>
  <dcterms:modified xsi:type="dcterms:W3CDTF">2021-02-16T23:41:54Z</dcterms:modified>
</cp:coreProperties>
</file>