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</p:sldMasterIdLst>
  <p:notesMasterIdLst>
    <p:notesMasterId r:id="rId10"/>
  </p:notesMasterIdLst>
  <p:sldIdLst>
    <p:sldId id="256" r:id="rId2"/>
    <p:sldId id="259" r:id="rId3"/>
    <p:sldId id="308" r:id="rId4"/>
    <p:sldId id="309" r:id="rId5"/>
    <p:sldId id="257" r:id="rId6"/>
    <p:sldId id="310" r:id="rId7"/>
    <p:sldId id="261" r:id="rId8"/>
    <p:sldId id="262" r:id="rId9"/>
  </p:sldIdLst>
  <p:sldSz cx="9144000" cy="5143500" type="screen16x9"/>
  <p:notesSz cx="6858000" cy="9144000"/>
  <p:embeddedFontLst>
    <p:embeddedFont>
      <p:font typeface="Fredoka One" panose="020B0604020202020204" charset="0"/>
      <p:regular r:id="rId11"/>
    </p:embeddedFont>
    <p:embeddedFont>
      <p:font typeface="Abel" panose="020B0604020202020204" charset="0"/>
      <p:regular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068">
          <p15:clr>
            <a:srgbClr val="9AA0A6"/>
          </p15:clr>
        </p15:guide>
        <p15:guide id="2" pos="2880">
          <p15:clr>
            <a:srgbClr val="9AA0A6"/>
          </p15:clr>
        </p15:guide>
        <p15:guide id="3" orient="horz" pos="253">
          <p15:clr>
            <a:srgbClr val="9AA0A6"/>
          </p15:clr>
        </p15:guide>
        <p15:guide id="4" orient="horz" pos="841">
          <p15:clr>
            <a:srgbClr val="9AA0A6"/>
          </p15:clr>
        </p15:guide>
        <p15:guide id="5" pos="576">
          <p15:clr>
            <a:srgbClr val="9AA0A6"/>
          </p15:clr>
        </p15:guide>
        <p15:guide id="6" orient="horz" pos="547">
          <p15:clr>
            <a:srgbClr val="9AA0A6"/>
          </p15:clr>
        </p15:guide>
        <p15:guide id="7" orient="horz" pos="216">
          <p15:clr>
            <a:srgbClr val="9AA0A6"/>
          </p15:clr>
        </p15:guide>
        <p15:guide id="8" pos="4787">
          <p15:clr>
            <a:srgbClr val="9AA0A6"/>
          </p15:clr>
        </p15:guide>
        <p15:guide id="9" pos="3942">
          <p15:clr>
            <a:srgbClr val="9AA0A6"/>
          </p15:clr>
        </p15:guide>
        <p15:guide id="10" pos="1293">
          <p15:clr>
            <a:srgbClr val="9AA0A6"/>
          </p15:clr>
        </p15:guide>
        <p15:guide id="11" orient="horz" pos="120">
          <p15:clr>
            <a:srgbClr val="9AA0A6"/>
          </p15:clr>
        </p15:guide>
        <p15:guide id="12" orient="horz" pos="144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2CA31A5-7132-4A5F-A072-0CB39D90A84B}">
  <a:tblStyle styleId="{42CA31A5-7132-4A5F-A072-0CB39D90A84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283" y="77"/>
      </p:cViewPr>
      <p:guideLst>
        <p:guide orient="horz" pos="3068"/>
        <p:guide pos="2880"/>
        <p:guide orient="horz" pos="253"/>
        <p:guide orient="horz" pos="841"/>
        <p:guide pos="576"/>
        <p:guide orient="horz" pos="547"/>
        <p:guide orient="horz" pos="216"/>
        <p:guide pos="4787"/>
        <p:guide pos="3942"/>
        <p:guide pos="1293"/>
        <p:guide orient="horz" pos="120"/>
        <p:guide orient="horz" pos="14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615da441d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615da441d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615da441d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615da441d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24395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615da441d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615da441d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85291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61b46b06b8_0_87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61b46b06b8_0_87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615da441d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615da441d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02496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615da441d6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615da441d6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615da441d6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615da441d6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PENING TITL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596875" y="623625"/>
            <a:ext cx="1663500" cy="16635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63225" y="2799325"/>
            <a:ext cx="994800" cy="994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6812375" y="3945250"/>
            <a:ext cx="994800" cy="994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7807175" y="3456225"/>
            <a:ext cx="655800" cy="655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7151375" y="-150575"/>
            <a:ext cx="1094100" cy="10941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2745150" y="789414"/>
            <a:ext cx="3501300" cy="3501300"/>
          </a:xfrm>
          <a:prstGeom prst="donut">
            <a:avLst>
              <a:gd name="adj" fmla="val 1554"/>
            </a:avLst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2416350" y="1897688"/>
            <a:ext cx="4311300" cy="9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2416350" y="2929313"/>
            <a:ext cx="4311300" cy="31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ULLET POINTS">
  <p:cSld name="TITLE_AND_BODY_1_1_1_2_1_1_1_2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817475" y="698575"/>
            <a:ext cx="5715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4297659" y="46737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1pPr>
            <a:lvl2pPr lvl="1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2pPr>
            <a:lvl3pPr lvl="2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3pPr>
            <a:lvl4pPr lvl="3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4pPr>
            <a:lvl5pPr lvl="4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5pPr>
            <a:lvl6pPr lvl="5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6pPr>
            <a:lvl7pPr lvl="6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7pPr>
            <a:lvl8pPr lvl="7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8pPr>
            <a:lvl9pPr lvl="8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1" name="Google Shape;21;p3"/>
          <p:cNvCxnSpPr/>
          <p:nvPr/>
        </p:nvCxnSpPr>
        <p:spPr>
          <a:xfrm>
            <a:off x="3554258" y="4868401"/>
            <a:ext cx="743400" cy="42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Google Shape;22;p3"/>
          <p:cNvCxnSpPr/>
          <p:nvPr/>
        </p:nvCxnSpPr>
        <p:spPr>
          <a:xfrm>
            <a:off x="4846358" y="4868401"/>
            <a:ext cx="743400" cy="42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17475" y="1494350"/>
            <a:ext cx="6595200" cy="240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marL="914400" lvl="1" indent="-29845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marL="1371600" lvl="2" indent="-29845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marL="1828800" lvl="3" indent="-29845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marL="2286000" lvl="4" indent="-29845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5pPr>
            <a:lvl6pPr marL="2743200" lvl="5" indent="-29845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marL="3200400" lvl="6" indent="-29845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marL="3657600" lvl="7" indent="-29845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marL="4114800" lvl="8" indent="-29845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4" name="Google Shape;24;p3"/>
          <p:cNvSpPr/>
          <p:nvPr/>
        </p:nvSpPr>
        <p:spPr>
          <a:xfrm rot="-5400000">
            <a:off x="7847449" y="1972496"/>
            <a:ext cx="2701200" cy="2701200"/>
          </a:xfrm>
          <a:prstGeom prst="blockArc">
            <a:avLst>
              <a:gd name="adj1" fmla="val 10800000"/>
              <a:gd name="adj2" fmla="val 21571275"/>
              <a:gd name="adj3" fmla="val 1374"/>
            </a:avLst>
          </a:prstGeom>
          <a:solidFill>
            <a:srgbClr val="FFFFFF">
              <a:alpha val="392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8099600" y="312575"/>
            <a:ext cx="655800" cy="655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7266150" y="0"/>
            <a:ext cx="655800" cy="655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>
            <a:spLocks noGrp="1"/>
          </p:cNvSpPr>
          <p:nvPr>
            <p:ph type="ctrTitle"/>
          </p:nvPr>
        </p:nvSpPr>
        <p:spPr>
          <a:xfrm>
            <a:off x="2416350" y="2976855"/>
            <a:ext cx="4311300" cy="31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bel"/>
              <a:buNone/>
              <a:defRPr sz="1100" b="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1"/>
          </p:nvPr>
        </p:nvSpPr>
        <p:spPr>
          <a:xfrm>
            <a:off x="2296350" y="1850150"/>
            <a:ext cx="4551300" cy="31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0" name="Google Shape;40;p5"/>
          <p:cNvCxnSpPr/>
          <p:nvPr/>
        </p:nvCxnSpPr>
        <p:spPr>
          <a:xfrm>
            <a:off x="3554258" y="4868401"/>
            <a:ext cx="743400" cy="42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" name="Google Shape;41;p5"/>
          <p:cNvCxnSpPr/>
          <p:nvPr/>
        </p:nvCxnSpPr>
        <p:spPr>
          <a:xfrm>
            <a:off x="4846358" y="4868401"/>
            <a:ext cx="743400" cy="42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" name="Google Shape;42;p5"/>
          <p:cNvSpPr/>
          <p:nvPr/>
        </p:nvSpPr>
        <p:spPr>
          <a:xfrm>
            <a:off x="621700" y="775500"/>
            <a:ext cx="655800" cy="655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5"/>
          <p:cNvSpPr/>
          <p:nvPr/>
        </p:nvSpPr>
        <p:spPr>
          <a:xfrm>
            <a:off x="2462950" y="3557375"/>
            <a:ext cx="655800" cy="655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5"/>
          <p:cNvSpPr/>
          <p:nvPr/>
        </p:nvSpPr>
        <p:spPr>
          <a:xfrm>
            <a:off x="5660300" y="195075"/>
            <a:ext cx="393600" cy="3936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1">
  <p:cSld name="BIG_NUMBER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7"/>
          <p:cNvSpPr/>
          <p:nvPr/>
        </p:nvSpPr>
        <p:spPr>
          <a:xfrm>
            <a:off x="3045600" y="1045350"/>
            <a:ext cx="3052800" cy="3052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ctrTitle"/>
          </p:nvPr>
        </p:nvSpPr>
        <p:spPr>
          <a:xfrm>
            <a:off x="2416350" y="2044636"/>
            <a:ext cx="4311300" cy="897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ubTitle" idx="1"/>
          </p:nvPr>
        </p:nvSpPr>
        <p:spPr>
          <a:xfrm>
            <a:off x="3616200" y="2902463"/>
            <a:ext cx="1911600" cy="31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69" name="Google Shape;69;p7"/>
          <p:cNvSpPr txBox="1">
            <a:spLocks noGrp="1"/>
          </p:cNvSpPr>
          <p:nvPr>
            <p:ph type="title" idx="2" hasCustomPrompt="1"/>
          </p:nvPr>
        </p:nvSpPr>
        <p:spPr>
          <a:xfrm>
            <a:off x="2813400" y="1858538"/>
            <a:ext cx="3517200" cy="59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0" name="Google Shape;70;p7"/>
          <p:cNvSpPr txBox="1">
            <a:spLocks noGrp="1"/>
          </p:cNvSpPr>
          <p:nvPr>
            <p:ph type="sldNum" idx="12"/>
          </p:nvPr>
        </p:nvSpPr>
        <p:spPr>
          <a:xfrm>
            <a:off x="4297659" y="46737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1pPr>
            <a:lvl2pPr lvl="1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2pPr>
            <a:lvl3pPr lvl="2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3pPr>
            <a:lvl4pPr lvl="3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4pPr>
            <a:lvl5pPr lvl="4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5pPr>
            <a:lvl6pPr lvl="5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6pPr>
            <a:lvl7pPr lvl="6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7pPr>
            <a:lvl8pPr lvl="7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8pPr>
            <a:lvl9pPr lvl="8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1" name="Google Shape;71;p7"/>
          <p:cNvCxnSpPr/>
          <p:nvPr/>
        </p:nvCxnSpPr>
        <p:spPr>
          <a:xfrm>
            <a:off x="3554258" y="4868401"/>
            <a:ext cx="743400" cy="42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2" name="Google Shape;72;p7"/>
          <p:cNvCxnSpPr/>
          <p:nvPr/>
        </p:nvCxnSpPr>
        <p:spPr>
          <a:xfrm>
            <a:off x="4846358" y="4868401"/>
            <a:ext cx="743400" cy="42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3" name="Google Shape;73;p7"/>
          <p:cNvSpPr/>
          <p:nvPr/>
        </p:nvSpPr>
        <p:spPr>
          <a:xfrm>
            <a:off x="1459650" y="287750"/>
            <a:ext cx="655800" cy="655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7"/>
          <p:cNvSpPr/>
          <p:nvPr/>
        </p:nvSpPr>
        <p:spPr>
          <a:xfrm>
            <a:off x="6508100" y="1915950"/>
            <a:ext cx="655800" cy="655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7"/>
          <p:cNvSpPr/>
          <p:nvPr/>
        </p:nvSpPr>
        <p:spPr>
          <a:xfrm>
            <a:off x="2843225" y="3827600"/>
            <a:ext cx="655800" cy="655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7"/>
          <p:cNvSpPr/>
          <p:nvPr/>
        </p:nvSpPr>
        <p:spPr>
          <a:xfrm>
            <a:off x="112199" y="3927246"/>
            <a:ext cx="2701200" cy="2701200"/>
          </a:xfrm>
          <a:prstGeom prst="blockArc">
            <a:avLst>
              <a:gd name="adj1" fmla="val 10800000"/>
              <a:gd name="adj2" fmla="val 21571275"/>
              <a:gd name="adj3" fmla="val 1374"/>
            </a:avLst>
          </a:prstGeom>
          <a:solidFill>
            <a:srgbClr val="FFFFFF">
              <a:alpha val="392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ULLET POINTS">
  <p:cSld name="TITLE_AND_BODY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6201800" y="3852275"/>
            <a:ext cx="655800" cy="655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8"/>
          <p:cNvSpPr/>
          <p:nvPr/>
        </p:nvSpPr>
        <p:spPr>
          <a:xfrm>
            <a:off x="280300" y="560050"/>
            <a:ext cx="1784100" cy="17841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8"/>
          <p:cNvSpPr/>
          <p:nvPr/>
        </p:nvSpPr>
        <p:spPr>
          <a:xfrm>
            <a:off x="7343600" y="3538750"/>
            <a:ext cx="393600" cy="3936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8"/>
          <p:cNvSpPr txBox="1">
            <a:spLocks noGrp="1"/>
          </p:cNvSpPr>
          <p:nvPr>
            <p:ph type="title"/>
          </p:nvPr>
        </p:nvSpPr>
        <p:spPr>
          <a:xfrm>
            <a:off x="817475" y="698575"/>
            <a:ext cx="4438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82" name="Google Shape;82;p8"/>
          <p:cNvSpPr txBox="1">
            <a:spLocks noGrp="1"/>
          </p:cNvSpPr>
          <p:nvPr>
            <p:ph type="body" idx="1"/>
          </p:nvPr>
        </p:nvSpPr>
        <p:spPr>
          <a:xfrm>
            <a:off x="817475" y="1898986"/>
            <a:ext cx="4438500" cy="22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marL="914400" lvl="1" indent="-29845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marL="1371600" lvl="2" indent="-29845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marL="1828800" lvl="3" indent="-29845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marL="2286000" lvl="4" indent="-29845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5pPr>
            <a:lvl6pPr marL="2743200" lvl="5" indent="-29845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marL="3200400" lvl="6" indent="-29845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marL="3657600" lvl="7" indent="-29845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marL="4114800" lvl="8" indent="-29845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3" name="Google Shape;83;p8"/>
          <p:cNvSpPr txBox="1">
            <a:spLocks noGrp="1"/>
          </p:cNvSpPr>
          <p:nvPr>
            <p:ph type="sldNum" idx="12"/>
          </p:nvPr>
        </p:nvSpPr>
        <p:spPr>
          <a:xfrm>
            <a:off x="4297659" y="46737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1pPr>
            <a:lvl2pPr lvl="1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2pPr>
            <a:lvl3pPr lvl="2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3pPr>
            <a:lvl4pPr lvl="3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4pPr>
            <a:lvl5pPr lvl="4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5pPr>
            <a:lvl6pPr lvl="5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6pPr>
            <a:lvl7pPr lvl="6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7pPr>
            <a:lvl8pPr lvl="7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8pPr>
            <a:lvl9pPr lvl="8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4" name="Google Shape;84;p8"/>
          <p:cNvCxnSpPr/>
          <p:nvPr/>
        </p:nvCxnSpPr>
        <p:spPr>
          <a:xfrm>
            <a:off x="3554258" y="4868401"/>
            <a:ext cx="743400" cy="42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5" name="Google Shape;85;p8"/>
          <p:cNvCxnSpPr/>
          <p:nvPr/>
        </p:nvCxnSpPr>
        <p:spPr>
          <a:xfrm>
            <a:off x="4846358" y="4868401"/>
            <a:ext cx="743400" cy="42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 One"/>
              <a:buNone/>
              <a:defRPr sz="2800" b="1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5284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bel"/>
              <a:buChar char="●"/>
              <a:defRPr sz="1800">
                <a:latin typeface="Abel"/>
                <a:ea typeface="Abel"/>
                <a:cs typeface="Abel"/>
                <a:sym typeface="Abel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○"/>
              <a:defRPr>
                <a:latin typeface="Abel"/>
                <a:ea typeface="Abel"/>
                <a:cs typeface="Abel"/>
                <a:sym typeface="Abel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■"/>
              <a:defRPr>
                <a:latin typeface="Abel"/>
                <a:ea typeface="Abel"/>
                <a:cs typeface="Abel"/>
                <a:sym typeface="Abel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●"/>
              <a:defRPr>
                <a:latin typeface="Abel"/>
                <a:ea typeface="Abel"/>
                <a:cs typeface="Abel"/>
                <a:sym typeface="Abel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○"/>
              <a:defRPr>
                <a:latin typeface="Abel"/>
                <a:ea typeface="Abel"/>
                <a:cs typeface="Abel"/>
                <a:sym typeface="Abel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■"/>
              <a:defRPr>
                <a:latin typeface="Abel"/>
                <a:ea typeface="Abel"/>
                <a:cs typeface="Abel"/>
                <a:sym typeface="Abel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●"/>
              <a:defRPr>
                <a:latin typeface="Abel"/>
                <a:ea typeface="Abel"/>
                <a:cs typeface="Abel"/>
                <a:sym typeface="Abel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○"/>
              <a:defRPr>
                <a:latin typeface="Abel"/>
                <a:ea typeface="Abel"/>
                <a:cs typeface="Abel"/>
                <a:sym typeface="Abel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Abel"/>
              <a:buChar char="■"/>
              <a:defRPr>
                <a:latin typeface="Abel"/>
                <a:ea typeface="Abel"/>
                <a:cs typeface="Abel"/>
                <a:sym typeface="Abe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2pPr>
            <a:lvl3pPr lvl="2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3pPr>
            <a:lvl4pPr lvl="3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4pPr>
            <a:lvl5pPr lvl="4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5pPr>
            <a:lvl6pPr lvl="5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6pPr>
            <a:lvl7pPr lvl="6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7pPr>
            <a:lvl8pPr lvl="7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8pPr>
            <a:lvl9pPr lvl="8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3" r:id="rId4"/>
    <p:sldLayoutId id="2147483654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DBSviXhkubg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7"/>
          <p:cNvSpPr txBox="1">
            <a:spLocks noGrp="1"/>
          </p:cNvSpPr>
          <p:nvPr>
            <p:ph type="ctrTitle"/>
          </p:nvPr>
        </p:nvSpPr>
        <p:spPr>
          <a:xfrm>
            <a:off x="1069534" y="2672785"/>
            <a:ext cx="6462412" cy="9948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ln>
                  <a:solidFill>
                    <a:schemeClr val="tx1"/>
                  </a:solidFill>
                </a:ln>
                <a:solidFill>
                  <a:srgbClr val="FFFFFF"/>
                </a:solidFill>
              </a:rPr>
              <a:t>Topic</a:t>
            </a:r>
            <a:r>
              <a:rPr lang="en" dirty="0" smtClean="0">
                <a:ln>
                  <a:solidFill>
                    <a:schemeClr val="tx1"/>
                  </a:solidFill>
                </a:ln>
                <a:solidFill>
                  <a:srgbClr val="FFFFFF"/>
                </a:solidFill>
              </a:rPr>
              <a:t>: Adding and Subtracting with negative numbers </a:t>
            </a:r>
            <a:r>
              <a:rPr lang="en" dirty="0" smtClean="0">
                <a:ln>
                  <a:solidFill>
                    <a:schemeClr val="tx1"/>
                  </a:solidFill>
                </a:ln>
                <a:solidFill>
                  <a:srgbClr val="FFFFFF"/>
                </a:solidFill>
              </a:rPr>
              <a:t/>
            </a:r>
            <a:br>
              <a:rPr lang="en" dirty="0" smtClean="0">
                <a:ln>
                  <a:solidFill>
                    <a:schemeClr val="tx1"/>
                  </a:solidFill>
                </a:ln>
                <a:solidFill>
                  <a:srgbClr val="FFFFFF"/>
                </a:solidFill>
              </a:rPr>
            </a:br>
            <a:r>
              <a:rPr lang="en" dirty="0" smtClean="0">
                <a:ln>
                  <a:solidFill>
                    <a:schemeClr val="tx1"/>
                  </a:solidFill>
                </a:ln>
                <a:solidFill>
                  <a:srgbClr val="FFFFFF"/>
                </a:solidFill>
              </a:rPr>
              <a:t>EQ</a:t>
            </a:r>
            <a:r>
              <a:rPr lang="en" dirty="0" smtClean="0">
                <a:ln>
                  <a:solidFill>
                    <a:schemeClr val="tx1"/>
                  </a:solidFill>
                </a:ln>
                <a:solidFill>
                  <a:srgbClr val="FFFFFF"/>
                </a:solidFill>
              </a:rPr>
              <a:t>: How do we add and subtract with negatives?</a:t>
            </a:r>
            <a:endParaRPr dirty="0">
              <a:ln>
                <a:solidFill>
                  <a:schemeClr val="tx1"/>
                </a:solidFill>
              </a:ln>
              <a:solidFill>
                <a:srgbClr val="FFFFFF"/>
              </a:solidFill>
            </a:endParaRPr>
          </a:p>
        </p:txBody>
      </p:sp>
      <p:sp>
        <p:nvSpPr>
          <p:cNvPr id="353" name="Google Shape;353;p37"/>
          <p:cNvSpPr txBox="1">
            <a:spLocks noGrp="1"/>
          </p:cNvSpPr>
          <p:nvPr>
            <p:ph type="subTitle" idx="1"/>
          </p:nvPr>
        </p:nvSpPr>
        <p:spPr>
          <a:xfrm>
            <a:off x="-1366064" y="4751186"/>
            <a:ext cx="4311300" cy="31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dirty="0" smtClean="0">
                <a:solidFill>
                  <a:srgbClr val="FFFFFF"/>
                </a:solidFill>
              </a:rPr>
              <a:t>Mrs. McLeod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87444" y="105981"/>
            <a:ext cx="8326582" cy="502589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75" name="Google Shape;375;p40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2</a:t>
            </a:fld>
            <a:endParaRPr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078347" y="45877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105643" y="81850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45474" y="36961"/>
            <a:ext cx="484908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25" dirty="0">
                <a:latin typeface="Chalkboard"/>
                <a:cs typeface="Chalkboard"/>
              </a:rPr>
              <a:t>24</a:t>
            </a:r>
          </a:p>
          <a:p>
            <a:r>
              <a:rPr lang="en-AU" sz="825" dirty="0">
                <a:latin typeface="Chalkboard"/>
                <a:cs typeface="Chalkboard"/>
              </a:rPr>
              <a:t>7</a:t>
            </a:r>
          </a:p>
          <a:p>
            <a:r>
              <a:rPr lang="en-AU" sz="825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0560" y="60284"/>
            <a:ext cx="6257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9170"/>
            <a:ext cx="685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b="1" dirty="0" smtClean="0">
                <a:latin typeface="Chalkboard"/>
                <a:cs typeface="Chalkboard"/>
              </a:rPr>
              <a:t>EQ</a:t>
            </a:r>
            <a:r>
              <a:rPr lang="en-AU" sz="1800" b="1" dirty="0">
                <a:latin typeface="Chalkboard"/>
                <a:cs typeface="Chalkboard"/>
              </a:rPr>
              <a:t>: How do we add and subtract with negatives?</a:t>
            </a:r>
            <a:endParaRPr lang="en-AU" sz="1800" b="1" dirty="0">
              <a:latin typeface="Chalkboard"/>
              <a:cs typeface="Chalkboar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78347" y="37200"/>
            <a:ext cx="6186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Topic: Adding and Subtracting with negative numbers 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2003055" y="818502"/>
            <a:ext cx="16575" cy="4172598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822302" y="1092017"/>
            <a:ext cx="10064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Negative numbers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2151142" y="1138066"/>
            <a:ext cx="602583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On the left of zero on the number line, increase in value as you get farther away from zero </a:t>
            </a:r>
          </a:p>
          <a:p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6751" y="1705778"/>
            <a:ext cx="6782793" cy="1199023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2230083" y="3072121"/>
            <a:ext cx="2855034" cy="171696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TextBox 12"/>
          <p:cNvSpPr txBox="1"/>
          <p:nvPr/>
        </p:nvSpPr>
        <p:spPr>
          <a:xfrm>
            <a:off x="687444" y="3472513"/>
            <a:ext cx="22827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Other words </a:t>
            </a:r>
          </a:p>
          <a:p>
            <a:r>
              <a:rPr lang="en-AU" dirty="0" smtClean="0"/>
              <a:t>for addition 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161007" y="3191923"/>
            <a:ext cx="119727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dirty="0" smtClean="0"/>
              <a:t>Sum</a:t>
            </a:r>
          </a:p>
          <a:p>
            <a:r>
              <a:rPr lang="en-AU" sz="1800" dirty="0" smtClean="0"/>
              <a:t>Plus</a:t>
            </a:r>
          </a:p>
          <a:p>
            <a:r>
              <a:rPr lang="en-AU" sz="1800" dirty="0" smtClean="0"/>
              <a:t>Increase</a:t>
            </a:r>
          </a:p>
          <a:p>
            <a:r>
              <a:rPr lang="en-AU" sz="1800" dirty="0" smtClean="0"/>
              <a:t>Total </a:t>
            </a:r>
          </a:p>
          <a:p>
            <a:r>
              <a:rPr lang="en-AU" sz="1800" dirty="0" smtClean="0"/>
              <a:t>More </a:t>
            </a:r>
            <a:endParaRPr lang="en-AU" sz="1800" dirty="0"/>
          </a:p>
        </p:txBody>
      </p:sp>
      <p:sp>
        <p:nvSpPr>
          <p:cNvPr id="15" name="TextBox 14"/>
          <p:cNvSpPr txBox="1"/>
          <p:nvPr/>
        </p:nvSpPr>
        <p:spPr>
          <a:xfrm>
            <a:off x="4846359" y="2980298"/>
            <a:ext cx="1999839" cy="6001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sz="1100" dirty="0" smtClean="0"/>
              <a:t>Is zero positive or negative? Have a think, check with your shoulder partner</a:t>
            </a:r>
            <a:endParaRPr lang="en-AU" sz="1100" dirty="0"/>
          </a:p>
        </p:txBody>
      </p:sp>
      <p:sp>
        <p:nvSpPr>
          <p:cNvPr id="16" name="TextBox 15"/>
          <p:cNvSpPr txBox="1"/>
          <p:nvPr/>
        </p:nvSpPr>
        <p:spPr>
          <a:xfrm>
            <a:off x="5085117" y="4251278"/>
            <a:ext cx="1479456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 smtClean="0"/>
              <a:t>Can you think of anymore?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7038882" y="3191923"/>
            <a:ext cx="897465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 smtClean="0"/>
              <a:t>Neither!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2" grpId="0" animBg="1"/>
      <p:bldP spid="13" grpId="0"/>
      <p:bldP spid="14" grpId="0"/>
      <p:bldP spid="15" grpId="0" animBg="1"/>
      <p:bldP spid="16" grpId="0" animBg="1"/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08709" y="57269"/>
            <a:ext cx="8326582" cy="502589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75" name="Google Shape;375;p40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3</a:t>
            </a:fld>
            <a:endParaRPr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078347" y="45877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105643" y="81850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45474" y="36961"/>
            <a:ext cx="484908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25" dirty="0">
                <a:latin typeface="Chalkboard"/>
                <a:cs typeface="Chalkboard"/>
              </a:rPr>
              <a:t>24</a:t>
            </a:r>
          </a:p>
          <a:p>
            <a:r>
              <a:rPr lang="en-AU" sz="825" dirty="0">
                <a:latin typeface="Chalkboard"/>
                <a:cs typeface="Chalkboard"/>
              </a:rPr>
              <a:t>7</a:t>
            </a:r>
          </a:p>
          <a:p>
            <a:r>
              <a:rPr lang="en-AU" sz="825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0560" y="60284"/>
            <a:ext cx="6257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9170"/>
            <a:ext cx="685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b="1" dirty="0" smtClean="0">
                <a:latin typeface="Chalkboard"/>
                <a:cs typeface="Chalkboard"/>
              </a:rPr>
              <a:t>EQ</a:t>
            </a:r>
            <a:r>
              <a:rPr lang="en-AU" sz="1800" b="1" dirty="0">
                <a:latin typeface="Chalkboard"/>
                <a:cs typeface="Chalkboard"/>
              </a:rPr>
              <a:t>: How do we add and subtract with negatives?</a:t>
            </a:r>
            <a:endParaRPr lang="en-AU" sz="1800" b="1" dirty="0">
              <a:latin typeface="Chalkboard"/>
              <a:cs typeface="Chalkboar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78347" y="37200"/>
            <a:ext cx="6186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Topic: Adding and Subtracting with negative numbers 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2003055" y="818502"/>
            <a:ext cx="16575" cy="4172598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822302" y="1092017"/>
            <a:ext cx="10064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No sign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2126751" y="962198"/>
            <a:ext cx="60258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Is a number has NO sign we can assume it is a positive number</a:t>
            </a:r>
          </a:p>
          <a:p>
            <a:endParaRPr lang="en-AU" dirty="0"/>
          </a:p>
          <a:p>
            <a:r>
              <a:rPr lang="en-AU" dirty="0" smtClean="0"/>
              <a:t>3 is positive +3</a:t>
            </a:r>
          </a:p>
          <a:p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408709" y="1936374"/>
            <a:ext cx="1684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Adding/subtracting a positive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4977624" y="2048500"/>
            <a:ext cx="1993446" cy="738664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 smtClean="0"/>
              <a:t>Subtracting a positive is the same as adding a negative!</a:t>
            </a:r>
            <a:endParaRPr lang="en-AU" dirty="0"/>
          </a:p>
        </p:txBody>
      </p:sp>
      <p:sp>
        <p:nvSpPr>
          <p:cNvPr id="20" name="TextBox 19"/>
          <p:cNvSpPr txBox="1"/>
          <p:nvPr/>
        </p:nvSpPr>
        <p:spPr>
          <a:xfrm>
            <a:off x="2158284" y="1950199"/>
            <a:ext cx="60258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Normal addition   2 + 3 = 5</a:t>
            </a:r>
          </a:p>
          <a:p>
            <a:r>
              <a:rPr lang="en-AU" dirty="0" smtClean="0"/>
              <a:t>Normal subtraction 6 - 2 =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4631" y="2940517"/>
            <a:ext cx="16849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Adding a negative</a:t>
            </a:r>
            <a:endParaRPr lang="en-AU" dirty="0"/>
          </a:p>
        </p:txBody>
      </p:sp>
      <p:sp>
        <p:nvSpPr>
          <p:cNvPr id="22" name="TextBox 21"/>
          <p:cNvSpPr txBox="1"/>
          <p:nvPr/>
        </p:nvSpPr>
        <p:spPr>
          <a:xfrm>
            <a:off x="2031571" y="2810580"/>
            <a:ext cx="60258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Adding negative value so we are going down the number line</a:t>
            </a:r>
          </a:p>
          <a:p>
            <a:r>
              <a:rPr lang="en-AU" dirty="0" smtClean="0"/>
              <a:t>6 + -2 =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4133" y="3857949"/>
            <a:ext cx="1684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Subtracting a negative</a:t>
            </a:r>
            <a:endParaRPr lang="en-AU" dirty="0"/>
          </a:p>
        </p:txBody>
      </p:sp>
      <p:sp>
        <p:nvSpPr>
          <p:cNvPr id="24" name="TextBox 23"/>
          <p:cNvSpPr txBox="1"/>
          <p:nvPr/>
        </p:nvSpPr>
        <p:spPr>
          <a:xfrm>
            <a:off x="2012568" y="3853397"/>
            <a:ext cx="602583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Subtracting negative value</a:t>
            </a:r>
          </a:p>
          <a:p>
            <a:r>
              <a:rPr lang="en-AU" dirty="0" smtClean="0"/>
              <a:t>6 - -2 = 8 </a:t>
            </a:r>
          </a:p>
          <a:p>
            <a:endParaRPr lang="en-AU" dirty="0"/>
          </a:p>
          <a:p>
            <a:r>
              <a:rPr lang="en-AU" dirty="0" smtClean="0"/>
              <a:t>Which is the same as 6 + 2 = 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39666" y="3998541"/>
            <a:ext cx="1993446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 smtClean="0"/>
              <a:t>Two negatives make a positive!</a:t>
            </a:r>
            <a:endParaRPr lang="en-AU" dirty="0"/>
          </a:p>
        </p:txBody>
      </p:sp>
      <p:sp>
        <p:nvSpPr>
          <p:cNvPr id="17" name="Rectangle 16"/>
          <p:cNvSpPr/>
          <p:nvPr/>
        </p:nvSpPr>
        <p:spPr>
          <a:xfrm>
            <a:off x="3737391" y="2197984"/>
            <a:ext cx="848616" cy="256826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7" name="Rectangle 26"/>
          <p:cNvSpPr/>
          <p:nvPr/>
        </p:nvSpPr>
        <p:spPr>
          <a:xfrm>
            <a:off x="2110450" y="3072190"/>
            <a:ext cx="848616" cy="256826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258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3" grpId="0"/>
      <p:bldP spid="19" grpId="0" animBg="1"/>
      <p:bldP spid="20" grpId="0"/>
      <p:bldP spid="21" grpId="0"/>
      <p:bldP spid="22" grpId="0"/>
      <p:bldP spid="23" grpId="0"/>
      <p:bldP spid="24" grpId="0"/>
      <p:bldP spid="25" grpId="0" animBg="1"/>
      <p:bldP spid="17" grpId="0" animBg="1"/>
      <p:bldP spid="2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08709" y="57269"/>
            <a:ext cx="8326582" cy="502589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75" name="Google Shape;375;p40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4</a:t>
            </a:fld>
            <a:endParaRPr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078347" y="45877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105643" y="81850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45474" y="36961"/>
            <a:ext cx="484908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25" dirty="0">
                <a:latin typeface="Chalkboard"/>
                <a:cs typeface="Chalkboard"/>
              </a:rPr>
              <a:t>24</a:t>
            </a:r>
          </a:p>
          <a:p>
            <a:r>
              <a:rPr lang="en-AU" sz="825" dirty="0">
                <a:latin typeface="Chalkboard"/>
                <a:cs typeface="Chalkboard"/>
              </a:rPr>
              <a:t>7</a:t>
            </a:r>
          </a:p>
          <a:p>
            <a:r>
              <a:rPr lang="en-AU" sz="825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0560" y="60284"/>
            <a:ext cx="6257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9170"/>
            <a:ext cx="685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b="1" dirty="0" smtClean="0">
                <a:latin typeface="Chalkboard"/>
                <a:cs typeface="Chalkboard"/>
              </a:rPr>
              <a:t>EQ</a:t>
            </a:r>
            <a:r>
              <a:rPr lang="en-AU" sz="1800" b="1" dirty="0">
                <a:latin typeface="Chalkboard"/>
                <a:cs typeface="Chalkboard"/>
              </a:rPr>
              <a:t>: How do we add and subtract with negatives?</a:t>
            </a:r>
            <a:endParaRPr lang="en-AU" sz="1800" b="1" dirty="0">
              <a:latin typeface="Chalkboard"/>
              <a:cs typeface="Chalkboar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78347" y="37200"/>
            <a:ext cx="6186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Topic: Adding and Subtracting with negative numbers 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2003055" y="818502"/>
            <a:ext cx="16575" cy="4172598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1100899" y="1999480"/>
            <a:ext cx="10064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Rule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2126751" y="962198"/>
            <a:ext cx="60258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12291" t="22037" r="10138" b="24136"/>
          <a:stretch/>
        </p:blipFill>
        <p:spPr>
          <a:xfrm>
            <a:off x="2126751" y="1116086"/>
            <a:ext cx="6103388" cy="2382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65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8"/>
          <p:cNvSpPr txBox="1">
            <a:spLocks noGrp="1"/>
          </p:cNvSpPr>
          <p:nvPr>
            <p:ph type="sldNum" idx="12"/>
          </p:nvPr>
        </p:nvSpPr>
        <p:spPr>
          <a:xfrm>
            <a:off x="4297659" y="46737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623590" y="2467218"/>
            <a:ext cx="5715000" cy="572700"/>
          </a:xfrm>
        </p:spPr>
        <p:txBody>
          <a:bodyPr/>
          <a:lstStyle/>
          <a:p>
            <a:r>
              <a:rPr lang="en-AU" dirty="0">
                <a:hlinkClick r:id="rId3"/>
              </a:rPr>
              <a:t>https://</a:t>
            </a:r>
            <a:r>
              <a:rPr lang="en-AU" dirty="0" smtClean="0">
                <a:hlinkClick r:id="rId3"/>
              </a:rPr>
              <a:t>youtu.be/DBSviXhkubg</a:t>
            </a:r>
            <a:r>
              <a:rPr lang="en-AU" dirty="0" smtClean="0"/>
              <a:t> </a:t>
            </a:r>
            <a:endParaRPr lang="en-AU" dirty="0"/>
          </a:p>
        </p:txBody>
      </p:sp>
      <p:grpSp>
        <p:nvGrpSpPr>
          <p:cNvPr id="4" name="Google Shape;10824;p79"/>
          <p:cNvGrpSpPr/>
          <p:nvPr/>
        </p:nvGrpSpPr>
        <p:grpSpPr>
          <a:xfrm>
            <a:off x="3500118" y="684157"/>
            <a:ext cx="1595081" cy="1282790"/>
            <a:chOff x="3042703" y="1529137"/>
            <a:chExt cx="411535" cy="315587"/>
          </a:xfrm>
          <a:solidFill>
            <a:schemeClr val="bg1"/>
          </a:solidFill>
        </p:grpSpPr>
        <p:sp>
          <p:nvSpPr>
            <p:cNvPr id="5" name="Google Shape;10825;p79"/>
            <p:cNvSpPr/>
            <p:nvPr/>
          </p:nvSpPr>
          <p:spPr>
            <a:xfrm>
              <a:off x="3042703" y="1529137"/>
              <a:ext cx="411535" cy="315587"/>
            </a:xfrm>
            <a:custGeom>
              <a:avLst/>
              <a:gdLst/>
              <a:ahLst/>
              <a:cxnLst/>
              <a:rect l="l" t="t" r="r" b="b"/>
              <a:pathLst>
                <a:path w="12919" h="9907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lnTo>
                    <a:pt x="1" y="9716"/>
                  </a:lnTo>
                  <a:cubicBezTo>
                    <a:pt x="1" y="9823"/>
                    <a:pt x="96" y="9906"/>
                    <a:pt x="191" y="9906"/>
                  </a:cubicBezTo>
                  <a:lnTo>
                    <a:pt x="2394" y="9906"/>
                  </a:lnTo>
                  <a:cubicBezTo>
                    <a:pt x="2501" y="9906"/>
                    <a:pt x="2584" y="9823"/>
                    <a:pt x="2584" y="9716"/>
                  </a:cubicBezTo>
                  <a:cubicBezTo>
                    <a:pt x="2584" y="9609"/>
                    <a:pt x="2501" y="9525"/>
                    <a:pt x="2394" y="9525"/>
                  </a:cubicBezTo>
                  <a:lnTo>
                    <a:pt x="382" y="9525"/>
                  </a:lnTo>
                  <a:lnTo>
                    <a:pt x="382" y="7989"/>
                  </a:lnTo>
                  <a:lnTo>
                    <a:pt x="8287" y="7989"/>
                  </a:lnTo>
                  <a:cubicBezTo>
                    <a:pt x="8394" y="7989"/>
                    <a:pt x="8478" y="7894"/>
                    <a:pt x="8478" y="7799"/>
                  </a:cubicBezTo>
                  <a:cubicBezTo>
                    <a:pt x="8478" y="7692"/>
                    <a:pt x="8394" y="7596"/>
                    <a:pt x="8287" y="7596"/>
                  </a:cubicBezTo>
                  <a:lnTo>
                    <a:pt x="382" y="7596"/>
                  </a:lnTo>
                  <a:lnTo>
                    <a:pt x="382" y="2167"/>
                  </a:lnTo>
                  <a:lnTo>
                    <a:pt x="12550" y="2167"/>
                  </a:lnTo>
                  <a:lnTo>
                    <a:pt x="12550" y="7596"/>
                  </a:lnTo>
                  <a:lnTo>
                    <a:pt x="9287" y="7596"/>
                  </a:lnTo>
                  <a:cubicBezTo>
                    <a:pt x="9180" y="7596"/>
                    <a:pt x="9097" y="7692"/>
                    <a:pt x="9097" y="7799"/>
                  </a:cubicBezTo>
                  <a:cubicBezTo>
                    <a:pt x="9097" y="7894"/>
                    <a:pt x="9180" y="7989"/>
                    <a:pt x="9287" y="7989"/>
                  </a:cubicBezTo>
                  <a:lnTo>
                    <a:pt x="12538" y="7989"/>
                  </a:lnTo>
                  <a:lnTo>
                    <a:pt x="12538" y="9525"/>
                  </a:lnTo>
                  <a:lnTo>
                    <a:pt x="3251" y="9525"/>
                  </a:lnTo>
                  <a:cubicBezTo>
                    <a:pt x="3144" y="9525"/>
                    <a:pt x="3049" y="9609"/>
                    <a:pt x="3049" y="9716"/>
                  </a:cubicBezTo>
                  <a:cubicBezTo>
                    <a:pt x="3049" y="9823"/>
                    <a:pt x="3144" y="9906"/>
                    <a:pt x="3251" y="9906"/>
                  </a:cubicBezTo>
                  <a:lnTo>
                    <a:pt x="12728" y="9906"/>
                  </a:lnTo>
                  <a:cubicBezTo>
                    <a:pt x="12835" y="9906"/>
                    <a:pt x="12919" y="9823"/>
                    <a:pt x="12919" y="9716"/>
                  </a:cubicBezTo>
                  <a:lnTo>
                    <a:pt x="12919" y="191"/>
                  </a:lnTo>
                  <a:cubicBezTo>
                    <a:pt x="12907" y="84"/>
                    <a:pt x="12835" y="0"/>
                    <a:pt x="12728" y="0"/>
                  </a:cubicBezTo>
                  <a:lnTo>
                    <a:pt x="6859" y="0"/>
                  </a:lnTo>
                  <a:cubicBezTo>
                    <a:pt x="6763" y="0"/>
                    <a:pt x="6668" y="84"/>
                    <a:pt x="6668" y="191"/>
                  </a:cubicBezTo>
                  <a:cubicBezTo>
                    <a:pt x="6668" y="298"/>
                    <a:pt x="6763" y="381"/>
                    <a:pt x="6859" y="381"/>
                  </a:cubicBezTo>
                  <a:lnTo>
                    <a:pt x="12538" y="381"/>
                  </a:lnTo>
                  <a:lnTo>
                    <a:pt x="12538" y="1810"/>
                  </a:lnTo>
                  <a:lnTo>
                    <a:pt x="370" y="1810"/>
                  </a:lnTo>
                  <a:lnTo>
                    <a:pt x="370" y="381"/>
                  </a:lnTo>
                  <a:lnTo>
                    <a:pt x="6001" y="381"/>
                  </a:lnTo>
                  <a:cubicBezTo>
                    <a:pt x="6108" y="381"/>
                    <a:pt x="6192" y="298"/>
                    <a:pt x="6192" y="191"/>
                  </a:cubicBezTo>
                  <a:cubicBezTo>
                    <a:pt x="6192" y="84"/>
                    <a:pt x="6097" y="0"/>
                    <a:pt x="600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0826;p79"/>
            <p:cNvSpPr/>
            <p:nvPr/>
          </p:nvSpPr>
          <p:spPr>
            <a:xfrm>
              <a:off x="3077967" y="1557965"/>
              <a:ext cx="12169" cy="12551"/>
            </a:xfrm>
            <a:custGeom>
              <a:avLst/>
              <a:gdLst/>
              <a:ahLst/>
              <a:cxnLst/>
              <a:rect l="l" t="t" r="r" b="b"/>
              <a:pathLst>
                <a:path w="382" h="394" extrusionOk="0">
                  <a:moveTo>
                    <a:pt x="191" y="0"/>
                  </a:moveTo>
                  <a:cubicBezTo>
                    <a:pt x="84" y="0"/>
                    <a:pt x="1" y="95"/>
                    <a:pt x="1" y="191"/>
                  </a:cubicBezTo>
                  <a:cubicBezTo>
                    <a:pt x="1" y="298"/>
                    <a:pt x="84" y="393"/>
                    <a:pt x="191" y="393"/>
                  </a:cubicBezTo>
                  <a:cubicBezTo>
                    <a:pt x="298" y="393"/>
                    <a:pt x="382" y="298"/>
                    <a:pt x="382" y="191"/>
                  </a:cubicBezTo>
                  <a:cubicBezTo>
                    <a:pt x="382" y="95"/>
                    <a:pt x="2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0827;p79"/>
            <p:cNvSpPr/>
            <p:nvPr/>
          </p:nvSpPr>
          <p:spPr>
            <a:xfrm>
              <a:off x="3099978" y="1557965"/>
              <a:ext cx="12551" cy="12551"/>
            </a:xfrm>
            <a:custGeom>
              <a:avLst/>
              <a:gdLst/>
              <a:ahLst/>
              <a:cxnLst/>
              <a:rect l="l" t="t" r="r" b="b"/>
              <a:pathLst>
                <a:path w="394" h="394" extrusionOk="0">
                  <a:moveTo>
                    <a:pt x="203" y="0"/>
                  </a:moveTo>
                  <a:cubicBezTo>
                    <a:pt x="96" y="0"/>
                    <a:pt x="0" y="95"/>
                    <a:pt x="0" y="191"/>
                  </a:cubicBezTo>
                  <a:cubicBezTo>
                    <a:pt x="0" y="298"/>
                    <a:pt x="96" y="393"/>
                    <a:pt x="203" y="393"/>
                  </a:cubicBezTo>
                  <a:cubicBezTo>
                    <a:pt x="298" y="393"/>
                    <a:pt x="393" y="298"/>
                    <a:pt x="393" y="191"/>
                  </a:cubicBezTo>
                  <a:cubicBezTo>
                    <a:pt x="393" y="95"/>
                    <a:pt x="298" y="0"/>
                    <a:pt x="2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0828;p79"/>
            <p:cNvSpPr/>
            <p:nvPr/>
          </p:nvSpPr>
          <p:spPr>
            <a:xfrm>
              <a:off x="3122341" y="1557965"/>
              <a:ext cx="12551" cy="12551"/>
            </a:xfrm>
            <a:custGeom>
              <a:avLst/>
              <a:gdLst/>
              <a:ahLst/>
              <a:cxnLst/>
              <a:rect l="l" t="t" r="r" b="b"/>
              <a:pathLst>
                <a:path w="394" h="394" extrusionOk="0">
                  <a:moveTo>
                    <a:pt x="191" y="0"/>
                  </a:moveTo>
                  <a:cubicBezTo>
                    <a:pt x="96" y="0"/>
                    <a:pt x="1" y="95"/>
                    <a:pt x="1" y="191"/>
                  </a:cubicBezTo>
                  <a:cubicBezTo>
                    <a:pt x="1" y="298"/>
                    <a:pt x="96" y="393"/>
                    <a:pt x="191" y="393"/>
                  </a:cubicBezTo>
                  <a:cubicBezTo>
                    <a:pt x="298" y="393"/>
                    <a:pt x="394" y="298"/>
                    <a:pt x="394" y="191"/>
                  </a:cubicBezTo>
                  <a:cubicBezTo>
                    <a:pt x="394" y="95"/>
                    <a:pt x="2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0829;p79"/>
            <p:cNvSpPr/>
            <p:nvPr/>
          </p:nvSpPr>
          <p:spPr>
            <a:xfrm>
              <a:off x="3342331" y="1557965"/>
              <a:ext cx="79669" cy="12551"/>
            </a:xfrm>
            <a:custGeom>
              <a:avLst/>
              <a:gdLst/>
              <a:ahLst/>
              <a:cxnLst/>
              <a:rect l="l" t="t" r="r" b="b"/>
              <a:pathLst>
                <a:path w="2501" h="394" extrusionOk="0">
                  <a:moveTo>
                    <a:pt x="191" y="0"/>
                  </a:moveTo>
                  <a:cubicBezTo>
                    <a:pt x="84" y="0"/>
                    <a:pt x="0" y="95"/>
                    <a:pt x="0" y="191"/>
                  </a:cubicBezTo>
                  <a:cubicBezTo>
                    <a:pt x="0" y="298"/>
                    <a:pt x="96" y="393"/>
                    <a:pt x="191" y="393"/>
                  </a:cubicBezTo>
                  <a:lnTo>
                    <a:pt x="2310" y="393"/>
                  </a:lnTo>
                  <a:cubicBezTo>
                    <a:pt x="2417" y="393"/>
                    <a:pt x="2501" y="298"/>
                    <a:pt x="2501" y="191"/>
                  </a:cubicBezTo>
                  <a:cubicBezTo>
                    <a:pt x="2501" y="95"/>
                    <a:pt x="2417" y="0"/>
                    <a:pt x="2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0830;p79"/>
            <p:cNvSpPr/>
            <p:nvPr/>
          </p:nvSpPr>
          <p:spPr>
            <a:xfrm>
              <a:off x="3306303" y="1557965"/>
              <a:ext cx="26949" cy="12551"/>
            </a:xfrm>
            <a:custGeom>
              <a:avLst/>
              <a:gdLst/>
              <a:ahLst/>
              <a:cxnLst/>
              <a:rect l="l" t="t" r="r" b="b"/>
              <a:pathLst>
                <a:path w="846" h="394" extrusionOk="0">
                  <a:moveTo>
                    <a:pt x="191" y="0"/>
                  </a:moveTo>
                  <a:cubicBezTo>
                    <a:pt x="96" y="0"/>
                    <a:pt x="0" y="95"/>
                    <a:pt x="0" y="191"/>
                  </a:cubicBezTo>
                  <a:cubicBezTo>
                    <a:pt x="0" y="298"/>
                    <a:pt x="96" y="393"/>
                    <a:pt x="191" y="393"/>
                  </a:cubicBezTo>
                  <a:lnTo>
                    <a:pt x="655" y="393"/>
                  </a:lnTo>
                  <a:cubicBezTo>
                    <a:pt x="762" y="393"/>
                    <a:pt x="846" y="298"/>
                    <a:pt x="846" y="191"/>
                  </a:cubicBezTo>
                  <a:cubicBezTo>
                    <a:pt x="846" y="95"/>
                    <a:pt x="762" y="0"/>
                    <a:pt x="6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0831;p79"/>
            <p:cNvSpPr/>
            <p:nvPr/>
          </p:nvSpPr>
          <p:spPr>
            <a:xfrm>
              <a:off x="3165217" y="1622822"/>
              <a:ext cx="166888" cy="121750"/>
            </a:xfrm>
            <a:custGeom>
              <a:avLst/>
              <a:gdLst/>
              <a:ahLst/>
              <a:cxnLst/>
              <a:rect l="l" t="t" r="r" b="b"/>
              <a:pathLst>
                <a:path w="5239" h="3822" extrusionOk="0">
                  <a:moveTo>
                    <a:pt x="4048" y="381"/>
                  </a:moveTo>
                  <a:cubicBezTo>
                    <a:pt x="4489" y="381"/>
                    <a:pt x="4846" y="738"/>
                    <a:pt x="4846" y="1179"/>
                  </a:cubicBezTo>
                  <a:lnTo>
                    <a:pt x="4846" y="2655"/>
                  </a:lnTo>
                  <a:cubicBezTo>
                    <a:pt x="4846" y="3096"/>
                    <a:pt x="4489" y="3453"/>
                    <a:pt x="4048" y="3453"/>
                  </a:cubicBezTo>
                  <a:lnTo>
                    <a:pt x="1155" y="3453"/>
                  </a:lnTo>
                  <a:cubicBezTo>
                    <a:pt x="715" y="3453"/>
                    <a:pt x="357" y="3096"/>
                    <a:pt x="357" y="2655"/>
                  </a:cubicBezTo>
                  <a:lnTo>
                    <a:pt x="357" y="1179"/>
                  </a:lnTo>
                  <a:cubicBezTo>
                    <a:pt x="357" y="738"/>
                    <a:pt x="715" y="381"/>
                    <a:pt x="1155" y="381"/>
                  </a:cubicBezTo>
                  <a:close/>
                  <a:moveTo>
                    <a:pt x="1167" y="0"/>
                  </a:moveTo>
                  <a:cubicBezTo>
                    <a:pt x="512" y="0"/>
                    <a:pt x="0" y="536"/>
                    <a:pt x="0" y="1179"/>
                  </a:cubicBezTo>
                  <a:lnTo>
                    <a:pt x="0" y="2655"/>
                  </a:lnTo>
                  <a:cubicBezTo>
                    <a:pt x="0" y="3310"/>
                    <a:pt x="536" y="3822"/>
                    <a:pt x="1167" y="3822"/>
                  </a:cubicBezTo>
                  <a:lnTo>
                    <a:pt x="4060" y="3822"/>
                  </a:lnTo>
                  <a:cubicBezTo>
                    <a:pt x="4715" y="3822"/>
                    <a:pt x="5239" y="3286"/>
                    <a:pt x="5239" y="2655"/>
                  </a:cubicBezTo>
                  <a:lnTo>
                    <a:pt x="5239" y="1179"/>
                  </a:lnTo>
                  <a:cubicBezTo>
                    <a:pt x="5239" y="524"/>
                    <a:pt x="4703" y="0"/>
                    <a:pt x="40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0832;p79"/>
            <p:cNvSpPr/>
            <p:nvPr/>
          </p:nvSpPr>
          <p:spPr>
            <a:xfrm>
              <a:off x="3222843" y="1657226"/>
              <a:ext cx="54281" cy="53612"/>
            </a:xfrm>
            <a:custGeom>
              <a:avLst/>
              <a:gdLst/>
              <a:ahLst/>
              <a:cxnLst/>
              <a:rect l="l" t="t" r="r" b="b"/>
              <a:pathLst>
                <a:path w="1704" h="1683" extrusionOk="0">
                  <a:moveTo>
                    <a:pt x="394" y="396"/>
                  </a:moveTo>
                  <a:lnTo>
                    <a:pt x="1287" y="849"/>
                  </a:lnTo>
                  <a:lnTo>
                    <a:pt x="394" y="1278"/>
                  </a:lnTo>
                  <a:lnTo>
                    <a:pt x="394" y="396"/>
                  </a:lnTo>
                  <a:close/>
                  <a:moveTo>
                    <a:pt x="358" y="0"/>
                  </a:moveTo>
                  <a:cubicBezTo>
                    <a:pt x="293" y="0"/>
                    <a:pt x="227" y="18"/>
                    <a:pt x="168" y="51"/>
                  </a:cubicBezTo>
                  <a:cubicBezTo>
                    <a:pt x="61" y="111"/>
                    <a:pt x="1" y="230"/>
                    <a:pt x="1" y="349"/>
                  </a:cubicBezTo>
                  <a:lnTo>
                    <a:pt x="1" y="1325"/>
                  </a:lnTo>
                  <a:cubicBezTo>
                    <a:pt x="1" y="1444"/>
                    <a:pt x="61" y="1563"/>
                    <a:pt x="168" y="1623"/>
                  </a:cubicBezTo>
                  <a:cubicBezTo>
                    <a:pt x="227" y="1647"/>
                    <a:pt x="287" y="1682"/>
                    <a:pt x="358" y="1682"/>
                  </a:cubicBezTo>
                  <a:cubicBezTo>
                    <a:pt x="418" y="1682"/>
                    <a:pt x="465" y="1659"/>
                    <a:pt x="513" y="1647"/>
                  </a:cubicBezTo>
                  <a:lnTo>
                    <a:pt x="1489" y="1170"/>
                  </a:lnTo>
                  <a:cubicBezTo>
                    <a:pt x="1608" y="1111"/>
                    <a:pt x="1680" y="992"/>
                    <a:pt x="1680" y="861"/>
                  </a:cubicBezTo>
                  <a:cubicBezTo>
                    <a:pt x="1704" y="706"/>
                    <a:pt x="1620" y="575"/>
                    <a:pt x="1489" y="516"/>
                  </a:cubicBezTo>
                  <a:lnTo>
                    <a:pt x="513" y="39"/>
                  </a:lnTo>
                  <a:cubicBezTo>
                    <a:pt x="465" y="12"/>
                    <a:pt x="412" y="0"/>
                    <a:pt x="35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0833;p79"/>
            <p:cNvSpPr/>
            <p:nvPr/>
          </p:nvSpPr>
          <p:spPr>
            <a:xfrm>
              <a:off x="3087459" y="1800700"/>
              <a:ext cx="160454" cy="12519"/>
            </a:xfrm>
            <a:custGeom>
              <a:avLst/>
              <a:gdLst/>
              <a:ahLst/>
              <a:cxnLst/>
              <a:rect l="l" t="t" r="r" b="b"/>
              <a:pathLst>
                <a:path w="5037" h="393" extrusionOk="0">
                  <a:moveTo>
                    <a:pt x="191" y="0"/>
                  </a:moveTo>
                  <a:cubicBezTo>
                    <a:pt x="84" y="0"/>
                    <a:pt x="0" y="95"/>
                    <a:pt x="0" y="191"/>
                  </a:cubicBezTo>
                  <a:cubicBezTo>
                    <a:pt x="0" y="298"/>
                    <a:pt x="84" y="393"/>
                    <a:pt x="191" y="393"/>
                  </a:cubicBezTo>
                  <a:lnTo>
                    <a:pt x="4846" y="393"/>
                  </a:lnTo>
                  <a:cubicBezTo>
                    <a:pt x="4953" y="393"/>
                    <a:pt x="5037" y="298"/>
                    <a:pt x="5037" y="191"/>
                  </a:cubicBezTo>
                  <a:cubicBezTo>
                    <a:pt x="5037" y="95"/>
                    <a:pt x="4953" y="0"/>
                    <a:pt x="48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0834;p79"/>
            <p:cNvSpPr/>
            <p:nvPr/>
          </p:nvSpPr>
          <p:spPr>
            <a:xfrm>
              <a:off x="3368866" y="1800318"/>
              <a:ext cx="43673" cy="12169"/>
            </a:xfrm>
            <a:custGeom>
              <a:avLst/>
              <a:gdLst/>
              <a:ahLst/>
              <a:cxnLst/>
              <a:rect l="l" t="t" r="r" b="b"/>
              <a:pathLst>
                <a:path w="1371" h="382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cubicBezTo>
                    <a:pt x="1" y="298"/>
                    <a:pt x="96" y="381"/>
                    <a:pt x="191" y="381"/>
                  </a:cubicBezTo>
                  <a:lnTo>
                    <a:pt x="1180" y="381"/>
                  </a:lnTo>
                  <a:cubicBezTo>
                    <a:pt x="1287" y="381"/>
                    <a:pt x="1370" y="298"/>
                    <a:pt x="1370" y="191"/>
                  </a:cubicBezTo>
                  <a:cubicBezTo>
                    <a:pt x="1370" y="84"/>
                    <a:pt x="1287" y="0"/>
                    <a:pt x="1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08709" y="57269"/>
            <a:ext cx="8326582" cy="502589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75" name="Google Shape;375;p40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6</a:t>
            </a:fld>
            <a:endParaRPr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078347" y="45877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105643" y="81850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45474" y="36961"/>
            <a:ext cx="484908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25" dirty="0">
                <a:latin typeface="Chalkboard"/>
                <a:cs typeface="Chalkboard"/>
              </a:rPr>
              <a:t>24</a:t>
            </a:r>
          </a:p>
          <a:p>
            <a:r>
              <a:rPr lang="en-AU" sz="825" dirty="0">
                <a:latin typeface="Chalkboard"/>
                <a:cs typeface="Chalkboard"/>
              </a:rPr>
              <a:t>7</a:t>
            </a:r>
          </a:p>
          <a:p>
            <a:r>
              <a:rPr lang="en-AU" sz="825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0560" y="60284"/>
            <a:ext cx="6257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9170"/>
            <a:ext cx="685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b="1" dirty="0" smtClean="0">
                <a:latin typeface="Chalkboard"/>
                <a:cs typeface="Chalkboard"/>
              </a:rPr>
              <a:t>EQ</a:t>
            </a:r>
            <a:r>
              <a:rPr lang="en-AU" sz="1800" b="1" dirty="0">
                <a:latin typeface="Chalkboard"/>
                <a:cs typeface="Chalkboard"/>
              </a:rPr>
              <a:t>: How do we add and subtract with negatives?</a:t>
            </a:r>
            <a:endParaRPr lang="en-AU" sz="1800" b="1" dirty="0">
              <a:latin typeface="Chalkboard"/>
              <a:cs typeface="Chalkboar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78347" y="37200"/>
            <a:ext cx="6186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Topic: Adding and Subtracting with negative numbers 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2003055" y="818502"/>
            <a:ext cx="16575" cy="4172598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1100899" y="1999480"/>
            <a:ext cx="10064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Trick 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2126751" y="962198"/>
            <a:ext cx="60258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12" name="TextBox 11"/>
          <p:cNvSpPr txBox="1"/>
          <p:nvPr/>
        </p:nvSpPr>
        <p:spPr>
          <a:xfrm>
            <a:off x="2249819" y="1427517"/>
            <a:ext cx="3868109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 smtClean="0"/>
              <a:t>From the video can you write the steps for following the trick in your own words? </a:t>
            </a:r>
          </a:p>
          <a:p>
            <a:r>
              <a:rPr lang="en-AU" dirty="0" smtClean="0"/>
              <a:t>Share with a partner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63264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2"/>
          <p:cNvSpPr txBox="1">
            <a:spLocks noGrp="1"/>
          </p:cNvSpPr>
          <p:nvPr>
            <p:ph type="sldNum" idx="12"/>
          </p:nvPr>
        </p:nvSpPr>
        <p:spPr>
          <a:xfrm>
            <a:off x="4297659" y="46737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idx="2"/>
          </p:nvPr>
        </p:nvSpPr>
        <p:spPr>
          <a:xfrm>
            <a:off x="3284126" y="56832"/>
            <a:ext cx="4545848" cy="999808"/>
          </a:xfrm>
        </p:spPr>
        <p:txBody>
          <a:bodyPr/>
          <a:lstStyle/>
          <a:p>
            <a:r>
              <a:rPr lang="en-AU" sz="4800" dirty="0" smtClean="0"/>
              <a:t>Practice</a:t>
            </a:r>
            <a:endParaRPr lang="en-AU" sz="4800" dirty="0"/>
          </a:p>
        </p:txBody>
      </p:sp>
      <p:sp>
        <p:nvSpPr>
          <p:cNvPr id="5" name="Oval 4"/>
          <p:cNvSpPr/>
          <p:nvPr/>
        </p:nvSpPr>
        <p:spPr>
          <a:xfrm>
            <a:off x="-259550" y="-77612"/>
            <a:ext cx="4460239" cy="4350525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Oval 9"/>
          <p:cNvSpPr/>
          <p:nvPr/>
        </p:nvSpPr>
        <p:spPr>
          <a:xfrm>
            <a:off x="4649892" y="1156158"/>
            <a:ext cx="4439921" cy="4196783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TextBox 5"/>
          <p:cNvSpPr txBox="1"/>
          <p:nvPr/>
        </p:nvSpPr>
        <p:spPr>
          <a:xfrm>
            <a:off x="657013" y="562894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  <a:r>
              <a:rPr lang="en-AU" sz="1800" dirty="0" smtClean="0"/>
              <a:t>3 + 6 = </a:t>
            </a:r>
            <a:endParaRPr lang="en-AU" sz="1800" dirty="0"/>
          </a:p>
        </p:txBody>
      </p:sp>
      <p:sp>
        <p:nvSpPr>
          <p:cNvPr id="7" name="TextBox 6"/>
          <p:cNvSpPr txBox="1"/>
          <p:nvPr/>
        </p:nvSpPr>
        <p:spPr>
          <a:xfrm>
            <a:off x="416089" y="1438288"/>
            <a:ext cx="310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dirty="0" smtClean="0"/>
              <a:t>2 + -5 =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4133" y="2448126"/>
            <a:ext cx="310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dirty="0" smtClean="0"/>
              <a:t>5 + -3 =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1729" y="3220915"/>
            <a:ext cx="3108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dirty="0" smtClean="0"/>
              <a:t>-4 + -3 =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98252" y="1956138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  <a:r>
              <a:rPr lang="en-AU" sz="1800" dirty="0" smtClean="0"/>
              <a:t>3 - 6 = </a:t>
            </a:r>
            <a:endParaRPr lang="en-AU" sz="1800" dirty="0"/>
          </a:p>
        </p:txBody>
      </p:sp>
      <p:sp>
        <p:nvSpPr>
          <p:cNvPr id="18" name="TextBox 17"/>
          <p:cNvSpPr txBox="1"/>
          <p:nvPr/>
        </p:nvSpPr>
        <p:spPr>
          <a:xfrm>
            <a:off x="5086774" y="2779761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  <a:r>
              <a:rPr lang="en-AU" dirty="0" smtClean="0"/>
              <a:t>-</a:t>
            </a:r>
            <a:r>
              <a:rPr lang="en-AU" sz="1800" dirty="0" smtClean="0"/>
              <a:t>3  - 5 = </a:t>
            </a:r>
            <a:endParaRPr lang="en-AU" sz="1800" dirty="0"/>
          </a:p>
        </p:txBody>
      </p:sp>
      <p:sp>
        <p:nvSpPr>
          <p:cNvPr id="19" name="TextBox 18"/>
          <p:cNvSpPr txBox="1"/>
          <p:nvPr/>
        </p:nvSpPr>
        <p:spPr>
          <a:xfrm>
            <a:off x="5086774" y="3588758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  <a:r>
              <a:rPr lang="en-AU" sz="1800" dirty="0" smtClean="0"/>
              <a:t> 4 -  -3 = </a:t>
            </a:r>
            <a:endParaRPr lang="en-AU" sz="1800" dirty="0"/>
          </a:p>
        </p:txBody>
      </p:sp>
      <p:sp>
        <p:nvSpPr>
          <p:cNvPr id="20" name="TextBox 19"/>
          <p:cNvSpPr txBox="1"/>
          <p:nvPr/>
        </p:nvSpPr>
        <p:spPr>
          <a:xfrm>
            <a:off x="5794586" y="4272913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  <a:r>
              <a:rPr lang="en-AU" sz="1800" dirty="0" smtClean="0"/>
              <a:t> -2- -6 = </a:t>
            </a:r>
            <a:endParaRPr lang="en-AU" sz="1800" dirty="0"/>
          </a:p>
        </p:txBody>
      </p:sp>
      <p:sp>
        <p:nvSpPr>
          <p:cNvPr id="21" name="Google Shape;10823;p79"/>
          <p:cNvSpPr/>
          <p:nvPr/>
        </p:nvSpPr>
        <p:spPr>
          <a:xfrm>
            <a:off x="7166186" y="236607"/>
            <a:ext cx="864189" cy="820033"/>
          </a:xfrm>
          <a:custGeom>
            <a:avLst/>
            <a:gdLst/>
            <a:ahLst/>
            <a:cxnLst/>
            <a:rect l="l" t="t" r="r" b="b"/>
            <a:pathLst>
              <a:path w="11478" h="11413" extrusionOk="0">
                <a:moveTo>
                  <a:pt x="1401" y="515"/>
                </a:moveTo>
                <a:cubicBezTo>
                  <a:pt x="1616" y="515"/>
                  <a:pt x="1834" y="595"/>
                  <a:pt x="2000" y="756"/>
                </a:cubicBezTo>
                <a:lnTo>
                  <a:pt x="2548" y="1304"/>
                </a:lnTo>
                <a:lnTo>
                  <a:pt x="1358" y="2494"/>
                </a:lnTo>
                <a:lnTo>
                  <a:pt x="810" y="1947"/>
                </a:lnTo>
                <a:cubicBezTo>
                  <a:pt x="476" y="1625"/>
                  <a:pt x="476" y="1078"/>
                  <a:pt x="810" y="756"/>
                </a:cubicBezTo>
                <a:cubicBezTo>
                  <a:pt x="971" y="595"/>
                  <a:pt x="1185" y="515"/>
                  <a:pt x="1401" y="515"/>
                </a:cubicBezTo>
                <a:close/>
                <a:moveTo>
                  <a:pt x="2798" y="1566"/>
                </a:moveTo>
                <a:lnTo>
                  <a:pt x="3251" y="2006"/>
                </a:lnTo>
                <a:lnTo>
                  <a:pt x="2655" y="2602"/>
                </a:lnTo>
                <a:lnTo>
                  <a:pt x="2060" y="3197"/>
                </a:lnTo>
                <a:lnTo>
                  <a:pt x="1608" y="2756"/>
                </a:lnTo>
                <a:lnTo>
                  <a:pt x="2798" y="1566"/>
                </a:lnTo>
                <a:close/>
                <a:moveTo>
                  <a:pt x="10132" y="9031"/>
                </a:moveTo>
                <a:lnTo>
                  <a:pt x="10811" y="10757"/>
                </a:lnTo>
                <a:lnTo>
                  <a:pt x="9085" y="10091"/>
                </a:lnTo>
                <a:lnTo>
                  <a:pt x="10132" y="9031"/>
                </a:lnTo>
                <a:close/>
                <a:moveTo>
                  <a:pt x="4036" y="5685"/>
                </a:moveTo>
                <a:lnTo>
                  <a:pt x="5763" y="7412"/>
                </a:lnTo>
                <a:lnTo>
                  <a:pt x="5418" y="7757"/>
                </a:lnTo>
                <a:lnTo>
                  <a:pt x="5001" y="7340"/>
                </a:lnTo>
                <a:cubicBezTo>
                  <a:pt x="4965" y="7299"/>
                  <a:pt x="4920" y="7278"/>
                  <a:pt x="4876" y="7278"/>
                </a:cubicBezTo>
                <a:cubicBezTo>
                  <a:pt x="4831" y="7278"/>
                  <a:pt x="4787" y="7299"/>
                  <a:pt x="4751" y="7340"/>
                </a:cubicBezTo>
                <a:cubicBezTo>
                  <a:pt x="4679" y="7412"/>
                  <a:pt x="4679" y="7519"/>
                  <a:pt x="4751" y="7590"/>
                </a:cubicBezTo>
                <a:lnTo>
                  <a:pt x="5168" y="8007"/>
                </a:lnTo>
                <a:lnTo>
                  <a:pt x="4763" y="8412"/>
                </a:lnTo>
                <a:lnTo>
                  <a:pt x="3822" y="7471"/>
                </a:lnTo>
                <a:cubicBezTo>
                  <a:pt x="3786" y="7436"/>
                  <a:pt x="3742" y="7418"/>
                  <a:pt x="3697" y="7418"/>
                </a:cubicBezTo>
                <a:cubicBezTo>
                  <a:pt x="3652" y="7418"/>
                  <a:pt x="3608" y="7436"/>
                  <a:pt x="3572" y="7471"/>
                </a:cubicBezTo>
                <a:cubicBezTo>
                  <a:pt x="3501" y="7543"/>
                  <a:pt x="3501" y="7650"/>
                  <a:pt x="3572" y="7721"/>
                </a:cubicBezTo>
                <a:lnTo>
                  <a:pt x="4513" y="8662"/>
                </a:lnTo>
                <a:lnTo>
                  <a:pt x="4108" y="9067"/>
                </a:lnTo>
                <a:lnTo>
                  <a:pt x="3691" y="8638"/>
                </a:lnTo>
                <a:cubicBezTo>
                  <a:pt x="3655" y="8602"/>
                  <a:pt x="3611" y="8584"/>
                  <a:pt x="3566" y="8584"/>
                </a:cubicBezTo>
                <a:cubicBezTo>
                  <a:pt x="3521" y="8584"/>
                  <a:pt x="3477" y="8602"/>
                  <a:pt x="3441" y="8638"/>
                </a:cubicBezTo>
                <a:cubicBezTo>
                  <a:pt x="3358" y="8721"/>
                  <a:pt x="3358" y="8817"/>
                  <a:pt x="3441" y="8900"/>
                </a:cubicBezTo>
                <a:lnTo>
                  <a:pt x="3858" y="9317"/>
                </a:lnTo>
                <a:lnTo>
                  <a:pt x="3453" y="9710"/>
                </a:lnTo>
                <a:lnTo>
                  <a:pt x="3036" y="9293"/>
                </a:lnTo>
                <a:cubicBezTo>
                  <a:pt x="3001" y="9257"/>
                  <a:pt x="2956" y="9239"/>
                  <a:pt x="2911" y="9239"/>
                </a:cubicBezTo>
                <a:cubicBezTo>
                  <a:pt x="2867" y="9239"/>
                  <a:pt x="2822" y="9257"/>
                  <a:pt x="2786" y="9293"/>
                </a:cubicBezTo>
                <a:cubicBezTo>
                  <a:pt x="2703" y="9376"/>
                  <a:pt x="2703" y="9471"/>
                  <a:pt x="2786" y="9555"/>
                </a:cubicBezTo>
                <a:lnTo>
                  <a:pt x="3203" y="9972"/>
                </a:lnTo>
                <a:lnTo>
                  <a:pt x="2798" y="10364"/>
                </a:lnTo>
                <a:lnTo>
                  <a:pt x="1858" y="9436"/>
                </a:lnTo>
                <a:cubicBezTo>
                  <a:pt x="1822" y="9394"/>
                  <a:pt x="1777" y="9373"/>
                  <a:pt x="1733" y="9373"/>
                </a:cubicBezTo>
                <a:cubicBezTo>
                  <a:pt x="1688" y="9373"/>
                  <a:pt x="1643" y="9394"/>
                  <a:pt x="1608" y="9436"/>
                </a:cubicBezTo>
                <a:cubicBezTo>
                  <a:pt x="1536" y="9507"/>
                  <a:pt x="1536" y="9614"/>
                  <a:pt x="1608" y="9686"/>
                </a:cubicBezTo>
                <a:lnTo>
                  <a:pt x="2548" y="10626"/>
                </a:lnTo>
                <a:lnTo>
                  <a:pt x="2191" y="10984"/>
                </a:lnTo>
                <a:cubicBezTo>
                  <a:pt x="2155" y="11007"/>
                  <a:pt x="2096" y="11043"/>
                  <a:pt x="2048" y="11043"/>
                </a:cubicBezTo>
                <a:cubicBezTo>
                  <a:pt x="2012" y="11043"/>
                  <a:pt x="1953" y="11019"/>
                  <a:pt x="1917" y="10984"/>
                </a:cubicBezTo>
                <a:lnTo>
                  <a:pt x="465" y="9519"/>
                </a:lnTo>
                <a:cubicBezTo>
                  <a:pt x="381" y="9448"/>
                  <a:pt x="381" y="9329"/>
                  <a:pt x="465" y="9257"/>
                </a:cubicBezTo>
                <a:lnTo>
                  <a:pt x="4036" y="5685"/>
                </a:lnTo>
                <a:close/>
                <a:moveTo>
                  <a:pt x="9428" y="0"/>
                </a:moveTo>
                <a:cubicBezTo>
                  <a:pt x="9290" y="0"/>
                  <a:pt x="9150" y="54"/>
                  <a:pt x="9037" y="161"/>
                </a:cubicBezTo>
                <a:lnTo>
                  <a:pt x="6299" y="2899"/>
                </a:lnTo>
                <a:cubicBezTo>
                  <a:pt x="6227" y="2971"/>
                  <a:pt x="6227" y="3078"/>
                  <a:pt x="6299" y="3149"/>
                </a:cubicBezTo>
                <a:cubicBezTo>
                  <a:pt x="6334" y="3185"/>
                  <a:pt x="6379" y="3203"/>
                  <a:pt x="6424" y="3203"/>
                </a:cubicBezTo>
                <a:cubicBezTo>
                  <a:pt x="6468" y="3203"/>
                  <a:pt x="6513" y="3185"/>
                  <a:pt x="6549" y="3149"/>
                </a:cubicBezTo>
                <a:lnTo>
                  <a:pt x="9287" y="411"/>
                </a:lnTo>
                <a:cubicBezTo>
                  <a:pt x="9323" y="387"/>
                  <a:pt x="9382" y="351"/>
                  <a:pt x="9418" y="351"/>
                </a:cubicBezTo>
                <a:cubicBezTo>
                  <a:pt x="9466" y="351"/>
                  <a:pt x="9525" y="363"/>
                  <a:pt x="9561" y="411"/>
                </a:cubicBezTo>
                <a:lnTo>
                  <a:pt x="11013" y="1875"/>
                </a:lnTo>
                <a:cubicBezTo>
                  <a:pt x="11049" y="1899"/>
                  <a:pt x="11073" y="1959"/>
                  <a:pt x="11073" y="2006"/>
                </a:cubicBezTo>
                <a:cubicBezTo>
                  <a:pt x="11073" y="2054"/>
                  <a:pt x="11061" y="2113"/>
                  <a:pt x="11013" y="2137"/>
                </a:cubicBezTo>
                <a:lnTo>
                  <a:pt x="10656" y="2494"/>
                </a:lnTo>
                <a:lnTo>
                  <a:pt x="9716" y="1554"/>
                </a:lnTo>
                <a:cubicBezTo>
                  <a:pt x="9680" y="1518"/>
                  <a:pt x="9635" y="1500"/>
                  <a:pt x="9591" y="1500"/>
                </a:cubicBezTo>
                <a:cubicBezTo>
                  <a:pt x="9546" y="1500"/>
                  <a:pt x="9501" y="1518"/>
                  <a:pt x="9466" y="1554"/>
                </a:cubicBezTo>
                <a:cubicBezTo>
                  <a:pt x="9394" y="1637"/>
                  <a:pt x="9394" y="1732"/>
                  <a:pt x="9466" y="1816"/>
                </a:cubicBezTo>
                <a:lnTo>
                  <a:pt x="10406" y="2744"/>
                </a:lnTo>
                <a:lnTo>
                  <a:pt x="10001" y="3149"/>
                </a:lnTo>
                <a:lnTo>
                  <a:pt x="9585" y="2733"/>
                </a:lnTo>
                <a:cubicBezTo>
                  <a:pt x="9549" y="2697"/>
                  <a:pt x="9504" y="2679"/>
                  <a:pt x="9460" y="2679"/>
                </a:cubicBezTo>
                <a:cubicBezTo>
                  <a:pt x="9415" y="2679"/>
                  <a:pt x="9370" y="2697"/>
                  <a:pt x="9335" y="2733"/>
                </a:cubicBezTo>
                <a:cubicBezTo>
                  <a:pt x="9263" y="2804"/>
                  <a:pt x="9263" y="2911"/>
                  <a:pt x="9335" y="2983"/>
                </a:cubicBezTo>
                <a:lnTo>
                  <a:pt x="9751" y="3399"/>
                </a:lnTo>
                <a:lnTo>
                  <a:pt x="9347" y="3804"/>
                </a:lnTo>
                <a:lnTo>
                  <a:pt x="8930" y="3387"/>
                </a:lnTo>
                <a:cubicBezTo>
                  <a:pt x="8894" y="3352"/>
                  <a:pt x="8850" y="3334"/>
                  <a:pt x="8805" y="3334"/>
                </a:cubicBezTo>
                <a:cubicBezTo>
                  <a:pt x="8760" y="3334"/>
                  <a:pt x="8716" y="3352"/>
                  <a:pt x="8680" y="3387"/>
                </a:cubicBezTo>
                <a:cubicBezTo>
                  <a:pt x="8597" y="3459"/>
                  <a:pt x="8597" y="3566"/>
                  <a:pt x="8680" y="3637"/>
                </a:cubicBezTo>
                <a:lnTo>
                  <a:pt x="9097" y="4054"/>
                </a:lnTo>
                <a:lnTo>
                  <a:pt x="8692" y="4459"/>
                </a:lnTo>
                <a:lnTo>
                  <a:pt x="7751" y="3518"/>
                </a:lnTo>
                <a:cubicBezTo>
                  <a:pt x="7715" y="3483"/>
                  <a:pt x="7671" y="3465"/>
                  <a:pt x="7626" y="3465"/>
                </a:cubicBezTo>
                <a:cubicBezTo>
                  <a:pt x="7581" y="3465"/>
                  <a:pt x="7537" y="3483"/>
                  <a:pt x="7501" y="3518"/>
                </a:cubicBezTo>
                <a:cubicBezTo>
                  <a:pt x="7430" y="3602"/>
                  <a:pt x="7430" y="3697"/>
                  <a:pt x="7501" y="3780"/>
                </a:cubicBezTo>
                <a:lnTo>
                  <a:pt x="8442" y="4709"/>
                </a:lnTo>
                <a:lnTo>
                  <a:pt x="8037" y="5114"/>
                </a:lnTo>
                <a:lnTo>
                  <a:pt x="7620" y="4697"/>
                </a:lnTo>
                <a:cubicBezTo>
                  <a:pt x="7584" y="4661"/>
                  <a:pt x="7540" y="4644"/>
                  <a:pt x="7495" y="4644"/>
                </a:cubicBezTo>
                <a:cubicBezTo>
                  <a:pt x="7451" y="4644"/>
                  <a:pt x="7406" y="4661"/>
                  <a:pt x="7370" y="4697"/>
                </a:cubicBezTo>
                <a:cubicBezTo>
                  <a:pt x="7287" y="4769"/>
                  <a:pt x="7287" y="4876"/>
                  <a:pt x="7370" y="4947"/>
                </a:cubicBezTo>
                <a:lnTo>
                  <a:pt x="7787" y="5364"/>
                </a:lnTo>
                <a:lnTo>
                  <a:pt x="7442" y="5709"/>
                </a:lnTo>
                <a:lnTo>
                  <a:pt x="5715" y="3983"/>
                </a:lnTo>
                <a:lnTo>
                  <a:pt x="6037" y="3661"/>
                </a:lnTo>
                <a:cubicBezTo>
                  <a:pt x="6120" y="3578"/>
                  <a:pt x="6120" y="3483"/>
                  <a:pt x="6037" y="3399"/>
                </a:cubicBezTo>
                <a:cubicBezTo>
                  <a:pt x="6001" y="3364"/>
                  <a:pt x="5956" y="3346"/>
                  <a:pt x="5912" y="3346"/>
                </a:cubicBezTo>
                <a:cubicBezTo>
                  <a:pt x="5867" y="3346"/>
                  <a:pt x="5822" y="3364"/>
                  <a:pt x="5787" y="3399"/>
                </a:cubicBezTo>
                <a:lnTo>
                  <a:pt x="5465" y="3733"/>
                </a:lnTo>
                <a:lnTo>
                  <a:pt x="2239" y="506"/>
                </a:lnTo>
                <a:cubicBezTo>
                  <a:pt x="2012" y="280"/>
                  <a:pt x="1715" y="161"/>
                  <a:pt x="1381" y="161"/>
                </a:cubicBezTo>
                <a:cubicBezTo>
                  <a:pt x="1072" y="161"/>
                  <a:pt x="762" y="280"/>
                  <a:pt x="536" y="506"/>
                </a:cubicBezTo>
                <a:cubicBezTo>
                  <a:pt x="310" y="732"/>
                  <a:pt x="191" y="1030"/>
                  <a:pt x="191" y="1351"/>
                </a:cubicBezTo>
                <a:cubicBezTo>
                  <a:pt x="191" y="1661"/>
                  <a:pt x="310" y="1971"/>
                  <a:pt x="536" y="2197"/>
                </a:cubicBezTo>
                <a:lnTo>
                  <a:pt x="3774" y="5447"/>
                </a:lnTo>
                <a:lnTo>
                  <a:pt x="203" y="9019"/>
                </a:lnTo>
                <a:cubicBezTo>
                  <a:pt x="0" y="9221"/>
                  <a:pt x="0" y="9567"/>
                  <a:pt x="203" y="9793"/>
                </a:cubicBezTo>
                <a:lnTo>
                  <a:pt x="1667" y="11246"/>
                </a:lnTo>
                <a:cubicBezTo>
                  <a:pt x="1774" y="11353"/>
                  <a:pt x="1905" y="11412"/>
                  <a:pt x="2048" y="11412"/>
                </a:cubicBezTo>
                <a:cubicBezTo>
                  <a:pt x="2203" y="11412"/>
                  <a:pt x="2334" y="11353"/>
                  <a:pt x="2441" y="11246"/>
                </a:cubicBezTo>
                <a:lnTo>
                  <a:pt x="6013" y="7674"/>
                </a:lnTo>
                <a:lnTo>
                  <a:pt x="6263" y="7924"/>
                </a:lnTo>
                <a:cubicBezTo>
                  <a:pt x="6299" y="7965"/>
                  <a:pt x="6343" y="7986"/>
                  <a:pt x="6389" y="7986"/>
                </a:cubicBezTo>
                <a:cubicBezTo>
                  <a:pt x="6436" y="7986"/>
                  <a:pt x="6483" y="7965"/>
                  <a:pt x="6525" y="7924"/>
                </a:cubicBezTo>
                <a:cubicBezTo>
                  <a:pt x="6596" y="7852"/>
                  <a:pt x="6596" y="7745"/>
                  <a:pt x="6525" y="7674"/>
                </a:cubicBezTo>
                <a:lnTo>
                  <a:pt x="6168" y="7316"/>
                </a:lnTo>
                <a:cubicBezTo>
                  <a:pt x="6168" y="7305"/>
                  <a:pt x="6144" y="7305"/>
                  <a:pt x="6132" y="7293"/>
                </a:cubicBezTo>
                <a:lnTo>
                  <a:pt x="6096" y="7257"/>
                </a:lnTo>
                <a:lnTo>
                  <a:pt x="2310" y="3471"/>
                </a:lnTo>
                <a:lnTo>
                  <a:pt x="2786" y="2995"/>
                </a:lnTo>
                <a:lnTo>
                  <a:pt x="3084" y="3292"/>
                </a:lnTo>
                <a:cubicBezTo>
                  <a:pt x="3108" y="3316"/>
                  <a:pt x="3155" y="3328"/>
                  <a:pt x="3203" y="3328"/>
                </a:cubicBezTo>
                <a:cubicBezTo>
                  <a:pt x="3239" y="3328"/>
                  <a:pt x="3286" y="3316"/>
                  <a:pt x="3322" y="3292"/>
                </a:cubicBezTo>
                <a:cubicBezTo>
                  <a:pt x="3393" y="3209"/>
                  <a:pt x="3393" y="3114"/>
                  <a:pt x="3322" y="3030"/>
                </a:cubicBezTo>
                <a:lnTo>
                  <a:pt x="3024" y="2733"/>
                </a:lnTo>
                <a:lnTo>
                  <a:pt x="3501" y="2256"/>
                </a:lnTo>
                <a:lnTo>
                  <a:pt x="5358" y="4126"/>
                </a:lnTo>
                <a:lnTo>
                  <a:pt x="7311" y="6066"/>
                </a:lnTo>
                <a:lnTo>
                  <a:pt x="7323" y="6090"/>
                </a:lnTo>
                <a:lnTo>
                  <a:pt x="7334" y="6102"/>
                </a:lnTo>
                <a:lnTo>
                  <a:pt x="9942" y="8710"/>
                </a:lnTo>
                <a:lnTo>
                  <a:pt x="9466" y="9186"/>
                </a:lnTo>
                <a:lnTo>
                  <a:pt x="6846" y="6554"/>
                </a:lnTo>
                <a:lnTo>
                  <a:pt x="5810" y="5519"/>
                </a:lnTo>
                <a:lnTo>
                  <a:pt x="3965" y="3673"/>
                </a:lnTo>
                <a:cubicBezTo>
                  <a:pt x="3923" y="3637"/>
                  <a:pt x="3879" y="3620"/>
                  <a:pt x="3834" y="3620"/>
                </a:cubicBezTo>
                <a:cubicBezTo>
                  <a:pt x="3789" y="3620"/>
                  <a:pt x="3745" y="3637"/>
                  <a:pt x="3703" y="3673"/>
                </a:cubicBezTo>
                <a:cubicBezTo>
                  <a:pt x="3632" y="3745"/>
                  <a:pt x="3632" y="3852"/>
                  <a:pt x="3703" y="3923"/>
                </a:cubicBezTo>
                <a:lnTo>
                  <a:pt x="9239" y="9460"/>
                </a:lnTo>
                <a:lnTo>
                  <a:pt x="8763" y="9936"/>
                </a:lnTo>
                <a:lnTo>
                  <a:pt x="7096" y="8269"/>
                </a:lnTo>
                <a:cubicBezTo>
                  <a:pt x="7061" y="8233"/>
                  <a:pt x="7016" y="8215"/>
                  <a:pt x="6971" y="8215"/>
                </a:cubicBezTo>
                <a:cubicBezTo>
                  <a:pt x="6927" y="8215"/>
                  <a:pt x="6882" y="8233"/>
                  <a:pt x="6846" y="8269"/>
                </a:cubicBezTo>
                <a:cubicBezTo>
                  <a:pt x="6775" y="8340"/>
                  <a:pt x="6775" y="8448"/>
                  <a:pt x="6846" y="8519"/>
                </a:cubicBezTo>
                <a:lnTo>
                  <a:pt x="8632" y="10305"/>
                </a:lnTo>
                <a:cubicBezTo>
                  <a:pt x="8644" y="10329"/>
                  <a:pt x="8680" y="10341"/>
                  <a:pt x="8692" y="10353"/>
                </a:cubicBezTo>
                <a:lnTo>
                  <a:pt x="10799" y="11174"/>
                </a:lnTo>
                <a:cubicBezTo>
                  <a:pt x="10835" y="11186"/>
                  <a:pt x="10883" y="11186"/>
                  <a:pt x="10906" y="11186"/>
                </a:cubicBezTo>
                <a:cubicBezTo>
                  <a:pt x="10990" y="11186"/>
                  <a:pt x="11061" y="11162"/>
                  <a:pt x="11121" y="11103"/>
                </a:cubicBezTo>
                <a:cubicBezTo>
                  <a:pt x="11192" y="11019"/>
                  <a:pt x="11228" y="10900"/>
                  <a:pt x="11180" y="10805"/>
                </a:cubicBezTo>
                <a:lnTo>
                  <a:pt x="10359" y="8686"/>
                </a:lnTo>
                <a:cubicBezTo>
                  <a:pt x="10347" y="8662"/>
                  <a:pt x="10323" y="8638"/>
                  <a:pt x="10311" y="8626"/>
                </a:cubicBezTo>
                <a:lnTo>
                  <a:pt x="7692" y="6007"/>
                </a:lnTo>
                <a:lnTo>
                  <a:pt x="11264" y="2435"/>
                </a:lnTo>
                <a:cubicBezTo>
                  <a:pt x="11478" y="2185"/>
                  <a:pt x="11478" y="1840"/>
                  <a:pt x="11264" y="1625"/>
                </a:cubicBezTo>
                <a:lnTo>
                  <a:pt x="9811" y="161"/>
                </a:lnTo>
                <a:cubicBezTo>
                  <a:pt x="9704" y="54"/>
                  <a:pt x="9567" y="0"/>
                  <a:pt x="9428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3"/>
          <p:cNvSpPr txBox="1">
            <a:spLocks noGrp="1"/>
          </p:cNvSpPr>
          <p:nvPr>
            <p:ph type="title"/>
          </p:nvPr>
        </p:nvSpPr>
        <p:spPr>
          <a:xfrm>
            <a:off x="817475" y="698575"/>
            <a:ext cx="6301298" cy="13605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 smtClean="0">
                <a:solidFill>
                  <a:srgbClr val="FFFFFF"/>
                </a:solidFill>
              </a:rPr>
              <a:t>Shark Boat</a:t>
            </a:r>
            <a:endParaRPr sz="4000" dirty="0">
              <a:solidFill>
                <a:srgbClr val="FFFFFF"/>
              </a:solidFill>
            </a:endParaRPr>
          </a:p>
        </p:txBody>
      </p:sp>
      <p:sp>
        <p:nvSpPr>
          <p:cNvPr id="412" name="Google Shape;412;p43"/>
          <p:cNvSpPr txBox="1">
            <a:spLocks noGrp="1"/>
          </p:cNvSpPr>
          <p:nvPr>
            <p:ph type="sldNum" idx="12"/>
          </p:nvPr>
        </p:nvSpPr>
        <p:spPr>
          <a:xfrm>
            <a:off x="4297659" y="46737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3" name="Picture 2" descr="10 Weirdest Species of Shark | IFLScience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920" y="2166355"/>
            <a:ext cx="2639409" cy="1484668"/>
          </a:xfrm>
          <a:prstGeom prst="rect">
            <a:avLst/>
          </a:prstGeom>
        </p:spPr>
      </p:pic>
      <p:pic>
        <p:nvPicPr>
          <p:cNvPr id="4" name="Picture 3" descr="Fishing Boat Free Stock Photo - Public Domain Pictures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4785" y="2166355"/>
            <a:ext cx="2024463" cy="1517524"/>
          </a:xfrm>
          <a:prstGeom prst="rect">
            <a:avLst/>
          </a:prstGeom>
        </p:spPr>
      </p:pic>
      <p:sp>
        <p:nvSpPr>
          <p:cNvPr id="8" name="Google Shape;12476;p81"/>
          <p:cNvSpPr/>
          <p:nvPr/>
        </p:nvSpPr>
        <p:spPr>
          <a:xfrm>
            <a:off x="4472624" y="2471694"/>
            <a:ext cx="875629" cy="1028024"/>
          </a:xfrm>
          <a:custGeom>
            <a:avLst/>
            <a:gdLst/>
            <a:ahLst/>
            <a:cxnLst/>
            <a:rect l="l" t="t" r="r" b="b"/>
            <a:pathLst>
              <a:path w="8788" h="11214" extrusionOk="0">
                <a:moveTo>
                  <a:pt x="5358" y="344"/>
                </a:moveTo>
                <a:lnTo>
                  <a:pt x="5823" y="808"/>
                </a:lnTo>
                <a:cubicBezTo>
                  <a:pt x="5858" y="844"/>
                  <a:pt x="5894" y="856"/>
                  <a:pt x="5942" y="856"/>
                </a:cubicBezTo>
                <a:lnTo>
                  <a:pt x="6751" y="856"/>
                </a:lnTo>
                <a:lnTo>
                  <a:pt x="6477" y="1510"/>
                </a:lnTo>
                <a:cubicBezTo>
                  <a:pt x="6465" y="1558"/>
                  <a:pt x="6465" y="1618"/>
                  <a:pt x="6489" y="1653"/>
                </a:cubicBezTo>
                <a:cubicBezTo>
                  <a:pt x="6525" y="1701"/>
                  <a:pt x="6573" y="1737"/>
                  <a:pt x="6632" y="1737"/>
                </a:cubicBezTo>
                <a:lnTo>
                  <a:pt x="7287" y="1737"/>
                </a:lnTo>
                <a:lnTo>
                  <a:pt x="7001" y="2570"/>
                </a:lnTo>
                <a:cubicBezTo>
                  <a:pt x="6989" y="2630"/>
                  <a:pt x="7001" y="2689"/>
                  <a:pt x="7049" y="2725"/>
                </a:cubicBezTo>
                <a:lnTo>
                  <a:pt x="7311" y="2999"/>
                </a:lnTo>
                <a:lnTo>
                  <a:pt x="7025" y="3677"/>
                </a:lnTo>
                <a:cubicBezTo>
                  <a:pt x="6989" y="3665"/>
                  <a:pt x="6942" y="3665"/>
                  <a:pt x="6882" y="3665"/>
                </a:cubicBezTo>
                <a:lnTo>
                  <a:pt x="6608" y="3665"/>
                </a:lnTo>
                <a:cubicBezTo>
                  <a:pt x="6513" y="3665"/>
                  <a:pt x="6418" y="3582"/>
                  <a:pt x="6418" y="3475"/>
                </a:cubicBezTo>
                <a:lnTo>
                  <a:pt x="6418" y="3118"/>
                </a:lnTo>
                <a:cubicBezTo>
                  <a:pt x="6418" y="3058"/>
                  <a:pt x="6394" y="3011"/>
                  <a:pt x="6346" y="2987"/>
                </a:cubicBezTo>
                <a:lnTo>
                  <a:pt x="5287" y="2284"/>
                </a:lnTo>
                <a:cubicBezTo>
                  <a:pt x="5261" y="2265"/>
                  <a:pt x="5227" y="2256"/>
                  <a:pt x="5194" y="2256"/>
                </a:cubicBezTo>
                <a:cubicBezTo>
                  <a:pt x="5168" y="2256"/>
                  <a:pt x="5141" y="2262"/>
                  <a:pt x="5120" y="2272"/>
                </a:cubicBezTo>
                <a:cubicBezTo>
                  <a:pt x="5061" y="2296"/>
                  <a:pt x="5037" y="2356"/>
                  <a:pt x="5037" y="2415"/>
                </a:cubicBezTo>
                <a:lnTo>
                  <a:pt x="5037" y="2832"/>
                </a:lnTo>
                <a:lnTo>
                  <a:pt x="4049" y="2272"/>
                </a:lnTo>
                <a:cubicBezTo>
                  <a:pt x="4022" y="2255"/>
                  <a:pt x="3994" y="2247"/>
                  <a:pt x="3967" y="2247"/>
                </a:cubicBezTo>
                <a:cubicBezTo>
                  <a:pt x="3919" y="2247"/>
                  <a:pt x="3872" y="2270"/>
                  <a:pt x="3834" y="2308"/>
                </a:cubicBezTo>
                <a:lnTo>
                  <a:pt x="3560" y="2725"/>
                </a:lnTo>
                <a:lnTo>
                  <a:pt x="3156" y="2534"/>
                </a:lnTo>
                <a:cubicBezTo>
                  <a:pt x="3132" y="2521"/>
                  <a:pt x="3108" y="2515"/>
                  <a:pt x="3084" y="2515"/>
                </a:cubicBezTo>
                <a:cubicBezTo>
                  <a:pt x="3024" y="2515"/>
                  <a:pt x="2967" y="2554"/>
                  <a:pt x="2941" y="2606"/>
                </a:cubicBezTo>
                <a:cubicBezTo>
                  <a:pt x="2894" y="2701"/>
                  <a:pt x="2941" y="2784"/>
                  <a:pt x="3013" y="2832"/>
                </a:cubicBezTo>
                <a:lnTo>
                  <a:pt x="3537" y="3082"/>
                </a:lnTo>
                <a:cubicBezTo>
                  <a:pt x="3561" y="3094"/>
                  <a:pt x="3587" y="3101"/>
                  <a:pt x="3613" y="3101"/>
                </a:cubicBezTo>
                <a:cubicBezTo>
                  <a:pt x="3661" y="3101"/>
                  <a:pt x="3708" y="3077"/>
                  <a:pt x="3739" y="3022"/>
                </a:cubicBezTo>
                <a:lnTo>
                  <a:pt x="4013" y="2630"/>
                </a:lnTo>
                <a:lnTo>
                  <a:pt x="5108" y="3249"/>
                </a:lnTo>
                <a:cubicBezTo>
                  <a:pt x="5132" y="3267"/>
                  <a:pt x="5162" y="3275"/>
                  <a:pt x="5192" y="3275"/>
                </a:cubicBezTo>
                <a:cubicBezTo>
                  <a:pt x="5221" y="3275"/>
                  <a:pt x="5251" y="3267"/>
                  <a:pt x="5275" y="3249"/>
                </a:cubicBezTo>
                <a:cubicBezTo>
                  <a:pt x="5322" y="3225"/>
                  <a:pt x="5346" y="3165"/>
                  <a:pt x="5346" y="3106"/>
                </a:cubicBezTo>
                <a:lnTo>
                  <a:pt x="5346" y="2701"/>
                </a:lnTo>
                <a:lnTo>
                  <a:pt x="6073" y="3177"/>
                </a:lnTo>
                <a:lnTo>
                  <a:pt x="6073" y="3439"/>
                </a:lnTo>
                <a:cubicBezTo>
                  <a:pt x="6073" y="3725"/>
                  <a:pt x="6311" y="3963"/>
                  <a:pt x="6596" y="3963"/>
                </a:cubicBezTo>
                <a:lnTo>
                  <a:pt x="6870" y="3963"/>
                </a:lnTo>
                <a:cubicBezTo>
                  <a:pt x="6942" y="3963"/>
                  <a:pt x="7013" y="3999"/>
                  <a:pt x="7073" y="4058"/>
                </a:cubicBezTo>
                <a:cubicBezTo>
                  <a:pt x="7132" y="4118"/>
                  <a:pt x="7144" y="4189"/>
                  <a:pt x="7144" y="4261"/>
                </a:cubicBezTo>
                <a:cubicBezTo>
                  <a:pt x="7132" y="4392"/>
                  <a:pt x="7001" y="4511"/>
                  <a:pt x="6846" y="4511"/>
                </a:cubicBezTo>
                <a:lnTo>
                  <a:pt x="6775" y="4511"/>
                </a:lnTo>
                <a:lnTo>
                  <a:pt x="6775" y="4499"/>
                </a:lnTo>
                <a:cubicBezTo>
                  <a:pt x="6775" y="4416"/>
                  <a:pt x="6704" y="4332"/>
                  <a:pt x="6608" y="4332"/>
                </a:cubicBezTo>
                <a:cubicBezTo>
                  <a:pt x="6525" y="4332"/>
                  <a:pt x="6454" y="4416"/>
                  <a:pt x="6454" y="4499"/>
                </a:cubicBezTo>
                <a:cubicBezTo>
                  <a:pt x="6454" y="5666"/>
                  <a:pt x="5501" y="6618"/>
                  <a:pt x="4334" y="6618"/>
                </a:cubicBezTo>
                <a:cubicBezTo>
                  <a:pt x="4320" y="6618"/>
                  <a:pt x="4306" y="6619"/>
                  <a:pt x="4292" y="6619"/>
                </a:cubicBezTo>
                <a:cubicBezTo>
                  <a:pt x="3180" y="6619"/>
                  <a:pt x="2263" y="5687"/>
                  <a:pt x="2263" y="4535"/>
                </a:cubicBezTo>
                <a:cubicBezTo>
                  <a:pt x="2263" y="4439"/>
                  <a:pt x="2191" y="4368"/>
                  <a:pt x="2108" y="4368"/>
                </a:cubicBezTo>
                <a:cubicBezTo>
                  <a:pt x="2013" y="4368"/>
                  <a:pt x="1941" y="4439"/>
                  <a:pt x="1941" y="4535"/>
                </a:cubicBezTo>
                <a:lnTo>
                  <a:pt x="1941" y="4546"/>
                </a:lnTo>
                <a:lnTo>
                  <a:pt x="1834" y="4546"/>
                </a:lnTo>
                <a:cubicBezTo>
                  <a:pt x="1763" y="4546"/>
                  <a:pt x="1691" y="4511"/>
                  <a:pt x="1632" y="4451"/>
                </a:cubicBezTo>
                <a:cubicBezTo>
                  <a:pt x="1572" y="4392"/>
                  <a:pt x="1548" y="4320"/>
                  <a:pt x="1548" y="4249"/>
                </a:cubicBezTo>
                <a:cubicBezTo>
                  <a:pt x="1572" y="4118"/>
                  <a:pt x="1703" y="3999"/>
                  <a:pt x="1846" y="3999"/>
                </a:cubicBezTo>
                <a:lnTo>
                  <a:pt x="2084" y="3999"/>
                </a:lnTo>
                <a:cubicBezTo>
                  <a:pt x="2370" y="3999"/>
                  <a:pt x="2608" y="3761"/>
                  <a:pt x="2608" y="3475"/>
                </a:cubicBezTo>
                <a:lnTo>
                  <a:pt x="2608" y="2415"/>
                </a:lnTo>
                <a:cubicBezTo>
                  <a:pt x="2608" y="2332"/>
                  <a:pt x="2536" y="2249"/>
                  <a:pt x="2441" y="2249"/>
                </a:cubicBezTo>
                <a:cubicBezTo>
                  <a:pt x="2358" y="2249"/>
                  <a:pt x="2286" y="2332"/>
                  <a:pt x="2286" y="2415"/>
                </a:cubicBezTo>
                <a:lnTo>
                  <a:pt x="2286" y="3475"/>
                </a:lnTo>
                <a:cubicBezTo>
                  <a:pt x="2286" y="3582"/>
                  <a:pt x="2191" y="3665"/>
                  <a:pt x="2084" y="3665"/>
                </a:cubicBezTo>
                <a:lnTo>
                  <a:pt x="1846" y="3665"/>
                </a:lnTo>
                <a:cubicBezTo>
                  <a:pt x="1786" y="3665"/>
                  <a:pt x="1727" y="3677"/>
                  <a:pt x="1691" y="3701"/>
                </a:cubicBezTo>
                <a:lnTo>
                  <a:pt x="1405" y="2999"/>
                </a:lnTo>
                <a:lnTo>
                  <a:pt x="1667" y="2725"/>
                </a:lnTo>
                <a:cubicBezTo>
                  <a:pt x="1715" y="2689"/>
                  <a:pt x="1727" y="2630"/>
                  <a:pt x="1715" y="2570"/>
                </a:cubicBezTo>
                <a:lnTo>
                  <a:pt x="1429" y="1737"/>
                </a:lnTo>
                <a:lnTo>
                  <a:pt x="1905" y="1737"/>
                </a:lnTo>
                <a:cubicBezTo>
                  <a:pt x="2001" y="1737"/>
                  <a:pt x="2072" y="1653"/>
                  <a:pt x="2072" y="1570"/>
                </a:cubicBezTo>
                <a:lnTo>
                  <a:pt x="2072" y="856"/>
                </a:lnTo>
                <a:lnTo>
                  <a:pt x="2786" y="856"/>
                </a:lnTo>
                <a:cubicBezTo>
                  <a:pt x="2822" y="856"/>
                  <a:pt x="2858" y="832"/>
                  <a:pt x="2894" y="820"/>
                </a:cubicBezTo>
                <a:lnTo>
                  <a:pt x="3537" y="344"/>
                </a:lnTo>
                <a:lnTo>
                  <a:pt x="4156" y="510"/>
                </a:lnTo>
                <a:lnTo>
                  <a:pt x="4215" y="510"/>
                </a:lnTo>
                <a:lnTo>
                  <a:pt x="5358" y="344"/>
                </a:lnTo>
                <a:close/>
                <a:moveTo>
                  <a:pt x="2882" y="7225"/>
                </a:moveTo>
                <a:lnTo>
                  <a:pt x="4096" y="7892"/>
                </a:lnTo>
                <a:lnTo>
                  <a:pt x="3203" y="8654"/>
                </a:lnTo>
                <a:lnTo>
                  <a:pt x="3191" y="8654"/>
                </a:lnTo>
                <a:lnTo>
                  <a:pt x="2644" y="7690"/>
                </a:lnTo>
                <a:lnTo>
                  <a:pt x="2858" y="7225"/>
                </a:lnTo>
                <a:close/>
                <a:moveTo>
                  <a:pt x="5442" y="6737"/>
                </a:moveTo>
                <a:lnTo>
                  <a:pt x="5442" y="7094"/>
                </a:lnTo>
                <a:lnTo>
                  <a:pt x="5239" y="7190"/>
                </a:lnTo>
                <a:cubicBezTo>
                  <a:pt x="5168" y="7237"/>
                  <a:pt x="5144" y="7344"/>
                  <a:pt x="5180" y="7416"/>
                </a:cubicBezTo>
                <a:cubicBezTo>
                  <a:pt x="5212" y="7465"/>
                  <a:pt x="5273" y="7497"/>
                  <a:pt x="5331" y="7497"/>
                </a:cubicBezTo>
                <a:cubicBezTo>
                  <a:pt x="5357" y="7497"/>
                  <a:pt x="5383" y="7490"/>
                  <a:pt x="5406" y="7475"/>
                </a:cubicBezTo>
                <a:lnTo>
                  <a:pt x="5882" y="7213"/>
                </a:lnTo>
                <a:lnTo>
                  <a:pt x="5894" y="7213"/>
                </a:lnTo>
                <a:lnTo>
                  <a:pt x="6120" y="7666"/>
                </a:lnTo>
                <a:lnTo>
                  <a:pt x="5573" y="8654"/>
                </a:lnTo>
                <a:lnTo>
                  <a:pt x="5561" y="8654"/>
                </a:lnTo>
                <a:lnTo>
                  <a:pt x="4668" y="7892"/>
                </a:lnTo>
                <a:lnTo>
                  <a:pt x="4811" y="7821"/>
                </a:lnTo>
                <a:cubicBezTo>
                  <a:pt x="4882" y="7773"/>
                  <a:pt x="4918" y="7666"/>
                  <a:pt x="4870" y="7594"/>
                </a:cubicBezTo>
                <a:cubicBezTo>
                  <a:pt x="4837" y="7545"/>
                  <a:pt x="4782" y="7513"/>
                  <a:pt x="4724" y="7513"/>
                </a:cubicBezTo>
                <a:cubicBezTo>
                  <a:pt x="4697" y="7513"/>
                  <a:pt x="4670" y="7520"/>
                  <a:pt x="4644" y="7535"/>
                </a:cubicBezTo>
                <a:lnTo>
                  <a:pt x="4382" y="7690"/>
                </a:lnTo>
                <a:lnTo>
                  <a:pt x="3310" y="7094"/>
                </a:lnTo>
                <a:lnTo>
                  <a:pt x="3310" y="6737"/>
                </a:lnTo>
                <a:cubicBezTo>
                  <a:pt x="3632" y="6892"/>
                  <a:pt x="3989" y="6975"/>
                  <a:pt x="4382" y="6975"/>
                </a:cubicBezTo>
                <a:cubicBezTo>
                  <a:pt x="4763" y="6975"/>
                  <a:pt x="5120" y="6880"/>
                  <a:pt x="5442" y="6737"/>
                </a:cubicBezTo>
                <a:close/>
                <a:moveTo>
                  <a:pt x="4382" y="8071"/>
                </a:moveTo>
                <a:lnTo>
                  <a:pt x="4572" y="8237"/>
                </a:lnTo>
                <a:lnTo>
                  <a:pt x="4560" y="9630"/>
                </a:lnTo>
                <a:lnTo>
                  <a:pt x="4203" y="9630"/>
                </a:lnTo>
                <a:cubicBezTo>
                  <a:pt x="4203" y="9630"/>
                  <a:pt x="4191" y="9630"/>
                  <a:pt x="4191" y="9619"/>
                </a:cubicBezTo>
                <a:lnTo>
                  <a:pt x="4191" y="8237"/>
                </a:lnTo>
                <a:lnTo>
                  <a:pt x="4382" y="8071"/>
                </a:lnTo>
                <a:close/>
                <a:moveTo>
                  <a:pt x="453" y="8726"/>
                </a:moveTo>
                <a:lnTo>
                  <a:pt x="1393" y="9535"/>
                </a:lnTo>
                <a:cubicBezTo>
                  <a:pt x="1512" y="9630"/>
                  <a:pt x="1584" y="9785"/>
                  <a:pt x="1584" y="9928"/>
                </a:cubicBezTo>
                <a:lnTo>
                  <a:pt x="1584" y="10107"/>
                </a:lnTo>
                <a:lnTo>
                  <a:pt x="334" y="9833"/>
                </a:lnTo>
                <a:lnTo>
                  <a:pt x="334" y="9178"/>
                </a:lnTo>
                <a:cubicBezTo>
                  <a:pt x="334" y="9011"/>
                  <a:pt x="369" y="8857"/>
                  <a:pt x="453" y="8726"/>
                </a:cubicBezTo>
                <a:close/>
                <a:moveTo>
                  <a:pt x="3504" y="0"/>
                </a:moveTo>
                <a:cubicBezTo>
                  <a:pt x="3468" y="0"/>
                  <a:pt x="3431" y="17"/>
                  <a:pt x="3406" y="34"/>
                </a:cubicBezTo>
                <a:lnTo>
                  <a:pt x="2751" y="522"/>
                </a:lnTo>
                <a:lnTo>
                  <a:pt x="1941" y="522"/>
                </a:lnTo>
                <a:cubicBezTo>
                  <a:pt x="1846" y="522"/>
                  <a:pt x="1774" y="606"/>
                  <a:pt x="1774" y="689"/>
                </a:cubicBezTo>
                <a:lnTo>
                  <a:pt x="1774" y="1403"/>
                </a:lnTo>
                <a:lnTo>
                  <a:pt x="1239" y="1403"/>
                </a:lnTo>
                <a:cubicBezTo>
                  <a:pt x="1179" y="1403"/>
                  <a:pt x="1131" y="1439"/>
                  <a:pt x="1108" y="1475"/>
                </a:cubicBezTo>
                <a:cubicBezTo>
                  <a:pt x="1072" y="1522"/>
                  <a:pt x="1060" y="1582"/>
                  <a:pt x="1072" y="1629"/>
                </a:cubicBezTo>
                <a:lnTo>
                  <a:pt x="1382" y="2582"/>
                </a:lnTo>
                <a:lnTo>
                  <a:pt x="1108" y="2868"/>
                </a:lnTo>
                <a:cubicBezTo>
                  <a:pt x="1060" y="2903"/>
                  <a:pt x="1048" y="2987"/>
                  <a:pt x="1072" y="3046"/>
                </a:cubicBezTo>
                <a:lnTo>
                  <a:pt x="1417" y="3892"/>
                </a:lnTo>
                <a:cubicBezTo>
                  <a:pt x="1322" y="3975"/>
                  <a:pt x="1262" y="4106"/>
                  <a:pt x="1251" y="4249"/>
                </a:cubicBezTo>
                <a:cubicBezTo>
                  <a:pt x="1239" y="4404"/>
                  <a:pt x="1298" y="4582"/>
                  <a:pt x="1405" y="4701"/>
                </a:cubicBezTo>
                <a:cubicBezTo>
                  <a:pt x="1524" y="4832"/>
                  <a:pt x="1679" y="4904"/>
                  <a:pt x="1846" y="4904"/>
                </a:cubicBezTo>
                <a:lnTo>
                  <a:pt x="1965" y="4904"/>
                </a:lnTo>
                <a:cubicBezTo>
                  <a:pt x="2060" y="5582"/>
                  <a:pt x="2441" y="6190"/>
                  <a:pt x="2989" y="6571"/>
                </a:cubicBezTo>
                <a:lnTo>
                  <a:pt x="2989" y="6940"/>
                </a:lnTo>
                <a:cubicBezTo>
                  <a:pt x="2953" y="6928"/>
                  <a:pt x="2917" y="6922"/>
                  <a:pt x="2883" y="6922"/>
                </a:cubicBezTo>
                <a:cubicBezTo>
                  <a:pt x="2849" y="6922"/>
                  <a:pt x="2816" y="6928"/>
                  <a:pt x="2786" y="6940"/>
                </a:cubicBezTo>
                <a:cubicBezTo>
                  <a:pt x="2691" y="6963"/>
                  <a:pt x="2620" y="7035"/>
                  <a:pt x="2572" y="7118"/>
                </a:cubicBezTo>
                <a:lnTo>
                  <a:pt x="2322" y="7618"/>
                </a:lnTo>
                <a:lnTo>
                  <a:pt x="881" y="8035"/>
                </a:lnTo>
                <a:cubicBezTo>
                  <a:pt x="358" y="8190"/>
                  <a:pt x="0" y="8666"/>
                  <a:pt x="0" y="9202"/>
                </a:cubicBezTo>
                <a:lnTo>
                  <a:pt x="0" y="11047"/>
                </a:lnTo>
                <a:cubicBezTo>
                  <a:pt x="0" y="11131"/>
                  <a:pt x="72" y="11214"/>
                  <a:pt x="167" y="11214"/>
                </a:cubicBezTo>
                <a:cubicBezTo>
                  <a:pt x="250" y="11214"/>
                  <a:pt x="334" y="11131"/>
                  <a:pt x="334" y="11047"/>
                </a:cubicBezTo>
                <a:lnTo>
                  <a:pt x="334" y="10202"/>
                </a:lnTo>
                <a:lnTo>
                  <a:pt x="1584" y="10476"/>
                </a:lnTo>
                <a:lnTo>
                  <a:pt x="1584" y="11047"/>
                </a:lnTo>
                <a:cubicBezTo>
                  <a:pt x="1584" y="11131"/>
                  <a:pt x="1655" y="11214"/>
                  <a:pt x="1739" y="11214"/>
                </a:cubicBezTo>
                <a:cubicBezTo>
                  <a:pt x="1834" y="11214"/>
                  <a:pt x="1905" y="11131"/>
                  <a:pt x="1905" y="11047"/>
                </a:cubicBezTo>
                <a:lnTo>
                  <a:pt x="1905" y="9952"/>
                </a:lnTo>
                <a:cubicBezTo>
                  <a:pt x="1905" y="9690"/>
                  <a:pt x="1798" y="9452"/>
                  <a:pt x="1608" y="9297"/>
                </a:cubicBezTo>
                <a:lnTo>
                  <a:pt x="667" y="8487"/>
                </a:lnTo>
                <a:cubicBezTo>
                  <a:pt x="762" y="8416"/>
                  <a:pt x="870" y="8368"/>
                  <a:pt x="965" y="8345"/>
                </a:cubicBezTo>
                <a:lnTo>
                  <a:pt x="2382" y="7928"/>
                </a:lnTo>
                <a:lnTo>
                  <a:pt x="2906" y="8833"/>
                </a:lnTo>
                <a:cubicBezTo>
                  <a:pt x="2953" y="8916"/>
                  <a:pt x="3036" y="8976"/>
                  <a:pt x="3144" y="8999"/>
                </a:cubicBezTo>
                <a:lnTo>
                  <a:pt x="3203" y="8999"/>
                </a:lnTo>
                <a:cubicBezTo>
                  <a:pt x="3275" y="8999"/>
                  <a:pt x="3370" y="8964"/>
                  <a:pt x="3429" y="8916"/>
                </a:cubicBezTo>
                <a:lnTo>
                  <a:pt x="3870" y="8535"/>
                </a:lnTo>
                <a:lnTo>
                  <a:pt x="3870" y="9630"/>
                </a:lnTo>
                <a:cubicBezTo>
                  <a:pt x="3870" y="9833"/>
                  <a:pt x="4025" y="9976"/>
                  <a:pt x="4215" y="9976"/>
                </a:cubicBezTo>
                <a:lnTo>
                  <a:pt x="4572" y="9976"/>
                </a:lnTo>
                <a:cubicBezTo>
                  <a:pt x="4763" y="9976"/>
                  <a:pt x="4918" y="9833"/>
                  <a:pt x="4918" y="9630"/>
                </a:cubicBezTo>
                <a:lnTo>
                  <a:pt x="4918" y="8535"/>
                </a:lnTo>
                <a:lnTo>
                  <a:pt x="5358" y="8916"/>
                </a:lnTo>
                <a:cubicBezTo>
                  <a:pt x="5418" y="8976"/>
                  <a:pt x="5489" y="8999"/>
                  <a:pt x="5584" y="8999"/>
                </a:cubicBezTo>
                <a:lnTo>
                  <a:pt x="5644" y="8999"/>
                </a:lnTo>
                <a:cubicBezTo>
                  <a:pt x="5751" y="8976"/>
                  <a:pt x="5834" y="8916"/>
                  <a:pt x="5882" y="8833"/>
                </a:cubicBezTo>
                <a:lnTo>
                  <a:pt x="6406" y="7928"/>
                </a:lnTo>
                <a:lnTo>
                  <a:pt x="7811" y="8345"/>
                </a:lnTo>
                <a:cubicBezTo>
                  <a:pt x="7918" y="8368"/>
                  <a:pt x="8025" y="8428"/>
                  <a:pt x="8109" y="8487"/>
                </a:cubicBezTo>
                <a:lnTo>
                  <a:pt x="7180" y="9297"/>
                </a:lnTo>
                <a:cubicBezTo>
                  <a:pt x="6977" y="9452"/>
                  <a:pt x="6882" y="9690"/>
                  <a:pt x="6882" y="9952"/>
                </a:cubicBezTo>
                <a:lnTo>
                  <a:pt x="6882" y="11035"/>
                </a:lnTo>
                <a:cubicBezTo>
                  <a:pt x="6882" y="11119"/>
                  <a:pt x="6954" y="11202"/>
                  <a:pt x="7037" y="11202"/>
                </a:cubicBezTo>
                <a:cubicBezTo>
                  <a:pt x="7132" y="11202"/>
                  <a:pt x="7204" y="11119"/>
                  <a:pt x="7204" y="11035"/>
                </a:cubicBezTo>
                <a:lnTo>
                  <a:pt x="7204" y="10464"/>
                </a:lnTo>
                <a:lnTo>
                  <a:pt x="7430" y="10428"/>
                </a:lnTo>
                <a:cubicBezTo>
                  <a:pt x="7513" y="10404"/>
                  <a:pt x="7573" y="10321"/>
                  <a:pt x="7549" y="10226"/>
                </a:cubicBezTo>
                <a:cubicBezTo>
                  <a:pt x="7539" y="10155"/>
                  <a:pt x="7469" y="10101"/>
                  <a:pt x="7397" y="10101"/>
                </a:cubicBezTo>
                <a:cubicBezTo>
                  <a:pt x="7384" y="10101"/>
                  <a:pt x="7371" y="10103"/>
                  <a:pt x="7358" y="10107"/>
                </a:cubicBezTo>
                <a:lnTo>
                  <a:pt x="7204" y="10142"/>
                </a:lnTo>
                <a:lnTo>
                  <a:pt x="7204" y="9952"/>
                </a:lnTo>
                <a:cubicBezTo>
                  <a:pt x="7204" y="9785"/>
                  <a:pt x="7275" y="9630"/>
                  <a:pt x="7394" y="9547"/>
                </a:cubicBezTo>
                <a:lnTo>
                  <a:pt x="8335" y="8737"/>
                </a:lnTo>
                <a:cubicBezTo>
                  <a:pt x="8406" y="8880"/>
                  <a:pt x="8454" y="9023"/>
                  <a:pt x="8454" y="9190"/>
                </a:cubicBezTo>
                <a:lnTo>
                  <a:pt x="8454" y="9845"/>
                </a:lnTo>
                <a:lnTo>
                  <a:pt x="8049" y="9928"/>
                </a:lnTo>
                <a:cubicBezTo>
                  <a:pt x="7966" y="9952"/>
                  <a:pt x="7906" y="10035"/>
                  <a:pt x="7930" y="10131"/>
                </a:cubicBezTo>
                <a:cubicBezTo>
                  <a:pt x="7954" y="10202"/>
                  <a:pt x="8025" y="10261"/>
                  <a:pt x="8097" y="10261"/>
                </a:cubicBezTo>
                <a:lnTo>
                  <a:pt x="8132" y="10261"/>
                </a:lnTo>
                <a:lnTo>
                  <a:pt x="8454" y="10190"/>
                </a:lnTo>
                <a:lnTo>
                  <a:pt x="8454" y="11035"/>
                </a:lnTo>
                <a:cubicBezTo>
                  <a:pt x="8454" y="11119"/>
                  <a:pt x="8525" y="11202"/>
                  <a:pt x="8621" y="11202"/>
                </a:cubicBezTo>
                <a:cubicBezTo>
                  <a:pt x="8704" y="11202"/>
                  <a:pt x="8787" y="11119"/>
                  <a:pt x="8787" y="11035"/>
                </a:cubicBezTo>
                <a:lnTo>
                  <a:pt x="8751" y="9190"/>
                </a:lnTo>
                <a:cubicBezTo>
                  <a:pt x="8751" y="8654"/>
                  <a:pt x="8394" y="8178"/>
                  <a:pt x="7870" y="8023"/>
                </a:cubicBezTo>
                <a:lnTo>
                  <a:pt x="6430" y="7606"/>
                </a:lnTo>
                <a:lnTo>
                  <a:pt x="6180" y="7106"/>
                </a:lnTo>
                <a:cubicBezTo>
                  <a:pt x="6132" y="7011"/>
                  <a:pt x="6061" y="6952"/>
                  <a:pt x="5965" y="6928"/>
                </a:cubicBezTo>
                <a:cubicBezTo>
                  <a:pt x="5930" y="6922"/>
                  <a:pt x="5894" y="6919"/>
                  <a:pt x="5860" y="6919"/>
                </a:cubicBezTo>
                <a:cubicBezTo>
                  <a:pt x="5826" y="6919"/>
                  <a:pt x="5793" y="6922"/>
                  <a:pt x="5763" y="6928"/>
                </a:cubicBezTo>
                <a:lnTo>
                  <a:pt x="5763" y="6559"/>
                </a:lnTo>
                <a:cubicBezTo>
                  <a:pt x="6311" y="6166"/>
                  <a:pt x="6704" y="5570"/>
                  <a:pt x="6787" y="4892"/>
                </a:cubicBezTo>
                <a:lnTo>
                  <a:pt x="6894" y="4892"/>
                </a:lnTo>
                <a:cubicBezTo>
                  <a:pt x="7216" y="4892"/>
                  <a:pt x="7489" y="4654"/>
                  <a:pt x="7513" y="4356"/>
                </a:cubicBezTo>
                <a:cubicBezTo>
                  <a:pt x="7537" y="4189"/>
                  <a:pt x="7478" y="4011"/>
                  <a:pt x="7370" y="3892"/>
                </a:cubicBezTo>
                <a:lnTo>
                  <a:pt x="7358" y="3868"/>
                </a:lnTo>
                <a:lnTo>
                  <a:pt x="7680" y="3034"/>
                </a:lnTo>
                <a:cubicBezTo>
                  <a:pt x="7716" y="2975"/>
                  <a:pt x="7692" y="2903"/>
                  <a:pt x="7656" y="2856"/>
                </a:cubicBezTo>
                <a:lnTo>
                  <a:pt x="7370" y="2582"/>
                </a:lnTo>
                <a:lnTo>
                  <a:pt x="7680" y="1629"/>
                </a:lnTo>
                <a:cubicBezTo>
                  <a:pt x="7692" y="1582"/>
                  <a:pt x="7692" y="1522"/>
                  <a:pt x="7656" y="1475"/>
                </a:cubicBezTo>
                <a:cubicBezTo>
                  <a:pt x="7620" y="1427"/>
                  <a:pt x="7573" y="1403"/>
                  <a:pt x="7513" y="1403"/>
                </a:cubicBezTo>
                <a:lnTo>
                  <a:pt x="6882" y="1403"/>
                </a:lnTo>
                <a:lnTo>
                  <a:pt x="7144" y="748"/>
                </a:lnTo>
                <a:cubicBezTo>
                  <a:pt x="7156" y="701"/>
                  <a:pt x="7156" y="641"/>
                  <a:pt x="7132" y="606"/>
                </a:cubicBezTo>
                <a:cubicBezTo>
                  <a:pt x="7097" y="558"/>
                  <a:pt x="7061" y="522"/>
                  <a:pt x="7001" y="522"/>
                </a:cubicBezTo>
                <a:lnTo>
                  <a:pt x="6013" y="522"/>
                </a:lnTo>
                <a:lnTo>
                  <a:pt x="5537" y="46"/>
                </a:lnTo>
                <a:cubicBezTo>
                  <a:pt x="5519" y="28"/>
                  <a:pt x="5479" y="2"/>
                  <a:pt x="5440" y="2"/>
                </a:cubicBezTo>
                <a:cubicBezTo>
                  <a:pt x="5429" y="2"/>
                  <a:pt x="5417" y="5"/>
                  <a:pt x="5406" y="10"/>
                </a:cubicBezTo>
                <a:lnTo>
                  <a:pt x="4215" y="165"/>
                </a:lnTo>
                <a:lnTo>
                  <a:pt x="3548" y="10"/>
                </a:lnTo>
                <a:cubicBezTo>
                  <a:pt x="3535" y="3"/>
                  <a:pt x="3520" y="0"/>
                  <a:pt x="3504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ainbow Background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24ADBD"/>
      </a:accent1>
      <a:accent2>
        <a:srgbClr val="A2D242"/>
      </a:accent2>
      <a:accent3>
        <a:srgbClr val="FCE243"/>
      </a:accent3>
      <a:accent4>
        <a:srgbClr val="EF6B20"/>
      </a:accent4>
      <a:accent5>
        <a:srgbClr val="AD242B"/>
      </a:accent5>
      <a:accent6>
        <a:srgbClr val="AE2D5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ainbow Background by Slidesgo" id="{46D7DCF1-5261-4805-AE31-BEDD5E59F30E}" vid="{99090F41-B61B-4833-A699-F16AB6F86A01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Cornell Notes</Template>
  <TotalTime>629</TotalTime>
  <Words>346</Words>
  <Application>Microsoft Office PowerPoint</Application>
  <PresentationFormat>On-screen Show (16:9)</PresentationFormat>
  <Paragraphs>77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Fredoka One</vt:lpstr>
      <vt:lpstr>Chalkboard</vt:lpstr>
      <vt:lpstr>Abel</vt:lpstr>
      <vt:lpstr>Arial</vt:lpstr>
      <vt:lpstr>Rainbow Background by Slidesgo</vt:lpstr>
      <vt:lpstr>Topic: Adding and Subtracting with negative numbers  EQ: How do we add and subtract with negatives?</vt:lpstr>
      <vt:lpstr>PowerPoint Presentation</vt:lpstr>
      <vt:lpstr>PowerPoint Presentation</vt:lpstr>
      <vt:lpstr>PowerPoint Presentation</vt:lpstr>
      <vt:lpstr>https://youtu.be/DBSviXhkubg </vt:lpstr>
      <vt:lpstr>PowerPoint Presentation</vt:lpstr>
      <vt:lpstr>Practice</vt:lpstr>
      <vt:lpstr>Shark Boat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Adding and Subtracting with negative numbers  EQ: How do we add and subtract with negatives?</dc:title>
  <dc:creator>MCLEOD Alexandria [Baldivis Secondary College]</dc:creator>
  <cp:lastModifiedBy>MCLEOD Alexandria [Baldivis Secondary College]</cp:lastModifiedBy>
  <cp:revision>10</cp:revision>
  <dcterms:created xsi:type="dcterms:W3CDTF">2021-02-22T02:29:05Z</dcterms:created>
  <dcterms:modified xsi:type="dcterms:W3CDTF">2021-02-22T12:58:32Z</dcterms:modified>
</cp:coreProperties>
</file>