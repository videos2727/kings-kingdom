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323" r:id="rId4"/>
    <p:sldId id="264" r:id="rId5"/>
    <p:sldId id="316" r:id="rId6"/>
    <p:sldId id="311" r:id="rId7"/>
    <p:sldId id="320" r:id="rId8"/>
    <p:sldId id="319" r:id="rId9"/>
    <p:sldId id="317" r:id="rId10"/>
    <p:sldId id="275" r:id="rId11"/>
    <p:sldId id="259" r:id="rId12"/>
    <p:sldId id="260" r:id="rId13"/>
    <p:sldId id="261" r:id="rId14"/>
    <p:sldId id="262" r:id="rId15"/>
    <p:sldId id="263" r:id="rId16"/>
    <p:sldId id="321" r:id="rId17"/>
    <p:sldId id="322" r:id="rId18"/>
    <p:sldId id="284" r:id="rId19"/>
    <p:sldId id="285" r:id="rId20"/>
    <p:sldId id="286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6067" autoAdjust="0"/>
  </p:normalViewPr>
  <p:slideViewPr>
    <p:cSldViewPr snapToGrid="0">
      <p:cViewPr>
        <p:scale>
          <a:sx n="90" d="100"/>
          <a:sy n="90" d="100"/>
        </p:scale>
        <p:origin x="133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9BFB00B-41EB-4FB2-BBD1-069420AC2AD5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3B91680C-7102-4E09-BC8E-5D8F97A00A70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Next will be some examples of how to use BIMDAS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8833764B-3014-440B-9485-D43179EB890F}" type="parTrans" cxnId="{DF54784E-D59B-4C77-8459-F2812B68D59F}">
      <dgm:prSet/>
      <dgm:spPr/>
      <dgm:t>
        <a:bodyPr/>
        <a:lstStyle/>
        <a:p>
          <a:endParaRPr lang="en-US"/>
        </a:p>
      </dgm:t>
    </dgm:pt>
    <dgm:pt modelId="{3CDE818B-0938-4184-9011-2E74F706F30D}" type="sibTrans" cxnId="{DF54784E-D59B-4C77-8459-F2812B68D59F}">
      <dgm:prSet/>
      <dgm:spPr/>
      <dgm:t>
        <a:bodyPr/>
        <a:lstStyle/>
        <a:p>
          <a:endParaRPr lang="en-US"/>
        </a:p>
      </dgm:t>
    </dgm:pt>
    <dgm:pt modelId="{7E0262AF-257E-4794-88B0-53EDB52F7B7E}">
      <dgm:prSet/>
      <dgm:spPr/>
      <dgm:t>
        <a:bodyPr/>
        <a:lstStyle/>
        <a:p>
          <a:r>
            <a:rPr lang="en-GB" dirty="0">
              <a:latin typeface="Calibri" panose="020F0502020204030204" pitchFamily="34" charset="0"/>
              <a:cs typeface="Calibri" panose="020F0502020204030204" pitchFamily="34" charset="0"/>
            </a:rPr>
            <a:t>A good tip is to underline the part you are going to do, then write the answer under your line, along with the rest of the sum.</a:t>
          </a:r>
          <a:endParaRPr lang="en-US" dirty="0">
            <a:latin typeface="Calibri" panose="020F0502020204030204" pitchFamily="34" charset="0"/>
            <a:cs typeface="Calibri" panose="020F0502020204030204" pitchFamily="34" charset="0"/>
          </a:endParaRPr>
        </a:p>
      </dgm:t>
    </dgm:pt>
    <dgm:pt modelId="{13DB0B55-7F9C-4971-99D7-CBAC6D641474}" type="parTrans" cxnId="{EA102784-1BDD-4C73-8D09-2361FE009FB7}">
      <dgm:prSet/>
      <dgm:spPr/>
      <dgm:t>
        <a:bodyPr/>
        <a:lstStyle/>
        <a:p>
          <a:endParaRPr lang="en-US"/>
        </a:p>
      </dgm:t>
    </dgm:pt>
    <dgm:pt modelId="{F4721348-0DD8-46CA-9087-4C11A674E837}" type="sibTrans" cxnId="{EA102784-1BDD-4C73-8D09-2361FE009FB7}">
      <dgm:prSet/>
      <dgm:spPr/>
      <dgm:t>
        <a:bodyPr/>
        <a:lstStyle/>
        <a:p>
          <a:endParaRPr lang="en-US"/>
        </a:p>
      </dgm:t>
    </dgm:pt>
    <dgm:pt modelId="{3F241D53-471B-4C6C-AF6F-0F629A64F503}" type="pres">
      <dgm:prSet presAssocID="{09BFB00B-41EB-4FB2-BBD1-069420AC2AD5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D9602D7-2857-4B08-B583-20B886B95C6F}" type="pres">
      <dgm:prSet presAssocID="{3B91680C-7102-4E09-BC8E-5D8F97A00A70}" presName="hierRoot1" presStyleCnt="0"/>
      <dgm:spPr/>
    </dgm:pt>
    <dgm:pt modelId="{93BA84A9-FF1C-462E-A7E0-3056E6F5BB8F}" type="pres">
      <dgm:prSet presAssocID="{3B91680C-7102-4E09-BC8E-5D8F97A00A70}" presName="composite" presStyleCnt="0"/>
      <dgm:spPr/>
    </dgm:pt>
    <dgm:pt modelId="{5BCB5E5F-3EE8-4A14-910A-777478C2960E}" type="pres">
      <dgm:prSet presAssocID="{3B91680C-7102-4E09-BC8E-5D8F97A00A70}" presName="background" presStyleLbl="node0" presStyleIdx="0" presStyleCnt="2"/>
      <dgm:spPr/>
    </dgm:pt>
    <dgm:pt modelId="{72B7B52E-EF55-44E1-996B-3431F27947CA}" type="pres">
      <dgm:prSet presAssocID="{3B91680C-7102-4E09-BC8E-5D8F97A00A70}" presName="text" presStyleLbl="fgAcc0" presStyleIdx="0" presStyleCnt="2">
        <dgm:presLayoutVars>
          <dgm:chPref val="3"/>
        </dgm:presLayoutVars>
      </dgm:prSet>
      <dgm:spPr/>
    </dgm:pt>
    <dgm:pt modelId="{7CCB89CA-2FCE-4260-8F1B-E4184B02BA4D}" type="pres">
      <dgm:prSet presAssocID="{3B91680C-7102-4E09-BC8E-5D8F97A00A70}" presName="hierChild2" presStyleCnt="0"/>
      <dgm:spPr/>
    </dgm:pt>
    <dgm:pt modelId="{B26D277B-EFEC-4D82-9DAD-03824B2A09F2}" type="pres">
      <dgm:prSet presAssocID="{7E0262AF-257E-4794-88B0-53EDB52F7B7E}" presName="hierRoot1" presStyleCnt="0"/>
      <dgm:spPr/>
    </dgm:pt>
    <dgm:pt modelId="{CEECD1A9-5B18-4F52-80BC-223407CE194F}" type="pres">
      <dgm:prSet presAssocID="{7E0262AF-257E-4794-88B0-53EDB52F7B7E}" presName="composite" presStyleCnt="0"/>
      <dgm:spPr/>
    </dgm:pt>
    <dgm:pt modelId="{403253DA-63D7-443E-8992-400DC85B2F44}" type="pres">
      <dgm:prSet presAssocID="{7E0262AF-257E-4794-88B0-53EDB52F7B7E}" presName="background" presStyleLbl="node0" presStyleIdx="1" presStyleCnt="2"/>
      <dgm:spPr/>
    </dgm:pt>
    <dgm:pt modelId="{1418A74D-3B73-4BF7-BC5C-FB4FE80B8B10}" type="pres">
      <dgm:prSet presAssocID="{7E0262AF-257E-4794-88B0-53EDB52F7B7E}" presName="text" presStyleLbl="fgAcc0" presStyleIdx="1" presStyleCnt="2">
        <dgm:presLayoutVars>
          <dgm:chPref val="3"/>
        </dgm:presLayoutVars>
      </dgm:prSet>
      <dgm:spPr/>
    </dgm:pt>
    <dgm:pt modelId="{86C67237-628F-4D3C-B6FD-A3A2C9A26BE6}" type="pres">
      <dgm:prSet presAssocID="{7E0262AF-257E-4794-88B0-53EDB52F7B7E}" presName="hierChild2" presStyleCnt="0"/>
      <dgm:spPr/>
    </dgm:pt>
  </dgm:ptLst>
  <dgm:cxnLst>
    <dgm:cxn modelId="{4F2AA039-FB98-42D4-9A80-BB985EEFE263}" type="presOf" srcId="{7E0262AF-257E-4794-88B0-53EDB52F7B7E}" destId="{1418A74D-3B73-4BF7-BC5C-FB4FE80B8B10}" srcOrd="0" destOrd="0" presId="urn:microsoft.com/office/officeart/2005/8/layout/hierarchy1"/>
    <dgm:cxn modelId="{DF54784E-D59B-4C77-8459-F2812B68D59F}" srcId="{09BFB00B-41EB-4FB2-BBD1-069420AC2AD5}" destId="{3B91680C-7102-4E09-BC8E-5D8F97A00A70}" srcOrd="0" destOrd="0" parTransId="{8833764B-3014-440B-9485-D43179EB890F}" sibTransId="{3CDE818B-0938-4184-9011-2E74F706F30D}"/>
    <dgm:cxn modelId="{EA102784-1BDD-4C73-8D09-2361FE009FB7}" srcId="{09BFB00B-41EB-4FB2-BBD1-069420AC2AD5}" destId="{7E0262AF-257E-4794-88B0-53EDB52F7B7E}" srcOrd="1" destOrd="0" parTransId="{13DB0B55-7F9C-4971-99D7-CBAC6D641474}" sibTransId="{F4721348-0DD8-46CA-9087-4C11A674E837}"/>
    <dgm:cxn modelId="{4A34ED9B-B357-4558-BEAF-E66F1B335B31}" type="presOf" srcId="{3B91680C-7102-4E09-BC8E-5D8F97A00A70}" destId="{72B7B52E-EF55-44E1-996B-3431F27947CA}" srcOrd="0" destOrd="0" presId="urn:microsoft.com/office/officeart/2005/8/layout/hierarchy1"/>
    <dgm:cxn modelId="{97358DF4-5062-4559-9EEB-1329968B15E7}" type="presOf" srcId="{09BFB00B-41EB-4FB2-BBD1-069420AC2AD5}" destId="{3F241D53-471B-4C6C-AF6F-0F629A64F503}" srcOrd="0" destOrd="0" presId="urn:microsoft.com/office/officeart/2005/8/layout/hierarchy1"/>
    <dgm:cxn modelId="{41E9D2A6-C508-43F4-83A1-11619764AB2B}" type="presParOf" srcId="{3F241D53-471B-4C6C-AF6F-0F629A64F503}" destId="{6D9602D7-2857-4B08-B583-20B886B95C6F}" srcOrd="0" destOrd="0" presId="urn:microsoft.com/office/officeart/2005/8/layout/hierarchy1"/>
    <dgm:cxn modelId="{6CA9C849-DFD7-4543-87C5-A0E39EACA5CB}" type="presParOf" srcId="{6D9602D7-2857-4B08-B583-20B886B95C6F}" destId="{93BA84A9-FF1C-462E-A7E0-3056E6F5BB8F}" srcOrd="0" destOrd="0" presId="urn:microsoft.com/office/officeart/2005/8/layout/hierarchy1"/>
    <dgm:cxn modelId="{97AD3FC1-2CFA-486C-BD50-F60C60EE053F}" type="presParOf" srcId="{93BA84A9-FF1C-462E-A7E0-3056E6F5BB8F}" destId="{5BCB5E5F-3EE8-4A14-910A-777478C2960E}" srcOrd="0" destOrd="0" presId="urn:microsoft.com/office/officeart/2005/8/layout/hierarchy1"/>
    <dgm:cxn modelId="{03CF3B84-BFA3-457A-B452-D0EC550DE80E}" type="presParOf" srcId="{93BA84A9-FF1C-462E-A7E0-3056E6F5BB8F}" destId="{72B7B52E-EF55-44E1-996B-3431F27947CA}" srcOrd="1" destOrd="0" presId="urn:microsoft.com/office/officeart/2005/8/layout/hierarchy1"/>
    <dgm:cxn modelId="{5C562660-3F5A-4BE6-9F4F-C8B441684C83}" type="presParOf" srcId="{6D9602D7-2857-4B08-B583-20B886B95C6F}" destId="{7CCB89CA-2FCE-4260-8F1B-E4184B02BA4D}" srcOrd="1" destOrd="0" presId="urn:microsoft.com/office/officeart/2005/8/layout/hierarchy1"/>
    <dgm:cxn modelId="{FF04605B-4EBD-4877-A653-5C2C679D4C5B}" type="presParOf" srcId="{3F241D53-471B-4C6C-AF6F-0F629A64F503}" destId="{B26D277B-EFEC-4D82-9DAD-03824B2A09F2}" srcOrd="1" destOrd="0" presId="urn:microsoft.com/office/officeart/2005/8/layout/hierarchy1"/>
    <dgm:cxn modelId="{65F9BE84-5B11-4988-80A2-1CD709FFCCCE}" type="presParOf" srcId="{B26D277B-EFEC-4D82-9DAD-03824B2A09F2}" destId="{CEECD1A9-5B18-4F52-80BC-223407CE194F}" srcOrd="0" destOrd="0" presId="urn:microsoft.com/office/officeart/2005/8/layout/hierarchy1"/>
    <dgm:cxn modelId="{B4C75351-ABF4-4E83-8835-BB5206FBED8D}" type="presParOf" srcId="{CEECD1A9-5B18-4F52-80BC-223407CE194F}" destId="{403253DA-63D7-443E-8992-400DC85B2F44}" srcOrd="0" destOrd="0" presId="urn:microsoft.com/office/officeart/2005/8/layout/hierarchy1"/>
    <dgm:cxn modelId="{1A082854-D426-4C2D-A2C7-A41B6E89E2E2}" type="presParOf" srcId="{CEECD1A9-5B18-4F52-80BC-223407CE194F}" destId="{1418A74D-3B73-4BF7-BC5C-FB4FE80B8B10}" srcOrd="1" destOrd="0" presId="urn:microsoft.com/office/officeart/2005/8/layout/hierarchy1"/>
    <dgm:cxn modelId="{94E537E1-DAD6-41EC-A0CF-F8593978DCD3}" type="presParOf" srcId="{B26D277B-EFEC-4D82-9DAD-03824B2A09F2}" destId="{86C67237-628F-4D3C-B6FD-A3A2C9A26BE6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BCB5E5F-3EE8-4A14-910A-777478C2960E}">
      <dsp:nvSpPr>
        <dsp:cNvPr id="0" name=""/>
        <dsp:cNvSpPr/>
      </dsp:nvSpPr>
      <dsp:spPr>
        <a:xfrm>
          <a:off x="1186" y="469226"/>
          <a:ext cx="4164809" cy="264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2B7B52E-EF55-44E1-996B-3431F27947CA}">
      <dsp:nvSpPr>
        <dsp:cNvPr id="0" name=""/>
        <dsp:cNvSpPr/>
      </dsp:nvSpPr>
      <dsp:spPr>
        <a:xfrm>
          <a:off x="463943" y="908844"/>
          <a:ext cx="4164809" cy="26446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Calibri" panose="020F0502020204030204" pitchFamily="34" charset="0"/>
              <a:cs typeface="Calibri" panose="020F0502020204030204" pitchFamily="34" charset="0"/>
            </a:rPr>
            <a:t>Next will be some examples of how to use BIMDAS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41402" y="986303"/>
        <a:ext cx="4009891" cy="2489736"/>
      </dsp:txXfrm>
    </dsp:sp>
    <dsp:sp modelId="{403253DA-63D7-443E-8992-400DC85B2F44}">
      <dsp:nvSpPr>
        <dsp:cNvPr id="0" name=""/>
        <dsp:cNvSpPr/>
      </dsp:nvSpPr>
      <dsp:spPr>
        <a:xfrm>
          <a:off x="5091509" y="469226"/>
          <a:ext cx="4164809" cy="2644654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418A74D-3B73-4BF7-BC5C-FB4FE80B8B10}">
      <dsp:nvSpPr>
        <dsp:cNvPr id="0" name=""/>
        <dsp:cNvSpPr/>
      </dsp:nvSpPr>
      <dsp:spPr>
        <a:xfrm>
          <a:off x="5554265" y="908844"/>
          <a:ext cx="4164809" cy="2644654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800" kern="1200" dirty="0">
              <a:latin typeface="Calibri" panose="020F0502020204030204" pitchFamily="34" charset="0"/>
              <a:cs typeface="Calibri" panose="020F0502020204030204" pitchFamily="34" charset="0"/>
            </a:rPr>
            <a:t>A good tip is to underline the part you are going to do, then write the answer under your line, along with the rest of the sum.</a:t>
          </a:r>
          <a:endParaRPr lang="en-US" sz="2800" kern="1200" dirty="0">
            <a:latin typeface="Calibri" panose="020F0502020204030204" pitchFamily="34" charset="0"/>
            <a:cs typeface="Calibri" panose="020F0502020204030204" pitchFamily="34" charset="0"/>
          </a:endParaRPr>
        </a:p>
      </dsp:txBody>
      <dsp:txXfrm>
        <a:off x="5631724" y="986303"/>
        <a:ext cx="4009891" cy="248973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19FF19-E951-4407-A751-7B80C5EDBDDF}" type="datetimeFigureOut">
              <a:rPr lang="en-AU" smtClean="0"/>
              <a:t>14/03/2021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C861EA-ED97-4E1D-81AF-4ED4BFC385A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0094726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0" indent="0">
                  <a:buNone/>
                </a:pPr>
                <a:r>
                  <a:rPr lang="en-AU" dirty="0"/>
                  <a:t>Answers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$6.00</a:t>
                </a:r>
              </a:p>
              <a:p>
                <a:pPr marL="228600" indent="-228600">
                  <a:buAutoNum type="arabicPeriod"/>
                </a:pP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AU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280 cm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13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Fourth circle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Choice>
        <mc:Fallback xmlns="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pPr marL="228600" indent="-228600">
                  <a:buAutoNum type="arabicPeriod"/>
                </a:pPr>
                <a:r>
                  <a:rPr lang="en-AU" dirty="0"/>
                  <a:t>105.43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e</a:t>
                </a:r>
              </a:p>
              <a:p>
                <a:pPr marL="228600" indent="-228600">
                  <a:buAutoNum type="arabicPeriod"/>
                </a:pPr>
                <a:r>
                  <a:rPr lang="en-AU" dirty="0"/>
                  <a:t>0.5</a:t>
                </a:r>
              </a:p>
              <a:p>
                <a:pPr marL="228600" indent="-228600">
                  <a:buAutoNum type="arabicPeriod"/>
                </a:pPr>
                <a:r>
                  <a:rPr lang="en-AU" b="0" i="0">
                    <a:latin typeface="Cambria Math" panose="02040503050406030204" pitchFamily="18" charset="0"/>
                  </a:rPr>
                  <a:t>1/5</a:t>
                </a:r>
                <a:endParaRPr lang="en-AU" dirty="0"/>
              </a:p>
              <a:p>
                <a:pPr marL="228600" indent="-228600">
                  <a:buAutoNum type="arabicPeriod"/>
                </a:pPr>
                <a:r>
                  <a:rPr lang="en-AU" dirty="0"/>
                  <a:t>Amelia took 250 seconds to finish the race.</a:t>
                </a:r>
              </a:p>
              <a:p>
                <a:pPr marL="228600" indent="-228600">
                  <a:buAutoNum type="arabicPeriod"/>
                </a:pPr>
                <a:endParaRPr lang="en-AU" dirty="0"/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D992F62-36E4-4495-8B54-FAECD2DEF7D2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017269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6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202755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Class Discussion on why BIMDAS matters.</a:t>
            </a:r>
          </a:p>
          <a:p>
            <a:pPr marL="171450" indent="-171450">
              <a:buFontTx/>
              <a:buChar char="-"/>
            </a:pPr>
            <a:r>
              <a:rPr lang="en-AU" dirty="0"/>
              <a:t>Standardised method of calculation so everyone arrives at the same answer</a:t>
            </a:r>
          </a:p>
          <a:p>
            <a:pPr marL="171450" indent="-171450">
              <a:buFontTx/>
              <a:buChar char="-"/>
            </a:pPr>
            <a:r>
              <a:rPr lang="en-AU" dirty="0"/>
              <a:t>Real life examples where BIMDAS could apply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Medicine, (medication, x-rays, MRIs, etc)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Engineering (construction, electronics)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Chemistry</a:t>
            </a:r>
          </a:p>
          <a:p>
            <a:pPr marL="628650" lvl="1" indent="-171450">
              <a:buFontTx/>
              <a:buChar char="-"/>
            </a:pPr>
            <a:r>
              <a:rPr lang="en-AU" dirty="0"/>
              <a:t>Architecture</a:t>
            </a:r>
          </a:p>
          <a:p>
            <a:pPr marL="628650" lvl="1" indent="-171450">
              <a:buFontTx/>
              <a:buChar char="-"/>
            </a:pP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61EA-ED97-4E1D-81AF-4ED4BFC385A3}" type="slidenum">
              <a:rPr lang="en-AU" smtClean="0"/>
              <a:t>7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0867218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Answer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8</m:t>
                      </m:r>
                      <m:r>
                        <a:rPr lang="en-A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2+2</m:t>
                          </m:r>
                        </m:e>
                      </m:d>
                    </m:oMath>
                  </m:oMathPara>
                </a14:m>
                <a:endParaRPr lang="en-AU" sz="12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A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</m:t>
                      </m:r>
                      <m:d>
                        <m:dPr>
                          <m:ctrlPr>
                            <a:rPr lang="en-A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AU" sz="1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4</m:t>
                          </m:r>
                        </m:e>
                      </m:d>
                    </m:oMath>
                  </m:oMathPara>
                </a14:m>
                <a:endParaRPr lang="en-AU" sz="12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=8</m:t>
                      </m:r>
                      <m:r>
                        <a:rPr lang="en-A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÷2×4</m:t>
                      </m:r>
                    </m:oMath>
                  </m:oMathPara>
                </a14:m>
                <a:endParaRPr lang="en-AU" sz="12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AU" sz="1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×4</m:t>
                      </m:r>
                    </m:oMath>
                  </m:oMathPara>
                </a14:m>
                <a:endParaRPr lang="en-AU" sz="1200" b="0" dirty="0">
                  <a:ea typeface="Cambria Math" panose="02040503050406030204" pitchFamily="18" charset="0"/>
                </a:endParaRP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200" b="0" i="1" smtClean="0">
                          <a:latin typeface="Cambria Math" panose="02040503050406030204" pitchFamily="18" charset="0"/>
                        </a:rPr>
                        <m:t>=16</m:t>
                      </m:r>
                    </m:oMath>
                  </m:oMathPara>
                </a14:m>
                <a:endParaRPr lang="en-AU" sz="1200" b="0" dirty="0"/>
              </a:p>
              <a:p>
                <a:r>
                  <a:rPr lang="en-AU" sz="1200" b="0" dirty="0"/>
                  <a:t>Role model working out and discuss the importance of working down the page when solving mathematical equations. This is the standard working out in Mathematics.</a:t>
                </a:r>
              </a:p>
            </p:txBody>
          </p:sp>
        </mc:Choice>
        <mc:Fallback>
          <p:sp>
            <p:nvSpPr>
              <p:cNvPr id="3" name="Notes Placeholder 2"/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AU" dirty="0"/>
                  <a:t>Answer</a:t>
                </a: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8</a:t>
                </a:r>
                <a:r>
                  <a:rPr lang="en-AU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÷2(2+2)</a:t>
                </a:r>
                <a:endParaRPr lang="en-AU" sz="1200" b="0" dirty="0">
                  <a:ea typeface="Cambria Math" panose="02040503050406030204" pitchFamily="18" charset="0"/>
                </a:endParaRP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=8</a:t>
                </a:r>
                <a:r>
                  <a:rPr lang="en-AU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÷2(4)</a:t>
                </a:r>
                <a:endParaRPr lang="en-AU" sz="1200" b="0" dirty="0">
                  <a:ea typeface="Cambria Math" panose="02040503050406030204" pitchFamily="18" charset="0"/>
                </a:endParaRP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=8</a:t>
                </a:r>
                <a:r>
                  <a:rPr lang="en-AU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÷2×4</a:t>
                </a:r>
                <a:endParaRPr lang="en-AU" sz="1200" b="0" dirty="0">
                  <a:ea typeface="Cambria Math" panose="02040503050406030204" pitchFamily="18" charset="0"/>
                </a:endParaRP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=4</a:t>
                </a:r>
                <a:r>
                  <a:rPr lang="en-AU" sz="1200" b="0" i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×4</a:t>
                </a:r>
                <a:endParaRPr lang="en-AU" sz="1200" b="0" dirty="0">
                  <a:ea typeface="Cambria Math" panose="02040503050406030204" pitchFamily="18" charset="0"/>
                </a:endParaRPr>
              </a:p>
              <a:p>
                <a:r>
                  <a:rPr lang="en-AU" sz="1200" b="0" i="0">
                    <a:latin typeface="Cambria Math" panose="02040503050406030204" pitchFamily="18" charset="0"/>
                  </a:rPr>
                  <a:t>=16</a:t>
                </a:r>
                <a:endParaRPr lang="en-AU" sz="1200" b="0" dirty="0"/>
              </a:p>
              <a:p>
                <a:r>
                  <a:rPr lang="en-AU" sz="1200" b="0" dirty="0"/>
                  <a:t>Role model working out and discuss the importance of working down the page when solving mathematical equations. This is the standard working out in Mathematics.</a:t>
                </a:r>
              </a:p>
            </p:txBody>
          </p:sp>
        </mc:Fallback>
      </mc:AlternateContent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61EA-ED97-4E1D-81AF-4ED4BFC385A3}" type="slidenum">
              <a:rPr lang="en-AU" smtClean="0"/>
              <a:t>8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050905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28BD033-8677-4794-8EA0-E5BD0D524802}" type="slidenum">
              <a:rPr lang="en-AU" smtClean="0"/>
              <a:t>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4305907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12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2740025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13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11222925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14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132623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B9141E-EE06-427B-B281-9134EF719792}" type="slidenum">
              <a:rPr lang="en-GB" smtClean="0"/>
              <a:pPr/>
              <a:t>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4085177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8C861EA-ED97-4E1D-81AF-4ED4BFC385A3}" type="slidenum">
              <a:rPr lang="en-AU" smtClean="0"/>
              <a:t>19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142937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5D3189BA-831A-4251-9ABD-872F56C8978C}" type="slidenum">
              <a:rPr lang="en-GB"/>
              <a:pPr fontAlgn="base">
                <a:spcBef>
                  <a:spcPct val="0"/>
                </a:spcBef>
                <a:spcAft>
                  <a:spcPct val="0"/>
                </a:spcAft>
              </a:pPr>
              <a:t>20</a:t>
            </a:fld>
            <a:endParaRPr lang="en-GB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en-GB" dirty="0"/>
              <a:t>Start with the box marked start.  </a:t>
            </a:r>
          </a:p>
          <a:p>
            <a:pPr>
              <a:spcBef>
                <a:spcPct val="0"/>
              </a:spcBef>
            </a:pPr>
            <a:r>
              <a:rPr lang="en-GB" dirty="0"/>
              <a:t>Find the answer to the problem, go to the box with this answer.  </a:t>
            </a:r>
          </a:p>
          <a:p>
            <a:pPr>
              <a:spcBef>
                <a:spcPct val="0"/>
              </a:spcBef>
            </a:pPr>
            <a:r>
              <a:rPr lang="en-GB" dirty="0"/>
              <a:t>Write down the letter in this box.  Etc until you get back to start.</a:t>
            </a:r>
          </a:p>
          <a:p>
            <a:pPr>
              <a:spcBef>
                <a:spcPct val="0"/>
              </a:spcBef>
            </a:pPr>
            <a:r>
              <a:rPr lang="en-GB" dirty="0"/>
              <a:t>What is the secret message?</a:t>
            </a:r>
          </a:p>
          <a:p>
            <a:pPr>
              <a:spcBef>
                <a:spcPct val="0"/>
              </a:spcBef>
            </a:pPr>
            <a:r>
              <a:rPr lang="en-GB" dirty="0"/>
              <a:t>THE ORDER MATTERS</a:t>
            </a:r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Header Placeholder 2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20914052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 algn="l">
              <a:defRPr/>
            </a:lvl1pPr>
          </a:lstStyle>
          <a:p>
            <a:fld id="{6AD6EE87-EBD5-4F12-A48A-63ACA297AC8F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0"/>
            <a:ext cx="12192000" cy="4572001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Oval 5"/>
          <p:cNvSpPr/>
          <p:nvPr/>
        </p:nvSpPr>
        <p:spPr>
          <a:xfrm>
            <a:off x="-1" y="0"/>
            <a:ext cx="12192000" cy="4572001"/>
          </a:xfrm>
          <a:custGeom>
            <a:avLst/>
            <a:gdLst/>
            <a:ahLst/>
            <a:cxnLst/>
            <a:rect l="l" t="t" r="r" b="b"/>
            <a:pathLst>
              <a:path w="12192000" h="4572001">
                <a:moveTo>
                  <a:pt x="12192000" y="4387986"/>
                </a:moveTo>
                <a:lnTo>
                  <a:pt x="12192000" y="4572001"/>
                </a:lnTo>
                <a:lnTo>
                  <a:pt x="12013927" y="4572001"/>
                </a:lnTo>
                <a:cubicBezTo>
                  <a:pt x="12084901" y="4522707"/>
                  <a:pt x="12145198" y="4460004"/>
                  <a:pt x="12192000" y="4387986"/>
                </a:cubicBezTo>
                <a:close/>
                <a:moveTo>
                  <a:pt x="12192000" y="4041440"/>
                </a:moveTo>
                <a:lnTo>
                  <a:pt x="12192000" y="4174488"/>
                </a:lnTo>
                <a:cubicBezTo>
                  <a:pt x="12005469" y="4244657"/>
                  <a:pt x="11857227" y="4389538"/>
                  <a:pt x="11786673" y="4572001"/>
                </a:cubicBezTo>
                <a:lnTo>
                  <a:pt x="11649784" y="4572001"/>
                </a:lnTo>
                <a:cubicBezTo>
                  <a:pt x="11730542" y="4320085"/>
                  <a:pt x="11933879" y="4121396"/>
                  <a:pt x="12192000" y="4041440"/>
                </a:cubicBezTo>
                <a:close/>
                <a:moveTo>
                  <a:pt x="10767111" y="3999419"/>
                </a:moveTo>
                <a:lnTo>
                  <a:pt x="10784198" y="4001042"/>
                </a:lnTo>
                <a:cubicBezTo>
                  <a:pt x="10816584" y="4001569"/>
                  <a:pt x="10848477" y="4004550"/>
                  <a:pt x="10879660" y="4010107"/>
                </a:cubicBezTo>
                <a:cubicBezTo>
                  <a:pt x="10885236" y="4009688"/>
                  <a:pt x="10890564" y="4010636"/>
                  <a:pt x="10895873" y="4011646"/>
                </a:cubicBezTo>
                <a:lnTo>
                  <a:pt x="10895990" y="4012794"/>
                </a:lnTo>
                <a:cubicBezTo>
                  <a:pt x="11208069" y="4064450"/>
                  <a:pt x="11461298" y="4283539"/>
                  <a:pt x="11554662" y="4572001"/>
                </a:cubicBezTo>
                <a:lnTo>
                  <a:pt x="11417114" y="4572001"/>
                </a:lnTo>
                <a:cubicBezTo>
                  <a:pt x="11333731" y="4357380"/>
                  <a:pt x="11143362" y="4194541"/>
                  <a:pt x="10909360" y="4144250"/>
                </a:cubicBezTo>
                <a:cubicBezTo>
                  <a:pt x="10943854" y="4319651"/>
                  <a:pt x="11046077" y="4471530"/>
                  <a:pt x="11189175" y="4572001"/>
                </a:cubicBezTo>
                <a:lnTo>
                  <a:pt x="10994934" y="4572001"/>
                </a:lnTo>
                <a:cubicBezTo>
                  <a:pt x="10878802" y="4452596"/>
                  <a:pt x="10800240" y="4298519"/>
                  <a:pt x="10775875" y="4127511"/>
                </a:cubicBezTo>
                <a:cubicBezTo>
                  <a:pt x="10775707" y="4127458"/>
                  <a:pt x="10775539" y="4127453"/>
                  <a:pt x="10775369" y="4127448"/>
                </a:cubicBezTo>
                <a:lnTo>
                  <a:pt x="10774831" y="4120772"/>
                </a:lnTo>
                <a:cubicBezTo>
                  <a:pt x="10769772" y="4090522"/>
                  <a:pt x="10767321" y="4059631"/>
                  <a:pt x="10767364" y="4028296"/>
                </a:cubicBezTo>
                <a:cubicBezTo>
                  <a:pt x="10766052" y="4022668"/>
                  <a:pt x="10765993" y="4017001"/>
                  <a:pt x="10765993" y="4011320"/>
                </a:cubicBezTo>
                <a:lnTo>
                  <a:pt x="10766587" y="3999880"/>
                </a:lnTo>
                <a:lnTo>
                  <a:pt x="10767085" y="3999913"/>
                </a:lnTo>
                <a:close/>
                <a:moveTo>
                  <a:pt x="10744358" y="3999419"/>
                </a:moveTo>
                <a:lnTo>
                  <a:pt x="10744384" y="3999913"/>
                </a:lnTo>
                <a:lnTo>
                  <a:pt x="10744882" y="3999880"/>
                </a:lnTo>
                <a:lnTo>
                  <a:pt x="10745476" y="4011320"/>
                </a:lnTo>
                <a:cubicBezTo>
                  <a:pt x="10745476" y="4017001"/>
                  <a:pt x="10745417" y="4022668"/>
                  <a:pt x="10744105" y="4028296"/>
                </a:cubicBezTo>
                <a:cubicBezTo>
                  <a:pt x="10744148" y="4059631"/>
                  <a:pt x="10741697" y="4090522"/>
                  <a:pt x="10736638" y="4120772"/>
                </a:cubicBezTo>
                <a:lnTo>
                  <a:pt x="10736100" y="4127448"/>
                </a:lnTo>
                <a:cubicBezTo>
                  <a:pt x="10735930" y="4127453"/>
                  <a:pt x="10735762" y="4127458"/>
                  <a:pt x="10735594" y="4127511"/>
                </a:cubicBezTo>
                <a:cubicBezTo>
                  <a:pt x="10711229" y="4298519"/>
                  <a:pt x="10632667" y="4452596"/>
                  <a:pt x="10516535" y="4572001"/>
                </a:cubicBezTo>
                <a:lnTo>
                  <a:pt x="10322294" y="4572001"/>
                </a:lnTo>
                <a:cubicBezTo>
                  <a:pt x="10465392" y="4471530"/>
                  <a:pt x="10567615" y="4319650"/>
                  <a:pt x="10602109" y="4144250"/>
                </a:cubicBezTo>
                <a:cubicBezTo>
                  <a:pt x="10368107" y="4194541"/>
                  <a:pt x="10177738" y="4357380"/>
                  <a:pt x="10094355" y="4572001"/>
                </a:cubicBezTo>
                <a:lnTo>
                  <a:pt x="9956808" y="4572001"/>
                </a:lnTo>
                <a:cubicBezTo>
                  <a:pt x="10050171" y="4283539"/>
                  <a:pt x="10303400" y="4064450"/>
                  <a:pt x="10615479" y="4012794"/>
                </a:cubicBezTo>
                <a:lnTo>
                  <a:pt x="10615596" y="4011646"/>
                </a:lnTo>
                <a:cubicBezTo>
                  <a:pt x="10620905" y="4010636"/>
                  <a:pt x="10626233" y="4009688"/>
                  <a:pt x="10631809" y="4010107"/>
                </a:cubicBezTo>
                <a:cubicBezTo>
                  <a:pt x="10662992" y="4004550"/>
                  <a:pt x="10694885" y="4001569"/>
                  <a:pt x="10727271" y="4001042"/>
                </a:cubicBezTo>
                <a:close/>
                <a:moveTo>
                  <a:pt x="9074958" y="3999419"/>
                </a:moveTo>
                <a:lnTo>
                  <a:pt x="9092045" y="4001042"/>
                </a:lnTo>
                <a:cubicBezTo>
                  <a:pt x="9124431" y="4001569"/>
                  <a:pt x="9156324" y="4004550"/>
                  <a:pt x="9187507" y="4010107"/>
                </a:cubicBezTo>
                <a:cubicBezTo>
                  <a:pt x="9193083" y="4009688"/>
                  <a:pt x="9198411" y="4010636"/>
                  <a:pt x="9203720" y="4011646"/>
                </a:cubicBezTo>
                <a:lnTo>
                  <a:pt x="9203837" y="4012794"/>
                </a:lnTo>
                <a:cubicBezTo>
                  <a:pt x="9515916" y="4064450"/>
                  <a:pt x="9769145" y="4283539"/>
                  <a:pt x="9862508" y="4572001"/>
                </a:cubicBezTo>
                <a:lnTo>
                  <a:pt x="9724961" y="4572001"/>
                </a:lnTo>
                <a:cubicBezTo>
                  <a:pt x="9641578" y="4357380"/>
                  <a:pt x="9451209" y="4194541"/>
                  <a:pt x="9217207" y="4144250"/>
                </a:cubicBezTo>
                <a:cubicBezTo>
                  <a:pt x="9251701" y="4319651"/>
                  <a:pt x="9353924" y="4471530"/>
                  <a:pt x="9497022" y="4572001"/>
                </a:cubicBezTo>
                <a:lnTo>
                  <a:pt x="9302781" y="4572001"/>
                </a:lnTo>
                <a:cubicBezTo>
                  <a:pt x="9186649" y="4452596"/>
                  <a:pt x="9108087" y="4298519"/>
                  <a:pt x="9083722" y="4127511"/>
                </a:cubicBezTo>
                <a:cubicBezTo>
                  <a:pt x="9083554" y="4127458"/>
                  <a:pt x="9083386" y="4127453"/>
                  <a:pt x="9083216" y="4127448"/>
                </a:cubicBezTo>
                <a:lnTo>
                  <a:pt x="9082678" y="4120772"/>
                </a:lnTo>
                <a:cubicBezTo>
                  <a:pt x="9077619" y="4090522"/>
                  <a:pt x="9075168" y="4059631"/>
                  <a:pt x="9075211" y="4028296"/>
                </a:cubicBezTo>
                <a:cubicBezTo>
                  <a:pt x="9073899" y="4022668"/>
                  <a:pt x="9073840" y="4017001"/>
                  <a:pt x="9073840" y="4011320"/>
                </a:cubicBezTo>
                <a:lnTo>
                  <a:pt x="9074434" y="3999880"/>
                </a:lnTo>
                <a:lnTo>
                  <a:pt x="9074932" y="3999913"/>
                </a:lnTo>
                <a:close/>
                <a:moveTo>
                  <a:pt x="9052207" y="3999419"/>
                </a:moveTo>
                <a:lnTo>
                  <a:pt x="9052233" y="3999913"/>
                </a:lnTo>
                <a:lnTo>
                  <a:pt x="9052731" y="3999880"/>
                </a:lnTo>
                <a:lnTo>
                  <a:pt x="9053325" y="4011320"/>
                </a:lnTo>
                <a:cubicBezTo>
                  <a:pt x="9053325" y="4017001"/>
                  <a:pt x="9053266" y="4022668"/>
                  <a:pt x="9051954" y="4028296"/>
                </a:cubicBezTo>
                <a:cubicBezTo>
                  <a:pt x="9051997" y="4059631"/>
                  <a:pt x="9049546" y="4090522"/>
                  <a:pt x="9044487" y="4120772"/>
                </a:cubicBezTo>
                <a:lnTo>
                  <a:pt x="9043949" y="4127448"/>
                </a:lnTo>
                <a:cubicBezTo>
                  <a:pt x="9043779" y="4127453"/>
                  <a:pt x="9043611" y="4127458"/>
                  <a:pt x="9043443" y="4127511"/>
                </a:cubicBezTo>
                <a:cubicBezTo>
                  <a:pt x="9019078" y="4298519"/>
                  <a:pt x="8940516" y="4452596"/>
                  <a:pt x="8824384" y="4572001"/>
                </a:cubicBezTo>
                <a:lnTo>
                  <a:pt x="8630143" y="4572001"/>
                </a:lnTo>
                <a:cubicBezTo>
                  <a:pt x="8773241" y="4471530"/>
                  <a:pt x="8875464" y="4319651"/>
                  <a:pt x="8909958" y="4144250"/>
                </a:cubicBezTo>
                <a:cubicBezTo>
                  <a:pt x="8675956" y="4194541"/>
                  <a:pt x="8485587" y="4357380"/>
                  <a:pt x="8402204" y="4572001"/>
                </a:cubicBezTo>
                <a:lnTo>
                  <a:pt x="8264656" y="4572001"/>
                </a:lnTo>
                <a:cubicBezTo>
                  <a:pt x="8358019" y="4283539"/>
                  <a:pt x="8611249" y="4064450"/>
                  <a:pt x="8923328" y="4012794"/>
                </a:cubicBezTo>
                <a:lnTo>
                  <a:pt x="8923445" y="4011646"/>
                </a:lnTo>
                <a:cubicBezTo>
                  <a:pt x="8928754" y="4010636"/>
                  <a:pt x="8934082" y="4009688"/>
                  <a:pt x="8939658" y="4010107"/>
                </a:cubicBezTo>
                <a:cubicBezTo>
                  <a:pt x="8970841" y="4004550"/>
                  <a:pt x="9002734" y="4001569"/>
                  <a:pt x="9035120" y="4001042"/>
                </a:cubicBezTo>
                <a:close/>
                <a:moveTo>
                  <a:pt x="7382807" y="3999419"/>
                </a:moveTo>
                <a:lnTo>
                  <a:pt x="7399895" y="4001042"/>
                </a:lnTo>
                <a:cubicBezTo>
                  <a:pt x="7432280" y="4001569"/>
                  <a:pt x="7464173" y="4004550"/>
                  <a:pt x="7495356" y="4010107"/>
                </a:cubicBezTo>
                <a:cubicBezTo>
                  <a:pt x="7500932" y="4009688"/>
                  <a:pt x="7506260" y="4010636"/>
                  <a:pt x="7511569" y="4011646"/>
                </a:cubicBezTo>
                <a:lnTo>
                  <a:pt x="7511686" y="4012794"/>
                </a:lnTo>
                <a:cubicBezTo>
                  <a:pt x="7823765" y="4064450"/>
                  <a:pt x="8076994" y="4283539"/>
                  <a:pt x="8170358" y="4572001"/>
                </a:cubicBezTo>
                <a:lnTo>
                  <a:pt x="8032809" y="4572001"/>
                </a:lnTo>
                <a:cubicBezTo>
                  <a:pt x="7949426" y="4357380"/>
                  <a:pt x="7759058" y="4194541"/>
                  <a:pt x="7525056" y="4144250"/>
                </a:cubicBezTo>
                <a:cubicBezTo>
                  <a:pt x="7559550" y="4319650"/>
                  <a:pt x="7661773" y="4471530"/>
                  <a:pt x="7804870" y="4572001"/>
                </a:cubicBezTo>
                <a:lnTo>
                  <a:pt x="7610630" y="4572001"/>
                </a:lnTo>
                <a:cubicBezTo>
                  <a:pt x="7494498" y="4452596"/>
                  <a:pt x="7415935" y="4298519"/>
                  <a:pt x="7391571" y="4127511"/>
                </a:cubicBezTo>
                <a:cubicBezTo>
                  <a:pt x="7391403" y="4127458"/>
                  <a:pt x="7391235" y="4127453"/>
                  <a:pt x="7391065" y="4127448"/>
                </a:cubicBezTo>
                <a:lnTo>
                  <a:pt x="7390527" y="4120772"/>
                </a:lnTo>
                <a:cubicBezTo>
                  <a:pt x="7385468" y="4090522"/>
                  <a:pt x="7383018" y="4059631"/>
                  <a:pt x="7383060" y="4028296"/>
                </a:cubicBezTo>
                <a:cubicBezTo>
                  <a:pt x="7381748" y="4022668"/>
                  <a:pt x="7381689" y="4017001"/>
                  <a:pt x="7381689" y="4011320"/>
                </a:cubicBezTo>
                <a:lnTo>
                  <a:pt x="7382283" y="3999880"/>
                </a:lnTo>
                <a:lnTo>
                  <a:pt x="7382781" y="3999913"/>
                </a:lnTo>
                <a:close/>
                <a:moveTo>
                  <a:pt x="7360056" y="3999419"/>
                </a:moveTo>
                <a:lnTo>
                  <a:pt x="7360082" y="3999913"/>
                </a:lnTo>
                <a:lnTo>
                  <a:pt x="7360580" y="3999880"/>
                </a:lnTo>
                <a:lnTo>
                  <a:pt x="7361174" y="4011320"/>
                </a:lnTo>
                <a:cubicBezTo>
                  <a:pt x="7361174" y="4017001"/>
                  <a:pt x="7361115" y="4022668"/>
                  <a:pt x="7359803" y="4028296"/>
                </a:cubicBezTo>
                <a:cubicBezTo>
                  <a:pt x="7359845" y="4059631"/>
                  <a:pt x="7357395" y="4090522"/>
                  <a:pt x="7352336" y="4120772"/>
                </a:cubicBezTo>
                <a:lnTo>
                  <a:pt x="7351798" y="4127448"/>
                </a:lnTo>
                <a:cubicBezTo>
                  <a:pt x="7351628" y="4127453"/>
                  <a:pt x="7351460" y="4127458"/>
                  <a:pt x="7351292" y="4127511"/>
                </a:cubicBezTo>
                <a:cubicBezTo>
                  <a:pt x="7326927" y="4298519"/>
                  <a:pt x="7248364" y="4452596"/>
                  <a:pt x="7132233" y="4572001"/>
                </a:cubicBezTo>
                <a:lnTo>
                  <a:pt x="6937992" y="4572001"/>
                </a:lnTo>
                <a:cubicBezTo>
                  <a:pt x="7081090" y="4471530"/>
                  <a:pt x="7183313" y="4319650"/>
                  <a:pt x="7217807" y="4144250"/>
                </a:cubicBezTo>
                <a:cubicBezTo>
                  <a:pt x="6983804" y="4194541"/>
                  <a:pt x="6793436" y="4357380"/>
                  <a:pt x="6710053" y="4572001"/>
                </a:cubicBezTo>
                <a:lnTo>
                  <a:pt x="6572505" y="4572001"/>
                </a:lnTo>
                <a:cubicBezTo>
                  <a:pt x="6665868" y="4283539"/>
                  <a:pt x="6919098" y="4064450"/>
                  <a:pt x="7231177" y="4012794"/>
                </a:cubicBezTo>
                <a:lnTo>
                  <a:pt x="7231294" y="4011646"/>
                </a:lnTo>
                <a:cubicBezTo>
                  <a:pt x="7236603" y="4010636"/>
                  <a:pt x="7241931" y="4009688"/>
                  <a:pt x="7247507" y="4010107"/>
                </a:cubicBezTo>
                <a:cubicBezTo>
                  <a:pt x="7278690" y="4004550"/>
                  <a:pt x="7310583" y="4001569"/>
                  <a:pt x="7342968" y="4001042"/>
                </a:cubicBezTo>
                <a:close/>
                <a:moveTo>
                  <a:pt x="5690656" y="3999419"/>
                </a:moveTo>
                <a:lnTo>
                  <a:pt x="5707743" y="4001042"/>
                </a:lnTo>
                <a:cubicBezTo>
                  <a:pt x="5740129" y="4001569"/>
                  <a:pt x="5772021" y="4004550"/>
                  <a:pt x="5803205" y="4010107"/>
                </a:cubicBezTo>
                <a:cubicBezTo>
                  <a:pt x="5808781" y="4009688"/>
                  <a:pt x="5814109" y="4010636"/>
                  <a:pt x="5819417" y="4011646"/>
                </a:cubicBezTo>
                <a:lnTo>
                  <a:pt x="5819534" y="4012794"/>
                </a:lnTo>
                <a:cubicBezTo>
                  <a:pt x="6131614" y="4064450"/>
                  <a:pt x="6384843" y="4283539"/>
                  <a:pt x="6478206" y="4572001"/>
                </a:cubicBezTo>
                <a:lnTo>
                  <a:pt x="6340658" y="4572001"/>
                </a:lnTo>
                <a:cubicBezTo>
                  <a:pt x="6257275" y="4357380"/>
                  <a:pt x="6066907" y="4194541"/>
                  <a:pt x="5832905" y="4144250"/>
                </a:cubicBezTo>
                <a:cubicBezTo>
                  <a:pt x="5867399" y="4319651"/>
                  <a:pt x="5969622" y="4471530"/>
                  <a:pt x="6112719" y="4572001"/>
                </a:cubicBezTo>
                <a:lnTo>
                  <a:pt x="5918478" y="4572001"/>
                </a:lnTo>
                <a:cubicBezTo>
                  <a:pt x="5802347" y="4452596"/>
                  <a:pt x="5723784" y="4298519"/>
                  <a:pt x="5699419" y="4127511"/>
                </a:cubicBezTo>
                <a:cubicBezTo>
                  <a:pt x="5699252" y="4127458"/>
                  <a:pt x="5699083" y="4127453"/>
                  <a:pt x="5698914" y="4127448"/>
                </a:cubicBezTo>
                <a:lnTo>
                  <a:pt x="5698375" y="4120772"/>
                </a:lnTo>
                <a:cubicBezTo>
                  <a:pt x="5693317" y="4090522"/>
                  <a:pt x="5690866" y="4059631"/>
                  <a:pt x="5690908" y="4028296"/>
                </a:cubicBezTo>
                <a:cubicBezTo>
                  <a:pt x="5689596" y="4022668"/>
                  <a:pt x="5689538" y="4017001"/>
                  <a:pt x="5689538" y="4011320"/>
                </a:cubicBezTo>
                <a:lnTo>
                  <a:pt x="5690132" y="3999880"/>
                </a:lnTo>
                <a:lnTo>
                  <a:pt x="5690630" y="3999913"/>
                </a:lnTo>
                <a:close/>
                <a:moveTo>
                  <a:pt x="5667905" y="3999419"/>
                </a:moveTo>
                <a:lnTo>
                  <a:pt x="5667931" y="3999913"/>
                </a:lnTo>
                <a:lnTo>
                  <a:pt x="5668429" y="3999880"/>
                </a:lnTo>
                <a:lnTo>
                  <a:pt x="5669023" y="4011320"/>
                </a:lnTo>
                <a:cubicBezTo>
                  <a:pt x="5669023" y="4017001"/>
                  <a:pt x="5668964" y="4022668"/>
                  <a:pt x="5667652" y="4028296"/>
                </a:cubicBezTo>
                <a:cubicBezTo>
                  <a:pt x="5667694" y="4059631"/>
                  <a:pt x="5665244" y="4090522"/>
                  <a:pt x="5660185" y="4120772"/>
                </a:cubicBezTo>
                <a:lnTo>
                  <a:pt x="5659647" y="4127448"/>
                </a:lnTo>
                <a:cubicBezTo>
                  <a:pt x="5659477" y="4127453"/>
                  <a:pt x="5659309" y="4127458"/>
                  <a:pt x="5659141" y="4127511"/>
                </a:cubicBezTo>
                <a:cubicBezTo>
                  <a:pt x="5634776" y="4298519"/>
                  <a:pt x="5556213" y="4452596"/>
                  <a:pt x="5440082" y="4572001"/>
                </a:cubicBezTo>
                <a:lnTo>
                  <a:pt x="5245841" y="4572001"/>
                </a:lnTo>
                <a:cubicBezTo>
                  <a:pt x="5388939" y="4471530"/>
                  <a:pt x="5491162" y="4319651"/>
                  <a:pt x="5525656" y="4144250"/>
                </a:cubicBezTo>
                <a:cubicBezTo>
                  <a:pt x="5291653" y="4194541"/>
                  <a:pt x="5101285" y="4357380"/>
                  <a:pt x="5017902" y="4572001"/>
                </a:cubicBezTo>
                <a:lnTo>
                  <a:pt x="4880354" y="4572001"/>
                </a:lnTo>
                <a:cubicBezTo>
                  <a:pt x="4973717" y="4283539"/>
                  <a:pt x="5226947" y="4064450"/>
                  <a:pt x="5539026" y="4012794"/>
                </a:cubicBezTo>
                <a:lnTo>
                  <a:pt x="5539143" y="4011646"/>
                </a:lnTo>
                <a:cubicBezTo>
                  <a:pt x="5544452" y="4010636"/>
                  <a:pt x="5549780" y="4009688"/>
                  <a:pt x="5555356" y="4010107"/>
                </a:cubicBezTo>
                <a:cubicBezTo>
                  <a:pt x="5586539" y="4004550"/>
                  <a:pt x="5618432" y="4001569"/>
                  <a:pt x="5650817" y="4001042"/>
                </a:cubicBezTo>
                <a:close/>
                <a:moveTo>
                  <a:pt x="3998505" y="3999419"/>
                </a:moveTo>
                <a:lnTo>
                  <a:pt x="4015592" y="4001042"/>
                </a:lnTo>
                <a:cubicBezTo>
                  <a:pt x="4047978" y="4001569"/>
                  <a:pt x="4079870" y="4004550"/>
                  <a:pt x="4111054" y="4010107"/>
                </a:cubicBezTo>
                <a:cubicBezTo>
                  <a:pt x="4116630" y="4009688"/>
                  <a:pt x="4121958" y="4010636"/>
                  <a:pt x="4127266" y="4011646"/>
                </a:cubicBezTo>
                <a:lnTo>
                  <a:pt x="4127384" y="4012794"/>
                </a:lnTo>
                <a:cubicBezTo>
                  <a:pt x="4439463" y="4064450"/>
                  <a:pt x="4692692" y="4283539"/>
                  <a:pt x="4786055" y="4572001"/>
                </a:cubicBezTo>
                <a:lnTo>
                  <a:pt x="4648508" y="4572001"/>
                </a:lnTo>
                <a:cubicBezTo>
                  <a:pt x="4565124" y="4357380"/>
                  <a:pt x="4374756" y="4194541"/>
                  <a:pt x="4140754" y="4144250"/>
                </a:cubicBezTo>
                <a:cubicBezTo>
                  <a:pt x="4175248" y="4319650"/>
                  <a:pt x="4277471" y="4471530"/>
                  <a:pt x="4420568" y="4572001"/>
                </a:cubicBezTo>
                <a:lnTo>
                  <a:pt x="4226327" y="4572001"/>
                </a:lnTo>
                <a:cubicBezTo>
                  <a:pt x="4110196" y="4452596"/>
                  <a:pt x="4031633" y="4298519"/>
                  <a:pt x="4007268" y="4127511"/>
                </a:cubicBezTo>
                <a:cubicBezTo>
                  <a:pt x="4007101" y="4127458"/>
                  <a:pt x="4006932" y="4127453"/>
                  <a:pt x="4006763" y="4127448"/>
                </a:cubicBezTo>
                <a:lnTo>
                  <a:pt x="4006225" y="4120772"/>
                </a:lnTo>
                <a:cubicBezTo>
                  <a:pt x="4001166" y="4090522"/>
                  <a:pt x="3998715" y="4059631"/>
                  <a:pt x="3998757" y="4028296"/>
                </a:cubicBezTo>
                <a:cubicBezTo>
                  <a:pt x="3997445" y="4022668"/>
                  <a:pt x="3997387" y="4017001"/>
                  <a:pt x="3997387" y="4011320"/>
                </a:cubicBezTo>
                <a:lnTo>
                  <a:pt x="3997981" y="3999880"/>
                </a:lnTo>
                <a:lnTo>
                  <a:pt x="3998479" y="3999913"/>
                </a:lnTo>
                <a:close/>
                <a:moveTo>
                  <a:pt x="3975754" y="3999419"/>
                </a:moveTo>
                <a:lnTo>
                  <a:pt x="3975780" y="3999913"/>
                </a:lnTo>
                <a:lnTo>
                  <a:pt x="3976278" y="3999880"/>
                </a:lnTo>
                <a:lnTo>
                  <a:pt x="3976872" y="4011320"/>
                </a:lnTo>
                <a:cubicBezTo>
                  <a:pt x="3976872" y="4017001"/>
                  <a:pt x="3976813" y="4022668"/>
                  <a:pt x="3975501" y="4028296"/>
                </a:cubicBezTo>
                <a:cubicBezTo>
                  <a:pt x="3975543" y="4059631"/>
                  <a:pt x="3973093" y="4090522"/>
                  <a:pt x="3968034" y="4120772"/>
                </a:cubicBezTo>
                <a:lnTo>
                  <a:pt x="3967496" y="4127448"/>
                </a:lnTo>
                <a:cubicBezTo>
                  <a:pt x="3967326" y="4127453"/>
                  <a:pt x="3967158" y="4127458"/>
                  <a:pt x="3966990" y="4127511"/>
                </a:cubicBezTo>
                <a:cubicBezTo>
                  <a:pt x="3942625" y="4298519"/>
                  <a:pt x="3864063" y="4452596"/>
                  <a:pt x="3747931" y="4572001"/>
                </a:cubicBezTo>
                <a:lnTo>
                  <a:pt x="3553690" y="4572001"/>
                </a:lnTo>
                <a:cubicBezTo>
                  <a:pt x="3696788" y="4471530"/>
                  <a:pt x="3799011" y="4319651"/>
                  <a:pt x="3833505" y="4144250"/>
                </a:cubicBezTo>
                <a:cubicBezTo>
                  <a:pt x="3599503" y="4194541"/>
                  <a:pt x="3409134" y="4357380"/>
                  <a:pt x="3325751" y="4572001"/>
                </a:cubicBezTo>
                <a:lnTo>
                  <a:pt x="3188203" y="4572001"/>
                </a:lnTo>
                <a:cubicBezTo>
                  <a:pt x="3281566" y="4283539"/>
                  <a:pt x="3534796" y="4064450"/>
                  <a:pt x="3846875" y="4012794"/>
                </a:cubicBezTo>
                <a:lnTo>
                  <a:pt x="3846992" y="4011646"/>
                </a:lnTo>
                <a:cubicBezTo>
                  <a:pt x="3852301" y="4010636"/>
                  <a:pt x="3857629" y="4009688"/>
                  <a:pt x="3863205" y="4010107"/>
                </a:cubicBezTo>
                <a:cubicBezTo>
                  <a:pt x="3894388" y="4004550"/>
                  <a:pt x="3926281" y="4001569"/>
                  <a:pt x="3958666" y="4001042"/>
                </a:cubicBezTo>
                <a:close/>
                <a:moveTo>
                  <a:pt x="2306354" y="3999419"/>
                </a:moveTo>
                <a:lnTo>
                  <a:pt x="2323441" y="4001042"/>
                </a:lnTo>
                <a:cubicBezTo>
                  <a:pt x="2355827" y="4001569"/>
                  <a:pt x="2387719" y="4004550"/>
                  <a:pt x="2418903" y="4010107"/>
                </a:cubicBezTo>
                <a:cubicBezTo>
                  <a:pt x="2424479" y="4009688"/>
                  <a:pt x="2429807" y="4010636"/>
                  <a:pt x="2435115" y="4011646"/>
                </a:cubicBezTo>
                <a:lnTo>
                  <a:pt x="2435233" y="4012794"/>
                </a:lnTo>
                <a:cubicBezTo>
                  <a:pt x="2747312" y="4064450"/>
                  <a:pt x="3000542" y="4283539"/>
                  <a:pt x="3093904" y="4572001"/>
                </a:cubicBezTo>
                <a:lnTo>
                  <a:pt x="2956357" y="4572001"/>
                </a:lnTo>
                <a:cubicBezTo>
                  <a:pt x="2872974" y="4357380"/>
                  <a:pt x="2682605" y="4194541"/>
                  <a:pt x="2448603" y="4144250"/>
                </a:cubicBezTo>
                <a:cubicBezTo>
                  <a:pt x="2483097" y="4319651"/>
                  <a:pt x="2585320" y="4471530"/>
                  <a:pt x="2728418" y="4572001"/>
                </a:cubicBezTo>
                <a:lnTo>
                  <a:pt x="2534177" y="4572001"/>
                </a:lnTo>
                <a:cubicBezTo>
                  <a:pt x="2418045" y="4452596"/>
                  <a:pt x="2339482" y="4298519"/>
                  <a:pt x="2315117" y="4127511"/>
                </a:cubicBezTo>
                <a:cubicBezTo>
                  <a:pt x="2314950" y="4127458"/>
                  <a:pt x="2314781" y="4127453"/>
                  <a:pt x="2314612" y="4127448"/>
                </a:cubicBezTo>
                <a:lnTo>
                  <a:pt x="2314074" y="4120772"/>
                </a:lnTo>
                <a:cubicBezTo>
                  <a:pt x="2309015" y="4090522"/>
                  <a:pt x="2306564" y="4059631"/>
                  <a:pt x="2306606" y="4028296"/>
                </a:cubicBezTo>
                <a:cubicBezTo>
                  <a:pt x="2305294" y="4022668"/>
                  <a:pt x="2305236" y="4017001"/>
                  <a:pt x="2305236" y="4011320"/>
                </a:cubicBezTo>
                <a:lnTo>
                  <a:pt x="2305830" y="3999880"/>
                </a:lnTo>
                <a:lnTo>
                  <a:pt x="2306328" y="3999913"/>
                </a:lnTo>
                <a:close/>
                <a:moveTo>
                  <a:pt x="2283603" y="3999419"/>
                </a:moveTo>
                <a:lnTo>
                  <a:pt x="2283629" y="3999913"/>
                </a:lnTo>
                <a:lnTo>
                  <a:pt x="2284127" y="3999880"/>
                </a:lnTo>
                <a:lnTo>
                  <a:pt x="2284721" y="4011320"/>
                </a:lnTo>
                <a:cubicBezTo>
                  <a:pt x="2284721" y="4017001"/>
                  <a:pt x="2284662" y="4022668"/>
                  <a:pt x="2283350" y="4028296"/>
                </a:cubicBezTo>
                <a:cubicBezTo>
                  <a:pt x="2283392" y="4059631"/>
                  <a:pt x="2280942" y="4090522"/>
                  <a:pt x="2275883" y="4120772"/>
                </a:cubicBezTo>
                <a:lnTo>
                  <a:pt x="2275345" y="4127448"/>
                </a:lnTo>
                <a:cubicBezTo>
                  <a:pt x="2275175" y="4127453"/>
                  <a:pt x="2275007" y="4127458"/>
                  <a:pt x="2274839" y="4127511"/>
                </a:cubicBezTo>
                <a:cubicBezTo>
                  <a:pt x="2250474" y="4298519"/>
                  <a:pt x="2171912" y="4452596"/>
                  <a:pt x="2055780" y="4572001"/>
                </a:cubicBezTo>
                <a:lnTo>
                  <a:pt x="1861539" y="4572001"/>
                </a:lnTo>
                <a:cubicBezTo>
                  <a:pt x="2004637" y="4471530"/>
                  <a:pt x="2106860" y="4319650"/>
                  <a:pt x="2141354" y="4144250"/>
                </a:cubicBezTo>
                <a:cubicBezTo>
                  <a:pt x="1907352" y="4194541"/>
                  <a:pt x="1716983" y="4357380"/>
                  <a:pt x="1633600" y="4572001"/>
                </a:cubicBezTo>
                <a:lnTo>
                  <a:pt x="1496052" y="4572001"/>
                </a:lnTo>
                <a:cubicBezTo>
                  <a:pt x="1589416" y="4283539"/>
                  <a:pt x="1842645" y="4064450"/>
                  <a:pt x="2154724" y="4012794"/>
                </a:cubicBezTo>
                <a:lnTo>
                  <a:pt x="2154841" y="4011646"/>
                </a:lnTo>
                <a:cubicBezTo>
                  <a:pt x="2160150" y="4010636"/>
                  <a:pt x="2165478" y="4009688"/>
                  <a:pt x="2171054" y="4010107"/>
                </a:cubicBezTo>
                <a:cubicBezTo>
                  <a:pt x="2202237" y="4004550"/>
                  <a:pt x="2234130" y="4001569"/>
                  <a:pt x="2266515" y="4001042"/>
                </a:cubicBezTo>
                <a:close/>
                <a:moveTo>
                  <a:pt x="614203" y="3999419"/>
                </a:moveTo>
                <a:lnTo>
                  <a:pt x="631290" y="4001042"/>
                </a:lnTo>
                <a:cubicBezTo>
                  <a:pt x="663676" y="4001569"/>
                  <a:pt x="695568" y="4004550"/>
                  <a:pt x="726752" y="4010107"/>
                </a:cubicBezTo>
                <a:cubicBezTo>
                  <a:pt x="732328" y="4009688"/>
                  <a:pt x="737656" y="4010636"/>
                  <a:pt x="742964" y="4011646"/>
                </a:cubicBezTo>
                <a:lnTo>
                  <a:pt x="743081" y="4012794"/>
                </a:lnTo>
                <a:cubicBezTo>
                  <a:pt x="1055161" y="4064450"/>
                  <a:pt x="1308390" y="4283539"/>
                  <a:pt x="1401754" y="4572001"/>
                </a:cubicBezTo>
                <a:lnTo>
                  <a:pt x="1264205" y="4572001"/>
                </a:lnTo>
                <a:cubicBezTo>
                  <a:pt x="1180823" y="4357380"/>
                  <a:pt x="990454" y="4194541"/>
                  <a:pt x="756452" y="4144250"/>
                </a:cubicBezTo>
                <a:cubicBezTo>
                  <a:pt x="790946" y="4319651"/>
                  <a:pt x="893169" y="4471530"/>
                  <a:pt x="1036266" y="4572001"/>
                </a:cubicBezTo>
                <a:lnTo>
                  <a:pt x="842026" y="4572001"/>
                </a:lnTo>
                <a:cubicBezTo>
                  <a:pt x="725894" y="4452596"/>
                  <a:pt x="647331" y="4298519"/>
                  <a:pt x="622966" y="4127511"/>
                </a:cubicBezTo>
                <a:cubicBezTo>
                  <a:pt x="622799" y="4127458"/>
                  <a:pt x="622630" y="4127453"/>
                  <a:pt x="622461" y="4127448"/>
                </a:cubicBezTo>
                <a:lnTo>
                  <a:pt x="621923" y="4120772"/>
                </a:lnTo>
                <a:cubicBezTo>
                  <a:pt x="616864" y="4090522"/>
                  <a:pt x="614413" y="4059631"/>
                  <a:pt x="614455" y="4028296"/>
                </a:cubicBezTo>
                <a:cubicBezTo>
                  <a:pt x="613143" y="4022668"/>
                  <a:pt x="613085" y="4017001"/>
                  <a:pt x="613085" y="4011320"/>
                </a:cubicBezTo>
                <a:lnTo>
                  <a:pt x="613679" y="3999880"/>
                </a:lnTo>
                <a:lnTo>
                  <a:pt x="614177" y="3999913"/>
                </a:lnTo>
                <a:close/>
                <a:moveTo>
                  <a:pt x="591452" y="3999419"/>
                </a:moveTo>
                <a:lnTo>
                  <a:pt x="591478" y="3999913"/>
                </a:lnTo>
                <a:lnTo>
                  <a:pt x="591976" y="3999880"/>
                </a:lnTo>
                <a:lnTo>
                  <a:pt x="592570" y="4011320"/>
                </a:lnTo>
                <a:cubicBezTo>
                  <a:pt x="592570" y="4017001"/>
                  <a:pt x="592511" y="4022668"/>
                  <a:pt x="591199" y="4028296"/>
                </a:cubicBezTo>
                <a:cubicBezTo>
                  <a:pt x="591242" y="4059631"/>
                  <a:pt x="588791" y="4090522"/>
                  <a:pt x="583732" y="4120772"/>
                </a:cubicBezTo>
                <a:lnTo>
                  <a:pt x="583194" y="4127448"/>
                </a:lnTo>
                <a:cubicBezTo>
                  <a:pt x="583024" y="4127453"/>
                  <a:pt x="582856" y="4127458"/>
                  <a:pt x="582689" y="4127511"/>
                </a:cubicBezTo>
                <a:cubicBezTo>
                  <a:pt x="558275" y="4298863"/>
                  <a:pt x="479445" y="4453216"/>
                  <a:pt x="362360" y="4572001"/>
                </a:cubicBezTo>
                <a:lnTo>
                  <a:pt x="169811" y="4572001"/>
                </a:lnTo>
                <a:cubicBezTo>
                  <a:pt x="312603" y="4471357"/>
                  <a:pt x="414729" y="4319551"/>
                  <a:pt x="449203" y="4144250"/>
                </a:cubicBezTo>
                <a:cubicBezTo>
                  <a:pt x="258971" y="4185134"/>
                  <a:pt x="97576" y="4300399"/>
                  <a:pt x="0" y="4458139"/>
                </a:cubicBezTo>
                <a:lnTo>
                  <a:pt x="0" y="4251345"/>
                </a:lnTo>
                <a:cubicBezTo>
                  <a:pt x="121484" y="4128438"/>
                  <a:pt x="282199" y="4042650"/>
                  <a:pt x="462573" y="4012794"/>
                </a:cubicBezTo>
                <a:lnTo>
                  <a:pt x="462690" y="4011646"/>
                </a:lnTo>
                <a:cubicBezTo>
                  <a:pt x="467999" y="4010636"/>
                  <a:pt x="473327" y="4009688"/>
                  <a:pt x="478903" y="4010107"/>
                </a:cubicBezTo>
                <a:cubicBezTo>
                  <a:pt x="510086" y="4004550"/>
                  <a:pt x="541979" y="4001569"/>
                  <a:pt x="574365" y="4001042"/>
                </a:cubicBezTo>
                <a:close/>
                <a:moveTo>
                  <a:pt x="11452667" y="3304913"/>
                </a:moveTo>
                <a:cubicBezTo>
                  <a:pt x="11177477" y="3363591"/>
                  <a:pt x="10962633" y="3576701"/>
                  <a:pt x="10909358" y="3845480"/>
                </a:cubicBezTo>
                <a:cubicBezTo>
                  <a:pt x="11184548" y="3786801"/>
                  <a:pt x="11399391" y="3573691"/>
                  <a:pt x="11452667" y="3304913"/>
                </a:cubicBezTo>
                <a:close/>
                <a:moveTo>
                  <a:pt x="10058800" y="3304913"/>
                </a:moveTo>
                <a:cubicBezTo>
                  <a:pt x="10112076" y="3573691"/>
                  <a:pt x="10326919" y="3786801"/>
                  <a:pt x="10602109" y="3845480"/>
                </a:cubicBezTo>
                <a:cubicBezTo>
                  <a:pt x="10548834" y="3576701"/>
                  <a:pt x="10333990" y="3363591"/>
                  <a:pt x="10058800" y="3304913"/>
                </a:cubicBezTo>
                <a:close/>
                <a:moveTo>
                  <a:pt x="9760514" y="3304913"/>
                </a:moveTo>
                <a:cubicBezTo>
                  <a:pt x="9485324" y="3363591"/>
                  <a:pt x="9270480" y="3576701"/>
                  <a:pt x="9217205" y="3845480"/>
                </a:cubicBezTo>
                <a:cubicBezTo>
                  <a:pt x="9492395" y="3786801"/>
                  <a:pt x="9707238" y="3573691"/>
                  <a:pt x="9760514" y="3304913"/>
                </a:cubicBezTo>
                <a:close/>
                <a:moveTo>
                  <a:pt x="8366649" y="3304913"/>
                </a:moveTo>
                <a:cubicBezTo>
                  <a:pt x="8419925" y="3573691"/>
                  <a:pt x="8634768" y="3786801"/>
                  <a:pt x="8909958" y="3845480"/>
                </a:cubicBezTo>
                <a:cubicBezTo>
                  <a:pt x="8856683" y="3576701"/>
                  <a:pt x="8641839" y="3363591"/>
                  <a:pt x="8366649" y="3304913"/>
                </a:cubicBezTo>
                <a:close/>
                <a:moveTo>
                  <a:pt x="8068363" y="3304913"/>
                </a:moveTo>
                <a:cubicBezTo>
                  <a:pt x="7793173" y="3363591"/>
                  <a:pt x="7578329" y="3576701"/>
                  <a:pt x="7525054" y="3845480"/>
                </a:cubicBezTo>
                <a:cubicBezTo>
                  <a:pt x="7800244" y="3786801"/>
                  <a:pt x="8015087" y="3573691"/>
                  <a:pt x="8068363" y="3304913"/>
                </a:cubicBezTo>
                <a:close/>
                <a:moveTo>
                  <a:pt x="6674498" y="3304913"/>
                </a:moveTo>
                <a:cubicBezTo>
                  <a:pt x="6727774" y="3573691"/>
                  <a:pt x="6942617" y="3786801"/>
                  <a:pt x="7217807" y="3845480"/>
                </a:cubicBezTo>
                <a:cubicBezTo>
                  <a:pt x="7164532" y="3576701"/>
                  <a:pt x="6949688" y="3363591"/>
                  <a:pt x="6674498" y="3304913"/>
                </a:cubicBezTo>
                <a:close/>
                <a:moveTo>
                  <a:pt x="6376212" y="3304913"/>
                </a:moveTo>
                <a:cubicBezTo>
                  <a:pt x="6101022" y="3363591"/>
                  <a:pt x="5886178" y="3576701"/>
                  <a:pt x="5832903" y="3845480"/>
                </a:cubicBezTo>
                <a:cubicBezTo>
                  <a:pt x="6108093" y="3786801"/>
                  <a:pt x="6322936" y="3573691"/>
                  <a:pt x="6376212" y="3304913"/>
                </a:cubicBezTo>
                <a:close/>
                <a:moveTo>
                  <a:pt x="4982347" y="3304913"/>
                </a:moveTo>
                <a:cubicBezTo>
                  <a:pt x="5035623" y="3573691"/>
                  <a:pt x="5250466" y="3786801"/>
                  <a:pt x="5525656" y="3845480"/>
                </a:cubicBezTo>
                <a:cubicBezTo>
                  <a:pt x="5472381" y="3576701"/>
                  <a:pt x="5257537" y="3363591"/>
                  <a:pt x="4982347" y="3304913"/>
                </a:cubicBezTo>
                <a:close/>
                <a:moveTo>
                  <a:pt x="4684061" y="3304913"/>
                </a:moveTo>
                <a:cubicBezTo>
                  <a:pt x="4408871" y="3363591"/>
                  <a:pt x="4194027" y="3576701"/>
                  <a:pt x="4140752" y="3845480"/>
                </a:cubicBezTo>
                <a:cubicBezTo>
                  <a:pt x="4415942" y="3786801"/>
                  <a:pt x="4630785" y="3573691"/>
                  <a:pt x="4684061" y="3304913"/>
                </a:cubicBezTo>
                <a:close/>
                <a:moveTo>
                  <a:pt x="3290196" y="3304913"/>
                </a:moveTo>
                <a:cubicBezTo>
                  <a:pt x="3343472" y="3573691"/>
                  <a:pt x="3558315" y="3786801"/>
                  <a:pt x="3833505" y="3845480"/>
                </a:cubicBezTo>
                <a:cubicBezTo>
                  <a:pt x="3780230" y="3576701"/>
                  <a:pt x="3565386" y="3363591"/>
                  <a:pt x="3290196" y="3304913"/>
                </a:cubicBezTo>
                <a:close/>
                <a:moveTo>
                  <a:pt x="2991910" y="3304913"/>
                </a:moveTo>
                <a:cubicBezTo>
                  <a:pt x="2716720" y="3363591"/>
                  <a:pt x="2501876" y="3576701"/>
                  <a:pt x="2448601" y="3845480"/>
                </a:cubicBezTo>
                <a:cubicBezTo>
                  <a:pt x="2723791" y="3786801"/>
                  <a:pt x="2938634" y="3573691"/>
                  <a:pt x="2991910" y="3304913"/>
                </a:cubicBezTo>
                <a:close/>
                <a:moveTo>
                  <a:pt x="1598045" y="3304913"/>
                </a:moveTo>
                <a:cubicBezTo>
                  <a:pt x="1651321" y="3573691"/>
                  <a:pt x="1866164" y="3786801"/>
                  <a:pt x="2141354" y="3845480"/>
                </a:cubicBezTo>
                <a:cubicBezTo>
                  <a:pt x="2088079" y="3576701"/>
                  <a:pt x="1873235" y="3363591"/>
                  <a:pt x="1598045" y="3304913"/>
                </a:cubicBezTo>
                <a:close/>
                <a:moveTo>
                  <a:pt x="1299759" y="3304913"/>
                </a:moveTo>
                <a:cubicBezTo>
                  <a:pt x="1024569" y="3363591"/>
                  <a:pt x="809725" y="3576701"/>
                  <a:pt x="756450" y="3845480"/>
                </a:cubicBezTo>
                <a:cubicBezTo>
                  <a:pt x="1031640" y="3786801"/>
                  <a:pt x="1246483" y="3573691"/>
                  <a:pt x="1299759" y="3304913"/>
                </a:cubicBezTo>
                <a:close/>
                <a:moveTo>
                  <a:pt x="0" y="3200906"/>
                </a:moveTo>
                <a:cubicBezTo>
                  <a:pt x="306658" y="3291386"/>
                  <a:pt x="537576" y="3547942"/>
                  <a:pt x="582690" y="3862087"/>
                </a:cubicBezTo>
                <a:cubicBezTo>
                  <a:pt x="582857" y="3862140"/>
                  <a:pt x="583026" y="3862145"/>
                  <a:pt x="583195" y="3862150"/>
                </a:cubicBezTo>
                <a:lnTo>
                  <a:pt x="583735" y="3868787"/>
                </a:lnTo>
                <a:cubicBezTo>
                  <a:pt x="588792" y="3898794"/>
                  <a:pt x="591242" y="3929436"/>
                  <a:pt x="591199" y="3960518"/>
                </a:cubicBezTo>
                <a:cubicBezTo>
                  <a:pt x="592511" y="3966104"/>
                  <a:pt x="592570" y="3971728"/>
                  <a:pt x="592570" y="3977366"/>
                </a:cubicBezTo>
                <a:cubicBezTo>
                  <a:pt x="592570" y="3981158"/>
                  <a:pt x="592543" y="3984944"/>
                  <a:pt x="591977" y="3988716"/>
                </a:cubicBezTo>
                <a:lnTo>
                  <a:pt x="591478" y="3988683"/>
                </a:lnTo>
                <a:lnTo>
                  <a:pt x="591452" y="3989174"/>
                </a:lnTo>
                <a:lnTo>
                  <a:pt x="574334" y="3987561"/>
                </a:lnTo>
                <a:cubicBezTo>
                  <a:pt x="541959" y="3987038"/>
                  <a:pt x="510079" y="3984080"/>
                  <a:pt x="478907" y="3978570"/>
                </a:cubicBezTo>
                <a:cubicBezTo>
                  <a:pt x="473330" y="3978986"/>
                  <a:pt x="468001" y="3978045"/>
                  <a:pt x="462690" y="3977042"/>
                </a:cubicBezTo>
                <a:lnTo>
                  <a:pt x="462574" y="3975903"/>
                </a:lnTo>
                <a:cubicBezTo>
                  <a:pt x="282200" y="3946281"/>
                  <a:pt x="121485" y="3861168"/>
                  <a:pt x="0" y="3739225"/>
                </a:cubicBezTo>
                <a:lnTo>
                  <a:pt x="0" y="3534056"/>
                </a:lnTo>
                <a:cubicBezTo>
                  <a:pt x="97584" y="3690562"/>
                  <a:pt x="258975" y="3804918"/>
                  <a:pt x="449203" y="3845480"/>
                </a:cubicBezTo>
                <a:cubicBezTo>
                  <a:pt x="402182" y="3608252"/>
                  <a:pt x="229297" y="3414390"/>
                  <a:pt x="0" y="3332205"/>
                </a:cubicBezTo>
                <a:close/>
                <a:moveTo>
                  <a:pt x="11608704" y="3161219"/>
                </a:moveTo>
                <a:lnTo>
                  <a:pt x="11625791" y="3162829"/>
                </a:lnTo>
                <a:cubicBezTo>
                  <a:pt x="11658177" y="3163352"/>
                  <a:pt x="11690070" y="3166310"/>
                  <a:pt x="11721253" y="3171823"/>
                </a:cubicBezTo>
                <a:cubicBezTo>
                  <a:pt x="11726829" y="3171407"/>
                  <a:pt x="11732157" y="3172348"/>
                  <a:pt x="11737466" y="3173350"/>
                </a:cubicBezTo>
                <a:lnTo>
                  <a:pt x="11737583" y="3174489"/>
                </a:lnTo>
                <a:cubicBezTo>
                  <a:pt x="11914088" y="3203476"/>
                  <a:pt x="12071767" y="3285599"/>
                  <a:pt x="12192000" y="3403667"/>
                </a:cubicBezTo>
                <a:lnTo>
                  <a:pt x="12192000" y="3603658"/>
                </a:lnTo>
                <a:cubicBezTo>
                  <a:pt x="12093732" y="3453636"/>
                  <a:pt x="11935983" y="3344367"/>
                  <a:pt x="11750953" y="3304913"/>
                </a:cubicBezTo>
                <a:cubicBezTo>
                  <a:pt x="11797422" y="3539349"/>
                  <a:pt x="11966808" y="3731433"/>
                  <a:pt x="12192000" y="3815480"/>
                </a:cubicBezTo>
                <a:lnTo>
                  <a:pt x="12192000" y="3947482"/>
                </a:lnTo>
                <a:cubicBezTo>
                  <a:pt x="11889465" y="3854506"/>
                  <a:pt x="11662185" y="3599697"/>
                  <a:pt x="11617468" y="3288305"/>
                </a:cubicBezTo>
                <a:cubicBezTo>
                  <a:pt x="11617300" y="3288253"/>
                  <a:pt x="11617132" y="3288248"/>
                  <a:pt x="11616962" y="3288243"/>
                </a:cubicBezTo>
                <a:lnTo>
                  <a:pt x="11616424" y="3281619"/>
                </a:lnTo>
                <a:cubicBezTo>
                  <a:pt x="11611365" y="3251607"/>
                  <a:pt x="11608914" y="3220958"/>
                  <a:pt x="11608957" y="3189869"/>
                </a:cubicBezTo>
                <a:cubicBezTo>
                  <a:pt x="11607645" y="3184286"/>
                  <a:pt x="11607586" y="3178663"/>
                  <a:pt x="11607586" y="3173027"/>
                </a:cubicBezTo>
                <a:lnTo>
                  <a:pt x="11608180" y="3161677"/>
                </a:lnTo>
                <a:lnTo>
                  <a:pt x="11608678" y="3161709"/>
                </a:lnTo>
                <a:close/>
                <a:moveTo>
                  <a:pt x="11594916" y="3161219"/>
                </a:moveTo>
                <a:lnTo>
                  <a:pt x="11594942" y="3161709"/>
                </a:lnTo>
                <a:lnTo>
                  <a:pt x="11595440" y="3161677"/>
                </a:lnTo>
                <a:lnTo>
                  <a:pt x="11596034" y="3173027"/>
                </a:lnTo>
                <a:cubicBezTo>
                  <a:pt x="11596034" y="3178663"/>
                  <a:pt x="11595975" y="3184286"/>
                  <a:pt x="11594663" y="3189869"/>
                </a:cubicBezTo>
                <a:cubicBezTo>
                  <a:pt x="11594706" y="3220958"/>
                  <a:pt x="11592255" y="3251607"/>
                  <a:pt x="11587196" y="3281619"/>
                </a:cubicBezTo>
                <a:lnTo>
                  <a:pt x="11586658" y="3288243"/>
                </a:lnTo>
                <a:cubicBezTo>
                  <a:pt x="11586488" y="3288248"/>
                  <a:pt x="11586320" y="3288253"/>
                  <a:pt x="11586152" y="3288305"/>
                </a:cubicBezTo>
                <a:cubicBezTo>
                  <a:pt x="11535877" y="3638399"/>
                  <a:pt x="11254838" y="3916971"/>
                  <a:pt x="10895987" y="3975903"/>
                </a:cubicBezTo>
                <a:lnTo>
                  <a:pt x="10895871" y="3977042"/>
                </a:lnTo>
                <a:cubicBezTo>
                  <a:pt x="10890560" y="3978045"/>
                  <a:pt x="10885231" y="3978986"/>
                  <a:pt x="10879654" y="3978570"/>
                </a:cubicBezTo>
                <a:cubicBezTo>
                  <a:pt x="10848482" y="3984080"/>
                  <a:pt x="10816602" y="3987038"/>
                  <a:pt x="10784227" y="3987561"/>
                </a:cubicBezTo>
                <a:lnTo>
                  <a:pt x="10767109" y="3989174"/>
                </a:lnTo>
                <a:lnTo>
                  <a:pt x="10767083" y="3988683"/>
                </a:lnTo>
                <a:lnTo>
                  <a:pt x="10766584" y="3988716"/>
                </a:lnTo>
                <a:cubicBezTo>
                  <a:pt x="10766018" y="3984944"/>
                  <a:pt x="10765991" y="3981158"/>
                  <a:pt x="10765991" y="3977366"/>
                </a:cubicBezTo>
                <a:cubicBezTo>
                  <a:pt x="10765991" y="3971728"/>
                  <a:pt x="10766050" y="3966104"/>
                  <a:pt x="10767362" y="3960518"/>
                </a:cubicBezTo>
                <a:cubicBezTo>
                  <a:pt x="10767319" y="3929436"/>
                  <a:pt x="10769769" y="3898794"/>
                  <a:pt x="10774826" y="3868787"/>
                </a:cubicBezTo>
                <a:lnTo>
                  <a:pt x="10775366" y="3862150"/>
                </a:lnTo>
                <a:cubicBezTo>
                  <a:pt x="10775535" y="3862145"/>
                  <a:pt x="10775704" y="3862140"/>
                  <a:pt x="10775872" y="3862087"/>
                </a:cubicBezTo>
                <a:cubicBezTo>
                  <a:pt x="10826148" y="3511992"/>
                  <a:pt x="11107187" y="3233421"/>
                  <a:pt x="11466037" y="3174489"/>
                </a:cubicBezTo>
                <a:lnTo>
                  <a:pt x="11466154" y="3173350"/>
                </a:lnTo>
                <a:cubicBezTo>
                  <a:pt x="11471463" y="3172348"/>
                  <a:pt x="11476791" y="3171407"/>
                  <a:pt x="11482367" y="3171823"/>
                </a:cubicBezTo>
                <a:cubicBezTo>
                  <a:pt x="11513550" y="3166310"/>
                  <a:pt x="11545443" y="3163352"/>
                  <a:pt x="11577829" y="3162829"/>
                </a:cubicBezTo>
                <a:close/>
                <a:moveTo>
                  <a:pt x="9916551" y="3161219"/>
                </a:moveTo>
                <a:lnTo>
                  <a:pt x="9933638" y="3162829"/>
                </a:lnTo>
                <a:cubicBezTo>
                  <a:pt x="9966024" y="3163352"/>
                  <a:pt x="9997917" y="3166310"/>
                  <a:pt x="10029100" y="3171823"/>
                </a:cubicBezTo>
                <a:cubicBezTo>
                  <a:pt x="10034676" y="3171407"/>
                  <a:pt x="10040004" y="3172348"/>
                  <a:pt x="10045313" y="3173350"/>
                </a:cubicBezTo>
                <a:lnTo>
                  <a:pt x="10045430" y="3174489"/>
                </a:lnTo>
                <a:cubicBezTo>
                  <a:pt x="10404280" y="3233421"/>
                  <a:pt x="10685319" y="3511992"/>
                  <a:pt x="10735596" y="3862087"/>
                </a:cubicBezTo>
                <a:cubicBezTo>
                  <a:pt x="10735763" y="3862140"/>
                  <a:pt x="10735932" y="3862145"/>
                  <a:pt x="10736101" y="3862150"/>
                </a:cubicBezTo>
                <a:lnTo>
                  <a:pt x="10736641" y="3868787"/>
                </a:lnTo>
                <a:cubicBezTo>
                  <a:pt x="10741698" y="3898794"/>
                  <a:pt x="10744148" y="3929436"/>
                  <a:pt x="10744105" y="3960518"/>
                </a:cubicBezTo>
                <a:cubicBezTo>
                  <a:pt x="10745417" y="3966104"/>
                  <a:pt x="10745476" y="3971728"/>
                  <a:pt x="10745476" y="3977366"/>
                </a:cubicBezTo>
                <a:cubicBezTo>
                  <a:pt x="10745476" y="3981158"/>
                  <a:pt x="10745449" y="3984944"/>
                  <a:pt x="10744883" y="3988716"/>
                </a:cubicBezTo>
                <a:lnTo>
                  <a:pt x="10744384" y="3988683"/>
                </a:lnTo>
                <a:lnTo>
                  <a:pt x="10744358" y="3989174"/>
                </a:lnTo>
                <a:lnTo>
                  <a:pt x="10727240" y="3987561"/>
                </a:lnTo>
                <a:cubicBezTo>
                  <a:pt x="10694865" y="3987038"/>
                  <a:pt x="10662985" y="3984080"/>
                  <a:pt x="10631813" y="3978570"/>
                </a:cubicBezTo>
                <a:cubicBezTo>
                  <a:pt x="10626236" y="3978986"/>
                  <a:pt x="10620907" y="3978045"/>
                  <a:pt x="10615596" y="3977042"/>
                </a:cubicBezTo>
                <a:lnTo>
                  <a:pt x="10615480" y="3975903"/>
                </a:lnTo>
                <a:cubicBezTo>
                  <a:pt x="10256629" y="3916971"/>
                  <a:pt x="9975590" y="3638399"/>
                  <a:pt x="9925315" y="3288305"/>
                </a:cubicBezTo>
                <a:cubicBezTo>
                  <a:pt x="9925147" y="3288253"/>
                  <a:pt x="9924979" y="3288248"/>
                  <a:pt x="9924809" y="3288243"/>
                </a:cubicBezTo>
                <a:lnTo>
                  <a:pt x="9924271" y="3281619"/>
                </a:lnTo>
                <a:cubicBezTo>
                  <a:pt x="9919212" y="3251607"/>
                  <a:pt x="9916761" y="3220958"/>
                  <a:pt x="9916804" y="3189869"/>
                </a:cubicBezTo>
                <a:cubicBezTo>
                  <a:pt x="9915492" y="3184286"/>
                  <a:pt x="9915433" y="3178663"/>
                  <a:pt x="9915433" y="3173027"/>
                </a:cubicBezTo>
                <a:lnTo>
                  <a:pt x="9916027" y="3161677"/>
                </a:lnTo>
                <a:lnTo>
                  <a:pt x="9916525" y="3161709"/>
                </a:lnTo>
                <a:close/>
                <a:moveTo>
                  <a:pt x="9902763" y="3161219"/>
                </a:moveTo>
                <a:lnTo>
                  <a:pt x="9902789" y="3161709"/>
                </a:lnTo>
                <a:lnTo>
                  <a:pt x="9903287" y="3161677"/>
                </a:lnTo>
                <a:lnTo>
                  <a:pt x="9903881" y="3173027"/>
                </a:lnTo>
                <a:cubicBezTo>
                  <a:pt x="9903881" y="3178663"/>
                  <a:pt x="9903822" y="3184286"/>
                  <a:pt x="9902510" y="3189869"/>
                </a:cubicBezTo>
                <a:cubicBezTo>
                  <a:pt x="9902553" y="3220958"/>
                  <a:pt x="9900102" y="3251607"/>
                  <a:pt x="9895043" y="3281619"/>
                </a:cubicBezTo>
                <a:lnTo>
                  <a:pt x="9894505" y="3288243"/>
                </a:lnTo>
                <a:cubicBezTo>
                  <a:pt x="9894335" y="3288248"/>
                  <a:pt x="9894167" y="3288253"/>
                  <a:pt x="9893999" y="3288305"/>
                </a:cubicBezTo>
                <a:cubicBezTo>
                  <a:pt x="9843724" y="3638399"/>
                  <a:pt x="9562685" y="3916971"/>
                  <a:pt x="9203834" y="3975903"/>
                </a:cubicBezTo>
                <a:lnTo>
                  <a:pt x="9203718" y="3977042"/>
                </a:lnTo>
                <a:cubicBezTo>
                  <a:pt x="9198407" y="3978045"/>
                  <a:pt x="9193078" y="3978986"/>
                  <a:pt x="9187501" y="3978570"/>
                </a:cubicBezTo>
                <a:cubicBezTo>
                  <a:pt x="9156329" y="3984080"/>
                  <a:pt x="9124449" y="3987038"/>
                  <a:pt x="9092074" y="3987561"/>
                </a:cubicBezTo>
                <a:lnTo>
                  <a:pt x="9074956" y="3989174"/>
                </a:lnTo>
                <a:lnTo>
                  <a:pt x="9074930" y="3988683"/>
                </a:lnTo>
                <a:lnTo>
                  <a:pt x="9074431" y="3988716"/>
                </a:lnTo>
                <a:cubicBezTo>
                  <a:pt x="9073865" y="3984944"/>
                  <a:pt x="9073838" y="3981158"/>
                  <a:pt x="9073838" y="3977366"/>
                </a:cubicBezTo>
                <a:cubicBezTo>
                  <a:pt x="9073838" y="3971728"/>
                  <a:pt x="9073897" y="3966104"/>
                  <a:pt x="9075209" y="3960518"/>
                </a:cubicBezTo>
                <a:cubicBezTo>
                  <a:pt x="9075166" y="3929436"/>
                  <a:pt x="9077616" y="3898794"/>
                  <a:pt x="9082673" y="3868787"/>
                </a:cubicBezTo>
                <a:lnTo>
                  <a:pt x="9083213" y="3862150"/>
                </a:lnTo>
                <a:cubicBezTo>
                  <a:pt x="9083382" y="3862145"/>
                  <a:pt x="9083551" y="3862140"/>
                  <a:pt x="9083718" y="3862087"/>
                </a:cubicBezTo>
                <a:cubicBezTo>
                  <a:pt x="9133995" y="3511992"/>
                  <a:pt x="9415034" y="3233421"/>
                  <a:pt x="9773884" y="3174489"/>
                </a:cubicBezTo>
                <a:lnTo>
                  <a:pt x="9774001" y="3173350"/>
                </a:lnTo>
                <a:cubicBezTo>
                  <a:pt x="9779310" y="3172348"/>
                  <a:pt x="9784638" y="3171407"/>
                  <a:pt x="9790214" y="3171823"/>
                </a:cubicBezTo>
                <a:cubicBezTo>
                  <a:pt x="9821397" y="3166310"/>
                  <a:pt x="9853290" y="3163352"/>
                  <a:pt x="9885676" y="3162829"/>
                </a:cubicBezTo>
                <a:close/>
                <a:moveTo>
                  <a:pt x="8224400" y="3161219"/>
                </a:moveTo>
                <a:lnTo>
                  <a:pt x="8241488" y="3162829"/>
                </a:lnTo>
                <a:cubicBezTo>
                  <a:pt x="8273873" y="3163352"/>
                  <a:pt x="8305766" y="3166310"/>
                  <a:pt x="8336949" y="3171823"/>
                </a:cubicBezTo>
                <a:cubicBezTo>
                  <a:pt x="8342525" y="3171407"/>
                  <a:pt x="8347853" y="3172348"/>
                  <a:pt x="8353162" y="3173350"/>
                </a:cubicBezTo>
                <a:lnTo>
                  <a:pt x="8353279" y="3174489"/>
                </a:lnTo>
                <a:cubicBezTo>
                  <a:pt x="8712129" y="3233421"/>
                  <a:pt x="8993168" y="3511992"/>
                  <a:pt x="9043444" y="3862087"/>
                </a:cubicBezTo>
                <a:cubicBezTo>
                  <a:pt x="9043612" y="3862140"/>
                  <a:pt x="9043781" y="3862145"/>
                  <a:pt x="9043950" y="3862150"/>
                </a:cubicBezTo>
                <a:lnTo>
                  <a:pt x="9044490" y="3868787"/>
                </a:lnTo>
                <a:cubicBezTo>
                  <a:pt x="9049547" y="3898794"/>
                  <a:pt x="9051997" y="3929436"/>
                  <a:pt x="9051954" y="3960518"/>
                </a:cubicBezTo>
                <a:cubicBezTo>
                  <a:pt x="9053266" y="3966104"/>
                  <a:pt x="9053325" y="3971728"/>
                  <a:pt x="9053325" y="3977366"/>
                </a:cubicBezTo>
                <a:cubicBezTo>
                  <a:pt x="9053325" y="3981158"/>
                  <a:pt x="9053298" y="3984944"/>
                  <a:pt x="9052732" y="3988716"/>
                </a:cubicBezTo>
                <a:lnTo>
                  <a:pt x="9052233" y="3988683"/>
                </a:lnTo>
                <a:lnTo>
                  <a:pt x="9052207" y="3989174"/>
                </a:lnTo>
                <a:lnTo>
                  <a:pt x="9035089" y="3987561"/>
                </a:lnTo>
                <a:cubicBezTo>
                  <a:pt x="9002714" y="3987038"/>
                  <a:pt x="8970834" y="3984080"/>
                  <a:pt x="8939662" y="3978570"/>
                </a:cubicBezTo>
                <a:cubicBezTo>
                  <a:pt x="8934085" y="3978986"/>
                  <a:pt x="8928756" y="3978045"/>
                  <a:pt x="8923445" y="3977042"/>
                </a:cubicBezTo>
                <a:lnTo>
                  <a:pt x="8923329" y="3975903"/>
                </a:lnTo>
                <a:cubicBezTo>
                  <a:pt x="8564478" y="3916971"/>
                  <a:pt x="8283439" y="3638399"/>
                  <a:pt x="8233164" y="3288305"/>
                </a:cubicBezTo>
                <a:cubicBezTo>
                  <a:pt x="8232996" y="3288253"/>
                  <a:pt x="8232828" y="3288248"/>
                  <a:pt x="8232658" y="3288243"/>
                </a:cubicBezTo>
                <a:lnTo>
                  <a:pt x="8232120" y="3281619"/>
                </a:lnTo>
                <a:cubicBezTo>
                  <a:pt x="8227061" y="3251607"/>
                  <a:pt x="8224611" y="3220958"/>
                  <a:pt x="8224653" y="3189869"/>
                </a:cubicBezTo>
                <a:cubicBezTo>
                  <a:pt x="8223341" y="3184286"/>
                  <a:pt x="8223282" y="3178663"/>
                  <a:pt x="8223282" y="3173027"/>
                </a:cubicBezTo>
                <a:lnTo>
                  <a:pt x="8223876" y="3161677"/>
                </a:lnTo>
                <a:lnTo>
                  <a:pt x="8224374" y="3161709"/>
                </a:lnTo>
                <a:close/>
                <a:moveTo>
                  <a:pt x="8210612" y="3161219"/>
                </a:moveTo>
                <a:lnTo>
                  <a:pt x="8210638" y="3161709"/>
                </a:lnTo>
                <a:lnTo>
                  <a:pt x="8211136" y="3161677"/>
                </a:lnTo>
                <a:lnTo>
                  <a:pt x="8211730" y="3173027"/>
                </a:lnTo>
                <a:cubicBezTo>
                  <a:pt x="8211730" y="3178663"/>
                  <a:pt x="8211672" y="3184286"/>
                  <a:pt x="8210360" y="3189869"/>
                </a:cubicBezTo>
                <a:cubicBezTo>
                  <a:pt x="8210402" y="3220958"/>
                  <a:pt x="8207951" y="3251607"/>
                  <a:pt x="8202893" y="3281619"/>
                </a:cubicBezTo>
                <a:lnTo>
                  <a:pt x="8202354" y="3288243"/>
                </a:lnTo>
                <a:cubicBezTo>
                  <a:pt x="8202185" y="3288248"/>
                  <a:pt x="8202016" y="3288253"/>
                  <a:pt x="8201849" y="3288305"/>
                </a:cubicBezTo>
                <a:cubicBezTo>
                  <a:pt x="8151573" y="3638399"/>
                  <a:pt x="7870534" y="3916971"/>
                  <a:pt x="7511683" y="3975903"/>
                </a:cubicBezTo>
                <a:lnTo>
                  <a:pt x="7511567" y="3977042"/>
                </a:lnTo>
                <a:cubicBezTo>
                  <a:pt x="7506256" y="3978045"/>
                  <a:pt x="7500927" y="3978986"/>
                  <a:pt x="7495350" y="3978570"/>
                </a:cubicBezTo>
                <a:cubicBezTo>
                  <a:pt x="7464178" y="3984080"/>
                  <a:pt x="7432298" y="3987038"/>
                  <a:pt x="7399924" y="3987561"/>
                </a:cubicBezTo>
                <a:lnTo>
                  <a:pt x="7382805" y="3989174"/>
                </a:lnTo>
                <a:lnTo>
                  <a:pt x="7382779" y="3988683"/>
                </a:lnTo>
                <a:lnTo>
                  <a:pt x="7382280" y="3988716"/>
                </a:lnTo>
                <a:cubicBezTo>
                  <a:pt x="7381714" y="3984944"/>
                  <a:pt x="7381687" y="3981158"/>
                  <a:pt x="7381687" y="3977366"/>
                </a:cubicBezTo>
                <a:cubicBezTo>
                  <a:pt x="7381687" y="3971728"/>
                  <a:pt x="7381746" y="3966104"/>
                  <a:pt x="7383058" y="3960518"/>
                </a:cubicBezTo>
                <a:cubicBezTo>
                  <a:pt x="7383016" y="3929436"/>
                  <a:pt x="7385465" y="3898794"/>
                  <a:pt x="7390522" y="3868787"/>
                </a:cubicBezTo>
                <a:lnTo>
                  <a:pt x="7391062" y="3862150"/>
                </a:lnTo>
                <a:cubicBezTo>
                  <a:pt x="7391231" y="3862145"/>
                  <a:pt x="7391400" y="3862140"/>
                  <a:pt x="7391568" y="3862087"/>
                </a:cubicBezTo>
                <a:cubicBezTo>
                  <a:pt x="7441844" y="3511992"/>
                  <a:pt x="7722883" y="3233421"/>
                  <a:pt x="8081734" y="3174489"/>
                </a:cubicBezTo>
                <a:lnTo>
                  <a:pt x="8081851" y="3173350"/>
                </a:lnTo>
                <a:cubicBezTo>
                  <a:pt x="8087159" y="3172348"/>
                  <a:pt x="8092487" y="3171407"/>
                  <a:pt x="8098063" y="3171823"/>
                </a:cubicBezTo>
                <a:cubicBezTo>
                  <a:pt x="8129247" y="3166310"/>
                  <a:pt x="8161139" y="3163352"/>
                  <a:pt x="8193525" y="3162829"/>
                </a:cubicBezTo>
                <a:close/>
                <a:moveTo>
                  <a:pt x="6532249" y="3161219"/>
                </a:moveTo>
                <a:lnTo>
                  <a:pt x="6549337" y="3162829"/>
                </a:lnTo>
                <a:cubicBezTo>
                  <a:pt x="6581722" y="3163352"/>
                  <a:pt x="6613615" y="3166310"/>
                  <a:pt x="6644798" y="3171823"/>
                </a:cubicBezTo>
                <a:cubicBezTo>
                  <a:pt x="6650374" y="3171407"/>
                  <a:pt x="6655702" y="3172348"/>
                  <a:pt x="6661011" y="3173350"/>
                </a:cubicBezTo>
                <a:lnTo>
                  <a:pt x="6661128" y="3174489"/>
                </a:lnTo>
                <a:cubicBezTo>
                  <a:pt x="7019978" y="3233421"/>
                  <a:pt x="7301017" y="3511992"/>
                  <a:pt x="7351294" y="3862087"/>
                </a:cubicBezTo>
                <a:cubicBezTo>
                  <a:pt x="7351461" y="3862140"/>
                  <a:pt x="7351631" y="3862145"/>
                  <a:pt x="7351799" y="3862150"/>
                </a:cubicBezTo>
                <a:lnTo>
                  <a:pt x="7352340" y="3868787"/>
                </a:lnTo>
                <a:cubicBezTo>
                  <a:pt x="7357396" y="3898794"/>
                  <a:pt x="7359846" y="3929436"/>
                  <a:pt x="7359804" y="3960518"/>
                </a:cubicBezTo>
                <a:cubicBezTo>
                  <a:pt x="7361116" y="3966104"/>
                  <a:pt x="7361174" y="3971728"/>
                  <a:pt x="7361174" y="3977366"/>
                </a:cubicBezTo>
                <a:cubicBezTo>
                  <a:pt x="7361174" y="3981158"/>
                  <a:pt x="7361147" y="3984944"/>
                  <a:pt x="7360581" y="3988716"/>
                </a:cubicBezTo>
                <a:lnTo>
                  <a:pt x="7360082" y="3988683"/>
                </a:lnTo>
                <a:lnTo>
                  <a:pt x="7360056" y="3989174"/>
                </a:lnTo>
                <a:lnTo>
                  <a:pt x="7342938" y="3987561"/>
                </a:lnTo>
                <a:cubicBezTo>
                  <a:pt x="7310564" y="3987038"/>
                  <a:pt x="7278683" y="3984080"/>
                  <a:pt x="7247511" y="3978570"/>
                </a:cubicBezTo>
                <a:cubicBezTo>
                  <a:pt x="7241934" y="3978986"/>
                  <a:pt x="7236605" y="3978045"/>
                  <a:pt x="7231295" y="3977042"/>
                </a:cubicBezTo>
                <a:lnTo>
                  <a:pt x="7231179" y="3975903"/>
                </a:lnTo>
                <a:cubicBezTo>
                  <a:pt x="6872327" y="3916971"/>
                  <a:pt x="6591288" y="3638399"/>
                  <a:pt x="6541013" y="3288305"/>
                </a:cubicBezTo>
                <a:cubicBezTo>
                  <a:pt x="6540845" y="3288253"/>
                  <a:pt x="6540677" y="3288248"/>
                  <a:pt x="6540507" y="3288243"/>
                </a:cubicBezTo>
                <a:lnTo>
                  <a:pt x="6539969" y="3281619"/>
                </a:lnTo>
                <a:cubicBezTo>
                  <a:pt x="6534910" y="3251607"/>
                  <a:pt x="6532460" y="3220958"/>
                  <a:pt x="6532502" y="3189869"/>
                </a:cubicBezTo>
                <a:cubicBezTo>
                  <a:pt x="6531190" y="3184286"/>
                  <a:pt x="6531131" y="3178663"/>
                  <a:pt x="6531131" y="3173027"/>
                </a:cubicBezTo>
                <a:lnTo>
                  <a:pt x="6531725" y="3161677"/>
                </a:lnTo>
                <a:lnTo>
                  <a:pt x="6532223" y="3161709"/>
                </a:lnTo>
                <a:close/>
                <a:moveTo>
                  <a:pt x="6518461" y="3161219"/>
                </a:moveTo>
                <a:lnTo>
                  <a:pt x="6518487" y="3161709"/>
                </a:lnTo>
                <a:lnTo>
                  <a:pt x="6518985" y="3161677"/>
                </a:lnTo>
                <a:lnTo>
                  <a:pt x="6519579" y="3173027"/>
                </a:lnTo>
                <a:cubicBezTo>
                  <a:pt x="6519579" y="3178663"/>
                  <a:pt x="6519520" y="3184286"/>
                  <a:pt x="6518208" y="3189869"/>
                </a:cubicBezTo>
                <a:cubicBezTo>
                  <a:pt x="6518250" y="3220958"/>
                  <a:pt x="6515800" y="3251607"/>
                  <a:pt x="6510741" y="3281619"/>
                </a:cubicBezTo>
                <a:lnTo>
                  <a:pt x="6510203" y="3288243"/>
                </a:lnTo>
                <a:cubicBezTo>
                  <a:pt x="6510033" y="3288248"/>
                  <a:pt x="6509865" y="3288253"/>
                  <a:pt x="6509697" y="3288305"/>
                </a:cubicBezTo>
                <a:cubicBezTo>
                  <a:pt x="6459422" y="3638399"/>
                  <a:pt x="6178383" y="3916971"/>
                  <a:pt x="5819531" y="3975903"/>
                </a:cubicBezTo>
                <a:lnTo>
                  <a:pt x="5819415" y="3977042"/>
                </a:lnTo>
                <a:cubicBezTo>
                  <a:pt x="5814105" y="3978045"/>
                  <a:pt x="5808776" y="3978986"/>
                  <a:pt x="5803199" y="3978570"/>
                </a:cubicBezTo>
                <a:cubicBezTo>
                  <a:pt x="5772027" y="3984080"/>
                  <a:pt x="5740146" y="3987038"/>
                  <a:pt x="5707772" y="3987561"/>
                </a:cubicBezTo>
                <a:lnTo>
                  <a:pt x="5690654" y="3989174"/>
                </a:lnTo>
                <a:lnTo>
                  <a:pt x="5690628" y="3988683"/>
                </a:lnTo>
                <a:lnTo>
                  <a:pt x="5690129" y="3988716"/>
                </a:lnTo>
                <a:cubicBezTo>
                  <a:pt x="5689563" y="3984944"/>
                  <a:pt x="5689536" y="3981158"/>
                  <a:pt x="5689536" y="3977366"/>
                </a:cubicBezTo>
                <a:cubicBezTo>
                  <a:pt x="5689536" y="3971728"/>
                  <a:pt x="5689594" y="3966104"/>
                  <a:pt x="5690906" y="3960518"/>
                </a:cubicBezTo>
                <a:cubicBezTo>
                  <a:pt x="5690864" y="3929436"/>
                  <a:pt x="5693314" y="3898794"/>
                  <a:pt x="5698370" y="3868787"/>
                </a:cubicBezTo>
                <a:lnTo>
                  <a:pt x="5698911" y="3862150"/>
                </a:lnTo>
                <a:cubicBezTo>
                  <a:pt x="5699079" y="3862145"/>
                  <a:pt x="5699249" y="3862140"/>
                  <a:pt x="5699416" y="3862087"/>
                </a:cubicBezTo>
                <a:cubicBezTo>
                  <a:pt x="5749693" y="3511992"/>
                  <a:pt x="6030732" y="3233421"/>
                  <a:pt x="6389582" y="3174489"/>
                </a:cubicBezTo>
                <a:lnTo>
                  <a:pt x="6389699" y="3173350"/>
                </a:lnTo>
                <a:cubicBezTo>
                  <a:pt x="6395008" y="3172348"/>
                  <a:pt x="6400336" y="3171407"/>
                  <a:pt x="6405912" y="3171823"/>
                </a:cubicBezTo>
                <a:cubicBezTo>
                  <a:pt x="6437095" y="3166310"/>
                  <a:pt x="6468988" y="3163352"/>
                  <a:pt x="6501373" y="3162829"/>
                </a:cubicBezTo>
                <a:close/>
                <a:moveTo>
                  <a:pt x="4840098" y="3161219"/>
                </a:moveTo>
                <a:lnTo>
                  <a:pt x="4857185" y="3162829"/>
                </a:lnTo>
                <a:cubicBezTo>
                  <a:pt x="4889571" y="3163352"/>
                  <a:pt x="4921463" y="3166310"/>
                  <a:pt x="4952647" y="3171823"/>
                </a:cubicBezTo>
                <a:cubicBezTo>
                  <a:pt x="4958223" y="3171407"/>
                  <a:pt x="4963551" y="3172348"/>
                  <a:pt x="4968859" y="3173350"/>
                </a:cubicBezTo>
                <a:lnTo>
                  <a:pt x="4968976" y="3174489"/>
                </a:lnTo>
                <a:cubicBezTo>
                  <a:pt x="5327827" y="3233421"/>
                  <a:pt x="5608866" y="3511992"/>
                  <a:pt x="5659142" y="3862087"/>
                </a:cubicBezTo>
                <a:cubicBezTo>
                  <a:pt x="5659310" y="3862140"/>
                  <a:pt x="5659479" y="3862145"/>
                  <a:pt x="5659648" y="3862150"/>
                </a:cubicBezTo>
                <a:lnTo>
                  <a:pt x="5660188" y="3868787"/>
                </a:lnTo>
                <a:cubicBezTo>
                  <a:pt x="5665245" y="3898794"/>
                  <a:pt x="5667694" y="3929436"/>
                  <a:pt x="5667652" y="3960518"/>
                </a:cubicBezTo>
                <a:cubicBezTo>
                  <a:pt x="5668964" y="3966104"/>
                  <a:pt x="5669023" y="3971728"/>
                  <a:pt x="5669023" y="3977366"/>
                </a:cubicBezTo>
                <a:cubicBezTo>
                  <a:pt x="5669023" y="3981158"/>
                  <a:pt x="5668996" y="3984944"/>
                  <a:pt x="5668430" y="3988716"/>
                </a:cubicBezTo>
                <a:lnTo>
                  <a:pt x="5667931" y="3988683"/>
                </a:lnTo>
                <a:lnTo>
                  <a:pt x="5667905" y="3989174"/>
                </a:lnTo>
                <a:lnTo>
                  <a:pt x="5650786" y="3987561"/>
                </a:lnTo>
                <a:cubicBezTo>
                  <a:pt x="5618412" y="3987038"/>
                  <a:pt x="5586532" y="3984080"/>
                  <a:pt x="5555360" y="3978570"/>
                </a:cubicBezTo>
                <a:cubicBezTo>
                  <a:pt x="5549783" y="3978986"/>
                  <a:pt x="5544454" y="3978045"/>
                  <a:pt x="5539143" y="3977042"/>
                </a:cubicBezTo>
                <a:lnTo>
                  <a:pt x="5539027" y="3975903"/>
                </a:lnTo>
                <a:cubicBezTo>
                  <a:pt x="5180176" y="3916971"/>
                  <a:pt x="4899137" y="3638399"/>
                  <a:pt x="4848861" y="3288305"/>
                </a:cubicBezTo>
                <a:cubicBezTo>
                  <a:pt x="4848694" y="3288253"/>
                  <a:pt x="4848525" y="3288248"/>
                  <a:pt x="4848356" y="3288243"/>
                </a:cubicBezTo>
                <a:lnTo>
                  <a:pt x="4847817" y="3281619"/>
                </a:lnTo>
                <a:cubicBezTo>
                  <a:pt x="4842759" y="3251607"/>
                  <a:pt x="4840308" y="3220958"/>
                  <a:pt x="4840350" y="3189869"/>
                </a:cubicBezTo>
                <a:cubicBezTo>
                  <a:pt x="4839038" y="3184286"/>
                  <a:pt x="4838980" y="3178663"/>
                  <a:pt x="4838980" y="3173027"/>
                </a:cubicBezTo>
                <a:lnTo>
                  <a:pt x="4839574" y="3161677"/>
                </a:lnTo>
                <a:lnTo>
                  <a:pt x="4840072" y="3161709"/>
                </a:lnTo>
                <a:close/>
                <a:moveTo>
                  <a:pt x="4826310" y="3161219"/>
                </a:moveTo>
                <a:lnTo>
                  <a:pt x="4826336" y="3161709"/>
                </a:lnTo>
                <a:lnTo>
                  <a:pt x="4826834" y="3161677"/>
                </a:lnTo>
                <a:lnTo>
                  <a:pt x="4827428" y="3173027"/>
                </a:lnTo>
                <a:cubicBezTo>
                  <a:pt x="4827428" y="3178663"/>
                  <a:pt x="4827369" y="3184286"/>
                  <a:pt x="4826057" y="3189869"/>
                </a:cubicBezTo>
                <a:cubicBezTo>
                  <a:pt x="4826099" y="3220958"/>
                  <a:pt x="4823649" y="3251607"/>
                  <a:pt x="4818590" y="3281619"/>
                </a:cubicBezTo>
                <a:lnTo>
                  <a:pt x="4818052" y="3288243"/>
                </a:lnTo>
                <a:cubicBezTo>
                  <a:pt x="4817882" y="3288248"/>
                  <a:pt x="4817714" y="3288253"/>
                  <a:pt x="4817546" y="3288305"/>
                </a:cubicBezTo>
                <a:cubicBezTo>
                  <a:pt x="4767271" y="3638399"/>
                  <a:pt x="4486232" y="3916971"/>
                  <a:pt x="4127381" y="3975903"/>
                </a:cubicBezTo>
                <a:lnTo>
                  <a:pt x="4127264" y="3977042"/>
                </a:lnTo>
                <a:cubicBezTo>
                  <a:pt x="4121954" y="3978045"/>
                  <a:pt x="4116625" y="3978986"/>
                  <a:pt x="4111048" y="3978570"/>
                </a:cubicBezTo>
                <a:cubicBezTo>
                  <a:pt x="4079876" y="3984080"/>
                  <a:pt x="4047996" y="3987038"/>
                  <a:pt x="4015621" y="3987561"/>
                </a:cubicBezTo>
                <a:lnTo>
                  <a:pt x="3998503" y="3989174"/>
                </a:lnTo>
                <a:lnTo>
                  <a:pt x="3998477" y="3988683"/>
                </a:lnTo>
                <a:lnTo>
                  <a:pt x="3997978" y="3988716"/>
                </a:lnTo>
                <a:cubicBezTo>
                  <a:pt x="3997412" y="3984944"/>
                  <a:pt x="3997385" y="3981158"/>
                  <a:pt x="3997385" y="3977366"/>
                </a:cubicBezTo>
                <a:cubicBezTo>
                  <a:pt x="3997385" y="3971728"/>
                  <a:pt x="3997443" y="3966104"/>
                  <a:pt x="3998755" y="3960518"/>
                </a:cubicBezTo>
                <a:cubicBezTo>
                  <a:pt x="3998713" y="3929436"/>
                  <a:pt x="4001163" y="3898794"/>
                  <a:pt x="4006219" y="3868787"/>
                </a:cubicBezTo>
                <a:lnTo>
                  <a:pt x="4006760" y="3862150"/>
                </a:lnTo>
                <a:cubicBezTo>
                  <a:pt x="4006928" y="3862145"/>
                  <a:pt x="4007098" y="3862140"/>
                  <a:pt x="4007265" y="3862087"/>
                </a:cubicBezTo>
                <a:cubicBezTo>
                  <a:pt x="4057542" y="3511992"/>
                  <a:pt x="4338581" y="3233421"/>
                  <a:pt x="4697431" y="3174489"/>
                </a:cubicBezTo>
                <a:lnTo>
                  <a:pt x="4697548" y="3173350"/>
                </a:lnTo>
                <a:cubicBezTo>
                  <a:pt x="4702857" y="3172348"/>
                  <a:pt x="4708185" y="3171407"/>
                  <a:pt x="4713761" y="3171823"/>
                </a:cubicBezTo>
                <a:cubicBezTo>
                  <a:pt x="4744944" y="3166310"/>
                  <a:pt x="4776837" y="3163352"/>
                  <a:pt x="4809222" y="3162829"/>
                </a:cubicBezTo>
                <a:close/>
                <a:moveTo>
                  <a:pt x="3147947" y="3161219"/>
                </a:moveTo>
                <a:lnTo>
                  <a:pt x="3165034" y="3162829"/>
                </a:lnTo>
                <a:cubicBezTo>
                  <a:pt x="3197420" y="3163352"/>
                  <a:pt x="3229312" y="3166310"/>
                  <a:pt x="3260496" y="3171823"/>
                </a:cubicBezTo>
                <a:cubicBezTo>
                  <a:pt x="3266072" y="3171407"/>
                  <a:pt x="3271400" y="3172348"/>
                  <a:pt x="3276708" y="3173350"/>
                </a:cubicBezTo>
                <a:lnTo>
                  <a:pt x="3276826" y="3174489"/>
                </a:lnTo>
                <a:cubicBezTo>
                  <a:pt x="3635676" y="3233421"/>
                  <a:pt x="3916715" y="3511992"/>
                  <a:pt x="3966991" y="3862087"/>
                </a:cubicBezTo>
                <a:cubicBezTo>
                  <a:pt x="3967159" y="3862140"/>
                  <a:pt x="3967328" y="3862145"/>
                  <a:pt x="3967497" y="3862150"/>
                </a:cubicBezTo>
                <a:lnTo>
                  <a:pt x="3968037" y="3868787"/>
                </a:lnTo>
                <a:cubicBezTo>
                  <a:pt x="3973094" y="3898794"/>
                  <a:pt x="3975543" y="3929436"/>
                  <a:pt x="3975501" y="3960518"/>
                </a:cubicBezTo>
                <a:cubicBezTo>
                  <a:pt x="3976813" y="3966104"/>
                  <a:pt x="3976872" y="3971728"/>
                  <a:pt x="3976872" y="3977366"/>
                </a:cubicBezTo>
                <a:cubicBezTo>
                  <a:pt x="3976872" y="3981158"/>
                  <a:pt x="3976845" y="3984944"/>
                  <a:pt x="3976279" y="3988716"/>
                </a:cubicBezTo>
                <a:lnTo>
                  <a:pt x="3975780" y="3988683"/>
                </a:lnTo>
                <a:lnTo>
                  <a:pt x="3975754" y="3989174"/>
                </a:lnTo>
                <a:lnTo>
                  <a:pt x="3958635" y="3987561"/>
                </a:lnTo>
                <a:cubicBezTo>
                  <a:pt x="3926261" y="3987038"/>
                  <a:pt x="3894381" y="3984080"/>
                  <a:pt x="3863209" y="3978570"/>
                </a:cubicBezTo>
                <a:cubicBezTo>
                  <a:pt x="3857632" y="3978986"/>
                  <a:pt x="3852303" y="3978045"/>
                  <a:pt x="3846992" y="3977042"/>
                </a:cubicBezTo>
                <a:lnTo>
                  <a:pt x="3846876" y="3975903"/>
                </a:lnTo>
                <a:cubicBezTo>
                  <a:pt x="3488025" y="3916971"/>
                  <a:pt x="3206986" y="3638399"/>
                  <a:pt x="3156710" y="3288305"/>
                </a:cubicBezTo>
                <a:cubicBezTo>
                  <a:pt x="3156543" y="3288253"/>
                  <a:pt x="3156374" y="3288248"/>
                  <a:pt x="3156205" y="3288243"/>
                </a:cubicBezTo>
                <a:lnTo>
                  <a:pt x="3155667" y="3281619"/>
                </a:lnTo>
                <a:cubicBezTo>
                  <a:pt x="3150608" y="3251607"/>
                  <a:pt x="3148157" y="3220958"/>
                  <a:pt x="3148199" y="3189869"/>
                </a:cubicBezTo>
                <a:cubicBezTo>
                  <a:pt x="3146887" y="3184286"/>
                  <a:pt x="3146829" y="3178663"/>
                  <a:pt x="3146829" y="3173027"/>
                </a:cubicBezTo>
                <a:lnTo>
                  <a:pt x="3147423" y="3161677"/>
                </a:lnTo>
                <a:lnTo>
                  <a:pt x="3147921" y="3161709"/>
                </a:lnTo>
                <a:close/>
                <a:moveTo>
                  <a:pt x="3134159" y="3161219"/>
                </a:moveTo>
                <a:lnTo>
                  <a:pt x="3134185" y="3161709"/>
                </a:lnTo>
                <a:lnTo>
                  <a:pt x="3134683" y="3161677"/>
                </a:lnTo>
                <a:lnTo>
                  <a:pt x="3135277" y="3173027"/>
                </a:lnTo>
                <a:cubicBezTo>
                  <a:pt x="3135277" y="3178663"/>
                  <a:pt x="3135218" y="3184286"/>
                  <a:pt x="3133906" y="3189869"/>
                </a:cubicBezTo>
                <a:cubicBezTo>
                  <a:pt x="3133948" y="3220958"/>
                  <a:pt x="3131498" y="3251607"/>
                  <a:pt x="3126439" y="3281619"/>
                </a:cubicBezTo>
                <a:lnTo>
                  <a:pt x="3125901" y="3288243"/>
                </a:lnTo>
                <a:cubicBezTo>
                  <a:pt x="3125731" y="3288248"/>
                  <a:pt x="3125563" y="3288253"/>
                  <a:pt x="3125395" y="3288305"/>
                </a:cubicBezTo>
                <a:cubicBezTo>
                  <a:pt x="3075120" y="3638399"/>
                  <a:pt x="2794081" y="3916971"/>
                  <a:pt x="2435230" y="3975903"/>
                </a:cubicBezTo>
                <a:lnTo>
                  <a:pt x="2435113" y="3977042"/>
                </a:lnTo>
                <a:cubicBezTo>
                  <a:pt x="2429803" y="3978045"/>
                  <a:pt x="2424474" y="3978986"/>
                  <a:pt x="2418897" y="3978570"/>
                </a:cubicBezTo>
                <a:cubicBezTo>
                  <a:pt x="2387725" y="3984080"/>
                  <a:pt x="2355845" y="3987038"/>
                  <a:pt x="2323470" y="3987561"/>
                </a:cubicBezTo>
                <a:lnTo>
                  <a:pt x="2306352" y="3989174"/>
                </a:lnTo>
                <a:lnTo>
                  <a:pt x="2306326" y="3988683"/>
                </a:lnTo>
                <a:lnTo>
                  <a:pt x="2305827" y="3988716"/>
                </a:lnTo>
                <a:cubicBezTo>
                  <a:pt x="2305261" y="3984944"/>
                  <a:pt x="2305234" y="3981158"/>
                  <a:pt x="2305234" y="3977366"/>
                </a:cubicBezTo>
                <a:cubicBezTo>
                  <a:pt x="2305234" y="3971728"/>
                  <a:pt x="2305292" y="3966104"/>
                  <a:pt x="2306604" y="3960518"/>
                </a:cubicBezTo>
                <a:cubicBezTo>
                  <a:pt x="2306562" y="3929436"/>
                  <a:pt x="2309012" y="3898794"/>
                  <a:pt x="2314068" y="3868787"/>
                </a:cubicBezTo>
                <a:lnTo>
                  <a:pt x="2314609" y="3862150"/>
                </a:lnTo>
                <a:cubicBezTo>
                  <a:pt x="2314777" y="3862145"/>
                  <a:pt x="2314947" y="3862140"/>
                  <a:pt x="2315114" y="3862087"/>
                </a:cubicBezTo>
                <a:cubicBezTo>
                  <a:pt x="2365391" y="3511992"/>
                  <a:pt x="2646430" y="3233421"/>
                  <a:pt x="3005280" y="3174489"/>
                </a:cubicBezTo>
                <a:lnTo>
                  <a:pt x="3005397" y="3173350"/>
                </a:lnTo>
                <a:cubicBezTo>
                  <a:pt x="3010706" y="3172348"/>
                  <a:pt x="3016034" y="3171407"/>
                  <a:pt x="3021610" y="3171823"/>
                </a:cubicBezTo>
                <a:cubicBezTo>
                  <a:pt x="3052793" y="3166310"/>
                  <a:pt x="3084686" y="3163352"/>
                  <a:pt x="3117071" y="3162829"/>
                </a:cubicBezTo>
                <a:close/>
                <a:moveTo>
                  <a:pt x="1455796" y="3161219"/>
                </a:moveTo>
                <a:lnTo>
                  <a:pt x="1472883" y="3162829"/>
                </a:lnTo>
                <a:cubicBezTo>
                  <a:pt x="1505269" y="3163352"/>
                  <a:pt x="1537161" y="3166310"/>
                  <a:pt x="1568345" y="3171823"/>
                </a:cubicBezTo>
                <a:cubicBezTo>
                  <a:pt x="1573921" y="3171407"/>
                  <a:pt x="1579249" y="3172348"/>
                  <a:pt x="1584557" y="3173350"/>
                </a:cubicBezTo>
                <a:lnTo>
                  <a:pt x="1584675" y="3174489"/>
                </a:lnTo>
                <a:cubicBezTo>
                  <a:pt x="1943525" y="3233421"/>
                  <a:pt x="2224564" y="3511992"/>
                  <a:pt x="2274840" y="3862087"/>
                </a:cubicBezTo>
                <a:cubicBezTo>
                  <a:pt x="2275008" y="3862140"/>
                  <a:pt x="2275177" y="3862145"/>
                  <a:pt x="2275346" y="3862150"/>
                </a:cubicBezTo>
                <a:lnTo>
                  <a:pt x="2275886" y="3868787"/>
                </a:lnTo>
                <a:cubicBezTo>
                  <a:pt x="2280943" y="3898794"/>
                  <a:pt x="2283392" y="3929436"/>
                  <a:pt x="2283350" y="3960518"/>
                </a:cubicBezTo>
                <a:cubicBezTo>
                  <a:pt x="2284662" y="3966104"/>
                  <a:pt x="2284721" y="3971728"/>
                  <a:pt x="2284721" y="3977366"/>
                </a:cubicBezTo>
                <a:cubicBezTo>
                  <a:pt x="2284721" y="3981158"/>
                  <a:pt x="2284694" y="3984944"/>
                  <a:pt x="2284128" y="3988716"/>
                </a:cubicBezTo>
                <a:lnTo>
                  <a:pt x="2283629" y="3988683"/>
                </a:lnTo>
                <a:lnTo>
                  <a:pt x="2283603" y="3989174"/>
                </a:lnTo>
                <a:lnTo>
                  <a:pt x="2266484" y="3987561"/>
                </a:lnTo>
                <a:cubicBezTo>
                  <a:pt x="2234110" y="3987038"/>
                  <a:pt x="2202230" y="3984080"/>
                  <a:pt x="2171058" y="3978570"/>
                </a:cubicBezTo>
                <a:cubicBezTo>
                  <a:pt x="2165481" y="3978986"/>
                  <a:pt x="2160152" y="3978045"/>
                  <a:pt x="2154841" y="3977042"/>
                </a:cubicBezTo>
                <a:lnTo>
                  <a:pt x="2154725" y="3975903"/>
                </a:lnTo>
                <a:cubicBezTo>
                  <a:pt x="1795874" y="3916971"/>
                  <a:pt x="1514835" y="3638399"/>
                  <a:pt x="1464559" y="3288305"/>
                </a:cubicBezTo>
                <a:cubicBezTo>
                  <a:pt x="1464392" y="3288253"/>
                  <a:pt x="1464223" y="3288248"/>
                  <a:pt x="1464054" y="3288243"/>
                </a:cubicBezTo>
                <a:lnTo>
                  <a:pt x="1463515" y="3281619"/>
                </a:lnTo>
                <a:cubicBezTo>
                  <a:pt x="1458457" y="3251607"/>
                  <a:pt x="1456006" y="3220958"/>
                  <a:pt x="1456048" y="3189869"/>
                </a:cubicBezTo>
                <a:cubicBezTo>
                  <a:pt x="1454736" y="3184286"/>
                  <a:pt x="1454678" y="3178663"/>
                  <a:pt x="1454678" y="3173027"/>
                </a:cubicBezTo>
                <a:lnTo>
                  <a:pt x="1455272" y="3161677"/>
                </a:lnTo>
                <a:lnTo>
                  <a:pt x="1455770" y="3161709"/>
                </a:lnTo>
                <a:close/>
                <a:moveTo>
                  <a:pt x="1442008" y="3161219"/>
                </a:moveTo>
                <a:lnTo>
                  <a:pt x="1442034" y="3161709"/>
                </a:lnTo>
                <a:lnTo>
                  <a:pt x="1442532" y="3161677"/>
                </a:lnTo>
                <a:lnTo>
                  <a:pt x="1443126" y="3173027"/>
                </a:lnTo>
                <a:cubicBezTo>
                  <a:pt x="1443126" y="3178663"/>
                  <a:pt x="1443067" y="3184286"/>
                  <a:pt x="1441755" y="3189869"/>
                </a:cubicBezTo>
                <a:cubicBezTo>
                  <a:pt x="1441797" y="3220958"/>
                  <a:pt x="1439347" y="3251607"/>
                  <a:pt x="1434288" y="3281619"/>
                </a:cubicBezTo>
                <a:lnTo>
                  <a:pt x="1433750" y="3288243"/>
                </a:lnTo>
                <a:cubicBezTo>
                  <a:pt x="1433580" y="3288248"/>
                  <a:pt x="1433412" y="3288253"/>
                  <a:pt x="1433244" y="3288305"/>
                </a:cubicBezTo>
                <a:cubicBezTo>
                  <a:pt x="1382969" y="3638399"/>
                  <a:pt x="1101930" y="3916971"/>
                  <a:pt x="743079" y="3975903"/>
                </a:cubicBezTo>
                <a:lnTo>
                  <a:pt x="742962" y="3977042"/>
                </a:lnTo>
                <a:cubicBezTo>
                  <a:pt x="737652" y="3978045"/>
                  <a:pt x="732323" y="3978986"/>
                  <a:pt x="726746" y="3978570"/>
                </a:cubicBezTo>
                <a:cubicBezTo>
                  <a:pt x="695574" y="3984080"/>
                  <a:pt x="663693" y="3987038"/>
                  <a:pt x="631319" y="3987561"/>
                </a:cubicBezTo>
                <a:lnTo>
                  <a:pt x="614201" y="3989174"/>
                </a:lnTo>
                <a:lnTo>
                  <a:pt x="614175" y="3988683"/>
                </a:lnTo>
                <a:lnTo>
                  <a:pt x="613676" y="3988716"/>
                </a:lnTo>
                <a:cubicBezTo>
                  <a:pt x="613110" y="3984944"/>
                  <a:pt x="613083" y="3981158"/>
                  <a:pt x="613083" y="3977366"/>
                </a:cubicBezTo>
                <a:cubicBezTo>
                  <a:pt x="613083" y="3971728"/>
                  <a:pt x="613141" y="3966104"/>
                  <a:pt x="614453" y="3960518"/>
                </a:cubicBezTo>
                <a:cubicBezTo>
                  <a:pt x="614411" y="3929436"/>
                  <a:pt x="616861" y="3898794"/>
                  <a:pt x="621917" y="3868787"/>
                </a:cubicBezTo>
                <a:lnTo>
                  <a:pt x="622458" y="3862150"/>
                </a:lnTo>
                <a:cubicBezTo>
                  <a:pt x="622626" y="3862145"/>
                  <a:pt x="622796" y="3862140"/>
                  <a:pt x="622963" y="3862087"/>
                </a:cubicBezTo>
                <a:cubicBezTo>
                  <a:pt x="673240" y="3511992"/>
                  <a:pt x="954279" y="3233421"/>
                  <a:pt x="1313129" y="3174489"/>
                </a:cubicBezTo>
                <a:lnTo>
                  <a:pt x="1313246" y="3173350"/>
                </a:lnTo>
                <a:cubicBezTo>
                  <a:pt x="1318555" y="3172348"/>
                  <a:pt x="1323883" y="3171407"/>
                  <a:pt x="1329459" y="3171823"/>
                </a:cubicBezTo>
                <a:cubicBezTo>
                  <a:pt x="1360642" y="3166310"/>
                  <a:pt x="1392535" y="3163352"/>
                  <a:pt x="1424920" y="3162829"/>
                </a:cubicBezTo>
                <a:close/>
                <a:moveTo>
                  <a:pt x="10909360" y="2447425"/>
                </a:moveTo>
                <a:cubicBezTo>
                  <a:pt x="10962636" y="2718331"/>
                  <a:pt x="11177479" y="2933128"/>
                  <a:pt x="11452669" y="2992271"/>
                </a:cubicBezTo>
                <a:cubicBezTo>
                  <a:pt x="11399394" y="2721365"/>
                  <a:pt x="11184550" y="2506568"/>
                  <a:pt x="10909360" y="2447425"/>
                </a:cubicBezTo>
                <a:close/>
                <a:moveTo>
                  <a:pt x="10602109" y="2447425"/>
                </a:moveTo>
                <a:cubicBezTo>
                  <a:pt x="10326919" y="2506568"/>
                  <a:pt x="10112075" y="2721365"/>
                  <a:pt x="10058800" y="2992271"/>
                </a:cubicBezTo>
                <a:cubicBezTo>
                  <a:pt x="10333990" y="2933128"/>
                  <a:pt x="10548833" y="2718331"/>
                  <a:pt x="10602109" y="2447425"/>
                </a:cubicBezTo>
                <a:close/>
                <a:moveTo>
                  <a:pt x="9217207" y="2447425"/>
                </a:moveTo>
                <a:cubicBezTo>
                  <a:pt x="9270483" y="2718331"/>
                  <a:pt x="9485326" y="2933128"/>
                  <a:pt x="9760516" y="2992271"/>
                </a:cubicBezTo>
                <a:cubicBezTo>
                  <a:pt x="9707241" y="2721365"/>
                  <a:pt x="9492397" y="2506568"/>
                  <a:pt x="9217207" y="2447425"/>
                </a:cubicBezTo>
                <a:close/>
                <a:moveTo>
                  <a:pt x="8909958" y="2447425"/>
                </a:moveTo>
                <a:cubicBezTo>
                  <a:pt x="8634768" y="2506568"/>
                  <a:pt x="8419924" y="2721365"/>
                  <a:pt x="8366649" y="2992271"/>
                </a:cubicBezTo>
                <a:cubicBezTo>
                  <a:pt x="8641839" y="2933128"/>
                  <a:pt x="8856682" y="2718331"/>
                  <a:pt x="8909958" y="2447425"/>
                </a:cubicBezTo>
                <a:close/>
                <a:moveTo>
                  <a:pt x="7525056" y="2447425"/>
                </a:moveTo>
                <a:cubicBezTo>
                  <a:pt x="7578332" y="2718331"/>
                  <a:pt x="7793175" y="2933128"/>
                  <a:pt x="8068365" y="2992271"/>
                </a:cubicBezTo>
                <a:cubicBezTo>
                  <a:pt x="8015090" y="2721365"/>
                  <a:pt x="7800246" y="2506568"/>
                  <a:pt x="7525056" y="2447425"/>
                </a:cubicBezTo>
                <a:close/>
                <a:moveTo>
                  <a:pt x="7217807" y="2447425"/>
                </a:moveTo>
                <a:cubicBezTo>
                  <a:pt x="6942617" y="2506568"/>
                  <a:pt x="6727773" y="2721365"/>
                  <a:pt x="6674498" y="2992271"/>
                </a:cubicBezTo>
                <a:cubicBezTo>
                  <a:pt x="6949688" y="2933128"/>
                  <a:pt x="7164531" y="2718331"/>
                  <a:pt x="7217807" y="2447425"/>
                </a:cubicBezTo>
                <a:close/>
                <a:moveTo>
                  <a:pt x="5832905" y="2447425"/>
                </a:moveTo>
                <a:cubicBezTo>
                  <a:pt x="5886181" y="2718331"/>
                  <a:pt x="6101024" y="2933128"/>
                  <a:pt x="6376214" y="2992271"/>
                </a:cubicBezTo>
                <a:cubicBezTo>
                  <a:pt x="6322939" y="2721365"/>
                  <a:pt x="6108095" y="2506568"/>
                  <a:pt x="5832905" y="2447425"/>
                </a:cubicBezTo>
                <a:close/>
                <a:moveTo>
                  <a:pt x="5525656" y="2447425"/>
                </a:moveTo>
                <a:cubicBezTo>
                  <a:pt x="5250466" y="2506568"/>
                  <a:pt x="5035622" y="2721365"/>
                  <a:pt x="4982347" y="2992271"/>
                </a:cubicBezTo>
                <a:cubicBezTo>
                  <a:pt x="5257537" y="2933128"/>
                  <a:pt x="5472380" y="2718331"/>
                  <a:pt x="5525656" y="2447425"/>
                </a:cubicBezTo>
                <a:close/>
                <a:moveTo>
                  <a:pt x="4140754" y="2447425"/>
                </a:moveTo>
                <a:cubicBezTo>
                  <a:pt x="4194030" y="2718331"/>
                  <a:pt x="4408873" y="2933128"/>
                  <a:pt x="4684063" y="2992271"/>
                </a:cubicBezTo>
                <a:cubicBezTo>
                  <a:pt x="4630788" y="2721365"/>
                  <a:pt x="4415944" y="2506568"/>
                  <a:pt x="4140754" y="2447425"/>
                </a:cubicBezTo>
                <a:close/>
                <a:moveTo>
                  <a:pt x="3833505" y="2447425"/>
                </a:moveTo>
                <a:cubicBezTo>
                  <a:pt x="3558315" y="2506568"/>
                  <a:pt x="3343471" y="2721365"/>
                  <a:pt x="3290196" y="2992271"/>
                </a:cubicBezTo>
                <a:cubicBezTo>
                  <a:pt x="3565386" y="2933128"/>
                  <a:pt x="3780229" y="2718331"/>
                  <a:pt x="3833505" y="2447425"/>
                </a:cubicBezTo>
                <a:close/>
                <a:moveTo>
                  <a:pt x="2448603" y="2447425"/>
                </a:moveTo>
                <a:cubicBezTo>
                  <a:pt x="2501879" y="2718331"/>
                  <a:pt x="2716722" y="2933128"/>
                  <a:pt x="2991912" y="2992271"/>
                </a:cubicBezTo>
                <a:cubicBezTo>
                  <a:pt x="2938637" y="2721365"/>
                  <a:pt x="2723793" y="2506568"/>
                  <a:pt x="2448603" y="2447425"/>
                </a:cubicBezTo>
                <a:close/>
                <a:moveTo>
                  <a:pt x="2141354" y="2447425"/>
                </a:moveTo>
                <a:cubicBezTo>
                  <a:pt x="1866164" y="2506568"/>
                  <a:pt x="1651320" y="2721365"/>
                  <a:pt x="1598045" y="2992271"/>
                </a:cubicBezTo>
                <a:cubicBezTo>
                  <a:pt x="1873235" y="2933128"/>
                  <a:pt x="2088078" y="2718331"/>
                  <a:pt x="2141354" y="2447425"/>
                </a:cubicBezTo>
                <a:close/>
                <a:moveTo>
                  <a:pt x="756452" y="2447425"/>
                </a:moveTo>
                <a:cubicBezTo>
                  <a:pt x="809728" y="2718331"/>
                  <a:pt x="1024571" y="2933128"/>
                  <a:pt x="1299761" y="2992271"/>
                </a:cubicBezTo>
                <a:cubicBezTo>
                  <a:pt x="1246486" y="2721365"/>
                  <a:pt x="1031642" y="2506568"/>
                  <a:pt x="756452" y="2447425"/>
                </a:cubicBezTo>
                <a:close/>
                <a:moveTo>
                  <a:pt x="12192000" y="2344615"/>
                </a:moveTo>
                <a:lnTo>
                  <a:pt x="12192000" y="2477663"/>
                </a:lnTo>
                <a:cubicBezTo>
                  <a:pt x="11966807" y="2562375"/>
                  <a:pt x="11797421" y="2755980"/>
                  <a:pt x="11750953" y="2992271"/>
                </a:cubicBezTo>
                <a:cubicBezTo>
                  <a:pt x="11935988" y="2952504"/>
                  <a:pt x="12093739" y="2842365"/>
                  <a:pt x="12192000" y="2691161"/>
                </a:cubicBezTo>
                <a:lnTo>
                  <a:pt x="12192000" y="2892735"/>
                </a:lnTo>
                <a:cubicBezTo>
                  <a:pt x="12071770" y="3011736"/>
                  <a:pt x="11914089" y="3094511"/>
                  <a:pt x="11737582" y="3123727"/>
                </a:cubicBezTo>
                <a:lnTo>
                  <a:pt x="11737466" y="3124875"/>
                </a:lnTo>
                <a:cubicBezTo>
                  <a:pt x="11732155" y="3125886"/>
                  <a:pt x="11726826" y="3126834"/>
                  <a:pt x="11721249" y="3126415"/>
                </a:cubicBezTo>
                <a:cubicBezTo>
                  <a:pt x="11690077" y="3131969"/>
                  <a:pt x="11658197" y="3134950"/>
                  <a:pt x="11625822" y="3135477"/>
                </a:cubicBezTo>
                <a:lnTo>
                  <a:pt x="11608704" y="3137103"/>
                </a:lnTo>
                <a:lnTo>
                  <a:pt x="11608678" y="3136608"/>
                </a:lnTo>
                <a:lnTo>
                  <a:pt x="11608179" y="3136641"/>
                </a:lnTo>
                <a:cubicBezTo>
                  <a:pt x="11607613" y="3132839"/>
                  <a:pt x="11607586" y="3129023"/>
                  <a:pt x="11607586" y="3125201"/>
                </a:cubicBezTo>
                <a:cubicBezTo>
                  <a:pt x="11607586" y="3119519"/>
                  <a:pt x="11607645" y="3113850"/>
                  <a:pt x="11608957" y="3108220"/>
                </a:cubicBezTo>
                <a:cubicBezTo>
                  <a:pt x="11608914" y="3076892"/>
                  <a:pt x="11611364" y="3046007"/>
                  <a:pt x="11616421" y="3015763"/>
                </a:cubicBezTo>
                <a:lnTo>
                  <a:pt x="11616961" y="3009073"/>
                </a:lnTo>
                <a:cubicBezTo>
                  <a:pt x="11617130" y="3009068"/>
                  <a:pt x="11617299" y="3009063"/>
                  <a:pt x="11617466" y="3009010"/>
                </a:cubicBezTo>
                <a:cubicBezTo>
                  <a:pt x="11662185" y="2695154"/>
                  <a:pt x="11889463" y="2438329"/>
                  <a:pt x="12192000" y="2344615"/>
                </a:cubicBezTo>
                <a:close/>
                <a:moveTo>
                  <a:pt x="10767111" y="2302594"/>
                </a:moveTo>
                <a:lnTo>
                  <a:pt x="10784198" y="2304217"/>
                </a:lnTo>
                <a:cubicBezTo>
                  <a:pt x="10816584" y="2304744"/>
                  <a:pt x="10848477" y="2307725"/>
                  <a:pt x="10879660" y="2313282"/>
                </a:cubicBezTo>
                <a:cubicBezTo>
                  <a:pt x="10885236" y="2312863"/>
                  <a:pt x="10890564" y="2313811"/>
                  <a:pt x="10895873" y="2314821"/>
                </a:cubicBezTo>
                <a:lnTo>
                  <a:pt x="10895990" y="2315969"/>
                </a:lnTo>
                <a:cubicBezTo>
                  <a:pt x="11254840" y="2375367"/>
                  <a:pt x="11535879" y="2656144"/>
                  <a:pt x="11586156" y="3009010"/>
                </a:cubicBezTo>
                <a:cubicBezTo>
                  <a:pt x="11586323" y="3009063"/>
                  <a:pt x="11586492" y="3009068"/>
                  <a:pt x="11586661" y="3009073"/>
                </a:cubicBezTo>
                <a:lnTo>
                  <a:pt x="11587201" y="3015763"/>
                </a:lnTo>
                <a:cubicBezTo>
                  <a:pt x="11592258" y="3046007"/>
                  <a:pt x="11594708" y="3076892"/>
                  <a:pt x="11594665" y="3108220"/>
                </a:cubicBezTo>
                <a:cubicBezTo>
                  <a:pt x="11595977" y="3113850"/>
                  <a:pt x="11596036" y="3119519"/>
                  <a:pt x="11596036" y="3125201"/>
                </a:cubicBezTo>
                <a:cubicBezTo>
                  <a:pt x="11596036" y="3129023"/>
                  <a:pt x="11596009" y="3132839"/>
                  <a:pt x="11595443" y="3136641"/>
                </a:cubicBezTo>
                <a:lnTo>
                  <a:pt x="11594944" y="3136608"/>
                </a:lnTo>
                <a:lnTo>
                  <a:pt x="11594918" y="3137103"/>
                </a:lnTo>
                <a:lnTo>
                  <a:pt x="11577800" y="3135477"/>
                </a:lnTo>
                <a:cubicBezTo>
                  <a:pt x="11545425" y="3134950"/>
                  <a:pt x="11513545" y="3131969"/>
                  <a:pt x="11482373" y="3126415"/>
                </a:cubicBezTo>
                <a:cubicBezTo>
                  <a:pt x="11476796" y="3126834"/>
                  <a:pt x="11471467" y="3125886"/>
                  <a:pt x="11466156" y="3124875"/>
                </a:cubicBezTo>
                <a:lnTo>
                  <a:pt x="11466040" y="3123727"/>
                </a:lnTo>
                <a:cubicBezTo>
                  <a:pt x="11107189" y="3064328"/>
                  <a:pt x="10826150" y="2783551"/>
                  <a:pt x="10775875" y="2430686"/>
                </a:cubicBezTo>
                <a:cubicBezTo>
                  <a:pt x="10775707" y="2430633"/>
                  <a:pt x="10775539" y="2430628"/>
                  <a:pt x="10775369" y="2430623"/>
                </a:cubicBezTo>
                <a:lnTo>
                  <a:pt x="10774831" y="2423947"/>
                </a:lnTo>
                <a:cubicBezTo>
                  <a:pt x="10769772" y="2393697"/>
                  <a:pt x="10767321" y="2362806"/>
                  <a:pt x="10767364" y="2331471"/>
                </a:cubicBezTo>
                <a:cubicBezTo>
                  <a:pt x="10766052" y="2325843"/>
                  <a:pt x="10765993" y="2320176"/>
                  <a:pt x="10765993" y="2314495"/>
                </a:cubicBezTo>
                <a:lnTo>
                  <a:pt x="10766587" y="2303055"/>
                </a:lnTo>
                <a:lnTo>
                  <a:pt x="10767085" y="2303088"/>
                </a:lnTo>
                <a:close/>
                <a:moveTo>
                  <a:pt x="10744358" y="2302594"/>
                </a:moveTo>
                <a:lnTo>
                  <a:pt x="10744384" y="2303088"/>
                </a:lnTo>
                <a:lnTo>
                  <a:pt x="10744882" y="2303055"/>
                </a:lnTo>
                <a:lnTo>
                  <a:pt x="10745476" y="2314495"/>
                </a:lnTo>
                <a:cubicBezTo>
                  <a:pt x="10745476" y="2320176"/>
                  <a:pt x="10745417" y="2325843"/>
                  <a:pt x="10744105" y="2331471"/>
                </a:cubicBezTo>
                <a:cubicBezTo>
                  <a:pt x="10744148" y="2362806"/>
                  <a:pt x="10741697" y="2393697"/>
                  <a:pt x="10736638" y="2423947"/>
                </a:cubicBezTo>
                <a:lnTo>
                  <a:pt x="10736100" y="2430623"/>
                </a:lnTo>
                <a:cubicBezTo>
                  <a:pt x="10735930" y="2430628"/>
                  <a:pt x="10735762" y="2430633"/>
                  <a:pt x="10735594" y="2430686"/>
                </a:cubicBezTo>
                <a:cubicBezTo>
                  <a:pt x="10685319" y="2783551"/>
                  <a:pt x="10404280" y="3064328"/>
                  <a:pt x="10045429" y="3123727"/>
                </a:cubicBezTo>
                <a:lnTo>
                  <a:pt x="10045313" y="3124875"/>
                </a:lnTo>
                <a:cubicBezTo>
                  <a:pt x="10040002" y="3125886"/>
                  <a:pt x="10034673" y="3126834"/>
                  <a:pt x="10029096" y="3126415"/>
                </a:cubicBezTo>
                <a:cubicBezTo>
                  <a:pt x="9997924" y="3131969"/>
                  <a:pt x="9966044" y="3134950"/>
                  <a:pt x="9933669" y="3135477"/>
                </a:cubicBezTo>
                <a:lnTo>
                  <a:pt x="9916551" y="3137103"/>
                </a:lnTo>
                <a:lnTo>
                  <a:pt x="9916525" y="3136608"/>
                </a:lnTo>
                <a:lnTo>
                  <a:pt x="9916026" y="3136641"/>
                </a:lnTo>
                <a:cubicBezTo>
                  <a:pt x="9915460" y="3132839"/>
                  <a:pt x="9915433" y="3129023"/>
                  <a:pt x="9915433" y="3125201"/>
                </a:cubicBezTo>
                <a:cubicBezTo>
                  <a:pt x="9915433" y="3119519"/>
                  <a:pt x="9915492" y="3113850"/>
                  <a:pt x="9916804" y="3108220"/>
                </a:cubicBezTo>
                <a:cubicBezTo>
                  <a:pt x="9916761" y="3076892"/>
                  <a:pt x="9919211" y="3046007"/>
                  <a:pt x="9924268" y="3015763"/>
                </a:cubicBezTo>
                <a:lnTo>
                  <a:pt x="9924808" y="3009073"/>
                </a:lnTo>
                <a:cubicBezTo>
                  <a:pt x="9924977" y="3009068"/>
                  <a:pt x="9925146" y="3009063"/>
                  <a:pt x="9925314" y="3009010"/>
                </a:cubicBezTo>
                <a:cubicBezTo>
                  <a:pt x="9975590" y="2656144"/>
                  <a:pt x="10256629" y="2375367"/>
                  <a:pt x="10615479" y="2315969"/>
                </a:cubicBezTo>
                <a:lnTo>
                  <a:pt x="10615596" y="2314821"/>
                </a:lnTo>
                <a:cubicBezTo>
                  <a:pt x="10620905" y="2313811"/>
                  <a:pt x="10626233" y="2312863"/>
                  <a:pt x="10631809" y="2313282"/>
                </a:cubicBezTo>
                <a:cubicBezTo>
                  <a:pt x="10662992" y="2307725"/>
                  <a:pt x="10694885" y="2304744"/>
                  <a:pt x="10727271" y="2304217"/>
                </a:cubicBezTo>
                <a:close/>
                <a:moveTo>
                  <a:pt x="9074958" y="2302594"/>
                </a:moveTo>
                <a:lnTo>
                  <a:pt x="9092045" y="2304217"/>
                </a:lnTo>
                <a:cubicBezTo>
                  <a:pt x="9124431" y="2304744"/>
                  <a:pt x="9156324" y="2307725"/>
                  <a:pt x="9187507" y="2313282"/>
                </a:cubicBezTo>
                <a:cubicBezTo>
                  <a:pt x="9193083" y="2312863"/>
                  <a:pt x="9198411" y="2313811"/>
                  <a:pt x="9203720" y="2314821"/>
                </a:cubicBezTo>
                <a:lnTo>
                  <a:pt x="9203837" y="2315969"/>
                </a:lnTo>
                <a:cubicBezTo>
                  <a:pt x="9562687" y="2375367"/>
                  <a:pt x="9843726" y="2656144"/>
                  <a:pt x="9894002" y="3009010"/>
                </a:cubicBezTo>
                <a:cubicBezTo>
                  <a:pt x="9894170" y="3009063"/>
                  <a:pt x="9894339" y="3009068"/>
                  <a:pt x="9894508" y="3009073"/>
                </a:cubicBezTo>
                <a:lnTo>
                  <a:pt x="9895048" y="3015763"/>
                </a:lnTo>
                <a:cubicBezTo>
                  <a:pt x="9900105" y="3046007"/>
                  <a:pt x="9902555" y="3076892"/>
                  <a:pt x="9902512" y="3108220"/>
                </a:cubicBezTo>
                <a:cubicBezTo>
                  <a:pt x="9903824" y="3113850"/>
                  <a:pt x="9903883" y="3119519"/>
                  <a:pt x="9903883" y="3125201"/>
                </a:cubicBezTo>
                <a:cubicBezTo>
                  <a:pt x="9903883" y="3129023"/>
                  <a:pt x="9903856" y="3132839"/>
                  <a:pt x="9903290" y="3136641"/>
                </a:cubicBezTo>
                <a:lnTo>
                  <a:pt x="9902791" y="3136608"/>
                </a:lnTo>
                <a:lnTo>
                  <a:pt x="9902765" y="3137103"/>
                </a:lnTo>
                <a:lnTo>
                  <a:pt x="9885647" y="3135477"/>
                </a:lnTo>
                <a:cubicBezTo>
                  <a:pt x="9853272" y="3134950"/>
                  <a:pt x="9821392" y="3131969"/>
                  <a:pt x="9790220" y="3126415"/>
                </a:cubicBezTo>
                <a:cubicBezTo>
                  <a:pt x="9784643" y="3126834"/>
                  <a:pt x="9779314" y="3125886"/>
                  <a:pt x="9774003" y="3124875"/>
                </a:cubicBezTo>
                <a:lnTo>
                  <a:pt x="9773887" y="3123727"/>
                </a:lnTo>
                <a:cubicBezTo>
                  <a:pt x="9415036" y="3064328"/>
                  <a:pt x="9133997" y="2783551"/>
                  <a:pt x="9083722" y="2430686"/>
                </a:cubicBezTo>
                <a:cubicBezTo>
                  <a:pt x="9083554" y="2430633"/>
                  <a:pt x="9083386" y="2430628"/>
                  <a:pt x="9083216" y="2430623"/>
                </a:cubicBezTo>
                <a:lnTo>
                  <a:pt x="9082678" y="2423947"/>
                </a:lnTo>
                <a:cubicBezTo>
                  <a:pt x="9077619" y="2393697"/>
                  <a:pt x="9075168" y="2362806"/>
                  <a:pt x="9075211" y="2331471"/>
                </a:cubicBezTo>
                <a:cubicBezTo>
                  <a:pt x="9073899" y="2325843"/>
                  <a:pt x="9073840" y="2320176"/>
                  <a:pt x="9073840" y="2314495"/>
                </a:cubicBezTo>
                <a:lnTo>
                  <a:pt x="9074434" y="2303055"/>
                </a:lnTo>
                <a:lnTo>
                  <a:pt x="9074932" y="2303088"/>
                </a:lnTo>
                <a:close/>
                <a:moveTo>
                  <a:pt x="9052207" y="2302594"/>
                </a:moveTo>
                <a:lnTo>
                  <a:pt x="9052233" y="2303088"/>
                </a:lnTo>
                <a:lnTo>
                  <a:pt x="9052731" y="2303055"/>
                </a:lnTo>
                <a:lnTo>
                  <a:pt x="9053325" y="2314495"/>
                </a:lnTo>
                <a:cubicBezTo>
                  <a:pt x="9053325" y="2320176"/>
                  <a:pt x="9053266" y="2325843"/>
                  <a:pt x="9051954" y="2331471"/>
                </a:cubicBezTo>
                <a:cubicBezTo>
                  <a:pt x="9051997" y="2362806"/>
                  <a:pt x="9049546" y="2393697"/>
                  <a:pt x="9044487" y="2423947"/>
                </a:cubicBezTo>
                <a:lnTo>
                  <a:pt x="9043949" y="2430623"/>
                </a:lnTo>
                <a:cubicBezTo>
                  <a:pt x="9043779" y="2430628"/>
                  <a:pt x="9043611" y="2430633"/>
                  <a:pt x="9043443" y="2430686"/>
                </a:cubicBezTo>
                <a:cubicBezTo>
                  <a:pt x="8993168" y="2783551"/>
                  <a:pt x="8712129" y="3064328"/>
                  <a:pt x="8353278" y="3123727"/>
                </a:cubicBezTo>
                <a:lnTo>
                  <a:pt x="8353162" y="3124875"/>
                </a:lnTo>
                <a:cubicBezTo>
                  <a:pt x="8347851" y="3125886"/>
                  <a:pt x="8342522" y="3126834"/>
                  <a:pt x="8336945" y="3126415"/>
                </a:cubicBezTo>
                <a:cubicBezTo>
                  <a:pt x="8305773" y="3131969"/>
                  <a:pt x="8273893" y="3134950"/>
                  <a:pt x="8241519" y="3135477"/>
                </a:cubicBezTo>
                <a:lnTo>
                  <a:pt x="8224400" y="3137103"/>
                </a:lnTo>
                <a:lnTo>
                  <a:pt x="8224374" y="3136608"/>
                </a:lnTo>
                <a:lnTo>
                  <a:pt x="8223875" y="3136641"/>
                </a:lnTo>
                <a:cubicBezTo>
                  <a:pt x="8223309" y="3132839"/>
                  <a:pt x="8223282" y="3129023"/>
                  <a:pt x="8223282" y="3125201"/>
                </a:cubicBezTo>
                <a:cubicBezTo>
                  <a:pt x="8223282" y="3119519"/>
                  <a:pt x="8223341" y="3113850"/>
                  <a:pt x="8224653" y="3108220"/>
                </a:cubicBezTo>
                <a:cubicBezTo>
                  <a:pt x="8224611" y="3076892"/>
                  <a:pt x="8227060" y="3046007"/>
                  <a:pt x="8232117" y="3015763"/>
                </a:cubicBezTo>
                <a:lnTo>
                  <a:pt x="8232657" y="3009073"/>
                </a:lnTo>
                <a:cubicBezTo>
                  <a:pt x="8232826" y="3009068"/>
                  <a:pt x="8232995" y="3009063"/>
                  <a:pt x="8233163" y="3009010"/>
                </a:cubicBezTo>
                <a:cubicBezTo>
                  <a:pt x="8283439" y="2656144"/>
                  <a:pt x="8564478" y="2375367"/>
                  <a:pt x="8923328" y="2315969"/>
                </a:cubicBezTo>
                <a:lnTo>
                  <a:pt x="8923445" y="2314821"/>
                </a:lnTo>
                <a:cubicBezTo>
                  <a:pt x="8928754" y="2313811"/>
                  <a:pt x="8934082" y="2312863"/>
                  <a:pt x="8939658" y="2313282"/>
                </a:cubicBezTo>
                <a:cubicBezTo>
                  <a:pt x="8970841" y="2307725"/>
                  <a:pt x="9002734" y="2304744"/>
                  <a:pt x="9035120" y="2304217"/>
                </a:cubicBezTo>
                <a:close/>
                <a:moveTo>
                  <a:pt x="7382807" y="2302594"/>
                </a:moveTo>
                <a:lnTo>
                  <a:pt x="7399895" y="2304217"/>
                </a:lnTo>
                <a:cubicBezTo>
                  <a:pt x="7432280" y="2304744"/>
                  <a:pt x="7464173" y="2307725"/>
                  <a:pt x="7495356" y="2313282"/>
                </a:cubicBezTo>
                <a:cubicBezTo>
                  <a:pt x="7500932" y="2312863"/>
                  <a:pt x="7506260" y="2313811"/>
                  <a:pt x="7511569" y="2314821"/>
                </a:cubicBezTo>
                <a:lnTo>
                  <a:pt x="7511686" y="2315969"/>
                </a:lnTo>
                <a:cubicBezTo>
                  <a:pt x="7870536" y="2375367"/>
                  <a:pt x="8151575" y="2656144"/>
                  <a:pt x="8201852" y="3009010"/>
                </a:cubicBezTo>
                <a:cubicBezTo>
                  <a:pt x="8202019" y="3009063"/>
                  <a:pt x="8202189" y="3009068"/>
                  <a:pt x="8202357" y="3009073"/>
                </a:cubicBezTo>
                <a:lnTo>
                  <a:pt x="8202898" y="3015763"/>
                </a:lnTo>
                <a:cubicBezTo>
                  <a:pt x="8207954" y="3046007"/>
                  <a:pt x="8210404" y="3076892"/>
                  <a:pt x="8210362" y="3108220"/>
                </a:cubicBezTo>
                <a:cubicBezTo>
                  <a:pt x="8211674" y="3113850"/>
                  <a:pt x="8211732" y="3119519"/>
                  <a:pt x="8211732" y="3125201"/>
                </a:cubicBezTo>
                <a:cubicBezTo>
                  <a:pt x="8211732" y="3129023"/>
                  <a:pt x="8211705" y="3132839"/>
                  <a:pt x="8211139" y="3136641"/>
                </a:cubicBezTo>
                <a:lnTo>
                  <a:pt x="8210640" y="3136608"/>
                </a:lnTo>
                <a:lnTo>
                  <a:pt x="8210614" y="3137103"/>
                </a:lnTo>
                <a:lnTo>
                  <a:pt x="8193496" y="3135477"/>
                </a:lnTo>
                <a:cubicBezTo>
                  <a:pt x="8161122" y="3134950"/>
                  <a:pt x="8129241" y="3131969"/>
                  <a:pt x="8098069" y="3126415"/>
                </a:cubicBezTo>
                <a:cubicBezTo>
                  <a:pt x="8092492" y="3126834"/>
                  <a:pt x="8087163" y="3125886"/>
                  <a:pt x="8081853" y="3124875"/>
                </a:cubicBezTo>
                <a:lnTo>
                  <a:pt x="8081737" y="3123727"/>
                </a:lnTo>
                <a:cubicBezTo>
                  <a:pt x="7722885" y="3064328"/>
                  <a:pt x="7441846" y="2783551"/>
                  <a:pt x="7391571" y="2430686"/>
                </a:cubicBezTo>
                <a:cubicBezTo>
                  <a:pt x="7391403" y="2430633"/>
                  <a:pt x="7391235" y="2430628"/>
                  <a:pt x="7391065" y="2430623"/>
                </a:cubicBezTo>
                <a:lnTo>
                  <a:pt x="7390527" y="2423947"/>
                </a:lnTo>
                <a:cubicBezTo>
                  <a:pt x="7385468" y="2393697"/>
                  <a:pt x="7383018" y="2362806"/>
                  <a:pt x="7383060" y="2331471"/>
                </a:cubicBezTo>
                <a:cubicBezTo>
                  <a:pt x="7381748" y="2325843"/>
                  <a:pt x="7381689" y="2320176"/>
                  <a:pt x="7381689" y="2314495"/>
                </a:cubicBezTo>
                <a:lnTo>
                  <a:pt x="7382283" y="2303055"/>
                </a:lnTo>
                <a:lnTo>
                  <a:pt x="7382781" y="2303088"/>
                </a:lnTo>
                <a:close/>
                <a:moveTo>
                  <a:pt x="7360056" y="2302594"/>
                </a:moveTo>
                <a:lnTo>
                  <a:pt x="7360082" y="2303088"/>
                </a:lnTo>
                <a:lnTo>
                  <a:pt x="7360580" y="2303055"/>
                </a:lnTo>
                <a:lnTo>
                  <a:pt x="7361174" y="2314495"/>
                </a:lnTo>
                <a:cubicBezTo>
                  <a:pt x="7361174" y="2320176"/>
                  <a:pt x="7361116" y="2325843"/>
                  <a:pt x="7359804" y="2331471"/>
                </a:cubicBezTo>
                <a:cubicBezTo>
                  <a:pt x="7359846" y="2362806"/>
                  <a:pt x="7357395" y="2393697"/>
                  <a:pt x="7352337" y="2423947"/>
                </a:cubicBezTo>
                <a:lnTo>
                  <a:pt x="7351798" y="2430623"/>
                </a:lnTo>
                <a:cubicBezTo>
                  <a:pt x="7351629" y="2430628"/>
                  <a:pt x="7351460" y="2430633"/>
                  <a:pt x="7351293" y="2430686"/>
                </a:cubicBezTo>
                <a:cubicBezTo>
                  <a:pt x="7301017" y="2783551"/>
                  <a:pt x="7019978" y="3064328"/>
                  <a:pt x="6661127" y="3123727"/>
                </a:cubicBezTo>
                <a:lnTo>
                  <a:pt x="6661011" y="3124875"/>
                </a:lnTo>
                <a:cubicBezTo>
                  <a:pt x="6655700" y="3125886"/>
                  <a:pt x="6650371" y="3126834"/>
                  <a:pt x="6644794" y="3126415"/>
                </a:cubicBezTo>
                <a:cubicBezTo>
                  <a:pt x="6613622" y="3131969"/>
                  <a:pt x="6581742" y="3134950"/>
                  <a:pt x="6549368" y="3135477"/>
                </a:cubicBezTo>
                <a:lnTo>
                  <a:pt x="6532249" y="3137103"/>
                </a:lnTo>
                <a:lnTo>
                  <a:pt x="6532223" y="3136608"/>
                </a:lnTo>
                <a:lnTo>
                  <a:pt x="6531724" y="3136641"/>
                </a:lnTo>
                <a:cubicBezTo>
                  <a:pt x="6531158" y="3132839"/>
                  <a:pt x="6531131" y="3129023"/>
                  <a:pt x="6531131" y="3125201"/>
                </a:cubicBezTo>
                <a:cubicBezTo>
                  <a:pt x="6531131" y="3119519"/>
                  <a:pt x="6531190" y="3113850"/>
                  <a:pt x="6532502" y="3108220"/>
                </a:cubicBezTo>
                <a:cubicBezTo>
                  <a:pt x="6532460" y="3076892"/>
                  <a:pt x="6534909" y="3046007"/>
                  <a:pt x="6539966" y="3015763"/>
                </a:cubicBezTo>
                <a:lnTo>
                  <a:pt x="6540506" y="3009073"/>
                </a:lnTo>
                <a:cubicBezTo>
                  <a:pt x="6540675" y="3009068"/>
                  <a:pt x="6540844" y="3009063"/>
                  <a:pt x="6541012" y="3009010"/>
                </a:cubicBezTo>
                <a:cubicBezTo>
                  <a:pt x="6591288" y="2656144"/>
                  <a:pt x="6872327" y="2375367"/>
                  <a:pt x="7231178" y="2315969"/>
                </a:cubicBezTo>
                <a:lnTo>
                  <a:pt x="7231295" y="2314821"/>
                </a:lnTo>
                <a:cubicBezTo>
                  <a:pt x="7236603" y="2313811"/>
                  <a:pt x="7241931" y="2312863"/>
                  <a:pt x="7247507" y="2313282"/>
                </a:cubicBezTo>
                <a:cubicBezTo>
                  <a:pt x="7278691" y="2307725"/>
                  <a:pt x="7310583" y="2304744"/>
                  <a:pt x="7342969" y="2304217"/>
                </a:cubicBezTo>
                <a:close/>
                <a:moveTo>
                  <a:pt x="5690656" y="2302594"/>
                </a:moveTo>
                <a:lnTo>
                  <a:pt x="5707743" y="2304217"/>
                </a:lnTo>
                <a:cubicBezTo>
                  <a:pt x="5740129" y="2304744"/>
                  <a:pt x="5772021" y="2307725"/>
                  <a:pt x="5803205" y="2313282"/>
                </a:cubicBezTo>
                <a:cubicBezTo>
                  <a:pt x="5808781" y="2312863"/>
                  <a:pt x="5814109" y="2313811"/>
                  <a:pt x="5819417" y="2314821"/>
                </a:cubicBezTo>
                <a:lnTo>
                  <a:pt x="5819534" y="2315969"/>
                </a:lnTo>
                <a:cubicBezTo>
                  <a:pt x="6178385" y="2375367"/>
                  <a:pt x="6459424" y="2656144"/>
                  <a:pt x="6509700" y="3009010"/>
                </a:cubicBezTo>
                <a:cubicBezTo>
                  <a:pt x="6509868" y="3009063"/>
                  <a:pt x="6510037" y="3009068"/>
                  <a:pt x="6510206" y="3009073"/>
                </a:cubicBezTo>
                <a:lnTo>
                  <a:pt x="6510746" y="3015763"/>
                </a:lnTo>
                <a:cubicBezTo>
                  <a:pt x="6515803" y="3046007"/>
                  <a:pt x="6518252" y="3076892"/>
                  <a:pt x="6518210" y="3108220"/>
                </a:cubicBezTo>
                <a:cubicBezTo>
                  <a:pt x="6519522" y="3113850"/>
                  <a:pt x="6519581" y="3119519"/>
                  <a:pt x="6519581" y="3125201"/>
                </a:cubicBezTo>
                <a:cubicBezTo>
                  <a:pt x="6519581" y="3129023"/>
                  <a:pt x="6519554" y="3132839"/>
                  <a:pt x="6518988" y="3136641"/>
                </a:cubicBezTo>
                <a:lnTo>
                  <a:pt x="6518489" y="3136608"/>
                </a:lnTo>
                <a:lnTo>
                  <a:pt x="6518463" y="3137103"/>
                </a:lnTo>
                <a:lnTo>
                  <a:pt x="6501344" y="3135477"/>
                </a:lnTo>
                <a:cubicBezTo>
                  <a:pt x="6468970" y="3134950"/>
                  <a:pt x="6437090" y="3131969"/>
                  <a:pt x="6405918" y="3126415"/>
                </a:cubicBezTo>
                <a:cubicBezTo>
                  <a:pt x="6400341" y="3126834"/>
                  <a:pt x="6395012" y="3125886"/>
                  <a:pt x="6389701" y="3124875"/>
                </a:cubicBezTo>
                <a:lnTo>
                  <a:pt x="6389585" y="3123727"/>
                </a:lnTo>
                <a:cubicBezTo>
                  <a:pt x="6030734" y="3064328"/>
                  <a:pt x="5749695" y="2783551"/>
                  <a:pt x="5699419" y="2430686"/>
                </a:cubicBezTo>
                <a:cubicBezTo>
                  <a:pt x="5699252" y="2430633"/>
                  <a:pt x="5699083" y="2430628"/>
                  <a:pt x="5698914" y="2430623"/>
                </a:cubicBezTo>
                <a:lnTo>
                  <a:pt x="5698375" y="2423947"/>
                </a:lnTo>
                <a:cubicBezTo>
                  <a:pt x="5693317" y="2393697"/>
                  <a:pt x="5690866" y="2362806"/>
                  <a:pt x="5690908" y="2331471"/>
                </a:cubicBezTo>
                <a:cubicBezTo>
                  <a:pt x="5689596" y="2325843"/>
                  <a:pt x="5689538" y="2320176"/>
                  <a:pt x="5689538" y="2314495"/>
                </a:cubicBezTo>
                <a:lnTo>
                  <a:pt x="5690132" y="2303055"/>
                </a:lnTo>
                <a:lnTo>
                  <a:pt x="5690630" y="2303088"/>
                </a:lnTo>
                <a:close/>
                <a:moveTo>
                  <a:pt x="5667905" y="2302594"/>
                </a:moveTo>
                <a:lnTo>
                  <a:pt x="5667931" y="2303088"/>
                </a:lnTo>
                <a:lnTo>
                  <a:pt x="5668429" y="2303055"/>
                </a:lnTo>
                <a:lnTo>
                  <a:pt x="5669023" y="2314495"/>
                </a:lnTo>
                <a:cubicBezTo>
                  <a:pt x="5669023" y="2320176"/>
                  <a:pt x="5668964" y="2325843"/>
                  <a:pt x="5667652" y="2331471"/>
                </a:cubicBezTo>
                <a:cubicBezTo>
                  <a:pt x="5667694" y="2362806"/>
                  <a:pt x="5665244" y="2393697"/>
                  <a:pt x="5660185" y="2423947"/>
                </a:cubicBezTo>
                <a:lnTo>
                  <a:pt x="5659647" y="2430623"/>
                </a:lnTo>
                <a:cubicBezTo>
                  <a:pt x="5659477" y="2430628"/>
                  <a:pt x="5659309" y="2430633"/>
                  <a:pt x="5659141" y="2430686"/>
                </a:cubicBezTo>
                <a:cubicBezTo>
                  <a:pt x="5608866" y="2783551"/>
                  <a:pt x="5327827" y="3064328"/>
                  <a:pt x="4968975" y="3123727"/>
                </a:cubicBezTo>
                <a:lnTo>
                  <a:pt x="4968859" y="3124875"/>
                </a:lnTo>
                <a:cubicBezTo>
                  <a:pt x="4963549" y="3125886"/>
                  <a:pt x="4958220" y="3126834"/>
                  <a:pt x="4952643" y="3126415"/>
                </a:cubicBezTo>
                <a:cubicBezTo>
                  <a:pt x="4921471" y="3131969"/>
                  <a:pt x="4889590" y="3134950"/>
                  <a:pt x="4857216" y="3135477"/>
                </a:cubicBezTo>
                <a:lnTo>
                  <a:pt x="4840098" y="3137103"/>
                </a:lnTo>
                <a:lnTo>
                  <a:pt x="4840072" y="3136608"/>
                </a:lnTo>
                <a:lnTo>
                  <a:pt x="4839573" y="3136641"/>
                </a:lnTo>
                <a:cubicBezTo>
                  <a:pt x="4839007" y="3132839"/>
                  <a:pt x="4838980" y="3129023"/>
                  <a:pt x="4838980" y="3125201"/>
                </a:cubicBezTo>
                <a:cubicBezTo>
                  <a:pt x="4838980" y="3119519"/>
                  <a:pt x="4839038" y="3113850"/>
                  <a:pt x="4840350" y="3108220"/>
                </a:cubicBezTo>
                <a:cubicBezTo>
                  <a:pt x="4840308" y="3076892"/>
                  <a:pt x="4842758" y="3046007"/>
                  <a:pt x="4847814" y="3015763"/>
                </a:cubicBezTo>
                <a:lnTo>
                  <a:pt x="4848355" y="3009073"/>
                </a:lnTo>
                <a:cubicBezTo>
                  <a:pt x="4848523" y="3009068"/>
                  <a:pt x="4848693" y="3009063"/>
                  <a:pt x="4848860" y="3009010"/>
                </a:cubicBezTo>
                <a:cubicBezTo>
                  <a:pt x="4899137" y="2656144"/>
                  <a:pt x="5180176" y="2375367"/>
                  <a:pt x="5539026" y="2315969"/>
                </a:cubicBezTo>
                <a:lnTo>
                  <a:pt x="5539143" y="2314821"/>
                </a:lnTo>
                <a:cubicBezTo>
                  <a:pt x="5544452" y="2313811"/>
                  <a:pt x="5549780" y="2312863"/>
                  <a:pt x="5555356" y="2313282"/>
                </a:cubicBezTo>
                <a:cubicBezTo>
                  <a:pt x="5586539" y="2307725"/>
                  <a:pt x="5618432" y="2304744"/>
                  <a:pt x="5650817" y="2304217"/>
                </a:cubicBezTo>
                <a:close/>
                <a:moveTo>
                  <a:pt x="3998505" y="2302594"/>
                </a:moveTo>
                <a:lnTo>
                  <a:pt x="4015592" y="2304217"/>
                </a:lnTo>
                <a:cubicBezTo>
                  <a:pt x="4047978" y="2304744"/>
                  <a:pt x="4079870" y="2307725"/>
                  <a:pt x="4111054" y="2313282"/>
                </a:cubicBezTo>
                <a:cubicBezTo>
                  <a:pt x="4116630" y="2312863"/>
                  <a:pt x="4121958" y="2313811"/>
                  <a:pt x="4127266" y="2314821"/>
                </a:cubicBezTo>
                <a:lnTo>
                  <a:pt x="4127384" y="2315969"/>
                </a:lnTo>
                <a:cubicBezTo>
                  <a:pt x="4486234" y="2375367"/>
                  <a:pt x="4767273" y="2656144"/>
                  <a:pt x="4817549" y="3009010"/>
                </a:cubicBezTo>
                <a:cubicBezTo>
                  <a:pt x="4817717" y="3009063"/>
                  <a:pt x="4817886" y="3009068"/>
                  <a:pt x="4818055" y="3009073"/>
                </a:cubicBezTo>
                <a:lnTo>
                  <a:pt x="4818595" y="3015763"/>
                </a:lnTo>
                <a:cubicBezTo>
                  <a:pt x="4823652" y="3046007"/>
                  <a:pt x="4826101" y="3076892"/>
                  <a:pt x="4826059" y="3108220"/>
                </a:cubicBezTo>
                <a:cubicBezTo>
                  <a:pt x="4827371" y="3113850"/>
                  <a:pt x="4827430" y="3119519"/>
                  <a:pt x="4827430" y="3125201"/>
                </a:cubicBezTo>
                <a:cubicBezTo>
                  <a:pt x="4827430" y="3129023"/>
                  <a:pt x="4827403" y="3132839"/>
                  <a:pt x="4826837" y="3136641"/>
                </a:cubicBezTo>
                <a:lnTo>
                  <a:pt x="4826338" y="3136608"/>
                </a:lnTo>
                <a:lnTo>
                  <a:pt x="4826312" y="3137103"/>
                </a:lnTo>
                <a:lnTo>
                  <a:pt x="4809193" y="3135477"/>
                </a:lnTo>
                <a:cubicBezTo>
                  <a:pt x="4776819" y="3134950"/>
                  <a:pt x="4744939" y="3131969"/>
                  <a:pt x="4713767" y="3126415"/>
                </a:cubicBezTo>
                <a:cubicBezTo>
                  <a:pt x="4708190" y="3126834"/>
                  <a:pt x="4702861" y="3125886"/>
                  <a:pt x="4697550" y="3124875"/>
                </a:cubicBezTo>
                <a:lnTo>
                  <a:pt x="4697434" y="3123727"/>
                </a:lnTo>
                <a:cubicBezTo>
                  <a:pt x="4338583" y="3064328"/>
                  <a:pt x="4057544" y="2783551"/>
                  <a:pt x="4007268" y="2430686"/>
                </a:cubicBezTo>
                <a:cubicBezTo>
                  <a:pt x="4007101" y="2430633"/>
                  <a:pt x="4006932" y="2430628"/>
                  <a:pt x="4006763" y="2430623"/>
                </a:cubicBezTo>
                <a:lnTo>
                  <a:pt x="4006225" y="2423947"/>
                </a:lnTo>
                <a:cubicBezTo>
                  <a:pt x="4001166" y="2393697"/>
                  <a:pt x="3998715" y="2362806"/>
                  <a:pt x="3998757" y="2331471"/>
                </a:cubicBezTo>
                <a:cubicBezTo>
                  <a:pt x="3997445" y="2325843"/>
                  <a:pt x="3997387" y="2320176"/>
                  <a:pt x="3997387" y="2314495"/>
                </a:cubicBezTo>
                <a:lnTo>
                  <a:pt x="3997981" y="2303055"/>
                </a:lnTo>
                <a:lnTo>
                  <a:pt x="3998479" y="2303088"/>
                </a:lnTo>
                <a:close/>
                <a:moveTo>
                  <a:pt x="3975754" y="2302594"/>
                </a:moveTo>
                <a:lnTo>
                  <a:pt x="3975780" y="2303088"/>
                </a:lnTo>
                <a:lnTo>
                  <a:pt x="3976278" y="2303055"/>
                </a:lnTo>
                <a:lnTo>
                  <a:pt x="3976872" y="2314495"/>
                </a:lnTo>
                <a:cubicBezTo>
                  <a:pt x="3976872" y="2320176"/>
                  <a:pt x="3976813" y="2325843"/>
                  <a:pt x="3975501" y="2331471"/>
                </a:cubicBezTo>
                <a:cubicBezTo>
                  <a:pt x="3975543" y="2362806"/>
                  <a:pt x="3973093" y="2393697"/>
                  <a:pt x="3968034" y="2423947"/>
                </a:cubicBezTo>
                <a:lnTo>
                  <a:pt x="3967496" y="2430623"/>
                </a:lnTo>
                <a:cubicBezTo>
                  <a:pt x="3967326" y="2430628"/>
                  <a:pt x="3967158" y="2430633"/>
                  <a:pt x="3966990" y="2430686"/>
                </a:cubicBezTo>
                <a:cubicBezTo>
                  <a:pt x="3916715" y="2783551"/>
                  <a:pt x="3635676" y="3064328"/>
                  <a:pt x="3276825" y="3123727"/>
                </a:cubicBezTo>
                <a:lnTo>
                  <a:pt x="3276708" y="3124875"/>
                </a:lnTo>
                <a:cubicBezTo>
                  <a:pt x="3271398" y="3125886"/>
                  <a:pt x="3266069" y="3126834"/>
                  <a:pt x="3260492" y="3126415"/>
                </a:cubicBezTo>
                <a:cubicBezTo>
                  <a:pt x="3229320" y="3131969"/>
                  <a:pt x="3197440" y="3134950"/>
                  <a:pt x="3165065" y="3135477"/>
                </a:cubicBezTo>
                <a:lnTo>
                  <a:pt x="3147947" y="3137103"/>
                </a:lnTo>
                <a:lnTo>
                  <a:pt x="3147921" y="3136608"/>
                </a:lnTo>
                <a:lnTo>
                  <a:pt x="3147422" y="3136641"/>
                </a:lnTo>
                <a:cubicBezTo>
                  <a:pt x="3146856" y="3132839"/>
                  <a:pt x="3146829" y="3129023"/>
                  <a:pt x="3146829" y="3125201"/>
                </a:cubicBezTo>
                <a:cubicBezTo>
                  <a:pt x="3146829" y="3119519"/>
                  <a:pt x="3146887" y="3113850"/>
                  <a:pt x="3148199" y="3108220"/>
                </a:cubicBezTo>
                <a:cubicBezTo>
                  <a:pt x="3148157" y="3076892"/>
                  <a:pt x="3150607" y="3046007"/>
                  <a:pt x="3155663" y="3015763"/>
                </a:cubicBezTo>
                <a:lnTo>
                  <a:pt x="3156204" y="3009073"/>
                </a:lnTo>
                <a:cubicBezTo>
                  <a:pt x="3156372" y="3009068"/>
                  <a:pt x="3156542" y="3009063"/>
                  <a:pt x="3156709" y="3009010"/>
                </a:cubicBezTo>
                <a:cubicBezTo>
                  <a:pt x="3206986" y="2656144"/>
                  <a:pt x="3488025" y="2375367"/>
                  <a:pt x="3846875" y="2315969"/>
                </a:cubicBezTo>
                <a:lnTo>
                  <a:pt x="3846992" y="2314821"/>
                </a:lnTo>
                <a:cubicBezTo>
                  <a:pt x="3852301" y="2313811"/>
                  <a:pt x="3857629" y="2312863"/>
                  <a:pt x="3863205" y="2313282"/>
                </a:cubicBezTo>
                <a:cubicBezTo>
                  <a:pt x="3894388" y="2307725"/>
                  <a:pt x="3926281" y="2304744"/>
                  <a:pt x="3958666" y="2304217"/>
                </a:cubicBezTo>
                <a:close/>
                <a:moveTo>
                  <a:pt x="2306354" y="2302594"/>
                </a:moveTo>
                <a:lnTo>
                  <a:pt x="2323441" y="2304217"/>
                </a:lnTo>
                <a:cubicBezTo>
                  <a:pt x="2355827" y="2304744"/>
                  <a:pt x="2387719" y="2307725"/>
                  <a:pt x="2418903" y="2313282"/>
                </a:cubicBezTo>
                <a:cubicBezTo>
                  <a:pt x="2424479" y="2312863"/>
                  <a:pt x="2429807" y="2313811"/>
                  <a:pt x="2435115" y="2314821"/>
                </a:cubicBezTo>
                <a:lnTo>
                  <a:pt x="2435233" y="2315969"/>
                </a:lnTo>
                <a:cubicBezTo>
                  <a:pt x="2794083" y="2375367"/>
                  <a:pt x="3075122" y="2656144"/>
                  <a:pt x="3125398" y="3009010"/>
                </a:cubicBezTo>
                <a:cubicBezTo>
                  <a:pt x="3125566" y="3009063"/>
                  <a:pt x="3125735" y="3009068"/>
                  <a:pt x="3125904" y="3009073"/>
                </a:cubicBezTo>
                <a:lnTo>
                  <a:pt x="3126444" y="3015763"/>
                </a:lnTo>
                <a:cubicBezTo>
                  <a:pt x="3131501" y="3046007"/>
                  <a:pt x="3133950" y="3076892"/>
                  <a:pt x="3133908" y="3108220"/>
                </a:cubicBezTo>
                <a:cubicBezTo>
                  <a:pt x="3135220" y="3113850"/>
                  <a:pt x="3135279" y="3119519"/>
                  <a:pt x="3135279" y="3125201"/>
                </a:cubicBezTo>
                <a:cubicBezTo>
                  <a:pt x="3135279" y="3129023"/>
                  <a:pt x="3135252" y="3132839"/>
                  <a:pt x="3134686" y="3136641"/>
                </a:cubicBezTo>
                <a:lnTo>
                  <a:pt x="3134187" y="3136608"/>
                </a:lnTo>
                <a:lnTo>
                  <a:pt x="3134161" y="3137103"/>
                </a:lnTo>
                <a:lnTo>
                  <a:pt x="3117042" y="3135477"/>
                </a:lnTo>
                <a:cubicBezTo>
                  <a:pt x="3084668" y="3134950"/>
                  <a:pt x="3052788" y="3131969"/>
                  <a:pt x="3021616" y="3126415"/>
                </a:cubicBezTo>
                <a:cubicBezTo>
                  <a:pt x="3016039" y="3126834"/>
                  <a:pt x="3010710" y="3125886"/>
                  <a:pt x="3005399" y="3124875"/>
                </a:cubicBezTo>
                <a:lnTo>
                  <a:pt x="3005283" y="3123727"/>
                </a:lnTo>
                <a:cubicBezTo>
                  <a:pt x="2646432" y="3064328"/>
                  <a:pt x="2365393" y="2783551"/>
                  <a:pt x="2315117" y="2430686"/>
                </a:cubicBezTo>
                <a:cubicBezTo>
                  <a:pt x="2314950" y="2430633"/>
                  <a:pt x="2314781" y="2430628"/>
                  <a:pt x="2314612" y="2430623"/>
                </a:cubicBezTo>
                <a:lnTo>
                  <a:pt x="2314074" y="2423947"/>
                </a:lnTo>
                <a:cubicBezTo>
                  <a:pt x="2309015" y="2393697"/>
                  <a:pt x="2306564" y="2362806"/>
                  <a:pt x="2306606" y="2331471"/>
                </a:cubicBezTo>
                <a:cubicBezTo>
                  <a:pt x="2305294" y="2325843"/>
                  <a:pt x="2305236" y="2320176"/>
                  <a:pt x="2305236" y="2314495"/>
                </a:cubicBezTo>
                <a:lnTo>
                  <a:pt x="2305830" y="2303055"/>
                </a:lnTo>
                <a:lnTo>
                  <a:pt x="2306328" y="2303088"/>
                </a:lnTo>
                <a:close/>
                <a:moveTo>
                  <a:pt x="2283603" y="2302594"/>
                </a:moveTo>
                <a:lnTo>
                  <a:pt x="2283629" y="2303088"/>
                </a:lnTo>
                <a:lnTo>
                  <a:pt x="2284127" y="2303055"/>
                </a:lnTo>
                <a:lnTo>
                  <a:pt x="2284721" y="2314495"/>
                </a:lnTo>
                <a:cubicBezTo>
                  <a:pt x="2284721" y="2320176"/>
                  <a:pt x="2284662" y="2325843"/>
                  <a:pt x="2283350" y="2331471"/>
                </a:cubicBezTo>
                <a:cubicBezTo>
                  <a:pt x="2283392" y="2362806"/>
                  <a:pt x="2280942" y="2393697"/>
                  <a:pt x="2275883" y="2423947"/>
                </a:cubicBezTo>
                <a:lnTo>
                  <a:pt x="2275345" y="2430623"/>
                </a:lnTo>
                <a:cubicBezTo>
                  <a:pt x="2275175" y="2430628"/>
                  <a:pt x="2275007" y="2430633"/>
                  <a:pt x="2274839" y="2430686"/>
                </a:cubicBezTo>
                <a:cubicBezTo>
                  <a:pt x="2224564" y="2783551"/>
                  <a:pt x="1943525" y="3064328"/>
                  <a:pt x="1584673" y="3123727"/>
                </a:cubicBezTo>
                <a:lnTo>
                  <a:pt x="1584557" y="3124875"/>
                </a:lnTo>
                <a:cubicBezTo>
                  <a:pt x="1579247" y="3125886"/>
                  <a:pt x="1573918" y="3126834"/>
                  <a:pt x="1568341" y="3126415"/>
                </a:cubicBezTo>
                <a:cubicBezTo>
                  <a:pt x="1537169" y="3131969"/>
                  <a:pt x="1505289" y="3134950"/>
                  <a:pt x="1472914" y="3135477"/>
                </a:cubicBezTo>
                <a:lnTo>
                  <a:pt x="1455796" y="3137103"/>
                </a:lnTo>
                <a:lnTo>
                  <a:pt x="1455770" y="3136608"/>
                </a:lnTo>
                <a:lnTo>
                  <a:pt x="1455271" y="3136641"/>
                </a:lnTo>
                <a:cubicBezTo>
                  <a:pt x="1454705" y="3132839"/>
                  <a:pt x="1454678" y="3129023"/>
                  <a:pt x="1454678" y="3125201"/>
                </a:cubicBezTo>
                <a:cubicBezTo>
                  <a:pt x="1454678" y="3119519"/>
                  <a:pt x="1454736" y="3113850"/>
                  <a:pt x="1456048" y="3108220"/>
                </a:cubicBezTo>
                <a:cubicBezTo>
                  <a:pt x="1456006" y="3076892"/>
                  <a:pt x="1458456" y="3046007"/>
                  <a:pt x="1463513" y="3015763"/>
                </a:cubicBezTo>
                <a:lnTo>
                  <a:pt x="1464053" y="3009073"/>
                </a:lnTo>
                <a:cubicBezTo>
                  <a:pt x="1464221" y="3009068"/>
                  <a:pt x="1464391" y="3009063"/>
                  <a:pt x="1464558" y="3009010"/>
                </a:cubicBezTo>
                <a:cubicBezTo>
                  <a:pt x="1514835" y="2656144"/>
                  <a:pt x="1795874" y="2375367"/>
                  <a:pt x="2154724" y="2315969"/>
                </a:cubicBezTo>
                <a:lnTo>
                  <a:pt x="2154841" y="2314821"/>
                </a:lnTo>
                <a:cubicBezTo>
                  <a:pt x="2160150" y="2313811"/>
                  <a:pt x="2165478" y="2312863"/>
                  <a:pt x="2171054" y="2313282"/>
                </a:cubicBezTo>
                <a:cubicBezTo>
                  <a:pt x="2202237" y="2307725"/>
                  <a:pt x="2234130" y="2304744"/>
                  <a:pt x="2266515" y="2304217"/>
                </a:cubicBezTo>
                <a:close/>
                <a:moveTo>
                  <a:pt x="614203" y="2302594"/>
                </a:moveTo>
                <a:lnTo>
                  <a:pt x="631290" y="2304217"/>
                </a:lnTo>
                <a:cubicBezTo>
                  <a:pt x="663676" y="2304744"/>
                  <a:pt x="695568" y="2307725"/>
                  <a:pt x="726752" y="2313282"/>
                </a:cubicBezTo>
                <a:cubicBezTo>
                  <a:pt x="732328" y="2312863"/>
                  <a:pt x="737656" y="2313811"/>
                  <a:pt x="742964" y="2314821"/>
                </a:cubicBezTo>
                <a:lnTo>
                  <a:pt x="743081" y="2315969"/>
                </a:lnTo>
                <a:cubicBezTo>
                  <a:pt x="1101932" y="2375367"/>
                  <a:pt x="1382971" y="2656144"/>
                  <a:pt x="1433247" y="3009010"/>
                </a:cubicBezTo>
                <a:cubicBezTo>
                  <a:pt x="1433415" y="3009063"/>
                  <a:pt x="1433584" y="3009068"/>
                  <a:pt x="1433753" y="3009073"/>
                </a:cubicBezTo>
                <a:lnTo>
                  <a:pt x="1434293" y="3015763"/>
                </a:lnTo>
                <a:cubicBezTo>
                  <a:pt x="1439350" y="3046007"/>
                  <a:pt x="1441799" y="3076892"/>
                  <a:pt x="1441757" y="3108220"/>
                </a:cubicBezTo>
                <a:cubicBezTo>
                  <a:pt x="1443069" y="3113850"/>
                  <a:pt x="1443128" y="3119519"/>
                  <a:pt x="1443128" y="3125201"/>
                </a:cubicBezTo>
                <a:cubicBezTo>
                  <a:pt x="1443128" y="3129023"/>
                  <a:pt x="1443101" y="3132839"/>
                  <a:pt x="1442535" y="3136641"/>
                </a:cubicBezTo>
                <a:lnTo>
                  <a:pt x="1442036" y="3136608"/>
                </a:lnTo>
                <a:lnTo>
                  <a:pt x="1442010" y="3137103"/>
                </a:lnTo>
                <a:lnTo>
                  <a:pt x="1424891" y="3135477"/>
                </a:lnTo>
                <a:cubicBezTo>
                  <a:pt x="1392517" y="3134950"/>
                  <a:pt x="1360637" y="3131969"/>
                  <a:pt x="1329465" y="3126415"/>
                </a:cubicBezTo>
                <a:cubicBezTo>
                  <a:pt x="1323888" y="3126834"/>
                  <a:pt x="1318559" y="3125886"/>
                  <a:pt x="1313248" y="3124875"/>
                </a:cubicBezTo>
                <a:lnTo>
                  <a:pt x="1313132" y="3123727"/>
                </a:lnTo>
                <a:cubicBezTo>
                  <a:pt x="954281" y="3064328"/>
                  <a:pt x="673242" y="2783551"/>
                  <a:pt x="622966" y="2430686"/>
                </a:cubicBezTo>
                <a:cubicBezTo>
                  <a:pt x="622799" y="2430633"/>
                  <a:pt x="622630" y="2430628"/>
                  <a:pt x="622461" y="2430623"/>
                </a:cubicBezTo>
                <a:lnTo>
                  <a:pt x="621923" y="2423947"/>
                </a:lnTo>
                <a:cubicBezTo>
                  <a:pt x="616864" y="2393697"/>
                  <a:pt x="614413" y="2362806"/>
                  <a:pt x="614455" y="2331471"/>
                </a:cubicBezTo>
                <a:cubicBezTo>
                  <a:pt x="613143" y="2325843"/>
                  <a:pt x="613085" y="2320176"/>
                  <a:pt x="613085" y="2314495"/>
                </a:cubicBezTo>
                <a:lnTo>
                  <a:pt x="613679" y="2303055"/>
                </a:lnTo>
                <a:lnTo>
                  <a:pt x="614177" y="2303088"/>
                </a:lnTo>
                <a:close/>
                <a:moveTo>
                  <a:pt x="591452" y="2302594"/>
                </a:moveTo>
                <a:lnTo>
                  <a:pt x="591478" y="2303088"/>
                </a:lnTo>
                <a:lnTo>
                  <a:pt x="591976" y="2303055"/>
                </a:lnTo>
                <a:lnTo>
                  <a:pt x="592570" y="2314495"/>
                </a:lnTo>
                <a:cubicBezTo>
                  <a:pt x="592570" y="2320176"/>
                  <a:pt x="592511" y="2325843"/>
                  <a:pt x="591199" y="2331471"/>
                </a:cubicBezTo>
                <a:cubicBezTo>
                  <a:pt x="591242" y="2362806"/>
                  <a:pt x="588791" y="2393697"/>
                  <a:pt x="583732" y="2423947"/>
                </a:cubicBezTo>
                <a:lnTo>
                  <a:pt x="583194" y="2430623"/>
                </a:lnTo>
                <a:cubicBezTo>
                  <a:pt x="583024" y="2430628"/>
                  <a:pt x="582856" y="2430633"/>
                  <a:pt x="582689" y="2430686"/>
                </a:cubicBezTo>
                <a:cubicBezTo>
                  <a:pt x="537576" y="2747315"/>
                  <a:pt x="306662" y="3005901"/>
                  <a:pt x="0" y="3097101"/>
                </a:cubicBezTo>
                <a:lnTo>
                  <a:pt x="0" y="2964763"/>
                </a:lnTo>
                <a:cubicBezTo>
                  <a:pt x="229298" y="2881926"/>
                  <a:pt x="402181" y="2686530"/>
                  <a:pt x="449203" y="2447425"/>
                </a:cubicBezTo>
                <a:cubicBezTo>
                  <a:pt x="258971" y="2488309"/>
                  <a:pt x="97576" y="2603574"/>
                  <a:pt x="0" y="2761314"/>
                </a:cubicBezTo>
                <a:lnTo>
                  <a:pt x="0" y="2554520"/>
                </a:lnTo>
                <a:cubicBezTo>
                  <a:pt x="121484" y="2431613"/>
                  <a:pt x="282199" y="2345825"/>
                  <a:pt x="462573" y="2315969"/>
                </a:cubicBezTo>
                <a:lnTo>
                  <a:pt x="462690" y="2314821"/>
                </a:lnTo>
                <a:cubicBezTo>
                  <a:pt x="467999" y="2313811"/>
                  <a:pt x="473327" y="2312863"/>
                  <a:pt x="478903" y="2313282"/>
                </a:cubicBezTo>
                <a:cubicBezTo>
                  <a:pt x="510086" y="2307725"/>
                  <a:pt x="541979" y="2304744"/>
                  <a:pt x="574365" y="2304217"/>
                </a:cubicBezTo>
                <a:close/>
                <a:moveTo>
                  <a:pt x="11452667" y="1608087"/>
                </a:moveTo>
                <a:cubicBezTo>
                  <a:pt x="11177477" y="1666766"/>
                  <a:pt x="10962633" y="1879876"/>
                  <a:pt x="10909358" y="2148655"/>
                </a:cubicBezTo>
                <a:cubicBezTo>
                  <a:pt x="11184548" y="2089976"/>
                  <a:pt x="11399391" y="1876866"/>
                  <a:pt x="11452667" y="1608087"/>
                </a:cubicBezTo>
                <a:close/>
                <a:moveTo>
                  <a:pt x="10058800" y="1608087"/>
                </a:moveTo>
                <a:cubicBezTo>
                  <a:pt x="10112076" y="1876866"/>
                  <a:pt x="10326919" y="2089976"/>
                  <a:pt x="10602109" y="2148655"/>
                </a:cubicBezTo>
                <a:cubicBezTo>
                  <a:pt x="10548834" y="1879876"/>
                  <a:pt x="10333990" y="1666766"/>
                  <a:pt x="10058800" y="1608087"/>
                </a:cubicBezTo>
                <a:close/>
                <a:moveTo>
                  <a:pt x="9760514" y="1608087"/>
                </a:moveTo>
                <a:cubicBezTo>
                  <a:pt x="9485324" y="1666766"/>
                  <a:pt x="9270480" y="1879876"/>
                  <a:pt x="9217205" y="2148655"/>
                </a:cubicBezTo>
                <a:cubicBezTo>
                  <a:pt x="9492395" y="2089976"/>
                  <a:pt x="9707238" y="1876866"/>
                  <a:pt x="9760514" y="1608087"/>
                </a:cubicBezTo>
                <a:close/>
                <a:moveTo>
                  <a:pt x="8366649" y="1608087"/>
                </a:moveTo>
                <a:cubicBezTo>
                  <a:pt x="8419925" y="1876866"/>
                  <a:pt x="8634768" y="2089976"/>
                  <a:pt x="8909958" y="2148655"/>
                </a:cubicBezTo>
                <a:cubicBezTo>
                  <a:pt x="8856683" y="1879876"/>
                  <a:pt x="8641839" y="1666766"/>
                  <a:pt x="8366649" y="1608087"/>
                </a:cubicBezTo>
                <a:close/>
                <a:moveTo>
                  <a:pt x="8068363" y="1608087"/>
                </a:moveTo>
                <a:cubicBezTo>
                  <a:pt x="7793173" y="1666766"/>
                  <a:pt x="7578329" y="1879876"/>
                  <a:pt x="7525054" y="2148655"/>
                </a:cubicBezTo>
                <a:cubicBezTo>
                  <a:pt x="7800244" y="2089976"/>
                  <a:pt x="8015087" y="1876866"/>
                  <a:pt x="8068363" y="1608087"/>
                </a:cubicBezTo>
                <a:close/>
                <a:moveTo>
                  <a:pt x="6674498" y="1608087"/>
                </a:moveTo>
                <a:cubicBezTo>
                  <a:pt x="6727774" y="1876866"/>
                  <a:pt x="6942617" y="2089976"/>
                  <a:pt x="7217807" y="2148655"/>
                </a:cubicBezTo>
                <a:cubicBezTo>
                  <a:pt x="7164532" y="1879876"/>
                  <a:pt x="6949688" y="1666766"/>
                  <a:pt x="6674498" y="1608087"/>
                </a:cubicBezTo>
                <a:close/>
                <a:moveTo>
                  <a:pt x="6376212" y="1608087"/>
                </a:moveTo>
                <a:cubicBezTo>
                  <a:pt x="6101022" y="1666766"/>
                  <a:pt x="5886178" y="1879876"/>
                  <a:pt x="5832903" y="2148655"/>
                </a:cubicBezTo>
                <a:cubicBezTo>
                  <a:pt x="6108093" y="2089976"/>
                  <a:pt x="6322936" y="1876866"/>
                  <a:pt x="6376212" y="1608087"/>
                </a:cubicBezTo>
                <a:close/>
                <a:moveTo>
                  <a:pt x="4982347" y="1608087"/>
                </a:moveTo>
                <a:cubicBezTo>
                  <a:pt x="5035623" y="1876866"/>
                  <a:pt x="5250466" y="2089976"/>
                  <a:pt x="5525656" y="2148655"/>
                </a:cubicBezTo>
                <a:cubicBezTo>
                  <a:pt x="5472381" y="1879876"/>
                  <a:pt x="5257537" y="1666766"/>
                  <a:pt x="4982347" y="1608087"/>
                </a:cubicBezTo>
                <a:close/>
                <a:moveTo>
                  <a:pt x="4684061" y="1608087"/>
                </a:moveTo>
                <a:cubicBezTo>
                  <a:pt x="4408871" y="1666766"/>
                  <a:pt x="4194027" y="1879876"/>
                  <a:pt x="4140752" y="2148655"/>
                </a:cubicBezTo>
                <a:cubicBezTo>
                  <a:pt x="4415942" y="2089976"/>
                  <a:pt x="4630785" y="1876866"/>
                  <a:pt x="4684061" y="1608087"/>
                </a:cubicBezTo>
                <a:close/>
                <a:moveTo>
                  <a:pt x="3290196" y="1608087"/>
                </a:moveTo>
                <a:cubicBezTo>
                  <a:pt x="3343472" y="1876866"/>
                  <a:pt x="3558315" y="2089976"/>
                  <a:pt x="3833505" y="2148655"/>
                </a:cubicBezTo>
                <a:cubicBezTo>
                  <a:pt x="3780230" y="1879876"/>
                  <a:pt x="3565386" y="1666766"/>
                  <a:pt x="3290196" y="1608087"/>
                </a:cubicBezTo>
                <a:close/>
                <a:moveTo>
                  <a:pt x="2991910" y="1608087"/>
                </a:moveTo>
                <a:cubicBezTo>
                  <a:pt x="2716720" y="1666766"/>
                  <a:pt x="2501876" y="1879876"/>
                  <a:pt x="2448601" y="2148655"/>
                </a:cubicBezTo>
                <a:cubicBezTo>
                  <a:pt x="2723791" y="2089976"/>
                  <a:pt x="2938634" y="1876866"/>
                  <a:pt x="2991910" y="1608087"/>
                </a:cubicBezTo>
                <a:close/>
                <a:moveTo>
                  <a:pt x="1598045" y="1608087"/>
                </a:moveTo>
                <a:cubicBezTo>
                  <a:pt x="1651321" y="1876866"/>
                  <a:pt x="1866164" y="2089976"/>
                  <a:pt x="2141354" y="2148655"/>
                </a:cubicBezTo>
                <a:cubicBezTo>
                  <a:pt x="2088079" y="1879876"/>
                  <a:pt x="1873235" y="1666766"/>
                  <a:pt x="1598045" y="1608087"/>
                </a:cubicBezTo>
                <a:close/>
                <a:moveTo>
                  <a:pt x="1299759" y="1608087"/>
                </a:moveTo>
                <a:cubicBezTo>
                  <a:pt x="1024569" y="1666766"/>
                  <a:pt x="809725" y="1879876"/>
                  <a:pt x="756450" y="2148655"/>
                </a:cubicBezTo>
                <a:cubicBezTo>
                  <a:pt x="1031640" y="2089976"/>
                  <a:pt x="1246483" y="1876866"/>
                  <a:pt x="1299759" y="1608087"/>
                </a:cubicBezTo>
                <a:close/>
                <a:moveTo>
                  <a:pt x="0" y="1504081"/>
                </a:moveTo>
                <a:cubicBezTo>
                  <a:pt x="306658" y="1594561"/>
                  <a:pt x="537576" y="1851117"/>
                  <a:pt x="582690" y="2165262"/>
                </a:cubicBezTo>
                <a:cubicBezTo>
                  <a:pt x="582857" y="2165315"/>
                  <a:pt x="583026" y="2165320"/>
                  <a:pt x="583195" y="2165325"/>
                </a:cubicBezTo>
                <a:lnTo>
                  <a:pt x="583735" y="2171962"/>
                </a:lnTo>
                <a:cubicBezTo>
                  <a:pt x="588792" y="2201969"/>
                  <a:pt x="591242" y="2232611"/>
                  <a:pt x="591199" y="2263693"/>
                </a:cubicBezTo>
                <a:cubicBezTo>
                  <a:pt x="592511" y="2269279"/>
                  <a:pt x="592570" y="2274903"/>
                  <a:pt x="592570" y="2280541"/>
                </a:cubicBezTo>
                <a:cubicBezTo>
                  <a:pt x="592570" y="2284333"/>
                  <a:pt x="592543" y="2288119"/>
                  <a:pt x="591977" y="2291891"/>
                </a:cubicBezTo>
                <a:lnTo>
                  <a:pt x="591478" y="2291858"/>
                </a:lnTo>
                <a:lnTo>
                  <a:pt x="591452" y="2292349"/>
                </a:lnTo>
                <a:lnTo>
                  <a:pt x="574334" y="2290736"/>
                </a:lnTo>
                <a:cubicBezTo>
                  <a:pt x="541959" y="2290213"/>
                  <a:pt x="510079" y="2287255"/>
                  <a:pt x="478907" y="2281745"/>
                </a:cubicBezTo>
                <a:cubicBezTo>
                  <a:pt x="473330" y="2282161"/>
                  <a:pt x="468001" y="2281220"/>
                  <a:pt x="462690" y="2280217"/>
                </a:cubicBezTo>
                <a:lnTo>
                  <a:pt x="462574" y="2279078"/>
                </a:lnTo>
                <a:cubicBezTo>
                  <a:pt x="282200" y="2249456"/>
                  <a:pt x="121485" y="2164343"/>
                  <a:pt x="0" y="2042401"/>
                </a:cubicBezTo>
                <a:lnTo>
                  <a:pt x="0" y="1837231"/>
                </a:lnTo>
                <a:cubicBezTo>
                  <a:pt x="97584" y="1993737"/>
                  <a:pt x="258975" y="2108093"/>
                  <a:pt x="449203" y="2148655"/>
                </a:cubicBezTo>
                <a:cubicBezTo>
                  <a:pt x="402182" y="1911427"/>
                  <a:pt x="229297" y="1717565"/>
                  <a:pt x="0" y="1635380"/>
                </a:cubicBezTo>
                <a:close/>
                <a:moveTo>
                  <a:pt x="11608704" y="1464394"/>
                </a:moveTo>
                <a:lnTo>
                  <a:pt x="11625791" y="1466004"/>
                </a:lnTo>
                <a:cubicBezTo>
                  <a:pt x="11658177" y="1466527"/>
                  <a:pt x="11690070" y="1469485"/>
                  <a:pt x="11721253" y="1474998"/>
                </a:cubicBezTo>
                <a:cubicBezTo>
                  <a:pt x="11726829" y="1474582"/>
                  <a:pt x="11732157" y="1475523"/>
                  <a:pt x="11737466" y="1476525"/>
                </a:cubicBezTo>
                <a:lnTo>
                  <a:pt x="11737583" y="1477664"/>
                </a:lnTo>
                <a:cubicBezTo>
                  <a:pt x="11914088" y="1506650"/>
                  <a:pt x="12071767" y="1588774"/>
                  <a:pt x="12192000" y="1706842"/>
                </a:cubicBezTo>
                <a:lnTo>
                  <a:pt x="12192000" y="1906833"/>
                </a:lnTo>
                <a:cubicBezTo>
                  <a:pt x="12093732" y="1756811"/>
                  <a:pt x="11935983" y="1647542"/>
                  <a:pt x="11750953" y="1608088"/>
                </a:cubicBezTo>
                <a:cubicBezTo>
                  <a:pt x="11797422" y="1842524"/>
                  <a:pt x="11966808" y="2034608"/>
                  <a:pt x="12192000" y="2118654"/>
                </a:cubicBezTo>
                <a:lnTo>
                  <a:pt x="12192000" y="2250657"/>
                </a:lnTo>
                <a:cubicBezTo>
                  <a:pt x="11889465" y="2157681"/>
                  <a:pt x="11662185" y="1902872"/>
                  <a:pt x="11617468" y="1591480"/>
                </a:cubicBezTo>
                <a:cubicBezTo>
                  <a:pt x="11617300" y="1591427"/>
                  <a:pt x="11617132" y="1591423"/>
                  <a:pt x="11616962" y="1591418"/>
                </a:cubicBezTo>
                <a:lnTo>
                  <a:pt x="11616424" y="1584794"/>
                </a:lnTo>
                <a:cubicBezTo>
                  <a:pt x="11611365" y="1554782"/>
                  <a:pt x="11608914" y="1524133"/>
                  <a:pt x="11608957" y="1493044"/>
                </a:cubicBezTo>
                <a:cubicBezTo>
                  <a:pt x="11607645" y="1487460"/>
                  <a:pt x="11607586" y="1481838"/>
                  <a:pt x="11607586" y="1476202"/>
                </a:cubicBezTo>
                <a:lnTo>
                  <a:pt x="11608180" y="1464851"/>
                </a:lnTo>
                <a:lnTo>
                  <a:pt x="11608678" y="1464884"/>
                </a:lnTo>
                <a:close/>
                <a:moveTo>
                  <a:pt x="11594916" y="1464394"/>
                </a:moveTo>
                <a:lnTo>
                  <a:pt x="11594942" y="1464884"/>
                </a:lnTo>
                <a:lnTo>
                  <a:pt x="11595440" y="1464852"/>
                </a:lnTo>
                <a:lnTo>
                  <a:pt x="11596034" y="1476202"/>
                </a:lnTo>
                <a:cubicBezTo>
                  <a:pt x="11596034" y="1481838"/>
                  <a:pt x="11595975" y="1487460"/>
                  <a:pt x="11594663" y="1493044"/>
                </a:cubicBezTo>
                <a:cubicBezTo>
                  <a:pt x="11594706" y="1524133"/>
                  <a:pt x="11592255" y="1554782"/>
                  <a:pt x="11587196" y="1584794"/>
                </a:cubicBezTo>
                <a:lnTo>
                  <a:pt x="11586658" y="1591418"/>
                </a:lnTo>
                <a:cubicBezTo>
                  <a:pt x="11586488" y="1591423"/>
                  <a:pt x="11586320" y="1591427"/>
                  <a:pt x="11586152" y="1591480"/>
                </a:cubicBezTo>
                <a:cubicBezTo>
                  <a:pt x="11535877" y="1941574"/>
                  <a:pt x="11254838" y="2220146"/>
                  <a:pt x="10895987" y="2279078"/>
                </a:cubicBezTo>
                <a:lnTo>
                  <a:pt x="10895871" y="2280217"/>
                </a:lnTo>
                <a:cubicBezTo>
                  <a:pt x="10890560" y="2281220"/>
                  <a:pt x="10885231" y="2282161"/>
                  <a:pt x="10879654" y="2281745"/>
                </a:cubicBezTo>
                <a:cubicBezTo>
                  <a:pt x="10848482" y="2287255"/>
                  <a:pt x="10816602" y="2290213"/>
                  <a:pt x="10784227" y="2290736"/>
                </a:cubicBezTo>
                <a:lnTo>
                  <a:pt x="10767109" y="2292349"/>
                </a:lnTo>
                <a:lnTo>
                  <a:pt x="10767083" y="2291858"/>
                </a:lnTo>
                <a:lnTo>
                  <a:pt x="10766584" y="2291891"/>
                </a:lnTo>
                <a:cubicBezTo>
                  <a:pt x="10766018" y="2288119"/>
                  <a:pt x="10765991" y="2284333"/>
                  <a:pt x="10765991" y="2280541"/>
                </a:cubicBezTo>
                <a:cubicBezTo>
                  <a:pt x="10765991" y="2274903"/>
                  <a:pt x="10766050" y="2269279"/>
                  <a:pt x="10767362" y="2263693"/>
                </a:cubicBezTo>
                <a:cubicBezTo>
                  <a:pt x="10767319" y="2232611"/>
                  <a:pt x="10769769" y="2201969"/>
                  <a:pt x="10774826" y="2171962"/>
                </a:cubicBezTo>
                <a:lnTo>
                  <a:pt x="10775366" y="2165325"/>
                </a:lnTo>
                <a:cubicBezTo>
                  <a:pt x="10775535" y="2165320"/>
                  <a:pt x="10775704" y="2165315"/>
                  <a:pt x="10775872" y="2165262"/>
                </a:cubicBezTo>
                <a:cubicBezTo>
                  <a:pt x="10826148" y="1815167"/>
                  <a:pt x="11107187" y="1536596"/>
                  <a:pt x="11466037" y="1477664"/>
                </a:cubicBezTo>
                <a:lnTo>
                  <a:pt x="11466154" y="1476525"/>
                </a:lnTo>
                <a:cubicBezTo>
                  <a:pt x="11471463" y="1475523"/>
                  <a:pt x="11476791" y="1474582"/>
                  <a:pt x="11482367" y="1474998"/>
                </a:cubicBezTo>
                <a:cubicBezTo>
                  <a:pt x="11513550" y="1469485"/>
                  <a:pt x="11545443" y="1466527"/>
                  <a:pt x="11577829" y="1466004"/>
                </a:cubicBezTo>
                <a:close/>
                <a:moveTo>
                  <a:pt x="9916551" y="1464394"/>
                </a:moveTo>
                <a:lnTo>
                  <a:pt x="9933638" y="1466004"/>
                </a:lnTo>
                <a:cubicBezTo>
                  <a:pt x="9966024" y="1466527"/>
                  <a:pt x="9997917" y="1469485"/>
                  <a:pt x="10029100" y="1474998"/>
                </a:cubicBezTo>
                <a:cubicBezTo>
                  <a:pt x="10034676" y="1474582"/>
                  <a:pt x="10040004" y="1475523"/>
                  <a:pt x="10045313" y="1476525"/>
                </a:cubicBezTo>
                <a:lnTo>
                  <a:pt x="10045430" y="1477664"/>
                </a:lnTo>
                <a:cubicBezTo>
                  <a:pt x="10404280" y="1536596"/>
                  <a:pt x="10685319" y="1815167"/>
                  <a:pt x="10735596" y="2165262"/>
                </a:cubicBezTo>
                <a:cubicBezTo>
                  <a:pt x="10735763" y="2165315"/>
                  <a:pt x="10735932" y="2165320"/>
                  <a:pt x="10736101" y="2165325"/>
                </a:cubicBezTo>
                <a:lnTo>
                  <a:pt x="10736641" y="2171962"/>
                </a:lnTo>
                <a:cubicBezTo>
                  <a:pt x="10741698" y="2201969"/>
                  <a:pt x="10744148" y="2232611"/>
                  <a:pt x="10744105" y="2263693"/>
                </a:cubicBezTo>
                <a:cubicBezTo>
                  <a:pt x="10745417" y="2269279"/>
                  <a:pt x="10745476" y="2274903"/>
                  <a:pt x="10745476" y="2280541"/>
                </a:cubicBezTo>
                <a:cubicBezTo>
                  <a:pt x="10745476" y="2284333"/>
                  <a:pt x="10745449" y="2288119"/>
                  <a:pt x="10744883" y="2291891"/>
                </a:cubicBezTo>
                <a:lnTo>
                  <a:pt x="10744384" y="2291858"/>
                </a:lnTo>
                <a:lnTo>
                  <a:pt x="10744358" y="2292349"/>
                </a:lnTo>
                <a:lnTo>
                  <a:pt x="10727240" y="2290736"/>
                </a:lnTo>
                <a:cubicBezTo>
                  <a:pt x="10694865" y="2290213"/>
                  <a:pt x="10662985" y="2287255"/>
                  <a:pt x="10631813" y="2281745"/>
                </a:cubicBezTo>
                <a:cubicBezTo>
                  <a:pt x="10626236" y="2282161"/>
                  <a:pt x="10620907" y="2281220"/>
                  <a:pt x="10615596" y="2280217"/>
                </a:cubicBezTo>
                <a:lnTo>
                  <a:pt x="10615480" y="2279078"/>
                </a:lnTo>
                <a:cubicBezTo>
                  <a:pt x="10256629" y="2220146"/>
                  <a:pt x="9975590" y="1941574"/>
                  <a:pt x="9925315" y="1591480"/>
                </a:cubicBezTo>
                <a:cubicBezTo>
                  <a:pt x="9925147" y="1591427"/>
                  <a:pt x="9924979" y="1591423"/>
                  <a:pt x="9924809" y="1591418"/>
                </a:cubicBezTo>
                <a:lnTo>
                  <a:pt x="9924271" y="1584794"/>
                </a:lnTo>
                <a:cubicBezTo>
                  <a:pt x="9919212" y="1554782"/>
                  <a:pt x="9916761" y="1524133"/>
                  <a:pt x="9916804" y="1493044"/>
                </a:cubicBezTo>
                <a:cubicBezTo>
                  <a:pt x="9915492" y="1487460"/>
                  <a:pt x="9915433" y="1481838"/>
                  <a:pt x="9915433" y="1476202"/>
                </a:cubicBezTo>
                <a:lnTo>
                  <a:pt x="9916027" y="1464852"/>
                </a:lnTo>
                <a:lnTo>
                  <a:pt x="9916525" y="1464884"/>
                </a:lnTo>
                <a:close/>
                <a:moveTo>
                  <a:pt x="9902763" y="1464394"/>
                </a:moveTo>
                <a:lnTo>
                  <a:pt x="9902789" y="1464884"/>
                </a:lnTo>
                <a:lnTo>
                  <a:pt x="9903287" y="1464852"/>
                </a:lnTo>
                <a:lnTo>
                  <a:pt x="9903881" y="1476202"/>
                </a:lnTo>
                <a:cubicBezTo>
                  <a:pt x="9903881" y="1481838"/>
                  <a:pt x="9903822" y="1487460"/>
                  <a:pt x="9902510" y="1493044"/>
                </a:cubicBezTo>
                <a:cubicBezTo>
                  <a:pt x="9902553" y="1524133"/>
                  <a:pt x="9900102" y="1554782"/>
                  <a:pt x="9895043" y="1584794"/>
                </a:cubicBezTo>
                <a:lnTo>
                  <a:pt x="9894505" y="1591418"/>
                </a:lnTo>
                <a:cubicBezTo>
                  <a:pt x="9894335" y="1591423"/>
                  <a:pt x="9894167" y="1591427"/>
                  <a:pt x="9893999" y="1591480"/>
                </a:cubicBezTo>
                <a:cubicBezTo>
                  <a:pt x="9843724" y="1941574"/>
                  <a:pt x="9562685" y="2220146"/>
                  <a:pt x="9203834" y="2279078"/>
                </a:cubicBezTo>
                <a:lnTo>
                  <a:pt x="9203718" y="2280217"/>
                </a:lnTo>
                <a:cubicBezTo>
                  <a:pt x="9198407" y="2281220"/>
                  <a:pt x="9193078" y="2282161"/>
                  <a:pt x="9187501" y="2281745"/>
                </a:cubicBezTo>
                <a:cubicBezTo>
                  <a:pt x="9156329" y="2287255"/>
                  <a:pt x="9124449" y="2290213"/>
                  <a:pt x="9092074" y="2290736"/>
                </a:cubicBezTo>
                <a:lnTo>
                  <a:pt x="9074956" y="2292349"/>
                </a:lnTo>
                <a:lnTo>
                  <a:pt x="9074930" y="2291858"/>
                </a:lnTo>
                <a:lnTo>
                  <a:pt x="9074431" y="2291891"/>
                </a:lnTo>
                <a:cubicBezTo>
                  <a:pt x="9073865" y="2288119"/>
                  <a:pt x="9073838" y="2284333"/>
                  <a:pt x="9073838" y="2280541"/>
                </a:cubicBezTo>
                <a:cubicBezTo>
                  <a:pt x="9073838" y="2274903"/>
                  <a:pt x="9073897" y="2269279"/>
                  <a:pt x="9075209" y="2263693"/>
                </a:cubicBezTo>
                <a:cubicBezTo>
                  <a:pt x="9075166" y="2232611"/>
                  <a:pt x="9077616" y="2201969"/>
                  <a:pt x="9082673" y="2171962"/>
                </a:cubicBezTo>
                <a:lnTo>
                  <a:pt x="9083213" y="2165325"/>
                </a:lnTo>
                <a:cubicBezTo>
                  <a:pt x="9083382" y="2165320"/>
                  <a:pt x="9083551" y="2165315"/>
                  <a:pt x="9083718" y="2165262"/>
                </a:cubicBezTo>
                <a:cubicBezTo>
                  <a:pt x="9133995" y="1815167"/>
                  <a:pt x="9415034" y="1536596"/>
                  <a:pt x="9773884" y="1477664"/>
                </a:cubicBezTo>
                <a:lnTo>
                  <a:pt x="9774001" y="1476525"/>
                </a:lnTo>
                <a:cubicBezTo>
                  <a:pt x="9779310" y="1475523"/>
                  <a:pt x="9784638" y="1474582"/>
                  <a:pt x="9790214" y="1474998"/>
                </a:cubicBezTo>
                <a:cubicBezTo>
                  <a:pt x="9821397" y="1469485"/>
                  <a:pt x="9853290" y="1466527"/>
                  <a:pt x="9885676" y="1466004"/>
                </a:cubicBezTo>
                <a:close/>
                <a:moveTo>
                  <a:pt x="8224400" y="1464394"/>
                </a:moveTo>
                <a:lnTo>
                  <a:pt x="8241488" y="1466004"/>
                </a:lnTo>
                <a:cubicBezTo>
                  <a:pt x="8273873" y="1466527"/>
                  <a:pt x="8305766" y="1469485"/>
                  <a:pt x="8336949" y="1474998"/>
                </a:cubicBezTo>
                <a:cubicBezTo>
                  <a:pt x="8342525" y="1474582"/>
                  <a:pt x="8347853" y="1475523"/>
                  <a:pt x="8353162" y="1476525"/>
                </a:cubicBezTo>
                <a:lnTo>
                  <a:pt x="8353279" y="1477664"/>
                </a:lnTo>
                <a:cubicBezTo>
                  <a:pt x="8712129" y="1536596"/>
                  <a:pt x="8993168" y="1815167"/>
                  <a:pt x="9043444" y="2165262"/>
                </a:cubicBezTo>
                <a:cubicBezTo>
                  <a:pt x="9043612" y="2165315"/>
                  <a:pt x="9043781" y="2165320"/>
                  <a:pt x="9043950" y="2165325"/>
                </a:cubicBezTo>
                <a:lnTo>
                  <a:pt x="9044490" y="2171962"/>
                </a:lnTo>
                <a:cubicBezTo>
                  <a:pt x="9049547" y="2201969"/>
                  <a:pt x="9051997" y="2232611"/>
                  <a:pt x="9051954" y="2263693"/>
                </a:cubicBezTo>
                <a:cubicBezTo>
                  <a:pt x="9053266" y="2269279"/>
                  <a:pt x="9053325" y="2274903"/>
                  <a:pt x="9053325" y="2280541"/>
                </a:cubicBezTo>
                <a:cubicBezTo>
                  <a:pt x="9053325" y="2284333"/>
                  <a:pt x="9053298" y="2288119"/>
                  <a:pt x="9052732" y="2291891"/>
                </a:cubicBezTo>
                <a:lnTo>
                  <a:pt x="9052233" y="2291858"/>
                </a:lnTo>
                <a:lnTo>
                  <a:pt x="9052207" y="2292349"/>
                </a:lnTo>
                <a:lnTo>
                  <a:pt x="9035089" y="2290736"/>
                </a:lnTo>
                <a:cubicBezTo>
                  <a:pt x="9002714" y="2290213"/>
                  <a:pt x="8970834" y="2287255"/>
                  <a:pt x="8939662" y="2281745"/>
                </a:cubicBezTo>
                <a:cubicBezTo>
                  <a:pt x="8934085" y="2282161"/>
                  <a:pt x="8928756" y="2281220"/>
                  <a:pt x="8923445" y="2280217"/>
                </a:cubicBezTo>
                <a:lnTo>
                  <a:pt x="8923329" y="2279078"/>
                </a:lnTo>
                <a:cubicBezTo>
                  <a:pt x="8564478" y="2220146"/>
                  <a:pt x="8283439" y="1941574"/>
                  <a:pt x="8233164" y="1591480"/>
                </a:cubicBezTo>
                <a:cubicBezTo>
                  <a:pt x="8232996" y="1591427"/>
                  <a:pt x="8232828" y="1591423"/>
                  <a:pt x="8232658" y="1591418"/>
                </a:cubicBezTo>
                <a:lnTo>
                  <a:pt x="8232120" y="1584794"/>
                </a:lnTo>
                <a:cubicBezTo>
                  <a:pt x="8227061" y="1554782"/>
                  <a:pt x="8224611" y="1524133"/>
                  <a:pt x="8224653" y="1493044"/>
                </a:cubicBezTo>
                <a:cubicBezTo>
                  <a:pt x="8223341" y="1487460"/>
                  <a:pt x="8223282" y="1481838"/>
                  <a:pt x="8223282" y="1476202"/>
                </a:cubicBezTo>
                <a:lnTo>
                  <a:pt x="8223876" y="1464852"/>
                </a:lnTo>
                <a:lnTo>
                  <a:pt x="8224374" y="1464884"/>
                </a:lnTo>
                <a:close/>
                <a:moveTo>
                  <a:pt x="8210612" y="1464394"/>
                </a:moveTo>
                <a:lnTo>
                  <a:pt x="8210638" y="1464884"/>
                </a:lnTo>
                <a:lnTo>
                  <a:pt x="8211136" y="1464852"/>
                </a:lnTo>
                <a:lnTo>
                  <a:pt x="8211730" y="1476202"/>
                </a:lnTo>
                <a:cubicBezTo>
                  <a:pt x="8211730" y="1481838"/>
                  <a:pt x="8211672" y="1487460"/>
                  <a:pt x="8210360" y="1493044"/>
                </a:cubicBezTo>
                <a:cubicBezTo>
                  <a:pt x="8210402" y="1524133"/>
                  <a:pt x="8207951" y="1554782"/>
                  <a:pt x="8202893" y="1584794"/>
                </a:cubicBezTo>
                <a:lnTo>
                  <a:pt x="8202354" y="1591418"/>
                </a:lnTo>
                <a:cubicBezTo>
                  <a:pt x="8202185" y="1591423"/>
                  <a:pt x="8202016" y="1591427"/>
                  <a:pt x="8201849" y="1591480"/>
                </a:cubicBezTo>
                <a:cubicBezTo>
                  <a:pt x="8151573" y="1941574"/>
                  <a:pt x="7870534" y="2220146"/>
                  <a:pt x="7511683" y="2279078"/>
                </a:cubicBezTo>
                <a:lnTo>
                  <a:pt x="7511567" y="2280217"/>
                </a:lnTo>
                <a:cubicBezTo>
                  <a:pt x="7506256" y="2281220"/>
                  <a:pt x="7500927" y="2282161"/>
                  <a:pt x="7495350" y="2281745"/>
                </a:cubicBezTo>
                <a:cubicBezTo>
                  <a:pt x="7464178" y="2287255"/>
                  <a:pt x="7432298" y="2290213"/>
                  <a:pt x="7399924" y="2290736"/>
                </a:cubicBezTo>
                <a:lnTo>
                  <a:pt x="7382805" y="2292349"/>
                </a:lnTo>
                <a:lnTo>
                  <a:pt x="7382779" y="2291858"/>
                </a:lnTo>
                <a:lnTo>
                  <a:pt x="7382280" y="2291891"/>
                </a:lnTo>
                <a:cubicBezTo>
                  <a:pt x="7381714" y="2288119"/>
                  <a:pt x="7381687" y="2284333"/>
                  <a:pt x="7381687" y="2280541"/>
                </a:cubicBezTo>
                <a:cubicBezTo>
                  <a:pt x="7381687" y="2274903"/>
                  <a:pt x="7381746" y="2269279"/>
                  <a:pt x="7383058" y="2263693"/>
                </a:cubicBezTo>
                <a:cubicBezTo>
                  <a:pt x="7383016" y="2232611"/>
                  <a:pt x="7385465" y="2201969"/>
                  <a:pt x="7390522" y="2171962"/>
                </a:cubicBezTo>
                <a:lnTo>
                  <a:pt x="7391062" y="2165325"/>
                </a:lnTo>
                <a:cubicBezTo>
                  <a:pt x="7391231" y="2165320"/>
                  <a:pt x="7391400" y="2165315"/>
                  <a:pt x="7391568" y="2165262"/>
                </a:cubicBezTo>
                <a:cubicBezTo>
                  <a:pt x="7441844" y="1815167"/>
                  <a:pt x="7722883" y="1536596"/>
                  <a:pt x="8081734" y="1477664"/>
                </a:cubicBezTo>
                <a:lnTo>
                  <a:pt x="8081851" y="1476525"/>
                </a:lnTo>
                <a:cubicBezTo>
                  <a:pt x="8087159" y="1475523"/>
                  <a:pt x="8092487" y="1474582"/>
                  <a:pt x="8098063" y="1474998"/>
                </a:cubicBezTo>
                <a:cubicBezTo>
                  <a:pt x="8129247" y="1469485"/>
                  <a:pt x="8161139" y="1466527"/>
                  <a:pt x="8193525" y="1466004"/>
                </a:cubicBezTo>
                <a:close/>
                <a:moveTo>
                  <a:pt x="6532249" y="1464394"/>
                </a:moveTo>
                <a:lnTo>
                  <a:pt x="6549337" y="1466004"/>
                </a:lnTo>
                <a:cubicBezTo>
                  <a:pt x="6581722" y="1466527"/>
                  <a:pt x="6613615" y="1469485"/>
                  <a:pt x="6644798" y="1474998"/>
                </a:cubicBezTo>
                <a:cubicBezTo>
                  <a:pt x="6650374" y="1474582"/>
                  <a:pt x="6655702" y="1475523"/>
                  <a:pt x="6661011" y="1476525"/>
                </a:cubicBezTo>
                <a:lnTo>
                  <a:pt x="6661128" y="1477664"/>
                </a:lnTo>
                <a:cubicBezTo>
                  <a:pt x="7019978" y="1536596"/>
                  <a:pt x="7301017" y="1815167"/>
                  <a:pt x="7351294" y="2165262"/>
                </a:cubicBezTo>
                <a:cubicBezTo>
                  <a:pt x="7351461" y="2165315"/>
                  <a:pt x="7351631" y="2165320"/>
                  <a:pt x="7351799" y="2165325"/>
                </a:cubicBezTo>
                <a:lnTo>
                  <a:pt x="7352340" y="2171962"/>
                </a:lnTo>
                <a:cubicBezTo>
                  <a:pt x="7357396" y="2201969"/>
                  <a:pt x="7359846" y="2232611"/>
                  <a:pt x="7359804" y="2263693"/>
                </a:cubicBezTo>
                <a:cubicBezTo>
                  <a:pt x="7361116" y="2269279"/>
                  <a:pt x="7361174" y="2274903"/>
                  <a:pt x="7361174" y="2280541"/>
                </a:cubicBezTo>
                <a:cubicBezTo>
                  <a:pt x="7361174" y="2284333"/>
                  <a:pt x="7361147" y="2288119"/>
                  <a:pt x="7360581" y="2291891"/>
                </a:cubicBezTo>
                <a:lnTo>
                  <a:pt x="7360082" y="2291858"/>
                </a:lnTo>
                <a:lnTo>
                  <a:pt x="7360056" y="2292349"/>
                </a:lnTo>
                <a:lnTo>
                  <a:pt x="7342938" y="2290736"/>
                </a:lnTo>
                <a:cubicBezTo>
                  <a:pt x="7310564" y="2290213"/>
                  <a:pt x="7278683" y="2287255"/>
                  <a:pt x="7247511" y="2281745"/>
                </a:cubicBezTo>
                <a:cubicBezTo>
                  <a:pt x="7241934" y="2282161"/>
                  <a:pt x="7236605" y="2281220"/>
                  <a:pt x="7231295" y="2280217"/>
                </a:cubicBezTo>
                <a:lnTo>
                  <a:pt x="7231179" y="2279078"/>
                </a:lnTo>
                <a:cubicBezTo>
                  <a:pt x="6872327" y="2220146"/>
                  <a:pt x="6591288" y="1941574"/>
                  <a:pt x="6541013" y="1591480"/>
                </a:cubicBezTo>
                <a:cubicBezTo>
                  <a:pt x="6540845" y="1591427"/>
                  <a:pt x="6540677" y="1591423"/>
                  <a:pt x="6540507" y="1591418"/>
                </a:cubicBezTo>
                <a:lnTo>
                  <a:pt x="6539969" y="1584794"/>
                </a:lnTo>
                <a:cubicBezTo>
                  <a:pt x="6534910" y="1554782"/>
                  <a:pt x="6532460" y="1524133"/>
                  <a:pt x="6532502" y="1493044"/>
                </a:cubicBezTo>
                <a:cubicBezTo>
                  <a:pt x="6531190" y="1487460"/>
                  <a:pt x="6531131" y="1481838"/>
                  <a:pt x="6531131" y="1476202"/>
                </a:cubicBezTo>
                <a:lnTo>
                  <a:pt x="6531725" y="1464852"/>
                </a:lnTo>
                <a:lnTo>
                  <a:pt x="6532223" y="1464884"/>
                </a:lnTo>
                <a:close/>
                <a:moveTo>
                  <a:pt x="6518461" y="1464394"/>
                </a:moveTo>
                <a:lnTo>
                  <a:pt x="6518487" y="1464884"/>
                </a:lnTo>
                <a:lnTo>
                  <a:pt x="6518985" y="1464852"/>
                </a:lnTo>
                <a:lnTo>
                  <a:pt x="6519579" y="1476202"/>
                </a:lnTo>
                <a:cubicBezTo>
                  <a:pt x="6519579" y="1481838"/>
                  <a:pt x="6519520" y="1487460"/>
                  <a:pt x="6518208" y="1493044"/>
                </a:cubicBezTo>
                <a:cubicBezTo>
                  <a:pt x="6518250" y="1524133"/>
                  <a:pt x="6515800" y="1554782"/>
                  <a:pt x="6510741" y="1584794"/>
                </a:cubicBezTo>
                <a:lnTo>
                  <a:pt x="6510203" y="1591418"/>
                </a:lnTo>
                <a:cubicBezTo>
                  <a:pt x="6510033" y="1591423"/>
                  <a:pt x="6509865" y="1591427"/>
                  <a:pt x="6509697" y="1591480"/>
                </a:cubicBezTo>
                <a:cubicBezTo>
                  <a:pt x="6459422" y="1941574"/>
                  <a:pt x="6178383" y="2220146"/>
                  <a:pt x="5819531" y="2279078"/>
                </a:cubicBezTo>
                <a:lnTo>
                  <a:pt x="5819415" y="2280217"/>
                </a:lnTo>
                <a:cubicBezTo>
                  <a:pt x="5814105" y="2281220"/>
                  <a:pt x="5808776" y="2282161"/>
                  <a:pt x="5803199" y="2281745"/>
                </a:cubicBezTo>
                <a:cubicBezTo>
                  <a:pt x="5772027" y="2287255"/>
                  <a:pt x="5740146" y="2290213"/>
                  <a:pt x="5707772" y="2290736"/>
                </a:cubicBezTo>
                <a:lnTo>
                  <a:pt x="5690654" y="2292349"/>
                </a:lnTo>
                <a:lnTo>
                  <a:pt x="5690628" y="2291858"/>
                </a:lnTo>
                <a:lnTo>
                  <a:pt x="5690129" y="2291891"/>
                </a:lnTo>
                <a:cubicBezTo>
                  <a:pt x="5689563" y="2288119"/>
                  <a:pt x="5689536" y="2284333"/>
                  <a:pt x="5689536" y="2280541"/>
                </a:cubicBezTo>
                <a:cubicBezTo>
                  <a:pt x="5689536" y="2274903"/>
                  <a:pt x="5689594" y="2269279"/>
                  <a:pt x="5690906" y="2263693"/>
                </a:cubicBezTo>
                <a:cubicBezTo>
                  <a:pt x="5690864" y="2232611"/>
                  <a:pt x="5693314" y="2201969"/>
                  <a:pt x="5698370" y="2171962"/>
                </a:cubicBezTo>
                <a:lnTo>
                  <a:pt x="5698911" y="2165325"/>
                </a:lnTo>
                <a:cubicBezTo>
                  <a:pt x="5699079" y="2165320"/>
                  <a:pt x="5699249" y="2165315"/>
                  <a:pt x="5699416" y="2165262"/>
                </a:cubicBezTo>
                <a:cubicBezTo>
                  <a:pt x="5749693" y="1815167"/>
                  <a:pt x="6030732" y="1536596"/>
                  <a:pt x="6389582" y="1477664"/>
                </a:cubicBezTo>
                <a:lnTo>
                  <a:pt x="6389699" y="1476525"/>
                </a:lnTo>
                <a:cubicBezTo>
                  <a:pt x="6395008" y="1475523"/>
                  <a:pt x="6400336" y="1474582"/>
                  <a:pt x="6405912" y="1474998"/>
                </a:cubicBezTo>
                <a:cubicBezTo>
                  <a:pt x="6437095" y="1469485"/>
                  <a:pt x="6468988" y="1466527"/>
                  <a:pt x="6501373" y="1466004"/>
                </a:cubicBezTo>
                <a:close/>
                <a:moveTo>
                  <a:pt x="4840098" y="1464394"/>
                </a:moveTo>
                <a:lnTo>
                  <a:pt x="4857185" y="1466004"/>
                </a:lnTo>
                <a:cubicBezTo>
                  <a:pt x="4889571" y="1466527"/>
                  <a:pt x="4921463" y="1469485"/>
                  <a:pt x="4952647" y="1474998"/>
                </a:cubicBezTo>
                <a:cubicBezTo>
                  <a:pt x="4958223" y="1474582"/>
                  <a:pt x="4963551" y="1475523"/>
                  <a:pt x="4968859" y="1476525"/>
                </a:cubicBezTo>
                <a:lnTo>
                  <a:pt x="4968976" y="1477664"/>
                </a:lnTo>
                <a:cubicBezTo>
                  <a:pt x="5327827" y="1536596"/>
                  <a:pt x="5608866" y="1815167"/>
                  <a:pt x="5659142" y="2165262"/>
                </a:cubicBezTo>
                <a:cubicBezTo>
                  <a:pt x="5659310" y="2165315"/>
                  <a:pt x="5659479" y="2165320"/>
                  <a:pt x="5659648" y="2165325"/>
                </a:cubicBezTo>
                <a:lnTo>
                  <a:pt x="5660188" y="2171962"/>
                </a:lnTo>
                <a:cubicBezTo>
                  <a:pt x="5665245" y="2201969"/>
                  <a:pt x="5667694" y="2232611"/>
                  <a:pt x="5667652" y="2263693"/>
                </a:cubicBezTo>
                <a:cubicBezTo>
                  <a:pt x="5668964" y="2269279"/>
                  <a:pt x="5669023" y="2274903"/>
                  <a:pt x="5669023" y="2280541"/>
                </a:cubicBezTo>
                <a:cubicBezTo>
                  <a:pt x="5669023" y="2284333"/>
                  <a:pt x="5668996" y="2288119"/>
                  <a:pt x="5668430" y="2291891"/>
                </a:cubicBezTo>
                <a:lnTo>
                  <a:pt x="5667931" y="2291858"/>
                </a:lnTo>
                <a:lnTo>
                  <a:pt x="5667905" y="2292349"/>
                </a:lnTo>
                <a:lnTo>
                  <a:pt x="5650786" y="2290736"/>
                </a:lnTo>
                <a:cubicBezTo>
                  <a:pt x="5618412" y="2290213"/>
                  <a:pt x="5586532" y="2287255"/>
                  <a:pt x="5555360" y="2281745"/>
                </a:cubicBezTo>
                <a:cubicBezTo>
                  <a:pt x="5549783" y="2282161"/>
                  <a:pt x="5544454" y="2281220"/>
                  <a:pt x="5539143" y="2280217"/>
                </a:cubicBezTo>
                <a:lnTo>
                  <a:pt x="5539027" y="2279078"/>
                </a:lnTo>
                <a:cubicBezTo>
                  <a:pt x="5180176" y="2220146"/>
                  <a:pt x="4899137" y="1941574"/>
                  <a:pt x="4848861" y="1591480"/>
                </a:cubicBezTo>
                <a:cubicBezTo>
                  <a:pt x="4848694" y="1591427"/>
                  <a:pt x="4848525" y="1591423"/>
                  <a:pt x="4848356" y="1591418"/>
                </a:cubicBezTo>
                <a:lnTo>
                  <a:pt x="4847817" y="1584794"/>
                </a:lnTo>
                <a:cubicBezTo>
                  <a:pt x="4842759" y="1554782"/>
                  <a:pt x="4840308" y="1524133"/>
                  <a:pt x="4840350" y="1493044"/>
                </a:cubicBezTo>
                <a:cubicBezTo>
                  <a:pt x="4839038" y="1487460"/>
                  <a:pt x="4838980" y="1481838"/>
                  <a:pt x="4838980" y="1476202"/>
                </a:cubicBezTo>
                <a:lnTo>
                  <a:pt x="4839574" y="1464852"/>
                </a:lnTo>
                <a:lnTo>
                  <a:pt x="4840072" y="1464884"/>
                </a:lnTo>
                <a:close/>
                <a:moveTo>
                  <a:pt x="4826310" y="1464394"/>
                </a:moveTo>
                <a:lnTo>
                  <a:pt x="4826336" y="1464884"/>
                </a:lnTo>
                <a:lnTo>
                  <a:pt x="4826834" y="1464852"/>
                </a:lnTo>
                <a:lnTo>
                  <a:pt x="4827428" y="1476202"/>
                </a:lnTo>
                <a:cubicBezTo>
                  <a:pt x="4827428" y="1481838"/>
                  <a:pt x="4827369" y="1487460"/>
                  <a:pt x="4826057" y="1493044"/>
                </a:cubicBezTo>
                <a:cubicBezTo>
                  <a:pt x="4826099" y="1524133"/>
                  <a:pt x="4823649" y="1554782"/>
                  <a:pt x="4818590" y="1584794"/>
                </a:cubicBezTo>
                <a:lnTo>
                  <a:pt x="4818052" y="1591418"/>
                </a:lnTo>
                <a:cubicBezTo>
                  <a:pt x="4817882" y="1591423"/>
                  <a:pt x="4817714" y="1591427"/>
                  <a:pt x="4817546" y="1591480"/>
                </a:cubicBezTo>
                <a:cubicBezTo>
                  <a:pt x="4767271" y="1941574"/>
                  <a:pt x="4486232" y="2220146"/>
                  <a:pt x="4127381" y="2279078"/>
                </a:cubicBezTo>
                <a:lnTo>
                  <a:pt x="4127264" y="2280217"/>
                </a:lnTo>
                <a:cubicBezTo>
                  <a:pt x="4121954" y="2281220"/>
                  <a:pt x="4116625" y="2282161"/>
                  <a:pt x="4111048" y="2281745"/>
                </a:cubicBezTo>
                <a:cubicBezTo>
                  <a:pt x="4079876" y="2287255"/>
                  <a:pt x="4047996" y="2290213"/>
                  <a:pt x="4015621" y="2290736"/>
                </a:cubicBezTo>
                <a:lnTo>
                  <a:pt x="3998503" y="2292349"/>
                </a:lnTo>
                <a:lnTo>
                  <a:pt x="3998477" y="2291858"/>
                </a:lnTo>
                <a:lnTo>
                  <a:pt x="3997978" y="2291891"/>
                </a:lnTo>
                <a:cubicBezTo>
                  <a:pt x="3997412" y="2288119"/>
                  <a:pt x="3997385" y="2284333"/>
                  <a:pt x="3997385" y="2280541"/>
                </a:cubicBezTo>
                <a:cubicBezTo>
                  <a:pt x="3997385" y="2274903"/>
                  <a:pt x="3997443" y="2269279"/>
                  <a:pt x="3998755" y="2263693"/>
                </a:cubicBezTo>
                <a:cubicBezTo>
                  <a:pt x="3998713" y="2232611"/>
                  <a:pt x="4001163" y="2201969"/>
                  <a:pt x="4006219" y="2171962"/>
                </a:cubicBezTo>
                <a:lnTo>
                  <a:pt x="4006760" y="2165325"/>
                </a:lnTo>
                <a:cubicBezTo>
                  <a:pt x="4006928" y="2165320"/>
                  <a:pt x="4007098" y="2165315"/>
                  <a:pt x="4007265" y="2165262"/>
                </a:cubicBezTo>
                <a:cubicBezTo>
                  <a:pt x="4057542" y="1815167"/>
                  <a:pt x="4338581" y="1536596"/>
                  <a:pt x="4697431" y="1477664"/>
                </a:cubicBezTo>
                <a:lnTo>
                  <a:pt x="4697548" y="1476525"/>
                </a:lnTo>
                <a:cubicBezTo>
                  <a:pt x="4702857" y="1475523"/>
                  <a:pt x="4708185" y="1474582"/>
                  <a:pt x="4713761" y="1474998"/>
                </a:cubicBezTo>
                <a:cubicBezTo>
                  <a:pt x="4744944" y="1469485"/>
                  <a:pt x="4776837" y="1466527"/>
                  <a:pt x="4809222" y="1466004"/>
                </a:cubicBezTo>
                <a:close/>
                <a:moveTo>
                  <a:pt x="3147947" y="1464394"/>
                </a:moveTo>
                <a:lnTo>
                  <a:pt x="3165034" y="1466004"/>
                </a:lnTo>
                <a:cubicBezTo>
                  <a:pt x="3197420" y="1466527"/>
                  <a:pt x="3229312" y="1469485"/>
                  <a:pt x="3260496" y="1474998"/>
                </a:cubicBezTo>
                <a:cubicBezTo>
                  <a:pt x="3266072" y="1474582"/>
                  <a:pt x="3271400" y="1475523"/>
                  <a:pt x="3276708" y="1476525"/>
                </a:cubicBezTo>
                <a:lnTo>
                  <a:pt x="3276826" y="1477664"/>
                </a:lnTo>
                <a:cubicBezTo>
                  <a:pt x="3635676" y="1536596"/>
                  <a:pt x="3916715" y="1815167"/>
                  <a:pt x="3966991" y="2165262"/>
                </a:cubicBezTo>
                <a:cubicBezTo>
                  <a:pt x="3967159" y="2165315"/>
                  <a:pt x="3967328" y="2165320"/>
                  <a:pt x="3967497" y="2165325"/>
                </a:cubicBezTo>
                <a:lnTo>
                  <a:pt x="3968037" y="2171962"/>
                </a:lnTo>
                <a:cubicBezTo>
                  <a:pt x="3973094" y="2201969"/>
                  <a:pt x="3975543" y="2232611"/>
                  <a:pt x="3975501" y="2263693"/>
                </a:cubicBezTo>
                <a:cubicBezTo>
                  <a:pt x="3976813" y="2269279"/>
                  <a:pt x="3976872" y="2274903"/>
                  <a:pt x="3976872" y="2280541"/>
                </a:cubicBezTo>
                <a:cubicBezTo>
                  <a:pt x="3976872" y="2284333"/>
                  <a:pt x="3976845" y="2288119"/>
                  <a:pt x="3976279" y="2291891"/>
                </a:cubicBezTo>
                <a:lnTo>
                  <a:pt x="3975780" y="2291858"/>
                </a:lnTo>
                <a:lnTo>
                  <a:pt x="3975754" y="2292349"/>
                </a:lnTo>
                <a:lnTo>
                  <a:pt x="3958635" y="2290736"/>
                </a:lnTo>
                <a:cubicBezTo>
                  <a:pt x="3926261" y="2290213"/>
                  <a:pt x="3894381" y="2287255"/>
                  <a:pt x="3863209" y="2281745"/>
                </a:cubicBezTo>
                <a:cubicBezTo>
                  <a:pt x="3857632" y="2282161"/>
                  <a:pt x="3852303" y="2281220"/>
                  <a:pt x="3846992" y="2280217"/>
                </a:cubicBezTo>
                <a:lnTo>
                  <a:pt x="3846876" y="2279078"/>
                </a:lnTo>
                <a:cubicBezTo>
                  <a:pt x="3488025" y="2220146"/>
                  <a:pt x="3206986" y="1941574"/>
                  <a:pt x="3156710" y="1591480"/>
                </a:cubicBezTo>
                <a:cubicBezTo>
                  <a:pt x="3156543" y="1591427"/>
                  <a:pt x="3156374" y="1591423"/>
                  <a:pt x="3156205" y="1591418"/>
                </a:cubicBezTo>
                <a:lnTo>
                  <a:pt x="3155667" y="1584794"/>
                </a:lnTo>
                <a:cubicBezTo>
                  <a:pt x="3150608" y="1554782"/>
                  <a:pt x="3148157" y="1524133"/>
                  <a:pt x="3148199" y="1493044"/>
                </a:cubicBezTo>
                <a:cubicBezTo>
                  <a:pt x="3146887" y="1487460"/>
                  <a:pt x="3146829" y="1481838"/>
                  <a:pt x="3146829" y="1476202"/>
                </a:cubicBezTo>
                <a:lnTo>
                  <a:pt x="3147423" y="1464852"/>
                </a:lnTo>
                <a:lnTo>
                  <a:pt x="3147921" y="1464884"/>
                </a:lnTo>
                <a:close/>
                <a:moveTo>
                  <a:pt x="3134159" y="1464394"/>
                </a:moveTo>
                <a:lnTo>
                  <a:pt x="3134185" y="1464884"/>
                </a:lnTo>
                <a:lnTo>
                  <a:pt x="3134683" y="1464852"/>
                </a:lnTo>
                <a:lnTo>
                  <a:pt x="3135277" y="1476202"/>
                </a:lnTo>
                <a:cubicBezTo>
                  <a:pt x="3135277" y="1481838"/>
                  <a:pt x="3135218" y="1487460"/>
                  <a:pt x="3133906" y="1493044"/>
                </a:cubicBezTo>
                <a:cubicBezTo>
                  <a:pt x="3133948" y="1524133"/>
                  <a:pt x="3131498" y="1554782"/>
                  <a:pt x="3126439" y="1584794"/>
                </a:cubicBezTo>
                <a:lnTo>
                  <a:pt x="3125901" y="1591418"/>
                </a:lnTo>
                <a:cubicBezTo>
                  <a:pt x="3125731" y="1591423"/>
                  <a:pt x="3125563" y="1591427"/>
                  <a:pt x="3125395" y="1591480"/>
                </a:cubicBezTo>
                <a:cubicBezTo>
                  <a:pt x="3075120" y="1941574"/>
                  <a:pt x="2794081" y="2220146"/>
                  <a:pt x="2435230" y="2279078"/>
                </a:cubicBezTo>
                <a:lnTo>
                  <a:pt x="2435113" y="2280217"/>
                </a:lnTo>
                <a:cubicBezTo>
                  <a:pt x="2429803" y="2281220"/>
                  <a:pt x="2424474" y="2282161"/>
                  <a:pt x="2418897" y="2281745"/>
                </a:cubicBezTo>
                <a:cubicBezTo>
                  <a:pt x="2387725" y="2287255"/>
                  <a:pt x="2355845" y="2290213"/>
                  <a:pt x="2323470" y="2290736"/>
                </a:cubicBezTo>
                <a:lnTo>
                  <a:pt x="2306352" y="2292349"/>
                </a:lnTo>
                <a:lnTo>
                  <a:pt x="2306326" y="2291858"/>
                </a:lnTo>
                <a:lnTo>
                  <a:pt x="2305827" y="2291891"/>
                </a:lnTo>
                <a:cubicBezTo>
                  <a:pt x="2305261" y="2288119"/>
                  <a:pt x="2305234" y="2284333"/>
                  <a:pt x="2305234" y="2280541"/>
                </a:cubicBezTo>
                <a:cubicBezTo>
                  <a:pt x="2305234" y="2274903"/>
                  <a:pt x="2305292" y="2269279"/>
                  <a:pt x="2306604" y="2263693"/>
                </a:cubicBezTo>
                <a:cubicBezTo>
                  <a:pt x="2306562" y="2232611"/>
                  <a:pt x="2309012" y="2201969"/>
                  <a:pt x="2314068" y="2171962"/>
                </a:cubicBezTo>
                <a:lnTo>
                  <a:pt x="2314609" y="2165325"/>
                </a:lnTo>
                <a:cubicBezTo>
                  <a:pt x="2314777" y="2165320"/>
                  <a:pt x="2314947" y="2165315"/>
                  <a:pt x="2315114" y="2165262"/>
                </a:cubicBezTo>
                <a:cubicBezTo>
                  <a:pt x="2365391" y="1815167"/>
                  <a:pt x="2646430" y="1536596"/>
                  <a:pt x="3005280" y="1477664"/>
                </a:cubicBezTo>
                <a:lnTo>
                  <a:pt x="3005397" y="1476525"/>
                </a:lnTo>
                <a:cubicBezTo>
                  <a:pt x="3010706" y="1475523"/>
                  <a:pt x="3016034" y="1474582"/>
                  <a:pt x="3021610" y="1474998"/>
                </a:cubicBezTo>
                <a:cubicBezTo>
                  <a:pt x="3052793" y="1469485"/>
                  <a:pt x="3084686" y="1466527"/>
                  <a:pt x="3117071" y="1466004"/>
                </a:cubicBezTo>
                <a:close/>
                <a:moveTo>
                  <a:pt x="1455796" y="1464394"/>
                </a:moveTo>
                <a:lnTo>
                  <a:pt x="1472883" y="1466004"/>
                </a:lnTo>
                <a:cubicBezTo>
                  <a:pt x="1505269" y="1466527"/>
                  <a:pt x="1537161" y="1469485"/>
                  <a:pt x="1568345" y="1474998"/>
                </a:cubicBezTo>
                <a:cubicBezTo>
                  <a:pt x="1573921" y="1474582"/>
                  <a:pt x="1579249" y="1475523"/>
                  <a:pt x="1584557" y="1476525"/>
                </a:cubicBezTo>
                <a:lnTo>
                  <a:pt x="1584675" y="1477664"/>
                </a:lnTo>
                <a:cubicBezTo>
                  <a:pt x="1943525" y="1536596"/>
                  <a:pt x="2224564" y="1815167"/>
                  <a:pt x="2274840" y="2165262"/>
                </a:cubicBezTo>
                <a:cubicBezTo>
                  <a:pt x="2275008" y="2165315"/>
                  <a:pt x="2275177" y="2165320"/>
                  <a:pt x="2275346" y="2165325"/>
                </a:cubicBezTo>
                <a:lnTo>
                  <a:pt x="2275886" y="2171962"/>
                </a:lnTo>
                <a:cubicBezTo>
                  <a:pt x="2280943" y="2201969"/>
                  <a:pt x="2283392" y="2232611"/>
                  <a:pt x="2283350" y="2263693"/>
                </a:cubicBezTo>
                <a:cubicBezTo>
                  <a:pt x="2284662" y="2269279"/>
                  <a:pt x="2284721" y="2274903"/>
                  <a:pt x="2284721" y="2280541"/>
                </a:cubicBezTo>
                <a:cubicBezTo>
                  <a:pt x="2284721" y="2284333"/>
                  <a:pt x="2284694" y="2288119"/>
                  <a:pt x="2284128" y="2291891"/>
                </a:cubicBezTo>
                <a:lnTo>
                  <a:pt x="2283629" y="2291858"/>
                </a:lnTo>
                <a:lnTo>
                  <a:pt x="2283603" y="2292349"/>
                </a:lnTo>
                <a:lnTo>
                  <a:pt x="2266484" y="2290736"/>
                </a:lnTo>
                <a:cubicBezTo>
                  <a:pt x="2234110" y="2290213"/>
                  <a:pt x="2202230" y="2287255"/>
                  <a:pt x="2171058" y="2281745"/>
                </a:cubicBezTo>
                <a:cubicBezTo>
                  <a:pt x="2165481" y="2282161"/>
                  <a:pt x="2160152" y="2281220"/>
                  <a:pt x="2154841" y="2280217"/>
                </a:cubicBezTo>
                <a:lnTo>
                  <a:pt x="2154725" y="2279078"/>
                </a:lnTo>
                <a:cubicBezTo>
                  <a:pt x="1795874" y="2220146"/>
                  <a:pt x="1514835" y="1941574"/>
                  <a:pt x="1464559" y="1591480"/>
                </a:cubicBezTo>
                <a:cubicBezTo>
                  <a:pt x="1464392" y="1591427"/>
                  <a:pt x="1464223" y="1591423"/>
                  <a:pt x="1464054" y="1591418"/>
                </a:cubicBezTo>
                <a:lnTo>
                  <a:pt x="1463515" y="1584794"/>
                </a:lnTo>
                <a:cubicBezTo>
                  <a:pt x="1458457" y="1554782"/>
                  <a:pt x="1456006" y="1524133"/>
                  <a:pt x="1456048" y="1493044"/>
                </a:cubicBezTo>
                <a:cubicBezTo>
                  <a:pt x="1454736" y="1487460"/>
                  <a:pt x="1454678" y="1481838"/>
                  <a:pt x="1454678" y="1476202"/>
                </a:cubicBezTo>
                <a:lnTo>
                  <a:pt x="1455272" y="1464852"/>
                </a:lnTo>
                <a:lnTo>
                  <a:pt x="1455770" y="1464884"/>
                </a:lnTo>
                <a:close/>
                <a:moveTo>
                  <a:pt x="1442008" y="1464394"/>
                </a:moveTo>
                <a:lnTo>
                  <a:pt x="1442034" y="1464884"/>
                </a:lnTo>
                <a:lnTo>
                  <a:pt x="1442532" y="1464852"/>
                </a:lnTo>
                <a:lnTo>
                  <a:pt x="1443126" y="1476202"/>
                </a:lnTo>
                <a:cubicBezTo>
                  <a:pt x="1443126" y="1481838"/>
                  <a:pt x="1443067" y="1487460"/>
                  <a:pt x="1441755" y="1493044"/>
                </a:cubicBezTo>
                <a:cubicBezTo>
                  <a:pt x="1441797" y="1524133"/>
                  <a:pt x="1439347" y="1554782"/>
                  <a:pt x="1434288" y="1584794"/>
                </a:cubicBezTo>
                <a:lnTo>
                  <a:pt x="1433750" y="1591418"/>
                </a:lnTo>
                <a:cubicBezTo>
                  <a:pt x="1433580" y="1591423"/>
                  <a:pt x="1433412" y="1591427"/>
                  <a:pt x="1433244" y="1591480"/>
                </a:cubicBezTo>
                <a:cubicBezTo>
                  <a:pt x="1382969" y="1941574"/>
                  <a:pt x="1101930" y="2220146"/>
                  <a:pt x="743079" y="2279078"/>
                </a:cubicBezTo>
                <a:lnTo>
                  <a:pt x="742962" y="2280217"/>
                </a:lnTo>
                <a:cubicBezTo>
                  <a:pt x="737652" y="2281220"/>
                  <a:pt x="732323" y="2282161"/>
                  <a:pt x="726746" y="2281745"/>
                </a:cubicBezTo>
                <a:cubicBezTo>
                  <a:pt x="695574" y="2287255"/>
                  <a:pt x="663693" y="2290213"/>
                  <a:pt x="631319" y="2290736"/>
                </a:cubicBezTo>
                <a:lnTo>
                  <a:pt x="614201" y="2292349"/>
                </a:lnTo>
                <a:lnTo>
                  <a:pt x="614175" y="2291858"/>
                </a:lnTo>
                <a:lnTo>
                  <a:pt x="613676" y="2291891"/>
                </a:lnTo>
                <a:cubicBezTo>
                  <a:pt x="613110" y="2288119"/>
                  <a:pt x="613083" y="2284333"/>
                  <a:pt x="613083" y="2280541"/>
                </a:cubicBezTo>
                <a:cubicBezTo>
                  <a:pt x="613083" y="2274903"/>
                  <a:pt x="613141" y="2269279"/>
                  <a:pt x="614453" y="2263693"/>
                </a:cubicBezTo>
                <a:cubicBezTo>
                  <a:pt x="614411" y="2232611"/>
                  <a:pt x="616861" y="2201969"/>
                  <a:pt x="621917" y="2171962"/>
                </a:cubicBezTo>
                <a:lnTo>
                  <a:pt x="622458" y="2165325"/>
                </a:lnTo>
                <a:cubicBezTo>
                  <a:pt x="622626" y="2165320"/>
                  <a:pt x="622796" y="2165315"/>
                  <a:pt x="622963" y="2165262"/>
                </a:cubicBezTo>
                <a:cubicBezTo>
                  <a:pt x="673240" y="1815167"/>
                  <a:pt x="954279" y="1536596"/>
                  <a:pt x="1313129" y="1477664"/>
                </a:cubicBezTo>
                <a:lnTo>
                  <a:pt x="1313246" y="1476525"/>
                </a:lnTo>
                <a:cubicBezTo>
                  <a:pt x="1318555" y="1475523"/>
                  <a:pt x="1323883" y="1474582"/>
                  <a:pt x="1329459" y="1474998"/>
                </a:cubicBezTo>
                <a:cubicBezTo>
                  <a:pt x="1360642" y="1469485"/>
                  <a:pt x="1392535" y="1466527"/>
                  <a:pt x="1424920" y="1466004"/>
                </a:cubicBezTo>
                <a:close/>
                <a:moveTo>
                  <a:pt x="10909360" y="750600"/>
                </a:moveTo>
                <a:cubicBezTo>
                  <a:pt x="10962636" y="1021506"/>
                  <a:pt x="11177479" y="1236303"/>
                  <a:pt x="11452669" y="1295446"/>
                </a:cubicBezTo>
                <a:cubicBezTo>
                  <a:pt x="11399394" y="1024540"/>
                  <a:pt x="11184550" y="809743"/>
                  <a:pt x="10909360" y="750600"/>
                </a:cubicBezTo>
                <a:close/>
                <a:moveTo>
                  <a:pt x="10602109" y="750600"/>
                </a:moveTo>
                <a:cubicBezTo>
                  <a:pt x="10326919" y="809743"/>
                  <a:pt x="10112075" y="1024540"/>
                  <a:pt x="10058800" y="1295446"/>
                </a:cubicBezTo>
                <a:cubicBezTo>
                  <a:pt x="10333990" y="1236303"/>
                  <a:pt x="10548833" y="1021506"/>
                  <a:pt x="10602109" y="750600"/>
                </a:cubicBezTo>
                <a:close/>
                <a:moveTo>
                  <a:pt x="9217207" y="750600"/>
                </a:moveTo>
                <a:cubicBezTo>
                  <a:pt x="9270483" y="1021506"/>
                  <a:pt x="9485326" y="1236303"/>
                  <a:pt x="9760516" y="1295446"/>
                </a:cubicBezTo>
                <a:cubicBezTo>
                  <a:pt x="9707241" y="1024540"/>
                  <a:pt x="9492397" y="809743"/>
                  <a:pt x="9217207" y="750600"/>
                </a:cubicBezTo>
                <a:close/>
                <a:moveTo>
                  <a:pt x="8909958" y="750600"/>
                </a:moveTo>
                <a:cubicBezTo>
                  <a:pt x="8634768" y="809743"/>
                  <a:pt x="8419924" y="1024540"/>
                  <a:pt x="8366649" y="1295446"/>
                </a:cubicBezTo>
                <a:cubicBezTo>
                  <a:pt x="8641839" y="1236303"/>
                  <a:pt x="8856682" y="1021506"/>
                  <a:pt x="8909958" y="750600"/>
                </a:cubicBezTo>
                <a:close/>
                <a:moveTo>
                  <a:pt x="7525056" y="750600"/>
                </a:moveTo>
                <a:cubicBezTo>
                  <a:pt x="7578332" y="1021506"/>
                  <a:pt x="7793175" y="1236303"/>
                  <a:pt x="8068365" y="1295446"/>
                </a:cubicBezTo>
                <a:cubicBezTo>
                  <a:pt x="8015090" y="1024540"/>
                  <a:pt x="7800246" y="809743"/>
                  <a:pt x="7525056" y="750600"/>
                </a:cubicBezTo>
                <a:close/>
                <a:moveTo>
                  <a:pt x="7217807" y="750600"/>
                </a:moveTo>
                <a:cubicBezTo>
                  <a:pt x="6942617" y="809743"/>
                  <a:pt x="6727773" y="1024540"/>
                  <a:pt x="6674498" y="1295446"/>
                </a:cubicBezTo>
                <a:cubicBezTo>
                  <a:pt x="6949688" y="1236303"/>
                  <a:pt x="7164531" y="1021506"/>
                  <a:pt x="7217807" y="750600"/>
                </a:cubicBezTo>
                <a:close/>
                <a:moveTo>
                  <a:pt x="5832905" y="750600"/>
                </a:moveTo>
                <a:cubicBezTo>
                  <a:pt x="5886181" y="1021506"/>
                  <a:pt x="6101024" y="1236303"/>
                  <a:pt x="6376214" y="1295446"/>
                </a:cubicBezTo>
                <a:cubicBezTo>
                  <a:pt x="6322939" y="1024540"/>
                  <a:pt x="6108095" y="809743"/>
                  <a:pt x="5832905" y="750600"/>
                </a:cubicBezTo>
                <a:close/>
                <a:moveTo>
                  <a:pt x="5525656" y="750600"/>
                </a:moveTo>
                <a:cubicBezTo>
                  <a:pt x="5250466" y="809743"/>
                  <a:pt x="5035622" y="1024540"/>
                  <a:pt x="4982347" y="1295446"/>
                </a:cubicBezTo>
                <a:cubicBezTo>
                  <a:pt x="5257537" y="1236303"/>
                  <a:pt x="5472380" y="1021506"/>
                  <a:pt x="5525656" y="750600"/>
                </a:cubicBezTo>
                <a:close/>
                <a:moveTo>
                  <a:pt x="4140754" y="750600"/>
                </a:moveTo>
                <a:cubicBezTo>
                  <a:pt x="4194030" y="1021506"/>
                  <a:pt x="4408873" y="1236303"/>
                  <a:pt x="4684063" y="1295446"/>
                </a:cubicBezTo>
                <a:cubicBezTo>
                  <a:pt x="4630788" y="1024540"/>
                  <a:pt x="4415944" y="809743"/>
                  <a:pt x="4140754" y="750600"/>
                </a:cubicBezTo>
                <a:close/>
                <a:moveTo>
                  <a:pt x="3833505" y="750600"/>
                </a:moveTo>
                <a:cubicBezTo>
                  <a:pt x="3558315" y="809743"/>
                  <a:pt x="3343471" y="1024540"/>
                  <a:pt x="3290196" y="1295446"/>
                </a:cubicBezTo>
                <a:cubicBezTo>
                  <a:pt x="3565386" y="1236303"/>
                  <a:pt x="3780229" y="1021506"/>
                  <a:pt x="3833505" y="750600"/>
                </a:cubicBezTo>
                <a:close/>
                <a:moveTo>
                  <a:pt x="2448603" y="750600"/>
                </a:moveTo>
                <a:cubicBezTo>
                  <a:pt x="2501879" y="1021506"/>
                  <a:pt x="2716722" y="1236303"/>
                  <a:pt x="2991912" y="1295446"/>
                </a:cubicBezTo>
                <a:cubicBezTo>
                  <a:pt x="2938637" y="1024540"/>
                  <a:pt x="2723793" y="809743"/>
                  <a:pt x="2448603" y="750600"/>
                </a:cubicBezTo>
                <a:close/>
                <a:moveTo>
                  <a:pt x="2141354" y="750600"/>
                </a:moveTo>
                <a:cubicBezTo>
                  <a:pt x="1866164" y="809743"/>
                  <a:pt x="1651320" y="1024540"/>
                  <a:pt x="1598045" y="1295446"/>
                </a:cubicBezTo>
                <a:cubicBezTo>
                  <a:pt x="1873235" y="1236303"/>
                  <a:pt x="2088078" y="1021506"/>
                  <a:pt x="2141354" y="750600"/>
                </a:cubicBezTo>
                <a:close/>
                <a:moveTo>
                  <a:pt x="756452" y="750600"/>
                </a:moveTo>
                <a:cubicBezTo>
                  <a:pt x="809728" y="1021506"/>
                  <a:pt x="1024571" y="1236303"/>
                  <a:pt x="1299761" y="1295446"/>
                </a:cubicBezTo>
                <a:cubicBezTo>
                  <a:pt x="1246486" y="1024540"/>
                  <a:pt x="1031642" y="809743"/>
                  <a:pt x="756452" y="750600"/>
                </a:cubicBezTo>
                <a:close/>
                <a:moveTo>
                  <a:pt x="12192000" y="647790"/>
                </a:moveTo>
                <a:lnTo>
                  <a:pt x="12192000" y="780838"/>
                </a:lnTo>
                <a:cubicBezTo>
                  <a:pt x="11966807" y="865550"/>
                  <a:pt x="11797421" y="1059155"/>
                  <a:pt x="11750953" y="1295446"/>
                </a:cubicBezTo>
                <a:cubicBezTo>
                  <a:pt x="11935988" y="1255679"/>
                  <a:pt x="12093739" y="1145540"/>
                  <a:pt x="12192000" y="994335"/>
                </a:cubicBezTo>
                <a:lnTo>
                  <a:pt x="12192000" y="1195909"/>
                </a:lnTo>
                <a:cubicBezTo>
                  <a:pt x="12071770" y="1314911"/>
                  <a:pt x="11914089" y="1397686"/>
                  <a:pt x="11737582" y="1426902"/>
                </a:cubicBezTo>
                <a:lnTo>
                  <a:pt x="11737466" y="1428050"/>
                </a:lnTo>
                <a:cubicBezTo>
                  <a:pt x="11732155" y="1429061"/>
                  <a:pt x="11726826" y="1430009"/>
                  <a:pt x="11721249" y="1429590"/>
                </a:cubicBezTo>
                <a:cubicBezTo>
                  <a:pt x="11690077" y="1435144"/>
                  <a:pt x="11658197" y="1438125"/>
                  <a:pt x="11625822" y="1438652"/>
                </a:cubicBezTo>
                <a:lnTo>
                  <a:pt x="11608704" y="1440278"/>
                </a:lnTo>
                <a:lnTo>
                  <a:pt x="11608678" y="1439783"/>
                </a:lnTo>
                <a:lnTo>
                  <a:pt x="11608179" y="1439816"/>
                </a:lnTo>
                <a:cubicBezTo>
                  <a:pt x="11607613" y="1436014"/>
                  <a:pt x="11607586" y="1432198"/>
                  <a:pt x="11607586" y="1428376"/>
                </a:cubicBezTo>
                <a:cubicBezTo>
                  <a:pt x="11607586" y="1422694"/>
                  <a:pt x="11607645" y="1417025"/>
                  <a:pt x="11608957" y="1411395"/>
                </a:cubicBezTo>
                <a:cubicBezTo>
                  <a:pt x="11608914" y="1380067"/>
                  <a:pt x="11611364" y="1349182"/>
                  <a:pt x="11616421" y="1318938"/>
                </a:cubicBezTo>
                <a:lnTo>
                  <a:pt x="11616961" y="1312248"/>
                </a:lnTo>
                <a:cubicBezTo>
                  <a:pt x="11617130" y="1312243"/>
                  <a:pt x="11617299" y="1312238"/>
                  <a:pt x="11617466" y="1312185"/>
                </a:cubicBezTo>
                <a:cubicBezTo>
                  <a:pt x="11662185" y="998329"/>
                  <a:pt x="11889463" y="741504"/>
                  <a:pt x="12192000" y="647790"/>
                </a:cubicBezTo>
                <a:close/>
                <a:moveTo>
                  <a:pt x="10767111" y="605769"/>
                </a:moveTo>
                <a:lnTo>
                  <a:pt x="10784198" y="607392"/>
                </a:lnTo>
                <a:cubicBezTo>
                  <a:pt x="10816584" y="607919"/>
                  <a:pt x="10848477" y="610900"/>
                  <a:pt x="10879660" y="616457"/>
                </a:cubicBezTo>
                <a:cubicBezTo>
                  <a:pt x="10885236" y="616038"/>
                  <a:pt x="10890564" y="616986"/>
                  <a:pt x="10895873" y="617996"/>
                </a:cubicBezTo>
                <a:lnTo>
                  <a:pt x="10895990" y="619144"/>
                </a:lnTo>
                <a:cubicBezTo>
                  <a:pt x="11254840" y="678542"/>
                  <a:pt x="11535879" y="959319"/>
                  <a:pt x="11586156" y="1312185"/>
                </a:cubicBezTo>
                <a:cubicBezTo>
                  <a:pt x="11586323" y="1312238"/>
                  <a:pt x="11586492" y="1312243"/>
                  <a:pt x="11586661" y="1312248"/>
                </a:cubicBezTo>
                <a:lnTo>
                  <a:pt x="11587201" y="1318938"/>
                </a:lnTo>
                <a:cubicBezTo>
                  <a:pt x="11592258" y="1349182"/>
                  <a:pt x="11594708" y="1380067"/>
                  <a:pt x="11594665" y="1411395"/>
                </a:cubicBezTo>
                <a:cubicBezTo>
                  <a:pt x="11595977" y="1417025"/>
                  <a:pt x="11596036" y="1422694"/>
                  <a:pt x="11596036" y="1428376"/>
                </a:cubicBezTo>
                <a:cubicBezTo>
                  <a:pt x="11596036" y="1432198"/>
                  <a:pt x="11596009" y="1436014"/>
                  <a:pt x="11595443" y="1439816"/>
                </a:cubicBezTo>
                <a:lnTo>
                  <a:pt x="11594944" y="1439783"/>
                </a:lnTo>
                <a:lnTo>
                  <a:pt x="11594918" y="1440278"/>
                </a:lnTo>
                <a:lnTo>
                  <a:pt x="11577800" y="1438652"/>
                </a:lnTo>
                <a:cubicBezTo>
                  <a:pt x="11545425" y="1438125"/>
                  <a:pt x="11513545" y="1435144"/>
                  <a:pt x="11482373" y="1429590"/>
                </a:cubicBezTo>
                <a:cubicBezTo>
                  <a:pt x="11476796" y="1430009"/>
                  <a:pt x="11471467" y="1429061"/>
                  <a:pt x="11466156" y="1428050"/>
                </a:cubicBezTo>
                <a:lnTo>
                  <a:pt x="11466040" y="1426902"/>
                </a:lnTo>
                <a:cubicBezTo>
                  <a:pt x="11107189" y="1367503"/>
                  <a:pt x="10826150" y="1086726"/>
                  <a:pt x="10775875" y="733861"/>
                </a:cubicBezTo>
                <a:cubicBezTo>
                  <a:pt x="10775707" y="733808"/>
                  <a:pt x="10775539" y="733803"/>
                  <a:pt x="10775369" y="733798"/>
                </a:cubicBezTo>
                <a:lnTo>
                  <a:pt x="10774831" y="727122"/>
                </a:lnTo>
                <a:cubicBezTo>
                  <a:pt x="10769772" y="696872"/>
                  <a:pt x="10767321" y="665981"/>
                  <a:pt x="10767364" y="634646"/>
                </a:cubicBezTo>
                <a:cubicBezTo>
                  <a:pt x="10766052" y="629018"/>
                  <a:pt x="10765993" y="623351"/>
                  <a:pt x="10765993" y="617670"/>
                </a:cubicBezTo>
                <a:lnTo>
                  <a:pt x="10766587" y="606230"/>
                </a:lnTo>
                <a:lnTo>
                  <a:pt x="10767085" y="606263"/>
                </a:lnTo>
                <a:close/>
                <a:moveTo>
                  <a:pt x="10744358" y="605769"/>
                </a:moveTo>
                <a:lnTo>
                  <a:pt x="10744384" y="606263"/>
                </a:lnTo>
                <a:lnTo>
                  <a:pt x="10744882" y="606230"/>
                </a:lnTo>
                <a:lnTo>
                  <a:pt x="10745476" y="617670"/>
                </a:lnTo>
                <a:cubicBezTo>
                  <a:pt x="10745476" y="623351"/>
                  <a:pt x="10745417" y="629018"/>
                  <a:pt x="10744105" y="634646"/>
                </a:cubicBezTo>
                <a:cubicBezTo>
                  <a:pt x="10744148" y="665981"/>
                  <a:pt x="10741697" y="696872"/>
                  <a:pt x="10736638" y="727122"/>
                </a:cubicBezTo>
                <a:lnTo>
                  <a:pt x="10736100" y="733798"/>
                </a:lnTo>
                <a:cubicBezTo>
                  <a:pt x="10735930" y="733803"/>
                  <a:pt x="10735762" y="733808"/>
                  <a:pt x="10735594" y="733861"/>
                </a:cubicBezTo>
                <a:cubicBezTo>
                  <a:pt x="10685319" y="1086726"/>
                  <a:pt x="10404280" y="1367503"/>
                  <a:pt x="10045429" y="1426902"/>
                </a:cubicBezTo>
                <a:lnTo>
                  <a:pt x="10045313" y="1428050"/>
                </a:lnTo>
                <a:cubicBezTo>
                  <a:pt x="10040002" y="1429061"/>
                  <a:pt x="10034673" y="1430009"/>
                  <a:pt x="10029096" y="1429590"/>
                </a:cubicBezTo>
                <a:cubicBezTo>
                  <a:pt x="9997924" y="1435144"/>
                  <a:pt x="9966044" y="1438125"/>
                  <a:pt x="9933669" y="1438652"/>
                </a:cubicBezTo>
                <a:lnTo>
                  <a:pt x="9916551" y="1440278"/>
                </a:lnTo>
                <a:lnTo>
                  <a:pt x="9916525" y="1439783"/>
                </a:lnTo>
                <a:lnTo>
                  <a:pt x="9916026" y="1439816"/>
                </a:lnTo>
                <a:cubicBezTo>
                  <a:pt x="9915460" y="1436014"/>
                  <a:pt x="9915433" y="1432198"/>
                  <a:pt x="9915433" y="1428376"/>
                </a:cubicBezTo>
                <a:cubicBezTo>
                  <a:pt x="9915433" y="1422694"/>
                  <a:pt x="9915492" y="1417025"/>
                  <a:pt x="9916804" y="1411395"/>
                </a:cubicBezTo>
                <a:cubicBezTo>
                  <a:pt x="9916761" y="1380067"/>
                  <a:pt x="9919211" y="1349182"/>
                  <a:pt x="9924268" y="1318938"/>
                </a:cubicBezTo>
                <a:lnTo>
                  <a:pt x="9924808" y="1312248"/>
                </a:lnTo>
                <a:cubicBezTo>
                  <a:pt x="9924977" y="1312243"/>
                  <a:pt x="9925146" y="1312238"/>
                  <a:pt x="9925314" y="1312185"/>
                </a:cubicBezTo>
                <a:cubicBezTo>
                  <a:pt x="9975590" y="959319"/>
                  <a:pt x="10256629" y="678542"/>
                  <a:pt x="10615479" y="619144"/>
                </a:cubicBezTo>
                <a:lnTo>
                  <a:pt x="10615596" y="617996"/>
                </a:lnTo>
                <a:cubicBezTo>
                  <a:pt x="10620905" y="616986"/>
                  <a:pt x="10626233" y="616038"/>
                  <a:pt x="10631809" y="616457"/>
                </a:cubicBezTo>
                <a:cubicBezTo>
                  <a:pt x="10662992" y="610900"/>
                  <a:pt x="10694885" y="607919"/>
                  <a:pt x="10727271" y="607392"/>
                </a:cubicBezTo>
                <a:close/>
                <a:moveTo>
                  <a:pt x="9074958" y="605769"/>
                </a:moveTo>
                <a:lnTo>
                  <a:pt x="9092045" y="607392"/>
                </a:lnTo>
                <a:cubicBezTo>
                  <a:pt x="9124431" y="607919"/>
                  <a:pt x="9156324" y="610900"/>
                  <a:pt x="9187507" y="616457"/>
                </a:cubicBezTo>
                <a:cubicBezTo>
                  <a:pt x="9193083" y="616038"/>
                  <a:pt x="9198411" y="616986"/>
                  <a:pt x="9203720" y="617996"/>
                </a:cubicBezTo>
                <a:lnTo>
                  <a:pt x="9203837" y="619144"/>
                </a:lnTo>
                <a:cubicBezTo>
                  <a:pt x="9562687" y="678542"/>
                  <a:pt x="9843726" y="959319"/>
                  <a:pt x="9894002" y="1312185"/>
                </a:cubicBezTo>
                <a:cubicBezTo>
                  <a:pt x="9894170" y="1312238"/>
                  <a:pt x="9894339" y="1312243"/>
                  <a:pt x="9894508" y="1312248"/>
                </a:cubicBezTo>
                <a:lnTo>
                  <a:pt x="9895048" y="1318938"/>
                </a:lnTo>
                <a:cubicBezTo>
                  <a:pt x="9900105" y="1349182"/>
                  <a:pt x="9902555" y="1380067"/>
                  <a:pt x="9902512" y="1411395"/>
                </a:cubicBezTo>
                <a:cubicBezTo>
                  <a:pt x="9903824" y="1417025"/>
                  <a:pt x="9903883" y="1422694"/>
                  <a:pt x="9903883" y="1428376"/>
                </a:cubicBezTo>
                <a:cubicBezTo>
                  <a:pt x="9903883" y="1432198"/>
                  <a:pt x="9903856" y="1436014"/>
                  <a:pt x="9903290" y="1439816"/>
                </a:cubicBezTo>
                <a:lnTo>
                  <a:pt x="9902791" y="1439783"/>
                </a:lnTo>
                <a:lnTo>
                  <a:pt x="9902765" y="1440278"/>
                </a:lnTo>
                <a:lnTo>
                  <a:pt x="9885647" y="1438652"/>
                </a:lnTo>
                <a:cubicBezTo>
                  <a:pt x="9853272" y="1438125"/>
                  <a:pt x="9821392" y="1435144"/>
                  <a:pt x="9790220" y="1429590"/>
                </a:cubicBezTo>
                <a:cubicBezTo>
                  <a:pt x="9784643" y="1430009"/>
                  <a:pt x="9779314" y="1429061"/>
                  <a:pt x="9774003" y="1428050"/>
                </a:cubicBezTo>
                <a:lnTo>
                  <a:pt x="9773887" y="1426902"/>
                </a:lnTo>
                <a:cubicBezTo>
                  <a:pt x="9415036" y="1367503"/>
                  <a:pt x="9133997" y="1086726"/>
                  <a:pt x="9083722" y="733861"/>
                </a:cubicBezTo>
                <a:cubicBezTo>
                  <a:pt x="9083554" y="733808"/>
                  <a:pt x="9083386" y="733803"/>
                  <a:pt x="9083216" y="733798"/>
                </a:cubicBezTo>
                <a:lnTo>
                  <a:pt x="9082678" y="727122"/>
                </a:lnTo>
                <a:cubicBezTo>
                  <a:pt x="9077619" y="696872"/>
                  <a:pt x="9075168" y="665981"/>
                  <a:pt x="9075211" y="634646"/>
                </a:cubicBezTo>
                <a:cubicBezTo>
                  <a:pt x="9073899" y="629018"/>
                  <a:pt x="9073840" y="623351"/>
                  <a:pt x="9073840" y="617670"/>
                </a:cubicBezTo>
                <a:lnTo>
                  <a:pt x="9074434" y="606230"/>
                </a:lnTo>
                <a:lnTo>
                  <a:pt x="9074932" y="606263"/>
                </a:lnTo>
                <a:close/>
                <a:moveTo>
                  <a:pt x="9052207" y="605769"/>
                </a:moveTo>
                <a:lnTo>
                  <a:pt x="9052233" y="606263"/>
                </a:lnTo>
                <a:lnTo>
                  <a:pt x="9052731" y="606230"/>
                </a:lnTo>
                <a:lnTo>
                  <a:pt x="9053325" y="617670"/>
                </a:lnTo>
                <a:cubicBezTo>
                  <a:pt x="9053325" y="623351"/>
                  <a:pt x="9053266" y="629018"/>
                  <a:pt x="9051954" y="634646"/>
                </a:cubicBezTo>
                <a:cubicBezTo>
                  <a:pt x="9051997" y="665981"/>
                  <a:pt x="9049546" y="696872"/>
                  <a:pt x="9044487" y="727122"/>
                </a:cubicBezTo>
                <a:lnTo>
                  <a:pt x="9043949" y="733798"/>
                </a:lnTo>
                <a:cubicBezTo>
                  <a:pt x="9043779" y="733803"/>
                  <a:pt x="9043611" y="733808"/>
                  <a:pt x="9043443" y="733861"/>
                </a:cubicBezTo>
                <a:cubicBezTo>
                  <a:pt x="8993168" y="1086726"/>
                  <a:pt x="8712129" y="1367503"/>
                  <a:pt x="8353278" y="1426902"/>
                </a:cubicBezTo>
                <a:lnTo>
                  <a:pt x="8353162" y="1428050"/>
                </a:lnTo>
                <a:cubicBezTo>
                  <a:pt x="8347851" y="1429061"/>
                  <a:pt x="8342522" y="1430009"/>
                  <a:pt x="8336945" y="1429590"/>
                </a:cubicBezTo>
                <a:cubicBezTo>
                  <a:pt x="8305773" y="1435144"/>
                  <a:pt x="8273893" y="1438125"/>
                  <a:pt x="8241519" y="1438652"/>
                </a:cubicBezTo>
                <a:lnTo>
                  <a:pt x="8224400" y="1440278"/>
                </a:lnTo>
                <a:lnTo>
                  <a:pt x="8224374" y="1439783"/>
                </a:lnTo>
                <a:lnTo>
                  <a:pt x="8223875" y="1439816"/>
                </a:lnTo>
                <a:cubicBezTo>
                  <a:pt x="8223309" y="1436014"/>
                  <a:pt x="8223282" y="1432198"/>
                  <a:pt x="8223282" y="1428376"/>
                </a:cubicBezTo>
                <a:cubicBezTo>
                  <a:pt x="8223282" y="1422694"/>
                  <a:pt x="8223341" y="1417025"/>
                  <a:pt x="8224653" y="1411395"/>
                </a:cubicBezTo>
                <a:cubicBezTo>
                  <a:pt x="8224611" y="1380067"/>
                  <a:pt x="8227060" y="1349182"/>
                  <a:pt x="8232117" y="1318938"/>
                </a:cubicBezTo>
                <a:lnTo>
                  <a:pt x="8232657" y="1312248"/>
                </a:lnTo>
                <a:cubicBezTo>
                  <a:pt x="8232826" y="1312243"/>
                  <a:pt x="8232995" y="1312238"/>
                  <a:pt x="8233163" y="1312185"/>
                </a:cubicBezTo>
                <a:cubicBezTo>
                  <a:pt x="8283439" y="959319"/>
                  <a:pt x="8564478" y="678542"/>
                  <a:pt x="8923328" y="619144"/>
                </a:cubicBezTo>
                <a:lnTo>
                  <a:pt x="8923445" y="617996"/>
                </a:lnTo>
                <a:cubicBezTo>
                  <a:pt x="8928754" y="616986"/>
                  <a:pt x="8934082" y="616038"/>
                  <a:pt x="8939658" y="616457"/>
                </a:cubicBezTo>
                <a:cubicBezTo>
                  <a:pt x="8970841" y="610900"/>
                  <a:pt x="9002734" y="607919"/>
                  <a:pt x="9035120" y="607392"/>
                </a:cubicBezTo>
                <a:close/>
                <a:moveTo>
                  <a:pt x="7382807" y="605769"/>
                </a:moveTo>
                <a:lnTo>
                  <a:pt x="7399895" y="607392"/>
                </a:lnTo>
                <a:cubicBezTo>
                  <a:pt x="7432280" y="607919"/>
                  <a:pt x="7464173" y="610900"/>
                  <a:pt x="7495356" y="616457"/>
                </a:cubicBezTo>
                <a:cubicBezTo>
                  <a:pt x="7500932" y="616038"/>
                  <a:pt x="7506260" y="616986"/>
                  <a:pt x="7511569" y="617996"/>
                </a:cubicBezTo>
                <a:lnTo>
                  <a:pt x="7511686" y="619144"/>
                </a:lnTo>
                <a:cubicBezTo>
                  <a:pt x="7870536" y="678542"/>
                  <a:pt x="8151575" y="959319"/>
                  <a:pt x="8201852" y="1312185"/>
                </a:cubicBezTo>
                <a:cubicBezTo>
                  <a:pt x="8202019" y="1312238"/>
                  <a:pt x="8202189" y="1312243"/>
                  <a:pt x="8202357" y="1312248"/>
                </a:cubicBezTo>
                <a:lnTo>
                  <a:pt x="8202898" y="1318938"/>
                </a:lnTo>
                <a:cubicBezTo>
                  <a:pt x="8207954" y="1349182"/>
                  <a:pt x="8210404" y="1380067"/>
                  <a:pt x="8210362" y="1411395"/>
                </a:cubicBezTo>
                <a:cubicBezTo>
                  <a:pt x="8211674" y="1417025"/>
                  <a:pt x="8211732" y="1422694"/>
                  <a:pt x="8211732" y="1428376"/>
                </a:cubicBezTo>
                <a:cubicBezTo>
                  <a:pt x="8211732" y="1432198"/>
                  <a:pt x="8211705" y="1436014"/>
                  <a:pt x="8211139" y="1439816"/>
                </a:cubicBezTo>
                <a:lnTo>
                  <a:pt x="8210640" y="1439783"/>
                </a:lnTo>
                <a:lnTo>
                  <a:pt x="8210614" y="1440278"/>
                </a:lnTo>
                <a:lnTo>
                  <a:pt x="8193496" y="1438652"/>
                </a:lnTo>
                <a:cubicBezTo>
                  <a:pt x="8161122" y="1438125"/>
                  <a:pt x="8129241" y="1435144"/>
                  <a:pt x="8098069" y="1429590"/>
                </a:cubicBezTo>
                <a:cubicBezTo>
                  <a:pt x="8092492" y="1430009"/>
                  <a:pt x="8087163" y="1429061"/>
                  <a:pt x="8081853" y="1428050"/>
                </a:cubicBezTo>
                <a:lnTo>
                  <a:pt x="8081737" y="1426902"/>
                </a:lnTo>
                <a:cubicBezTo>
                  <a:pt x="7722885" y="1367503"/>
                  <a:pt x="7441846" y="1086726"/>
                  <a:pt x="7391571" y="733861"/>
                </a:cubicBezTo>
                <a:cubicBezTo>
                  <a:pt x="7391403" y="733808"/>
                  <a:pt x="7391235" y="733803"/>
                  <a:pt x="7391065" y="733798"/>
                </a:cubicBezTo>
                <a:lnTo>
                  <a:pt x="7390527" y="727122"/>
                </a:lnTo>
                <a:cubicBezTo>
                  <a:pt x="7385468" y="696872"/>
                  <a:pt x="7383018" y="665981"/>
                  <a:pt x="7383060" y="634646"/>
                </a:cubicBezTo>
                <a:cubicBezTo>
                  <a:pt x="7381748" y="629018"/>
                  <a:pt x="7381689" y="623351"/>
                  <a:pt x="7381689" y="617670"/>
                </a:cubicBezTo>
                <a:lnTo>
                  <a:pt x="7382283" y="606230"/>
                </a:lnTo>
                <a:lnTo>
                  <a:pt x="7382781" y="606263"/>
                </a:lnTo>
                <a:close/>
                <a:moveTo>
                  <a:pt x="5690656" y="605769"/>
                </a:moveTo>
                <a:lnTo>
                  <a:pt x="5707743" y="607392"/>
                </a:lnTo>
                <a:cubicBezTo>
                  <a:pt x="5740129" y="607919"/>
                  <a:pt x="5772021" y="610900"/>
                  <a:pt x="5803205" y="616457"/>
                </a:cubicBezTo>
                <a:cubicBezTo>
                  <a:pt x="5808781" y="616038"/>
                  <a:pt x="5814109" y="616986"/>
                  <a:pt x="5819417" y="617996"/>
                </a:cubicBezTo>
                <a:lnTo>
                  <a:pt x="5819534" y="619144"/>
                </a:lnTo>
                <a:cubicBezTo>
                  <a:pt x="6178385" y="678542"/>
                  <a:pt x="6459424" y="959319"/>
                  <a:pt x="6509700" y="1312185"/>
                </a:cubicBezTo>
                <a:cubicBezTo>
                  <a:pt x="6509868" y="1312238"/>
                  <a:pt x="6510037" y="1312243"/>
                  <a:pt x="6510206" y="1312248"/>
                </a:cubicBezTo>
                <a:lnTo>
                  <a:pt x="6510746" y="1318938"/>
                </a:lnTo>
                <a:cubicBezTo>
                  <a:pt x="6515803" y="1349182"/>
                  <a:pt x="6518252" y="1380067"/>
                  <a:pt x="6518210" y="1411395"/>
                </a:cubicBezTo>
                <a:cubicBezTo>
                  <a:pt x="6519522" y="1417025"/>
                  <a:pt x="6519581" y="1422694"/>
                  <a:pt x="6519581" y="1428376"/>
                </a:cubicBezTo>
                <a:cubicBezTo>
                  <a:pt x="6519581" y="1432198"/>
                  <a:pt x="6519554" y="1436014"/>
                  <a:pt x="6518988" y="1439816"/>
                </a:cubicBezTo>
                <a:lnTo>
                  <a:pt x="6518489" y="1439783"/>
                </a:lnTo>
                <a:lnTo>
                  <a:pt x="6518463" y="1440278"/>
                </a:lnTo>
                <a:lnTo>
                  <a:pt x="6501344" y="1438652"/>
                </a:lnTo>
                <a:cubicBezTo>
                  <a:pt x="6468970" y="1438125"/>
                  <a:pt x="6437090" y="1435144"/>
                  <a:pt x="6405918" y="1429590"/>
                </a:cubicBezTo>
                <a:cubicBezTo>
                  <a:pt x="6400341" y="1430009"/>
                  <a:pt x="6395012" y="1429061"/>
                  <a:pt x="6389701" y="1428050"/>
                </a:cubicBezTo>
                <a:lnTo>
                  <a:pt x="6389585" y="1426902"/>
                </a:lnTo>
                <a:cubicBezTo>
                  <a:pt x="6030734" y="1367503"/>
                  <a:pt x="5749695" y="1086726"/>
                  <a:pt x="5699419" y="733861"/>
                </a:cubicBezTo>
                <a:cubicBezTo>
                  <a:pt x="5699252" y="733808"/>
                  <a:pt x="5699083" y="733803"/>
                  <a:pt x="5698914" y="733798"/>
                </a:cubicBezTo>
                <a:lnTo>
                  <a:pt x="5698375" y="727122"/>
                </a:lnTo>
                <a:cubicBezTo>
                  <a:pt x="5693317" y="696872"/>
                  <a:pt x="5690866" y="665981"/>
                  <a:pt x="5690908" y="634646"/>
                </a:cubicBezTo>
                <a:cubicBezTo>
                  <a:pt x="5689596" y="629018"/>
                  <a:pt x="5689538" y="623351"/>
                  <a:pt x="5689538" y="617670"/>
                </a:cubicBezTo>
                <a:lnTo>
                  <a:pt x="5690132" y="606230"/>
                </a:lnTo>
                <a:lnTo>
                  <a:pt x="5690630" y="606263"/>
                </a:lnTo>
                <a:close/>
                <a:moveTo>
                  <a:pt x="5667905" y="605769"/>
                </a:moveTo>
                <a:lnTo>
                  <a:pt x="5667931" y="606263"/>
                </a:lnTo>
                <a:lnTo>
                  <a:pt x="5668429" y="606230"/>
                </a:lnTo>
                <a:lnTo>
                  <a:pt x="5669023" y="617670"/>
                </a:lnTo>
                <a:cubicBezTo>
                  <a:pt x="5669023" y="623351"/>
                  <a:pt x="5668964" y="629018"/>
                  <a:pt x="5667652" y="634646"/>
                </a:cubicBezTo>
                <a:cubicBezTo>
                  <a:pt x="5667694" y="665981"/>
                  <a:pt x="5665244" y="696872"/>
                  <a:pt x="5660185" y="727122"/>
                </a:cubicBezTo>
                <a:lnTo>
                  <a:pt x="5659647" y="733798"/>
                </a:lnTo>
                <a:cubicBezTo>
                  <a:pt x="5659477" y="733803"/>
                  <a:pt x="5659309" y="733808"/>
                  <a:pt x="5659141" y="733861"/>
                </a:cubicBezTo>
                <a:cubicBezTo>
                  <a:pt x="5608866" y="1086726"/>
                  <a:pt x="5327827" y="1367503"/>
                  <a:pt x="4968975" y="1426902"/>
                </a:cubicBezTo>
                <a:lnTo>
                  <a:pt x="4968859" y="1428050"/>
                </a:lnTo>
                <a:cubicBezTo>
                  <a:pt x="4963549" y="1429061"/>
                  <a:pt x="4958220" y="1430009"/>
                  <a:pt x="4952643" y="1429590"/>
                </a:cubicBezTo>
                <a:cubicBezTo>
                  <a:pt x="4921471" y="1435144"/>
                  <a:pt x="4889590" y="1438125"/>
                  <a:pt x="4857216" y="1438652"/>
                </a:cubicBezTo>
                <a:lnTo>
                  <a:pt x="4840098" y="1440278"/>
                </a:lnTo>
                <a:lnTo>
                  <a:pt x="4840072" y="1439783"/>
                </a:lnTo>
                <a:lnTo>
                  <a:pt x="4839573" y="1439816"/>
                </a:lnTo>
                <a:cubicBezTo>
                  <a:pt x="4839007" y="1436014"/>
                  <a:pt x="4838980" y="1432198"/>
                  <a:pt x="4838980" y="1428376"/>
                </a:cubicBezTo>
                <a:cubicBezTo>
                  <a:pt x="4838980" y="1422694"/>
                  <a:pt x="4839038" y="1417025"/>
                  <a:pt x="4840350" y="1411395"/>
                </a:cubicBezTo>
                <a:cubicBezTo>
                  <a:pt x="4840308" y="1380067"/>
                  <a:pt x="4842758" y="1349182"/>
                  <a:pt x="4847814" y="1318938"/>
                </a:cubicBezTo>
                <a:lnTo>
                  <a:pt x="4848355" y="1312248"/>
                </a:lnTo>
                <a:cubicBezTo>
                  <a:pt x="4848523" y="1312243"/>
                  <a:pt x="4848693" y="1312238"/>
                  <a:pt x="4848860" y="1312185"/>
                </a:cubicBezTo>
                <a:cubicBezTo>
                  <a:pt x="4899137" y="959319"/>
                  <a:pt x="5180176" y="678542"/>
                  <a:pt x="5539026" y="619144"/>
                </a:cubicBezTo>
                <a:lnTo>
                  <a:pt x="5539143" y="617996"/>
                </a:lnTo>
                <a:cubicBezTo>
                  <a:pt x="5544452" y="616986"/>
                  <a:pt x="5549780" y="616038"/>
                  <a:pt x="5555356" y="616457"/>
                </a:cubicBezTo>
                <a:cubicBezTo>
                  <a:pt x="5586539" y="610900"/>
                  <a:pt x="5618432" y="607919"/>
                  <a:pt x="5650817" y="607392"/>
                </a:cubicBezTo>
                <a:close/>
                <a:moveTo>
                  <a:pt x="3998505" y="605769"/>
                </a:moveTo>
                <a:lnTo>
                  <a:pt x="4015592" y="607392"/>
                </a:lnTo>
                <a:cubicBezTo>
                  <a:pt x="4047978" y="607919"/>
                  <a:pt x="4079870" y="610900"/>
                  <a:pt x="4111054" y="616457"/>
                </a:cubicBezTo>
                <a:cubicBezTo>
                  <a:pt x="4116630" y="616038"/>
                  <a:pt x="4121958" y="616986"/>
                  <a:pt x="4127266" y="617996"/>
                </a:cubicBezTo>
                <a:lnTo>
                  <a:pt x="4127384" y="619144"/>
                </a:lnTo>
                <a:cubicBezTo>
                  <a:pt x="4486234" y="678542"/>
                  <a:pt x="4767273" y="959319"/>
                  <a:pt x="4817549" y="1312185"/>
                </a:cubicBezTo>
                <a:cubicBezTo>
                  <a:pt x="4817717" y="1312238"/>
                  <a:pt x="4817886" y="1312243"/>
                  <a:pt x="4818055" y="1312248"/>
                </a:cubicBezTo>
                <a:lnTo>
                  <a:pt x="4818595" y="1318938"/>
                </a:lnTo>
                <a:cubicBezTo>
                  <a:pt x="4823652" y="1349182"/>
                  <a:pt x="4826101" y="1380067"/>
                  <a:pt x="4826059" y="1411395"/>
                </a:cubicBezTo>
                <a:cubicBezTo>
                  <a:pt x="4827371" y="1417025"/>
                  <a:pt x="4827430" y="1422694"/>
                  <a:pt x="4827430" y="1428376"/>
                </a:cubicBezTo>
                <a:cubicBezTo>
                  <a:pt x="4827430" y="1432198"/>
                  <a:pt x="4827403" y="1436014"/>
                  <a:pt x="4826837" y="1439816"/>
                </a:cubicBezTo>
                <a:lnTo>
                  <a:pt x="4826338" y="1439783"/>
                </a:lnTo>
                <a:lnTo>
                  <a:pt x="4826312" y="1440278"/>
                </a:lnTo>
                <a:lnTo>
                  <a:pt x="4809193" y="1438652"/>
                </a:lnTo>
                <a:cubicBezTo>
                  <a:pt x="4776819" y="1438125"/>
                  <a:pt x="4744939" y="1435144"/>
                  <a:pt x="4713767" y="1429590"/>
                </a:cubicBezTo>
                <a:cubicBezTo>
                  <a:pt x="4708190" y="1430009"/>
                  <a:pt x="4702861" y="1429061"/>
                  <a:pt x="4697550" y="1428050"/>
                </a:cubicBezTo>
                <a:lnTo>
                  <a:pt x="4697434" y="1426902"/>
                </a:lnTo>
                <a:cubicBezTo>
                  <a:pt x="4338583" y="1367503"/>
                  <a:pt x="4057544" y="1086726"/>
                  <a:pt x="4007268" y="733861"/>
                </a:cubicBezTo>
                <a:cubicBezTo>
                  <a:pt x="4007101" y="733808"/>
                  <a:pt x="4006932" y="733803"/>
                  <a:pt x="4006763" y="733798"/>
                </a:cubicBezTo>
                <a:lnTo>
                  <a:pt x="4006225" y="727122"/>
                </a:lnTo>
                <a:cubicBezTo>
                  <a:pt x="4001166" y="696872"/>
                  <a:pt x="3998715" y="665981"/>
                  <a:pt x="3998757" y="634646"/>
                </a:cubicBezTo>
                <a:cubicBezTo>
                  <a:pt x="3997445" y="629018"/>
                  <a:pt x="3997387" y="623351"/>
                  <a:pt x="3997387" y="617670"/>
                </a:cubicBezTo>
                <a:lnTo>
                  <a:pt x="3997981" y="606230"/>
                </a:lnTo>
                <a:lnTo>
                  <a:pt x="3998479" y="606263"/>
                </a:lnTo>
                <a:close/>
                <a:moveTo>
                  <a:pt x="3975754" y="605769"/>
                </a:moveTo>
                <a:lnTo>
                  <a:pt x="3975780" y="606263"/>
                </a:lnTo>
                <a:lnTo>
                  <a:pt x="3976278" y="606230"/>
                </a:lnTo>
                <a:lnTo>
                  <a:pt x="3976872" y="617670"/>
                </a:lnTo>
                <a:cubicBezTo>
                  <a:pt x="3976872" y="623351"/>
                  <a:pt x="3976813" y="629018"/>
                  <a:pt x="3975501" y="634646"/>
                </a:cubicBezTo>
                <a:cubicBezTo>
                  <a:pt x="3975543" y="665981"/>
                  <a:pt x="3973093" y="696872"/>
                  <a:pt x="3968034" y="727122"/>
                </a:cubicBezTo>
                <a:lnTo>
                  <a:pt x="3967496" y="733798"/>
                </a:lnTo>
                <a:cubicBezTo>
                  <a:pt x="3967326" y="733803"/>
                  <a:pt x="3967158" y="733808"/>
                  <a:pt x="3966990" y="733861"/>
                </a:cubicBezTo>
                <a:cubicBezTo>
                  <a:pt x="3916715" y="1086726"/>
                  <a:pt x="3635676" y="1367503"/>
                  <a:pt x="3276825" y="1426902"/>
                </a:cubicBezTo>
                <a:lnTo>
                  <a:pt x="3276708" y="1428050"/>
                </a:lnTo>
                <a:cubicBezTo>
                  <a:pt x="3271398" y="1429061"/>
                  <a:pt x="3266069" y="1430009"/>
                  <a:pt x="3260492" y="1429590"/>
                </a:cubicBezTo>
                <a:cubicBezTo>
                  <a:pt x="3229320" y="1435144"/>
                  <a:pt x="3197440" y="1438125"/>
                  <a:pt x="3165065" y="1438652"/>
                </a:cubicBezTo>
                <a:lnTo>
                  <a:pt x="3147947" y="1440278"/>
                </a:lnTo>
                <a:lnTo>
                  <a:pt x="3147921" y="1439783"/>
                </a:lnTo>
                <a:lnTo>
                  <a:pt x="3147422" y="1439816"/>
                </a:lnTo>
                <a:cubicBezTo>
                  <a:pt x="3146856" y="1436014"/>
                  <a:pt x="3146829" y="1432198"/>
                  <a:pt x="3146829" y="1428376"/>
                </a:cubicBezTo>
                <a:cubicBezTo>
                  <a:pt x="3146829" y="1422694"/>
                  <a:pt x="3146887" y="1417025"/>
                  <a:pt x="3148199" y="1411395"/>
                </a:cubicBezTo>
                <a:cubicBezTo>
                  <a:pt x="3148157" y="1380067"/>
                  <a:pt x="3150607" y="1349182"/>
                  <a:pt x="3155663" y="1318938"/>
                </a:cubicBezTo>
                <a:lnTo>
                  <a:pt x="3156204" y="1312248"/>
                </a:lnTo>
                <a:cubicBezTo>
                  <a:pt x="3156372" y="1312243"/>
                  <a:pt x="3156542" y="1312238"/>
                  <a:pt x="3156709" y="1312185"/>
                </a:cubicBezTo>
                <a:cubicBezTo>
                  <a:pt x="3206986" y="959319"/>
                  <a:pt x="3488025" y="678542"/>
                  <a:pt x="3846875" y="619144"/>
                </a:cubicBezTo>
                <a:lnTo>
                  <a:pt x="3846992" y="617996"/>
                </a:lnTo>
                <a:cubicBezTo>
                  <a:pt x="3852301" y="616986"/>
                  <a:pt x="3857629" y="616038"/>
                  <a:pt x="3863205" y="616457"/>
                </a:cubicBezTo>
                <a:cubicBezTo>
                  <a:pt x="3894388" y="610900"/>
                  <a:pt x="3926281" y="607919"/>
                  <a:pt x="3958666" y="607392"/>
                </a:cubicBezTo>
                <a:close/>
                <a:moveTo>
                  <a:pt x="2306354" y="605769"/>
                </a:moveTo>
                <a:lnTo>
                  <a:pt x="2323441" y="607392"/>
                </a:lnTo>
                <a:cubicBezTo>
                  <a:pt x="2355827" y="607919"/>
                  <a:pt x="2387719" y="610900"/>
                  <a:pt x="2418903" y="616457"/>
                </a:cubicBezTo>
                <a:cubicBezTo>
                  <a:pt x="2424479" y="616038"/>
                  <a:pt x="2429807" y="616986"/>
                  <a:pt x="2435115" y="617996"/>
                </a:cubicBezTo>
                <a:lnTo>
                  <a:pt x="2435233" y="619144"/>
                </a:lnTo>
                <a:cubicBezTo>
                  <a:pt x="2794083" y="678542"/>
                  <a:pt x="3075122" y="959319"/>
                  <a:pt x="3125398" y="1312185"/>
                </a:cubicBezTo>
                <a:cubicBezTo>
                  <a:pt x="3125566" y="1312238"/>
                  <a:pt x="3125735" y="1312243"/>
                  <a:pt x="3125904" y="1312248"/>
                </a:cubicBezTo>
                <a:lnTo>
                  <a:pt x="3126444" y="1318938"/>
                </a:lnTo>
                <a:cubicBezTo>
                  <a:pt x="3131501" y="1349182"/>
                  <a:pt x="3133950" y="1380067"/>
                  <a:pt x="3133908" y="1411395"/>
                </a:cubicBezTo>
                <a:cubicBezTo>
                  <a:pt x="3135220" y="1417025"/>
                  <a:pt x="3135279" y="1422694"/>
                  <a:pt x="3135279" y="1428376"/>
                </a:cubicBezTo>
                <a:cubicBezTo>
                  <a:pt x="3135279" y="1432198"/>
                  <a:pt x="3135252" y="1436014"/>
                  <a:pt x="3134686" y="1439816"/>
                </a:cubicBezTo>
                <a:lnTo>
                  <a:pt x="3134187" y="1439783"/>
                </a:lnTo>
                <a:lnTo>
                  <a:pt x="3134161" y="1440278"/>
                </a:lnTo>
                <a:lnTo>
                  <a:pt x="3117042" y="1438652"/>
                </a:lnTo>
                <a:cubicBezTo>
                  <a:pt x="3084668" y="1438125"/>
                  <a:pt x="3052788" y="1435144"/>
                  <a:pt x="3021616" y="1429590"/>
                </a:cubicBezTo>
                <a:cubicBezTo>
                  <a:pt x="3016039" y="1430009"/>
                  <a:pt x="3010710" y="1429061"/>
                  <a:pt x="3005399" y="1428050"/>
                </a:cubicBezTo>
                <a:lnTo>
                  <a:pt x="3005283" y="1426902"/>
                </a:lnTo>
                <a:cubicBezTo>
                  <a:pt x="2646432" y="1367503"/>
                  <a:pt x="2365393" y="1086726"/>
                  <a:pt x="2315117" y="733861"/>
                </a:cubicBezTo>
                <a:cubicBezTo>
                  <a:pt x="2314950" y="733808"/>
                  <a:pt x="2314781" y="733803"/>
                  <a:pt x="2314612" y="733798"/>
                </a:cubicBezTo>
                <a:lnTo>
                  <a:pt x="2314074" y="727122"/>
                </a:lnTo>
                <a:cubicBezTo>
                  <a:pt x="2309015" y="696872"/>
                  <a:pt x="2306564" y="665981"/>
                  <a:pt x="2306606" y="634646"/>
                </a:cubicBezTo>
                <a:cubicBezTo>
                  <a:pt x="2305294" y="629018"/>
                  <a:pt x="2305236" y="623351"/>
                  <a:pt x="2305236" y="617670"/>
                </a:cubicBezTo>
                <a:lnTo>
                  <a:pt x="2305830" y="606230"/>
                </a:lnTo>
                <a:lnTo>
                  <a:pt x="2306328" y="606263"/>
                </a:lnTo>
                <a:close/>
                <a:moveTo>
                  <a:pt x="2283603" y="605769"/>
                </a:moveTo>
                <a:lnTo>
                  <a:pt x="2283629" y="606263"/>
                </a:lnTo>
                <a:lnTo>
                  <a:pt x="2284127" y="606230"/>
                </a:lnTo>
                <a:lnTo>
                  <a:pt x="2284721" y="617670"/>
                </a:lnTo>
                <a:cubicBezTo>
                  <a:pt x="2284721" y="623351"/>
                  <a:pt x="2284662" y="629018"/>
                  <a:pt x="2283350" y="634646"/>
                </a:cubicBezTo>
                <a:cubicBezTo>
                  <a:pt x="2283392" y="665981"/>
                  <a:pt x="2280942" y="696872"/>
                  <a:pt x="2275883" y="727122"/>
                </a:cubicBezTo>
                <a:lnTo>
                  <a:pt x="2275345" y="733798"/>
                </a:lnTo>
                <a:cubicBezTo>
                  <a:pt x="2275175" y="733803"/>
                  <a:pt x="2275007" y="733808"/>
                  <a:pt x="2274839" y="733861"/>
                </a:cubicBezTo>
                <a:cubicBezTo>
                  <a:pt x="2224564" y="1086726"/>
                  <a:pt x="1943525" y="1367503"/>
                  <a:pt x="1584673" y="1426902"/>
                </a:cubicBezTo>
                <a:lnTo>
                  <a:pt x="1584557" y="1428050"/>
                </a:lnTo>
                <a:cubicBezTo>
                  <a:pt x="1579247" y="1429061"/>
                  <a:pt x="1573918" y="1430009"/>
                  <a:pt x="1568341" y="1429590"/>
                </a:cubicBezTo>
                <a:cubicBezTo>
                  <a:pt x="1537169" y="1435144"/>
                  <a:pt x="1505289" y="1438125"/>
                  <a:pt x="1472914" y="1438652"/>
                </a:cubicBezTo>
                <a:lnTo>
                  <a:pt x="1455796" y="1440278"/>
                </a:lnTo>
                <a:lnTo>
                  <a:pt x="1455770" y="1439783"/>
                </a:lnTo>
                <a:lnTo>
                  <a:pt x="1455271" y="1439816"/>
                </a:lnTo>
                <a:cubicBezTo>
                  <a:pt x="1454705" y="1436014"/>
                  <a:pt x="1454678" y="1432198"/>
                  <a:pt x="1454678" y="1428376"/>
                </a:cubicBezTo>
                <a:cubicBezTo>
                  <a:pt x="1454678" y="1422694"/>
                  <a:pt x="1454736" y="1417025"/>
                  <a:pt x="1456048" y="1411395"/>
                </a:cubicBezTo>
                <a:cubicBezTo>
                  <a:pt x="1456006" y="1380067"/>
                  <a:pt x="1458456" y="1349182"/>
                  <a:pt x="1463513" y="1318938"/>
                </a:cubicBezTo>
                <a:lnTo>
                  <a:pt x="1464053" y="1312248"/>
                </a:lnTo>
                <a:cubicBezTo>
                  <a:pt x="1464221" y="1312243"/>
                  <a:pt x="1464391" y="1312238"/>
                  <a:pt x="1464558" y="1312185"/>
                </a:cubicBezTo>
                <a:cubicBezTo>
                  <a:pt x="1514835" y="959319"/>
                  <a:pt x="1795874" y="678542"/>
                  <a:pt x="2154724" y="619144"/>
                </a:cubicBezTo>
                <a:lnTo>
                  <a:pt x="2154841" y="617996"/>
                </a:lnTo>
                <a:cubicBezTo>
                  <a:pt x="2160150" y="616986"/>
                  <a:pt x="2165478" y="616038"/>
                  <a:pt x="2171054" y="616457"/>
                </a:cubicBezTo>
                <a:cubicBezTo>
                  <a:pt x="2202237" y="610900"/>
                  <a:pt x="2234130" y="607919"/>
                  <a:pt x="2266515" y="607392"/>
                </a:cubicBezTo>
                <a:close/>
                <a:moveTo>
                  <a:pt x="614203" y="605769"/>
                </a:moveTo>
                <a:lnTo>
                  <a:pt x="631290" y="607392"/>
                </a:lnTo>
                <a:cubicBezTo>
                  <a:pt x="663676" y="607919"/>
                  <a:pt x="695568" y="610900"/>
                  <a:pt x="726752" y="616457"/>
                </a:cubicBezTo>
                <a:cubicBezTo>
                  <a:pt x="732328" y="616038"/>
                  <a:pt x="737656" y="616986"/>
                  <a:pt x="742964" y="617996"/>
                </a:cubicBezTo>
                <a:lnTo>
                  <a:pt x="743081" y="619144"/>
                </a:lnTo>
                <a:cubicBezTo>
                  <a:pt x="1101932" y="678542"/>
                  <a:pt x="1382971" y="959319"/>
                  <a:pt x="1433247" y="1312185"/>
                </a:cubicBezTo>
                <a:cubicBezTo>
                  <a:pt x="1433415" y="1312238"/>
                  <a:pt x="1433584" y="1312243"/>
                  <a:pt x="1433753" y="1312248"/>
                </a:cubicBezTo>
                <a:lnTo>
                  <a:pt x="1434293" y="1318938"/>
                </a:lnTo>
                <a:cubicBezTo>
                  <a:pt x="1439350" y="1349182"/>
                  <a:pt x="1441799" y="1380067"/>
                  <a:pt x="1441757" y="1411395"/>
                </a:cubicBezTo>
                <a:cubicBezTo>
                  <a:pt x="1443069" y="1417025"/>
                  <a:pt x="1443128" y="1422694"/>
                  <a:pt x="1443128" y="1428376"/>
                </a:cubicBezTo>
                <a:cubicBezTo>
                  <a:pt x="1443128" y="1432198"/>
                  <a:pt x="1443101" y="1436014"/>
                  <a:pt x="1442535" y="1439816"/>
                </a:cubicBezTo>
                <a:lnTo>
                  <a:pt x="1442036" y="1439783"/>
                </a:lnTo>
                <a:lnTo>
                  <a:pt x="1442010" y="1440278"/>
                </a:lnTo>
                <a:lnTo>
                  <a:pt x="1424891" y="1438652"/>
                </a:lnTo>
                <a:cubicBezTo>
                  <a:pt x="1392517" y="1438125"/>
                  <a:pt x="1360637" y="1435144"/>
                  <a:pt x="1329465" y="1429590"/>
                </a:cubicBezTo>
                <a:cubicBezTo>
                  <a:pt x="1323888" y="1430009"/>
                  <a:pt x="1318559" y="1429061"/>
                  <a:pt x="1313248" y="1428050"/>
                </a:cubicBezTo>
                <a:lnTo>
                  <a:pt x="1313132" y="1426902"/>
                </a:lnTo>
                <a:cubicBezTo>
                  <a:pt x="954281" y="1367503"/>
                  <a:pt x="673242" y="1086726"/>
                  <a:pt x="622966" y="733861"/>
                </a:cubicBezTo>
                <a:cubicBezTo>
                  <a:pt x="622799" y="733808"/>
                  <a:pt x="622630" y="733803"/>
                  <a:pt x="622461" y="733798"/>
                </a:cubicBezTo>
                <a:lnTo>
                  <a:pt x="621923" y="727122"/>
                </a:lnTo>
                <a:cubicBezTo>
                  <a:pt x="616864" y="696872"/>
                  <a:pt x="614413" y="665981"/>
                  <a:pt x="614455" y="634646"/>
                </a:cubicBezTo>
                <a:cubicBezTo>
                  <a:pt x="613143" y="629018"/>
                  <a:pt x="613085" y="623351"/>
                  <a:pt x="613085" y="617670"/>
                </a:cubicBezTo>
                <a:lnTo>
                  <a:pt x="613679" y="606230"/>
                </a:lnTo>
                <a:lnTo>
                  <a:pt x="614177" y="606263"/>
                </a:lnTo>
                <a:close/>
                <a:moveTo>
                  <a:pt x="7360056" y="605769"/>
                </a:moveTo>
                <a:lnTo>
                  <a:pt x="7360082" y="606263"/>
                </a:lnTo>
                <a:lnTo>
                  <a:pt x="7360580" y="606230"/>
                </a:lnTo>
                <a:lnTo>
                  <a:pt x="7361174" y="617670"/>
                </a:lnTo>
                <a:cubicBezTo>
                  <a:pt x="7361174" y="623351"/>
                  <a:pt x="7361116" y="629018"/>
                  <a:pt x="7359804" y="634646"/>
                </a:cubicBezTo>
                <a:cubicBezTo>
                  <a:pt x="7359846" y="665981"/>
                  <a:pt x="7357395" y="696872"/>
                  <a:pt x="7352337" y="727122"/>
                </a:cubicBezTo>
                <a:lnTo>
                  <a:pt x="7351798" y="733798"/>
                </a:lnTo>
                <a:cubicBezTo>
                  <a:pt x="7351629" y="733803"/>
                  <a:pt x="7351460" y="733808"/>
                  <a:pt x="7351293" y="733861"/>
                </a:cubicBezTo>
                <a:cubicBezTo>
                  <a:pt x="7301017" y="1086726"/>
                  <a:pt x="7019978" y="1367503"/>
                  <a:pt x="6661127" y="1426902"/>
                </a:cubicBezTo>
                <a:lnTo>
                  <a:pt x="6661011" y="1428050"/>
                </a:lnTo>
                <a:cubicBezTo>
                  <a:pt x="6655700" y="1429061"/>
                  <a:pt x="6650371" y="1430009"/>
                  <a:pt x="6644794" y="1429590"/>
                </a:cubicBezTo>
                <a:cubicBezTo>
                  <a:pt x="6613622" y="1435144"/>
                  <a:pt x="6581742" y="1438125"/>
                  <a:pt x="6549368" y="1438652"/>
                </a:cubicBezTo>
                <a:lnTo>
                  <a:pt x="6532249" y="1440278"/>
                </a:lnTo>
                <a:lnTo>
                  <a:pt x="6532223" y="1439783"/>
                </a:lnTo>
                <a:lnTo>
                  <a:pt x="6531724" y="1439816"/>
                </a:lnTo>
                <a:cubicBezTo>
                  <a:pt x="6531158" y="1436014"/>
                  <a:pt x="6531131" y="1432198"/>
                  <a:pt x="6531131" y="1428376"/>
                </a:cubicBezTo>
                <a:cubicBezTo>
                  <a:pt x="6531131" y="1422694"/>
                  <a:pt x="6531190" y="1417025"/>
                  <a:pt x="6532502" y="1411395"/>
                </a:cubicBezTo>
                <a:cubicBezTo>
                  <a:pt x="6532460" y="1380067"/>
                  <a:pt x="6534909" y="1349182"/>
                  <a:pt x="6539966" y="1318938"/>
                </a:cubicBezTo>
                <a:lnTo>
                  <a:pt x="6540506" y="1312248"/>
                </a:lnTo>
                <a:cubicBezTo>
                  <a:pt x="6540675" y="1312243"/>
                  <a:pt x="6540844" y="1312238"/>
                  <a:pt x="6541012" y="1312185"/>
                </a:cubicBezTo>
                <a:cubicBezTo>
                  <a:pt x="6591288" y="959319"/>
                  <a:pt x="6872327" y="678542"/>
                  <a:pt x="7231178" y="619144"/>
                </a:cubicBezTo>
                <a:lnTo>
                  <a:pt x="7231295" y="617996"/>
                </a:lnTo>
                <a:cubicBezTo>
                  <a:pt x="7236603" y="616986"/>
                  <a:pt x="7241931" y="616038"/>
                  <a:pt x="7247507" y="616457"/>
                </a:cubicBezTo>
                <a:cubicBezTo>
                  <a:pt x="7278691" y="610900"/>
                  <a:pt x="7310583" y="607919"/>
                  <a:pt x="7342969" y="607392"/>
                </a:cubicBezTo>
                <a:close/>
                <a:moveTo>
                  <a:pt x="591452" y="605769"/>
                </a:moveTo>
                <a:lnTo>
                  <a:pt x="591478" y="606263"/>
                </a:lnTo>
                <a:lnTo>
                  <a:pt x="591976" y="606230"/>
                </a:lnTo>
                <a:lnTo>
                  <a:pt x="592570" y="617670"/>
                </a:lnTo>
                <a:cubicBezTo>
                  <a:pt x="592570" y="623351"/>
                  <a:pt x="592511" y="629018"/>
                  <a:pt x="591199" y="634646"/>
                </a:cubicBezTo>
                <a:cubicBezTo>
                  <a:pt x="591242" y="665981"/>
                  <a:pt x="588791" y="696872"/>
                  <a:pt x="583732" y="727122"/>
                </a:cubicBezTo>
                <a:lnTo>
                  <a:pt x="583194" y="733798"/>
                </a:lnTo>
                <a:cubicBezTo>
                  <a:pt x="583024" y="733803"/>
                  <a:pt x="582856" y="733808"/>
                  <a:pt x="582689" y="733861"/>
                </a:cubicBezTo>
                <a:cubicBezTo>
                  <a:pt x="537576" y="1050490"/>
                  <a:pt x="306662" y="1309076"/>
                  <a:pt x="0" y="1400276"/>
                </a:cubicBezTo>
                <a:lnTo>
                  <a:pt x="0" y="1267938"/>
                </a:lnTo>
                <a:cubicBezTo>
                  <a:pt x="229298" y="1185101"/>
                  <a:pt x="402181" y="989705"/>
                  <a:pt x="449203" y="750600"/>
                </a:cubicBezTo>
                <a:cubicBezTo>
                  <a:pt x="258971" y="791484"/>
                  <a:pt x="97576" y="906749"/>
                  <a:pt x="0" y="1064489"/>
                </a:cubicBezTo>
                <a:lnTo>
                  <a:pt x="0" y="857695"/>
                </a:lnTo>
                <a:cubicBezTo>
                  <a:pt x="121484" y="734788"/>
                  <a:pt x="282199" y="649000"/>
                  <a:pt x="462573" y="619144"/>
                </a:cubicBezTo>
                <a:lnTo>
                  <a:pt x="462690" y="617996"/>
                </a:lnTo>
                <a:cubicBezTo>
                  <a:pt x="467999" y="616986"/>
                  <a:pt x="473327" y="616038"/>
                  <a:pt x="478903" y="616457"/>
                </a:cubicBezTo>
                <a:cubicBezTo>
                  <a:pt x="510086" y="610900"/>
                  <a:pt x="541979" y="607919"/>
                  <a:pt x="574365" y="607392"/>
                </a:cubicBezTo>
                <a:close/>
                <a:moveTo>
                  <a:pt x="11969013" y="0"/>
                </a:moveTo>
                <a:lnTo>
                  <a:pt x="12180097" y="0"/>
                </a:lnTo>
                <a:cubicBezTo>
                  <a:pt x="12184579" y="2797"/>
                  <a:pt x="12188307" y="6390"/>
                  <a:pt x="12192000" y="10016"/>
                </a:cubicBezTo>
                <a:lnTo>
                  <a:pt x="12192000" y="210008"/>
                </a:lnTo>
                <a:cubicBezTo>
                  <a:pt x="12135666" y="124006"/>
                  <a:pt x="12059786" y="51396"/>
                  <a:pt x="11969013" y="0"/>
                </a:cubicBezTo>
                <a:close/>
                <a:moveTo>
                  <a:pt x="11640695" y="0"/>
                </a:moveTo>
                <a:lnTo>
                  <a:pt x="11775234" y="0"/>
                </a:lnTo>
                <a:cubicBezTo>
                  <a:pt x="11842228" y="193636"/>
                  <a:pt x="11995970" y="348667"/>
                  <a:pt x="12192000" y="421829"/>
                </a:cubicBezTo>
                <a:lnTo>
                  <a:pt x="12192000" y="553832"/>
                </a:lnTo>
                <a:cubicBezTo>
                  <a:pt x="11924422" y="471599"/>
                  <a:pt x="11715712" y="262771"/>
                  <a:pt x="11640695" y="0"/>
                </a:cubicBezTo>
                <a:close/>
                <a:moveTo>
                  <a:pt x="11023379" y="0"/>
                </a:moveTo>
                <a:lnTo>
                  <a:pt x="11232088" y="0"/>
                </a:lnTo>
                <a:cubicBezTo>
                  <a:pt x="11066618" y="98005"/>
                  <a:pt x="10947209" y="260867"/>
                  <a:pt x="10909358" y="451830"/>
                </a:cubicBezTo>
                <a:cubicBezTo>
                  <a:pt x="11153410" y="399791"/>
                  <a:pt x="11350000" y="226290"/>
                  <a:pt x="11427896" y="0"/>
                </a:cubicBezTo>
                <a:lnTo>
                  <a:pt x="11561912" y="0"/>
                </a:lnTo>
                <a:cubicBezTo>
                  <a:pt x="11477134" y="299826"/>
                  <a:pt x="11217862" y="529393"/>
                  <a:pt x="10895987" y="582253"/>
                </a:cubicBezTo>
                <a:lnTo>
                  <a:pt x="10895871" y="583392"/>
                </a:lnTo>
                <a:cubicBezTo>
                  <a:pt x="10890560" y="584395"/>
                  <a:pt x="10885231" y="585336"/>
                  <a:pt x="10879654" y="584920"/>
                </a:cubicBezTo>
                <a:cubicBezTo>
                  <a:pt x="10848482" y="590430"/>
                  <a:pt x="10816602" y="593388"/>
                  <a:pt x="10784227" y="593911"/>
                </a:cubicBezTo>
                <a:lnTo>
                  <a:pt x="10767109" y="595524"/>
                </a:lnTo>
                <a:lnTo>
                  <a:pt x="10767083" y="595033"/>
                </a:lnTo>
                <a:lnTo>
                  <a:pt x="10766584" y="595066"/>
                </a:lnTo>
                <a:cubicBezTo>
                  <a:pt x="10766018" y="591293"/>
                  <a:pt x="10765991" y="587507"/>
                  <a:pt x="10765991" y="583715"/>
                </a:cubicBezTo>
                <a:cubicBezTo>
                  <a:pt x="10765991" y="578078"/>
                  <a:pt x="10766050" y="572454"/>
                  <a:pt x="10767362" y="566868"/>
                </a:cubicBezTo>
                <a:cubicBezTo>
                  <a:pt x="10767319" y="535786"/>
                  <a:pt x="10769769" y="505143"/>
                  <a:pt x="10774826" y="475137"/>
                </a:cubicBezTo>
                <a:lnTo>
                  <a:pt x="10775366" y="468500"/>
                </a:lnTo>
                <a:cubicBezTo>
                  <a:pt x="10775535" y="468495"/>
                  <a:pt x="10775704" y="468490"/>
                  <a:pt x="10775872" y="468437"/>
                </a:cubicBezTo>
                <a:cubicBezTo>
                  <a:pt x="10802174" y="285283"/>
                  <a:pt x="10891635" y="121704"/>
                  <a:pt x="11023379" y="0"/>
                </a:cubicBezTo>
                <a:close/>
                <a:moveTo>
                  <a:pt x="9949555" y="0"/>
                </a:moveTo>
                <a:lnTo>
                  <a:pt x="10083571" y="0"/>
                </a:lnTo>
                <a:cubicBezTo>
                  <a:pt x="10161467" y="226290"/>
                  <a:pt x="10358057" y="399791"/>
                  <a:pt x="10602109" y="451830"/>
                </a:cubicBezTo>
                <a:cubicBezTo>
                  <a:pt x="10564258" y="260867"/>
                  <a:pt x="10444849" y="98005"/>
                  <a:pt x="10279379" y="0"/>
                </a:cubicBezTo>
                <a:lnTo>
                  <a:pt x="10488089" y="0"/>
                </a:lnTo>
                <a:cubicBezTo>
                  <a:pt x="10619833" y="121704"/>
                  <a:pt x="10709293" y="285283"/>
                  <a:pt x="10735596" y="468437"/>
                </a:cubicBezTo>
                <a:cubicBezTo>
                  <a:pt x="10735763" y="468490"/>
                  <a:pt x="10735932" y="468495"/>
                  <a:pt x="10736101" y="468500"/>
                </a:cubicBezTo>
                <a:lnTo>
                  <a:pt x="10736641" y="475137"/>
                </a:lnTo>
                <a:cubicBezTo>
                  <a:pt x="10741698" y="505143"/>
                  <a:pt x="10744148" y="535786"/>
                  <a:pt x="10744105" y="566868"/>
                </a:cubicBezTo>
                <a:cubicBezTo>
                  <a:pt x="10745417" y="572454"/>
                  <a:pt x="10745476" y="578078"/>
                  <a:pt x="10745476" y="583715"/>
                </a:cubicBezTo>
                <a:cubicBezTo>
                  <a:pt x="10745476" y="587507"/>
                  <a:pt x="10745449" y="591293"/>
                  <a:pt x="10744883" y="595066"/>
                </a:cubicBezTo>
                <a:lnTo>
                  <a:pt x="10744384" y="595033"/>
                </a:lnTo>
                <a:lnTo>
                  <a:pt x="10744358" y="595524"/>
                </a:lnTo>
                <a:lnTo>
                  <a:pt x="10727240" y="593911"/>
                </a:lnTo>
                <a:cubicBezTo>
                  <a:pt x="10694865" y="593388"/>
                  <a:pt x="10662985" y="590430"/>
                  <a:pt x="10631813" y="584920"/>
                </a:cubicBezTo>
                <a:cubicBezTo>
                  <a:pt x="10626236" y="585336"/>
                  <a:pt x="10620907" y="584395"/>
                  <a:pt x="10615596" y="583392"/>
                </a:cubicBezTo>
                <a:lnTo>
                  <a:pt x="10615480" y="582253"/>
                </a:lnTo>
                <a:cubicBezTo>
                  <a:pt x="10293605" y="529393"/>
                  <a:pt x="10034333" y="299826"/>
                  <a:pt x="9949555" y="0"/>
                </a:cubicBezTo>
                <a:close/>
                <a:moveTo>
                  <a:pt x="9331225" y="0"/>
                </a:moveTo>
                <a:lnTo>
                  <a:pt x="9539935" y="0"/>
                </a:lnTo>
                <a:cubicBezTo>
                  <a:pt x="9374465" y="98005"/>
                  <a:pt x="9255056" y="260867"/>
                  <a:pt x="9217205" y="451830"/>
                </a:cubicBezTo>
                <a:cubicBezTo>
                  <a:pt x="9461257" y="399791"/>
                  <a:pt x="9657847" y="226290"/>
                  <a:pt x="9735743" y="0"/>
                </a:cubicBezTo>
                <a:lnTo>
                  <a:pt x="9869759" y="0"/>
                </a:lnTo>
                <a:cubicBezTo>
                  <a:pt x="9784981" y="299826"/>
                  <a:pt x="9525709" y="529393"/>
                  <a:pt x="9203834" y="582253"/>
                </a:cubicBezTo>
                <a:lnTo>
                  <a:pt x="9203718" y="583392"/>
                </a:lnTo>
                <a:cubicBezTo>
                  <a:pt x="9198407" y="584395"/>
                  <a:pt x="9193078" y="585336"/>
                  <a:pt x="9187501" y="584920"/>
                </a:cubicBezTo>
                <a:cubicBezTo>
                  <a:pt x="9156329" y="590430"/>
                  <a:pt x="9124449" y="593388"/>
                  <a:pt x="9092074" y="593911"/>
                </a:cubicBezTo>
                <a:lnTo>
                  <a:pt x="9074956" y="595524"/>
                </a:lnTo>
                <a:lnTo>
                  <a:pt x="9074930" y="595033"/>
                </a:lnTo>
                <a:lnTo>
                  <a:pt x="9074431" y="595066"/>
                </a:lnTo>
                <a:cubicBezTo>
                  <a:pt x="9073865" y="591293"/>
                  <a:pt x="9073838" y="587507"/>
                  <a:pt x="9073838" y="583715"/>
                </a:cubicBezTo>
                <a:cubicBezTo>
                  <a:pt x="9073838" y="578078"/>
                  <a:pt x="9073897" y="572454"/>
                  <a:pt x="9075209" y="566868"/>
                </a:cubicBezTo>
                <a:cubicBezTo>
                  <a:pt x="9075166" y="535786"/>
                  <a:pt x="9077616" y="505143"/>
                  <a:pt x="9082673" y="475137"/>
                </a:cubicBezTo>
                <a:lnTo>
                  <a:pt x="9083213" y="468500"/>
                </a:lnTo>
                <a:cubicBezTo>
                  <a:pt x="9083382" y="468495"/>
                  <a:pt x="9083551" y="468490"/>
                  <a:pt x="9083718" y="468437"/>
                </a:cubicBezTo>
                <a:cubicBezTo>
                  <a:pt x="9110021" y="285283"/>
                  <a:pt x="9199481" y="121704"/>
                  <a:pt x="9331225" y="0"/>
                </a:cubicBezTo>
                <a:close/>
                <a:moveTo>
                  <a:pt x="8257405" y="0"/>
                </a:moveTo>
                <a:lnTo>
                  <a:pt x="8391420" y="0"/>
                </a:lnTo>
                <a:cubicBezTo>
                  <a:pt x="8469316" y="226290"/>
                  <a:pt x="8665906" y="399791"/>
                  <a:pt x="8909958" y="451830"/>
                </a:cubicBezTo>
                <a:cubicBezTo>
                  <a:pt x="8872107" y="260867"/>
                  <a:pt x="8752698" y="98005"/>
                  <a:pt x="8587228" y="0"/>
                </a:cubicBezTo>
                <a:lnTo>
                  <a:pt x="8795937" y="0"/>
                </a:lnTo>
                <a:cubicBezTo>
                  <a:pt x="8927681" y="121704"/>
                  <a:pt x="9017142" y="285283"/>
                  <a:pt x="9043444" y="468437"/>
                </a:cubicBezTo>
                <a:cubicBezTo>
                  <a:pt x="9043612" y="468490"/>
                  <a:pt x="9043781" y="468495"/>
                  <a:pt x="9043950" y="468500"/>
                </a:cubicBezTo>
                <a:lnTo>
                  <a:pt x="9044490" y="475137"/>
                </a:lnTo>
                <a:cubicBezTo>
                  <a:pt x="9049547" y="505143"/>
                  <a:pt x="9051997" y="535786"/>
                  <a:pt x="9051954" y="566868"/>
                </a:cubicBezTo>
                <a:cubicBezTo>
                  <a:pt x="9053266" y="572454"/>
                  <a:pt x="9053325" y="578078"/>
                  <a:pt x="9053325" y="583715"/>
                </a:cubicBezTo>
                <a:cubicBezTo>
                  <a:pt x="9053325" y="587507"/>
                  <a:pt x="9053298" y="591293"/>
                  <a:pt x="9052732" y="595066"/>
                </a:cubicBezTo>
                <a:lnTo>
                  <a:pt x="9052233" y="595033"/>
                </a:lnTo>
                <a:lnTo>
                  <a:pt x="9052207" y="595524"/>
                </a:lnTo>
                <a:lnTo>
                  <a:pt x="9035089" y="593911"/>
                </a:lnTo>
                <a:cubicBezTo>
                  <a:pt x="9002714" y="593388"/>
                  <a:pt x="8970834" y="590430"/>
                  <a:pt x="8939662" y="584920"/>
                </a:cubicBezTo>
                <a:cubicBezTo>
                  <a:pt x="8934085" y="585336"/>
                  <a:pt x="8928756" y="584395"/>
                  <a:pt x="8923445" y="583392"/>
                </a:cubicBezTo>
                <a:lnTo>
                  <a:pt x="8923329" y="582253"/>
                </a:lnTo>
                <a:cubicBezTo>
                  <a:pt x="8601454" y="529393"/>
                  <a:pt x="8342182" y="299826"/>
                  <a:pt x="8257405" y="0"/>
                </a:cubicBezTo>
                <a:close/>
                <a:moveTo>
                  <a:pt x="7639075" y="0"/>
                </a:moveTo>
                <a:lnTo>
                  <a:pt x="7847784" y="0"/>
                </a:lnTo>
                <a:cubicBezTo>
                  <a:pt x="7682314" y="98005"/>
                  <a:pt x="7562905" y="260867"/>
                  <a:pt x="7525054" y="451830"/>
                </a:cubicBezTo>
                <a:cubicBezTo>
                  <a:pt x="7769107" y="399791"/>
                  <a:pt x="7965696" y="226290"/>
                  <a:pt x="8043592" y="0"/>
                </a:cubicBezTo>
                <a:lnTo>
                  <a:pt x="8177609" y="0"/>
                </a:lnTo>
                <a:cubicBezTo>
                  <a:pt x="8092830" y="299826"/>
                  <a:pt x="7833558" y="529393"/>
                  <a:pt x="7511683" y="582253"/>
                </a:cubicBezTo>
                <a:lnTo>
                  <a:pt x="7511567" y="583392"/>
                </a:lnTo>
                <a:cubicBezTo>
                  <a:pt x="7506256" y="584395"/>
                  <a:pt x="7500927" y="585336"/>
                  <a:pt x="7495350" y="584920"/>
                </a:cubicBezTo>
                <a:cubicBezTo>
                  <a:pt x="7464178" y="590430"/>
                  <a:pt x="7432298" y="593388"/>
                  <a:pt x="7399924" y="593911"/>
                </a:cubicBezTo>
                <a:lnTo>
                  <a:pt x="7382805" y="595524"/>
                </a:lnTo>
                <a:lnTo>
                  <a:pt x="7382779" y="595033"/>
                </a:lnTo>
                <a:lnTo>
                  <a:pt x="7382280" y="595066"/>
                </a:lnTo>
                <a:cubicBezTo>
                  <a:pt x="7381714" y="591293"/>
                  <a:pt x="7381687" y="587507"/>
                  <a:pt x="7381687" y="583715"/>
                </a:cubicBezTo>
                <a:cubicBezTo>
                  <a:pt x="7381687" y="578078"/>
                  <a:pt x="7381746" y="572454"/>
                  <a:pt x="7383058" y="566868"/>
                </a:cubicBezTo>
                <a:cubicBezTo>
                  <a:pt x="7383016" y="535786"/>
                  <a:pt x="7385465" y="505143"/>
                  <a:pt x="7390522" y="475137"/>
                </a:cubicBezTo>
                <a:lnTo>
                  <a:pt x="7391062" y="468500"/>
                </a:lnTo>
                <a:cubicBezTo>
                  <a:pt x="7391231" y="468495"/>
                  <a:pt x="7391400" y="468490"/>
                  <a:pt x="7391568" y="468437"/>
                </a:cubicBezTo>
                <a:cubicBezTo>
                  <a:pt x="7417870" y="285283"/>
                  <a:pt x="7507331" y="121703"/>
                  <a:pt x="7639075" y="0"/>
                </a:cubicBezTo>
                <a:close/>
                <a:moveTo>
                  <a:pt x="6565254" y="0"/>
                </a:moveTo>
                <a:lnTo>
                  <a:pt x="6699270" y="0"/>
                </a:lnTo>
                <a:cubicBezTo>
                  <a:pt x="6777166" y="226290"/>
                  <a:pt x="6973755" y="399791"/>
                  <a:pt x="7217807" y="451830"/>
                </a:cubicBezTo>
                <a:cubicBezTo>
                  <a:pt x="7179956" y="260867"/>
                  <a:pt x="7060547" y="98005"/>
                  <a:pt x="6895077" y="0"/>
                </a:cubicBezTo>
                <a:lnTo>
                  <a:pt x="7103787" y="0"/>
                </a:lnTo>
                <a:cubicBezTo>
                  <a:pt x="7235531" y="121704"/>
                  <a:pt x="7324992" y="285283"/>
                  <a:pt x="7351294" y="468437"/>
                </a:cubicBezTo>
                <a:cubicBezTo>
                  <a:pt x="7351461" y="468490"/>
                  <a:pt x="7351631" y="468495"/>
                  <a:pt x="7351799" y="468500"/>
                </a:cubicBezTo>
                <a:lnTo>
                  <a:pt x="7352340" y="475137"/>
                </a:lnTo>
                <a:cubicBezTo>
                  <a:pt x="7357396" y="505143"/>
                  <a:pt x="7359846" y="535786"/>
                  <a:pt x="7359804" y="566868"/>
                </a:cubicBezTo>
                <a:cubicBezTo>
                  <a:pt x="7361116" y="572454"/>
                  <a:pt x="7361174" y="578078"/>
                  <a:pt x="7361174" y="583715"/>
                </a:cubicBezTo>
                <a:cubicBezTo>
                  <a:pt x="7361174" y="587507"/>
                  <a:pt x="7361147" y="591293"/>
                  <a:pt x="7360581" y="595066"/>
                </a:cubicBezTo>
                <a:lnTo>
                  <a:pt x="7360082" y="595033"/>
                </a:lnTo>
                <a:lnTo>
                  <a:pt x="7360056" y="595524"/>
                </a:lnTo>
                <a:lnTo>
                  <a:pt x="7342938" y="593911"/>
                </a:lnTo>
                <a:cubicBezTo>
                  <a:pt x="7310564" y="593388"/>
                  <a:pt x="7278683" y="590430"/>
                  <a:pt x="7247511" y="584920"/>
                </a:cubicBezTo>
                <a:cubicBezTo>
                  <a:pt x="7241934" y="585336"/>
                  <a:pt x="7236605" y="584395"/>
                  <a:pt x="7231295" y="583392"/>
                </a:cubicBezTo>
                <a:lnTo>
                  <a:pt x="7231179" y="582253"/>
                </a:lnTo>
                <a:cubicBezTo>
                  <a:pt x="6909304" y="529393"/>
                  <a:pt x="6650032" y="299826"/>
                  <a:pt x="6565254" y="0"/>
                </a:cubicBezTo>
                <a:close/>
                <a:moveTo>
                  <a:pt x="5946924" y="0"/>
                </a:moveTo>
                <a:lnTo>
                  <a:pt x="6155633" y="0"/>
                </a:lnTo>
                <a:cubicBezTo>
                  <a:pt x="5990163" y="98005"/>
                  <a:pt x="5870754" y="260867"/>
                  <a:pt x="5832903" y="451830"/>
                </a:cubicBezTo>
                <a:cubicBezTo>
                  <a:pt x="6076956" y="399791"/>
                  <a:pt x="6273545" y="226290"/>
                  <a:pt x="6351441" y="0"/>
                </a:cubicBezTo>
                <a:lnTo>
                  <a:pt x="6485457" y="0"/>
                </a:lnTo>
                <a:cubicBezTo>
                  <a:pt x="6400679" y="299826"/>
                  <a:pt x="6141407" y="529393"/>
                  <a:pt x="5819531" y="582253"/>
                </a:cubicBezTo>
                <a:lnTo>
                  <a:pt x="5819415" y="583392"/>
                </a:lnTo>
                <a:cubicBezTo>
                  <a:pt x="5814105" y="584395"/>
                  <a:pt x="5808776" y="585336"/>
                  <a:pt x="5803199" y="584920"/>
                </a:cubicBezTo>
                <a:cubicBezTo>
                  <a:pt x="5772027" y="590430"/>
                  <a:pt x="5740146" y="593388"/>
                  <a:pt x="5707772" y="593911"/>
                </a:cubicBezTo>
                <a:lnTo>
                  <a:pt x="5690654" y="595524"/>
                </a:lnTo>
                <a:lnTo>
                  <a:pt x="5690628" y="595033"/>
                </a:lnTo>
                <a:lnTo>
                  <a:pt x="5690129" y="595066"/>
                </a:lnTo>
                <a:cubicBezTo>
                  <a:pt x="5689563" y="591293"/>
                  <a:pt x="5689536" y="587507"/>
                  <a:pt x="5689536" y="583715"/>
                </a:cubicBezTo>
                <a:cubicBezTo>
                  <a:pt x="5689536" y="578078"/>
                  <a:pt x="5689594" y="572454"/>
                  <a:pt x="5690906" y="566868"/>
                </a:cubicBezTo>
                <a:cubicBezTo>
                  <a:pt x="5690864" y="535786"/>
                  <a:pt x="5693314" y="505143"/>
                  <a:pt x="5698370" y="475137"/>
                </a:cubicBezTo>
                <a:lnTo>
                  <a:pt x="5698911" y="468500"/>
                </a:lnTo>
                <a:cubicBezTo>
                  <a:pt x="5699079" y="468495"/>
                  <a:pt x="5699249" y="468490"/>
                  <a:pt x="5699416" y="468437"/>
                </a:cubicBezTo>
                <a:cubicBezTo>
                  <a:pt x="5725719" y="285283"/>
                  <a:pt x="5815180" y="121704"/>
                  <a:pt x="5946924" y="0"/>
                </a:cubicBezTo>
                <a:close/>
                <a:moveTo>
                  <a:pt x="4873102" y="0"/>
                </a:moveTo>
                <a:lnTo>
                  <a:pt x="5007119" y="0"/>
                </a:lnTo>
                <a:cubicBezTo>
                  <a:pt x="5085015" y="226291"/>
                  <a:pt x="5281604" y="399791"/>
                  <a:pt x="5525656" y="451830"/>
                </a:cubicBezTo>
                <a:cubicBezTo>
                  <a:pt x="5487805" y="260867"/>
                  <a:pt x="5368397" y="98005"/>
                  <a:pt x="5202927" y="0"/>
                </a:cubicBezTo>
                <a:lnTo>
                  <a:pt x="5411635" y="0"/>
                </a:lnTo>
                <a:cubicBezTo>
                  <a:pt x="5543380" y="121703"/>
                  <a:pt x="5632840" y="285283"/>
                  <a:pt x="5659142" y="468437"/>
                </a:cubicBezTo>
                <a:cubicBezTo>
                  <a:pt x="5659310" y="468490"/>
                  <a:pt x="5659479" y="468495"/>
                  <a:pt x="5659648" y="468499"/>
                </a:cubicBezTo>
                <a:lnTo>
                  <a:pt x="5660188" y="475137"/>
                </a:lnTo>
                <a:cubicBezTo>
                  <a:pt x="5665245" y="505143"/>
                  <a:pt x="5667694" y="535786"/>
                  <a:pt x="5667652" y="566868"/>
                </a:cubicBezTo>
                <a:cubicBezTo>
                  <a:pt x="5668964" y="572454"/>
                  <a:pt x="5669023" y="578078"/>
                  <a:pt x="5669023" y="583715"/>
                </a:cubicBezTo>
                <a:cubicBezTo>
                  <a:pt x="5669023" y="587508"/>
                  <a:pt x="5668996" y="591293"/>
                  <a:pt x="5668430" y="595066"/>
                </a:cubicBezTo>
                <a:lnTo>
                  <a:pt x="5667931" y="595033"/>
                </a:lnTo>
                <a:lnTo>
                  <a:pt x="5667905" y="595524"/>
                </a:lnTo>
                <a:lnTo>
                  <a:pt x="5650786" y="593911"/>
                </a:lnTo>
                <a:cubicBezTo>
                  <a:pt x="5618412" y="593388"/>
                  <a:pt x="5586532" y="590430"/>
                  <a:pt x="5555360" y="584920"/>
                </a:cubicBezTo>
                <a:cubicBezTo>
                  <a:pt x="5549783" y="585336"/>
                  <a:pt x="5544454" y="584395"/>
                  <a:pt x="5539143" y="583392"/>
                </a:cubicBezTo>
                <a:lnTo>
                  <a:pt x="5539027" y="582253"/>
                </a:lnTo>
                <a:cubicBezTo>
                  <a:pt x="5217153" y="529393"/>
                  <a:pt x="4957881" y="299826"/>
                  <a:pt x="4873102" y="0"/>
                </a:cubicBezTo>
                <a:close/>
                <a:moveTo>
                  <a:pt x="4254773" y="0"/>
                </a:moveTo>
                <a:lnTo>
                  <a:pt x="4463482" y="0"/>
                </a:lnTo>
                <a:cubicBezTo>
                  <a:pt x="4298012" y="98005"/>
                  <a:pt x="4178603" y="260867"/>
                  <a:pt x="4140752" y="451830"/>
                </a:cubicBezTo>
                <a:cubicBezTo>
                  <a:pt x="4384804" y="399791"/>
                  <a:pt x="4581394" y="226291"/>
                  <a:pt x="4659290" y="0"/>
                </a:cubicBezTo>
                <a:lnTo>
                  <a:pt x="4793306" y="0"/>
                </a:lnTo>
                <a:cubicBezTo>
                  <a:pt x="4708528" y="299826"/>
                  <a:pt x="4449256" y="529393"/>
                  <a:pt x="4127381" y="582253"/>
                </a:cubicBezTo>
                <a:lnTo>
                  <a:pt x="4127264" y="583392"/>
                </a:lnTo>
                <a:cubicBezTo>
                  <a:pt x="4121954" y="584395"/>
                  <a:pt x="4116625" y="585336"/>
                  <a:pt x="4111048" y="584920"/>
                </a:cubicBezTo>
                <a:cubicBezTo>
                  <a:pt x="4079876" y="590430"/>
                  <a:pt x="4047996" y="593388"/>
                  <a:pt x="4015621" y="593911"/>
                </a:cubicBezTo>
                <a:lnTo>
                  <a:pt x="3998503" y="595524"/>
                </a:lnTo>
                <a:lnTo>
                  <a:pt x="3998477" y="595033"/>
                </a:lnTo>
                <a:lnTo>
                  <a:pt x="3997978" y="595066"/>
                </a:lnTo>
                <a:cubicBezTo>
                  <a:pt x="3997412" y="591293"/>
                  <a:pt x="3997385" y="587507"/>
                  <a:pt x="3997385" y="583715"/>
                </a:cubicBezTo>
                <a:cubicBezTo>
                  <a:pt x="3997385" y="578078"/>
                  <a:pt x="3997443" y="572454"/>
                  <a:pt x="3998755" y="566868"/>
                </a:cubicBezTo>
                <a:cubicBezTo>
                  <a:pt x="3998713" y="535786"/>
                  <a:pt x="4001163" y="505143"/>
                  <a:pt x="4006219" y="475137"/>
                </a:cubicBezTo>
                <a:lnTo>
                  <a:pt x="4006760" y="468499"/>
                </a:lnTo>
                <a:cubicBezTo>
                  <a:pt x="4006928" y="468495"/>
                  <a:pt x="4007098" y="468490"/>
                  <a:pt x="4007265" y="468437"/>
                </a:cubicBezTo>
                <a:cubicBezTo>
                  <a:pt x="4033568" y="285283"/>
                  <a:pt x="4123028" y="121703"/>
                  <a:pt x="4254773" y="0"/>
                </a:cubicBezTo>
                <a:close/>
                <a:moveTo>
                  <a:pt x="3180951" y="0"/>
                </a:moveTo>
                <a:lnTo>
                  <a:pt x="3314968" y="0"/>
                </a:lnTo>
                <a:cubicBezTo>
                  <a:pt x="3392864" y="226291"/>
                  <a:pt x="3589453" y="399791"/>
                  <a:pt x="3833505" y="451830"/>
                </a:cubicBezTo>
                <a:cubicBezTo>
                  <a:pt x="3795654" y="260867"/>
                  <a:pt x="3676245" y="98005"/>
                  <a:pt x="3510776" y="0"/>
                </a:cubicBezTo>
                <a:lnTo>
                  <a:pt x="3719484" y="0"/>
                </a:lnTo>
                <a:cubicBezTo>
                  <a:pt x="3851229" y="121703"/>
                  <a:pt x="3940689" y="285283"/>
                  <a:pt x="3966991" y="468437"/>
                </a:cubicBezTo>
                <a:cubicBezTo>
                  <a:pt x="3967159" y="468490"/>
                  <a:pt x="3967328" y="468495"/>
                  <a:pt x="3967497" y="468499"/>
                </a:cubicBezTo>
                <a:lnTo>
                  <a:pt x="3968037" y="475137"/>
                </a:lnTo>
                <a:cubicBezTo>
                  <a:pt x="3973094" y="505143"/>
                  <a:pt x="3975543" y="535786"/>
                  <a:pt x="3975501" y="566868"/>
                </a:cubicBezTo>
                <a:cubicBezTo>
                  <a:pt x="3976813" y="572454"/>
                  <a:pt x="3976872" y="578078"/>
                  <a:pt x="3976872" y="583715"/>
                </a:cubicBezTo>
                <a:cubicBezTo>
                  <a:pt x="3976872" y="587508"/>
                  <a:pt x="3976845" y="591293"/>
                  <a:pt x="3976279" y="595066"/>
                </a:cubicBezTo>
                <a:lnTo>
                  <a:pt x="3975780" y="595033"/>
                </a:lnTo>
                <a:lnTo>
                  <a:pt x="3975754" y="595524"/>
                </a:lnTo>
                <a:lnTo>
                  <a:pt x="3958635" y="593911"/>
                </a:lnTo>
                <a:cubicBezTo>
                  <a:pt x="3926261" y="593388"/>
                  <a:pt x="3894381" y="590430"/>
                  <a:pt x="3863209" y="584920"/>
                </a:cubicBezTo>
                <a:cubicBezTo>
                  <a:pt x="3857632" y="585336"/>
                  <a:pt x="3852303" y="584395"/>
                  <a:pt x="3846992" y="583392"/>
                </a:cubicBezTo>
                <a:lnTo>
                  <a:pt x="3846876" y="582253"/>
                </a:lnTo>
                <a:cubicBezTo>
                  <a:pt x="3525002" y="529393"/>
                  <a:pt x="3265729" y="299826"/>
                  <a:pt x="3180951" y="0"/>
                </a:cubicBezTo>
                <a:close/>
                <a:moveTo>
                  <a:pt x="2562622" y="0"/>
                </a:moveTo>
                <a:lnTo>
                  <a:pt x="2771330" y="0"/>
                </a:lnTo>
                <a:cubicBezTo>
                  <a:pt x="2605861" y="98005"/>
                  <a:pt x="2486452" y="260867"/>
                  <a:pt x="2448601" y="451830"/>
                </a:cubicBezTo>
                <a:cubicBezTo>
                  <a:pt x="2692653" y="399791"/>
                  <a:pt x="2889242" y="226291"/>
                  <a:pt x="2967139" y="0"/>
                </a:cubicBezTo>
                <a:lnTo>
                  <a:pt x="3101155" y="0"/>
                </a:lnTo>
                <a:cubicBezTo>
                  <a:pt x="3016377" y="299826"/>
                  <a:pt x="2757105" y="529393"/>
                  <a:pt x="2435230" y="582253"/>
                </a:cubicBezTo>
                <a:lnTo>
                  <a:pt x="2435113" y="583392"/>
                </a:lnTo>
                <a:cubicBezTo>
                  <a:pt x="2429803" y="584395"/>
                  <a:pt x="2424474" y="585336"/>
                  <a:pt x="2418897" y="584920"/>
                </a:cubicBezTo>
                <a:cubicBezTo>
                  <a:pt x="2387725" y="590430"/>
                  <a:pt x="2355845" y="593388"/>
                  <a:pt x="2323470" y="593911"/>
                </a:cubicBezTo>
                <a:lnTo>
                  <a:pt x="2306352" y="595524"/>
                </a:lnTo>
                <a:lnTo>
                  <a:pt x="2306326" y="595033"/>
                </a:lnTo>
                <a:lnTo>
                  <a:pt x="2305827" y="595066"/>
                </a:lnTo>
                <a:cubicBezTo>
                  <a:pt x="2305261" y="591293"/>
                  <a:pt x="2305234" y="587507"/>
                  <a:pt x="2305234" y="583715"/>
                </a:cubicBezTo>
                <a:cubicBezTo>
                  <a:pt x="2305234" y="578078"/>
                  <a:pt x="2305292" y="572454"/>
                  <a:pt x="2306604" y="566868"/>
                </a:cubicBezTo>
                <a:cubicBezTo>
                  <a:pt x="2306562" y="535786"/>
                  <a:pt x="2309012" y="505143"/>
                  <a:pt x="2314068" y="475137"/>
                </a:cubicBezTo>
                <a:lnTo>
                  <a:pt x="2314609" y="468499"/>
                </a:lnTo>
                <a:cubicBezTo>
                  <a:pt x="2314777" y="468495"/>
                  <a:pt x="2314947" y="468490"/>
                  <a:pt x="2315114" y="468437"/>
                </a:cubicBezTo>
                <a:cubicBezTo>
                  <a:pt x="2341417" y="285283"/>
                  <a:pt x="2430877" y="121704"/>
                  <a:pt x="2562622" y="0"/>
                </a:cubicBezTo>
                <a:close/>
                <a:moveTo>
                  <a:pt x="1488800" y="0"/>
                </a:moveTo>
                <a:lnTo>
                  <a:pt x="1622816" y="0"/>
                </a:lnTo>
                <a:cubicBezTo>
                  <a:pt x="1700712" y="226290"/>
                  <a:pt x="1897302" y="399791"/>
                  <a:pt x="2141354" y="451830"/>
                </a:cubicBezTo>
                <a:cubicBezTo>
                  <a:pt x="2103503" y="260867"/>
                  <a:pt x="1984094" y="98005"/>
                  <a:pt x="1818624" y="0"/>
                </a:cubicBezTo>
                <a:lnTo>
                  <a:pt x="2027333" y="0"/>
                </a:lnTo>
                <a:cubicBezTo>
                  <a:pt x="2159078" y="121703"/>
                  <a:pt x="2248538" y="285283"/>
                  <a:pt x="2274840" y="468437"/>
                </a:cubicBezTo>
                <a:cubicBezTo>
                  <a:pt x="2275008" y="468490"/>
                  <a:pt x="2275177" y="468495"/>
                  <a:pt x="2275346" y="468500"/>
                </a:cubicBezTo>
                <a:lnTo>
                  <a:pt x="2275886" y="475137"/>
                </a:lnTo>
                <a:cubicBezTo>
                  <a:pt x="2280943" y="505143"/>
                  <a:pt x="2283392" y="535786"/>
                  <a:pt x="2283350" y="566868"/>
                </a:cubicBezTo>
                <a:cubicBezTo>
                  <a:pt x="2284662" y="572454"/>
                  <a:pt x="2284721" y="578078"/>
                  <a:pt x="2284721" y="583715"/>
                </a:cubicBezTo>
                <a:cubicBezTo>
                  <a:pt x="2284721" y="587508"/>
                  <a:pt x="2284694" y="591293"/>
                  <a:pt x="2284128" y="595066"/>
                </a:cubicBezTo>
                <a:lnTo>
                  <a:pt x="2283629" y="595033"/>
                </a:lnTo>
                <a:lnTo>
                  <a:pt x="2283603" y="595524"/>
                </a:lnTo>
                <a:lnTo>
                  <a:pt x="2266484" y="593911"/>
                </a:lnTo>
                <a:cubicBezTo>
                  <a:pt x="2234110" y="593388"/>
                  <a:pt x="2202230" y="590430"/>
                  <a:pt x="2171058" y="584920"/>
                </a:cubicBezTo>
                <a:cubicBezTo>
                  <a:pt x="2165481" y="585336"/>
                  <a:pt x="2160152" y="584395"/>
                  <a:pt x="2154841" y="583392"/>
                </a:cubicBezTo>
                <a:lnTo>
                  <a:pt x="2154725" y="582253"/>
                </a:lnTo>
                <a:cubicBezTo>
                  <a:pt x="1832850" y="529393"/>
                  <a:pt x="1573578" y="299826"/>
                  <a:pt x="1488800" y="0"/>
                </a:cubicBezTo>
                <a:close/>
                <a:moveTo>
                  <a:pt x="870471" y="0"/>
                </a:moveTo>
                <a:lnTo>
                  <a:pt x="1079179" y="0"/>
                </a:lnTo>
                <a:cubicBezTo>
                  <a:pt x="913710" y="98005"/>
                  <a:pt x="794301" y="260867"/>
                  <a:pt x="756450" y="451830"/>
                </a:cubicBezTo>
                <a:cubicBezTo>
                  <a:pt x="1000502" y="399791"/>
                  <a:pt x="1197091" y="226291"/>
                  <a:pt x="1274988" y="0"/>
                </a:cubicBezTo>
                <a:lnTo>
                  <a:pt x="1409004" y="0"/>
                </a:lnTo>
                <a:cubicBezTo>
                  <a:pt x="1324226" y="299826"/>
                  <a:pt x="1064954" y="529393"/>
                  <a:pt x="743078" y="582253"/>
                </a:cubicBezTo>
                <a:lnTo>
                  <a:pt x="742962" y="583392"/>
                </a:lnTo>
                <a:cubicBezTo>
                  <a:pt x="737652" y="584395"/>
                  <a:pt x="732323" y="585336"/>
                  <a:pt x="726746" y="584920"/>
                </a:cubicBezTo>
                <a:cubicBezTo>
                  <a:pt x="695574" y="590430"/>
                  <a:pt x="663693" y="593388"/>
                  <a:pt x="631319" y="593911"/>
                </a:cubicBezTo>
                <a:lnTo>
                  <a:pt x="614201" y="595524"/>
                </a:lnTo>
                <a:lnTo>
                  <a:pt x="614175" y="595033"/>
                </a:lnTo>
                <a:lnTo>
                  <a:pt x="613676" y="595066"/>
                </a:lnTo>
                <a:cubicBezTo>
                  <a:pt x="613110" y="591293"/>
                  <a:pt x="613083" y="587507"/>
                  <a:pt x="613083" y="583715"/>
                </a:cubicBezTo>
                <a:cubicBezTo>
                  <a:pt x="613083" y="578078"/>
                  <a:pt x="613141" y="572454"/>
                  <a:pt x="614453" y="566868"/>
                </a:cubicBezTo>
                <a:cubicBezTo>
                  <a:pt x="614411" y="535786"/>
                  <a:pt x="616861" y="505143"/>
                  <a:pt x="621918" y="475137"/>
                </a:cubicBezTo>
                <a:lnTo>
                  <a:pt x="622458" y="468499"/>
                </a:lnTo>
                <a:cubicBezTo>
                  <a:pt x="622626" y="468495"/>
                  <a:pt x="622796" y="468490"/>
                  <a:pt x="622963" y="468437"/>
                </a:cubicBezTo>
                <a:cubicBezTo>
                  <a:pt x="649266" y="285283"/>
                  <a:pt x="738726" y="121703"/>
                  <a:pt x="870471" y="0"/>
                </a:cubicBezTo>
                <a:close/>
                <a:moveTo>
                  <a:pt x="126374" y="0"/>
                </a:moveTo>
                <a:lnTo>
                  <a:pt x="334376" y="0"/>
                </a:lnTo>
                <a:cubicBezTo>
                  <a:pt x="466684" y="121261"/>
                  <a:pt x="556352" y="285035"/>
                  <a:pt x="582690" y="468437"/>
                </a:cubicBezTo>
                <a:cubicBezTo>
                  <a:pt x="582857" y="468490"/>
                  <a:pt x="583026" y="468495"/>
                  <a:pt x="583195" y="468499"/>
                </a:cubicBezTo>
                <a:lnTo>
                  <a:pt x="583735" y="475137"/>
                </a:lnTo>
                <a:cubicBezTo>
                  <a:pt x="588792" y="505143"/>
                  <a:pt x="591242" y="535786"/>
                  <a:pt x="591199" y="566868"/>
                </a:cubicBezTo>
                <a:cubicBezTo>
                  <a:pt x="592511" y="572454"/>
                  <a:pt x="592570" y="578078"/>
                  <a:pt x="592570" y="583715"/>
                </a:cubicBezTo>
                <a:cubicBezTo>
                  <a:pt x="592570" y="587507"/>
                  <a:pt x="592543" y="591293"/>
                  <a:pt x="591977" y="595066"/>
                </a:cubicBezTo>
                <a:lnTo>
                  <a:pt x="591478" y="595033"/>
                </a:lnTo>
                <a:lnTo>
                  <a:pt x="591452" y="595524"/>
                </a:lnTo>
                <a:lnTo>
                  <a:pt x="574334" y="593911"/>
                </a:lnTo>
                <a:cubicBezTo>
                  <a:pt x="541959" y="593388"/>
                  <a:pt x="510079" y="590430"/>
                  <a:pt x="478907" y="584920"/>
                </a:cubicBezTo>
                <a:cubicBezTo>
                  <a:pt x="473330" y="585336"/>
                  <a:pt x="468001" y="584395"/>
                  <a:pt x="462690" y="583392"/>
                </a:cubicBezTo>
                <a:lnTo>
                  <a:pt x="462574" y="582253"/>
                </a:lnTo>
                <a:cubicBezTo>
                  <a:pt x="282200" y="552631"/>
                  <a:pt x="121485" y="467518"/>
                  <a:pt x="0" y="345575"/>
                </a:cubicBezTo>
                <a:lnTo>
                  <a:pt x="0" y="140406"/>
                </a:lnTo>
                <a:cubicBezTo>
                  <a:pt x="97584" y="296912"/>
                  <a:pt x="258975" y="411268"/>
                  <a:pt x="449203" y="451830"/>
                </a:cubicBezTo>
                <a:cubicBezTo>
                  <a:pt x="411344" y="260824"/>
                  <a:pt x="291889" y="97931"/>
                  <a:pt x="126374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7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b="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10600" y="4960137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24127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89320" y="2286000"/>
            <a:ext cx="475488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2300" b="0" cap="none" baseline="0">
                <a:solidFill>
                  <a:schemeClr val="accent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2412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90888" y="2179636"/>
            <a:ext cx="4754880" cy="822960"/>
          </a:xfrm>
        </p:spPr>
        <p:txBody>
          <a:bodyPr lIns="137160" rIns="137160" anchor="ctr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2300" b="0" kern="1200" cap="none" baseline="0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990888" y="2967788"/>
            <a:ext cx="4754880" cy="33415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24128" y="471509"/>
            <a:ext cx="4389120" cy="1737360"/>
          </a:xfrm>
        </p:spPr>
        <p:txBody>
          <a:bodyPr>
            <a:noAutofit/>
          </a:bodyPr>
          <a:lstStyle>
            <a:lvl1pPr>
              <a:lnSpc>
                <a:spcPct val="80000"/>
              </a:lnSpc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0" y="822960"/>
            <a:ext cx="5678424" cy="518464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24128" y="2257506"/>
            <a:ext cx="4389120" cy="3762294"/>
          </a:xfrm>
        </p:spPr>
        <p:txBody>
          <a:bodyPr lIns="91440" rIns="91440">
            <a:normAutofit/>
          </a:bodyPr>
          <a:lstStyle>
            <a:lvl1pPr marL="0" indent="0">
              <a:lnSpc>
                <a:spcPct val="108000"/>
              </a:lnSpc>
              <a:spcBef>
                <a:spcPts val="600"/>
              </a:spcBef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960138"/>
            <a:ext cx="7772400" cy="1463040"/>
          </a:xfrm>
        </p:spPr>
        <p:txBody>
          <a:bodyPr anchor="ctr">
            <a:normAutofit/>
          </a:bodyPr>
          <a:lstStyle>
            <a:lvl1pPr algn="r">
              <a:defRPr sz="5000" spc="2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-1"/>
            <a:ext cx="12188952" cy="4572000"/>
          </a:xfrm>
          <a:solidFill>
            <a:schemeClr val="accent1">
              <a:lumMod val="60000"/>
              <a:lumOff val="40000"/>
            </a:schemeClr>
          </a:solidFill>
        </p:spPr>
        <p:txBody>
          <a:bodyPr lIns="457200" tIns="365760" rIns="45720" bIns="4572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10600" y="4960138"/>
            <a:ext cx="3200400" cy="1463040"/>
          </a:xfrm>
        </p:spPr>
        <p:txBody>
          <a:bodyPr lIns="91440" rIns="91440" anchor="ctr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flipV="1">
            <a:off x="8386843" y="5264106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1" y="762000"/>
            <a:ext cx="2628900" cy="5410200"/>
          </a:xfrm>
        </p:spPr>
        <p:txBody>
          <a:bodyPr vert="eaVert" lIns="45720" tIns="91440" rIns="45720" bIns="9144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90601" y="762000"/>
            <a:ext cx="7581900" cy="5410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dirty="0"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rot="5400000" flipV="1">
            <a:off x="10058400" y="59263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25963"/>
          </a:xfrm>
        </p:spPr>
        <p:txBody>
          <a:bodyPr rtlCol="0">
            <a:normAutofit/>
          </a:bodyPr>
          <a:lstStyle/>
          <a:p>
            <a:pPr lvl="0"/>
            <a:endParaRPr lang="en-GB" noProof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4DFDEC-2A93-4D0A-9DAD-284141FF4EEC}" type="datetime1">
              <a:rPr lang="en-GB" smtClean="0"/>
              <a:t>14/03/2021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T Malik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20D2385-422B-4DC1-BF2F-0251F53763B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736682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4128" y="2286000"/>
            <a:ext cx="9720073" cy="4023360"/>
          </a:xfrm>
          <a:prstGeom prst="rect">
            <a:avLst/>
          </a:prstGeom>
        </p:spPr>
        <p:txBody>
          <a:bodyPr vert="horz" lIns="45720" tIns="45720" rIns="4572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24129" y="6470704"/>
            <a:ext cx="2154143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90298CD5-6C1E-4009-B41F-6DF62E31D3BE}" type="datetimeFigureOut">
              <a:rPr lang="en-US" dirty="0"/>
              <a:pPr/>
              <a:t>3/14/2021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2932" y="6470704"/>
            <a:ext cx="5901459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cap="all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37333" y="6470704"/>
            <a:ext cx="973667" cy="27432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</a:defRPr>
            </a:lvl1pPr>
          </a:lstStyle>
          <a:p>
            <a:fld id="{4FAB73BC-B049-4115-A692-8D63A059BFB8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 flipV="1">
            <a:off x="762000" y="826324"/>
            <a:ext cx="0" cy="91440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8" r:id="rId10"/>
    <p:sldLayoutId id="2147483659" r:id="rId11"/>
    <p:sldLayoutId id="2147483661" r:id="rId12"/>
  </p:sldLayoutIdLst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5000" kern="1200" cap="all" spc="100" baseline="0">
          <a:solidFill>
            <a:schemeClr val="tx1">
              <a:lumMod val="95000"/>
              <a:lumOff val="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Tw Cen MT" panose="020B0602020104020603" pitchFamily="34" charset="0"/>
        <a:buChar char=" 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26517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480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59436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77724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914400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060704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1216152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1362456" indent="-13716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Wingdings 3" pitchFamily="18" charset="2"/>
        <a:buChar char="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creativecommons.org/licenses/by-nd/3.0/" TargetMode="External"/><Relationship Id="rId5" Type="http://schemas.openxmlformats.org/officeDocument/2006/relationships/image" Target="../media/image3.png"/><Relationship Id="rId4" Type="http://schemas.openxmlformats.org/officeDocument/2006/relationships/hyperlink" Target="http://theconversation.com/make-maths-mandatory-and-well-improve-our-international-education-rankings-11663" TargetMode="Externa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w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wmf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christiantietze.de/posts/2013/12/useful-daily-writing-practice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sa/3.0/" TargetMode="Externa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wmf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wm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F67443-25D2-44EB-AFEF-1E571AE1AEE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AU" dirty="0"/>
              <a:t>TOPIC: Order of Operations</a:t>
            </a:r>
            <a:br>
              <a:rPr lang="en-AU" dirty="0"/>
            </a:br>
            <a:r>
              <a:rPr lang="en-AU" dirty="0"/>
              <a:t>EQ: How Do I use the Order of Operations in Mathematics?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AE1401-3F98-411B-98D0-0F6B82B55C5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Year 7 Mathematics</a:t>
            </a:r>
          </a:p>
          <a:p>
            <a:r>
              <a:rPr lang="en-AU" dirty="0"/>
              <a:t>Mrs Parlevliet</a:t>
            </a:r>
          </a:p>
        </p:txBody>
      </p:sp>
    </p:spTree>
    <p:extLst>
      <p:ext uri="{BB962C8B-B14F-4D97-AF65-F5344CB8AC3E}">
        <p14:creationId xmlns:p14="http://schemas.microsoft.com/office/powerpoint/2010/main" val="21009138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842DAA-A945-4854-916B-03B00950B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Things Required For This Lesson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3B46C1-2EC7-446D-84C7-06B86F22835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Interactive Notebook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Ruler, Red Pen, Pencil, Pens, Scientific Calculator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Growth mindset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AU" dirty="0"/>
              <a:t> A new Contents and Glossary section</a:t>
            </a:r>
          </a:p>
        </p:txBody>
      </p:sp>
    </p:spTree>
    <p:extLst>
      <p:ext uri="{BB962C8B-B14F-4D97-AF65-F5344CB8AC3E}">
        <p14:creationId xmlns:p14="http://schemas.microsoft.com/office/powerpoint/2010/main" val="23908037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14435" cy="6858000"/>
          </a:xfrm>
          <a:prstGeom prst="line">
            <a:avLst/>
          </a:prstGeom>
          <a:ln w="571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0" y="60682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66994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997463" y="-77978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040" y="275204"/>
            <a:ext cx="556563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189719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906312" y="282134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42330" y="306895"/>
            <a:ext cx="243003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/>
              <a:t>Essential 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1529" y="20651"/>
            <a:ext cx="346174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Glossary or Formula Page</a:t>
            </a:r>
          </a:p>
        </p:txBody>
      </p:sp>
      <p:cxnSp>
        <p:nvCxnSpPr>
          <p:cNvPr id="14" name="Straight Connector 13"/>
          <p:cNvCxnSpPr/>
          <p:nvPr/>
        </p:nvCxnSpPr>
        <p:spPr>
          <a:xfrm>
            <a:off x="6024081" y="628749"/>
            <a:ext cx="6024082" cy="1385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299E3AC1-1E77-4710-9BC0-DFB1F88244CA}"/>
              </a:ext>
            </a:extLst>
          </p:cNvPr>
          <p:cNvCxnSpPr>
            <a:cxnSpLocks/>
          </p:cNvCxnSpPr>
          <p:nvPr/>
        </p:nvCxnSpPr>
        <p:spPr>
          <a:xfrm>
            <a:off x="8116844" y="628749"/>
            <a:ext cx="0" cy="622925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024F7D26-2225-40DE-95E8-82C9E31AF559}"/>
              </a:ext>
            </a:extLst>
          </p:cNvPr>
          <p:cNvCxnSpPr>
            <a:cxnSpLocks/>
          </p:cNvCxnSpPr>
          <p:nvPr/>
        </p:nvCxnSpPr>
        <p:spPr>
          <a:xfrm>
            <a:off x="5143606" y="339977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16280076-6BD0-4CE8-8378-8CDB7ED81C35}"/>
              </a:ext>
            </a:extLst>
          </p:cNvPr>
          <p:cNvCxnSpPr>
            <a:cxnSpLocks/>
          </p:cNvCxnSpPr>
          <p:nvPr/>
        </p:nvCxnSpPr>
        <p:spPr>
          <a:xfrm>
            <a:off x="5629469" y="325976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A4D18CDD-8FC0-4BF8-A2BD-51188B343F59}"/>
              </a:ext>
            </a:extLst>
          </p:cNvPr>
          <p:cNvSpPr txBox="1"/>
          <p:nvPr/>
        </p:nvSpPr>
        <p:spPr>
          <a:xfrm>
            <a:off x="4643275" y="282134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24</a:t>
            </a:r>
            <a:endParaRPr lang="en-GB" sz="14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45E4DBC0-DF48-437A-8D31-681D0EB65B05}"/>
              </a:ext>
            </a:extLst>
          </p:cNvPr>
          <p:cNvSpPr txBox="1"/>
          <p:nvPr/>
        </p:nvSpPr>
        <p:spPr>
          <a:xfrm>
            <a:off x="5158041" y="290991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1400" dirty="0"/>
              <a:t>7</a:t>
            </a:r>
            <a:endParaRPr lang="en-GB" sz="1400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837B4A3-3DD6-4CE8-92D3-38B8736F8134}"/>
              </a:ext>
            </a:extLst>
          </p:cNvPr>
          <p:cNvSpPr txBox="1"/>
          <p:nvPr/>
        </p:nvSpPr>
        <p:spPr>
          <a:xfrm>
            <a:off x="5667472" y="297522"/>
            <a:ext cx="42330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30</a:t>
            </a:r>
            <a:endParaRPr lang="en-GB" sz="1400" dirty="0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069E8EEF-EB99-4808-BA30-3C2CE48BA253}"/>
              </a:ext>
            </a:extLst>
          </p:cNvPr>
          <p:cNvCxnSpPr>
            <a:cxnSpLocks/>
          </p:cNvCxnSpPr>
          <p:nvPr/>
        </p:nvCxnSpPr>
        <p:spPr>
          <a:xfrm>
            <a:off x="4654164" y="355478"/>
            <a:ext cx="0" cy="651802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22E36C9B-3AE2-4453-AF72-8509F3DE2C72}"/>
              </a:ext>
            </a:extLst>
          </p:cNvPr>
          <p:cNvSpPr txBox="1"/>
          <p:nvPr/>
        </p:nvSpPr>
        <p:spPr>
          <a:xfrm>
            <a:off x="6209428" y="339977"/>
            <a:ext cx="159473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Word or Formula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EAA26F2-9378-4BAE-ABC7-B71F270EE045}"/>
              </a:ext>
            </a:extLst>
          </p:cNvPr>
          <p:cNvSpPr txBox="1"/>
          <p:nvPr/>
        </p:nvSpPr>
        <p:spPr>
          <a:xfrm>
            <a:off x="8724038" y="355478"/>
            <a:ext cx="193995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/>
              <a:t>Definition or Example</a:t>
            </a:r>
          </a:p>
        </p:txBody>
      </p:sp>
    </p:spTree>
    <p:extLst>
      <p:ext uri="{BB962C8B-B14F-4D97-AF65-F5344CB8AC3E}">
        <p14:creationId xmlns:p14="http://schemas.microsoft.com/office/powerpoint/2010/main" val="36145958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6024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11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 flipV="1">
            <a:off x="6024081" y="615122"/>
            <a:ext cx="6167919" cy="1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96089" y="5373216"/>
            <a:ext cx="6095911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7391751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57262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/>
              <a:t>24</a:t>
            </a:r>
          </a:p>
          <a:p>
            <a:r>
              <a:rPr lang="en-AU" sz="1000" dirty="0"/>
              <a:t>7</a:t>
            </a:r>
          </a:p>
          <a:p>
            <a:r>
              <a:rPr lang="en-AU" sz="10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0338" y="601549"/>
            <a:ext cx="235352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91751" y="1196752"/>
            <a:ext cx="76655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21238" y="1196753"/>
            <a:ext cx="137049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96089" y="5373217"/>
            <a:ext cx="112242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75246" y="142494"/>
            <a:ext cx="9093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/>
              <a:t>Tasks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4A3DEE0-B061-4B2A-86FB-FAA1342E38A6}"/>
              </a:ext>
            </a:extLst>
          </p:cNvPr>
          <p:cNvSpPr txBox="1"/>
          <p:nvPr/>
        </p:nvSpPr>
        <p:spPr>
          <a:xfrm>
            <a:off x="6340505" y="103287"/>
            <a:ext cx="80445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35445306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Text&#10;&#10;Description automatically generated">
            <a:extLst>
              <a:ext uri="{FF2B5EF4-FFF2-40B4-BE49-F238E27FC236}">
                <a16:creationId xmlns:a16="http://schemas.microsoft.com/office/drawing/2014/main" id="{6867255D-7C72-44F0-A93A-6AC47D66BF1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tx2">
                <a:tint val="45000"/>
                <a:satMod val="400000"/>
              </a:schemeClr>
            </a:duotone>
            <a:alphaModFix amt="25000"/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rcRect t="5054" b="4584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5116FF4-D232-42D9-8C68-8C0C50FAA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AU">
                <a:solidFill>
                  <a:schemeClr val="tx1"/>
                </a:solidFill>
              </a:rPr>
              <a:t>Five Questions (LHS)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7414" y="1612004"/>
                <a:ext cx="10970958" cy="4522940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What is 20% of $30 correct to two decimal places?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On a certain night, half the moon is black,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3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is grey and the rest of the moon is lit up brightly. What fraction of the moon is lit up brightly?</a:t>
                </a:r>
                <a:b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</a:b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a)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b)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		c)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8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		d)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10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  <a:cs typeface="Calibri" panose="020F0502020204030204" pitchFamily="34" charset="0"/>
                          </a:rPr>
                          <m:t>12</m:t>
                        </m:r>
                      </m:den>
                    </m:f>
                  </m:oMath>
                </a14:m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Round 280.3 cm to the nearest centimetre.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Solve </a:t>
                </a:r>
                <a14:m>
                  <m:oMath xmlns:m="http://schemas.openxmlformats.org/officeDocument/2006/math">
                    <m:r>
                      <a:rPr lang="en-AU" sz="2400" b="0" i="1" smtClean="0">
                        <a:latin typeface="Cambria Math" panose="02040503050406030204" pitchFamily="18" charset="0"/>
                        <a:cs typeface="Calibri" panose="020F0502020204030204" pitchFamily="34" charset="0"/>
                      </a:rPr>
                      <m:t>3+2</m:t>
                    </m:r>
                    <m:r>
                      <a:rPr lang="en-AU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Calibri" panose="020F0502020204030204" pitchFamily="34" charset="0"/>
                      </a:rPr>
                      <m:t>×5</m:t>
                    </m:r>
                  </m:oMath>
                </a14:m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without a calculator.</a:t>
                </a:r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AU" sz="2400" dirty="0">
                    <a:latin typeface="Calibri" panose="020F0502020204030204" pitchFamily="34" charset="0"/>
                    <a:cs typeface="Calibri" panose="020F0502020204030204" pitchFamily="34" charset="0"/>
                  </a:rPr>
                  <a:t> Which circle has one third shaded?</a:t>
                </a:r>
              </a:p>
              <a:p>
                <a:pPr marL="514350" indent="-514350">
                  <a:buFont typeface="+mj-lt"/>
                  <a:buAutoNum type="arabicPeriod"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0" indent="0">
                  <a:buNone/>
                </a:pPr>
                <a:endParaRPr lang="en-AU" sz="2400" dirty="0">
                  <a:latin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B5FED35-8289-4A6B-85E0-D8BA5A06CE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7414" y="1612004"/>
                <a:ext cx="10970958" cy="4522940"/>
              </a:xfrm>
              <a:blipFill>
                <a:blip r:embed="rId5"/>
                <a:stretch>
                  <a:fillRect l="-1278" t="-202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>
            <a:extLst>
              <a:ext uri="{FF2B5EF4-FFF2-40B4-BE49-F238E27FC236}">
                <a16:creationId xmlns:a16="http://schemas.microsoft.com/office/drawing/2014/main" id="{5BB39B19-FCB7-4218-82B7-A29298A568C7}"/>
              </a:ext>
            </a:extLst>
          </p:cNvPr>
          <p:cNvSpPr txBox="1">
            <a:spLocks/>
          </p:cNvSpPr>
          <p:nvPr/>
        </p:nvSpPr>
        <p:spPr>
          <a:xfrm>
            <a:off x="6930189" y="14747"/>
            <a:ext cx="5261811" cy="105883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spcAft>
                <a:spcPts val="600"/>
              </a:spcAft>
            </a:pP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  <a:b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AU" sz="2800" cap="none" dirty="0">
                <a:latin typeface="Calibri" panose="020F0502020204030204" pitchFamily="34" charset="0"/>
                <a:cs typeface="Calibri" panose="020F0502020204030204" pitchFamily="34" charset="0"/>
              </a:rPr>
              <a:t>EQ: How do I use the Order of Operations in mathematics?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B963987-0A73-44C8-9CA8-7D0ABD6CBAB7}"/>
              </a:ext>
            </a:extLst>
          </p:cNvPr>
          <p:cNvSpPr txBox="1"/>
          <p:nvPr/>
        </p:nvSpPr>
        <p:spPr>
          <a:xfrm>
            <a:off x="8836318" y="1029553"/>
            <a:ext cx="28966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600"/>
              </a:spcAft>
            </a:pPr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68A107-49FC-48AC-9462-9485034B4498}"/>
              </a:ext>
            </a:extLst>
          </p:cNvPr>
          <p:cNvSpPr txBox="1"/>
          <p:nvPr/>
        </p:nvSpPr>
        <p:spPr>
          <a:xfrm>
            <a:off x="9928240" y="6657945"/>
            <a:ext cx="2263760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 dirty="0">
                <a:solidFill>
                  <a:srgbClr val="FFFFFF"/>
                </a:solidFill>
                <a:hlinkClick r:id="rId4" tooltip="http://theconversation.com/make-maths-mandatory-and-well-improve-our-international-education-rankings-1166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 dirty="0">
                <a:solidFill>
                  <a:srgbClr val="FFFFFF"/>
                </a:solidFill>
              </a:rPr>
              <a:t> by Unknown Author is licensed </a:t>
            </a:r>
            <a:r>
              <a:rPr lang="en-AU" sz="700" dirty="0" err="1">
                <a:solidFill>
                  <a:srgbClr val="FFFFFF"/>
                </a:solidFill>
              </a:rPr>
              <a:t>uder</a:t>
            </a:r>
            <a:r>
              <a:rPr lang="en-AU" sz="700" dirty="0">
                <a:solidFill>
                  <a:srgbClr val="FFFFFF"/>
                </a:solidFill>
              </a:rPr>
              <a:t> </a:t>
            </a:r>
            <a:r>
              <a:rPr lang="en-AU" sz="700" dirty="0">
                <a:solidFill>
                  <a:srgbClr val="FFFFFF"/>
                </a:solidFill>
                <a:hlinkClick r:id="rId6" tooltip="https://creativecommons.org/licenses/by-nd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BY-ND</a:t>
            </a:r>
            <a:endParaRPr lang="en-AU" sz="700"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0CF938-C71C-4659-9504-DDA1C54665C8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t="14623" b="19146"/>
          <a:stretch/>
        </p:blipFill>
        <p:spPr>
          <a:xfrm>
            <a:off x="2655256" y="4973333"/>
            <a:ext cx="7335274" cy="16846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885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use the Order of Operations in mathematics?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1" name="TextBox 30">
            <a:extLst>
              <a:ext uri="{FF2B5EF4-FFF2-40B4-BE49-F238E27FC236}">
                <a16:creationId xmlns:a16="http://schemas.microsoft.com/office/drawing/2014/main" id="{21F187C8-D008-4FB9-8857-D5C44C66DD7E}"/>
              </a:ext>
            </a:extLst>
          </p:cNvPr>
          <p:cNvSpPr txBox="1"/>
          <p:nvPr/>
        </p:nvSpPr>
        <p:spPr>
          <a:xfrm>
            <a:off x="2558577" y="2494058"/>
            <a:ext cx="7563605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u="sng" dirty="0">
                <a:latin typeface="Calibri" panose="020F0502020204030204" pitchFamily="34" charset="0"/>
                <a:cs typeface="Calibri" panose="020F0502020204030204" pitchFamily="34" charset="0"/>
              </a:rPr>
              <a:t>Order of Operations / </a:t>
            </a:r>
            <a:r>
              <a:rPr lang="en-AU" sz="2000" u="sng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BIMDAS</a:t>
            </a:r>
          </a:p>
          <a:p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1.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rackets First</a:t>
            </a:r>
          </a:p>
          <a:p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2. </a:t>
            </a:r>
            <a:r>
              <a:rPr lang="en-AU" sz="2000" b="1" dirty="0" err="1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AU" sz="2000" dirty="0" err="1">
                <a:latin typeface="Calibri" panose="020F0502020204030204" pitchFamily="34" charset="0"/>
                <a:cs typeface="Calibri" panose="020F0502020204030204" pitchFamily="34" charset="0"/>
              </a:rPr>
              <a:t>ndicies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3.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ultiply and/or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ivide </a:t>
            </a: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(from left to right)</a:t>
            </a:r>
          </a:p>
          <a:p>
            <a:endParaRPr lang="en-AU" sz="2000" b="1" u="sng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4.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dd or 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ubtract </a:t>
            </a:r>
          </a:p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                    (from left to right)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8B78C7-A3FF-43D5-9773-DE0817AA32A9}"/>
              </a:ext>
            </a:extLst>
          </p:cNvPr>
          <p:cNvSpPr txBox="1"/>
          <p:nvPr/>
        </p:nvSpPr>
        <p:spPr>
          <a:xfrm>
            <a:off x="271907" y="2422899"/>
            <a:ext cx="154386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</a:t>
            </a:r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BIMDAS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50170EA-779B-4440-85FF-C44405C220BB}"/>
              </a:ext>
            </a:extLst>
          </p:cNvPr>
          <p:cNvSpPr txBox="1"/>
          <p:nvPr/>
        </p:nvSpPr>
        <p:spPr>
          <a:xfrm>
            <a:off x="271907" y="1304751"/>
            <a:ext cx="193442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What is the </a:t>
            </a:r>
            <a:r>
              <a:rPr lang="en-AU" sz="20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Order of Operations</a:t>
            </a:r>
            <a:r>
              <a:rPr lang="en-AU" sz="2000" dirty="0">
                <a:latin typeface="Calibri" panose="020F0502020204030204" pitchFamily="34" charset="0"/>
                <a:cs typeface="Calibri" panose="020F0502020204030204" pitchFamily="34" charset="0"/>
              </a:rPr>
              <a:t>?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30215B-4D27-487E-9B72-E7B4ABC0A975}"/>
              </a:ext>
            </a:extLst>
          </p:cNvPr>
          <p:cNvSpPr txBox="1"/>
          <p:nvPr/>
        </p:nvSpPr>
        <p:spPr>
          <a:xfrm>
            <a:off x="2436247" y="1264201"/>
            <a:ext cx="959980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The Order of Operations is the correct order of steps for evaluating a mathematical equation. It is also known as </a:t>
            </a:r>
            <a:r>
              <a:rPr lang="en-GB" sz="2000" b="0" i="0" dirty="0">
                <a:solidFill>
                  <a:srgbClr val="FF0000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BIMDAS</a:t>
            </a:r>
            <a:r>
              <a:rPr lang="en-GB" sz="2000" b="0" i="0" dirty="0">
                <a:solidFill>
                  <a:srgbClr val="202124"/>
                </a:solidFill>
                <a:effectLst/>
                <a:latin typeface="Calibri" panose="020F0502020204030204" pitchFamily="34" charset="0"/>
                <a:cs typeface="Calibri" panose="020F0502020204030204" pitchFamily="34" charset="0"/>
              </a:rPr>
              <a:t>.</a:t>
            </a:r>
            <a:endParaRPr lang="en-AU" sz="20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82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7B1123-6476-4A86-9D06-DBD3B98F4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Why does it </a:t>
            </a:r>
            <a:r>
              <a:rPr lang="en-AU" dirty="0" err="1"/>
              <a:t>MatTER</a:t>
            </a:r>
            <a:r>
              <a:rPr lang="en-AU" dirty="0"/>
              <a:t>?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B03DBAA-B632-4A17-BFD8-AB15C30FFA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08074" y="1574092"/>
            <a:ext cx="10666794" cy="5195780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6352F5E-67FA-4CEB-B78C-3FFD8B5228AC}"/>
              </a:ext>
            </a:extLst>
          </p:cNvPr>
          <p:cNvSpPr/>
          <p:nvPr/>
        </p:nvSpPr>
        <p:spPr>
          <a:xfrm>
            <a:off x="9536688" y="3347657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DE1846B-1337-4106-A79F-0B950DBC7E76}"/>
              </a:ext>
            </a:extLst>
          </p:cNvPr>
          <p:cNvSpPr/>
          <p:nvPr/>
        </p:nvSpPr>
        <p:spPr>
          <a:xfrm>
            <a:off x="9536688" y="3735669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132AE2E-1D18-4BA8-A5AF-D1589B95CDD0}"/>
              </a:ext>
            </a:extLst>
          </p:cNvPr>
          <p:cNvSpPr/>
          <p:nvPr/>
        </p:nvSpPr>
        <p:spPr>
          <a:xfrm>
            <a:off x="9536688" y="4610482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21EE6B3-27F4-4584-BC52-A37113AF5F6C}"/>
              </a:ext>
            </a:extLst>
          </p:cNvPr>
          <p:cNvSpPr/>
          <p:nvPr/>
        </p:nvSpPr>
        <p:spPr>
          <a:xfrm>
            <a:off x="9536688" y="5020317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4C22F91-06CF-4ED0-BB79-E5D60A380AA5}"/>
              </a:ext>
            </a:extLst>
          </p:cNvPr>
          <p:cNvSpPr/>
          <p:nvPr/>
        </p:nvSpPr>
        <p:spPr>
          <a:xfrm>
            <a:off x="9536688" y="5430152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3475CCF5-DDA8-4B0C-9919-4E5C85294C94}"/>
              </a:ext>
            </a:extLst>
          </p:cNvPr>
          <p:cNvSpPr/>
          <p:nvPr/>
        </p:nvSpPr>
        <p:spPr>
          <a:xfrm>
            <a:off x="9536688" y="5839987"/>
            <a:ext cx="190734" cy="186527"/>
          </a:xfrm>
          <a:prstGeom prst="ellipse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A7B6AD-0F18-445E-AFCF-D01A0B5BD9DA}"/>
              </a:ext>
            </a:extLst>
          </p:cNvPr>
          <p:cNvSpPr/>
          <p:nvPr/>
        </p:nvSpPr>
        <p:spPr>
          <a:xfrm>
            <a:off x="9817178" y="3377501"/>
            <a:ext cx="527323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9EC83A1-F9C9-48B6-A705-41A8D4245BA1}"/>
              </a:ext>
            </a:extLst>
          </p:cNvPr>
          <p:cNvSpPr/>
          <p:nvPr/>
        </p:nvSpPr>
        <p:spPr>
          <a:xfrm>
            <a:off x="9817178" y="3781444"/>
            <a:ext cx="740496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9C06B1F-0475-41FE-9013-9C7046C74A9B}"/>
              </a:ext>
            </a:extLst>
          </p:cNvPr>
          <p:cNvSpPr/>
          <p:nvPr/>
        </p:nvSpPr>
        <p:spPr>
          <a:xfrm>
            <a:off x="9817179" y="4656257"/>
            <a:ext cx="359028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B903009-EE10-4725-8694-3E48C54BD07E}"/>
              </a:ext>
            </a:extLst>
          </p:cNvPr>
          <p:cNvSpPr/>
          <p:nvPr/>
        </p:nvSpPr>
        <p:spPr>
          <a:xfrm>
            <a:off x="9817178" y="5047391"/>
            <a:ext cx="701227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2450246-65E2-4617-8BE3-A4D88D7788EE}"/>
              </a:ext>
            </a:extLst>
          </p:cNvPr>
          <p:cNvSpPr/>
          <p:nvPr/>
        </p:nvSpPr>
        <p:spPr>
          <a:xfrm>
            <a:off x="9817178" y="5436095"/>
            <a:ext cx="633909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2A3EE34-2117-4ED8-A3D1-C495E7397BA4}"/>
              </a:ext>
            </a:extLst>
          </p:cNvPr>
          <p:cNvSpPr/>
          <p:nvPr/>
        </p:nvSpPr>
        <p:spPr>
          <a:xfrm>
            <a:off x="9817178" y="5861143"/>
            <a:ext cx="527323" cy="94975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29600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14">
            <a:extLst>
              <a:ext uri="{FF2B5EF4-FFF2-40B4-BE49-F238E27FC236}">
                <a16:creationId xmlns:a16="http://schemas.microsoft.com/office/drawing/2014/main" id="{904C0BC6-B04D-4459-B721-9C030C3927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31575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CB2F024E-D853-479C-B5A9-08293A2D7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 descr="Text&#10;&#10;Description automatically generated">
            <a:extLst>
              <a:ext uri="{FF2B5EF4-FFF2-40B4-BE49-F238E27FC236}">
                <a16:creationId xmlns:a16="http://schemas.microsoft.com/office/drawing/2014/main" id="{33EF2825-EBF6-49B9-A2E1-BE504451E4A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3177" r="1" b="1"/>
          <a:stretch/>
        </p:blipFill>
        <p:spPr>
          <a:xfrm>
            <a:off x="643467" y="643467"/>
            <a:ext cx="10905066" cy="5571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6929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82E708C-71E9-4394-B264-F716CFD18F17}"/>
              </a:ext>
            </a:extLst>
          </p:cNvPr>
          <p:cNvCxnSpPr>
            <a:cxnSpLocks/>
          </p:cNvCxnSpPr>
          <p:nvPr/>
        </p:nvCxnSpPr>
        <p:spPr>
          <a:xfrm>
            <a:off x="74645" y="777796"/>
            <a:ext cx="12117355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C740D6E-7B99-4DDB-9DE0-A5B61E8C3072}"/>
              </a:ext>
            </a:extLst>
          </p:cNvPr>
          <p:cNvCxnSpPr>
            <a:cxnSpLocks/>
          </p:cNvCxnSpPr>
          <p:nvPr/>
        </p:nvCxnSpPr>
        <p:spPr>
          <a:xfrm flipV="1">
            <a:off x="0" y="1222394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B9F519F3-0A4A-4CE2-A029-D8462460B133}"/>
              </a:ext>
            </a:extLst>
          </p:cNvPr>
          <p:cNvSpPr txBox="1"/>
          <p:nvPr/>
        </p:nvSpPr>
        <p:spPr>
          <a:xfrm>
            <a:off x="178608" y="0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24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7</a:t>
            </a:r>
          </a:p>
          <a:p>
            <a:r>
              <a:rPr lang="en-AU" sz="1600" dirty="0">
                <a:latin typeface="Calibri" panose="020F0502020204030204" pitchFamily="34" charset="0"/>
                <a:cs typeface="Calibri" panose="020F0502020204030204" pitchFamily="34" charset="0"/>
              </a:rPr>
              <a:t>30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BA2B774-B760-43E5-9BF4-42AEF5DA72EC}"/>
              </a:ext>
            </a:extLst>
          </p:cNvPr>
          <p:cNvCxnSpPr>
            <a:cxnSpLocks/>
          </p:cNvCxnSpPr>
          <p:nvPr/>
        </p:nvCxnSpPr>
        <p:spPr>
          <a:xfrm>
            <a:off x="2382459" y="1224621"/>
            <a:ext cx="0" cy="4994082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EC05745E-D2A7-4A30-B812-5738EFA91614}"/>
              </a:ext>
            </a:extLst>
          </p:cNvPr>
          <p:cNvSpPr txBox="1"/>
          <p:nvPr/>
        </p:nvSpPr>
        <p:spPr>
          <a:xfrm>
            <a:off x="754672" y="196208"/>
            <a:ext cx="404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>
                <a:latin typeface="Calibri" panose="020F0502020204030204" pitchFamily="34" charset="0"/>
                <a:cs typeface="Calibri" panose="020F0502020204030204" pitchFamily="34" charset="0"/>
              </a:rPr>
              <a:t>Topic: Order of Operations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AEB9F17-FE97-4A80-AD23-AA0696B2CA65}"/>
              </a:ext>
            </a:extLst>
          </p:cNvPr>
          <p:cNvSpPr txBox="1"/>
          <p:nvPr/>
        </p:nvSpPr>
        <p:spPr>
          <a:xfrm>
            <a:off x="271907" y="756649"/>
            <a:ext cx="1064338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EQ: </a:t>
            </a: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How do I use the Order of Operations in mathematics?</a:t>
            </a:r>
            <a:endParaRPr lang="en-GB" sz="2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728AC80-0291-455D-BC3B-60AF60B7DB39}"/>
              </a:ext>
            </a:extLst>
          </p:cNvPr>
          <p:cNvSpPr txBox="1"/>
          <p:nvPr/>
        </p:nvSpPr>
        <p:spPr>
          <a:xfrm>
            <a:off x="124278" y="5757038"/>
            <a:ext cx="202826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000" b="1" dirty="0">
                <a:solidFill>
                  <a:schemeClr val="accent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IC</a:t>
            </a:r>
            <a:r>
              <a:rPr lang="en-AU" sz="2000" b="1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O</a:t>
            </a:r>
            <a:r>
              <a:rPr lang="en-AU" sz="2000" b="1" dirty="0">
                <a:latin typeface="Calibri" panose="020F0502020204030204" pitchFamily="34" charset="0"/>
                <a:cs typeface="Calibri" panose="020F0502020204030204" pitchFamily="34" charset="0"/>
              </a:rPr>
              <a:t>R</a:t>
            </a:r>
            <a:endParaRPr lang="en-GB" sz="2000" b="1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190DFE82-329E-4213-9CF8-A8FD3DCF967B}"/>
              </a:ext>
            </a:extLst>
          </p:cNvPr>
          <p:cNvSpPr txBox="1"/>
          <p:nvPr/>
        </p:nvSpPr>
        <p:spPr>
          <a:xfrm>
            <a:off x="9568370" y="196208"/>
            <a:ext cx="25460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>
                <a:latin typeface="Calibri" panose="020F0502020204030204" pitchFamily="34" charset="0"/>
                <a:cs typeface="Calibri" panose="020F0502020204030204" pitchFamily="34" charset="0"/>
              </a:rPr>
              <a:t>Date: XX/XX/2021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B2CDAD20-C34B-4CAB-9BA2-2A1DCC9E489F}"/>
              </a:ext>
            </a:extLst>
          </p:cNvPr>
          <p:cNvCxnSpPr>
            <a:cxnSpLocks/>
          </p:cNvCxnSpPr>
          <p:nvPr/>
        </p:nvCxnSpPr>
        <p:spPr>
          <a:xfrm flipV="1">
            <a:off x="0" y="6218703"/>
            <a:ext cx="12192000" cy="2229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3090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0631A68-763C-48D0-B02C-BCD00B7A52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4128" y="585216"/>
            <a:ext cx="9720072" cy="1499616"/>
          </a:xfrm>
        </p:spPr>
        <p:txBody>
          <a:bodyPr>
            <a:normAutofit/>
          </a:bodyPr>
          <a:lstStyle/>
          <a:p>
            <a:r>
              <a:rPr lang="en-AU" dirty="0"/>
              <a:t>Practice (LHS)</a:t>
            </a:r>
          </a:p>
        </p:txBody>
      </p:sp>
      <p:graphicFrame>
        <p:nvGraphicFramePr>
          <p:cNvPr id="12" name="Content Placeholder 2">
            <a:extLst>
              <a:ext uri="{FF2B5EF4-FFF2-40B4-BE49-F238E27FC236}">
                <a16:creationId xmlns:a16="http://schemas.microsoft.com/office/drawing/2014/main" id="{F035A365-4BF0-4263-9A11-EA757F4D2E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13836713"/>
              </p:ext>
            </p:extLst>
          </p:nvPr>
        </p:nvGraphicFramePr>
        <p:xfrm>
          <a:off x="1023938" y="2286000"/>
          <a:ext cx="9720262" cy="402272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908903" y="33265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27649" y="275164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07568" y="2492896"/>
            <a:ext cx="14847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(3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21" y="2564904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58" y="275164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90957" y="275164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8710" y="289464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978" y="275164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2265" y="275164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5800" y="2420888"/>
            <a:ext cx="1484702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4)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22683" y="4062556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9936" y="2492896"/>
            <a:ext cx="22365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08547" y="403366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5206" y="5242799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89584" y="5235577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14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2855640" y="3933056"/>
            <a:ext cx="230425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201947" y="5234992"/>
            <a:ext cx="367240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522878" y="2499060"/>
            <a:ext cx="22365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 2</a:t>
            </a:r>
          </a:p>
        </p:txBody>
      </p:sp>
      <p:pic>
        <p:nvPicPr>
          <p:cNvPr id="31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71664" y="620688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079776" y="620688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03912" y="620688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56040" y="548680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793661" y="620688"/>
            <a:ext cx="657572" cy="6892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1536 -0.04328 L -0.13099 0.20973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81" y="1263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1.48148E-6 L 0.08868 -0.0048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427" y="-255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2448 -0.00208 L 0.18672 -0.00301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112" y="-46"/>
                                    </p:animMotion>
                                  </p:childTnLst>
                                </p:cTn>
                              </p:par>
                              <p:par>
                                <p:cTn id="5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72 -0.00301 L 0.27735 0.00185 " pathEditMode="relative" rAng="0" ptsTypes="AA">
                                      <p:cBhvr>
                                        <p:cTn id="57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231"/>
                                    </p:animMotion>
                                  </p:childTnLst>
                                </p:cTn>
                              </p:par>
                              <p:par>
                                <p:cTn id="5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644 -0.00208 L 0.52605 0.01898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74" y="1042"/>
                                    </p:animMotion>
                                  </p:childTnLst>
                                </p:cTn>
                              </p:par>
                              <p:par>
                                <p:cTn id="74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5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  <p:par>
                                <p:cTn id="7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3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9536" y="33265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27649" y="275164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11625" y="2420888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75721" y="2564904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58" y="275164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25148" y="237325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8444" y="249466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978" y="275164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2265" y="275164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8916" y="2456015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16886" y="3935513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19936" y="2492896"/>
            <a:ext cx="223651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 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666662" y="3947572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16886" y="5369806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845480" y="5330141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11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4511824" y="3933056"/>
            <a:ext cx="316835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855640" y="5373216"/>
            <a:ext cx="460851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22067" y="2406512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86444" y="2564904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pic>
        <p:nvPicPr>
          <p:cNvPr id="2050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664" y="620688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776" y="620688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03912" y="620688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6040" y="548680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84232" y="548680"/>
            <a:ext cx="657572" cy="689262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0.08777 -0.0020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88" y="-116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77 -0.00208 L 0.18165 -0.00463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688" y="-13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65 -0.00463 L 0.28477 -0.00463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156" y="0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125E-6 2.22222E-6 L -0.00091 0.23194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1597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72222E-6 -1.27168E-6 L -0.00052 0.21087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0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477 -0.00463 L 0.52605 0.01898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2057" y="169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2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9536" y="33265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27649" y="275164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5761" y="2435404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58" y="275164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33842" y="223356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40420" y="223356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557978" y="275164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2265" y="275164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87903" y="4022037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87889" y="2492896"/>
            <a:ext cx="278473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 3</a:t>
            </a:r>
            <a:r>
              <a:rPr lang="en-GB" sz="9600" baseline="30000" dirty="0">
                <a:latin typeface="Arial Black" pitchFamily="34" charset="0"/>
                <a:cs typeface="Aharoni" pitchFamily="2" charset="-79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86742" y="3947572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30539" y="5288340"/>
            <a:ext cx="99738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779439" y="5295562"/>
            <a:ext cx="1826141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36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6168008" y="3933056"/>
            <a:ext cx="151216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3863752" y="5373216"/>
            <a:ext cx="3600400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3935761" y="2420888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pic>
        <p:nvPicPr>
          <p:cNvPr id="2050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664" y="620688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776" y="620688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03912" y="620688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6040" y="548680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184232" y="548680"/>
            <a:ext cx="657572" cy="689262"/>
          </a:xfrm>
          <a:prstGeom prst="rect">
            <a:avLst/>
          </a:prstGeom>
          <a:noFill/>
        </p:spPr>
      </p:pic>
      <p:sp>
        <p:nvSpPr>
          <p:cNvPr id="38" name="TextBox 37"/>
          <p:cNvSpPr txBox="1"/>
          <p:nvPr/>
        </p:nvSpPr>
        <p:spPr>
          <a:xfrm>
            <a:off x="5102879" y="2507412"/>
            <a:ext cx="10054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rial Black" pitchFamily="34" charset="0"/>
                <a:cs typeface="Aharoni" pitchFamily="2" charset="-79"/>
              </a:rPr>
              <a:t>x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0.08777 -0.00208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88" y="-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1.11111E-6 L -0.00091 0.2319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2" y="11597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2.5E-6 -8.09249E-7 L -0.00087 0.23191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" y="116"/>
                                    </p:animMotion>
                                  </p:childTnLst>
                                </p:cTn>
                              </p:par>
                              <p:par>
                                <p:cTn id="4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77 -0.00208 L 0.18581 -0.00208 " pathEditMode="relative" rAng="0" ptsTypes="AA">
                                      <p:cBhvr>
                                        <p:cTn id="5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896" y="0"/>
                                    </p:animMotion>
                                  </p:childTnLst>
                                </p:cTn>
                              </p:par>
                              <p:par>
                                <p:cTn id="5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581 -0.00208 L 0.27644 -0.00208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31" y="0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7639 -0.00209 L 0.52605 0.01896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5" y="1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69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2000"/>
                            </p:stCondLst>
                            <p:childTnLst>
                              <p:par>
                                <p:cTn id="7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3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919536" y="33265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2927649" y="275164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51585" y="2060849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15681" y="2204865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56858" y="275164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7490" y="268451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29884" y="234515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1804" y="253461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72474" y="234515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5761" y="2060849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7117" y="3479664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55841" y="2087887"/>
            <a:ext cx="172354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x 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92196" y="3452808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07117" y="4700568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11624" y="474876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13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3935760" y="3140968"/>
            <a:ext cx="237626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2711624" y="4509120"/>
            <a:ext cx="5184576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62308" y="2060849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26404" y="2204865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+</a:t>
            </a:r>
          </a:p>
        </p:txBody>
      </p:sp>
      <p:pic>
        <p:nvPicPr>
          <p:cNvPr id="2050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071664" y="620688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9776" y="620688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303912" y="620688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456040" y="548680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32169" y="693660"/>
            <a:ext cx="657572" cy="689262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6528048" y="206084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28048" y="207583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E-6 1.48148E-6 L 0.09024 -0.00486 " pathEditMode="relative" rAng="0" ptsTypes="AA">
                                      <p:cBhvr>
                                        <p:cTn id="33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05" y="-255"/>
                                    </p:animMotion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9024 -0.00486 L 0.18191 -0.00486 " pathEditMode="relative" rAng="0" ptsTypes="AA">
                                      <p:cBhvr>
                                        <p:cTn id="3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583" y="0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191 -0.00486 L 0.2823 0.00046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013" y="255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2000"/>
                            </p:stCondLst>
                            <p:childTnLst>
                              <p:par>
                                <p:cTn id="4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5E-6 -2.96296E-6 L 0.00495 0.20116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47" y="10046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3.4104E-6 L 0.00139 0.20393 " pathEditMode="relative" rAng="0" ptsTypes="AA">
                                      <p:cBhvr>
                                        <p:cTn id="61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" y="102"/>
                                    </p:animMotion>
                                  </p:childTnLst>
                                </p:cTn>
                              </p:par>
                              <p:par>
                                <p:cTn id="6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58333E-6 2.22222E-6 L 0.00664 0.18634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26" y="930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36342 0.00463 L 0.52605 0.01898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8125" y="718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71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>
                            <p:stCondLst>
                              <p:cond delay="20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29" grpId="0"/>
      <p:bldP spid="3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:\Users\Ben\AppData\Local\Microsoft\Windows\Temporary Internet Files\Content.IE5\TW17W6A2\MC900433829[1].pn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142819" y="-50116"/>
            <a:ext cx="2332856" cy="2332856"/>
          </a:xfrm>
          <a:prstGeom prst="rect">
            <a:avLst/>
          </a:prstGeom>
          <a:noFill/>
        </p:spPr>
      </p:pic>
      <p:sp>
        <p:nvSpPr>
          <p:cNvPr id="4" name="TextBox 3"/>
          <p:cNvSpPr txBox="1"/>
          <p:nvPr/>
        </p:nvSpPr>
        <p:spPr>
          <a:xfrm>
            <a:off x="3150932" y="-107608"/>
            <a:ext cx="94609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03344" y="1272702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23424" y="1272702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0141" y="-107608"/>
            <a:ext cx="57099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7774" y="-150038"/>
            <a:ext cx="104067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696" y="-121876"/>
            <a:ext cx="1311578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81261" y="-107608"/>
            <a:ext cx="105830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95548" y="-107608"/>
            <a:ext cx="888385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9600" dirty="0">
                <a:latin typeface="Aharoni" pitchFamily="2" charset="-79"/>
                <a:cs typeface="Aharoni" pitchFamily="2" charset="-79"/>
              </a:rPr>
              <a:t>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50621" y="1272702"/>
            <a:ext cx="115929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(5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93471" y="2727852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8979" y="1299740"/>
            <a:ext cx="1774845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- 3)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43485" y="2664661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93471" y="5585298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2519" y="5620219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10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5587519" y="2352821"/>
            <a:ext cx="2376264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6379607" y="3648965"/>
            <a:ext cx="100811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4014067" y="1272702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23424" y="1284461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x</a:t>
            </a:r>
          </a:p>
        </p:txBody>
      </p:sp>
      <p:pic>
        <p:nvPicPr>
          <p:cNvPr id="2050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94947" y="237916"/>
            <a:ext cx="657572" cy="689262"/>
          </a:xfrm>
          <a:prstGeom prst="rect">
            <a:avLst/>
          </a:prstGeom>
          <a:noFill/>
        </p:spPr>
      </p:pic>
      <p:pic>
        <p:nvPicPr>
          <p:cNvPr id="32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303059" y="237916"/>
            <a:ext cx="657572" cy="689262"/>
          </a:xfrm>
          <a:prstGeom prst="rect">
            <a:avLst/>
          </a:prstGeom>
          <a:noFill/>
        </p:spPr>
      </p:pic>
      <p:pic>
        <p:nvPicPr>
          <p:cNvPr id="33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27195" y="237916"/>
            <a:ext cx="657572" cy="689262"/>
          </a:xfrm>
          <a:prstGeom prst="rect">
            <a:avLst/>
          </a:prstGeom>
          <a:noFill/>
        </p:spPr>
      </p:pic>
      <p:pic>
        <p:nvPicPr>
          <p:cNvPr id="34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679323" y="165908"/>
            <a:ext cx="657572" cy="689262"/>
          </a:xfrm>
          <a:prstGeom prst="rect">
            <a:avLst/>
          </a:prstGeom>
          <a:noFill/>
        </p:spPr>
      </p:pic>
      <p:pic>
        <p:nvPicPr>
          <p:cNvPr id="35" name="Picture 2" descr="C:\Users\Ben\AppData\Local\Microsoft\Windows\Temporary Internet Files\Content.IE5\TW17W6A2\MC900434713[1].wmf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407515" y="165908"/>
            <a:ext cx="657572" cy="689262"/>
          </a:xfrm>
          <a:prstGeom prst="rect">
            <a:avLst/>
          </a:prstGeom>
          <a:noFill/>
        </p:spPr>
      </p:pic>
      <p:sp>
        <p:nvSpPr>
          <p:cNvPr id="30" name="TextBox 29"/>
          <p:cNvSpPr txBox="1"/>
          <p:nvPr/>
        </p:nvSpPr>
        <p:spPr>
          <a:xfrm>
            <a:off x="8539847" y="1272702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9847" y="1287692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35791" y="127270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rial Black" pitchFamily="34" charset="0"/>
                <a:cs typeface="Aharoni" pitchFamily="2" charset="-79"/>
              </a:rPr>
              <a:t>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51616" y="3648966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4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219367" y="4729085"/>
            <a:ext cx="295232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5227479" y="4657078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12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5431455" y="5665189"/>
            <a:ext cx="2952328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996121" y="2664660"/>
            <a:ext cx="80021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868347" y="2659010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x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64235" y="2685824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315711" y="3600765"/>
            <a:ext cx="1415772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200" dirty="0">
                <a:latin typeface="Arial Black" pitchFamily="34" charset="0"/>
                <a:cs typeface="Aharoni" pitchFamily="2" charset="-79"/>
              </a:rPr>
              <a:t>- 2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035791" y="1272702"/>
            <a:ext cx="38985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400" dirty="0">
                <a:latin typeface="Arial Black" pitchFamily="34" charset="0"/>
                <a:cs typeface="Aharoni" pitchFamily="2" charset="-79"/>
              </a:rPr>
              <a:t>2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D58C6478-DD09-4BA3-A55A-589F45A8948A}"/>
              </a:ext>
            </a:extLst>
          </p:cNvPr>
          <p:cNvSpPr txBox="1"/>
          <p:nvPr/>
        </p:nvSpPr>
        <p:spPr>
          <a:xfrm>
            <a:off x="3213879" y="3928181"/>
            <a:ext cx="79380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GB" sz="7200" dirty="0">
                <a:latin typeface="Arial Black" pitchFamily="34" charset="0"/>
                <a:cs typeface="Aharoni" pitchFamily="2" charset="-79"/>
              </a:rPr>
              <a:t>=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4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7" dur="1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8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0" dur="1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3" dur="1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4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6" dur="1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7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9" dur="1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0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2" dur="1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6.25E-7 1.85185E-6 L 0.00221 0.2169 " pathEditMode="relative" rAng="0" ptsTypes="AA">
                                      <p:cBhvr>
                                        <p:cTn id="41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612" y="9792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54167E-6 -1.48148E-6 L 0.00144 0.20394 " pathEditMode="relative" rAng="0" ptsTypes="AA">
                                      <p:cBhvr>
                                        <p:cTn id="4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5" y="10185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1.875E-6 1.48148E-6 L -0.00521 0.18519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21" y="10069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11022E-16 -2.96296E-6 L -0.08268 0.2051 " pathEditMode="relative" rAng="0" ptsTypes="AA">
                                      <p:cBhvr>
                                        <p:cTn id="47" dur="2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4141" y="10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4.16667E-6 -1.48148E-6 L 0.08789 -0.00486 " pathEditMode="relative" rAng="0" ptsTypes="AA">
                                      <p:cBhvr>
                                        <p:cTn id="51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388" y="-25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path" presetSubtype="0" accel="50000" decel="5000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44 0.20394 L -0.10026 0.33403 " pathEditMode="relative" rAng="0" ptsTypes="AA">
                                      <p:cBhvr>
                                        <p:cTn id="63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5091" y="6505"/>
                                    </p:animMotion>
                                  </p:childTnLst>
                                </p:cTn>
                              </p:par>
                              <p:par>
                                <p:cTn id="6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521 0.18519 L 0.06992 0.34167 " pathEditMode="relative" rAng="0" ptsTypes="AA">
                                      <p:cBhvr>
                                        <p:cTn id="65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930" y="7060"/>
                                    </p:animMotion>
                                  </p:childTnLst>
                                </p:cTn>
                              </p:par>
                              <p:par>
                                <p:cTn id="66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221 0.2169 L 0.04479 0.34606 " pathEditMode="relative" rAng="0" ptsTypes="AA">
                                      <p:cBhvr>
                                        <p:cTn id="67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83" y="7500"/>
                                    </p:animMotion>
                                  </p:childTnLst>
                                </p:cTn>
                              </p:par>
                              <p:par>
                                <p:cTn id="6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8789 -0.00486 L 0.18698 -0.00393 " pathEditMode="relative" rAng="0" ptsTypes="AA">
                                      <p:cBhvr>
                                        <p:cTn id="79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948" y="46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18698 -0.00393 L 0.28204 -0.01713 " pathEditMode="relative" rAng="0" ptsTypes="AA">
                                      <p:cBhvr>
                                        <p:cTn id="8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4753" y="-67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20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42" presetClass="path" presetSubtype="0" accel="50000" decel="5000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13268 0.32986 L -0.16406 0.48727 " pathEditMode="relative" rAng="0" ptsTypes="AA">
                                      <p:cBhvr>
                                        <p:cTn id="97" dur="20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576" y="7870"/>
                                    </p:animMotion>
                                  </p:childTnLst>
                                </p:cTn>
                              </p:par>
                              <p:par>
                                <p:cTn id="9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>
                      <p:stCondLst>
                        <p:cond delay="indefinite"/>
                      </p:stCondLst>
                      <p:childTnLst>
                        <p:par>
                          <p:cTn id="103" fill="hold">
                            <p:stCondLst>
                              <p:cond delay="0"/>
                            </p:stCondLst>
                            <p:childTnLst>
                              <p:par>
                                <p:cTn id="104" presetID="63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8204 -0.01713 L 0.4211 -0.01412 " pathEditMode="relative" rAng="0" ptsTypes="AA">
                                      <p:cBhvr>
                                        <p:cTn id="105" dur="2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6953" y="139"/>
                                    </p:animMotion>
                                  </p:childTnLst>
                                </p:cTn>
                              </p:par>
                              <p:par>
                                <p:cTn id="10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9" dur="2000" fill="hold"/>
                                        <p:tgtEl>
                                          <p:spTgt spid="1026"/>
                                        </p:tgtEl>
                                      </p:cBhvr>
                                      <p:by x="15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>
                            <p:stCondLst>
                              <p:cond delay="2000"/>
                            </p:stCondLst>
                            <p:childTnLst>
                              <p:par>
                                <p:cTn id="11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/>
      <p:bldP spid="14" grpId="0"/>
      <p:bldP spid="15" grpId="0"/>
      <p:bldP spid="16" grpId="0"/>
      <p:bldP spid="22" grpId="0"/>
      <p:bldP spid="24" grpId="0"/>
      <p:bldP spid="25" grpId="0"/>
      <p:bldP spid="27" grpId="0"/>
      <p:bldP spid="27" grpId="1"/>
      <p:bldP spid="29" grpId="0"/>
      <p:bldP spid="29" grpId="1"/>
      <p:bldP spid="37" grpId="0"/>
      <p:bldP spid="37" grpId="1"/>
      <p:bldP spid="37" grpId="2"/>
      <p:bldP spid="31" grpId="0"/>
      <p:bldP spid="39" grpId="0"/>
      <p:bldP spid="45" grpId="0"/>
      <p:bldP spid="47" grpId="0"/>
      <p:bldP spid="48" grpId="0"/>
      <p:bldP spid="49" grpId="0"/>
      <p:bldP spid="5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11840D8A-F69C-4A53-853C-D127B11FFCA0}"/>
              </a:ext>
            </a:extLst>
          </p:cNvPr>
          <p:cNvSpPr txBox="1">
            <a:spLocks noChangeArrowheads="1"/>
          </p:cNvSpPr>
          <p:nvPr/>
        </p:nvSpPr>
        <p:spPr>
          <a:xfrm>
            <a:off x="684211" y="583792"/>
            <a:ext cx="11096661" cy="147002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80000"/>
              </a:lnSpc>
              <a:spcBef>
                <a:spcPct val="0"/>
              </a:spcBef>
              <a:buNone/>
              <a:defRPr sz="5000" kern="1200" cap="all" spc="100" baseline="0">
                <a:solidFill>
                  <a:schemeClr val="tx1">
                    <a:lumMod val="95000"/>
                    <a:lumOff val="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4000" cap="none" dirty="0">
                <a:latin typeface="Calibri" panose="020F0502020204030204" pitchFamily="34" charset="0"/>
                <a:cs typeface="Calibri" panose="020F0502020204030204" pitchFamily="34" charset="0"/>
              </a:rPr>
              <a:t>TASK: (LHS) Match each of these calculations with one that gives the same answer.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3AD1C7-A6FE-45E1-BE4D-8492D4D79C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568" t="55902" r="16780" b="12587"/>
          <a:stretch>
            <a:fillRect/>
          </a:stretch>
        </p:blipFill>
        <p:spPr bwMode="auto">
          <a:xfrm>
            <a:off x="2816056" y="2384906"/>
            <a:ext cx="6832969" cy="26019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6" name="Text Box 5">
            <a:extLst>
              <a:ext uri="{FF2B5EF4-FFF2-40B4-BE49-F238E27FC236}">
                <a16:creationId xmlns:a16="http://schemas.microsoft.com/office/drawing/2014/main" id="{C81D2F3F-7B34-4806-8FFF-D585F5DC0B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74961" y="5444869"/>
            <a:ext cx="651515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GB" sz="2400" dirty="0">
                <a:solidFill>
                  <a:srgbClr val="FF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Hint:</a:t>
            </a:r>
            <a:r>
              <a:rPr lang="en-GB" sz="2400" dirty="0">
                <a:latin typeface="Calibri" panose="020F0502020204030204" pitchFamily="34" charset="0"/>
                <a:cs typeface="Calibri" panose="020F0502020204030204" pitchFamily="34" charset="0"/>
              </a:rPr>
              <a:t> work all of them out and then match them up</a:t>
            </a:r>
          </a:p>
        </p:txBody>
      </p:sp>
    </p:spTree>
    <p:extLst>
      <p:ext uri="{BB962C8B-B14F-4D97-AF65-F5344CB8AC3E}">
        <p14:creationId xmlns:p14="http://schemas.microsoft.com/office/powerpoint/2010/main" val="5218774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038CB10-1F5C-4D54-9DF7-12586DE5B0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7546" y="4572000"/>
            <a:ext cx="7058307" cy="1964266"/>
          </a:xfrm>
          <a:prstGeom prst="rect">
            <a:avLst/>
          </a:prstGeom>
          <a:solidFill>
            <a:srgbClr val="33495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8BC871A-FD9D-4FA6-AA4B-527652C1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4256" y="4767072"/>
            <a:ext cx="6594189" cy="1625210"/>
          </a:xfrm>
        </p:spPr>
        <p:txBody>
          <a:bodyPr>
            <a:normAutofit/>
          </a:bodyPr>
          <a:lstStyle/>
          <a:p>
            <a:pPr algn="r"/>
            <a:r>
              <a:rPr lang="en-AU">
                <a:solidFill>
                  <a:srgbClr val="FFFFFF"/>
                </a:solidFill>
              </a:rPr>
              <a:t>Write Your Summary</a:t>
            </a:r>
          </a:p>
        </p:txBody>
      </p:sp>
      <p:pic>
        <p:nvPicPr>
          <p:cNvPr id="5" name="Picture 4" descr="A child writing on a piece of paper&#10;&#10;Description automatically generated with medium confidence">
            <a:extLst>
              <a:ext uri="{FF2B5EF4-FFF2-40B4-BE49-F238E27FC236}">
                <a16:creationId xmlns:a16="http://schemas.microsoft.com/office/drawing/2014/main" id="{4722B32D-F7B6-4789-A21C-5F4FD4C11E3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r="1" b="12822"/>
          <a:stretch/>
        </p:blipFill>
        <p:spPr>
          <a:xfrm>
            <a:off x="327547" y="321733"/>
            <a:ext cx="7058306" cy="410739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73ED6512-6858-4552-B699-9A97FE9A4E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4655" y="321732"/>
            <a:ext cx="4335613" cy="6214534"/>
          </a:xfrm>
          <a:prstGeom prst="rect">
            <a:avLst/>
          </a:pr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D10EC8-9C72-4646-B6B1-796261351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29319" y="917725"/>
            <a:ext cx="3424739" cy="4852362"/>
          </a:xfrm>
        </p:spPr>
        <p:txBody>
          <a:bodyPr anchor="ctr">
            <a:normAutofit/>
          </a:bodyPr>
          <a:lstStyle/>
          <a:p>
            <a:r>
              <a:rPr lang="en-AU" dirty="0">
                <a:solidFill>
                  <a:srgbClr val="FFFFFF"/>
                </a:solidFill>
              </a:rPr>
              <a:t>Write a summary that answers the Essential Question: How do I use the Order of Operations in Mathematics?. </a:t>
            </a:r>
            <a:br>
              <a:rPr lang="en-AU" dirty="0">
                <a:solidFill>
                  <a:srgbClr val="FFFFFF"/>
                </a:solidFill>
              </a:rPr>
            </a:br>
            <a:br>
              <a:rPr lang="en-AU" dirty="0">
                <a:solidFill>
                  <a:srgbClr val="FFFFFF"/>
                </a:solidFill>
              </a:rPr>
            </a:br>
            <a:r>
              <a:rPr lang="en-AU" dirty="0">
                <a:solidFill>
                  <a:srgbClr val="FFFFFF"/>
                </a:solidFill>
              </a:rPr>
              <a:t>Include an example in your answer.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5048ABC-2D56-4A8E-8190-C522659A86AC}"/>
              </a:ext>
            </a:extLst>
          </p:cNvPr>
          <p:cNvSpPr txBox="1"/>
          <p:nvPr/>
        </p:nvSpPr>
        <p:spPr>
          <a:xfrm>
            <a:off x="5136519" y="4229070"/>
            <a:ext cx="2249334" cy="200055"/>
          </a:xfrm>
          <a:prstGeom prst="rect">
            <a:avLst/>
          </a:prstGeom>
          <a:solidFill>
            <a:srgbClr val="000000"/>
          </a:solidFill>
        </p:spPr>
        <p:txBody>
          <a:bodyPr wrap="none" rtlCol="0">
            <a:spAutoFit/>
          </a:bodyPr>
          <a:lstStyle/>
          <a:p>
            <a:pPr algn="r">
              <a:spcAft>
                <a:spcPts val="600"/>
              </a:spcAft>
            </a:pPr>
            <a:r>
              <a:rPr lang="en-AU" sz="700">
                <a:solidFill>
                  <a:srgbClr val="FFFFFF"/>
                </a:solidFill>
                <a:hlinkClick r:id="rId3" tooltip="https://christiantietze.de/posts/2013/12/useful-daily-writing-practice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This Photo</a:t>
            </a:r>
            <a:r>
              <a:rPr lang="en-AU" sz="700">
                <a:solidFill>
                  <a:srgbClr val="FFFFFF"/>
                </a:solidFill>
              </a:rPr>
              <a:t> by Unknown Author is licensed under </a:t>
            </a:r>
            <a:r>
              <a:rPr lang="en-AU" sz="700">
                <a:solidFill>
                  <a:srgbClr val="FFFFFF"/>
                </a:solidFill>
                <a:hlinkClick r:id="rId4" tooltip="https://creativecommons.org/licenses/by-sa/3.0/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BY-SA</a:t>
            </a:r>
            <a:endParaRPr lang="en-AU" sz="7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81094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ud 8"/>
          <p:cNvSpPr/>
          <p:nvPr/>
        </p:nvSpPr>
        <p:spPr>
          <a:xfrm>
            <a:off x="3309918" y="3643314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Evaluate the following:</a:t>
            </a:r>
          </a:p>
          <a:p>
            <a:pPr marL="342900" indent="-342900" algn="ctr">
              <a:buAutoNum type="arabicParenR"/>
            </a:pPr>
            <a:r>
              <a:rPr lang="en-GB" dirty="0"/>
              <a:t>7</a:t>
            </a:r>
            <a:r>
              <a:rPr lang="en-GB" baseline="30000" dirty="0"/>
              <a:t>2</a:t>
            </a:r>
            <a:r>
              <a:rPr lang="en-GB" dirty="0"/>
              <a:t> + (4 – 9)</a:t>
            </a:r>
          </a:p>
          <a:p>
            <a:pPr marL="342900" indent="-342900" algn="ctr">
              <a:buFontTx/>
              <a:buAutoNum type="arabicParenR"/>
            </a:pPr>
            <a:r>
              <a:rPr lang="en-GB" dirty="0"/>
              <a:t>(9 ÷ 3) x 4</a:t>
            </a:r>
            <a:r>
              <a:rPr lang="en-GB" baseline="30000" dirty="0"/>
              <a:t>2</a:t>
            </a:r>
            <a:endParaRPr lang="en-GB" dirty="0"/>
          </a:p>
        </p:txBody>
      </p:sp>
      <p:sp>
        <p:nvSpPr>
          <p:cNvPr id="8" name="Cloud 7"/>
          <p:cNvSpPr/>
          <p:nvPr/>
        </p:nvSpPr>
        <p:spPr>
          <a:xfrm>
            <a:off x="6024530" y="928670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Put the brackets in for the following to work:</a:t>
            </a:r>
          </a:p>
          <a:p>
            <a:pPr marL="342900" indent="-342900" algn="ctr">
              <a:buAutoNum type="arabicParenR"/>
            </a:pPr>
            <a:r>
              <a:rPr lang="en-GB" dirty="0"/>
              <a:t>36 ÷ 4 + 5 = 4</a:t>
            </a:r>
          </a:p>
          <a:p>
            <a:pPr marL="342900" indent="-342900" algn="ctr">
              <a:buAutoNum type="arabicParenR"/>
            </a:pPr>
            <a:r>
              <a:rPr lang="en-GB" dirty="0"/>
              <a:t>3 + 4 x 7 – 5 = 14</a:t>
            </a:r>
          </a:p>
        </p:txBody>
      </p:sp>
      <p:sp>
        <p:nvSpPr>
          <p:cNvPr id="7" name="Cloud 6"/>
          <p:cNvSpPr/>
          <p:nvPr/>
        </p:nvSpPr>
        <p:spPr>
          <a:xfrm>
            <a:off x="1523968" y="285728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Evaluate the following:</a:t>
            </a:r>
          </a:p>
          <a:p>
            <a:pPr marL="342900" indent="-342900" algn="ctr">
              <a:buAutoNum type="arabicParenR"/>
            </a:pPr>
            <a:r>
              <a:rPr lang="en-GB" dirty="0"/>
              <a:t>5 x 3 – 4</a:t>
            </a:r>
          </a:p>
          <a:p>
            <a:pPr marL="342900" indent="-342900" algn="ctr">
              <a:buFontTx/>
              <a:buAutoNum type="arabicParenR"/>
            </a:pPr>
            <a:r>
              <a:rPr lang="en-GB" dirty="0"/>
              <a:t>50 ÷ 5 x 3</a:t>
            </a:r>
          </a:p>
        </p:txBody>
      </p:sp>
      <p:pic>
        <p:nvPicPr>
          <p:cNvPr id="1029" name="Picture 5" descr="C:\Documents and Settings\freemah02\Local Settings\Temporary Internet Files\Content.IE5\C4948WN1\MC900364166[1].wmf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8810612" y="3571877"/>
            <a:ext cx="1857388" cy="3596449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42548240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loud 8"/>
          <p:cNvSpPr/>
          <p:nvPr/>
        </p:nvSpPr>
        <p:spPr>
          <a:xfrm>
            <a:off x="3309918" y="3643314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FFC000">
                  <a:shade val="30000"/>
                  <a:satMod val="115000"/>
                </a:srgbClr>
              </a:gs>
              <a:gs pos="50000">
                <a:srgbClr val="FFC000">
                  <a:shade val="67500"/>
                  <a:satMod val="115000"/>
                </a:srgbClr>
              </a:gs>
              <a:gs pos="100000">
                <a:srgbClr val="FFC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Evaluate the following:</a:t>
            </a:r>
          </a:p>
          <a:p>
            <a:pPr marL="342900" indent="-342900" algn="ctr">
              <a:buAutoNum type="arabicParenR"/>
            </a:pPr>
            <a:r>
              <a:rPr lang="en-GB" dirty="0"/>
              <a:t>7</a:t>
            </a:r>
            <a:r>
              <a:rPr lang="en-GB" baseline="30000" dirty="0"/>
              <a:t>2</a:t>
            </a:r>
            <a:r>
              <a:rPr lang="en-GB" dirty="0"/>
              <a:t> + (4 – 9) = 44</a:t>
            </a:r>
          </a:p>
          <a:p>
            <a:pPr marL="342900" indent="-342900" algn="ctr">
              <a:buFontTx/>
              <a:buAutoNum type="arabicParenR"/>
            </a:pPr>
            <a:r>
              <a:rPr lang="en-GB" dirty="0"/>
              <a:t>(9 ÷ 3) x 4</a:t>
            </a:r>
            <a:r>
              <a:rPr lang="en-GB" baseline="30000" dirty="0"/>
              <a:t>2</a:t>
            </a:r>
            <a:r>
              <a:rPr lang="en-GB" dirty="0"/>
              <a:t> = 48</a:t>
            </a:r>
          </a:p>
        </p:txBody>
      </p:sp>
      <p:sp>
        <p:nvSpPr>
          <p:cNvPr id="8" name="Cloud 7"/>
          <p:cNvSpPr/>
          <p:nvPr/>
        </p:nvSpPr>
        <p:spPr>
          <a:xfrm>
            <a:off x="6024530" y="928670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Put the brackets in for the following to work:</a:t>
            </a:r>
          </a:p>
          <a:p>
            <a:pPr marL="342900" indent="-342900" algn="ctr">
              <a:buAutoNum type="arabicParenR"/>
            </a:pPr>
            <a:r>
              <a:rPr lang="en-GB" dirty="0"/>
              <a:t>36 ÷ (4 + 5) = 4</a:t>
            </a:r>
          </a:p>
          <a:p>
            <a:pPr marL="342900" indent="-342900" algn="ctr">
              <a:buAutoNum type="arabicParenR"/>
            </a:pPr>
            <a:r>
              <a:rPr lang="en-GB" dirty="0"/>
              <a:t>(3 + 4) x (7 – 5) = 14</a:t>
            </a:r>
          </a:p>
        </p:txBody>
      </p:sp>
      <p:sp>
        <p:nvSpPr>
          <p:cNvPr id="7" name="Cloud 6"/>
          <p:cNvSpPr/>
          <p:nvPr/>
        </p:nvSpPr>
        <p:spPr>
          <a:xfrm>
            <a:off x="1523968" y="285728"/>
            <a:ext cx="4643470" cy="2786082"/>
          </a:xfrm>
          <a:prstGeom prst="cloud">
            <a:avLst/>
          </a:prstGeom>
          <a:gradFill flip="none" rotWithShape="1">
            <a:gsLst>
              <a:gs pos="0">
                <a:srgbClr val="00B050">
                  <a:shade val="30000"/>
                  <a:satMod val="115000"/>
                </a:srgbClr>
              </a:gs>
              <a:gs pos="50000">
                <a:srgbClr val="00B050">
                  <a:shade val="67500"/>
                  <a:satMod val="115000"/>
                </a:srgbClr>
              </a:gs>
              <a:gs pos="100000">
                <a:srgbClr val="00B050">
                  <a:shade val="100000"/>
                  <a:satMod val="115000"/>
                </a:srgbClr>
              </a:gs>
            </a:gsLst>
            <a:lin ang="5400000" scaled="1"/>
            <a:tileRect/>
          </a:gradFill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Evaluate the following:</a:t>
            </a:r>
          </a:p>
          <a:p>
            <a:pPr marL="342900" indent="-342900" algn="ctr">
              <a:buAutoNum type="arabicParenR"/>
            </a:pPr>
            <a:r>
              <a:rPr lang="en-GB" dirty="0"/>
              <a:t>5 x 3 – 4 = 11</a:t>
            </a:r>
          </a:p>
          <a:p>
            <a:pPr marL="342900" indent="-342900" algn="ctr">
              <a:buFontTx/>
              <a:buAutoNum type="arabicParenR"/>
            </a:pPr>
            <a:r>
              <a:rPr lang="en-GB" dirty="0"/>
              <a:t>50 ÷ 5 x 3 = 30</a:t>
            </a:r>
          </a:p>
        </p:txBody>
      </p:sp>
      <p:pic>
        <p:nvPicPr>
          <p:cNvPr id="1029" name="Picture 5" descr="C:\Documents and Settings\freemah02\Local Settings\Temporary Internet Files\Content.IE5\C4948WN1\MC900364166[1].wmf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810612" y="3571877"/>
            <a:ext cx="1857388" cy="3596449"/>
          </a:xfrm>
          <a:prstGeom prst="rect">
            <a:avLst/>
          </a:prstGeom>
          <a:noFill/>
        </p:spPr>
      </p:pic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T Malik</a:t>
            </a:r>
          </a:p>
        </p:txBody>
      </p:sp>
    </p:spTree>
    <p:extLst>
      <p:ext uri="{BB962C8B-B14F-4D97-AF65-F5344CB8AC3E}">
        <p14:creationId xmlns:p14="http://schemas.microsoft.com/office/powerpoint/2010/main" val="382462005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GB"/>
              <a:t>T Malik</a:t>
            </a:r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1219200" y="260350"/>
            <a:ext cx="10972800" cy="1143000"/>
          </a:xfrm>
        </p:spPr>
        <p:txBody>
          <a:bodyPr>
            <a:normAutofit fontScale="90000"/>
          </a:bodyPr>
          <a:lstStyle/>
          <a:p>
            <a:r>
              <a:rPr lang="en-GB">
                <a:latin typeface="Comic Sans MS" pitchFamily="66" charset="0"/>
              </a:rPr>
              <a:t>What is the secret message?</a:t>
            </a:r>
            <a:endParaRPr lang="en-US" dirty="0">
              <a:latin typeface="Comic Sans MS" pitchFamily="66" charset="0"/>
            </a:endParaRPr>
          </a:p>
        </p:txBody>
      </p:sp>
      <p:graphicFrame>
        <p:nvGraphicFramePr>
          <p:cNvPr id="7171" name="Group 3"/>
          <p:cNvGraphicFramePr>
            <a:graphicFrameLocks noGrp="1"/>
          </p:cNvGraphicFramePr>
          <p:nvPr>
            <p:ph idx="4294967295"/>
            <p:extLst>
              <p:ext uri="{D42A27DB-BD31-4B8C-83A1-F6EECF244321}">
                <p14:modId xmlns:p14="http://schemas.microsoft.com/office/powerpoint/2010/main" val="2211465544"/>
              </p:ext>
            </p:extLst>
          </p:nvPr>
        </p:nvGraphicFramePr>
        <p:xfrm>
          <a:off x="1739106" y="1278140"/>
          <a:ext cx="8713788" cy="5256213"/>
        </p:xfrm>
        <a:graphic>
          <a:graphicData uri="http://schemas.openxmlformats.org/drawingml/2006/table">
            <a:tbl>
              <a:tblPr/>
              <a:tblGrid>
                <a:gridCol w="2178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79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8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314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Start</a:t>
                      </a: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 + 2 x 4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T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</a:t>
                      </a: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8 – 3 x 2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T</a:t>
                      </a: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5x7+6x9 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O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</a:t>
                      </a: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5 x 2 + 7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R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37 – 4 x 8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D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(5 – 2) x 5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E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18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6 x (9 – 7)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R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60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7 x 8 - 9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286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H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2 x (4 + 5)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T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6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64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÷(5 + 3)</a:t>
                      </a: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S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47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9 x (5 – 2)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M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(4 + 5) x 8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31445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A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72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48 </a:t>
                      </a:r>
                      <a:r>
                        <a:rPr kumimoji="0" lang="en-US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÷ (6+2)</a:t>
                      </a:r>
                    </a:p>
                  </a:txBody>
                  <a:tcPr marL="90000" marR="90000" marT="46800" marB="46800" horzOverflow="overflow">
                    <a:lnL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E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89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4x(3+2)x3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R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17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3x4+2x7</a:t>
                      </a:r>
                      <a:endParaRPr kumimoji="0" lang="en-US" sz="3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E</a:t>
                      </a:r>
                      <a:r>
                        <a:rPr kumimoji="0" lang="en-GB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       </a:t>
                      </a:r>
                      <a:r>
                        <a:rPr kumimoji="0" lang="en-GB" sz="32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15</a:t>
                      </a: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GB" sz="32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C0C0C0"/>
                            </a:outerShdw>
                          </a:effectLst>
                          <a:latin typeface="Comic Sans MS" pitchFamily="66" charset="0"/>
                        </a:rPr>
                        <a:t>11x3-2x13</a:t>
                      </a:r>
                      <a:endParaRPr kumimoji="0" lang="en-US" sz="3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C0C0C0"/>
                          </a:outerShdw>
                        </a:effectLst>
                        <a:latin typeface="Comic Sans MS" pitchFamily="66" charset="0"/>
                      </a:endParaRPr>
                    </a:p>
                  </a:txBody>
                  <a:tcPr marL="90000" marR="90000" marT="46800" marB="4680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9077249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ntegral">
  <a:themeElements>
    <a:clrScheme name="Integral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B9F25"/>
      </a:hlink>
      <a:folHlink>
        <a:srgbClr val="B26B02"/>
      </a:folHlink>
    </a:clrScheme>
    <a:fontScheme name="Integral">
      <a:majorFont>
        <a:latin typeface="Tw Cen MT Condensed" panose="020B06060201040202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Grek" typeface="Calibri"/>
        <a:font script="Cyrl" typeface="Calibri"/>
        <a:font script="Jpan" typeface="メイリオ"/>
        <a:font script="Hang" typeface="HY얕은샘물M"/>
        <a:font script="Hans" typeface="华文仿宋"/>
        <a:font script="Hant" typeface="微軟正黑體"/>
        <a:font script="Arab" typeface="Arial"/>
        <a:font script="Hebr" typeface="Levenim MT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Integral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atMod val="100000"/>
                <a:lumMod val="100000"/>
              </a:schemeClr>
            </a:gs>
            <a:gs pos="100000">
              <a:schemeClr val="phClr">
                <a:tint val="61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tint val="100000"/>
                <a:shade val="85000"/>
                <a:satMod val="100000"/>
                <a:lumMod val="100000"/>
              </a:schemeClr>
            </a:gs>
            <a:gs pos="100000">
              <a:schemeClr val="phClr">
                <a:tint val="90000"/>
                <a:shade val="100000"/>
                <a:satMod val="150000"/>
                <a:lum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2700" dir="5400000" algn="ctr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76200" dist="25400" dir="5400000" algn="ct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contourW="12700" prstMaterial="flat">
            <a:bevelT w="38100" h="44450" prst="angle"/>
            <a:contourClr>
              <a:schemeClr val="phClr">
                <a:shade val="35000"/>
                <a:satMod val="16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85000"/>
            <a:satMod val="125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95000"/>
                <a:shade val="74000"/>
                <a:satMod val="230000"/>
              </a:schemeClr>
              <a:schemeClr val="phClr">
                <a:tint val="92000"/>
                <a:shade val="69000"/>
                <a:satMod val="250000"/>
              </a:schemeClr>
            </a:duotone>
          </a:blip>
          <a:tile tx="0" ty="0" sx="40000" sy="4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ntegral" id="{3577F8C9-A904-41D8-97D2-FD898F53F20E}" vid="{682D6EBE-8D36-4FF2-9DB3-F3D8D7B6715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Integral</Template>
  <TotalTime>116</TotalTime>
  <Words>984</Words>
  <Application>Microsoft Office PowerPoint</Application>
  <PresentationFormat>Widescreen</PresentationFormat>
  <Paragraphs>260</Paragraphs>
  <Slides>20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1" baseType="lpstr">
      <vt:lpstr>Aharoni</vt:lpstr>
      <vt:lpstr>Arial</vt:lpstr>
      <vt:lpstr>Arial Black</vt:lpstr>
      <vt:lpstr>Calibri</vt:lpstr>
      <vt:lpstr>Cambria Math</vt:lpstr>
      <vt:lpstr>Comic Sans MS</vt:lpstr>
      <vt:lpstr>Tw Cen MT</vt:lpstr>
      <vt:lpstr>Tw Cen MT Condensed</vt:lpstr>
      <vt:lpstr>Wingdings</vt:lpstr>
      <vt:lpstr>Wingdings 3</vt:lpstr>
      <vt:lpstr>Integral</vt:lpstr>
      <vt:lpstr>TOPIC: Order of Operations EQ: How Do I use the Order of Operations in Mathematics?</vt:lpstr>
      <vt:lpstr>Things Required For This Lesson</vt:lpstr>
      <vt:lpstr>PowerPoint Presentation</vt:lpstr>
      <vt:lpstr>PowerPoint Presentation</vt:lpstr>
      <vt:lpstr>Five Questions (LHS)</vt:lpstr>
      <vt:lpstr>PowerPoint Presentation</vt:lpstr>
      <vt:lpstr>Why does it MatTER?</vt:lpstr>
      <vt:lpstr>PowerPoint Presentation</vt:lpstr>
      <vt:lpstr>PowerPoint Presentation</vt:lpstr>
      <vt:lpstr>Practice (LHS)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Write Your Summary</vt:lpstr>
      <vt:lpstr>PowerPoint Presentation</vt:lpstr>
      <vt:lpstr>PowerPoint Presentation</vt:lpstr>
      <vt:lpstr>What is the secret message?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TOPIC: Order of Operations EQ: How Do I use the Order of Operations in Mathematics?</dc:title>
  <dc:creator>Magdeline Lum</dc:creator>
  <cp:lastModifiedBy>Magdeline Lum</cp:lastModifiedBy>
  <cp:revision>12</cp:revision>
  <dcterms:created xsi:type="dcterms:W3CDTF">2021-03-14T04:06:38Z</dcterms:created>
  <dcterms:modified xsi:type="dcterms:W3CDTF">2021-03-14T06:03:22Z</dcterms:modified>
</cp:coreProperties>
</file>