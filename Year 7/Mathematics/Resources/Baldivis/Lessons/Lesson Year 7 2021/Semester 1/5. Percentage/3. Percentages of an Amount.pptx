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4"/>
  </p:notesMasterIdLst>
  <p:sldIdLst>
    <p:sldId id="257" r:id="rId2"/>
    <p:sldId id="323" r:id="rId3"/>
    <p:sldId id="324" r:id="rId4"/>
    <p:sldId id="256" r:id="rId5"/>
    <p:sldId id="263" r:id="rId6"/>
    <p:sldId id="258" r:id="rId7"/>
    <p:sldId id="262" r:id="rId8"/>
    <p:sldId id="274" r:id="rId9"/>
    <p:sldId id="273" r:id="rId10"/>
    <p:sldId id="264" r:id="rId11"/>
    <p:sldId id="269" r:id="rId12"/>
    <p:sldId id="267" r:id="rId13"/>
  </p:sldIdLst>
  <p:sldSz cx="9144000" cy="5143500" type="screen16x9"/>
  <p:notesSz cx="6858000" cy="9144000"/>
  <p:embeddedFontLst>
    <p:embeddedFont>
      <p:font typeface="Abel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Fredoka One" panose="020B0604020202020204" charset="0"/>
      <p:regular r:id="rId20"/>
    </p:embeddedFont>
    <p:embeddedFont>
      <p:font typeface="Lucida Handwriting" panose="03010101010101010101" pitchFamily="66" charset="0"/>
      <p:regular r:id="rId21"/>
    </p:embeddedFont>
    <p:embeddedFont>
      <p:font typeface="Verdana" panose="020B060403050404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A43"/>
    <a:srgbClr val="6B4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A9FD7A-2B97-4CEE-BE9E-3A87FBCE33DC}" v="32" dt="2021-03-28T11:06:11.483"/>
  </p1510:revLst>
</p1510:revInfo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398" autoAdjust="0"/>
    <p:restoredTop sz="94660"/>
  </p:normalViewPr>
  <p:slideViewPr>
    <p:cSldViewPr snapToGrid="0">
      <p:cViewPr varScale="1">
        <p:scale>
          <a:sx n="54" d="100"/>
          <a:sy n="54" d="100"/>
        </p:scale>
        <p:origin x="486" y="66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.watson@education.wa.edu.au" userId="0bb701940c9d40d5" providerId="LiveId" clId="{DBA9FD7A-2B97-4CEE-BE9E-3A87FBCE33DC}"/>
    <pc:docChg chg="undo custSel addSld delSld modSld">
      <pc:chgData name="justin.watson@education.wa.edu.au" userId="0bb701940c9d40d5" providerId="LiveId" clId="{DBA9FD7A-2B97-4CEE-BE9E-3A87FBCE33DC}" dt="2021-03-28T11:06:11.468" v="192"/>
      <pc:docMkLst>
        <pc:docMk/>
      </pc:docMkLst>
      <pc:sldChg chg="modSp add del mod modClrScheme chgLayout">
        <pc:chgData name="justin.watson@education.wa.edu.au" userId="0bb701940c9d40d5" providerId="LiveId" clId="{DBA9FD7A-2B97-4CEE-BE9E-3A87FBCE33DC}" dt="2021-03-28T10:22:08.929" v="168"/>
        <pc:sldMkLst>
          <pc:docMk/>
          <pc:sldMk cId="1460060804" sldId="256"/>
        </pc:sldMkLst>
        <pc:spChg chg="mod">
          <ac:chgData name="justin.watson@education.wa.edu.au" userId="0bb701940c9d40d5" providerId="LiveId" clId="{DBA9FD7A-2B97-4CEE-BE9E-3A87FBCE33DC}" dt="2021-03-28T10:22:08.929" v="168"/>
          <ac:spMkLst>
            <pc:docMk/>
            <pc:sldMk cId="1460060804" sldId="256"/>
            <ac:spMk id="13" creationId="{00000000-0000-0000-0000-000000000000}"/>
          </ac:spMkLst>
        </pc:spChg>
      </pc:sldChg>
      <pc:sldChg chg="delSp modSp add del mod">
        <pc:chgData name="justin.watson@education.wa.edu.au" userId="0bb701940c9d40d5" providerId="LiveId" clId="{DBA9FD7A-2B97-4CEE-BE9E-3A87FBCE33DC}" dt="2021-03-28T10:21:58.539" v="167" actId="20577"/>
        <pc:sldMkLst>
          <pc:docMk/>
          <pc:sldMk cId="498338272" sldId="257"/>
        </pc:sldMkLst>
        <pc:spChg chg="mod">
          <ac:chgData name="justin.watson@education.wa.edu.au" userId="0bb701940c9d40d5" providerId="LiveId" clId="{DBA9FD7A-2B97-4CEE-BE9E-3A87FBCE33DC}" dt="2021-03-28T10:21:58.539" v="167" actId="20577"/>
          <ac:spMkLst>
            <pc:docMk/>
            <pc:sldMk cId="498338272" sldId="257"/>
            <ac:spMk id="14" creationId="{00000000-0000-0000-0000-000000000000}"/>
          </ac:spMkLst>
        </pc:spChg>
        <pc:picChg chg="del">
          <ac:chgData name="justin.watson@education.wa.edu.au" userId="0bb701940c9d40d5" providerId="LiveId" clId="{DBA9FD7A-2B97-4CEE-BE9E-3A87FBCE33DC}" dt="2021-03-28T10:21:08.318" v="97" actId="478"/>
          <ac:picMkLst>
            <pc:docMk/>
            <pc:sldMk cId="498338272" sldId="257"/>
            <ac:picMk id="10" creationId="{00000000-0000-0000-0000-000000000000}"/>
          </ac:picMkLst>
        </pc:picChg>
      </pc:sldChg>
      <pc:sldChg chg="delSp modSp add del mod modClrScheme chgLayout">
        <pc:chgData name="justin.watson@education.wa.edu.au" userId="0bb701940c9d40d5" providerId="LiveId" clId="{DBA9FD7A-2B97-4CEE-BE9E-3A87FBCE33DC}" dt="2021-03-28T10:24:57.784" v="191" actId="478"/>
        <pc:sldMkLst>
          <pc:docMk/>
          <pc:sldMk cId="3301561181" sldId="258"/>
        </pc:sldMkLst>
        <pc:spChg chg="mod">
          <ac:chgData name="justin.watson@education.wa.edu.au" userId="0bb701940c9d40d5" providerId="LiveId" clId="{DBA9FD7A-2B97-4CEE-BE9E-3A87FBCE33DC}" dt="2021-03-28T10:22:18.614" v="170" actId="14100"/>
          <ac:spMkLst>
            <pc:docMk/>
            <pc:sldMk cId="3301561181" sldId="258"/>
            <ac:spMk id="12" creationId="{00000000-0000-0000-0000-000000000000}"/>
          </ac:spMkLst>
        </pc:spChg>
        <pc:picChg chg="del">
          <ac:chgData name="justin.watson@education.wa.edu.au" userId="0bb701940c9d40d5" providerId="LiveId" clId="{DBA9FD7A-2B97-4CEE-BE9E-3A87FBCE33DC}" dt="2021-03-28T10:24:57.784" v="191" actId="478"/>
          <ac:picMkLst>
            <pc:docMk/>
            <pc:sldMk cId="3301561181" sldId="258"/>
            <ac:picMk id="4" creationId="{00000000-0000-0000-0000-000000000000}"/>
          </ac:picMkLst>
        </pc:picChg>
      </pc:sldChg>
      <pc:sldChg chg="delSp modSp add del mod modClrScheme chgLayout">
        <pc:chgData name="justin.watson@education.wa.edu.au" userId="0bb701940c9d40d5" providerId="LiveId" clId="{DBA9FD7A-2B97-4CEE-BE9E-3A87FBCE33DC}" dt="2021-03-28T10:24:52.733" v="190"/>
        <pc:sldMkLst>
          <pc:docMk/>
          <pc:sldMk cId="2019270630" sldId="262"/>
        </pc:sldMkLst>
        <pc:spChg chg="mod">
          <ac:chgData name="justin.watson@education.wa.edu.au" userId="0bb701940c9d40d5" providerId="LiveId" clId="{DBA9FD7A-2B97-4CEE-BE9E-3A87FBCE33DC}" dt="2021-03-28T10:24:49.698" v="189" actId="14100"/>
          <ac:spMkLst>
            <pc:docMk/>
            <pc:sldMk cId="2019270630" sldId="262"/>
            <ac:spMk id="12" creationId="{00000000-0000-0000-0000-000000000000}"/>
          </ac:spMkLst>
        </pc:spChg>
        <pc:spChg chg="mod">
          <ac:chgData name="justin.watson@education.wa.edu.au" userId="0bb701940c9d40d5" providerId="LiveId" clId="{DBA9FD7A-2B97-4CEE-BE9E-3A87FBCE33DC}" dt="2021-03-28T10:24:52.733" v="190"/>
          <ac:spMkLst>
            <pc:docMk/>
            <pc:sldMk cId="2019270630" sldId="262"/>
            <ac:spMk id="13" creationId="{00000000-0000-0000-0000-000000000000}"/>
          </ac:spMkLst>
        </pc:spChg>
        <pc:picChg chg="del">
          <ac:chgData name="justin.watson@education.wa.edu.au" userId="0bb701940c9d40d5" providerId="LiveId" clId="{DBA9FD7A-2B97-4CEE-BE9E-3A87FBCE33DC}" dt="2021-03-28T10:22:22.509" v="171" actId="478"/>
          <ac:picMkLst>
            <pc:docMk/>
            <pc:sldMk cId="2019270630" sldId="262"/>
            <ac:picMk id="4" creationId="{00000000-0000-0000-0000-000000000000}"/>
          </ac:picMkLst>
        </pc:picChg>
      </pc:sldChg>
      <pc:sldChg chg="modSp add del mod modClrScheme chgLayout">
        <pc:chgData name="justin.watson@education.wa.edu.au" userId="0bb701940c9d40d5" providerId="LiveId" clId="{DBA9FD7A-2B97-4CEE-BE9E-3A87FBCE33DC}" dt="2021-03-28T10:22:13.897" v="169"/>
        <pc:sldMkLst>
          <pc:docMk/>
          <pc:sldMk cId="2389747326" sldId="263"/>
        </pc:sldMkLst>
        <pc:spChg chg="mod">
          <ac:chgData name="justin.watson@education.wa.edu.au" userId="0bb701940c9d40d5" providerId="LiveId" clId="{DBA9FD7A-2B97-4CEE-BE9E-3A87FBCE33DC}" dt="2021-03-28T10:22:13.897" v="169"/>
          <ac:spMkLst>
            <pc:docMk/>
            <pc:sldMk cId="2389747326" sldId="263"/>
            <ac:spMk id="13" creationId="{00000000-0000-0000-0000-000000000000}"/>
          </ac:spMkLst>
        </pc:spChg>
      </pc:sldChg>
      <pc:sldChg chg="delSp modSp add del mod modClrScheme chgLayout">
        <pc:chgData name="justin.watson@education.wa.edu.au" userId="0bb701940c9d40d5" providerId="LiveId" clId="{DBA9FD7A-2B97-4CEE-BE9E-3A87FBCE33DC}" dt="2021-03-28T10:24:17.225" v="183"/>
        <pc:sldMkLst>
          <pc:docMk/>
          <pc:sldMk cId="2657585472" sldId="264"/>
        </pc:sldMkLst>
        <pc:spChg chg="mod">
          <ac:chgData name="justin.watson@education.wa.edu.au" userId="0bb701940c9d40d5" providerId="LiveId" clId="{DBA9FD7A-2B97-4CEE-BE9E-3A87FBCE33DC}" dt="2021-03-28T10:24:13.009" v="182" actId="14100"/>
          <ac:spMkLst>
            <pc:docMk/>
            <pc:sldMk cId="2657585472" sldId="264"/>
            <ac:spMk id="12" creationId="{00000000-0000-0000-0000-000000000000}"/>
          </ac:spMkLst>
        </pc:spChg>
        <pc:spChg chg="mod">
          <ac:chgData name="justin.watson@education.wa.edu.au" userId="0bb701940c9d40d5" providerId="LiveId" clId="{DBA9FD7A-2B97-4CEE-BE9E-3A87FBCE33DC}" dt="2021-03-28T10:24:17.225" v="183"/>
          <ac:spMkLst>
            <pc:docMk/>
            <pc:sldMk cId="2657585472" sldId="264"/>
            <ac:spMk id="13" creationId="{00000000-0000-0000-0000-000000000000}"/>
          </ac:spMkLst>
        </pc:spChg>
        <pc:picChg chg="del">
          <ac:chgData name="justin.watson@education.wa.edu.au" userId="0bb701940c9d40d5" providerId="LiveId" clId="{DBA9FD7A-2B97-4CEE-BE9E-3A87FBCE33DC}" dt="2021-03-28T10:23:01.936" v="181" actId="478"/>
          <ac:picMkLst>
            <pc:docMk/>
            <pc:sldMk cId="2657585472" sldId="264"/>
            <ac:picMk id="4" creationId="{00000000-0000-0000-0000-000000000000}"/>
          </ac:picMkLst>
        </pc:picChg>
      </pc:sldChg>
      <pc:sldChg chg="addSp delSp modSp add del mod modClrScheme chgLayout">
        <pc:chgData name="justin.watson@education.wa.edu.au" userId="0bb701940c9d40d5" providerId="LiveId" clId="{DBA9FD7A-2B97-4CEE-BE9E-3A87FBCE33DC}" dt="2021-03-28T10:24:30.661" v="185"/>
        <pc:sldMkLst>
          <pc:docMk/>
          <pc:sldMk cId="1883704830" sldId="267"/>
        </pc:sldMkLst>
        <pc:spChg chg="mod">
          <ac:chgData name="justin.watson@education.wa.edu.au" userId="0bb701940c9d40d5" providerId="LiveId" clId="{DBA9FD7A-2B97-4CEE-BE9E-3A87FBCE33DC}" dt="2021-03-28T10:24:30.661" v="185"/>
          <ac:spMkLst>
            <pc:docMk/>
            <pc:sldMk cId="1883704830" sldId="267"/>
            <ac:spMk id="13" creationId="{00000000-0000-0000-0000-000000000000}"/>
          </ac:spMkLst>
        </pc:spChg>
        <pc:grpChg chg="add del">
          <ac:chgData name="justin.watson@education.wa.edu.au" userId="0bb701940c9d40d5" providerId="LiveId" clId="{DBA9FD7A-2B97-4CEE-BE9E-3A87FBCE33DC}" dt="2021-03-28T10:22:54.847" v="179" actId="478"/>
          <ac:grpSpMkLst>
            <pc:docMk/>
            <pc:sldMk cId="1883704830" sldId="267"/>
            <ac:grpSpMk id="8" creationId="{00000000-0000-0000-0000-000000000000}"/>
          </ac:grpSpMkLst>
        </pc:grpChg>
        <pc:picChg chg="del">
          <ac:chgData name="justin.watson@education.wa.edu.au" userId="0bb701940c9d40d5" providerId="LiveId" clId="{DBA9FD7A-2B97-4CEE-BE9E-3A87FBCE33DC}" dt="2021-03-28T10:22:56.861" v="180" actId="478"/>
          <ac:picMkLst>
            <pc:docMk/>
            <pc:sldMk cId="1883704830" sldId="267"/>
            <ac:picMk id="4" creationId="{00000000-0000-0000-0000-000000000000}"/>
          </ac:picMkLst>
        </pc:picChg>
      </pc:sldChg>
      <pc:sldChg chg="delSp modSp add del mod modClrScheme chgLayout">
        <pc:chgData name="justin.watson@education.wa.edu.au" userId="0bb701940c9d40d5" providerId="LiveId" clId="{DBA9FD7A-2B97-4CEE-BE9E-3A87FBCE33DC}" dt="2021-03-28T10:24:23.064" v="184"/>
        <pc:sldMkLst>
          <pc:docMk/>
          <pc:sldMk cId="4000562340" sldId="269"/>
        </pc:sldMkLst>
        <pc:spChg chg="mod">
          <ac:chgData name="justin.watson@education.wa.edu.au" userId="0bb701940c9d40d5" providerId="LiveId" clId="{DBA9FD7A-2B97-4CEE-BE9E-3A87FBCE33DC}" dt="2021-03-28T10:22:48.013" v="176" actId="14100"/>
          <ac:spMkLst>
            <pc:docMk/>
            <pc:sldMk cId="4000562340" sldId="269"/>
            <ac:spMk id="12" creationId="{00000000-0000-0000-0000-000000000000}"/>
          </ac:spMkLst>
        </pc:spChg>
        <pc:spChg chg="mod">
          <ac:chgData name="justin.watson@education.wa.edu.au" userId="0bb701940c9d40d5" providerId="LiveId" clId="{DBA9FD7A-2B97-4CEE-BE9E-3A87FBCE33DC}" dt="2021-03-28T10:24:23.064" v="184"/>
          <ac:spMkLst>
            <pc:docMk/>
            <pc:sldMk cId="4000562340" sldId="269"/>
            <ac:spMk id="13" creationId="{00000000-0000-0000-0000-000000000000}"/>
          </ac:spMkLst>
        </pc:spChg>
        <pc:picChg chg="del">
          <ac:chgData name="justin.watson@education.wa.edu.au" userId="0bb701940c9d40d5" providerId="LiveId" clId="{DBA9FD7A-2B97-4CEE-BE9E-3A87FBCE33DC}" dt="2021-03-28T10:22:51.305" v="177" actId="478"/>
          <ac:picMkLst>
            <pc:docMk/>
            <pc:sldMk cId="4000562340" sldId="269"/>
            <ac:picMk id="4" creationId="{00000000-0000-0000-0000-000000000000}"/>
          </ac:picMkLst>
        </pc:picChg>
      </pc:sldChg>
      <pc:sldChg chg="delSp add del mod modClrScheme chgLayout">
        <pc:chgData name="justin.watson@education.wa.edu.au" userId="0bb701940c9d40d5" providerId="LiveId" clId="{DBA9FD7A-2B97-4CEE-BE9E-3A87FBCE33DC}" dt="2021-03-28T10:22:36.433" v="175" actId="47"/>
        <pc:sldMkLst>
          <pc:docMk/>
          <pc:sldMk cId="704236965" sldId="271"/>
        </pc:sldMkLst>
        <pc:picChg chg="del">
          <ac:chgData name="justin.watson@education.wa.edu.au" userId="0bb701940c9d40d5" providerId="LiveId" clId="{DBA9FD7A-2B97-4CEE-BE9E-3A87FBCE33DC}" dt="2021-03-28T10:22:35.106" v="174" actId="478"/>
          <ac:picMkLst>
            <pc:docMk/>
            <pc:sldMk cId="704236965" sldId="271"/>
            <ac:picMk id="4" creationId="{00000000-0000-0000-0000-000000000000}"/>
          </ac:picMkLst>
        </pc:picChg>
      </pc:sldChg>
      <pc:sldChg chg="delSp modSp add del mod modClrScheme chgLayout">
        <pc:chgData name="justin.watson@education.wa.edu.au" userId="0bb701940c9d40d5" providerId="LiveId" clId="{DBA9FD7A-2B97-4CEE-BE9E-3A87FBCE33DC}" dt="2021-03-28T10:24:39.318" v="187"/>
        <pc:sldMkLst>
          <pc:docMk/>
          <pc:sldMk cId="1965551591" sldId="273"/>
        </pc:sldMkLst>
        <pc:spChg chg="mod">
          <ac:chgData name="justin.watson@education.wa.edu.au" userId="0bb701940c9d40d5" providerId="LiveId" clId="{DBA9FD7A-2B97-4CEE-BE9E-3A87FBCE33DC}" dt="2021-03-28T10:24:36.501" v="186" actId="14100"/>
          <ac:spMkLst>
            <pc:docMk/>
            <pc:sldMk cId="1965551591" sldId="273"/>
            <ac:spMk id="12" creationId="{00000000-0000-0000-0000-000000000000}"/>
          </ac:spMkLst>
        </pc:spChg>
        <pc:spChg chg="mod">
          <ac:chgData name="justin.watson@education.wa.edu.au" userId="0bb701940c9d40d5" providerId="LiveId" clId="{DBA9FD7A-2B97-4CEE-BE9E-3A87FBCE33DC}" dt="2021-03-28T10:24:39.318" v="187"/>
          <ac:spMkLst>
            <pc:docMk/>
            <pc:sldMk cId="1965551591" sldId="273"/>
            <ac:spMk id="13" creationId="{00000000-0000-0000-0000-000000000000}"/>
          </ac:spMkLst>
        </pc:spChg>
        <pc:picChg chg="del">
          <ac:chgData name="justin.watson@education.wa.edu.au" userId="0bb701940c9d40d5" providerId="LiveId" clId="{DBA9FD7A-2B97-4CEE-BE9E-3A87FBCE33DC}" dt="2021-03-28T10:22:27.231" v="173" actId="478"/>
          <ac:picMkLst>
            <pc:docMk/>
            <pc:sldMk cId="1965551591" sldId="273"/>
            <ac:picMk id="4" creationId="{00000000-0000-0000-0000-000000000000}"/>
          </ac:picMkLst>
        </pc:picChg>
      </pc:sldChg>
      <pc:sldChg chg="delSp modSp add del mod modClrScheme chgLayout">
        <pc:chgData name="justin.watson@education.wa.edu.au" userId="0bb701940c9d40d5" providerId="LiveId" clId="{DBA9FD7A-2B97-4CEE-BE9E-3A87FBCE33DC}" dt="2021-03-28T10:24:44.015" v="188"/>
        <pc:sldMkLst>
          <pc:docMk/>
          <pc:sldMk cId="4013542224" sldId="274"/>
        </pc:sldMkLst>
        <pc:spChg chg="mod">
          <ac:chgData name="justin.watson@education.wa.edu.au" userId="0bb701940c9d40d5" providerId="LiveId" clId="{DBA9FD7A-2B97-4CEE-BE9E-3A87FBCE33DC}" dt="2021-03-28T10:24:44.015" v="188"/>
          <ac:spMkLst>
            <pc:docMk/>
            <pc:sldMk cId="4013542224" sldId="274"/>
            <ac:spMk id="13" creationId="{00000000-0000-0000-0000-000000000000}"/>
          </ac:spMkLst>
        </pc:spChg>
        <pc:picChg chg="del">
          <ac:chgData name="justin.watson@education.wa.edu.au" userId="0bb701940c9d40d5" providerId="LiveId" clId="{DBA9FD7A-2B97-4CEE-BE9E-3A87FBCE33DC}" dt="2021-03-28T10:22:24.626" v="172" actId="478"/>
          <ac:picMkLst>
            <pc:docMk/>
            <pc:sldMk cId="4013542224" sldId="274"/>
            <ac:picMk id="4" creationId="{00000000-0000-0000-0000-000000000000}"/>
          </ac:picMkLst>
        </pc:picChg>
      </pc:sldChg>
      <pc:sldChg chg="del">
        <pc:chgData name="justin.watson@education.wa.edu.au" userId="0bb701940c9d40d5" providerId="LiveId" clId="{DBA9FD7A-2B97-4CEE-BE9E-3A87FBCE33DC}" dt="2021-03-22T07:36:03.973" v="69" actId="47"/>
        <pc:sldMkLst>
          <pc:docMk/>
          <pc:sldMk cId="4108005834" sldId="288"/>
        </pc:sldMkLst>
      </pc:sldChg>
      <pc:sldChg chg="del">
        <pc:chgData name="justin.watson@education.wa.edu.au" userId="0bb701940c9d40d5" providerId="LiveId" clId="{DBA9FD7A-2B97-4CEE-BE9E-3A87FBCE33DC}" dt="2021-03-22T07:36:05.069" v="72" actId="47"/>
        <pc:sldMkLst>
          <pc:docMk/>
          <pc:sldMk cId="368371601" sldId="292"/>
        </pc:sldMkLst>
      </pc:sldChg>
      <pc:sldChg chg="del">
        <pc:chgData name="justin.watson@education.wa.edu.au" userId="0bb701940c9d40d5" providerId="LiveId" clId="{DBA9FD7A-2B97-4CEE-BE9E-3A87FBCE33DC}" dt="2021-03-22T07:36:12.393" v="81" actId="47"/>
        <pc:sldMkLst>
          <pc:docMk/>
          <pc:sldMk cId="1413069092" sldId="297"/>
        </pc:sldMkLst>
      </pc:sldChg>
      <pc:sldChg chg="del">
        <pc:chgData name="justin.watson@education.wa.edu.au" userId="0bb701940c9d40d5" providerId="LiveId" clId="{DBA9FD7A-2B97-4CEE-BE9E-3A87FBCE33DC}" dt="2021-03-22T07:36:04.303" v="70" actId="47"/>
        <pc:sldMkLst>
          <pc:docMk/>
          <pc:sldMk cId="1995794593" sldId="299"/>
        </pc:sldMkLst>
      </pc:sldChg>
      <pc:sldChg chg="del">
        <pc:chgData name="justin.watson@education.wa.edu.au" userId="0bb701940c9d40d5" providerId="LiveId" clId="{DBA9FD7A-2B97-4CEE-BE9E-3A87FBCE33DC}" dt="2021-03-22T07:36:04.736" v="71" actId="47"/>
        <pc:sldMkLst>
          <pc:docMk/>
          <pc:sldMk cId="1951903828" sldId="302"/>
        </pc:sldMkLst>
      </pc:sldChg>
      <pc:sldChg chg="del">
        <pc:chgData name="justin.watson@education.wa.edu.au" userId="0bb701940c9d40d5" providerId="LiveId" clId="{DBA9FD7A-2B97-4CEE-BE9E-3A87FBCE33DC}" dt="2021-03-22T07:36:03.417" v="67" actId="47"/>
        <pc:sldMkLst>
          <pc:docMk/>
          <pc:sldMk cId="339943661" sldId="312"/>
        </pc:sldMkLst>
      </pc:sldChg>
      <pc:sldChg chg="del">
        <pc:chgData name="justin.watson@education.wa.edu.au" userId="0bb701940c9d40d5" providerId="LiveId" clId="{DBA9FD7A-2B97-4CEE-BE9E-3A87FBCE33DC}" dt="2021-03-22T07:36:03.598" v="68" actId="47"/>
        <pc:sldMkLst>
          <pc:docMk/>
          <pc:sldMk cId="944287118" sldId="313"/>
        </pc:sldMkLst>
      </pc:sldChg>
      <pc:sldChg chg="del">
        <pc:chgData name="justin.watson@education.wa.edu.au" userId="0bb701940c9d40d5" providerId="LiveId" clId="{DBA9FD7A-2B97-4CEE-BE9E-3A87FBCE33DC}" dt="2021-03-22T07:36:12.753" v="83" actId="47"/>
        <pc:sldMkLst>
          <pc:docMk/>
          <pc:sldMk cId="83802415" sldId="314"/>
        </pc:sldMkLst>
      </pc:sldChg>
      <pc:sldChg chg="del">
        <pc:chgData name="justin.watson@education.wa.edu.au" userId="0bb701940c9d40d5" providerId="LiveId" clId="{DBA9FD7A-2B97-4CEE-BE9E-3A87FBCE33DC}" dt="2021-03-22T07:36:13.120" v="84" actId="47"/>
        <pc:sldMkLst>
          <pc:docMk/>
          <pc:sldMk cId="2095803398" sldId="315"/>
        </pc:sldMkLst>
      </pc:sldChg>
      <pc:sldChg chg="del">
        <pc:chgData name="justin.watson@education.wa.edu.au" userId="0bb701940c9d40d5" providerId="LiveId" clId="{DBA9FD7A-2B97-4CEE-BE9E-3A87FBCE33DC}" dt="2021-03-22T07:36:13.353" v="85" actId="47"/>
        <pc:sldMkLst>
          <pc:docMk/>
          <pc:sldMk cId="3555575926" sldId="316"/>
        </pc:sldMkLst>
      </pc:sldChg>
      <pc:sldChg chg="modSp del mod modAnim">
        <pc:chgData name="justin.watson@education.wa.edu.au" userId="0bb701940c9d40d5" providerId="LiveId" clId="{DBA9FD7A-2B97-4CEE-BE9E-3A87FBCE33DC}" dt="2021-03-22T07:36:13.703" v="87" actId="47"/>
        <pc:sldMkLst>
          <pc:docMk/>
          <pc:sldMk cId="1723373805" sldId="317"/>
        </pc:sldMkLst>
        <pc:spChg chg="mod">
          <ac:chgData name="justin.watson@education.wa.edu.au" userId="0bb701940c9d40d5" providerId="LiveId" clId="{DBA9FD7A-2B97-4CEE-BE9E-3A87FBCE33DC}" dt="2021-03-22T07:25:57.556" v="20"/>
          <ac:spMkLst>
            <pc:docMk/>
            <pc:sldMk cId="1723373805" sldId="317"/>
            <ac:spMk id="21" creationId="{00000000-0000-0000-0000-000000000000}"/>
          </ac:spMkLst>
        </pc:spChg>
        <pc:spChg chg="mod">
          <ac:chgData name="justin.watson@education.wa.edu.au" userId="0bb701940c9d40d5" providerId="LiveId" clId="{DBA9FD7A-2B97-4CEE-BE9E-3A87FBCE33DC}" dt="2021-03-22T07:27:37.604" v="46" actId="207"/>
          <ac:spMkLst>
            <pc:docMk/>
            <pc:sldMk cId="1723373805" sldId="317"/>
            <ac:spMk id="56" creationId="{00000000-0000-0000-0000-000000000000}"/>
          </ac:spMkLst>
        </pc:spChg>
        <pc:spChg chg="mod">
          <ac:chgData name="justin.watson@education.wa.edu.au" userId="0bb701940c9d40d5" providerId="LiveId" clId="{DBA9FD7A-2B97-4CEE-BE9E-3A87FBCE33DC}" dt="2021-03-22T07:27:40.690" v="47"/>
          <ac:spMkLst>
            <pc:docMk/>
            <pc:sldMk cId="1723373805" sldId="317"/>
            <ac:spMk id="57" creationId="{00000000-0000-0000-0000-000000000000}"/>
          </ac:spMkLst>
        </pc:spChg>
        <pc:spChg chg="mod">
          <ac:chgData name="justin.watson@education.wa.edu.au" userId="0bb701940c9d40d5" providerId="LiveId" clId="{DBA9FD7A-2B97-4CEE-BE9E-3A87FBCE33DC}" dt="2021-03-22T07:27:42.557" v="48"/>
          <ac:spMkLst>
            <pc:docMk/>
            <pc:sldMk cId="1723373805" sldId="317"/>
            <ac:spMk id="58" creationId="{00000000-0000-0000-0000-000000000000}"/>
          </ac:spMkLst>
        </pc:spChg>
        <pc:spChg chg="mod">
          <ac:chgData name="justin.watson@education.wa.edu.au" userId="0bb701940c9d40d5" providerId="LiveId" clId="{DBA9FD7A-2B97-4CEE-BE9E-3A87FBCE33DC}" dt="2021-03-22T07:27:44.005" v="49"/>
          <ac:spMkLst>
            <pc:docMk/>
            <pc:sldMk cId="1723373805" sldId="317"/>
            <ac:spMk id="59" creationId="{00000000-0000-0000-0000-000000000000}"/>
          </ac:spMkLst>
        </pc:spChg>
        <pc:spChg chg="mod">
          <ac:chgData name="justin.watson@education.wa.edu.au" userId="0bb701940c9d40d5" providerId="LiveId" clId="{DBA9FD7A-2B97-4CEE-BE9E-3A87FBCE33DC}" dt="2021-03-22T07:27:46.030" v="50"/>
          <ac:spMkLst>
            <pc:docMk/>
            <pc:sldMk cId="1723373805" sldId="317"/>
            <ac:spMk id="60" creationId="{00000000-0000-0000-0000-000000000000}"/>
          </ac:spMkLst>
        </pc:spChg>
        <pc:spChg chg="mod">
          <ac:chgData name="justin.watson@education.wa.edu.au" userId="0bb701940c9d40d5" providerId="LiveId" clId="{DBA9FD7A-2B97-4CEE-BE9E-3A87FBCE33DC}" dt="2021-03-22T07:27:47.726" v="51"/>
          <ac:spMkLst>
            <pc:docMk/>
            <pc:sldMk cId="1723373805" sldId="317"/>
            <ac:spMk id="61" creationId="{00000000-0000-0000-0000-000000000000}"/>
          </ac:spMkLst>
        </pc:spChg>
        <pc:spChg chg="mod">
          <ac:chgData name="justin.watson@education.wa.edu.au" userId="0bb701940c9d40d5" providerId="LiveId" clId="{DBA9FD7A-2B97-4CEE-BE9E-3A87FBCE33DC}" dt="2021-03-22T07:27:49.119" v="52"/>
          <ac:spMkLst>
            <pc:docMk/>
            <pc:sldMk cId="1723373805" sldId="317"/>
            <ac:spMk id="62" creationId="{00000000-0000-0000-0000-000000000000}"/>
          </ac:spMkLst>
        </pc:spChg>
        <pc:spChg chg="mod">
          <ac:chgData name="justin.watson@education.wa.edu.au" userId="0bb701940c9d40d5" providerId="LiveId" clId="{DBA9FD7A-2B97-4CEE-BE9E-3A87FBCE33DC}" dt="2021-03-22T07:27:50.387" v="53"/>
          <ac:spMkLst>
            <pc:docMk/>
            <pc:sldMk cId="1723373805" sldId="317"/>
            <ac:spMk id="63" creationId="{00000000-0000-0000-0000-000000000000}"/>
          </ac:spMkLst>
        </pc:spChg>
        <pc:spChg chg="mod">
          <ac:chgData name="justin.watson@education.wa.edu.au" userId="0bb701940c9d40d5" providerId="LiveId" clId="{DBA9FD7A-2B97-4CEE-BE9E-3A87FBCE33DC}" dt="2021-03-22T07:27:51.423" v="54"/>
          <ac:spMkLst>
            <pc:docMk/>
            <pc:sldMk cId="1723373805" sldId="317"/>
            <ac:spMk id="64" creationId="{00000000-0000-0000-0000-000000000000}"/>
          </ac:spMkLst>
        </pc:spChg>
        <pc:spChg chg="mod">
          <ac:chgData name="justin.watson@education.wa.edu.au" userId="0bb701940c9d40d5" providerId="LiveId" clId="{DBA9FD7A-2B97-4CEE-BE9E-3A87FBCE33DC}" dt="2021-03-22T07:27:52.599" v="55"/>
          <ac:spMkLst>
            <pc:docMk/>
            <pc:sldMk cId="1723373805" sldId="317"/>
            <ac:spMk id="65" creationId="{00000000-0000-0000-0000-000000000000}"/>
          </ac:spMkLst>
        </pc:spChg>
        <pc:spChg chg="mod">
          <ac:chgData name="justin.watson@education.wa.edu.au" userId="0bb701940c9d40d5" providerId="LiveId" clId="{DBA9FD7A-2B97-4CEE-BE9E-3A87FBCE33DC}" dt="2021-03-22T07:26:23.887" v="29"/>
          <ac:spMkLst>
            <pc:docMk/>
            <pc:sldMk cId="1723373805" sldId="317"/>
            <ac:spMk id="66" creationId="{00000000-0000-0000-0000-000000000000}"/>
          </ac:spMkLst>
        </pc:spChg>
        <pc:spChg chg="mod">
          <ac:chgData name="justin.watson@education.wa.edu.au" userId="0bb701940c9d40d5" providerId="LiveId" clId="{DBA9FD7A-2B97-4CEE-BE9E-3A87FBCE33DC}" dt="2021-03-22T07:26:30.394" v="31" actId="1076"/>
          <ac:spMkLst>
            <pc:docMk/>
            <pc:sldMk cId="1723373805" sldId="317"/>
            <ac:spMk id="73" creationId="{00000000-0000-0000-0000-000000000000}"/>
          </ac:spMkLst>
        </pc:spChg>
        <pc:spChg chg="mod">
          <ac:chgData name="justin.watson@education.wa.edu.au" userId="0bb701940c9d40d5" providerId="LiveId" clId="{DBA9FD7A-2B97-4CEE-BE9E-3A87FBCE33DC}" dt="2021-03-22T07:26:27.955" v="30" actId="1076"/>
          <ac:spMkLst>
            <pc:docMk/>
            <pc:sldMk cId="1723373805" sldId="317"/>
            <ac:spMk id="74" creationId="{00000000-0000-0000-0000-000000000000}"/>
          </ac:spMkLst>
        </pc:spChg>
      </pc:sldChg>
      <pc:sldChg chg="del">
        <pc:chgData name="justin.watson@education.wa.edu.au" userId="0bb701940c9d40d5" providerId="LiveId" clId="{DBA9FD7A-2B97-4CEE-BE9E-3A87FBCE33DC}" dt="2021-03-22T07:36:05.983" v="74" actId="47"/>
        <pc:sldMkLst>
          <pc:docMk/>
          <pc:sldMk cId="2851916398" sldId="318"/>
        </pc:sldMkLst>
      </pc:sldChg>
      <pc:sldChg chg="del">
        <pc:chgData name="justin.watson@education.wa.edu.au" userId="0bb701940c9d40d5" providerId="LiveId" clId="{DBA9FD7A-2B97-4CEE-BE9E-3A87FBCE33DC}" dt="2021-03-22T07:36:14.477" v="90" actId="47"/>
        <pc:sldMkLst>
          <pc:docMk/>
          <pc:sldMk cId="4157368047" sldId="319"/>
        </pc:sldMkLst>
      </pc:sldChg>
      <pc:sldChg chg="del">
        <pc:chgData name="justin.watson@education.wa.edu.au" userId="0bb701940c9d40d5" providerId="LiveId" clId="{DBA9FD7A-2B97-4CEE-BE9E-3A87FBCE33DC}" dt="2021-03-22T07:36:14.668" v="91" actId="47"/>
        <pc:sldMkLst>
          <pc:docMk/>
          <pc:sldMk cId="382884670" sldId="320"/>
        </pc:sldMkLst>
      </pc:sldChg>
      <pc:sldChg chg="del">
        <pc:chgData name="justin.watson@education.wa.edu.au" userId="0bb701940c9d40d5" providerId="LiveId" clId="{DBA9FD7A-2B97-4CEE-BE9E-3A87FBCE33DC}" dt="2021-03-22T07:36:14.813" v="92" actId="47"/>
        <pc:sldMkLst>
          <pc:docMk/>
          <pc:sldMk cId="995730885" sldId="321"/>
        </pc:sldMkLst>
      </pc:sldChg>
      <pc:sldChg chg="del">
        <pc:chgData name="justin.watson@education.wa.edu.au" userId="0bb701940c9d40d5" providerId="LiveId" clId="{DBA9FD7A-2B97-4CEE-BE9E-3A87FBCE33DC}" dt="2021-03-22T07:36:14.967" v="93" actId="47"/>
        <pc:sldMkLst>
          <pc:docMk/>
          <pc:sldMk cId="174620920" sldId="322"/>
        </pc:sldMkLst>
      </pc:sldChg>
      <pc:sldChg chg="del">
        <pc:chgData name="justin.watson@education.wa.edu.au" userId="0bb701940c9d40d5" providerId="LiveId" clId="{DBA9FD7A-2B97-4CEE-BE9E-3A87FBCE33DC}" dt="2021-03-22T07:36:15.142" v="94" actId="47"/>
        <pc:sldMkLst>
          <pc:docMk/>
          <pc:sldMk cId="1516998905" sldId="323"/>
        </pc:sldMkLst>
      </pc:sldChg>
      <pc:sldChg chg="add">
        <pc:chgData name="justin.watson@education.wa.edu.au" userId="0bb701940c9d40d5" providerId="LiveId" clId="{DBA9FD7A-2B97-4CEE-BE9E-3A87FBCE33DC}" dt="2021-03-28T11:06:11.468" v="192"/>
        <pc:sldMkLst>
          <pc:docMk/>
          <pc:sldMk cId="3614595874" sldId="323"/>
        </pc:sldMkLst>
      </pc:sldChg>
      <pc:sldChg chg="modSp del mod">
        <pc:chgData name="justin.watson@education.wa.edu.au" userId="0bb701940c9d40d5" providerId="LiveId" clId="{DBA9FD7A-2B97-4CEE-BE9E-3A87FBCE33DC}" dt="2021-03-22T07:36:15.491" v="95" actId="47"/>
        <pc:sldMkLst>
          <pc:docMk/>
          <pc:sldMk cId="114473182" sldId="324"/>
        </pc:sldMkLst>
        <pc:spChg chg="mod">
          <ac:chgData name="justin.watson@education.wa.edu.au" userId="0bb701940c9d40d5" providerId="LiveId" clId="{DBA9FD7A-2B97-4CEE-BE9E-3A87FBCE33DC}" dt="2021-03-22T07:25:07.954" v="9" actId="20577"/>
          <ac:spMkLst>
            <pc:docMk/>
            <pc:sldMk cId="114473182" sldId="324"/>
            <ac:spMk id="11" creationId="{00000000-0000-0000-0000-000000000000}"/>
          </ac:spMkLst>
        </pc:spChg>
        <pc:spChg chg="mod">
          <ac:chgData name="justin.watson@education.wa.edu.au" userId="0bb701940c9d40d5" providerId="LiveId" clId="{DBA9FD7A-2B97-4CEE-BE9E-3A87FBCE33DC}" dt="2021-03-22T07:24:59.061" v="3" actId="20577"/>
          <ac:spMkLst>
            <pc:docMk/>
            <pc:sldMk cId="114473182" sldId="324"/>
            <ac:spMk id="20" creationId="{00000000-0000-0000-0000-000000000000}"/>
          </ac:spMkLst>
        </pc:spChg>
      </pc:sldChg>
      <pc:sldChg chg="add">
        <pc:chgData name="justin.watson@education.wa.edu.au" userId="0bb701940c9d40d5" providerId="LiveId" clId="{DBA9FD7A-2B97-4CEE-BE9E-3A87FBCE33DC}" dt="2021-03-28T11:06:11.468" v="192"/>
        <pc:sldMkLst>
          <pc:docMk/>
          <pc:sldMk cId="3544530676" sldId="324"/>
        </pc:sldMkLst>
      </pc:sldChg>
      <pc:sldChg chg="del">
        <pc:chgData name="justin.watson@education.wa.edu.au" userId="0bb701940c9d40d5" providerId="LiveId" clId="{DBA9FD7A-2B97-4CEE-BE9E-3A87FBCE33DC}" dt="2021-03-22T07:36:16.119" v="96" actId="47"/>
        <pc:sldMkLst>
          <pc:docMk/>
          <pc:sldMk cId="3653208203" sldId="325"/>
        </pc:sldMkLst>
      </pc:sldChg>
      <pc:sldChg chg="del">
        <pc:chgData name="justin.watson@education.wa.edu.au" userId="0bb701940c9d40d5" providerId="LiveId" clId="{DBA9FD7A-2B97-4CEE-BE9E-3A87FBCE33DC}" dt="2021-03-22T07:36:06.587" v="75" actId="47"/>
        <pc:sldMkLst>
          <pc:docMk/>
          <pc:sldMk cId="1177074549" sldId="326"/>
        </pc:sldMkLst>
      </pc:sldChg>
      <pc:sldChg chg="del">
        <pc:chgData name="justin.watson@education.wa.edu.au" userId="0bb701940c9d40d5" providerId="LiveId" clId="{DBA9FD7A-2B97-4CEE-BE9E-3A87FBCE33DC}" dt="2021-03-22T07:36:05.488" v="73" actId="47"/>
        <pc:sldMkLst>
          <pc:docMk/>
          <pc:sldMk cId="2937188528" sldId="327"/>
        </pc:sldMkLst>
      </pc:sldChg>
      <pc:sldChg chg="del">
        <pc:chgData name="justin.watson@education.wa.edu.au" userId="0bb701940c9d40d5" providerId="LiveId" clId="{DBA9FD7A-2B97-4CEE-BE9E-3A87FBCE33DC}" dt="2021-03-22T07:36:06.851" v="76" actId="47"/>
        <pc:sldMkLst>
          <pc:docMk/>
          <pc:sldMk cId="4165552247" sldId="328"/>
        </pc:sldMkLst>
      </pc:sldChg>
      <pc:sldChg chg="del">
        <pc:chgData name="justin.watson@education.wa.edu.au" userId="0bb701940c9d40d5" providerId="LiveId" clId="{DBA9FD7A-2B97-4CEE-BE9E-3A87FBCE33DC}" dt="2021-03-22T07:36:07.691" v="77" actId="47"/>
        <pc:sldMkLst>
          <pc:docMk/>
          <pc:sldMk cId="3684258073" sldId="329"/>
        </pc:sldMkLst>
      </pc:sldChg>
      <pc:sldChg chg="del">
        <pc:chgData name="justin.watson@education.wa.edu.au" userId="0bb701940c9d40d5" providerId="LiveId" clId="{DBA9FD7A-2B97-4CEE-BE9E-3A87FBCE33DC}" dt="2021-03-22T07:36:07.984" v="78" actId="47"/>
        <pc:sldMkLst>
          <pc:docMk/>
          <pc:sldMk cId="2332186207" sldId="330"/>
        </pc:sldMkLst>
      </pc:sldChg>
      <pc:sldChg chg="del">
        <pc:chgData name="justin.watson@education.wa.edu.au" userId="0bb701940c9d40d5" providerId="LiveId" clId="{DBA9FD7A-2B97-4CEE-BE9E-3A87FBCE33DC}" dt="2021-03-22T07:36:12.068" v="79" actId="47"/>
        <pc:sldMkLst>
          <pc:docMk/>
          <pc:sldMk cId="488122840" sldId="331"/>
        </pc:sldMkLst>
      </pc:sldChg>
      <pc:sldChg chg="del">
        <pc:chgData name="justin.watson@education.wa.edu.au" userId="0bb701940c9d40d5" providerId="LiveId" clId="{DBA9FD7A-2B97-4CEE-BE9E-3A87FBCE33DC}" dt="2021-03-22T07:36:12.229" v="80" actId="47"/>
        <pc:sldMkLst>
          <pc:docMk/>
          <pc:sldMk cId="2483791854" sldId="332"/>
        </pc:sldMkLst>
      </pc:sldChg>
      <pc:sldChg chg="del">
        <pc:chgData name="justin.watson@education.wa.edu.au" userId="0bb701940c9d40d5" providerId="LiveId" clId="{DBA9FD7A-2B97-4CEE-BE9E-3A87FBCE33DC}" dt="2021-03-22T07:36:12.543" v="82" actId="47"/>
        <pc:sldMkLst>
          <pc:docMk/>
          <pc:sldMk cId="1075697224" sldId="333"/>
        </pc:sldMkLst>
      </pc:sldChg>
      <pc:sldChg chg="del">
        <pc:chgData name="justin.watson@education.wa.edu.au" userId="0bb701940c9d40d5" providerId="LiveId" clId="{DBA9FD7A-2B97-4CEE-BE9E-3A87FBCE33DC}" dt="2021-03-22T07:36:13.602" v="86" actId="47"/>
        <pc:sldMkLst>
          <pc:docMk/>
          <pc:sldMk cId="2606332137" sldId="334"/>
        </pc:sldMkLst>
      </pc:sldChg>
      <pc:sldChg chg="del">
        <pc:chgData name="justin.watson@education.wa.edu.au" userId="0bb701940c9d40d5" providerId="LiveId" clId="{DBA9FD7A-2B97-4CEE-BE9E-3A87FBCE33DC}" dt="2021-03-22T07:36:13.934" v="88" actId="47"/>
        <pc:sldMkLst>
          <pc:docMk/>
          <pc:sldMk cId="2992686265" sldId="335"/>
        </pc:sldMkLst>
      </pc:sldChg>
      <pc:sldChg chg="del">
        <pc:chgData name="justin.watson@education.wa.edu.au" userId="0bb701940c9d40d5" providerId="LiveId" clId="{DBA9FD7A-2B97-4CEE-BE9E-3A87FBCE33DC}" dt="2021-03-22T07:36:14.249" v="89" actId="47"/>
        <pc:sldMkLst>
          <pc:docMk/>
          <pc:sldMk cId="3278634899" sldId="336"/>
        </pc:sldMkLst>
      </pc:sldChg>
      <pc:sldMasterChg chg="delSldLayout">
        <pc:chgData name="justin.watson@education.wa.edu.au" userId="0bb701940c9d40d5" providerId="LiveId" clId="{DBA9FD7A-2B97-4CEE-BE9E-3A87FBCE33DC}" dt="2021-03-22T07:36:14.668" v="91" actId="47"/>
        <pc:sldMasterMkLst>
          <pc:docMk/>
          <pc:sldMasterMk cId="0" sldId="2147483682"/>
        </pc:sldMasterMkLst>
        <pc:sldLayoutChg chg="del">
          <pc:chgData name="justin.watson@education.wa.edu.au" userId="0bb701940c9d40d5" providerId="LiveId" clId="{DBA9FD7A-2B97-4CEE-BE9E-3A87FBCE33DC}" dt="2021-03-22T07:36:14.668" v="91" actId="47"/>
          <pc:sldLayoutMkLst>
            <pc:docMk/>
            <pc:sldMasterMk cId="0" sldId="2147483682"/>
            <pc:sldLayoutMk cId="3128322880" sldId="214748368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</a:t>
            </a:r>
            <a:r>
              <a:rPr lang="en-GB" baseline="0" dirty="0"/>
              <a:t> through in real time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915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Go</a:t>
            </a:r>
            <a:r>
              <a:rPr lang="en-GB" baseline="0" dirty="0"/>
              <a:t> through in real time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304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have higher and all correct</a:t>
            </a:r>
            <a:r>
              <a:rPr lang="en-GB" baseline="0" dirty="0"/>
              <a:t> ignore F&amp;U and go onto C&amp;R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843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0409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0ABE5-B060-4754-B67C-80B2236D15A0}" type="datetimeFigureOut">
              <a:rPr lang="en-GB" smtClean="0"/>
              <a:t>28/03/2021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6531D-EC83-43EA-997B-EB86FD0C3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47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83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87078" y="2158470"/>
            <a:ext cx="6684986" cy="2846132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 rot="10800000">
            <a:off x="5905060" y="150214"/>
            <a:ext cx="1865688" cy="121574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 rot="10800000">
            <a:off x="3223245" y="145529"/>
            <a:ext cx="2590824" cy="1235327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 rot="10800000">
            <a:off x="1266559" y="150208"/>
            <a:ext cx="1865688" cy="1262738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28807" y="145529"/>
            <a:ext cx="1134722" cy="12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14350">
              <a:defRPr/>
            </a:pPr>
            <a:r>
              <a:rPr lang="en-GB" sz="1013" b="1" u="sng" dirty="0">
                <a:solidFill>
                  <a:prstClr val="black"/>
                </a:solidFill>
                <a:latin typeface="Calibri"/>
              </a:rPr>
              <a:t>Keywords</a:t>
            </a:r>
          </a:p>
          <a:p>
            <a:pPr algn="ctr" defTabSz="514350">
              <a:defRPr/>
            </a:pPr>
            <a:r>
              <a:rPr lang="en-GB" sz="1013" dirty="0">
                <a:solidFill>
                  <a:prstClr val="black"/>
                </a:solidFill>
                <a:latin typeface="Calibri"/>
              </a:rPr>
              <a:t>Increase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Percent (%)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Fractions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Hundred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Parts</a:t>
            </a:r>
          </a:p>
          <a:p>
            <a:pPr algn="ctr" defTabSz="514350">
              <a:defRPr/>
            </a:pPr>
            <a:endParaRPr lang="en-GB" sz="1013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5050" y="74611"/>
            <a:ext cx="2627216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increase a percentage of an amount?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t="28077" b="33885"/>
          <a:stretch/>
        </p:blipFill>
        <p:spPr>
          <a:xfrm>
            <a:off x="4876790" y="2245302"/>
            <a:ext cx="2011109" cy="38248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auto">
          <a:xfrm>
            <a:off x="4876794" y="2619106"/>
            <a:ext cx="2995271" cy="2385495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r" defTabSz="5143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sz="105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70381" y="1510038"/>
            <a:ext cx="4932762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514350">
              <a:defRPr/>
            </a:pPr>
            <a:r>
              <a:rPr lang="en-GB" sz="4500" u="sng" dirty="0">
                <a:solidFill>
                  <a:prstClr val="black"/>
                </a:solidFill>
                <a:latin typeface="Calibri"/>
              </a:rPr>
              <a:t>Percentage Increase</a:t>
            </a:r>
          </a:p>
        </p:txBody>
      </p:sp>
      <p:pic>
        <p:nvPicPr>
          <p:cNvPr id="18" name="Picture 2" descr="http://content.mycutegraphics.com/graphics/health/cartoon-eye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864" y="1748584"/>
            <a:ext cx="698237" cy="40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615" y="1035323"/>
            <a:ext cx="295751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Rounded Rectangle 23"/>
          <p:cNvSpPr/>
          <p:nvPr/>
        </p:nvSpPr>
        <p:spPr>
          <a:xfrm>
            <a:off x="1266559" y="2183287"/>
            <a:ext cx="662745" cy="194615"/>
          </a:xfrm>
          <a:prstGeom prst="roundRect">
            <a:avLst>
              <a:gd name="adj" fmla="val 21100"/>
            </a:avLst>
          </a:prstGeom>
          <a:solidFill>
            <a:srgbClr val="8ED05F"/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lIns="38522" tIns="19262" rIns="38522" bIns="19262" rtlCol="0" anchor="ctr"/>
          <a:lstStyle/>
          <a:p>
            <a:pPr algn="ctr" defTabSz="514350">
              <a:defRPr/>
            </a:pPr>
            <a:r>
              <a:rPr lang="en-US" sz="1181" b="1" dirty="0">
                <a:solidFill>
                  <a:prstClr val="white"/>
                </a:solidFill>
                <a:latin typeface="Calibri"/>
              </a:rPr>
              <a:t>STARTER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934168" y="107127"/>
            <a:ext cx="68607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13" dirty="0"/>
              <a:t>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1297" y="2436545"/>
            <a:ext cx="371277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15% of 300km</a:t>
            </a:r>
          </a:p>
          <a:p>
            <a:r>
              <a:rPr lang="en-GB" sz="2400" dirty="0"/>
              <a:t>5% of 700ml</a:t>
            </a:r>
          </a:p>
          <a:p>
            <a:r>
              <a:rPr lang="en-GB" sz="2400" dirty="0"/>
              <a:t>25% of 560kg</a:t>
            </a:r>
          </a:p>
          <a:p>
            <a:r>
              <a:rPr lang="en-GB" sz="2400" dirty="0"/>
              <a:t>95% of £8</a:t>
            </a:r>
          </a:p>
          <a:p>
            <a:pPr marL="257175" indent="-257175">
              <a:buFont typeface="+mj-lt"/>
              <a:buAutoNum type="arabicPeriod"/>
            </a:pPr>
            <a:endParaRPr lang="en-GB" sz="1050" dirty="0"/>
          </a:p>
          <a:p>
            <a:pPr marL="257175" indent="-257175">
              <a:buFont typeface="+mj-lt"/>
              <a:buAutoNum type="arabicPeriod"/>
            </a:pPr>
            <a:endParaRPr lang="en-GB" sz="1050" dirty="0"/>
          </a:p>
          <a:p>
            <a:pPr marL="257175" indent="-257175">
              <a:buFont typeface="+mj-lt"/>
              <a:buAutoNum type="arabicPeriod"/>
            </a:pPr>
            <a:endParaRPr lang="en-GB" sz="1050" dirty="0"/>
          </a:p>
          <a:p>
            <a:pPr marL="257175" indent="-257175">
              <a:buFont typeface="+mj-lt"/>
              <a:buAutoNum type="arabicPeriod"/>
            </a:pPr>
            <a:endParaRPr lang="en-GB" sz="1050" dirty="0"/>
          </a:p>
        </p:txBody>
      </p:sp>
      <p:sp>
        <p:nvSpPr>
          <p:cNvPr id="21" name="TextBox 20"/>
          <p:cNvSpPr txBox="1"/>
          <p:nvPr/>
        </p:nvSpPr>
        <p:spPr>
          <a:xfrm>
            <a:off x="1395358" y="4527901"/>
            <a:ext cx="3564396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How can you find 35% of  £2.50?</a:t>
            </a:r>
          </a:p>
          <a:p>
            <a:endParaRPr lang="en-GB" sz="1050" dirty="0"/>
          </a:p>
        </p:txBody>
      </p:sp>
      <p:pic>
        <p:nvPicPr>
          <p:cNvPr id="22" name="Picture 2" descr="http://thumbs.dreamstime.com/x/3d-cartoon-man-percent-symbol-10572526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27"/>
          <a:stretch/>
        </p:blipFill>
        <p:spPr bwMode="auto">
          <a:xfrm>
            <a:off x="5923264" y="299395"/>
            <a:ext cx="1948679" cy="1309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2"/>
          <p:cNvSpPr/>
          <p:nvPr/>
        </p:nvSpPr>
        <p:spPr>
          <a:xfrm>
            <a:off x="1349663" y="4209146"/>
            <a:ext cx="1567104" cy="253427"/>
          </a:xfrm>
          <a:prstGeom prst="roundRect">
            <a:avLst>
              <a:gd name="adj" fmla="val 21100"/>
            </a:avLst>
          </a:prstGeom>
          <a:solidFill>
            <a:srgbClr val="8ED05F"/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800" b="1" dirty="0">
                <a:solidFill>
                  <a:prstClr val="white"/>
                </a:solidFill>
                <a:latin typeface="Calibri"/>
              </a:rPr>
              <a:t>Depth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6"/>
          <a:srcRect l="20836" t="27519" r="52925" b="26759"/>
          <a:stretch/>
        </p:blipFill>
        <p:spPr>
          <a:xfrm>
            <a:off x="5110785" y="3001591"/>
            <a:ext cx="2559050" cy="1504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562948" y="2688728"/>
            <a:ext cx="157607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050" b="1" dirty="0">
                <a:solidFill>
                  <a:prstClr val="white"/>
                </a:solidFill>
              </a:rPr>
              <a:t>Find the Odd One Out</a:t>
            </a:r>
          </a:p>
        </p:txBody>
      </p:sp>
    </p:spTree>
    <p:extLst>
      <p:ext uri="{BB962C8B-B14F-4D97-AF65-F5344CB8AC3E}">
        <p14:creationId xmlns:p14="http://schemas.microsoft.com/office/powerpoint/2010/main" val="498338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4518061" y="0"/>
            <a:ext cx="10826" cy="51435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455122"/>
            <a:ext cx="4518062" cy="103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575246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98098" y="-58483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80" y="206404"/>
            <a:ext cx="54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422899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9734" y="211601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1748" y="230172"/>
            <a:ext cx="182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Essential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1147" y="15489"/>
            <a:ext cx="259631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518061" y="471562"/>
            <a:ext cx="4518062" cy="103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9E3AC1-1E77-4710-9BC0-DFB1F88244CA}"/>
              </a:ext>
            </a:extLst>
          </p:cNvPr>
          <p:cNvCxnSpPr>
            <a:cxnSpLocks/>
          </p:cNvCxnSpPr>
          <p:nvPr/>
        </p:nvCxnSpPr>
        <p:spPr>
          <a:xfrm>
            <a:off x="6087633" y="471562"/>
            <a:ext cx="0" cy="46719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4F7D26-2225-40DE-95E8-82C9E31AF559}"/>
              </a:ext>
            </a:extLst>
          </p:cNvPr>
          <p:cNvCxnSpPr>
            <a:cxnSpLocks/>
          </p:cNvCxnSpPr>
          <p:nvPr/>
        </p:nvCxnSpPr>
        <p:spPr>
          <a:xfrm>
            <a:off x="3857705" y="2549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280076-6BD0-4CE8-8378-8CDB7ED81C35}"/>
              </a:ext>
            </a:extLst>
          </p:cNvPr>
          <p:cNvCxnSpPr>
            <a:cxnSpLocks/>
          </p:cNvCxnSpPr>
          <p:nvPr/>
        </p:nvCxnSpPr>
        <p:spPr>
          <a:xfrm>
            <a:off x="4222102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D18CDD-8FC0-4BF8-A2BD-51188B343F59}"/>
              </a:ext>
            </a:extLst>
          </p:cNvPr>
          <p:cNvSpPr txBox="1"/>
          <p:nvPr/>
        </p:nvSpPr>
        <p:spPr>
          <a:xfrm>
            <a:off x="3482456" y="211601"/>
            <a:ext cx="3174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24</a:t>
            </a:r>
            <a:endParaRPr lang="en-GB" sz="10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E4DBC0-DF48-437A-8D31-681D0EB65B05}"/>
              </a:ext>
            </a:extLst>
          </p:cNvPr>
          <p:cNvSpPr txBox="1"/>
          <p:nvPr/>
        </p:nvSpPr>
        <p:spPr>
          <a:xfrm>
            <a:off x="3868531" y="218243"/>
            <a:ext cx="3174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50" dirty="0"/>
              <a:t>7</a:t>
            </a:r>
            <a:endParaRPr lang="en-GB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37B4A3-3DD6-4CE8-92D3-38B8736F8134}"/>
              </a:ext>
            </a:extLst>
          </p:cNvPr>
          <p:cNvSpPr txBox="1"/>
          <p:nvPr/>
        </p:nvSpPr>
        <p:spPr>
          <a:xfrm>
            <a:off x="4250604" y="223142"/>
            <a:ext cx="3174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30</a:t>
            </a:r>
            <a:endParaRPr lang="en-GB" sz="105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9E8EEF-EB99-4808-BA30-3C2CE48BA253}"/>
              </a:ext>
            </a:extLst>
          </p:cNvPr>
          <p:cNvCxnSpPr>
            <a:cxnSpLocks/>
          </p:cNvCxnSpPr>
          <p:nvPr/>
        </p:nvCxnSpPr>
        <p:spPr>
          <a:xfrm>
            <a:off x="3490623" y="266609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2E36C9B-3AE2-4453-AF72-8509F3DE2C72}"/>
              </a:ext>
            </a:extLst>
          </p:cNvPr>
          <p:cNvSpPr txBox="1"/>
          <p:nvPr/>
        </p:nvSpPr>
        <p:spPr>
          <a:xfrm>
            <a:off x="4657071" y="254983"/>
            <a:ext cx="1337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Word or Formula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AA26F2-9378-4BAE-ABC7-B71F270EE045}"/>
              </a:ext>
            </a:extLst>
          </p:cNvPr>
          <p:cNvSpPr txBox="1"/>
          <p:nvPr/>
        </p:nvSpPr>
        <p:spPr>
          <a:xfrm>
            <a:off x="6543029" y="266609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Definition or Example</a:t>
            </a:r>
          </a:p>
        </p:txBody>
      </p: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18061" y="0"/>
            <a:ext cx="54006" cy="52180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43302" y="4856000"/>
            <a:ext cx="2600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4349" y="4894146"/>
            <a:ext cx="4123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4518061" y="461342"/>
            <a:ext cx="462593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4518061" y="897564"/>
            <a:ext cx="46259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4572067" y="4029912"/>
            <a:ext cx="457193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543813" y="897564"/>
            <a:ext cx="0" cy="313234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42947" y="50017"/>
            <a:ext cx="323969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750" dirty="0"/>
              <a:t>24</a:t>
            </a:r>
          </a:p>
          <a:p>
            <a:r>
              <a:rPr lang="en-AU" sz="750" dirty="0"/>
              <a:t>7</a:t>
            </a:r>
          </a:p>
          <a:p>
            <a:r>
              <a:rPr lang="en-AU" sz="75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7754" y="451162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3814" y="897564"/>
            <a:ext cx="6880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5929" y="897565"/>
            <a:ext cx="10278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67" y="4029913"/>
            <a:ext cx="10086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6435" y="106870"/>
            <a:ext cx="90281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100" dirty="0"/>
              <a:t>Tasks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3DEE0-B061-4B2A-86FB-FAA1342E38A6}"/>
              </a:ext>
            </a:extLst>
          </p:cNvPr>
          <p:cNvSpPr txBox="1"/>
          <p:nvPr/>
        </p:nvSpPr>
        <p:spPr>
          <a:xfrm>
            <a:off x="4755379" y="77465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Understanding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5050" y="74611"/>
            <a:ext cx="2627216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increase a percentage of an amount?</a:t>
            </a:r>
            <a:endParaRPr lang="en-GB" sz="1013" dirty="0">
              <a:solidFill>
                <a:srgbClr val="FFC000">
                  <a:lumMod val="50000"/>
                </a:srgbClr>
              </a:solidFill>
              <a:latin typeface="Calibri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424710" y="1379095"/>
            <a:ext cx="409515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GB" sz="1050" dirty="0"/>
              <a:t>We can represent percentage change using bars.</a:t>
            </a:r>
          </a:p>
          <a:p>
            <a:pPr eaLnBrk="0" hangingPunct="0"/>
            <a:r>
              <a:rPr lang="en-GB" sz="1050" dirty="0"/>
              <a:t>The original whole amount, 100% looks like this:</a:t>
            </a: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1497336" y="1843642"/>
            <a:ext cx="3348372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GB" sz="1050"/>
              <a:t>100%</a:t>
            </a: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1424710" y="2883638"/>
            <a:ext cx="3547766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120% is 20% longer as we have added 20% on to 100%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253420" y="3170276"/>
            <a:ext cx="2214246" cy="809183"/>
            <a:chOff x="1403648" y="5033369"/>
            <a:chExt cx="2952328" cy="1078911"/>
          </a:xfrm>
        </p:grpSpPr>
        <p:sp>
          <p:nvSpPr>
            <p:cNvPr id="18" name="Oval 17"/>
            <p:cNvSpPr/>
            <p:nvPr/>
          </p:nvSpPr>
          <p:spPr bwMode="auto">
            <a:xfrm>
              <a:off x="1403648" y="5033369"/>
              <a:ext cx="2952328" cy="1078911"/>
            </a:xfrm>
            <a:prstGeom prst="ellipse">
              <a:avLst/>
            </a:prstGeom>
            <a:solidFill>
              <a:srgbClr val="F8AB3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GB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9" name="Text Box 8"/>
            <p:cNvSpPr txBox="1">
              <a:spLocks noChangeArrowheads="1"/>
            </p:cNvSpPr>
            <p:nvPr/>
          </p:nvSpPr>
          <p:spPr bwMode="auto">
            <a:xfrm>
              <a:off x="1822925" y="5249660"/>
              <a:ext cx="2411760" cy="5539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GB" sz="1050" dirty="0"/>
                <a:t>This would be called “a 20% increase”</a:t>
              </a:r>
            </a:p>
          </p:txBody>
        </p:sp>
      </p:grp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1497336" y="2295895"/>
            <a:ext cx="4022529" cy="4604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GB" sz="1050" dirty="0"/>
              <a:t>120%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29691" y="3170131"/>
            <a:ext cx="2057400" cy="670412"/>
          </a:xfrm>
          <a:prstGeom prst="rect">
            <a:avLst/>
          </a:prstGeom>
          <a:solidFill>
            <a:srgbClr val="F8AB3F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r>
              <a:rPr lang="en-GB" sz="1050" dirty="0">
                <a:solidFill>
                  <a:srgbClr val="7030A0"/>
                </a:solidFill>
              </a:rPr>
              <a:t>A 20% increase makes the item 20% larger</a:t>
            </a:r>
          </a:p>
        </p:txBody>
      </p:sp>
    </p:spTree>
    <p:extLst>
      <p:ext uri="{BB962C8B-B14F-4D97-AF65-F5344CB8AC3E}">
        <p14:creationId xmlns:p14="http://schemas.microsoft.com/office/powerpoint/2010/main" val="146006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5" grpId="0" animBg="1" autoUpdateAnimBg="0"/>
      <p:bldP spid="16" grpId="0" autoUpdateAnimBg="0"/>
      <p:bldP spid="20" grpId="0" animBg="1" autoUpdateAnimBg="0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5050" y="74611"/>
            <a:ext cx="2627216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increase a percentage of an amount?</a:t>
            </a:r>
            <a:endParaRPr lang="en-GB" sz="1013" dirty="0">
              <a:solidFill>
                <a:srgbClr val="FFC000">
                  <a:lumMod val="50000"/>
                </a:srgbClr>
              </a:solidFill>
              <a:latin typeface="Calibri"/>
            </a:endParaRPr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1592222" y="3756570"/>
            <a:ext cx="259199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050" dirty="0"/>
          </a:p>
        </p:txBody>
      </p:sp>
      <p:pic>
        <p:nvPicPr>
          <p:cNvPr id="23" name="Picture 2" descr="http://www.guidance-center.org/Adult%20&amp;%20Family%20Services/images/happy-man-in-sui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27433" y="1626314"/>
            <a:ext cx="1873285" cy="1313871"/>
          </a:xfrm>
          <a:prstGeom prst="rect">
            <a:avLst/>
          </a:prstGeom>
          <a:noFill/>
        </p:spPr>
      </p:pic>
      <p:sp>
        <p:nvSpPr>
          <p:cNvPr id="24" name="TextBox 23"/>
          <p:cNvSpPr txBox="1"/>
          <p:nvPr/>
        </p:nvSpPr>
        <p:spPr>
          <a:xfrm>
            <a:off x="1321615" y="1050381"/>
            <a:ext cx="507656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Steve, who was on a salary of $20,000 per year,</a:t>
            </a:r>
            <a:br>
              <a:rPr lang="en-GB" sz="1050" dirty="0"/>
            </a:br>
            <a:r>
              <a:rPr lang="en-GB" sz="1050" dirty="0"/>
              <a:t>was given a pay rise of 7%. What is Steve’s new salary?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4617" y="1535129"/>
            <a:ext cx="15582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itchFamily="66" charset="0"/>
              </a:rPr>
              <a:t>STEP 1: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4595" y="1876145"/>
            <a:ext cx="32800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Without a calculator work out what 7% of $20,000 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9552" y="2144750"/>
            <a:ext cx="14237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7% = 5% + 1% + 1%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6018" y="2460035"/>
            <a:ext cx="16273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7% = 1,000 + 200 + 200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2138" y="2892083"/>
            <a:ext cx="87075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7% = 1,400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7172" y="3270125"/>
            <a:ext cx="7072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itchFamily="66" charset="0"/>
              </a:rPr>
              <a:t>STEP 2: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110" y="3650842"/>
            <a:ext cx="21723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Add this to Steve’s original salary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4617" y="4031605"/>
            <a:ext cx="143340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$20,000 + $1,400 </a:t>
            </a:r>
            <a:r>
              <a:rPr lang="en-GB" sz="2100" dirty="0"/>
              <a:t>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6226" y="4089313"/>
            <a:ext cx="67358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>
                <a:solidFill>
                  <a:srgbClr val="FF0000"/>
                </a:solidFill>
              </a:rPr>
              <a:t>$21,400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72065" y="3308954"/>
            <a:ext cx="2384022" cy="1116747"/>
          </a:xfrm>
          <a:prstGeom prst="rect">
            <a:avLst/>
          </a:prstGeom>
          <a:solidFill>
            <a:srgbClr val="F8AB3F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b="1" dirty="0">
                <a:solidFill>
                  <a:schemeClr val="tx1"/>
                </a:solidFill>
              </a:rPr>
              <a:t>Depth: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Think about…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How would you calculate 7% using a calculator?</a:t>
            </a:r>
          </a:p>
        </p:txBody>
      </p:sp>
    </p:spTree>
    <p:extLst>
      <p:ext uri="{BB962C8B-B14F-4D97-AF65-F5344CB8AC3E}">
        <p14:creationId xmlns:p14="http://schemas.microsoft.com/office/powerpoint/2010/main" val="238974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4593390" cy="501466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Fluency and Understanding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LO: Percentage increases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257300" y="1028701"/>
            <a:ext cx="6743700" cy="3394472"/>
          </a:xfrm>
          <a:prstGeom prst="rect">
            <a:avLst/>
          </a:prstGeom>
        </p:spPr>
        <p:txBody>
          <a:bodyPr/>
          <a:lstStyle>
            <a:lvl1pPr marL="316531" indent="-316531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954" b="1">
                <a:solidFill>
                  <a:srgbClr val="406609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5817" indent="-26377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585">
                <a:solidFill>
                  <a:schemeClr val="tx1"/>
                </a:solidFill>
                <a:latin typeface="+mj-lt"/>
                <a:ea typeface="ＭＳ Ｐゴシック" charset="0"/>
              </a:defRPr>
            </a:lvl2pPr>
            <a:lvl3pPr marL="1055103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15">
                <a:solidFill>
                  <a:schemeClr val="tx1"/>
                </a:solidFill>
                <a:latin typeface="+mj-lt"/>
                <a:ea typeface="ＭＳ Ｐゴシック" charset="0"/>
              </a:defRPr>
            </a:lvl3pPr>
            <a:lvl4pPr marL="1477145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46">
                <a:solidFill>
                  <a:schemeClr val="tx1"/>
                </a:solidFill>
                <a:latin typeface="+mj-lt"/>
                <a:ea typeface="ＭＳ Ｐゴシック" charset="0"/>
              </a:defRPr>
            </a:lvl4pPr>
            <a:lvl5pPr marL="1899186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+mj-lt"/>
                <a:ea typeface="ＭＳ Ｐゴシック" charset="0"/>
              </a:defRPr>
            </a:lvl5pPr>
            <a:lvl6pPr marL="2321227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+mj-lt"/>
              </a:defRPr>
            </a:lvl6pPr>
            <a:lvl7pPr marL="2743269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+mj-lt"/>
              </a:defRPr>
            </a:lvl7pPr>
            <a:lvl8pPr marL="3165310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+mj-lt"/>
              </a:defRPr>
            </a:lvl8pPr>
            <a:lvl9pPr marL="3587351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+mj-lt"/>
              </a:defRPr>
            </a:lvl9pPr>
          </a:lstStyle>
          <a:p>
            <a:pPr marL="0" indent="0">
              <a:buNone/>
            </a:pPr>
            <a:r>
              <a:rPr lang="en-GB" sz="1800" b="0" dirty="0">
                <a:solidFill>
                  <a:schemeClr val="tx1"/>
                </a:solidFill>
              </a:rPr>
              <a:t>A chair costs $20.00 excluding GST. How much will it cost including GST which is 10%?</a:t>
            </a:r>
          </a:p>
          <a:p>
            <a:pPr marL="0" indent="0">
              <a:buNone/>
            </a:pPr>
            <a:r>
              <a:rPr lang="en-GB" sz="1800" b="0" dirty="0">
                <a:solidFill>
                  <a:schemeClr val="tx1"/>
                </a:solidFill>
              </a:rPr>
              <a:t>100% = $20.00</a:t>
            </a:r>
          </a:p>
          <a:p>
            <a:pPr marL="0" indent="0">
              <a:buNone/>
            </a:pPr>
            <a:endParaRPr lang="en-GB" sz="18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800" b="0" dirty="0">
                <a:solidFill>
                  <a:schemeClr val="tx1"/>
                </a:solidFill>
              </a:rPr>
              <a:t>10% = $2</a:t>
            </a:r>
          </a:p>
          <a:p>
            <a:pPr marL="0" indent="0">
              <a:buNone/>
            </a:pPr>
            <a:endParaRPr lang="en-GB" sz="18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800" b="0" dirty="0">
                <a:solidFill>
                  <a:schemeClr val="tx1"/>
                </a:solidFill>
              </a:rPr>
              <a:t>100% + 10% = $20.00 + $2</a:t>
            </a:r>
          </a:p>
          <a:p>
            <a:pPr marL="0" indent="0">
              <a:buNone/>
            </a:pPr>
            <a:r>
              <a:rPr lang="en-GB" sz="1800" b="0" dirty="0">
                <a:solidFill>
                  <a:schemeClr val="tx1"/>
                </a:solidFill>
              </a:rPr>
              <a:t>	           = $22.</a:t>
            </a:r>
          </a:p>
        </p:txBody>
      </p:sp>
      <p:pic>
        <p:nvPicPr>
          <p:cNvPr id="15" name="Picture 3" descr="C:\Users\Jennie\AppData\Local\Microsoft\Windows\Temporary Internet Files\Content.IE5\JSNFEMI4\MC900383832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951" y="1595004"/>
            <a:ext cx="2493818" cy="2380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56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4385546" cy="449226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Fluency and Understanding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5050" y="74611"/>
            <a:ext cx="2627216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increase a percentage of an amount?</a:t>
            </a:r>
            <a:endParaRPr lang="en-GB" sz="1013" dirty="0">
              <a:solidFill>
                <a:srgbClr val="FFC000">
                  <a:lumMod val="50000"/>
                </a:srgbClr>
              </a:solidFill>
              <a:latin typeface="Calibri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1494235" y="3274219"/>
            <a:ext cx="259199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050" dirty="0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264595" y="946674"/>
            <a:ext cx="6372708" cy="857250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dirty="0"/>
              <a:t>A 140g chocolate bar is increased by 15% calculate its new weight</a:t>
            </a:r>
          </a:p>
        </p:txBody>
      </p:sp>
      <p:pic>
        <p:nvPicPr>
          <p:cNvPr id="16" name="Picture 2" descr="C:\Documents and Settings\jorme\Local Settings\Temporary Internet Files\Content.IE5\PFWPD3J6\MC900112660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078" y="1834773"/>
            <a:ext cx="2592288" cy="1739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/>
        </p:nvSpPr>
        <p:spPr>
          <a:xfrm rot="19894475">
            <a:off x="4435750" y="2308052"/>
            <a:ext cx="3658694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4050" b="1" dirty="0">
                <a:ln w="31550" cmpd="sng">
                  <a:solidFill>
                    <a:schemeClr val="tx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15% extra free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1640" y="1984995"/>
            <a:ext cx="331212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000" dirty="0"/>
              <a:t>15% of 140g= 21g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42460" y="2997220"/>
            <a:ext cx="330090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000" dirty="0"/>
              <a:t>140g + 21g= 161g</a:t>
            </a:r>
          </a:p>
        </p:txBody>
      </p:sp>
    </p:spTree>
    <p:extLst>
      <p:ext uri="{BB962C8B-B14F-4D97-AF65-F5344CB8AC3E}">
        <p14:creationId xmlns:p14="http://schemas.microsoft.com/office/powerpoint/2010/main" val="201927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Hinge Questions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5050" y="74611"/>
            <a:ext cx="2627216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increase a percentage of an amount?</a:t>
            </a:r>
            <a:endParaRPr lang="en-GB" sz="1013" dirty="0">
              <a:solidFill>
                <a:srgbClr val="FFC000">
                  <a:lumMod val="50000"/>
                </a:srgbClr>
              </a:solidFill>
              <a:latin typeface="Calibri"/>
            </a:endParaRPr>
          </a:p>
        </p:txBody>
      </p: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1926582" y="1415216"/>
            <a:ext cx="1282304" cy="323850"/>
            <a:chOff x="278265" y="3501008"/>
            <a:chExt cx="1746364" cy="432048"/>
          </a:xfrm>
        </p:grpSpPr>
        <p:sp>
          <p:nvSpPr>
            <p:cNvPr id="22" name="Curved Right Arrow 21"/>
            <p:cNvSpPr/>
            <p:nvPr/>
          </p:nvSpPr>
          <p:spPr>
            <a:xfrm>
              <a:off x="278265" y="3501008"/>
              <a:ext cx="171880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23" name="Curved Left Arrow 22"/>
            <p:cNvSpPr/>
            <p:nvPr/>
          </p:nvSpPr>
          <p:spPr>
            <a:xfrm>
              <a:off x="1852749" y="3501008"/>
              <a:ext cx="171880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3187455" y="1424742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x2</a:t>
            </a:r>
          </a:p>
        </p:txBody>
      </p:sp>
      <p:sp>
        <p:nvSpPr>
          <p:cNvPr id="25" name="TextBox 7"/>
          <p:cNvSpPr txBox="1">
            <a:spLocks noChangeArrowheads="1"/>
          </p:cNvSpPr>
          <p:nvPr/>
        </p:nvSpPr>
        <p:spPr bwMode="auto">
          <a:xfrm>
            <a:off x="1284836" y="1024279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(a)</a:t>
            </a:r>
          </a:p>
        </p:txBody>
      </p:sp>
      <p:sp>
        <p:nvSpPr>
          <p:cNvPr id="26" name="TextBox 6"/>
          <p:cNvSpPr txBox="1">
            <a:spLocks noChangeArrowheads="1"/>
          </p:cNvSpPr>
          <p:nvPr/>
        </p:nvSpPr>
        <p:spPr bwMode="auto">
          <a:xfrm>
            <a:off x="1555107" y="1043742"/>
            <a:ext cx="258008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/>
              <a:t>£60 is increased by 20%</a:t>
            </a:r>
          </a:p>
        </p:txBody>
      </p:sp>
      <p:sp>
        <p:nvSpPr>
          <p:cNvPr id="27" name="TextBox 7"/>
          <p:cNvSpPr txBox="1">
            <a:spLocks noChangeArrowheads="1"/>
          </p:cNvSpPr>
          <p:nvPr/>
        </p:nvSpPr>
        <p:spPr bwMode="auto">
          <a:xfrm>
            <a:off x="4769795" y="1010404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FF0000"/>
                </a:solidFill>
              </a:rPr>
              <a:t>(b)</a:t>
            </a:r>
          </a:p>
        </p:txBody>
      </p:sp>
      <p:sp>
        <p:nvSpPr>
          <p:cNvPr id="32" name="TextBox 182"/>
          <p:cNvSpPr txBox="1">
            <a:spLocks noChangeArrowheads="1"/>
          </p:cNvSpPr>
          <p:nvPr/>
        </p:nvSpPr>
        <p:spPr bwMode="auto">
          <a:xfrm>
            <a:off x="5107444" y="1031505"/>
            <a:ext cx="258008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/>
              <a:t>120kg is increased by 17.5%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1652739" y="1437839"/>
            <a:ext cx="3548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x2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052788" y="1306870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10% = £6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2051598" y="1527135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20% =</a:t>
            </a: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2612382" y="1523564"/>
            <a:ext cx="5068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£12</a:t>
            </a: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1639642" y="1792645"/>
            <a:ext cx="18347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200" b="1">
                <a:solidFill>
                  <a:srgbClr val="00B050"/>
                </a:solidFill>
              </a:rPr>
              <a:t>We now need to increase £60 by £12</a:t>
            </a: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1788470" y="2224842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£60 + £12 =</a:t>
            </a: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2843363" y="2190314"/>
            <a:ext cx="5917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FF0000"/>
                </a:solidFill>
              </a:rPr>
              <a:t>£72</a:t>
            </a:r>
          </a:p>
        </p:txBody>
      </p:sp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5567026" y="1355355"/>
            <a:ext cx="3536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÷2</a:t>
            </a:r>
          </a:p>
        </p:txBody>
      </p:sp>
      <p:sp>
        <p:nvSpPr>
          <p:cNvPr id="66" name="TextBox 65"/>
          <p:cNvSpPr txBox="1">
            <a:spLocks noChangeArrowheads="1"/>
          </p:cNvSpPr>
          <p:nvPr/>
        </p:nvSpPr>
        <p:spPr bwMode="auto">
          <a:xfrm>
            <a:off x="5952788" y="1237483"/>
            <a:ext cx="135374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10% = 12kg</a:t>
            </a:r>
          </a:p>
        </p:txBody>
      </p: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5951597" y="1456558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 5% =</a:t>
            </a:r>
          </a:p>
        </p:txBody>
      </p:sp>
      <p:grpSp>
        <p:nvGrpSpPr>
          <p:cNvPr id="68" name="Group 67"/>
          <p:cNvGrpSpPr>
            <a:grpSpLocks/>
          </p:cNvGrpSpPr>
          <p:nvPr/>
        </p:nvGrpSpPr>
        <p:grpSpPr bwMode="auto">
          <a:xfrm>
            <a:off x="5826582" y="1345829"/>
            <a:ext cx="1440656" cy="323850"/>
            <a:chOff x="278265" y="3501008"/>
            <a:chExt cx="1746364" cy="432048"/>
          </a:xfrm>
        </p:grpSpPr>
        <p:sp>
          <p:nvSpPr>
            <p:cNvPr id="69" name="Curved Right Arrow 68"/>
            <p:cNvSpPr/>
            <p:nvPr/>
          </p:nvSpPr>
          <p:spPr>
            <a:xfrm>
              <a:off x="278265" y="3501008"/>
              <a:ext cx="171749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70" name="Curved Left Arrow 69"/>
            <p:cNvSpPr/>
            <p:nvPr/>
          </p:nvSpPr>
          <p:spPr>
            <a:xfrm>
              <a:off x="1852879" y="3501008"/>
              <a:ext cx="171750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71" name="TextBox 70"/>
          <p:cNvSpPr txBox="1">
            <a:spLocks noChangeArrowheads="1"/>
          </p:cNvSpPr>
          <p:nvPr/>
        </p:nvSpPr>
        <p:spPr bwMode="auto">
          <a:xfrm>
            <a:off x="7393444" y="1351783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÷2</a:t>
            </a: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6540956" y="1460130"/>
            <a:ext cx="51648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6kg</a:t>
            </a:r>
          </a:p>
        </p:txBody>
      </p:sp>
      <p:grpSp>
        <p:nvGrpSpPr>
          <p:cNvPr id="73" name="Group 72"/>
          <p:cNvGrpSpPr>
            <a:grpSpLocks/>
          </p:cNvGrpSpPr>
          <p:nvPr/>
        </p:nvGrpSpPr>
        <p:grpSpPr bwMode="auto">
          <a:xfrm>
            <a:off x="5553928" y="1561333"/>
            <a:ext cx="2112169" cy="340363"/>
            <a:chOff x="6824391" y="5949280"/>
            <a:chExt cx="2560517" cy="454078"/>
          </a:xfrm>
        </p:grpSpPr>
        <p:grpSp>
          <p:nvGrpSpPr>
            <p:cNvPr id="74" name="Group 290"/>
            <p:cNvGrpSpPr>
              <a:grpSpLocks/>
            </p:cNvGrpSpPr>
            <p:nvPr/>
          </p:nvGrpSpPr>
          <p:grpSpPr bwMode="auto">
            <a:xfrm>
              <a:off x="7164288" y="5949280"/>
              <a:ext cx="1746364" cy="432048"/>
              <a:chOff x="278265" y="3501008"/>
              <a:chExt cx="1746364" cy="432048"/>
            </a:xfrm>
          </p:grpSpPr>
          <p:sp>
            <p:nvSpPr>
              <p:cNvPr id="77" name="Curved Right Arrow 76"/>
              <p:cNvSpPr/>
              <p:nvPr/>
            </p:nvSpPr>
            <p:spPr>
              <a:xfrm>
                <a:off x="277558" y="3501008"/>
                <a:ext cx="171759" cy="432048"/>
              </a:xfrm>
              <a:prstGeom prst="curv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Curved Left Arrow 77"/>
              <p:cNvSpPr/>
              <p:nvPr/>
            </p:nvSpPr>
            <p:spPr>
              <a:xfrm>
                <a:off x="1852261" y="3501008"/>
                <a:ext cx="171760" cy="432048"/>
              </a:xfrm>
              <a:prstGeom prst="curvedLef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0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5" name="TextBox 293"/>
            <p:cNvSpPr txBox="1">
              <a:spLocks noChangeArrowheads="1"/>
            </p:cNvSpPr>
            <p:nvPr/>
          </p:nvSpPr>
          <p:spPr bwMode="auto">
            <a:xfrm>
              <a:off x="6824391" y="6012328"/>
              <a:ext cx="472455" cy="369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1200" b="1"/>
                <a:t>÷2</a:t>
              </a:r>
            </a:p>
          </p:txBody>
        </p:sp>
        <p:sp>
          <p:nvSpPr>
            <p:cNvPr id="76" name="TextBox 294"/>
            <p:cNvSpPr txBox="1">
              <a:spLocks noChangeArrowheads="1"/>
            </p:cNvSpPr>
            <p:nvPr/>
          </p:nvSpPr>
          <p:spPr bwMode="auto">
            <a:xfrm>
              <a:off x="8867741" y="6033814"/>
              <a:ext cx="517167" cy="369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1200" b="1"/>
                <a:t>÷2</a:t>
              </a:r>
            </a:p>
          </p:txBody>
        </p:sp>
      </p:grpSp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5955169" y="1669680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2.5% =</a:t>
            </a:r>
          </a:p>
        </p:txBody>
      </p:sp>
      <p:sp>
        <p:nvSpPr>
          <p:cNvPr id="80" name="Rectangle 79"/>
          <p:cNvSpPr>
            <a:spLocks noChangeArrowheads="1"/>
          </p:cNvSpPr>
          <p:nvPr/>
        </p:nvSpPr>
        <p:spPr bwMode="auto">
          <a:xfrm>
            <a:off x="6544528" y="1673252"/>
            <a:ext cx="56938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3kg</a:t>
            </a:r>
          </a:p>
        </p:txBody>
      </p:sp>
      <p:sp>
        <p:nvSpPr>
          <p:cNvPr id="81" name="TextBox 80"/>
          <p:cNvSpPr txBox="1">
            <a:spLocks noChangeArrowheads="1"/>
          </p:cNvSpPr>
          <p:nvPr/>
        </p:nvSpPr>
        <p:spPr bwMode="auto">
          <a:xfrm>
            <a:off x="5812294" y="1906614"/>
            <a:ext cx="131921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17.5% =</a:t>
            </a:r>
          </a:p>
        </p:txBody>
      </p:sp>
      <p:sp>
        <p:nvSpPr>
          <p:cNvPr id="82" name="Rectangle 81"/>
          <p:cNvSpPr>
            <a:spLocks noChangeArrowheads="1"/>
          </p:cNvSpPr>
          <p:nvPr/>
        </p:nvSpPr>
        <p:spPr bwMode="auto">
          <a:xfrm>
            <a:off x="6520715" y="1908996"/>
            <a:ext cx="67678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21kg</a:t>
            </a:r>
          </a:p>
        </p:txBody>
      </p:sp>
      <p:sp>
        <p:nvSpPr>
          <p:cNvPr id="83" name="TextBox 82"/>
          <p:cNvSpPr txBox="1">
            <a:spLocks noChangeArrowheads="1"/>
          </p:cNvSpPr>
          <p:nvPr/>
        </p:nvSpPr>
        <p:spPr bwMode="auto">
          <a:xfrm>
            <a:off x="5611078" y="2154264"/>
            <a:ext cx="19764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200" b="1">
                <a:solidFill>
                  <a:srgbClr val="00B050"/>
                </a:solidFill>
              </a:rPr>
              <a:t>We now need to increase 120kg by 21kg</a:t>
            </a:r>
          </a:p>
        </p:txBody>
      </p:sp>
      <p:sp>
        <p:nvSpPr>
          <p:cNvPr id="84" name="TextBox 83"/>
          <p:cNvSpPr txBox="1">
            <a:spLocks noChangeArrowheads="1"/>
          </p:cNvSpPr>
          <p:nvPr/>
        </p:nvSpPr>
        <p:spPr bwMode="auto">
          <a:xfrm>
            <a:off x="5536069" y="2492402"/>
            <a:ext cx="159305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120kg + 21kg =</a:t>
            </a:r>
          </a:p>
        </p:txBody>
      </p:sp>
      <p:sp>
        <p:nvSpPr>
          <p:cNvPr id="85" name="TextBox 84"/>
          <p:cNvSpPr txBox="1">
            <a:spLocks noChangeArrowheads="1"/>
          </p:cNvSpPr>
          <p:nvPr/>
        </p:nvSpPr>
        <p:spPr bwMode="auto">
          <a:xfrm>
            <a:off x="6945769" y="2479304"/>
            <a:ext cx="9667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FF0000"/>
                </a:solidFill>
              </a:rPr>
              <a:t>141kg</a:t>
            </a:r>
          </a:p>
        </p:txBody>
      </p:sp>
    </p:spTree>
    <p:extLst>
      <p:ext uri="{BB962C8B-B14F-4D97-AF65-F5344CB8AC3E}">
        <p14:creationId xmlns:p14="http://schemas.microsoft.com/office/powerpoint/2010/main" val="401354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65" grpId="0"/>
      <p:bldP spid="66" grpId="0"/>
      <p:bldP spid="67" grpId="0"/>
      <p:bldP spid="71" grpId="0"/>
      <p:bldP spid="72" grpId="0"/>
      <p:bldP spid="79" grpId="0"/>
      <p:bldP spid="80" grpId="0"/>
      <p:bldP spid="81" grpId="0"/>
      <p:bldP spid="82" grpId="0"/>
      <p:bldP spid="83" grpId="0"/>
      <p:bldP spid="84" grpId="0"/>
      <p:bldP spid="8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2" y="497448"/>
            <a:ext cx="4276561" cy="543990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Fluency and Understanding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5050" y="74611"/>
            <a:ext cx="2627216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increase a percentage of an amount?</a:t>
            </a:r>
            <a:endParaRPr lang="en-GB" sz="1013" dirty="0">
              <a:solidFill>
                <a:srgbClr val="FFC000">
                  <a:lumMod val="50000"/>
                </a:srgbClr>
              </a:solidFill>
              <a:latin typeface="Calibri"/>
            </a:endParaRPr>
          </a:p>
        </p:txBody>
      </p:sp>
      <p:sp>
        <p:nvSpPr>
          <p:cNvPr id="21" name="TextBox 7"/>
          <p:cNvSpPr txBox="1">
            <a:spLocks noChangeArrowheads="1"/>
          </p:cNvSpPr>
          <p:nvPr/>
        </p:nvSpPr>
        <p:spPr bwMode="auto">
          <a:xfrm>
            <a:off x="1379455" y="1194117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FF0000"/>
                </a:solidFill>
              </a:rPr>
              <a:t>(a)</a:t>
            </a:r>
          </a:p>
        </p:txBody>
      </p:sp>
      <p:sp>
        <p:nvSpPr>
          <p:cNvPr id="22" name="TextBox 1"/>
          <p:cNvSpPr txBox="1">
            <a:spLocks noChangeArrowheads="1"/>
          </p:cNvSpPr>
          <p:nvPr/>
        </p:nvSpPr>
        <p:spPr bwMode="auto">
          <a:xfrm>
            <a:off x="1284800" y="916701"/>
            <a:ext cx="36957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dirty="0"/>
              <a:t>Work out the final amount when:</a:t>
            </a:r>
          </a:p>
        </p:txBody>
      </p:sp>
      <p:sp>
        <p:nvSpPr>
          <p:cNvPr id="23" name="TextBox 62"/>
          <p:cNvSpPr txBox="1">
            <a:spLocks noChangeArrowheads="1"/>
          </p:cNvSpPr>
          <p:nvPr/>
        </p:nvSpPr>
        <p:spPr bwMode="auto">
          <a:xfrm>
            <a:off x="1634249" y="1225073"/>
            <a:ext cx="2322910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050" dirty="0"/>
              <a:t>$40 is increased by 10%</a:t>
            </a:r>
          </a:p>
        </p:txBody>
      </p:sp>
      <p:sp>
        <p:nvSpPr>
          <p:cNvPr id="26" name="TextBox 7"/>
          <p:cNvSpPr txBox="1">
            <a:spLocks noChangeArrowheads="1"/>
          </p:cNvSpPr>
          <p:nvPr/>
        </p:nvSpPr>
        <p:spPr bwMode="auto">
          <a:xfrm>
            <a:off x="4325062" y="1215984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(b)</a:t>
            </a:r>
          </a:p>
        </p:txBody>
      </p:sp>
      <p:sp>
        <p:nvSpPr>
          <p:cNvPr id="27" name="TextBox 71"/>
          <p:cNvSpPr txBox="1">
            <a:spLocks noChangeArrowheads="1"/>
          </p:cNvSpPr>
          <p:nvPr/>
        </p:nvSpPr>
        <p:spPr bwMode="auto">
          <a:xfrm>
            <a:off x="4579856" y="1245749"/>
            <a:ext cx="2322909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050"/>
              <a:t>£120 is increased by 20%</a:t>
            </a:r>
          </a:p>
        </p:txBody>
      </p:sp>
      <p:sp>
        <p:nvSpPr>
          <p:cNvPr id="34" name="TextBox 7"/>
          <p:cNvSpPr txBox="1">
            <a:spLocks noChangeArrowheads="1"/>
          </p:cNvSpPr>
          <p:nvPr/>
        </p:nvSpPr>
        <p:spPr bwMode="auto">
          <a:xfrm>
            <a:off x="1379455" y="2472877"/>
            <a:ext cx="4286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(c)</a:t>
            </a:r>
          </a:p>
        </p:txBody>
      </p:sp>
      <p:sp>
        <p:nvSpPr>
          <p:cNvPr id="35" name="TextBox 79"/>
          <p:cNvSpPr txBox="1">
            <a:spLocks noChangeArrowheads="1"/>
          </p:cNvSpPr>
          <p:nvPr/>
        </p:nvSpPr>
        <p:spPr bwMode="auto">
          <a:xfrm>
            <a:off x="1634249" y="2503833"/>
            <a:ext cx="2322909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050" dirty="0"/>
              <a:t>$240 is increased by 35%</a:t>
            </a:r>
          </a:p>
        </p:txBody>
      </p:sp>
      <p:sp>
        <p:nvSpPr>
          <p:cNvPr id="38" name="TextBox 7"/>
          <p:cNvSpPr txBox="1">
            <a:spLocks noChangeArrowheads="1"/>
          </p:cNvSpPr>
          <p:nvPr/>
        </p:nvSpPr>
        <p:spPr bwMode="auto">
          <a:xfrm>
            <a:off x="4235683" y="2469622"/>
            <a:ext cx="4143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(d)</a:t>
            </a:r>
          </a:p>
        </p:txBody>
      </p:sp>
      <p:sp>
        <p:nvSpPr>
          <p:cNvPr id="39" name="TextBox 83"/>
          <p:cNvSpPr txBox="1">
            <a:spLocks noChangeArrowheads="1"/>
          </p:cNvSpPr>
          <p:nvPr/>
        </p:nvSpPr>
        <p:spPr bwMode="auto">
          <a:xfrm>
            <a:off x="4494041" y="2510676"/>
            <a:ext cx="2425303" cy="288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75"/>
              <a:t>£6.80 is increased by 17.5%</a:t>
            </a: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2020011" y="1407239"/>
            <a:ext cx="9477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10% = $4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1790221" y="1648935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$40 + $4 =</a:t>
            </a: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2754628" y="1614407"/>
            <a:ext cx="5917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</a:rPr>
              <a:t>$44</a:t>
            </a:r>
          </a:p>
        </p:txBody>
      </p:sp>
      <p:grpSp>
        <p:nvGrpSpPr>
          <p:cNvPr id="46" name="Group 45"/>
          <p:cNvGrpSpPr>
            <a:grpSpLocks/>
          </p:cNvGrpSpPr>
          <p:nvPr/>
        </p:nvGrpSpPr>
        <p:grpSpPr bwMode="auto">
          <a:xfrm>
            <a:off x="4981096" y="1550549"/>
            <a:ext cx="1281113" cy="323850"/>
            <a:chOff x="278265" y="3501008"/>
            <a:chExt cx="1746364" cy="432048"/>
          </a:xfrm>
        </p:grpSpPr>
        <p:sp>
          <p:nvSpPr>
            <p:cNvPr id="47" name="Curved Right Arrow 46"/>
            <p:cNvSpPr/>
            <p:nvPr/>
          </p:nvSpPr>
          <p:spPr>
            <a:xfrm>
              <a:off x="278265" y="3501008"/>
              <a:ext cx="172040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48" name="Curved Left Arrow 47"/>
            <p:cNvSpPr/>
            <p:nvPr/>
          </p:nvSpPr>
          <p:spPr>
            <a:xfrm>
              <a:off x="1852589" y="3501008"/>
              <a:ext cx="172040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6241968" y="1560075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x2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4706062" y="1573171"/>
            <a:ext cx="3548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x2</a:t>
            </a: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5107302" y="1442202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10% = $12</a:t>
            </a: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5106112" y="1662468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20% =</a:t>
            </a: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5696662" y="1657706"/>
            <a:ext cx="5068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$24</a:t>
            </a:r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4719158" y="1929168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$120 + $24 =</a:t>
            </a:r>
          </a:p>
        </p:txBody>
      </p: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5896687" y="1883924"/>
            <a:ext cx="739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</a:rPr>
              <a:t>$144</a:t>
            </a:r>
          </a:p>
        </p:txBody>
      </p:sp>
      <p:sp>
        <p:nvSpPr>
          <p:cNvPr id="85" name="TextBox 84"/>
          <p:cNvSpPr txBox="1">
            <a:spLocks noChangeArrowheads="1"/>
          </p:cNvSpPr>
          <p:nvPr/>
        </p:nvSpPr>
        <p:spPr bwMode="auto">
          <a:xfrm>
            <a:off x="1683065" y="2859831"/>
            <a:ext cx="353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x3</a:t>
            </a:r>
          </a:p>
        </p:txBody>
      </p:sp>
      <p:sp>
        <p:nvSpPr>
          <p:cNvPr id="86" name="TextBox 85"/>
          <p:cNvSpPr txBox="1">
            <a:spLocks noChangeArrowheads="1"/>
          </p:cNvSpPr>
          <p:nvPr/>
        </p:nvSpPr>
        <p:spPr bwMode="auto">
          <a:xfrm>
            <a:off x="2073590" y="2731243"/>
            <a:ext cx="132635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10% = $24</a:t>
            </a:r>
          </a:p>
        </p:txBody>
      </p:sp>
      <p:sp>
        <p:nvSpPr>
          <p:cNvPr id="87" name="TextBox 86"/>
          <p:cNvSpPr txBox="1">
            <a:spLocks noChangeArrowheads="1"/>
          </p:cNvSpPr>
          <p:nvPr/>
        </p:nvSpPr>
        <p:spPr bwMode="auto">
          <a:xfrm>
            <a:off x="2072399" y="2950318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30% =</a:t>
            </a:r>
          </a:p>
        </p:txBody>
      </p:sp>
      <p:grpSp>
        <p:nvGrpSpPr>
          <p:cNvPr id="88" name="Group 87"/>
          <p:cNvGrpSpPr>
            <a:grpSpLocks/>
          </p:cNvGrpSpPr>
          <p:nvPr/>
        </p:nvGrpSpPr>
        <p:grpSpPr bwMode="auto">
          <a:xfrm>
            <a:off x="1953337" y="2839589"/>
            <a:ext cx="1309688" cy="323850"/>
            <a:chOff x="278265" y="3501008"/>
            <a:chExt cx="1746364" cy="432048"/>
          </a:xfrm>
        </p:grpSpPr>
        <p:sp>
          <p:nvSpPr>
            <p:cNvPr id="89" name="Curved Right Arrow 88"/>
            <p:cNvSpPr/>
            <p:nvPr/>
          </p:nvSpPr>
          <p:spPr>
            <a:xfrm>
              <a:off x="278265" y="3501008"/>
              <a:ext cx="171461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90" name="Curved Left Arrow 89"/>
            <p:cNvSpPr/>
            <p:nvPr/>
          </p:nvSpPr>
          <p:spPr>
            <a:xfrm>
              <a:off x="1853168" y="3501008"/>
              <a:ext cx="171461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91" name="TextBox 90"/>
          <p:cNvSpPr txBox="1">
            <a:spLocks noChangeArrowheads="1"/>
          </p:cNvSpPr>
          <p:nvPr/>
        </p:nvSpPr>
        <p:spPr bwMode="auto">
          <a:xfrm>
            <a:off x="3218971" y="2853877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x3</a:t>
            </a:r>
          </a:p>
        </p:txBody>
      </p:sp>
      <p:sp>
        <p:nvSpPr>
          <p:cNvPr id="92" name="Rectangle 91"/>
          <p:cNvSpPr>
            <a:spLocks noChangeArrowheads="1"/>
          </p:cNvSpPr>
          <p:nvPr/>
        </p:nvSpPr>
        <p:spPr bwMode="auto">
          <a:xfrm>
            <a:off x="2633183" y="2966987"/>
            <a:ext cx="5068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$72</a:t>
            </a:r>
          </a:p>
        </p:txBody>
      </p:sp>
      <p:sp>
        <p:nvSpPr>
          <p:cNvPr id="93" name="TextBox 92"/>
          <p:cNvSpPr txBox="1">
            <a:spLocks noChangeArrowheads="1"/>
          </p:cNvSpPr>
          <p:nvPr/>
        </p:nvSpPr>
        <p:spPr bwMode="auto">
          <a:xfrm>
            <a:off x="2081924" y="3150343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 5% =</a:t>
            </a:r>
          </a:p>
        </p:txBody>
      </p:sp>
      <p:sp>
        <p:nvSpPr>
          <p:cNvPr id="94" name="Rectangle 93"/>
          <p:cNvSpPr>
            <a:spLocks noChangeArrowheads="1"/>
          </p:cNvSpPr>
          <p:nvPr/>
        </p:nvSpPr>
        <p:spPr bwMode="auto">
          <a:xfrm>
            <a:off x="2662949" y="3150343"/>
            <a:ext cx="5068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$12</a:t>
            </a:r>
          </a:p>
        </p:txBody>
      </p:sp>
      <p:sp>
        <p:nvSpPr>
          <p:cNvPr id="95" name="TextBox 94"/>
          <p:cNvSpPr txBox="1">
            <a:spLocks noChangeArrowheads="1"/>
          </p:cNvSpPr>
          <p:nvPr/>
        </p:nvSpPr>
        <p:spPr bwMode="auto">
          <a:xfrm>
            <a:off x="1979531" y="3352749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 35% =</a:t>
            </a:r>
          </a:p>
        </p:txBody>
      </p:sp>
      <p:sp>
        <p:nvSpPr>
          <p:cNvPr id="96" name="Rectangle 95"/>
          <p:cNvSpPr>
            <a:spLocks noChangeArrowheads="1"/>
          </p:cNvSpPr>
          <p:nvPr/>
        </p:nvSpPr>
        <p:spPr bwMode="auto">
          <a:xfrm>
            <a:off x="2656996" y="3342033"/>
            <a:ext cx="84415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$84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auto">
          <a:xfrm>
            <a:off x="1769981" y="3662312"/>
            <a:ext cx="193476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$240 + $84 =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auto">
          <a:xfrm>
            <a:off x="2948609" y="3632128"/>
            <a:ext cx="8036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</a:rPr>
              <a:t>$324</a:t>
            </a:r>
          </a:p>
        </p:txBody>
      </p:sp>
      <p:sp>
        <p:nvSpPr>
          <p:cNvPr id="113" name="TextBox 112"/>
          <p:cNvSpPr txBox="1">
            <a:spLocks noChangeArrowheads="1"/>
          </p:cNvSpPr>
          <p:nvPr/>
        </p:nvSpPr>
        <p:spPr bwMode="auto">
          <a:xfrm>
            <a:off x="4517854" y="2832145"/>
            <a:ext cx="3536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÷2</a:t>
            </a:r>
          </a:p>
        </p:txBody>
      </p:sp>
      <p:sp>
        <p:nvSpPr>
          <p:cNvPr id="114" name="TextBox 113"/>
          <p:cNvSpPr txBox="1">
            <a:spLocks noChangeArrowheads="1"/>
          </p:cNvSpPr>
          <p:nvPr/>
        </p:nvSpPr>
        <p:spPr bwMode="auto">
          <a:xfrm>
            <a:off x="4872660" y="2714274"/>
            <a:ext cx="135374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10% = $0.68</a:t>
            </a:r>
          </a:p>
        </p:txBody>
      </p:sp>
      <p:sp>
        <p:nvSpPr>
          <p:cNvPr id="115" name="TextBox 114"/>
          <p:cNvSpPr txBox="1">
            <a:spLocks noChangeArrowheads="1"/>
          </p:cNvSpPr>
          <p:nvPr/>
        </p:nvSpPr>
        <p:spPr bwMode="auto">
          <a:xfrm>
            <a:off x="4871468" y="2933349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 5% =</a:t>
            </a:r>
          </a:p>
        </p:txBody>
      </p:sp>
      <p:grpSp>
        <p:nvGrpSpPr>
          <p:cNvPr id="116" name="Group 115"/>
          <p:cNvGrpSpPr>
            <a:grpSpLocks/>
          </p:cNvGrpSpPr>
          <p:nvPr/>
        </p:nvGrpSpPr>
        <p:grpSpPr bwMode="auto">
          <a:xfrm>
            <a:off x="4773837" y="2822620"/>
            <a:ext cx="1599010" cy="323850"/>
            <a:chOff x="278265" y="3501008"/>
            <a:chExt cx="1746364" cy="432048"/>
          </a:xfrm>
        </p:grpSpPr>
        <p:sp>
          <p:nvSpPr>
            <p:cNvPr id="117" name="Curved Right Arrow 116"/>
            <p:cNvSpPr/>
            <p:nvPr/>
          </p:nvSpPr>
          <p:spPr>
            <a:xfrm>
              <a:off x="278265" y="3501008"/>
              <a:ext cx="171646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118" name="Curved Left Arrow 117"/>
            <p:cNvSpPr/>
            <p:nvPr/>
          </p:nvSpPr>
          <p:spPr>
            <a:xfrm>
              <a:off x="1852983" y="3501008"/>
              <a:ext cx="171646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119" name="TextBox 118"/>
          <p:cNvSpPr txBox="1">
            <a:spLocks noChangeArrowheads="1"/>
          </p:cNvSpPr>
          <p:nvPr/>
        </p:nvSpPr>
        <p:spPr bwMode="auto">
          <a:xfrm>
            <a:off x="6319269" y="2823811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÷2</a:t>
            </a:r>
          </a:p>
        </p:txBody>
      </p:sp>
      <p:sp>
        <p:nvSpPr>
          <p:cNvPr id="120" name="Rectangle 119"/>
          <p:cNvSpPr>
            <a:spLocks noChangeArrowheads="1"/>
          </p:cNvSpPr>
          <p:nvPr/>
        </p:nvSpPr>
        <p:spPr bwMode="auto">
          <a:xfrm>
            <a:off x="5460828" y="2936920"/>
            <a:ext cx="6671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$0.34</a:t>
            </a:r>
          </a:p>
        </p:txBody>
      </p:sp>
      <p:grpSp>
        <p:nvGrpSpPr>
          <p:cNvPr id="121" name="Group 120"/>
          <p:cNvGrpSpPr>
            <a:grpSpLocks/>
          </p:cNvGrpSpPr>
          <p:nvPr/>
        </p:nvGrpSpPr>
        <p:grpSpPr bwMode="auto">
          <a:xfrm>
            <a:off x="4411887" y="3113131"/>
            <a:ext cx="2511029" cy="285344"/>
            <a:chOff x="6888159" y="5949280"/>
            <a:chExt cx="2490927" cy="462251"/>
          </a:xfrm>
        </p:grpSpPr>
        <p:grpSp>
          <p:nvGrpSpPr>
            <p:cNvPr id="122" name="Group 290"/>
            <p:cNvGrpSpPr>
              <a:grpSpLocks/>
            </p:cNvGrpSpPr>
            <p:nvPr/>
          </p:nvGrpSpPr>
          <p:grpSpPr bwMode="auto">
            <a:xfrm>
              <a:off x="7164288" y="5949280"/>
              <a:ext cx="1746364" cy="432048"/>
              <a:chOff x="278265" y="3501008"/>
              <a:chExt cx="1746364" cy="432048"/>
            </a:xfrm>
          </p:grpSpPr>
          <p:sp>
            <p:nvSpPr>
              <p:cNvPr id="125" name="Curved Right Arrow 124"/>
              <p:cNvSpPr/>
              <p:nvPr/>
            </p:nvSpPr>
            <p:spPr>
              <a:xfrm>
                <a:off x="278512" y="3501008"/>
                <a:ext cx="171259" cy="432048"/>
              </a:xfrm>
              <a:prstGeom prst="curv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Curved Left Arrow 125"/>
              <p:cNvSpPr/>
              <p:nvPr/>
            </p:nvSpPr>
            <p:spPr>
              <a:xfrm>
                <a:off x="1852910" y="3501008"/>
                <a:ext cx="171258" cy="432048"/>
              </a:xfrm>
              <a:prstGeom prst="curvedLef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0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3" name="TextBox 293"/>
            <p:cNvSpPr txBox="1">
              <a:spLocks noChangeArrowheads="1"/>
            </p:cNvSpPr>
            <p:nvPr/>
          </p:nvSpPr>
          <p:spPr bwMode="auto">
            <a:xfrm>
              <a:off x="6888159" y="5962799"/>
              <a:ext cx="472455" cy="4487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1200" b="1"/>
                <a:t>÷2</a:t>
              </a:r>
            </a:p>
          </p:txBody>
        </p:sp>
        <p:sp>
          <p:nvSpPr>
            <p:cNvPr id="124" name="TextBox 294"/>
            <p:cNvSpPr txBox="1">
              <a:spLocks noChangeArrowheads="1"/>
            </p:cNvSpPr>
            <p:nvPr/>
          </p:nvSpPr>
          <p:spPr bwMode="auto">
            <a:xfrm>
              <a:off x="8861919" y="5958196"/>
              <a:ext cx="517167" cy="4487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1200" b="1"/>
                <a:t>÷2</a:t>
              </a:r>
            </a:p>
          </p:txBody>
        </p:sp>
      </p:grpSp>
      <p:sp>
        <p:nvSpPr>
          <p:cNvPr id="127" name="TextBox 126"/>
          <p:cNvSpPr txBox="1">
            <a:spLocks noChangeArrowheads="1"/>
          </p:cNvSpPr>
          <p:nvPr/>
        </p:nvSpPr>
        <p:spPr bwMode="auto">
          <a:xfrm>
            <a:off x="4875041" y="3146470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2.5% =</a:t>
            </a:r>
          </a:p>
        </p:txBody>
      </p:sp>
      <p:sp>
        <p:nvSpPr>
          <p:cNvPr id="128" name="Rectangle 127"/>
          <p:cNvSpPr>
            <a:spLocks noChangeArrowheads="1"/>
          </p:cNvSpPr>
          <p:nvPr/>
        </p:nvSpPr>
        <p:spPr bwMode="auto">
          <a:xfrm>
            <a:off x="5464400" y="3150042"/>
            <a:ext cx="7200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 $0.17</a:t>
            </a:r>
          </a:p>
        </p:txBody>
      </p:sp>
      <p:sp>
        <p:nvSpPr>
          <p:cNvPr id="129" name="TextBox 128"/>
          <p:cNvSpPr txBox="1">
            <a:spLocks noChangeArrowheads="1"/>
          </p:cNvSpPr>
          <p:nvPr/>
        </p:nvSpPr>
        <p:spPr bwMode="auto">
          <a:xfrm>
            <a:off x="4758359" y="3383405"/>
            <a:ext cx="131921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17.5% =</a:t>
            </a:r>
          </a:p>
        </p:txBody>
      </p:sp>
      <p:sp>
        <p:nvSpPr>
          <p:cNvPr id="130" name="Rectangle 129"/>
          <p:cNvSpPr>
            <a:spLocks noChangeArrowheads="1"/>
          </p:cNvSpPr>
          <p:nvPr/>
        </p:nvSpPr>
        <p:spPr bwMode="auto">
          <a:xfrm>
            <a:off x="5487022" y="3375070"/>
            <a:ext cx="6671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$1.19</a:t>
            </a:r>
          </a:p>
        </p:txBody>
      </p:sp>
      <p:sp>
        <p:nvSpPr>
          <p:cNvPr id="131" name="TextBox 130"/>
          <p:cNvSpPr txBox="1">
            <a:spLocks noChangeArrowheads="1"/>
          </p:cNvSpPr>
          <p:nvPr/>
        </p:nvSpPr>
        <p:spPr bwMode="auto">
          <a:xfrm>
            <a:off x="4603578" y="3671536"/>
            <a:ext cx="153114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$6.80 + $1.19=</a:t>
            </a:r>
          </a:p>
        </p:txBody>
      </p:sp>
      <p:sp>
        <p:nvSpPr>
          <p:cNvPr id="132" name="TextBox 131"/>
          <p:cNvSpPr txBox="1">
            <a:spLocks noChangeArrowheads="1"/>
          </p:cNvSpPr>
          <p:nvPr/>
        </p:nvSpPr>
        <p:spPr bwMode="auto">
          <a:xfrm>
            <a:off x="5966844" y="3635817"/>
            <a:ext cx="8036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</a:rPr>
              <a:t>$7.99</a:t>
            </a:r>
          </a:p>
        </p:txBody>
      </p:sp>
    </p:spTree>
    <p:extLst>
      <p:ext uri="{BB962C8B-B14F-4D97-AF65-F5344CB8AC3E}">
        <p14:creationId xmlns:p14="http://schemas.microsoft.com/office/powerpoint/2010/main" val="196555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85" grpId="0"/>
      <p:bldP spid="86" grpId="0"/>
      <p:bldP spid="87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113" grpId="0"/>
      <p:bldP spid="114" grpId="0"/>
      <p:bldP spid="115" grpId="0"/>
      <p:bldP spid="119" grpId="0"/>
      <p:bldP spid="120" grpId="0"/>
      <p:bldP spid="127" grpId="0"/>
      <p:bldP spid="128" grpId="0"/>
      <p:bldP spid="129" grpId="0"/>
      <p:bldP spid="130" grpId="0"/>
      <p:bldP spid="131" grpId="0"/>
      <p:bldP spid="1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4478040" cy="605652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Connections and Reasoning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5050" y="74611"/>
            <a:ext cx="2627216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increase a percentage of an amount?</a:t>
            </a:r>
            <a:endParaRPr lang="en-GB" sz="1013" dirty="0">
              <a:solidFill>
                <a:srgbClr val="FFC000">
                  <a:lumMod val="50000"/>
                </a:srgbClr>
              </a:solidFill>
              <a:latin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56326" y="1280199"/>
            <a:ext cx="506449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100" dirty="0"/>
              <a:t>A teacher’s starting salary for is $21500. This increases by 2% every year. What will the teacher’s wage be after 3 years?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11505" y="2519127"/>
            <a:ext cx="1724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$22,815.97</a:t>
            </a:r>
          </a:p>
        </p:txBody>
      </p:sp>
    </p:spTree>
    <p:extLst>
      <p:ext uri="{BB962C8B-B14F-4D97-AF65-F5344CB8AC3E}">
        <p14:creationId xmlns:p14="http://schemas.microsoft.com/office/powerpoint/2010/main" val="265758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2" y="497448"/>
            <a:ext cx="4797923" cy="483192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Connections and Reasoning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5050" y="74611"/>
            <a:ext cx="2627216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increase a percentage of an amount?</a:t>
            </a:r>
            <a:endParaRPr lang="en-GB" sz="1013" dirty="0">
              <a:solidFill>
                <a:srgbClr val="FFC000">
                  <a:lumMod val="50000"/>
                </a:srgbClr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530133" y="1152383"/>
            <a:ext cx="6211943" cy="216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GB" sz="2100" dirty="0"/>
              <a:t>A 900ml bottle of </a:t>
            </a:r>
            <a:r>
              <a:rPr lang="en-GB" sz="2100" dirty="0" err="1"/>
              <a:t>Tres</a:t>
            </a:r>
            <a:r>
              <a:rPr lang="en-GB" sz="2100" dirty="0"/>
              <a:t>-Foamy shampoo increases by 20% in size. Harry’s shampoo company increases its 1000ml bottles by 7%. </a:t>
            </a:r>
          </a:p>
          <a:p>
            <a:pPr lvl="0">
              <a:spcBef>
                <a:spcPct val="20000"/>
              </a:spcBef>
              <a:defRPr/>
            </a:pPr>
            <a:r>
              <a:rPr lang="en-GB" sz="2100" dirty="0"/>
              <a:t>Which company’s shampoo bottle is now largest?</a:t>
            </a:r>
          </a:p>
          <a:p>
            <a:pPr lvl="0">
              <a:spcBef>
                <a:spcPct val="20000"/>
              </a:spcBef>
              <a:defRPr/>
            </a:pPr>
            <a:r>
              <a:rPr lang="en-GB" sz="2100" dirty="0"/>
              <a:t>Your communication with be taken into consideration.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0133" y="3082989"/>
            <a:ext cx="17246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solidFill>
                  <a:srgbClr val="FF0000"/>
                </a:solidFill>
              </a:rPr>
              <a:t>Tres</a:t>
            </a:r>
            <a:r>
              <a:rPr lang="en-GB" sz="2400" dirty="0">
                <a:solidFill>
                  <a:srgbClr val="FF0000"/>
                </a:solidFill>
              </a:rPr>
              <a:t> – 1080ml</a:t>
            </a:r>
          </a:p>
          <a:p>
            <a:r>
              <a:rPr lang="en-GB" sz="2400" dirty="0">
                <a:solidFill>
                  <a:srgbClr val="FF0000"/>
                </a:solidFill>
              </a:rPr>
              <a:t>Harry – 1070ml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8396" y="3082989"/>
            <a:ext cx="31773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Therefore, </a:t>
            </a:r>
            <a:r>
              <a:rPr lang="en-GB" sz="2400" dirty="0" err="1">
                <a:solidFill>
                  <a:srgbClr val="FF0000"/>
                </a:solidFill>
              </a:rPr>
              <a:t>Tres</a:t>
            </a:r>
            <a:r>
              <a:rPr lang="en-GB" sz="2400" dirty="0">
                <a:solidFill>
                  <a:srgbClr val="FF0000"/>
                </a:solidFill>
              </a:rPr>
              <a:t>-Foamy now has the larger bottle as it holds 10ml more than Harry’s</a:t>
            </a:r>
          </a:p>
        </p:txBody>
      </p:sp>
    </p:spTree>
    <p:extLst>
      <p:ext uri="{BB962C8B-B14F-4D97-AF65-F5344CB8AC3E}">
        <p14:creationId xmlns:p14="http://schemas.microsoft.com/office/powerpoint/2010/main" val="400056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Reasoning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5050" y="74611"/>
            <a:ext cx="2627216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increase a percentage of an amount?</a:t>
            </a:r>
            <a:endParaRPr lang="en-GB" sz="1013" dirty="0">
              <a:solidFill>
                <a:srgbClr val="FFC000">
                  <a:lumMod val="50000"/>
                </a:srgbClr>
              </a:solidFill>
              <a:latin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5" t="7016" r="4766" b="73880"/>
          <a:stretch/>
        </p:blipFill>
        <p:spPr>
          <a:xfrm>
            <a:off x="1654481" y="1233713"/>
            <a:ext cx="5945484" cy="131936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10426" y="2777435"/>
            <a:ext cx="49498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Jolene found 8% she forgot that when increasing it had to be added back onto the original amount.</a:t>
            </a:r>
          </a:p>
        </p:txBody>
      </p:sp>
    </p:spTree>
    <p:extLst>
      <p:ext uri="{BB962C8B-B14F-4D97-AF65-F5344CB8AC3E}">
        <p14:creationId xmlns:p14="http://schemas.microsoft.com/office/powerpoint/2010/main" val="1883704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1150</TotalTime>
  <Words>815</Words>
  <Application>Microsoft Office PowerPoint</Application>
  <PresentationFormat>On-screen Show (16:9)</PresentationFormat>
  <Paragraphs>174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Fredoka One</vt:lpstr>
      <vt:lpstr>Arial</vt:lpstr>
      <vt:lpstr>Verdana</vt:lpstr>
      <vt:lpstr>Lucida Handwriting</vt:lpstr>
      <vt:lpstr>Calibri</vt:lpstr>
      <vt:lpstr>Abel</vt:lpstr>
      <vt:lpstr>Rainbow Background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WATSON Justin [Baldivis Secondary College]</cp:lastModifiedBy>
  <cp:revision>21</cp:revision>
  <dcterms:created xsi:type="dcterms:W3CDTF">2021-02-22T02:29:05Z</dcterms:created>
  <dcterms:modified xsi:type="dcterms:W3CDTF">2021-03-28T11:06:18Z</dcterms:modified>
</cp:coreProperties>
</file>