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32"/>
  </p:notesMasterIdLst>
  <p:sldIdLst>
    <p:sldId id="312" r:id="rId2"/>
    <p:sldId id="337" r:id="rId3"/>
    <p:sldId id="264" r:id="rId4"/>
    <p:sldId id="299" r:id="rId5"/>
    <p:sldId id="302" r:id="rId6"/>
    <p:sldId id="292" r:id="rId7"/>
    <p:sldId id="327" r:id="rId8"/>
    <p:sldId id="318" r:id="rId9"/>
    <p:sldId id="326" r:id="rId10"/>
    <p:sldId id="328" r:id="rId11"/>
    <p:sldId id="329" r:id="rId12"/>
    <p:sldId id="330" r:id="rId13"/>
    <p:sldId id="331" r:id="rId14"/>
    <p:sldId id="332" r:id="rId15"/>
    <p:sldId id="297" r:id="rId16"/>
    <p:sldId id="333" r:id="rId17"/>
    <p:sldId id="314" r:id="rId18"/>
    <p:sldId id="315" r:id="rId19"/>
    <p:sldId id="316" r:id="rId20"/>
    <p:sldId id="334" r:id="rId21"/>
    <p:sldId id="317" r:id="rId22"/>
    <p:sldId id="335" r:id="rId23"/>
    <p:sldId id="336" r:id="rId24"/>
    <p:sldId id="319" r:id="rId25"/>
    <p:sldId id="320" r:id="rId26"/>
    <p:sldId id="321" r:id="rId27"/>
    <p:sldId id="322" r:id="rId28"/>
    <p:sldId id="323" r:id="rId29"/>
    <p:sldId id="324" r:id="rId30"/>
    <p:sldId id="325" r:id="rId31"/>
  </p:sldIdLst>
  <p:sldSz cx="9144000" cy="5143500" type="screen16x9"/>
  <p:notesSz cx="6858000" cy="9144000"/>
  <p:embeddedFontLst>
    <p:embeddedFont>
      <p:font typeface="Abel" panose="020B0604020202020204" charset="0"/>
      <p:regular r:id="rId33"/>
    </p:embeddedFont>
    <p:embeddedFont>
      <p:font typeface="Aharoni" panose="02010803020104030203" pitchFamily="2" charset="-79"/>
      <p:bold r:id="rId34"/>
    </p:embeddedFont>
    <p:embeddedFont>
      <p:font typeface="Calibri" panose="020F0502020204030204" pitchFamily="34" charset="0"/>
      <p:regular r:id="rId35"/>
      <p:bold r:id="rId36"/>
      <p:italic r:id="rId37"/>
      <p:boldItalic r:id="rId38"/>
    </p:embeddedFont>
    <p:embeddedFont>
      <p:font typeface="Cambria Math" panose="02040503050406030204" pitchFamily="18" charset="0"/>
      <p:regular r:id="rId39"/>
    </p:embeddedFont>
    <p:embeddedFont>
      <p:font typeface="Franklin Gothic Demi" panose="020B0703020102020204" pitchFamily="34" charset="0"/>
      <p:regular r:id="rId40"/>
      <p:italic r:id="rId41"/>
    </p:embeddedFont>
    <p:embeddedFont>
      <p:font typeface="Fredoka One" panose="020B0604020202020204" charset="0"/>
      <p:regular r:id="rId42"/>
    </p:embeddedFont>
    <p:embeddedFont>
      <p:font typeface="Gill Sans MT" panose="020B0502020104020203" pitchFamily="34" charset="0"/>
      <p:regular r:id="rId43"/>
      <p:bold r:id="rId44"/>
      <p:italic r:id="rId45"/>
      <p:boldItalic r:id="rId46"/>
    </p:embeddedFont>
    <p:embeddedFont>
      <p:font typeface="Kristen ITC" panose="03050502040202030202" pitchFamily="66" charset="0"/>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68">
          <p15:clr>
            <a:srgbClr val="9AA0A6"/>
          </p15:clr>
        </p15:guide>
        <p15:guide id="2" pos="2880">
          <p15:clr>
            <a:srgbClr val="9AA0A6"/>
          </p15:clr>
        </p15:guide>
        <p15:guide id="3" orient="horz" pos="253">
          <p15:clr>
            <a:srgbClr val="9AA0A6"/>
          </p15:clr>
        </p15:guide>
        <p15:guide id="4" orient="horz" pos="841">
          <p15:clr>
            <a:srgbClr val="9AA0A6"/>
          </p15:clr>
        </p15:guide>
        <p15:guide id="5" pos="576">
          <p15:clr>
            <a:srgbClr val="9AA0A6"/>
          </p15:clr>
        </p15:guide>
        <p15:guide id="6" orient="horz" pos="547">
          <p15:clr>
            <a:srgbClr val="9AA0A6"/>
          </p15:clr>
        </p15:guide>
        <p15:guide id="7" orient="horz" pos="216">
          <p15:clr>
            <a:srgbClr val="9AA0A6"/>
          </p15:clr>
        </p15:guide>
        <p15:guide id="8" pos="4787">
          <p15:clr>
            <a:srgbClr val="9AA0A6"/>
          </p15:clr>
        </p15:guide>
        <p15:guide id="9" pos="3942">
          <p15:clr>
            <a:srgbClr val="9AA0A6"/>
          </p15:clr>
        </p15:guide>
        <p15:guide id="10" pos="1293">
          <p15:clr>
            <a:srgbClr val="9AA0A6"/>
          </p15:clr>
        </p15:guide>
        <p15:guide id="11" orient="horz" pos="120">
          <p15:clr>
            <a:srgbClr val="9AA0A6"/>
          </p15:clr>
        </p15:guide>
        <p15:guide id="12" orient="horz" pos="14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6A43"/>
    <a:srgbClr val="6B4A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41F66F-AC88-4811-9E13-79D0FB5682E6}" v="42" dt="2021-03-28T10:13:44.241"/>
  </p1510:revLst>
</p1510:revInfo>
</file>

<file path=ppt/tableStyles.xml><?xml version="1.0" encoding="utf-8"?>
<a:tblStyleLst xmlns:a="http://schemas.openxmlformats.org/drawingml/2006/main" def="{42CA31A5-7132-4A5F-A072-0CB39D90A84B}">
  <a:tblStyle styleId="{42CA31A5-7132-4A5F-A072-0CB39D90A84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398" autoAdjust="0"/>
    <p:restoredTop sz="94660"/>
  </p:normalViewPr>
  <p:slideViewPr>
    <p:cSldViewPr snapToGrid="0">
      <p:cViewPr varScale="1">
        <p:scale>
          <a:sx n="54" d="100"/>
          <a:sy n="54" d="100"/>
        </p:scale>
        <p:origin x="486" y="54"/>
      </p:cViewPr>
      <p:guideLst>
        <p:guide orient="horz" pos="3068"/>
        <p:guide pos="2880"/>
        <p:guide orient="horz" pos="253"/>
        <p:guide orient="horz" pos="841"/>
        <p:guide pos="576"/>
        <p:guide orient="horz" pos="547"/>
        <p:guide orient="horz" pos="216"/>
        <p:guide pos="4787"/>
        <p:guide pos="3942"/>
        <p:guide pos="1293"/>
        <p:guide orient="horz" pos="120"/>
        <p:guide orient="horz" pos="14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watson@education.wa.edu.au" userId="0bb701940c9d40d5" providerId="LiveId" clId="{1F41F66F-AC88-4811-9E13-79D0FB5682E6}"/>
    <pc:docChg chg="undo custSel addSld delSld modSld">
      <pc:chgData name="justin.watson@education.wa.edu.au" userId="0bb701940c9d40d5" providerId="LiveId" clId="{1F41F66F-AC88-4811-9E13-79D0FB5682E6}" dt="2021-03-28T10:14:57.314" v="179" actId="478"/>
      <pc:docMkLst>
        <pc:docMk/>
      </pc:docMkLst>
      <pc:sldChg chg="add">
        <pc:chgData name="justin.watson@education.wa.edu.au" userId="0bb701940c9d40d5" providerId="LiveId" clId="{1F41F66F-AC88-4811-9E13-79D0FB5682E6}" dt="2021-03-28T10:13:44.233" v="175"/>
        <pc:sldMkLst>
          <pc:docMk/>
          <pc:sldMk cId="3544530676" sldId="264"/>
        </pc:sldMkLst>
      </pc:sldChg>
      <pc:sldChg chg="del">
        <pc:chgData name="justin.watson@education.wa.edu.au" userId="0bb701940c9d40d5" providerId="LiveId" clId="{1F41F66F-AC88-4811-9E13-79D0FB5682E6}" dt="2021-03-22T07:17:33.166" v="1" actId="47"/>
        <pc:sldMkLst>
          <pc:docMk/>
          <pc:sldMk cId="2461495291" sldId="282"/>
        </pc:sldMkLst>
      </pc:sldChg>
      <pc:sldChg chg="addSp delSp modSp add del mod">
        <pc:chgData name="justin.watson@education.wa.edu.au" userId="0bb701940c9d40d5" providerId="LiveId" clId="{1F41F66F-AC88-4811-9E13-79D0FB5682E6}" dt="2021-03-28T10:13:59.540" v="177" actId="47"/>
        <pc:sldMkLst>
          <pc:docMk/>
          <pc:sldMk cId="4108005834" sldId="288"/>
        </pc:sldMkLst>
        <pc:spChg chg="add mod">
          <ac:chgData name="justin.watson@education.wa.edu.au" userId="0bb701940c9d40d5" providerId="LiveId" clId="{1F41F66F-AC88-4811-9E13-79D0FB5682E6}" dt="2021-03-22T07:19:05.112" v="46"/>
          <ac:spMkLst>
            <pc:docMk/>
            <pc:sldMk cId="4108005834" sldId="288"/>
            <ac:spMk id="17" creationId="{69F4B8A8-F19F-4F61-814F-6348C20CEAC3}"/>
          </ac:spMkLst>
        </pc:spChg>
        <pc:spChg chg="del">
          <ac:chgData name="justin.watson@education.wa.edu.au" userId="0bb701940c9d40d5" providerId="LiveId" clId="{1F41F66F-AC88-4811-9E13-79D0FB5682E6}" dt="2021-03-22T07:19:04.889" v="45" actId="478"/>
          <ac:spMkLst>
            <pc:docMk/>
            <pc:sldMk cId="4108005834" sldId="288"/>
            <ac:spMk id="21" creationId="{00000000-0000-0000-0000-000000000000}"/>
          </ac:spMkLst>
        </pc:spChg>
        <pc:picChg chg="del">
          <ac:chgData name="justin.watson@education.wa.edu.au" userId="0bb701940c9d40d5" providerId="LiveId" clId="{1F41F66F-AC88-4811-9E13-79D0FB5682E6}" dt="2021-03-28T10:09:36.231" v="133" actId="478"/>
          <ac:picMkLst>
            <pc:docMk/>
            <pc:sldMk cId="4108005834" sldId="288"/>
            <ac:picMk id="30" creationId="{00000000-0000-0000-0000-000000000000}"/>
          </ac:picMkLst>
        </pc:picChg>
      </pc:sldChg>
      <pc:sldChg chg="addSp delSp modSp add mod">
        <pc:chgData name="justin.watson@education.wa.edu.au" userId="0bb701940c9d40d5" providerId="LiveId" clId="{1F41F66F-AC88-4811-9E13-79D0FB5682E6}" dt="2021-03-28T10:09:41.814" v="136" actId="478"/>
        <pc:sldMkLst>
          <pc:docMk/>
          <pc:sldMk cId="368371601" sldId="292"/>
        </pc:sldMkLst>
        <pc:spChg chg="mod">
          <ac:chgData name="justin.watson@education.wa.edu.au" userId="0bb701940c9d40d5" providerId="LiveId" clId="{1F41F66F-AC88-4811-9E13-79D0FB5682E6}" dt="2021-03-22T07:19:40.164" v="56" actId="14100"/>
          <ac:spMkLst>
            <pc:docMk/>
            <pc:sldMk cId="368371601" sldId="292"/>
            <ac:spMk id="17" creationId="{00000000-0000-0000-0000-000000000000}"/>
          </ac:spMkLst>
        </pc:spChg>
        <pc:spChg chg="add mod">
          <ac:chgData name="justin.watson@education.wa.edu.au" userId="0bb701940c9d40d5" providerId="LiveId" clId="{1F41F66F-AC88-4811-9E13-79D0FB5682E6}" dt="2021-03-22T07:19:23.038" v="52"/>
          <ac:spMkLst>
            <pc:docMk/>
            <pc:sldMk cId="368371601" sldId="292"/>
            <ac:spMk id="19" creationId="{A2C6389A-D920-4A50-A612-5B904B867FE3}"/>
          </ac:spMkLst>
        </pc:spChg>
        <pc:spChg chg="del">
          <ac:chgData name="justin.watson@education.wa.edu.au" userId="0bb701940c9d40d5" providerId="LiveId" clId="{1F41F66F-AC88-4811-9E13-79D0FB5682E6}" dt="2021-03-22T07:19:22.831" v="51" actId="478"/>
          <ac:spMkLst>
            <pc:docMk/>
            <pc:sldMk cId="368371601" sldId="292"/>
            <ac:spMk id="31" creationId="{00000000-0000-0000-0000-000000000000}"/>
          </ac:spMkLst>
        </pc:spChg>
        <pc:picChg chg="del">
          <ac:chgData name="justin.watson@education.wa.edu.au" userId="0bb701940c9d40d5" providerId="LiveId" clId="{1F41F66F-AC88-4811-9E13-79D0FB5682E6}" dt="2021-03-28T10:09:41.814" v="136" actId="478"/>
          <ac:picMkLst>
            <pc:docMk/>
            <pc:sldMk cId="368371601" sldId="292"/>
            <ac:picMk id="30" creationId="{00000000-0000-0000-0000-000000000000}"/>
          </ac:picMkLst>
        </pc:picChg>
      </pc:sldChg>
      <pc:sldChg chg="del">
        <pc:chgData name="justin.watson@education.wa.edu.au" userId="0bb701940c9d40d5" providerId="LiveId" clId="{1F41F66F-AC88-4811-9E13-79D0FB5682E6}" dt="2021-03-22T07:17:41.501" v="6" actId="47"/>
        <pc:sldMkLst>
          <pc:docMk/>
          <pc:sldMk cId="207704486" sldId="293"/>
        </pc:sldMkLst>
      </pc:sldChg>
      <pc:sldChg chg="addSp delSp modSp add mod">
        <pc:chgData name="justin.watson@education.wa.edu.au" userId="0bb701940c9d40d5" providerId="LiveId" clId="{1F41F66F-AC88-4811-9E13-79D0FB5682E6}" dt="2021-03-28T10:10:47.446" v="147" actId="478"/>
        <pc:sldMkLst>
          <pc:docMk/>
          <pc:sldMk cId="1413069092" sldId="297"/>
        </pc:sldMkLst>
        <pc:spChg chg="del">
          <ac:chgData name="justin.watson@education.wa.edu.au" userId="0bb701940c9d40d5" providerId="LiveId" clId="{1F41F66F-AC88-4811-9E13-79D0FB5682E6}" dt="2021-03-22T07:21:13.371" v="83" actId="478"/>
          <ac:spMkLst>
            <pc:docMk/>
            <pc:sldMk cId="1413069092" sldId="297"/>
            <ac:spMk id="16" creationId="{00000000-0000-0000-0000-000000000000}"/>
          </ac:spMkLst>
        </pc:spChg>
        <pc:spChg chg="add mod">
          <ac:chgData name="justin.watson@education.wa.edu.au" userId="0bb701940c9d40d5" providerId="LiveId" clId="{1F41F66F-AC88-4811-9E13-79D0FB5682E6}" dt="2021-03-22T07:21:13.562" v="84"/>
          <ac:spMkLst>
            <pc:docMk/>
            <pc:sldMk cId="1413069092" sldId="297"/>
            <ac:spMk id="35" creationId="{C49163AB-7949-4674-AECB-8F29ED173C8C}"/>
          </ac:spMkLst>
        </pc:spChg>
        <pc:picChg chg="del">
          <ac:chgData name="justin.watson@education.wa.edu.au" userId="0bb701940c9d40d5" providerId="LiveId" clId="{1F41F66F-AC88-4811-9E13-79D0FB5682E6}" dt="2021-03-28T10:10:47.446" v="147" actId="478"/>
          <ac:picMkLst>
            <pc:docMk/>
            <pc:sldMk cId="1413069092" sldId="297"/>
            <ac:picMk id="30" creationId="{00000000-0000-0000-0000-000000000000}"/>
          </ac:picMkLst>
        </pc:picChg>
      </pc:sldChg>
      <pc:sldChg chg="addSp delSp modSp add mod">
        <pc:chgData name="justin.watson@education.wa.edu.au" userId="0bb701940c9d40d5" providerId="LiveId" clId="{1F41F66F-AC88-4811-9E13-79D0FB5682E6}" dt="2021-03-28T10:09:38.186" v="134" actId="478"/>
        <pc:sldMkLst>
          <pc:docMk/>
          <pc:sldMk cId="1995794593" sldId="299"/>
        </pc:sldMkLst>
        <pc:spChg chg="add mod">
          <ac:chgData name="justin.watson@education.wa.edu.au" userId="0bb701940c9d40d5" providerId="LiveId" clId="{1F41F66F-AC88-4811-9E13-79D0FB5682E6}" dt="2021-03-22T07:19:10.220" v="48"/>
          <ac:spMkLst>
            <pc:docMk/>
            <pc:sldMk cId="1995794593" sldId="299"/>
            <ac:spMk id="33" creationId="{CA95C8A0-82C2-4409-83DB-7F36B98709DE}"/>
          </ac:spMkLst>
        </pc:spChg>
        <pc:spChg chg="del">
          <ac:chgData name="justin.watson@education.wa.edu.au" userId="0bb701940c9d40d5" providerId="LiveId" clId="{1F41F66F-AC88-4811-9E13-79D0FB5682E6}" dt="2021-03-22T07:19:10.028" v="47" actId="478"/>
          <ac:spMkLst>
            <pc:docMk/>
            <pc:sldMk cId="1995794593" sldId="299"/>
            <ac:spMk id="36" creationId="{00000000-0000-0000-0000-000000000000}"/>
          </ac:spMkLst>
        </pc:spChg>
        <pc:picChg chg="del">
          <ac:chgData name="justin.watson@education.wa.edu.au" userId="0bb701940c9d40d5" providerId="LiveId" clId="{1F41F66F-AC88-4811-9E13-79D0FB5682E6}" dt="2021-03-28T10:09:38.186" v="134" actId="478"/>
          <ac:picMkLst>
            <pc:docMk/>
            <pc:sldMk cId="1995794593" sldId="299"/>
            <ac:picMk id="30" creationId="{00000000-0000-0000-0000-000000000000}"/>
          </ac:picMkLst>
        </pc:picChg>
      </pc:sldChg>
      <pc:sldChg chg="addSp delSp modSp add mod">
        <pc:chgData name="justin.watson@education.wa.edu.au" userId="0bb701940c9d40d5" providerId="LiveId" clId="{1F41F66F-AC88-4811-9E13-79D0FB5682E6}" dt="2021-03-28T10:09:39.911" v="135" actId="478"/>
        <pc:sldMkLst>
          <pc:docMk/>
          <pc:sldMk cId="1951903828" sldId="302"/>
        </pc:sldMkLst>
        <pc:spChg chg="add mod">
          <ac:chgData name="justin.watson@education.wa.edu.au" userId="0bb701940c9d40d5" providerId="LiveId" clId="{1F41F66F-AC88-4811-9E13-79D0FB5682E6}" dt="2021-03-22T07:19:15.077" v="50"/>
          <ac:spMkLst>
            <pc:docMk/>
            <pc:sldMk cId="1951903828" sldId="302"/>
            <ac:spMk id="14" creationId="{6F9DAA4D-E1E6-4D58-BE1E-6A8C94207301}"/>
          </ac:spMkLst>
        </pc:spChg>
        <pc:spChg chg="del">
          <ac:chgData name="justin.watson@education.wa.edu.au" userId="0bb701940c9d40d5" providerId="LiveId" clId="{1F41F66F-AC88-4811-9E13-79D0FB5682E6}" dt="2021-03-22T07:19:14.676" v="49" actId="478"/>
          <ac:spMkLst>
            <pc:docMk/>
            <pc:sldMk cId="1951903828" sldId="302"/>
            <ac:spMk id="36" creationId="{00000000-0000-0000-0000-000000000000}"/>
          </ac:spMkLst>
        </pc:spChg>
        <pc:picChg chg="del">
          <ac:chgData name="justin.watson@education.wa.edu.au" userId="0bb701940c9d40d5" providerId="LiveId" clId="{1F41F66F-AC88-4811-9E13-79D0FB5682E6}" dt="2021-03-28T10:09:39.911" v="135" actId="478"/>
          <ac:picMkLst>
            <pc:docMk/>
            <pc:sldMk cId="1951903828" sldId="302"/>
            <ac:picMk id="30" creationId="{00000000-0000-0000-0000-000000000000}"/>
          </ac:picMkLst>
        </pc:picChg>
      </pc:sldChg>
      <pc:sldChg chg="del">
        <pc:chgData name="justin.watson@education.wa.edu.au" userId="0bb701940c9d40d5" providerId="LiveId" clId="{1F41F66F-AC88-4811-9E13-79D0FB5682E6}" dt="2021-03-22T07:17:39.381" v="2" actId="47"/>
        <pc:sldMkLst>
          <pc:docMk/>
          <pc:sldMk cId="2014818610" sldId="303"/>
        </pc:sldMkLst>
      </pc:sldChg>
      <pc:sldChg chg="del">
        <pc:chgData name="justin.watson@education.wa.edu.au" userId="0bb701940c9d40d5" providerId="LiveId" clId="{1F41F66F-AC88-4811-9E13-79D0FB5682E6}" dt="2021-03-22T07:17:39.854" v="3" actId="47"/>
        <pc:sldMkLst>
          <pc:docMk/>
          <pc:sldMk cId="562832687" sldId="304"/>
        </pc:sldMkLst>
      </pc:sldChg>
      <pc:sldChg chg="del">
        <pc:chgData name="justin.watson@education.wa.edu.au" userId="0bb701940c9d40d5" providerId="LiveId" clId="{1F41F66F-AC88-4811-9E13-79D0FB5682E6}" dt="2021-03-22T07:17:40.302" v="4" actId="47"/>
        <pc:sldMkLst>
          <pc:docMk/>
          <pc:sldMk cId="635873536" sldId="305"/>
        </pc:sldMkLst>
      </pc:sldChg>
      <pc:sldChg chg="del">
        <pc:chgData name="justin.watson@education.wa.edu.au" userId="0bb701940c9d40d5" providerId="LiveId" clId="{1F41F66F-AC88-4811-9E13-79D0FB5682E6}" dt="2021-03-22T07:17:40.665" v="5" actId="47"/>
        <pc:sldMkLst>
          <pc:docMk/>
          <pc:sldMk cId="3905956271" sldId="306"/>
        </pc:sldMkLst>
      </pc:sldChg>
      <pc:sldChg chg="del">
        <pc:chgData name="justin.watson@education.wa.edu.au" userId="0bb701940c9d40d5" providerId="LiveId" clId="{1F41F66F-AC88-4811-9E13-79D0FB5682E6}" dt="2021-03-22T07:17:41.587" v="7" actId="47"/>
        <pc:sldMkLst>
          <pc:docMk/>
          <pc:sldMk cId="852097638" sldId="307"/>
        </pc:sldMkLst>
      </pc:sldChg>
      <pc:sldChg chg="del">
        <pc:chgData name="justin.watson@education.wa.edu.au" userId="0bb701940c9d40d5" providerId="LiveId" clId="{1F41F66F-AC88-4811-9E13-79D0FB5682E6}" dt="2021-03-22T07:17:42.620" v="8" actId="47"/>
        <pc:sldMkLst>
          <pc:docMk/>
          <pc:sldMk cId="3049437991" sldId="308"/>
        </pc:sldMkLst>
      </pc:sldChg>
      <pc:sldChg chg="del">
        <pc:chgData name="justin.watson@education.wa.edu.au" userId="0bb701940c9d40d5" providerId="LiveId" clId="{1F41F66F-AC88-4811-9E13-79D0FB5682E6}" dt="2021-03-22T07:17:43.264" v="9" actId="47"/>
        <pc:sldMkLst>
          <pc:docMk/>
          <pc:sldMk cId="2952190279" sldId="309"/>
        </pc:sldMkLst>
      </pc:sldChg>
      <pc:sldChg chg="del">
        <pc:chgData name="justin.watson@education.wa.edu.au" userId="0bb701940c9d40d5" providerId="LiveId" clId="{1F41F66F-AC88-4811-9E13-79D0FB5682E6}" dt="2021-03-22T07:17:43.898" v="10" actId="47"/>
        <pc:sldMkLst>
          <pc:docMk/>
          <pc:sldMk cId="2154926147" sldId="310"/>
        </pc:sldMkLst>
      </pc:sldChg>
      <pc:sldChg chg="del">
        <pc:chgData name="justin.watson@education.wa.edu.au" userId="0bb701940c9d40d5" providerId="LiveId" clId="{1F41F66F-AC88-4811-9E13-79D0FB5682E6}" dt="2021-03-22T07:17:44.433" v="11" actId="47"/>
        <pc:sldMkLst>
          <pc:docMk/>
          <pc:sldMk cId="2024239585" sldId="311"/>
        </pc:sldMkLst>
      </pc:sldChg>
      <pc:sldChg chg="addSp delSp modSp add mod">
        <pc:chgData name="justin.watson@education.wa.edu.au" userId="0bb701940c9d40d5" providerId="LiveId" clId="{1F41F66F-AC88-4811-9E13-79D0FB5682E6}" dt="2021-03-28T10:13:26.611" v="174"/>
        <pc:sldMkLst>
          <pc:docMk/>
          <pc:sldMk cId="339943661" sldId="312"/>
        </pc:sldMkLst>
        <pc:spChg chg="add del mod">
          <ac:chgData name="justin.watson@education.wa.edu.au" userId="0bb701940c9d40d5" providerId="LiveId" clId="{1F41F66F-AC88-4811-9E13-79D0FB5682E6}" dt="2021-03-28T10:13:12.070" v="172"/>
          <ac:spMkLst>
            <pc:docMk/>
            <pc:sldMk cId="339943661" sldId="312"/>
            <ac:spMk id="27" creationId="{85DE5E2B-200A-43C0-89DC-F0506C75CC75}"/>
          </ac:spMkLst>
        </pc:spChg>
        <pc:spChg chg="add del mod">
          <ac:chgData name="justin.watson@education.wa.edu.au" userId="0bb701940c9d40d5" providerId="LiveId" clId="{1F41F66F-AC88-4811-9E13-79D0FB5682E6}" dt="2021-03-28T10:13:26.611" v="174"/>
          <ac:spMkLst>
            <pc:docMk/>
            <pc:sldMk cId="339943661" sldId="312"/>
            <ac:spMk id="52" creationId="{04140BF2-A997-46B8-A5A3-0F2E79BE0A42}"/>
          </ac:spMkLst>
        </pc:spChg>
        <pc:spChg chg="mod">
          <ac:chgData name="justin.watson@education.wa.edu.au" userId="0bb701940c9d40d5" providerId="LiveId" clId="{1F41F66F-AC88-4811-9E13-79D0FB5682E6}" dt="2021-03-22T07:18:34.032" v="40" actId="20577"/>
          <ac:spMkLst>
            <pc:docMk/>
            <pc:sldMk cId="339943661" sldId="312"/>
            <ac:spMk id="56" creationId="{00000000-0000-0000-0000-000000000000}"/>
          </ac:spMkLst>
        </pc:spChg>
        <pc:graphicFrameChg chg="add del mod">
          <ac:chgData name="justin.watson@education.wa.edu.au" userId="0bb701940c9d40d5" providerId="LiveId" clId="{1F41F66F-AC88-4811-9E13-79D0FB5682E6}" dt="2021-03-28T10:13:12.070" v="172"/>
          <ac:graphicFrameMkLst>
            <pc:docMk/>
            <pc:sldMk cId="339943661" sldId="312"/>
            <ac:graphicFrameMk id="13" creationId="{E8B90E23-A2B3-4C2E-BA87-13769A9D7665}"/>
          </ac:graphicFrameMkLst>
        </pc:graphicFrameChg>
        <pc:graphicFrameChg chg="add del mod">
          <ac:chgData name="justin.watson@education.wa.edu.au" userId="0bb701940c9d40d5" providerId="LiveId" clId="{1F41F66F-AC88-4811-9E13-79D0FB5682E6}" dt="2021-03-28T10:13:12.070" v="172"/>
          <ac:graphicFrameMkLst>
            <pc:docMk/>
            <pc:sldMk cId="339943661" sldId="312"/>
            <ac:graphicFrameMk id="14" creationId="{47C8B375-2E32-4AE3-913B-544A54FB7ADB}"/>
          </ac:graphicFrameMkLst>
        </pc:graphicFrameChg>
        <pc:graphicFrameChg chg="add del mod">
          <ac:chgData name="justin.watson@education.wa.edu.au" userId="0bb701940c9d40d5" providerId="LiveId" clId="{1F41F66F-AC88-4811-9E13-79D0FB5682E6}" dt="2021-03-28T10:13:12.070" v="172"/>
          <ac:graphicFrameMkLst>
            <pc:docMk/>
            <pc:sldMk cId="339943661" sldId="312"/>
            <ac:graphicFrameMk id="20" creationId="{87C134F2-BD51-4ACC-8DB1-440BB8E340E1}"/>
          </ac:graphicFrameMkLst>
        </pc:graphicFrameChg>
        <pc:graphicFrameChg chg="add del mod">
          <ac:chgData name="justin.watson@education.wa.edu.au" userId="0bb701940c9d40d5" providerId="LiveId" clId="{1F41F66F-AC88-4811-9E13-79D0FB5682E6}" dt="2021-03-28T10:13:12.070" v="172"/>
          <ac:graphicFrameMkLst>
            <pc:docMk/>
            <pc:sldMk cId="339943661" sldId="312"/>
            <ac:graphicFrameMk id="21" creationId="{BEF04AA1-36FF-4224-8B37-97F9E502A2F9}"/>
          </ac:graphicFrameMkLst>
        </pc:graphicFrameChg>
        <pc:graphicFrameChg chg="add del mod">
          <ac:chgData name="justin.watson@education.wa.edu.au" userId="0bb701940c9d40d5" providerId="LiveId" clId="{1F41F66F-AC88-4811-9E13-79D0FB5682E6}" dt="2021-03-28T10:13:12.070" v="172"/>
          <ac:graphicFrameMkLst>
            <pc:docMk/>
            <pc:sldMk cId="339943661" sldId="312"/>
            <ac:graphicFrameMk id="22" creationId="{F0DA133D-A43A-4DE4-ABAD-87A41EBC405F}"/>
          </ac:graphicFrameMkLst>
        </pc:graphicFrameChg>
        <pc:graphicFrameChg chg="add del mod">
          <ac:chgData name="justin.watson@education.wa.edu.au" userId="0bb701940c9d40d5" providerId="LiveId" clId="{1F41F66F-AC88-4811-9E13-79D0FB5682E6}" dt="2021-03-28T10:13:12.070" v="172"/>
          <ac:graphicFrameMkLst>
            <pc:docMk/>
            <pc:sldMk cId="339943661" sldId="312"/>
            <ac:graphicFrameMk id="23" creationId="{870E8119-B3EE-448B-B62A-7C68F7C1F3FB}"/>
          </ac:graphicFrameMkLst>
        </pc:graphicFrameChg>
        <pc:graphicFrameChg chg="add del mod">
          <ac:chgData name="justin.watson@education.wa.edu.au" userId="0bb701940c9d40d5" providerId="LiveId" clId="{1F41F66F-AC88-4811-9E13-79D0FB5682E6}" dt="2021-03-28T10:13:12.070" v="172"/>
          <ac:graphicFrameMkLst>
            <pc:docMk/>
            <pc:sldMk cId="339943661" sldId="312"/>
            <ac:graphicFrameMk id="25" creationId="{19275430-6EEC-4698-A5FF-3B2450E272FD}"/>
          </ac:graphicFrameMkLst>
        </pc:graphicFrameChg>
        <pc:graphicFrameChg chg="add del mod">
          <ac:chgData name="justin.watson@education.wa.edu.au" userId="0bb701940c9d40d5" providerId="LiveId" clId="{1F41F66F-AC88-4811-9E13-79D0FB5682E6}" dt="2021-03-28T10:13:26.611" v="174"/>
          <ac:graphicFrameMkLst>
            <pc:docMk/>
            <pc:sldMk cId="339943661" sldId="312"/>
            <ac:graphicFrameMk id="28" creationId="{28557594-8398-4430-B43B-3868A2EE785B}"/>
          </ac:graphicFrameMkLst>
        </pc:graphicFrameChg>
        <pc:graphicFrameChg chg="add del mod">
          <ac:chgData name="justin.watson@education.wa.edu.au" userId="0bb701940c9d40d5" providerId="LiveId" clId="{1F41F66F-AC88-4811-9E13-79D0FB5682E6}" dt="2021-03-28T10:13:26.611" v="174"/>
          <ac:graphicFrameMkLst>
            <pc:docMk/>
            <pc:sldMk cId="339943661" sldId="312"/>
            <ac:graphicFrameMk id="29" creationId="{168E2E15-0299-4FD3-8EEC-68F4C783C8F3}"/>
          </ac:graphicFrameMkLst>
        </pc:graphicFrameChg>
        <pc:graphicFrameChg chg="add del mod">
          <ac:chgData name="justin.watson@education.wa.edu.au" userId="0bb701940c9d40d5" providerId="LiveId" clId="{1F41F66F-AC88-4811-9E13-79D0FB5682E6}" dt="2021-03-28T10:13:26.611" v="174"/>
          <ac:graphicFrameMkLst>
            <pc:docMk/>
            <pc:sldMk cId="339943661" sldId="312"/>
            <ac:graphicFrameMk id="44" creationId="{7395BDE3-870D-4386-A5A7-30EE69AAA699}"/>
          </ac:graphicFrameMkLst>
        </pc:graphicFrameChg>
        <pc:graphicFrameChg chg="add del mod">
          <ac:chgData name="justin.watson@education.wa.edu.au" userId="0bb701940c9d40d5" providerId="LiveId" clId="{1F41F66F-AC88-4811-9E13-79D0FB5682E6}" dt="2021-03-28T10:13:26.611" v="174"/>
          <ac:graphicFrameMkLst>
            <pc:docMk/>
            <pc:sldMk cId="339943661" sldId="312"/>
            <ac:graphicFrameMk id="48" creationId="{8F9DC2BE-EECF-4F34-9407-0AF7373B8D94}"/>
          </ac:graphicFrameMkLst>
        </pc:graphicFrameChg>
        <pc:graphicFrameChg chg="add del mod">
          <ac:chgData name="justin.watson@education.wa.edu.au" userId="0bb701940c9d40d5" providerId="LiveId" clId="{1F41F66F-AC88-4811-9E13-79D0FB5682E6}" dt="2021-03-28T10:13:26.611" v="174"/>
          <ac:graphicFrameMkLst>
            <pc:docMk/>
            <pc:sldMk cId="339943661" sldId="312"/>
            <ac:graphicFrameMk id="49" creationId="{B3DABD33-C68B-48AD-A684-466B92C09F7F}"/>
          </ac:graphicFrameMkLst>
        </pc:graphicFrameChg>
        <pc:graphicFrameChg chg="add del mod">
          <ac:chgData name="justin.watson@education.wa.edu.au" userId="0bb701940c9d40d5" providerId="LiveId" clId="{1F41F66F-AC88-4811-9E13-79D0FB5682E6}" dt="2021-03-28T10:13:26.611" v="174"/>
          <ac:graphicFrameMkLst>
            <pc:docMk/>
            <pc:sldMk cId="339943661" sldId="312"/>
            <ac:graphicFrameMk id="50" creationId="{20FB27AD-E49A-4D21-8F7D-AD8397514A8B}"/>
          </ac:graphicFrameMkLst>
        </pc:graphicFrameChg>
        <pc:graphicFrameChg chg="add del mod">
          <ac:chgData name="justin.watson@education.wa.edu.au" userId="0bb701940c9d40d5" providerId="LiveId" clId="{1F41F66F-AC88-4811-9E13-79D0FB5682E6}" dt="2021-03-28T10:13:26.611" v="174"/>
          <ac:graphicFrameMkLst>
            <pc:docMk/>
            <pc:sldMk cId="339943661" sldId="312"/>
            <ac:graphicFrameMk id="51" creationId="{4DA4D285-EB09-4615-BCD2-369321ACC01F}"/>
          </ac:graphicFrameMkLst>
        </pc:graphicFrameChg>
        <pc:picChg chg="del">
          <ac:chgData name="justin.watson@education.wa.edu.au" userId="0bb701940c9d40d5" providerId="LiveId" clId="{1F41F66F-AC88-4811-9E13-79D0FB5682E6}" dt="2021-03-28T10:09:29.866" v="131" actId="478"/>
          <ac:picMkLst>
            <pc:docMk/>
            <pc:sldMk cId="339943661" sldId="312"/>
            <ac:picMk id="10" creationId="{00000000-0000-0000-0000-000000000000}"/>
          </ac:picMkLst>
        </pc:picChg>
      </pc:sldChg>
      <pc:sldChg chg="addSp delSp modSp add del mod">
        <pc:chgData name="justin.watson@education.wa.edu.au" userId="0bb701940c9d40d5" providerId="LiveId" clId="{1F41F66F-AC88-4811-9E13-79D0FB5682E6}" dt="2021-03-28T10:13:58.787" v="176" actId="47"/>
        <pc:sldMkLst>
          <pc:docMk/>
          <pc:sldMk cId="944287118" sldId="313"/>
        </pc:sldMkLst>
        <pc:spChg chg="add mod">
          <ac:chgData name="justin.watson@education.wa.edu.au" userId="0bb701940c9d40d5" providerId="LiveId" clId="{1F41F66F-AC88-4811-9E13-79D0FB5682E6}" dt="2021-03-22T07:18:59.713" v="44" actId="1076"/>
          <ac:spMkLst>
            <pc:docMk/>
            <pc:sldMk cId="944287118" sldId="313"/>
            <ac:spMk id="18" creationId="{80735C17-466C-4B3D-82CD-BE2F09BFAADE}"/>
          </ac:spMkLst>
        </pc:spChg>
        <pc:spChg chg="del">
          <ac:chgData name="justin.watson@education.wa.edu.au" userId="0bb701940c9d40d5" providerId="LiveId" clId="{1F41F66F-AC88-4811-9E13-79D0FB5682E6}" dt="2021-03-22T07:18:51.796" v="41" actId="478"/>
          <ac:spMkLst>
            <pc:docMk/>
            <pc:sldMk cId="944287118" sldId="313"/>
            <ac:spMk id="21" creationId="{00000000-0000-0000-0000-000000000000}"/>
          </ac:spMkLst>
        </pc:spChg>
        <pc:picChg chg="del">
          <ac:chgData name="justin.watson@education.wa.edu.au" userId="0bb701940c9d40d5" providerId="LiveId" clId="{1F41F66F-AC88-4811-9E13-79D0FB5682E6}" dt="2021-03-28T10:09:32.381" v="132" actId="478"/>
          <ac:picMkLst>
            <pc:docMk/>
            <pc:sldMk cId="944287118" sldId="313"/>
            <ac:picMk id="30" creationId="{00000000-0000-0000-0000-000000000000}"/>
          </ac:picMkLst>
        </pc:picChg>
      </pc:sldChg>
      <pc:sldChg chg="addSp delSp modSp add mod">
        <pc:chgData name="justin.watson@education.wa.edu.au" userId="0bb701940c9d40d5" providerId="LiveId" clId="{1F41F66F-AC88-4811-9E13-79D0FB5682E6}" dt="2021-03-28T10:10:53.083" v="149" actId="478"/>
        <pc:sldMkLst>
          <pc:docMk/>
          <pc:sldMk cId="83802415" sldId="314"/>
        </pc:sldMkLst>
        <pc:spChg chg="del">
          <ac:chgData name="justin.watson@education.wa.edu.au" userId="0bb701940c9d40d5" providerId="LiveId" clId="{1F41F66F-AC88-4811-9E13-79D0FB5682E6}" dt="2021-03-22T07:21:20.471" v="87" actId="478"/>
          <ac:spMkLst>
            <pc:docMk/>
            <pc:sldMk cId="83802415" sldId="314"/>
            <ac:spMk id="16" creationId="{00000000-0000-0000-0000-000000000000}"/>
          </ac:spMkLst>
        </pc:spChg>
        <pc:spChg chg="add mod">
          <ac:chgData name="justin.watson@education.wa.edu.au" userId="0bb701940c9d40d5" providerId="LiveId" clId="{1F41F66F-AC88-4811-9E13-79D0FB5682E6}" dt="2021-03-22T07:21:20.687" v="88"/>
          <ac:spMkLst>
            <pc:docMk/>
            <pc:sldMk cId="83802415" sldId="314"/>
            <ac:spMk id="33" creationId="{A4A994C5-CC76-409A-A497-82FF1315F39B}"/>
          </ac:spMkLst>
        </pc:spChg>
        <pc:picChg chg="del">
          <ac:chgData name="justin.watson@education.wa.edu.au" userId="0bb701940c9d40d5" providerId="LiveId" clId="{1F41F66F-AC88-4811-9E13-79D0FB5682E6}" dt="2021-03-28T10:10:53.083" v="149" actId="478"/>
          <ac:picMkLst>
            <pc:docMk/>
            <pc:sldMk cId="83802415" sldId="314"/>
            <ac:picMk id="30" creationId="{00000000-0000-0000-0000-000000000000}"/>
          </ac:picMkLst>
        </pc:picChg>
      </pc:sldChg>
      <pc:sldChg chg="addSp delSp modSp add mod">
        <pc:chgData name="justin.watson@education.wa.edu.au" userId="0bb701940c9d40d5" providerId="LiveId" clId="{1F41F66F-AC88-4811-9E13-79D0FB5682E6}" dt="2021-03-28T10:10:57.020" v="150" actId="478"/>
        <pc:sldMkLst>
          <pc:docMk/>
          <pc:sldMk cId="2095803398" sldId="315"/>
        </pc:sldMkLst>
        <pc:spChg chg="del">
          <ac:chgData name="justin.watson@education.wa.edu.au" userId="0bb701940c9d40d5" providerId="LiveId" clId="{1F41F66F-AC88-4811-9E13-79D0FB5682E6}" dt="2021-03-22T07:21:24.083" v="89" actId="478"/>
          <ac:spMkLst>
            <pc:docMk/>
            <pc:sldMk cId="2095803398" sldId="315"/>
            <ac:spMk id="16" creationId="{00000000-0000-0000-0000-000000000000}"/>
          </ac:spMkLst>
        </pc:spChg>
        <pc:spChg chg="add mod">
          <ac:chgData name="justin.watson@education.wa.edu.au" userId="0bb701940c9d40d5" providerId="LiveId" clId="{1F41F66F-AC88-4811-9E13-79D0FB5682E6}" dt="2021-03-22T07:21:24.281" v="90"/>
          <ac:spMkLst>
            <pc:docMk/>
            <pc:sldMk cId="2095803398" sldId="315"/>
            <ac:spMk id="25" creationId="{447A6B89-18BA-4D92-8A90-B76D16259D8B}"/>
          </ac:spMkLst>
        </pc:spChg>
        <pc:picChg chg="del">
          <ac:chgData name="justin.watson@education.wa.edu.au" userId="0bb701940c9d40d5" providerId="LiveId" clId="{1F41F66F-AC88-4811-9E13-79D0FB5682E6}" dt="2021-03-28T10:10:57.020" v="150" actId="478"/>
          <ac:picMkLst>
            <pc:docMk/>
            <pc:sldMk cId="2095803398" sldId="315"/>
            <ac:picMk id="30" creationId="{00000000-0000-0000-0000-000000000000}"/>
          </ac:picMkLst>
        </pc:picChg>
      </pc:sldChg>
      <pc:sldChg chg="addSp delSp modSp add mod">
        <pc:chgData name="justin.watson@education.wa.edu.au" userId="0bb701940c9d40d5" providerId="LiveId" clId="{1F41F66F-AC88-4811-9E13-79D0FB5682E6}" dt="2021-03-28T10:10:59.335" v="151" actId="478"/>
        <pc:sldMkLst>
          <pc:docMk/>
          <pc:sldMk cId="3555575926" sldId="316"/>
        </pc:sldMkLst>
        <pc:spChg chg="del">
          <ac:chgData name="justin.watson@education.wa.edu.au" userId="0bb701940c9d40d5" providerId="LiveId" clId="{1F41F66F-AC88-4811-9E13-79D0FB5682E6}" dt="2021-03-22T07:21:31.190" v="92" actId="478"/>
          <ac:spMkLst>
            <pc:docMk/>
            <pc:sldMk cId="3555575926" sldId="316"/>
            <ac:spMk id="16" creationId="{00000000-0000-0000-0000-000000000000}"/>
          </ac:spMkLst>
        </pc:spChg>
        <pc:spChg chg="mod">
          <ac:chgData name="justin.watson@education.wa.edu.au" userId="0bb701940c9d40d5" providerId="LiveId" clId="{1F41F66F-AC88-4811-9E13-79D0FB5682E6}" dt="2021-03-22T07:21:28.076" v="91" actId="14100"/>
          <ac:spMkLst>
            <pc:docMk/>
            <pc:sldMk cId="3555575926" sldId="316"/>
            <ac:spMk id="17" creationId="{00000000-0000-0000-0000-000000000000}"/>
          </ac:spMkLst>
        </pc:spChg>
        <pc:spChg chg="add mod">
          <ac:chgData name="justin.watson@education.wa.edu.au" userId="0bb701940c9d40d5" providerId="LiveId" clId="{1F41F66F-AC88-4811-9E13-79D0FB5682E6}" dt="2021-03-22T07:21:31.393" v="93"/>
          <ac:spMkLst>
            <pc:docMk/>
            <pc:sldMk cId="3555575926" sldId="316"/>
            <ac:spMk id="66" creationId="{790F59DC-5597-4F6E-B580-2A9EC8571A2A}"/>
          </ac:spMkLst>
        </pc:spChg>
        <pc:picChg chg="del">
          <ac:chgData name="justin.watson@education.wa.edu.au" userId="0bb701940c9d40d5" providerId="LiveId" clId="{1F41F66F-AC88-4811-9E13-79D0FB5682E6}" dt="2021-03-28T10:10:59.335" v="151" actId="478"/>
          <ac:picMkLst>
            <pc:docMk/>
            <pc:sldMk cId="3555575926" sldId="316"/>
            <ac:picMk id="30" creationId="{00000000-0000-0000-0000-000000000000}"/>
          </ac:picMkLst>
        </pc:picChg>
      </pc:sldChg>
      <pc:sldChg chg="addSp delSp modSp add mod">
        <pc:chgData name="justin.watson@education.wa.edu.au" userId="0bb701940c9d40d5" providerId="LiveId" clId="{1F41F66F-AC88-4811-9E13-79D0FB5682E6}" dt="2021-03-28T10:11:02.697" v="152" actId="478"/>
        <pc:sldMkLst>
          <pc:docMk/>
          <pc:sldMk cId="1723373805" sldId="317"/>
        </pc:sldMkLst>
        <pc:spChg chg="del">
          <ac:chgData name="justin.watson@education.wa.edu.au" userId="0bb701940c9d40d5" providerId="LiveId" clId="{1F41F66F-AC88-4811-9E13-79D0FB5682E6}" dt="2021-03-22T07:21:46.838" v="98" actId="478"/>
          <ac:spMkLst>
            <pc:docMk/>
            <pc:sldMk cId="1723373805" sldId="317"/>
            <ac:spMk id="16" creationId="{00000000-0000-0000-0000-000000000000}"/>
          </ac:spMkLst>
        </pc:spChg>
        <pc:spChg chg="mod">
          <ac:chgData name="justin.watson@education.wa.edu.au" userId="0bb701940c9d40d5" providerId="LiveId" clId="{1F41F66F-AC88-4811-9E13-79D0FB5682E6}" dt="2021-03-22T07:21:44.827" v="97" actId="14100"/>
          <ac:spMkLst>
            <pc:docMk/>
            <pc:sldMk cId="1723373805" sldId="317"/>
            <ac:spMk id="17" creationId="{00000000-0000-0000-0000-000000000000}"/>
          </ac:spMkLst>
        </pc:spChg>
        <pc:spChg chg="add mod">
          <ac:chgData name="justin.watson@education.wa.edu.au" userId="0bb701940c9d40d5" providerId="LiveId" clId="{1F41F66F-AC88-4811-9E13-79D0FB5682E6}" dt="2021-03-22T07:21:47.024" v="99"/>
          <ac:spMkLst>
            <pc:docMk/>
            <pc:sldMk cId="1723373805" sldId="317"/>
            <ac:spMk id="36" creationId="{4B9EAFA0-07E1-41C3-AEF7-DD33A8E35010}"/>
          </ac:spMkLst>
        </pc:spChg>
        <pc:picChg chg="del">
          <ac:chgData name="justin.watson@education.wa.edu.au" userId="0bb701940c9d40d5" providerId="LiveId" clId="{1F41F66F-AC88-4811-9E13-79D0FB5682E6}" dt="2021-03-28T10:11:02.697" v="152" actId="478"/>
          <ac:picMkLst>
            <pc:docMk/>
            <pc:sldMk cId="1723373805" sldId="317"/>
            <ac:picMk id="30" creationId="{00000000-0000-0000-0000-000000000000}"/>
          </ac:picMkLst>
        </pc:picChg>
      </pc:sldChg>
      <pc:sldChg chg="addSp delSp modSp add mod">
        <pc:chgData name="justin.watson@education.wa.edu.au" userId="0bb701940c9d40d5" providerId="LiveId" clId="{1F41F66F-AC88-4811-9E13-79D0FB5682E6}" dt="2021-03-28T10:14:46.238" v="178" actId="478"/>
        <pc:sldMkLst>
          <pc:docMk/>
          <pc:sldMk cId="2851916398" sldId="318"/>
        </pc:sldMkLst>
        <pc:spChg chg="del">
          <ac:chgData name="justin.watson@education.wa.edu.au" userId="0bb701940c9d40d5" providerId="LiveId" clId="{1F41F66F-AC88-4811-9E13-79D0FB5682E6}" dt="2021-03-22T07:19:48.881" v="58" actId="478"/>
          <ac:spMkLst>
            <pc:docMk/>
            <pc:sldMk cId="2851916398" sldId="318"/>
            <ac:spMk id="16" creationId="{00000000-0000-0000-0000-000000000000}"/>
          </ac:spMkLst>
        </pc:spChg>
        <pc:spChg chg="add mod">
          <ac:chgData name="justin.watson@education.wa.edu.au" userId="0bb701940c9d40d5" providerId="LiveId" clId="{1F41F66F-AC88-4811-9E13-79D0FB5682E6}" dt="2021-03-22T07:19:49.111" v="59"/>
          <ac:spMkLst>
            <pc:docMk/>
            <pc:sldMk cId="2851916398" sldId="318"/>
            <ac:spMk id="38" creationId="{47456E2B-0DFB-4AE0-ADE3-619B37C02C04}"/>
          </ac:spMkLst>
        </pc:spChg>
        <pc:picChg chg="del">
          <ac:chgData name="justin.watson@education.wa.edu.au" userId="0bb701940c9d40d5" providerId="LiveId" clId="{1F41F66F-AC88-4811-9E13-79D0FB5682E6}" dt="2021-03-28T10:14:46.238" v="178" actId="478"/>
          <ac:picMkLst>
            <pc:docMk/>
            <pc:sldMk cId="2851916398" sldId="318"/>
            <ac:picMk id="30" creationId="{00000000-0000-0000-0000-000000000000}"/>
          </ac:picMkLst>
        </pc:picChg>
      </pc:sldChg>
      <pc:sldChg chg="addSp delSp modSp add mod">
        <pc:chgData name="justin.watson@education.wa.edu.au" userId="0bb701940c9d40d5" providerId="LiveId" clId="{1F41F66F-AC88-4811-9E13-79D0FB5682E6}" dt="2021-03-28T10:11:09.507" v="155" actId="478"/>
        <pc:sldMkLst>
          <pc:docMk/>
          <pc:sldMk cId="4157368047" sldId="319"/>
        </pc:sldMkLst>
        <pc:spChg chg="del">
          <ac:chgData name="justin.watson@education.wa.edu.au" userId="0bb701940c9d40d5" providerId="LiveId" clId="{1F41F66F-AC88-4811-9E13-79D0FB5682E6}" dt="2021-03-22T07:22:08.406" v="107" actId="478"/>
          <ac:spMkLst>
            <pc:docMk/>
            <pc:sldMk cId="4157368047" sldId="319"/>
            <ac:spMk id="10" creationId="{00000000-0000-0000-0000-000000000000}"/>
          </ac:spMkLst>
        </pc:spChg>
        <pc:spChg chg="add mod">
          <ac:chgData name="justin.watson@education.wa.edu.au" userId="0bb701940c9d40d5" providerId="LiveId" clId="{1F41F66F-AC88-4811-9E13-79D0FB5682E6}" dt="2021-03-22T07:22:08.598" v="108"/>
          <ac:spMkLst>
            <pc:docMk/>
            <pc:sldMk cId="4157368047" sldId="319"/>
            <ac:spMk id="22" creationId="{774BCB3B-27AA-4AD7-AD5B-01769C8DBBF2}"/>
          </ac:spMkLst>
        </pc:spChg>
        <pc:picChg chg="del">
          <ac:chgData name="justin.watson@education.wa.edu.au" userId="0bb701940c9d40d5" providerId="LiveId" clId="{1F41F66F-AC88-4811-9E13-79D0FB5682E6}" dt="2021-03-28T10:11:09.507" v="155" actId="478"/>
          <ac:picMkLst>
            <pc:docMk/>
            <pc:sldMk cId="4157368047" sldId="319"/>
            <ac:picMk id="21" creationId="{00000000-0000-0000-0000-000000000000}"/>
          </ac:picMkLst>
        </pc:picChg>
      </pc:sldChg>
      <pc:sldChg chg="addSp delSp modSp add mod">
        <pc:chgData name="justin.watson@education.wa.edu.au" userId="0bb701940c9d40d5" providerId="LiveId" clId="{1F41F66F-AC88-4811-9E13-79D0FB5682E6}" dt="2021-03-28T10:11:11.869" v="156" actId="478"/>
        <pc:sldMkLst>
          <pc:docMk/>
          <pc:sldMk cId="382884670" sldId="320"/>
        </pc:sldMkLst>
        <pc:spChg chg="del">
          <ac:chgData name="justin.watson@education.wa.edu.au" userId="0bb701940c9d40d5" providerId="LiveId" clId="{1F41F66F-AC88-4811-9E13-79D0FB5682E6}" dt="2021-03-22T07:22:13.860" v="109" actId="478"/>
          <ac:spMkLst>
            <pc:docMk/>
            <pc:sldMk cId="382884670" sldId="320"/>
            <ac:spMk id="9" creationId="{00000000-0000-0000-0000-000000000000}"/>
          </ac:spMkLst>
        </pc:spChg>
        <pc:spChg chg="add mod">
          <ac:chgData name="justin.watson@education.wa.edu.au" userId="0bb701940c9d40d5" providerId="LiveId" clId="{1F41F66F-AC88-4811-9E13-79D0FB5682E6}" dt="2021-03-22T07:22:14.163" v="110"/>
          <ac:spMkLst>
            <pc:docMk/>
            <pc:sldMk cId="382884670" sldId="320"/>
            <ac:spMk id="17" creationId="{B1C1FD44-2846-4930-9426-AC5C25F337D0}"/>
          </ac:spMkLst>
        </pc:spChg>
        <pc:picChg chg="del">
          <ac:chgData name="justin.watson@education.wa.edu.au" userId="0bb701940c9d40d5" providerId="LiveId" clId="{1F41F66F-AC88-4811-9E13-79D0FB5682E6}" dt="2021-03-28T10:11:11.869" v="156" actId="478"/>
          <ac:picMkLst>
            <pc:docMk/>
            <pc:sldMk cId="382884670" sldId="320"/>
            <ac:picMk id="16" creationId="{00000000-0000-0000-0000-000000000000}"/>
          </ac:picMkLst>
        </pc:picChg>
      </pc:sldChg>
      <pc:sldChg chg="addSp delSp modSp add mod">
        <pc:chgData name="justin.watson@education.wa.edu.au" userId="0bb701940c9d40d5" providerId="LiveId" clId="{1F41F66F-AC88-4811-9E13-79D0FB5682E6}" dt="2021-03-28T10:11:13.718" v="157" actId="478"/>
        <pc:sldMkLst>
          <pc:docMk/>
          <pc:sldMk cId="995730885" sldId="321"/>
        </pc:sldMkLst>
        <pc:spChg chg="del">
          <ac:chgData name="justin.watson@education.wa.edu.au" userId="0bb701940c9d40d5" providerId="LiveId" clId="{1F41F66F-AC88-4811-9E13-79D0FB5682E6}" dt="2021-03-22T07:22:23.694" v="111" actId="478"/>
          <ac:spMkLst>
            <pc:docMk/>
            <pc:sldMk cId="995730885" sldId="321"/>
            <ac:spMk id="6" creationId="{00000000-0000-0000-0000-000000000000}"/>
          </ac:spMkLst>
        </pc:spChg>
        <pc:spChg chg="mod">
          <ac:chgData name="justin.watson@education.wa.edu.au" userId="0bb701940c9d40d5" providerId="LiveId" clId="{1F41F66F-AC88-4811-9E13-79D0FB5682E6}" dt="2021-03-22T07:22:26.525" v="113" actId="1076"/>
          <ac:spMkLst>
            <pc:docMk/>
            <pc:sldMk cId="995730885" sldId="321"/>
            <ac:spMk id="11" creationId="{00000000-0000-0000-0000-000000000000}"/>
          </ac:spMkLst>
        </pc:spChg>
        <pc:spChg chg="add mod">
          <ac:chgData name="justin.watson@education.wa.edu.au" userId="0bb701940c9d40d5" providerId="LiveId" clId="{1F41F66F-AC88-4811-9E13-79D0FB5682E6}" dt="2021-03-22T07:22:23.910" v="112"/>
          <ac:spMkLst>
            <pc:docMk/>
            <pc:sldMk cId="995730885" sldId="321"/>
            <ac:spMk id="14" creationId="{D74A0640-D0D4-4A47-897F-BA68EBCFB872}"/>
          </ac:spMkLst>
        </pc:spChg>
        <pc:picChg chg="del">
          <ac:chgData name="justin.watson@education.wa.edu.au" userId="0bb701940c9d40d5" providerId="LiveId" clId="{1F41F66F-AC88-4811-9E13-79D0FB5682E6}" dt="2021-03-28T10:11:13.718" v="157" actId="478"/>
          <ac:picMkLst>
            <pc:docMk/>
            <pc:sldMk cId="995730885" sldId="321"/>
            <ac:picMk id="13" creationId="{00000000-0000-0000-0000-000000000000}"/>
          </ac:picMkLst>
        </pc:picChg>
      </pc:sldChg>
      <pc:sldChg chg="addSp delSp modSp add mod">
        <pc:chgData name="justin.watson@education.wa.edu.au" userId="0bb701940c9d40d5" providerId="LiveId" clId="{1F41F66F-AC88-4811-9E13-79D0FB5682E6}" dt="2021-03-28T10:11:15.526" v="158" actId="478"/>
        <pc:sldMkLst>
          <pc:docMk/>
          <pc:sldMk cId="174620920" sldId="322"/>
        </pc:sldMkLst>
        <pc:spChg chg="mod">
          <ac:chgData name="justin.watson@education.wa.edu.au" userId="0bb701940c9d40d5" providerId="LiveId" clId="{1F41F66F-AC88-4811-9E13-79D0FB5682E6}" dt="2021-03-22T07:22:37.788" v="116" actId="1076"/>
          <ac:spMkLst>
            <pc:docMk/>
            <pc:sldMk cId="174620920" sldId="322"/>
            <ac:spMk id="2" creationId="{00000000-0000-0000-0000-000000000000}"/>
          </ac:spMkLst>
        </pc:spChg>
        <pc:spChg chg="del">
          <ac:chgData name="justin.watson@education.wa.edu.au" userId="0bb701940c9d40d5" providerId="LiveId" clId="{1F41F66F-AC88-4811-9E13-79D0FB5682E6}" dt="2021-03-22T07:22:31.260" v="114" actId="478"/>
          <ac:spMkLst>
            <pc:docMk/>
            <pc:sldMk cId="174620920" sldId="322"/>
            <ac:spMk id="6" creationId="{00000000-0000-0000-0000-000000000000}"/>
          </ac:spMkLst>
        </pc:spChg>
        <pc:spChg chg="mod">
          <ac:chgData name="justin.watson@education.wa.edu.au" userId="0bb701940c9d40d5" providerId="LiveId" clId="{1F41F66F-AC88-4811-9E13-79D0FB5682E6}" dt="2021-03-22T07:22:48.419" v="118" actId="1076"/>
          <ac:spMkLst>
            <pc:docMk/>
            <pc:sldMk cId="174620920" sldId="322"/>
            <ac:spMk id="11" creationId="{00000000-0000-0000-0000-000000000000}"/>
          </ac:spMkLst>
        </pc:spChg>
        <pc:spChg chg="add mod">
          <ac:chgData name="justin.watson@education.wa.edu.au" userId="0bb701940c9d40d5" providerId="LiveId" clId="{1F41F66F-AC88-4811-9E13-79D0FB5682E6}" dt="2021-03-22T07:22:31.462" v="115"/>
          <ac:spMkLst>
            <pc:docMk/>
            <pc:sldMk cId="174620920" sldId="322"/>
            <ac:spMk id="14" creationId="{5346AC82-A0CE-4530-A6FF-6796A09ACDE2}"/>
          </ac:spMkLst>
        </pc:spChg>
        <pc:picChg chg="mod">
          <ac:chgData name="justin.watson@education.wa.edu.au" userId="0bb701940c9d40d5" providerId="LiveId" clId="{1F41F66F-AC88-4811-9E13-79D0FB5682E6}" dt="2021-03-22T07:22:43.091" v="117" actId="1076"/>
          <ac:picMkLst>
            <pc:docMk/>
            <pc:sldMk cId="174620920" sldId="322"/>
            <ac:picMk id="3" creationId="{00000000-0000-0000-0000-000000000000}"/>
          </ac:picMkLst>
        </pc:picChg>
        <pc:picChg chg="del">
          <ac:chgData name="justin.watson@education.wa.edu.au" userId="0bb701940c9d40d5" providerId="LiveId" clId="{1F41F66F-AC88-4811-9E13-79D0FB5682E6}" dt="2021-03-28T10:11:15.526" v="158" actId="478"/>
          <ac:picMkLst>
            <pc:docMk/>
            <pc:sldMk cId="174620920" sldId="322"/>
            <ac:picMk id="13" creationId="{00000000-0000-0000-0000-000000000000}"/>
          </ac:picMkLst>
        </pc:picChg>
      </pc:sldChg>
      <pc:sldChg chg="addSp delSp modSp add mod">
        <pc:chgData name="justin.watson@education.wa.edu.au" userId="0bb701940c9d40d5" providerId="LiveId" clId="{1F41F66F-AC88-4811-9E13-79D0FB5682E6}" dt="2021-03-28T10:11:17.559" v="159" actId="478"/>
        <pc:sldMkLst>
          <pc:docMk/>
          <pc:sldMk cId="1516998905" sldId="323"/>
        </pc:sldMkLst>
        <pc:spChg chg="del">
          <ac:chgData name="justin.watson@education.wa.edu.au" userId="0bb701940c9d40d5" providerId="LiveId" clId="{1F41F66F-AC88-4811-9E13-79D0FB5682E6}" dt="2021-03-22T07:22:51.341" v="119" actId="478"/>
          <ac:spMkLst>
            <pc:docMk/>
            <pc:sldMk cId="1516998905" sldId="323"/>
            <ac:spMk id="8" creationId="{00000000-0000-0000-0000-000000000000}"/>
          </ac:spMkLst>
        </pc:spChg>
        <pc:spChg chg="mod">
          <ac:chgData name="justin.watson@education.wa.edu.au" userId="0bb701940c9d40d5" providerId="LiveId" clId="{1F41F66F-AC88-4811-9E13-79D0FB5682E6}" dt="2021-03-22T07:22:56.046" v="121" actId="1076"/>
          <ac:spMkLst>
            <pc:docMk/>
            <pc:sldMk cId="1516998905" sldId="323"/>
            <ac:spMk id="12" creationId="{00000000-0000-0000-0000-000000000000}"/>
          </ac:spMkLst>
        </pc:spChg>
        <pc:spChg chg="add mod">
          <ac:chgData name="justin.watson@education.wa.edu.au" userId="0bb701940c9d40d5" providerId="LiveId" clId="{1F41F66F-AC88-4811-9E13-79D0FB5682E6}" dt="2021-03-22T07:22:51.522" v="120"/>
          <ac:spMkLst>
            <pc:docMk/>
            <pc:sldMk cId="1516998905" sldId="323"/>
            <ac:spMk id="19" creationId="{469E19C4-366F-4D97-B94E-31CB8DB334F7}"/>
          </ac:spMkLst>
        </pc:spChg>
        <pc:picChg chg="del">
          <ac:chgData name="justin.watson@education.wa.edu.au" userId="0bb701940c9d40d5" providerId="LiveId" clId="{1F41F66F-AC88-4811-9E13-79D0FB5682E6}" dt="2021-03-28T10:11:17.559" v="159" actId="478"/>
          <ac:picMkLst>
            <pc:docMk/>
            <pc:sldMk cId="1516998905" sldId="323"/>
            <ac:picMk id="18" creationId="{00000000-0000-0000-0000-000000000000}"/>
          </ac:picMkLst>
        </pc:picChg>
      </pc:sldChg>
      <pc:sldChg chg="addSp delSp modSp add mod">
        <pc:chgData name="justin.watson@education.wa.edu.au" userId="0bb701940c9d40d5" providerId="LiveId" clId="{1F41F66F-AC88-4811-9E13-79D0FB5682E6}" dt="2021-03-28T10:11:38.119" v="170" actId="20577"/>
        <pc:sldMkLst>
          <pc:docMk/>
          <pc:sldMk cId="114473182" sldId="324"/>
        </pc:sldMkLst>
        <pc:spChg chg="del">
          <ac:chgData name="justin.watson@education.wa.edu.au" userId="0bb701940c9d40d5" providerId="LiveId" clId="{1F41F66F-AC88-4811-9E13-79D0FB5682E6}" dt="2021-03-22T07:22:59.809" v="122" actId="478"/>
          <ac:spMkLst>
            <pc:docMk/>
            <pc:sldMk cId="114473182" sldId="324"/>
            <ac:spMk id="7" creationId="{00000000-0000-0000-0000-000000000000}"/>
          </ac:spMkLst>
        </pc:spChg>
        <pc:spChg chg="mod">
          <ac:chgData name="justin.watson@education.wa.edu.au" userId="0bb701940c9d40d5" providerId="LiveId" clId="{1F41F66F-AC88-4811-9E13-79D0FB5682E6}" dt="2021-03-28T10:11:38.119" v="170" actId="20577"/>
          <ac:spMkLst>
            <pc:docMk/>
            <pc:sldMk cId="114473182" sldId="324"/>
            <ac:spMk id="11" creationId="{00000000-0000-0000-0000-000000000000}"/>
          </ac:spMkLst>
        </pc:spChg>
        <pc:spChg chg="mod">
          <ac:chgData name="justin.watson@education.wa.edu.au" userId="0bb701940c9d40d5" providerId="LiveId" clId="{1F41F66F-AC88-4811-9E13-79D0FB5682E6}" dt="2021-03-22T07:23:02.422" v="124" actId="1076"/>
          <ac:spMkLst>
            <pc:docMk/>
            <pc:sldMk cId="114473182" sldId="324"/>
            <ac:spMk id="12" creationId="{00000000-0000-0000-0000-000000000000}"/>
          </ac:spMkLst>
        </pc:spChg>
        <pc:spChg chg="add mod">
          <ac:chgData name="justin.watson@education.wa.edu.au" userId="0bb701940c9d40d5" providerId="LiveId" clId="{1F41F66F-AC88-4811-9E13-79D0FB5682E6}" dt="2021-03-22T07:22:59.977" v="123"/>
          <ac:spMkLst>
            <pc:docMk/>
            <pc:sldMk cId="114473182" sldId="324"/>
            <ac:spMk id="16" creationId="{E1D96E12-3827-445E-ABB2-58A9F26B9ED1}"/>
          </ac:spMkLst>
        </pc:spChg>
        <pc:spChg chg="mod">
          <ac:chgData name="justin.watson@education.wa.edu.au" userId="0bb701940c9d40d5" providerId="LiveId" clId="{1F41F66F-AC88-4811-9E13-79D0FB5682E6}" dt="2021-03-28T10:11:29.064" v="164" actId="20577"/>
          <ac:spMkLst>
            <pc:docMk/>
            <pc:sldMk cId="114473182" sldId="324"/>
            <ac:spMk id="20" creationId="{00000000-0000-0000-0000-000000000000}"/>
          </ac:spMkLst>
        </pc:spChg>
        <pc:picChg chg="del">
          <ac:chgData name="justin.watson@education.wa.edu.au" userId="0bb701940c9d40d5" providerId="LiveId" clId="{1F41F66F-AC88-4811-9E13-79D0FB5682E6}" dt="2021-03-28T10:11:19.431" v="160" actId="478"/>
          <ac:picMkLst>
            <pc:docMk/>
            <pc:sldMk cId="114473182" sldId="324"/>
            <ac:picMk id="15" creationId="{00000000-0000-0000-0000-000000000000}"/>
          </ac:picMkLst>
        </pc:picChg>
      </pc:sldChg>
      <pc:sldChg chg="addSp delSp modSp add mod modNotes">
        <pc:chgData name="justin.watson@education.wa.edu.au" userId="0bb701940c9d40d5" providerId="LiveId" clId="{1F41F66F-AC88-4811-9E13-79D0FB5682E6}" dt="2021-03-28T10:14:57.314" v="179" actId="478"/>
        <pc:sldMkLst>
          <pc:docMk/>
          <pc:sldMk cId="3653208203" sldId="325"/>
        </pc:sldMkLst>
        <pc:spChg chg="del">
          <ac:chgData name="justin.watson@education.wa.edu.au" userId="0bb701940c9d40d5" providerId="LiveId" clId="{1F41F66F-AC88-4811-9E13-79D0FB5682E6}" dt="2021-03-22T07:23:11.774" v="127" actId="478"/>
          <ac:spMkLst>
            <pc:docMk/>
            <pc:sldMk cId="3653208203" sldId="325"/>
            <ac:spMk id="8" creationId="{00000000-0000-0000-0000-000000000000}"/>
          </ac:spMkLst>
        </pc:spChg>
        <pc:spChg chg="mod">
          <ac:chgData name="justin.watson@education.wa.edu.au" userId="0bb701940c9d40d5" providerId="LiveId" clId="{1F41F66F-AC88-4811-9E13-79D0FB5682E6}" dt="2021-03-22T07:23:17.275" v="129" actId="1076"/>
          <ac:spMkLst>
            <pc:docMk/>
            <pc:sldMk cId="3653208203" sldId="325"/>
            <ac:spMk id="11" creationId="{00000000-0000-0000-0000-000000000000}"/>
          </ac:spMkLst>
        </pc:spChg>
        <pc:spChg chg="add mod">
          <ac:chgData name="justin.watson@education.wa.edu.au" userId="0bb701940c9d40d5" providerId="LiveId" clId="{1F41F66F-AC88-4811-9E13-79D0FB5682E6}" dt="2021-03-22T07:23:20.051" v="130" actId="1076"/>
          <ac:spMkLst>
            <pc:docMk/>
            <pc:sldMk cId="3653208203" sldId="325"/>
            <ac:spMk id="16" creationId="{CF9D134A-BA35-4BB0-9F5B-CED7C61DBADC}"/>
          </ac:spMkLst>
        </pc:spChg>
        <pc:picChg chg="del">
          <ac:chgData name="justin.watson@education.wa.edu.au" userId="0bb701940c9d40d5" providerId="LiveId" clId="{1F41F66F-AC88-4811-9E13-79D0FB5682E6}" dt="2021-03-28T10:14:57.314" v="179" actId="478"/>
          <ac:picMkLst>
            <pc:docMk/>
            <pc:sldMk cId="3653208203" sldId="325"/>
            <ac:picMk id="15" creationId="{00000000-0000-0000-0000-000000000000}"/>
          </ac:picMkLst>
        </pc:picChg>
      </pc:sldChg>
      <pc:sldChg chg="addSp delSp modSp add mod">
        <pc:chgData name="justin.watson@education.wa.edu.au" userId="0bb701940c9d40d5" providerId="LiveId" clId="{1F41F66F-AC88-4811-9E13-79D0FB5682E6}" dt="2021-03-28T10:09:49.128" v="138" actId="478"/>
        <pc:sldMkLst>
          <pc:docMk/>
          <pc:sldMk cId="1177074549" sldId="326"/>
        </pc:sldMkLst>
        <pc:spChg chg="del">
          <ac:chgData name="justin.watson@education.wa.edu.au" userId="0bb701940c9d40d5" providerId="LiveId" clId="{1F41F66F-AC88-4811-9E13-79D0FB5682E6}" dt="2021-03-22T07:19:53.660" v="60" actId="478"/>
          <ac:spMkLst>
            <pc:docMk/>
            <pc:sldMk cId="1177074549" sldId="326"/>
            <ac:spMk id="16" creationId="{00000000-0000-0000-0000-000000000000}"/>
          </ac:spMkLst>
        </pc:spChg>
        <pc:spChg chg="add mod">
          <ac:chgData name="justin.watson@education.wa.edu.au" userId="0bb701940c9d40d5" providerId="LiveId" clId="{1F41F66F-AC88-4811-9E13-79D0FB5682E6}" dt="2021-03-22T07:19:53.859" v="61"/>
          <ac:spMkLst>
            <pc:docMk/>
            <pc:sldMk cId="1177074549" sldId="326"/>
            <ac:spMk id="26" creationId="{859553ED-FABC-43DB-9885-0F6631433557}"/>
          </ac:spMkLst>
        </pc:spChg>
        <pc:picChg chg="del">
          <ac:chgData name="justin.watson@education.wa.edu.au" userId="0bb701940c9d40d5" providerId="LiveId" clId="{1F41F66F-AC88-4811-9E13-79D0FB5682E6}" dt="2021-03-28T10:09:49.128" v="138" actId="478"/>
          <ac:picMkLst>
            <pc:docMk/>
            <pc:sldMk cId="1177074549" sldId="326"/>
            <ac:picMk id="24" creationId="{00000000-0000-0000-0000-000000000000}"/>
          </ac:picMkLst>
        </pc:picChg>
      </pc:sldChg>
      <pc:sldChg chg="addSp delSp modSp add mod">
        <pc:chgData name="justin.watson@education.wa.edu.au" userId="0bb701940c9d40d5" providerId="LiveId" clId="{1F41F66F-AC88-4811-9E13-79D0FB5682E6}" dt="2021-03-28T10:09:43.411" v="137" actId="478"/>
        <pc:sldMkLst>
          <pc:docMk/>
          <pc:sldMk cId="2937188528" sldId="327"/>
        </pc:sldMkLst>
        <pc:spChg chg="del">
          <ac:chgData name="justin.watson@education.wa.edu.au" userId="0bb701940c9d40d5" providerId="LiveId" clId="{1F41F66F-AC88-4811-9E13-79D0FB5682E6}" dt="2021-03-22T07:19:31.170" v="53" actId="478"/>
          <ac:spMkLst>
            <pc:docMk/>
            <pc:sldMk cId="2937188528" sldId="327"/>
            <ac:spMk id="11" creationId="{00000000-0000-0000-0000-000000000000}"/>
          </ac:spMkLst>
        </pc:spChg>
        <pc:spChg chg="mod">
          <ac:chgData name="justin.watson@education.wa.edu.au" userId="0bb701940c9d40d5" providerId="LiveId" clId="{1F41F66F-AC88-4811-9E13-79D0FB5682E6}" dt="2021-03-22T07:19:44.419" v="57" actId="14100"/>
          <ac:spMkLst>
            <pc:docMk/>
            <pc:sldMk cId="2937188528" sldId="327"/>
            <ac:spMk id="17" creationId="{00000000-0000-0000-0000-000000000000}"/>
          </ac:spMkLst>
        </pc:spChg>
        <pc:spChg chg="add mod">
          <ac:chgData name="justin.watson@education.wa.edu.au" userId="0bb701940c9d40d5" providerId="LiveId" clId="{1F41F66F-AC88-4811-9E13-79D0FB5682E6}" dt="2021-03-22T07:19:31.723" v="54"/>
          <ac:spMkLst>
            <pc:docMk/>
            <pc:sldMk cId="2937188528" sldId="327"/>
            <ac:spMk id="19" creationId="{04823E47-88D4-4902-B9FC-58190D173A26}"/>
          </ac:spMkLst>
        </pc:spChg>
        <pc:picChg chg="del">
          <ac:chgData name="justin.watson@education.wa.edu.au" userId="0bb701940c9d40d5" providerId="LiveId" clId="{1F41F66F-AC88-4811-9E13-79D0FB5682E6}" dt="2021-03-28T10:09:43.411" v="137" actId="478"/>
          <ac:picMkLst>
            <pc:docMk/>
            <pc:sldMk cId="2937188528" sldId="327"/>
            <ac:picMk id="30" creationId="{00000000-0000-0000-0000-000000000000}"/>
          </ac:picMkLst>
        </pc:picChg>
      </pc:sldChg>
      <pc:sldChg chg="addSp delSp modSp add mod modAnim">
        <pc:chgData name="justin.watson@education.wa.edu.au" userId="0bb701940c9d40d5" providerId="LiveId" clId="{1F41F66F-AC88-4811-9E13-79D0FB5682E6}" dt="2021-03-28T10:10:23.694" v="142" actId="20577"/>
        <pc:sldMkLst>
          <pc:docMk/>
          <pc:sldMk cId="4165552247" sldId="328"/>
        </pc:sldMkLst>
        <pc:spChg chg="mod">
          <ac:chgData name="justin.watson@education.wa.edu.au" userId="0bb701940c9d40d5" providerId="LiveId" clId="{1F41F66F-AC88-4811-9E13-79D0FB5682E6}" dt="2021-03-22T07:20:01.436" v="62" actId="14100"/>
          <ac:spMkLst>
            <pc:docMk/>
            <pc:sldMk cId="4165552247" sldId="328"/>
            <ac:spMk id="17" creationId="{00000000-0000-0000-0000-000000000000}"/>
          </ac:spMkLst>
        </pc:spChg>
        <pc:spChg chg="del">
          <ac:chgData name="justin.watson@education.wa.edu.au" userId="0bb701940c9d40d5" providerId="LiveId" clId="{1F41F66F-AC88-4811-9E13-79D0FB5682E6}" dt="2021-03-22T07:20:03.794" v="63" actId="478"/>
          <ac:spMkLst>
            <pc:docMk/>
            <pc:sldMk cId="4165552247" sldId="328"/>
            <ac:spMk id="31" creationId="{00000000-0000-0000-0000-000000000000}"/>
          </ac:spMkLst>
        </pc:spChg>
        <pc:spChg chg="mod">
          <ac:chgData name="justin.watson@education.wa.edu.au" userId="0bb701940c9d40d5" providerId="LiveId" clId="{1F41F66F-AC88-4811-9E13-79D0FB5682E6}" dt="2021-03-22T07:20:11.480" v="66" actId="20577"/>
          <ac:spMkLst>
            <pc:docMk/>
            <pc:sldMk cId="4165552247" sldId="328"/>
            <ac:spMk id="44" creationId="{00000000-0000-0000-0000-000000000000}"/>
          </ac:spMkLst>
        </pc:spChg>
        <pc:spChg chg="mod">
          <ac:chgData name="justin.watson@education.wa.edu.au" userId="0bb701940c9d40d5" providerId="LiveId" clId="{1F41F66F-AC88-4811-9E13-79D0FB5682E6}" dt="2021-03-22T07:20:14.712" v="68" actId="20577"/>
          <ac:spMkLst>
            <pc:docMk/>
            <pc:sldMk cId="4165552247" sldId="328"/>
            <ac:spMk id="45" creationId="{00000000-0000-0000-0000-000000000000}"/>
          </ac:spMkLst>
        </pc:spChg>
        <pc:spChg chg="mod">
          <ac:chgData name="justin.watson@education.wa.edu.au" userId="0bb701940c9d40d5" providerId="LiveId" clId="{1F41F66F-AC88-4811-9E13-79D0FB5682E6}" dt="2021-03-22T07:20:17.494" v="70" actId="20577"/>
          <ac:spMkLst>
            <pc:docMk/>
            <pc:sldMk cId="4165552247" sldId="328"/>
            <ac:spMk id="46" creationId="{00000000-0000-0000-0000-000000000000}"/>
          </ac:spMkLst>
        </pc:spChg>
        <pc:spChg chg="mod">
          <ac:chgData name="justin.watson@education.wa.edu.au" userId="0bb701940c9d40d5" providerId="LiveId" clId="{1F41F66F-AC88-4811-9E13-79D0FB5682E6}" dt="2021-03-22T07:20:20.398" v="72" actId="20577"/>
          <ac:spMkLst>
            <pc:docMk/>
            <pc:sldMk cId="4165552247" sldId="328"/>
            <ac:spMk id="48" creationId="{00000000-0000-0000-0000-000000000000}"/>
          </ac:spMkLst>
        </pc:spChg>
        <pc:spChg chg="mod">
          <ac:chgData name="justin.watson@education.wa.edu.au" userId="0bb701940c9d40d5" providerId="LiveId" clId="{1F41F66F-AC88-4811-9E13-79D0FB5682E6}" dt="2021-03-28T10:10:23.694" v="142" actId="20577"/>
          <ac:spMkLst>
            <pc:docMk/>
            <pc:sldMk cId="4165552247" sldId="328"/>
            <ac:spMk id="74" creationId="{00000000-0000-0000-0000-000000000000}"/>
          </ac:spMkLst>
        </pc:spChg>
        <pc:spChg chg="mod">
          <ac:chgData name="justin.watson@education.wa.edu.au" userId="0bb701940c9d40d5" providerId="LiveId" clId="{1F41F66F-AC88-4811-9E13-79D0FB5682E6}" dt="2021-03-22T07:20:27.153" v="73" actId="14100"/>
          <ac:spMkLst>
            <pc:docMk/>
            <pc:sldMk cId="4165552247" sldId="328"/>
            <ac:spMk id="78" creationId="{00000000-0000-0000-0000-000000000000}"/>
          </ac:spMkLst>
        </pc:spChg>
        <pc:spChg chg="mod">
          <ac:chgData name="justin.watson@education.wa.edu.au" userId="0bb701940c9d40d5" providerId="LiveId" clId="{1F41F66F-AC88-4811-9E13-79D0FB5682E6}" dt="2021-03-22T07:20:29.804" v="74" actId="14100"/>
          <ac:spMkLst>
            <pc:docMk/>
            <pc:sldMk cId="4165552247" sldId="328"/>
            <ac:spMk id="80" creationId="{00000000-0000-0000-0000-000000000000}"/>
          </ac:spMkLst>
        </pc:spChg>
        <pc:spChg chg="add mod">
          <ac:chgData name="justin.watson@education.wa.edu.au" userId="0bb701940c9d40d5" providerId="LiveId" clId="{1F41F66F-AC88-4811-9E13-79D0FB5682E6}" dt="2021-03-22T07:20:04.019" v="64"/>
          <ac:spMkLst>
            <pc:docMk/>
            <pc:sldMk cId="4165552247" sldId="328"/>
            <ac:spMk id="191" creationId="{8CDF218F-B8C7-4F0C-B7CA-EEECAFEB73E8}"/>
          </ac:spMkLst>
        </pc:spChg>
      </pc:sldChg>
      <pc:sldChg chg="addSp delSp modSp add mod">
        <pc:chgData name="justin.watson@education.wa.edu.au" userId="0bb701940c9d40d5" providerId="LiveId" clId="{1F41F66F-AC88-4811-9E13-79D0FB5682E6}" dt="2021-03-28T10:10:34.711" v="143" actId="478"/>
        <pc:sldMkLst>
          <pc:docMk/>
          <pc:sldMk cId="3684258073" sldId="329"/>
        </pc:sldMkLst>
        <pc:spChg chg="del">
          <ac:chgData name="justin.watson@education.wa.edu.au" userId="0bb701940c9d40d5" providerId="LiveId" clId="{1F41F66F-AC88-4811-9E13-79D0FB5682E6}" dt="2021-03-22T07:20:53.481" v="75" actId="478"/>
          <ac:spMkLst>
            <pc:docMk/>
            <pc:sldMk cId="3684258073" sldId="329"/>
            <ac:spMk id="16" creationId="{00000000-0000-0000-0000-000000000000}"/>
          </ac:spMkLst>
        </pc:spChg>
        <pc:spChg chg="add mod">
          <ac:chgData name="justin.watson@education.wa.edu.au" userId="0bb701940c9d40d5" providerId="LiveId" clId="{1F41F66F-AC88-4811-9E13-79D0FB5682E6}" dt="2021-03-22T07:20:53.882" v="76"/>
          <ac:spMkLst>
            <pc:docMk/>
            <pc:sldMk cId="3684258073" sldId="329"/>
            <ac:spMk id="22" creationId="{4D9EF77B-6D33-4F5A-9071-7837D9E9A1FE}"/>
          </ac:spMkLst>
        </pc:spChg>
        <pc:picChg chg="del">
          <ac:chgData name="justin.watson@education.wa.edu.au" userId="0bb701940c9d40d5" providerId="LiveId" clId="{1F41F66F-AC88-4811-9E13-79D0FB5682E6}" dt="2021-03-28T10:10:34.711" v="143" actId="478"/>
          <ac:picMkLst>
            <pc:docMk/>
            <pc:sldMk cId="3684258073" sldId="329"/>
            <ac:picMk id="30" creationId="{00000000-0000-0000-0000-000000000000}"/>
          </ac:picMkLst>
        </pc:picChg>
      </pc:sldChg>
      <pc:sldChg chg="addSp delSp modSp add mod">
        <pc:chgData name="justin.watson@education.wa.edu.au" userId="0bb701940c9d40d5" providerId="LiveId" clId="{1F41F66F-AC88-4811-9E13-79D0FB5682E6}" dt="2021-03-28T10:10:38.580" v="144" actId="478"/>
        <pc:sldMkLst>
          <pc:docMk/>
          <pc:sldMk cId="2332186207" sldId="330"/>
        </pc:sldMkLst>
        <pc:spChg chg="del">
          <ac:chgData name="justin.watson@education.wa.edu.au" userId="0bb701940c9d40d5" providerId="LiveId" clId="{1F41F66F-AC88-4811-9E13-79D0FB5682E6}" dt="2021-03-22T07:21:00.060" v="77" actId="478"/>
          <ac:spMkLst>
            <pc:docMk/>
            <pc:sldMk cId="2332186207" sldId="330"/>
            <ac:spMk id="16" creationId="{00000000-0000-0000-0000-000000000000}"/>
          </ac:spMkLst>
        </pc:spChg>
        <pc:spChg chg="add mod">
          <ac:chgData name="justin.watson@education.wa.edu.au" userId="0bb701940c9d40d5" providerId="LiveId" clId="{1F41F66F-AC88-4811-9E13-79D0FB5682E6}" dt="2021-03-22T07:21:00.282" v="78"/>
          <ac:spMkLst>
            <pc:docMk/>
            <pc:sldMk cId="2332186207" sldId="330"/>
            <ac:spMk id="25" creationId="{EA6F470D-13F3-47EF-96F3-A81E379A6678}"/>
          </ac:spMkLst>
        </pc:spChg>
        <pc:picChg chg="del">
          <ac:chgData name="justin.watson@education.wa.edu.au" userId="0bb701940c9d40d5" providerId="LiveId" clId="{1F41F66F-AC88-4811-9E13-79D0FB5682E6}" dt="2021-03-28T10:10:38.580" v="144" actId="478"/>
          <ac:picMkLst>
            <pc:docMk/>
            <pc:sldMk cId="2332186207" sldId="330"/>
            <ac:picMk id="30" creationId="{00000000-0000-0000-0000-000000000000}"/>
          </ac:picMkLst>
        </pc:picChg>
      </pc:sldChg>
      <pc:sldChg chg="addSp delSp modSp add mod">
        <pc:chgData name="justin.watson@education.wa.edu.au" userId="0bb701940c9d40d5" providerId="LiveId" clId="{1F41F66F-AC88-4811-9E13-79D0FB5682E6}" dt="2021-03-28T10:10:42.934" v="145" actId="478"/>
        <pc:sldMkLst>
          <pc:docMk/>
          <pc:sldMk cId="488122840" sldId="331"/>
        </pc:sldMkLst>
        <pc:spChg chg="del">
          <ac:chgData name="justin.watson@education.wa.edu.au" userId="0bb701940c9d40d5" providerId="LiveId" clId="{1F41F66F-AC88-4811-9E13-79D0FB5682E6}" dt="2021-03-22T07:21:05.882" v="79" actId="478"/>
          <ac:spMkLst>
            <pc:docMk/>
            <pc:sldMk cId="488122840" sldId="331"/>
            <ac:spMk id="16" creationId="{00000000-0000-0000-0000-000000000000}"/>
          </ac:spMkLst>
        </pc:spChg>
        <pc:spChg chg="add mod">
          <ac:chgData name="justin.watson@education.wa.edu.au" userId="0bb701940c9d40d5" providerId="LiveId" clId="{1F41F66F-AC88-4811-9E13-79D0FB5682E6}" dt="2021-03-22T07:21:06.067" v="80"/>
          <ac:spMkLst>
            <pc:docMk/>
            <pc:sldMk cId="488122840" sldId="331"/>
            <ac:spMk id="25" creationId="{5E7CA117-158C-42EE-9FED-3AF834B77395}"/>
          </ac:spMkLst>
        </pc:spChg>
        <pc:picChg chg="del">
          <ac:chgData name="justin.watson@education.wa.edu.au" userId="0bb701940c9d40d5" providerId="LiveId" clId="{1F41F66F-AC88-4811-9E13-79D0FB5682E6}" dt="2021-03-28T10:10:42.934" v="145" actId="478"/>
          <ac:picMkLst>
            <pc:docMk/>
            <pc:sldMk cId="488122840" sldId="331"/>
            <ac:picMk id="30" creationId="{00000000-0000-0000-0000-000000000000}"/>
          </ac:picMkLst>
        </pc:picChg>
      </pc:sldChg>
      <pc:sldChg chg="addSp delSp modSp add mod">
        <pc:chgData name="justin.watson@education.wa.edu.au" userId="0bb701940c9d40d5" providerId="LiveId" clId="{1F41F66F-AC88-4811-9E13-79D0FB5682E6}" dt="2021-03-28T10:10:44.921" v="146" actId="478"/>
        <pc:sldMkLst>
          <pc:docMk/>
          <pc:sldMk cId="2483791854" sldId="332"/>
        </pc:sldMkLst>
        <pc:spChg chg="del">
          <ac:chgData name="justin.watson@education.wa.edu.au" userId="0bb701940c9d40d5" providerId="LiveId" clId="{1F41F66F-AC88-4811-9E13-79D0FB5682E6}" dt="2021-03-22T07:21:09.631" v="81" actId="478"/>
          <ac:spMkLst>
            <pc:docMk/>
            <pc:sldMk cId="2483791854" sldId="332"/>
            <ac:spMk id="16" creationId="{00000000-0000-0000-0000-000000000000}"/>
          </ac:spMkLst>
        </pc:spChg>
        <pc:spChg chg="add mod">
          <ac:chgData name="justin.watson@education.wa.edu.au" userId="0bb701940c9d40d5" providerId="LiveId" clId="{1F41F66F-AC88-4811-9E13-79D0FB5682E6}" dt="2021-03-22T07:21:09.857" v="82"/>
          <ac:spMkLst>
            <pc:docMk/>
            <pc:sldMk cId="2483791854" sldId="332"/>
            <ac:spMk id="25" creationId="{82FA4CED-80A8-4872-9B5D-197326ED9A77}"/>
          </ac:spMkLst>
        </pc:spChg>
        <pc:picChg chg="del">
          <ac:chgData name="justin.watson@education.wa.edu.au" userId="0bb701940c9d40d5" providerId="LiveId" clId="{1F41F66F-AC88-4811-9E13-79D0FB5682E6}" dt="2021-03-28T10:10:44.921" v="146" actId="478"/>
          <ac:picMkLst>
            <pc:docMk/>
            <pc:sldMk cId="2483791854" sldId="332"/>
            <ac:picMk id="30" creationId="{00000000-0000-0000-0000-000000000000}"/>
          </ac:picMkLst>
        </pc:picChg>
      </pc:sldChg>
      <pc:sldChg chg="addSp delSp modSp add mod">
        <pc:chgData name="justin.watson@education.wa.edu.au" userId="0bb701940c9d40d5" providerId="LiveId" clId="{1F41F66F-AC88-4811-9E13-79D0FB5682E6}" dt="2021-03-28T10:10:50.263" v="148" actId="478"/>
        <pc:sldMkLst>
          <pc:docMk/>
          <pc:sldMk cId="1075697224" sldId="333"/>
        </pc:sldMkLst>
        <pc:spChg chg="del">
          <ac:chgData name="justin.watson@education.wa.edu.au" userId="0bb701940c9d40d5" providerId="LiveId" clId="{1F41F66F-AC88-4811-9E13-79D0FB5682E6}" dt="2021-03-22T07:21:17.054" v="85" actId="478"/>
          <ac:spMkLst>
            <pc:docMk/>
            <pc:sldMk cId="1075697224" sldId="333"/>
            <ac:spMk id="16" creationId="{00000000-0000-0000-0000-000000000000}"/>
          </ac:spMkLst>
        </pc:spChg>
        <pc:spChg chg="add mod">
          <ac:chgData name="justin.watson@education.wa.edu.au" userId="0bb701940c9d40d5" providerId="LiveId" clId="{1F41F66F-AC88-4811-9E13-79D0FB5682E6}" dt="2021-03-22T07:21:17.248" v="86"/>
          <ac:spMkLst>
            <pc:docMk/>
            <pc:sldMk cId="1075697224" sldId="333"/>
            <ac:spMk id="25" creationId="{AED55539-6C33-417F-8656-3AAEDBB67B12}"/>
          </ac:spMkLst>
        </pc:spChg>
        <pc:picChg chg="del">
          <ac:chgData name="justin.watson@education.wa.edu.au" userId="0bb701940c9d40d5" providerId="LiveId" clId="{1F41F66F-AC88-4811-9E13-79D0FB5682E6}" dt="2021-03-28T10:10:50.263" v="148" actId="478"/>
          <ac:picMkLst>
            <pc:docMk/>
            <pc:sldMk cId="1075697224" sldId="333"/>
            <ac:picMk id="30" creationId="{00000000-0000-0000-0000-000000000000}"/>
          </ac:picMkLst>
        </pc:picChg>
      </pc:sldChg>
      <pc:sldChg chg="addSp delSp modSp add mod">
        <pc:chgData name="justin.watson@education.wa.edu.au" userId="0bb701940c9d40d5" providerId="LiveId" clId="{1F41F66F-AC88-4811-9E13-79D0FB5682E6}" dt="2021-03-22T07:21:39.910" v="96" actId="14100"/>
        <pc:sldMkLst>
          <pc:docMk/>
          <pc:sldMk cId="2606332137" sldId="334"/>
        </pc:sldMkLst>
        <pc:spChg chg="del">
          <ac:chgData name="justin.watson@education.wa.edu.au" userId="0bb701940c9d40d5" providerId="LiveId" clId="{1F41F66F-AC88-4811-9E13-79D0FB5682E6}" dt="2021-03-22T07:21:36.254" v="94" actId="478"/>
          <ac:spMkLst>
            <pc:docMk/>
            <pc:sldMk cId="2606332137" sldId="334"/>
            <ac:spMk id="16" creationId="{00000000-0000-0000-0000-000000000000}"/>
          </ac:spMkLst>
        </pc:spChg>
        <pc:spChg chg="mod">
          <ac:chgData name="justin.watson@education.wa.edu.au" userId="0bb701940c9d40d5" providerId="LiveId" clId="{1F41F66F-AC88-4811-9E13-79D0FB5682E6}" dt="2021-03-22T07:21:39.910" v="96" actId="14100"/>
          <ac:spMkLst>
            <pc:docMk/>
            <pc:sldMk cId="2606332137" sldId="334"/>
            <ac:spMk id="17" creationId="{00000000-0000-0000-0000-000000000000}"/>
          </ac:spMkLst>
        </pc:spChg>
        <pc:spChg chg="add mod">
          <ac:chgData name="justin.watson@education.wa.edu.au" userId="0bb701940c9d40d5" providerId="LiveId" clId="{1F41F66F-AC88-4811-9E13-79D0FB5682E6}" dt="2021-03-22T07:21:36.500" v="95"/>
          <ac:spMkLst>
            <pc:docMk/>
            <pc:sldMk cId="2606332137" sldId="334"/>
            <ac:spMk id="148" creationId="{5C38C90C-5A54-4A8A-AB28-4524CF8DEC80}"/>
          </ac:spMkLst>
        </pc:spChg>
      </pc:sldChg>
      <pc:sldChg chg="addSp delSp modSp add mod">
        <pc:chgData name="justin.watson@education.wa.edu.au" userId="0bb701940c9d40d5" providerId="LiveId" clId="{1F41F66F-AC88-4811-9E13-79D0FB5682E6}" dt="2021-03-28T10:11:05.630" v="153" actId="478"/>
        <pc:sldMkLst>
          <pc:docMk/>
          <pc:sldMk cId="2992686265" sldId="335"/>
        </pc:sldMkLst>
        <pc:spChg chg="del mod">
          <ac:chgData name="justin.watson@education.wa.edu.au" userId="0bb701940c9d40d5" providerId="LiveId" clId="{1F41F66F-AC88-4811-9E13-79D0FB5682E6}" dt="2021-03-22T07:21:54.658" v="101" actId="478"/>
          <ac:spMkLst>
            <pc:docMk/>
            <pc:sldMk cId="2992686265" sldId="335"/>
            <ac:spMk id="16" creationId="{00000000-0000-0000-0000-000000000000}"/>
          </ac:spMkLst>
        </pc:spChg>
        <pc:spChg chg="mod">
          <ac:chgData name="justin.watson@education.wa.edu.au" userId="0bb701940c9d40d5" providerId="LiveId" clId="{1F41F66F-AC88-4811-9E13-79D0FB5682E6}" dt="2021-03-22T07:21:57.981" v="103" actId="14100"/>
          <ac:spMkLst>
            <pc:docMk/>
            <pc:sldMk cId="2992686265" sldId="335"/>
            <ac:spMk id="17" creationId="{00000000-0000-0000-0000-000000000000}"/>
          </ac:spMkLst>
        </pc:spChg>
        <pc:spChg chg="add mod">
          <ac:chgData name="justin.watson@education.wa.edu.au" userId="0bb701940c9d40d5" providerId="LiveId" clId="{1F41F66F-AC88-4811-9E13-79D0FB5682E6}" dt="2021-03-22T07:21:54.831" v="102"/>
          <ac:spMkLst>
            <pc:docMk/>
            <pc:sldMk cId="2992686265" sldId="335"/>
            <ac:spMk id="56" creationId="{82A80540-91F3-4165-937D-6E0F29734C19}"/>
          </ac:spMkLst>
        </pc:spChg>
        <pc:picChg chg="del">
          <ac:chgData name="justin.watson@education.wa.edu.au" userId="0bb701940c9d40d5" providerId="LiveId" clId="{1F41F66F-AC88-4811-9E13-79D0FB5682E6}" dt="2021-03-28T10:11:05.630" v="153" actId="478"/>
          <ac:picMkLst>
            <pc:docMk/>
            <pc:sldMk cId="2992686265" sldId="335"/>
            <ac:picMk id="30" creationId="{00000000-0000-0000-0000-000000000000}"/>
          </ac:picMkLst>
        </pc:picChg>
      </pc:sldChg>
      <pc:sldChg chg="addSp delSp modSp add mod">
        <pc:chgData name="justin.watson@education.wa.edu.au" userId="0bb701940c9d40d5" providerId="LiveId" clId="{1F41F66F-AC88-4811-9E13-79D0FB5682E6}" dt="2021-03-28T10:11:07.473" v="154" actId="478"/>
        <pc:sldMkLst>
          <pc:docMk/>
          <pc:sldMk cId="3278634899" sldId="336"/>
        </pc:sldMkLst>
        <pc:spChg chg="del">
          <ac:chgData name="justin.watson@education.wa.edu.au" userId="0bb701940c9d40d5" providerId="LiveId" clId="{1F41F66F-AC88-4811-9E13-79D0FB5682E6}" dt="2021-03-22T07:22:04.445" v="105" actId="478"/>
          <ac:spMkLst>
            <pc:docMk/>
            <pc:sldMk cId="3278634899" sldId="336"/>
            <ac:spMk id="16" creationId="{00000000-0000-0000-0000-000000000000}"/>
          </ac:spMkLst>
        </pc:spChg>
        <pc:spChg chg="mod">
          <ac:chgData name="justin.watson@education.wa.edu.au" userId="0bb701940c9d40d5" providerId="LiveId" clId="{1F41F66F-AC88-4811-9E13-79D0FB5682E6}" dt="2021-03-22T07:22:01.404" v="104" actId="14100"/>
          <ac:spMkLst>
            <pc:docMk/>
            <pc:sldMk cId="3278634899" sldId="336"/>
            <ac:spMk id="17" creationId="{00000000-0000-0000-0000-000000000000}"/>
          </ac:spMkLst>
        </pc:spChg>
        <pc:spChg chg="add mod">
          <ac:chgData name="justin.watson@education.wa.edu.au" userId="0bb701940c9d40d5" providerId="LiveId" clId="{1F41F66F-AC88-4811-9E13-79D0FB5682E6}" dt="2021-03-22T07:22:04.634" v="106"/>
          <ac:spMkLst>
            <pc:docMk/>
            <pc:sldMk cId="3278634899" sldId="336"/>
            <ac:spMk id="19" creationId="{61D3539A-14BD-4B37-AF62-B6F1AAD9142E}"/>
          </ac:spMkLst>
        </pc:spChg>
        <pc:picChg chg="del">
          <ac:chgData name="justin.watson@education.wa.edu.au" userId="0bb701940c9d40d5" providerId="LiveId" clId="{1F41F66F-AC88-4811-9E13-79D0FB5682E6}" dt="2021-03-28T10:11:07.473" v="154" actId="478"/>
          <ac:picMkLst>
            <pc:docMk/>
            <pc:sldMk cId="3278634899" sldId="336"/>
            <ac:picMk id="30" creationId="{00000000-0000-0000-0000-000000000000}"/>
          </ac:picMkLst>
        </pc:picChg>
      </pc:sldChg>
      <pc:sldChg chg="add">
        <pc:chgData name="justin.watson@education.wa.edu.au" userId="0bb701940c9d40d5" providerId="LiveId" clId="{1F41F66F-AC88-4811-9E13-79D0FB5682E6}" dt="2021-03-28T10:13:44.233" v="175"/>
        <pc:sldMkLst>
          <pc:docMk/>
          <pc:sldMk cId="3614595874" sldId="33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a:t>
            </a:fld>
            <a:endParaRPr lang="en-GB"/>
          </a:p>
        </p:txBody>
      </p:sp>
    </p:spTree>
    <p:extLst>
      <p:ext uri="{BB962C8B-B14F-4D97-AF65-F5344CB8AC3E}">
        <p14:creationId xmlns:p14="http://schemas.microsoft.com/office/powerpoint/2010/main" val="1238515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4</a:t>
            </a:fld>
            <a:endParaRPr lang="en-GB"/>
          </a:p>
        </p:txBody>
      </p:sp>
    </p:spTree>
    <p:extLst>
      <p:ext uri="{BB962C8B-B14F-4D97-AF65-F5344CB8AC3E}">
        <p14:creationId xmlns:p14="http://schemas.microsoft.com/office/powerpoint/2010/main" val="1515505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5</a:t>
            </a:fld>
            <a:endParaRPr lang="en-GB"/>
          </a:p>
        </p:txBody>
      </p:sp>
    </p:spTree>
    <p:extLst>
      <p:ext uri="{BB962C8B-B14F-4D97-AF65-F5344CB8AC3E}">
        <p14:creationId xmlns:p14="http://schemas.microsoft.com/office/powerpoint/2010/main" val="1819231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6</a:t>
            </a:fld>
            <a:endParaRPr lang="en-GB"/>
          </a:p>
        </p:txBody>
      </p:sp>
    </p:spTree>
    <p:extLst>
      <p:ext uri="{BB962C8B-B14F-4D97-AF65-F5344CB8AC3E}">
        <p14:creationId xmlns:p14="http://schemas.microsoft.com/office/powerpoint/2010/main" val="983582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7</a:t>
            </a:fld>
            <a:endParaRPr lang="en-GB"/>
          </a:p>
        </p:txBody>
      </p:sp>
    </p:spTree>
    <p:extLst>
      <p:ext uri="{BB962C8B-B14F-4D97-AF65-F5344CB8AC3E}">
        <p14:creationId xmlns:p14="http://schemas.microsoft.com/office/powerpoint/2010/main" val="1015968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8</a:t>
            </a:fld>
            <a:endParaRPr lang="en-GB"/>
          </a:p>
        </p:txBody>
      </p:sp>
    </p:spTree>
    <p:extLst>
      <p:ext uri="{BB962C8B-B14F-4D97-AF65-F5344CB8AC3E}">
        <p14:creationId xmlns:p14="http://schemas.microsoft.com/office/powerpoint/2010/main" val="2953684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GB" altLang="en-US" dirty="0"/>
              <a:t>Quick</a:t>
            </a:r>
            <a:r>
              <a:rPr lang="en-GB" altLang="en-US" baseline="0" dirty="0"/>
              <a:t> starter ans. A. 12  b. 750 c. 216  d. 7   e. 1.24    f. 2.275.</a:t>
            </a:r>
          </a:p>
          <a:p>
            <a:pPr>
              <a:spcBef>
                <a:spcPct val="0"/>
              </a:spcBef>
            </a:pPr>
            <a:r>
              <a:rPr lang="en-GB" altLang="en-US" baseline="0" dirty="0"/>
              <a:t>Encourage discussion in the depth questions.</a:t>
            </a:r>
            <a:endParaRPr lang="en-GB" altLang="en-US" dirty="0"/>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F048E55-2535-4C2C-BA73-9D22938348D6}" type="slidenum">
              <a:rPr lang="en-GB" altLang="en-US">
                <a:solidFill>
                  <a:prstClr val="black"/>
                </a:solidFill>
              </a:rPr>
              <a:pPr eaLnBrk="1" hangingPunct="1"/>
              <a:t>9</a:t>
            </a:fld>
            <a:endParaRPr lang="en-GB" altLang="en-US">
              <a:solidFill>
                <a:prstClr val="black"/>
              </a:solidFill>
            </a:endParaRPr>
          </a:p>
        </p:txBody>
      </p:sp>
    </p:spTree>
    <p:extLst>
      <p:ext uri="{BB962C8B-B14F-4D97-AF65-F5344CB8AC3E}">
        <p14:creationId xmlns:p14="http://schemas.microsoft.com/office/powerpoint/2010/main" val="315038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10</a:t>
            </a:fld>
            <a:endParaRPr lang="en-GB"/>
          </a:p>
        </p:txBody>
      </p:sp>
    </p:spTree>
    <p:extLst>
      <p:ext uri="{BB962C8B-B14F-4D97-AF65-F5344CB8AC3E}">
        <p14:creationId xmlns:p14="http://schemas.microsoft.com/office/powerpoint/2010/main" val="1560402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11</a:t>
            </a:fld>
            <a:endParaRPr lang="en-GB"/>
          </a:p>
        </p:txBody>
      </p:sp>
    </p:spTree>
    <p:extLst>
      <p:ext uri="{BB962C8B-B14F-4D97-AF65-F5344CB8AC3E}">
        <p14:creationId xmlns:p14="http://schemas.microsoft.com/office/powerpoint/2010/main" val="2067314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12</a:t>
            </a:fld>
            <a:endParaRPr lang="en-GB"/>
          </a:p>
        </p:txBody>
      </p:sp>
    </p:spTree>
    <p:extLst>
      <p:ext uri="{BB962C8B-B14F-4D97-AF65-F5344CB8AC3E}">
        <p14:creationId xmlns:p14="http://schemas.microsoft.com/office/powerpoint/2010/main" val="1629697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13</a:t>
            </a:fld>
            <a:endParaRPr lang="en-GB"/>
          </a:p>
        </p:txBody>
      </p:sp>
    </p:spTree>
    <p:extLst>
      <p:ext uri="{BB962C8B-B14F-4D97-AF65-F5344CB8AC3E}">
        <p14:creationId xmlns:p14="http://schemas.microsoft.com/office/powerpoint/2010/main" val="3864232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14</a:t>
            </a:fld>
            <a:endParaRPr lang="en-GB"/>
          </a:p>
        </p:txBody>
      </p:sp>
    </p:spTree>
    <p:extLst>
      <p:ext uri="{BB962C8B-B14F-4D97-AF65-F5344CB8AC3E}">
        <p14:creationId xmlns:p14="http://schemas.microsoft.com/office/powerpoint/2010/main" val="1446369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15</a:t>
            </a:fld>
            <a:endParaRPr lang="en-GB"/>
          </a:p>
        </p:txBody>
      </p:sp>
    </p:spTree>
    <p:extLst>
      <p:ext uri="{BB962C8B-B14F-4D97-AF65-F5344CB8AC3E}">
        <p14:creationId xmlns:p14="http://schemas.microsoft.com/office/powerpoint/2010/main" val="3225406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16</a:t>
            </a:fld>
            <a:endParaRPr lang="en-GB"/>
          </a:p>
        </p:txBody>
      </p:sp>
    </p:spTree>
    <p:extLst>
      <p:ext uri="{BB962C8B-B14F-4D97-AF65-F5344CB8AC3E}">
        <p14:creationId xmlns:p14="http://schemas.microsoft.com/office/powerpoint/2010/main" val="1433493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17</a:t>
            </a:fld>
            <a:endParaRPr lang="en-GB"/>
          </a:p>
        </p:txBody>
      </p:sp>
    </p:spTree>
    <p:extLst>
      <p:ext uri="{BB962C8B-B14F-4D97-AF65-F5344CB8AC3E}">
        <p14:creationId xmlns:p14="http://schemas.microsoft.com/office/powerpoint/2010/main" val="3995085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18</a:t>
            </a:fld>
            <a:endParaRPr lang="en-GB"/>
          </a:p>
        </p:txBody>
      </p:sp>
    </p:spTree>
    <p:extLst>
      <p:ext uri="{BB962C8B-B14F-4D97-AF65-F5344CB8AC3E}">
        <p14:creationId xmlns:p14="http://schemas.microsoft.com/office/powerpoint/2010/main" val="2881128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19</a:t>
            </a:fld>
            <a:endParaRPr lang="en-GB"/>
          </a:p>
        </p:txBody>
      </p:sp>
    </p:spTree>
    <p:extLst>
      <p:ext uri="{BB962C8B-B14F-4D97-AF65-F5344CB8AC3E}">
        <p14:creationId xmlns:p14="http://schemas.microsoft.com/office/powerpoint/2010/main" val="2746309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20</a:t>
            </a:fld>
            <a:endParaRPr lang="en-GB"/>
          </a:p>
        </p:txBody>
      </p:sp>
    </p:spTree>
    <p:extLst>
      <p:ext uri="{BB962C8B-B14F-4D97-AF65-F5344CB8AC3E}">
        <p14:creationId xmlns:p14="http://schemas.microsoft.com/office/powerpoint/2010/main" val="25537569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21</a:t>
            </a:fld>
            <a:endParaRPr lang="en-GB"/>
          </a:p>
        </p:txBody>
      </p:sp>
    </p:spTree>
    <p:extLst>
      <p:ext uri="{BB962C8B-B14F-4D97-AF65-F5344CB8AC3E}">
        <p14:creationId xmlns:p14="http://schemas.microsoft.com/office/powerpoint/2010/main" val="3144528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22</a:t>
            </a:fld>
            <a:endParaRPr lang="en-GB"/>
          </a:p>
        </p:txBody>
      </p:sp>
    </p:spTree>
    <p:extLst>
      <p:ext uri="{BB962C8B-B14F-4D97-AF65-F5344CB8AC3E}">
        <p14:creationId xmlns:p14="http://schemas.microsoft.com/office/powerpoint/2010/main" val="1065215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D99C80-D85E-40B9-BD40-898C7DA7AB3E}" type="slidenum">
              <a:rPr lang="en-GB" smtClean="0"/>
              <a:t>23</a:t>
            </a:fld>
            <a:endParaRPr lang="en-GB"/>
          </a:p>
        </p:txBody>
      </p:sp>
    </p:spTree>
    <p:extLst>
      <p:ext uri="{BB962C8B-B14F-4D97-AF65-F5344CB8AC3E}">
        <p14:creationId xmlns:p14="http://schemas.microsoft.com/office/powerpoint/2010/main" val="4033819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GB" altLang="en-US"/>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F048E55-2535-4C2C-BA73-9D22938348D6}" type="slidenum">
              <a:rPr lang="en-GB" altLang="en-US">
                <a:solidFill>
                  <a:prstClr val="black"/>
                </a:solidFill>
              </a:rPr>
              <a:pPr eaLnBrk="1" hangingPunct="1"/>
              <a:t>24</a:t>
            </a:fld>
            <a:endParaRPr lang="en-GB" altLang="en-US">
              <a:solidFill>
                <a:prstClr val="black"/>
              </a:solidFill>
            </a:endParaRPr>
          </a:p>
        </p:txBody>
      </p:sp>
    </p:spTree>
    <p:extLst>
      <p:ext uri="{BB962C8B-B14F-4D97-AF65-F5344CB8AC3E}">
        <p14:creationId xmlns:p14="http://schemas.microsoft.com/office/powerpoint/2010/main" val="131488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C8A80022-5F14-4CF9-94C6-1A290B78D279}" type="slidenum">
              <a:rPr lang="en-GB" altLang="en-US"/>
              <a:pPr fontAlgn="base">
                <a:spcBef>
                  <a:spcPct val="0"/>
                </a:spcBef>
                <a:spcAft>
                  <a:spcPct val="0"/>
                </a:spcAft>
              </a:pPr>
              <a:t>25</a:t>
            </a:fld>
            <a:endParaRPr lang="en-GB" altLang="en-US"/>
          </a:p>
        </p:txBody>
      </p:sp>
      <p:sp>
        <p:nvSpPr>
          <p:cNvPr id="26627" name="Rectangle 2"/>
          <p:cNvSpPr>
            <a:spLocks noGrp="1" noRot="1" noChangeAspect="1" noChangeArrowheads="1" noTextEdit="1"/>
          </p:cNvSpPr>
          <p:nvPr>
            <p:ph type="sldImg"/>
          </p:nvPr>
        </p:nvSpPr>
        <p:spPr bwMode="auto">
          <a:xfrm>
            <a:off x="381000" y="685800"/>
            <a:ext cx="6096000" cy="3429000"/>
          </a:xfrm>
          <a:solidFill>
            <a:srgbClr val="FFFFFF"/>
          </a:solidFill>
          <a:ln>
            <a:solidFill>
              <a:srgbClr val="000000"/>
            </a:solidFill>
            <a:miter lim="800000"/>
            <a:headEnd/>
            <a:tailEnd/>
          </a:ln>
        </p:spPr>
      </p:sp>
      <p:sp>
        <p:nvSpPr>
          <p:cNvPr id="26628" name="Rectangle 3"/>
          <p:cNvSpPr>
            <a:spLocks noGrp="1" noChangeArrowheads="1"/>
          </p:cNvSpPr>
          <p:nvPr>
            <p:ph type="body" idx="1"/>
          </p:nvPr>
        </p:nvSpPr>
        <p:spPr bwMode="auto">
          <a:xfrm>
            <a:off x="889213" y="4715908"/>
            <a:ext cx="4890665" cy="44677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pPr>
            <a:r>
              <a:rPr lang="en-GB" altLang="en-US" dirty="0"/>
              <a:t>Task slide:</a:t>
            </a:r>
          </a:p>
          <a:p>
            <a:pPr>
              <a:spcBef>
                <a:spcPct val="0"/>
              </a:spcBef>
            </a:pPr>
            <a:r>
              <a:rPr lang="en-GB" altLang="en-US" b="1" i="1" dirty="0"/>
              <a:t>Students can work on</a:t>
            </a:r>
            <a:r>
              <a:rPr lang="en-GB" altLang="en-US" b="1" i="1" baseline="0" dirty="0"/>
              <a:t> these questions individually</a:t>
            </a:r>
          </a:p>
          <a:p>
            <a:pPr>
              <a:spcBef>
                <a:spcPct val="0"/>
              </a:spcBef>
            </a:pPr>
            <a:endParaRPr lang="en-GB" altLang="en-US" b="1" i="1" dirty="0"/>
          </a:p>
        </p:txBody>
      </p:sp>
    </p:spTree>
    <p:extLst>
      <p:ext uri="{BB962C8B-B14F-4D97-AF65-F5344CB8AC3E}">
        <p14:creationId xmlns:p14="http://schemas.microsoft.com/office/powerpoint/2010/main" val="2882973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C8A80022-5F14-4CF9-94C6-1A290B78D279}" type="slidenum">
              <a:rPr lang="en-GB" altLang="en-US"/>
              <a:pPr fontAlgn="base">
                <a:spcBef>
                  <a:spcPct val="0"/>
                </a:spcBef>
                <a:spcAft>
                  <a:spcPct val="0"/>
                </a:spcAft>
              </a:pPr>
              <a:t>26</a:t>
            </a:fld>
            <a:endParaRPr lang="en-GB" altLang="en-US"/>
          </a:p>
        </p:txBody>
      </p:sp>
      <p:sp>
        <p:nvSpPr>
          <p:cNvPr id="26627" name="Rectangle 2"/>
          <p:cNvSpPr>
            <a:spLocks noGrp="1" noRot="1" noChangeAspect="1" noChangeArrowheads="1" noTextEdit="1"/>
          </p:cNvSpPr>
          <p:nvPr>
            <p:ph type="sldImg"/>
          </p:nvPr>
        </p:nvSpPr>
        <p:spPr bwMode="auto">
          <a:xfrm>
            <a:off x="381000" y="685800"/>
            <a:ext cx="6096000" cy="3429000"/>
          </a:xfrm>
          <a:solidFill>
            <a:srgbClr val="FFFFFF"/>
          </a:solidFill>
          <a:ln>
            <a:solidFill>
              <a:srgbClr val="000000"/>
            </a:solidFill>
            <a:miter lim="800000"/>
            <a:headEnd/>
            <a:tailEnd/>
          </a:ln>
        </p:spPr>
      </p:sp>
      <p:sp>
        <p:nvSpPr>
          <p:cNvPr id="26628" name="Rectangle 3"/>
          <p:cNvSpPr>
            <a:spLocks noGrp="1" noChangeArrowheads="1"/>
          </p:cNvSpPr>
          <p:nvPr>
            <p:ph type="body" idx="1"/>
          </p:nvPr>
        </p:nvSpPr>
        <p:spPr bwMode="auto">
          <a:xfrm>
            <a:off x="889213" y="4715908"/>
            <a:ext cx="4890665" cy="44677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pPr>
            <a:r>
              <a:rPr lang="en-GB" altLang="en-US" dirty="0"/>
              <a:t>Task</a:t>
            </a:r>
            <a:r>
              <a:rPr lang="en-GB" altLang="en-US" baseline="0" dirty="0"/>
              <a:t> </a:t>
            </a:r>
            <a:r>
              <a:rPr lang="en-GB" altLang="en-US" dirty="0"/>
              <a:t>slide:</a:t>
            </a:r>
          </a:p>
          <a:p>
            <a:pPr>
              <a:spcBef>
                <a:spcPct val="0"/>
              </a:spcBef>
            </a:pPr>
            <a:r>
              <a:rPr lang="en-GB" altLang="en-US" b="1" i="1" dirty="0"/>
              <a:t>This</a:t>
            </a:r>
            <a:r>
              <a:rPr lang="en-GB" altLang="en-US" b="1" i="1" baseline="0" dirty="0"/>
              <a:t> task can be used to help the student think deeper about the topic. Should work best as a extension task. </a:t>
            </a:r>
          </a:p>
        </p:txBody>
      </p:sp>
    </p:spTree>
    <p:extLst>
      <p:ext uri="{BB962C8B-B14F-4D97-AF65-F5344CB8AC3E}">
        <p14:creationId xmlns:p14="http://schemas.microsoft.com/office/powerpoint/2010/main" val="19905906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C8A80022-5F14-4CF9-94C6-1A290B78D279}" type="slidenum">
              <a:rPr lang="en-GB" altLang="en-US"/>
              <a:pPr fontAlgn="base">
                <a:spcBef>
                  <a:spcPct val="0"/>
                </a:spcBef>
                <a:spcAft>
                  <a:spcPct val="0"/>
                </a:spcAft>
              </a:pPr>
              <a:t>27</a:t>
            </a:fld>
            <a:endParaRPr lang="en-GB" altLang="en-US"/>
          </a:p>
        </p:txBody>
      </p:sp>
      <p:sp>
        <p:nvSpPr>
          <p:cNvPr id="26627" name="Rectangle 2"/>
          <p:cNvSpPr>
            <a:spLocks noGrp="1" noRot="1" noChangeAspect="1" noChangeArrowheads="1" noTextEdit="1"/>
          </p:cNvSpPr>
          <p:nvPr>
            <p:ph type="sldImg"/>
          </p:nvPr>
        </p:nvSpPr>
        <p:spPr bwMode="auto">
          <a:xfrm>
            <a:off x="381000" y="685800"/>
            <a:ext cx="6096000" cy="3429000"/>
          </a:xfrm>
          <a:solidFill>
            <a:srgbClr val="FFFFFF"/>
          </a:solidFill>
          <a:ln>
            <a:solidFill>
              <a:srgbClr val="000000"/>
            </a:solidFill>
            <a:miter lim="800000"/>
            <a:headEnd/>
            <a:tailEnd/>
          </a:ln>
        </p:spPr>
      </p:sp>
      <p:sp>
        <p:nvSpPr>
          <p:cNvPr id="26628" name="Rectangle 3"/>
          <p:cNvSpPr>
            <a:spLocks noGrp="1" noChangeArrowheads="1"/>
          </p:cNvSpPr>
          <p:nvPr>
            <p:ph type="body" idx="1"/>
          </p:nvPr>
        </p:nvSpPr>
        <p:spPr bwMode="auto">
          <a:xfrm>
            <a:off x="889213" y="4715908"/>
            <a:ext cx="4890665" cy="44677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pPr>
            <a:r>
              <a:rPr lang="en-GB" altLang="en-US" dirty="0"/>
              <a:t>Task</a:t>
            </a:r>
            <a:r>
              <a:rPr lang="en-GB" altLang="en-US" baseline="0" dirty="0"/>
              <a:t> </a:t>
            </a:r>
            <a:r>
              <a:rPr lang="en-GB" altLang="en-US" dirty="0"/>
              <a:t>slide:</a:t>
            </a:r>
          </a:p>
          <a:p>
            <a:pPr>
              <a:spcBef>
                <a:spcPct val="0"/>
              </a:spcBef>
            </a:pPr>
            <a:r>
              <a:rPr lang="en-GB" altLang="en-US" b="1" i="1" dirty="0"/>
              <a:t>This</a:t>
            </a:r>
            <a:r>
              <a:rPr lang="en-GB" altLang="en-US" b="1" i="1" baseline="0" dirty="0"/>
              <a:t> task can be used to help the student think deeper about the topic. Should work best as a extension task. </a:t>
            </a:r>
          </a:p>
        </p:txBody>
      </p:sp>
    </p:spTree>
    <p:extLst>
      <p:ext uri="{BB962C8B-B14F-4D97-AF65-F5344CB8AC3E}">
        <p14:creationId xmlns:p14="http://schemas.microsoft.com/office/powerpoint/2010/main" val="23233097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GB" altLang="en-US"/>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F048E55-2535-4C2C-BA73-9D22938348D6}" type="slidenum">
              <a:rPr lang="en-GB" altLang="en-US">
                <a:solidFill>
                  <a:prstClr val="black"/>
                </a:solidFill>
              </a:rPr>
              <a:pPr eaLnBrk="1" hangingPunct="1"/>
              <a:t>28</a:t>
            </a:fld>
            <a:endParaRPr lang="en-GB" altLang="en-US">
              <a:solidFill>
                <a:prstClr val="black"/>
              </a:solidFill>
            </a:endParaRPr>
          </a:p>
        </p:txBody>
      </p:sp>
    </p:spTree>
    <p:extLst>
      <p:ext uri="{BB962C8B-B14F-4D97-AF65-F5344CB8AC3E}">
        <p14:creationId xmlns:p14="http://schemas.microsoft.com/office/powerpoint/2010/main" val="10530776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GB" altLang="en-US"/>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F048E55-2535-4C2C-BA73-9D22938348D6}" type="slidenum">
              <a:rPr lang="en-GB" altLang="en-US">
                <a:solidFill>
                  <a:prstClr val="black"/>
                </a:solidFill>
              </a:rPr>
              <a:pPr eaLnBrk="1" hangingPunct="1"/>
              <a:t>29</a:t>
            </a:fld>
            <a:endParaRPr lang="en-GB" altLang="en-US">
              <a:solidFill>
                <a:prstClr val="black"/>
              </a:solidFill>
            </a:endParaRPr>
          </a:p>
        </p:txBody>
      </p:sp>
    </p:spTree>
    <p:extLst>
      <p:ext uri="{BB962C8B-B14F-4D97-AF65-F5344CB8AC3E}">
        <p14:creationId xmlns:p14="http://schemas.microsoft.com/office/powerpoint/2010/main" val="10078068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C8A80022-5F14-4CF9-94C6-1A290B78D279}" type="slidenum">
              <a:rPr lang="en-GB" altLang="en-US"/>
              <a:pPr fontAlgn="base">
                <a:spcBef>
                  <a:spcPct val="0"/>
                </a:spcBef>
                <a:spcAft>
                  <a:spcPct val="0"/>
                </a:spcAft>
              </a:pPr>
              <a:t>30</a:t>
            </a:fld>
            <a:endParaRPr lang="en-GB" altLang="en-US"/>
          </a:p>
        </p:txBody>
      </p:sp>
      <p:sp>
        <p:nvSpPr>
          <p:cNvPr id="26627" name="Rectangle 2"/>
          <p:cNvSpPr>
            <a:spLocks noGrp="1" noRot="1" noChangeAspect="1" noChangeArrowheads="1" noTextEdit="1"/>
          </p:cNvSpPr>
          <p:nvPr>
            <p:ph type="sldImg"/>
          </p:nvPr>
        </p:nvSpPr>
        <p:spPr bwMode="auto">
          <a:xfrm>
            <a:off x="381000" y="685800"/>
            <a:ext cx="6096000" cy="3429000"/>
          </a:xfrm>
          <a:solidFill>
            <a:srgbClr val="FFFFFF"/>
          </a:solidFill>
          <a:ln>
            <a:solidFill>
              <a:srgbClr val="000000"/>
            </a:solidFill>
            <a:miter lim="800000"/>
            <a:headEnd/>
            <a:tailEnd/>
          </a:ln>
        </p:spPr>
      </p:sp>
      <p:sp>
        <p:nvSpPr>
          <p:cNvPr id="26628" name="Rectangle 3"/>
          <p:cNvSpPr>
            <a:spLocks noGrp="1" noChangeArrowheads="1"/>
          </p:cNvSpPr>
          <p:nvPr>
            <p:ph type="body" idx="1"/>
          </p:nvPr>
        </p:nvSpPr>
        <p:spPr bwMode="auto">
          <a:xfrm>
            <a:off x="889213" y="4715908"/>
            <a:ext cx="4890665" cy="44677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pPr>
            <a:r>
              <a:rPr lang="en-GB" altLang="en-US" dirty="0"/>
              <a:t>Teaching slide:</a:t>
            </a:r>
          </a:p>
        </p:txBody>
      </p:sp>
    </p:spTree>
    <p:extLst>
      <p:ext uri="{BB962C8B-B14F-4D97-AF65-F5344CB8AC3E}">
        <p14:creationId xmlns:p14="http://schemas.microsoft.com/office/powerpoint/2010/main" val="3500828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p:nvPr/>
        </p:nvSpPr>
        <p:spPr>
          <a:xfrm>
            <a:off x="596875" y="623625"/>
            <a:ext cx="1663500" cy="16635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3225" y="2799325"/>
            <a:ext cx="994800" cy="994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812375" y="3945250"/>
            <a:ext cx="994800" cy="994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807175" y="3456225"/>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151375" y="-150575"/>
            <a:ext cx="1094100" cy="10941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45150" y="789414"/>
            <a:ext cx="3501300" cy="3501300"/>
          </a:xfrm>
          <a:prstGeom prst="donut">
            <a:avLst>
              <a:gd name="adj" fmla="val 1554"/>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txBox="1">
            <a:spLocks noGrp="1"/>
          </p:cNvSpPr>
          <p:nvPr>
            <p:ph type="ctrTitle"/>
          </p:nvPr>
        </p:nvSpPr>
        <p:spPr>
          <a:xfrm>
            <a:off x="2416350" y="1897688"/>
            <a:ext cx="4311300" cy="994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r>
              <a:rPr lang="en-US"/>
              <a:t>Click to edit Master title style</a:t>
            </a:r>
            <a:endParaRPr/>
          </a:p>
        </p:txBody>
      </p:sp>
      <p:sp>
        <p:nvSpPr>
          <p:cNvPr id="17" name="Google Shape;17;p2"/>
          <p:cNvSpPr txBox="1">
            <a:spLocks noGrp="1"/>
          </p:cNvSpPr>
          <p:nvPr>
            <p:ph type="subTitle" idx="1"/>
          </p:nvPr>
        </p:nvSpPr>
        <p:spPr>
          <a:xfrm>
            <a:off x="2416350" y="2929313"/>
            <a:ext cx="4311300" cy="31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200"/>
              <a:buNone/>
              <a:defRPr sz="1200">
                <a:solidFill>
                  <a:schemeClr val="lt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r>
              <a:rPr lang="en-US"/>
              <a:t>Click to edit Master subtitle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D0ABE5-B060-4754-B67C-80B2236D15A0}" type="datetimeFigureOut">
              <a:rPr lang="en-GB" smtClean="0"/>
              <a:t>28/03/2021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8C6531D-EC83-43EA-997B-EB86FD0C3820}" type="slidenum">
              <a:rPr lang="en-GB" smtClean="0"/>
              <a:t>‹#›</a:t>
            </a:fld>
            <a:endParaRPr lang="en-GB"/>
          </a:p>
        </p:txBody>
      </p:sp>
    </p:spTree>
    <p:extLst>
      <p:ext uri="{BB962C8B-B14F-4D97-AF65-F5344CB8AC3E}">
        <p14:creationId xmlns:p14="http://schemas.microsoft.com/office/powerpoint/2010/main" val="243647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D0ABE5-B060-4754-B67C-80B2236D15A0}" type="datetimeFigureOut">
              <a:rPr lang="en-GB" smtClean="0"/>
              <a:t>28/03/2021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C6531D-EC83-43EA-997B-EB86FD0C3820}" type="slidenum">
              <a:rPr lang="en-GB" smtClean="0"/>
              <a:t>‹#›</a:t>
            </a:fld>
            <a:endParaRPr lang="en-GB"/>
          </a:p>
        </p:txBody>
      </p:sp>
    </p:spTree>
    <p:extLst>
      <p:ext uri="{BB962C8B-B14F-4D97-AF65-F5344CB8AC3E}">
        <p14:creationId xmlns:p14="http://schemas.microsoft.com/office/powerpoint/2010/main" val="31283228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redoka One"/>
              <a:buNone/>
              <a:defRPr sz="2800" b="1">
                <a:solidFill>
                  <a:schemeClr val="dk1"/>
                </a:solidFill>
                <a:latin typeface="Fredoka One"/>
                <a:ea typeface="Fredoka One"/>
                <a:cs typeface="Fredoka One"/>
                <a:sym typeface="Fredoka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52848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Abel"/>
              <a:buChar char="●"/>
              <a:defRPr sz="1800">
                <a:latin typeface="Abel"/>
                <a:ea typeface="Abel"/>
                <a:cs typeface="Abel"/>
                <a:sym typeface="Abel"/>
              </a:defRPr>
            </a:lvl1pPr>
            <a:lvl2pPr marL="914400" lvl="1" indent="-317500">
              <a:lnSpc>
                <a:spcPct val="115000"/>
              </a:lnSpc>
              <a:spcBef>
                <a:spcPts val="1600"/>
              </a:spcBef>
              <a:spcAft>
                <a:spcPts val="0"/>
              </a:spcAft>
              <a:buSzPts val="1400"/>
              <a:buFont typeface="Abel"/>
              <a:buChar char="○"/>
              <a:defRPr>
                <a:latin typeface="Abel"/>
                <a:ea typeface="Abel"/>
                <a:cs typeface="Abel"/>
                <a:sym typeface="Abel"/>
              </a:defRPr>
            </a:lvl2pPr>
            <a:lvl3pPr marL="1371600" lvl="2" indent="-317500">
              <a:lnSpc>
                <a:spcPct val="115000"/>
              </a:lnSpc>
              <a:spcBef>
                <a:spcPts val="1600"/>
              </a:spcBef>
              <a:spcAft>
                <a:spcPts val="0"/>
              </a:spcAft>
              <a:buSzPts val="1400"/>
              <a:buFont typeface="Abel"/>
              <a:buChar char="■"/>
              <a:defRPr>
                <a:latin typeface="Abel"/>
                <a:ea typeface="Abel"/>
                <a:cs typeface="Abel"/>
                <a:sym typeface="Abel"/>
              </a:defRPr>
            </a:lvl3pPr>
            <a:lvl4pPr marL="1828800" lvl="3" indent="-317500">
              <a:lnSpc>
                <a:spcPct val="115000"/>
              </a:lnSpc>
              <a:spcBef>
                <a:spcPts val="1600"/>
              </a:spcBef>
              <a:spcAft>
                <a:spcPts val="0"/>
              </a:spcAft>
              <a:buSzPts val="1400"/>
              <a:buFont typeface="Abel"/>
              <a:buChar char="●"/>
              <a:defRPr>
                <a:latin typeface="Abel"/>
                <a:ea typeface="Abel"/>
                <a:cs typeface="Abel"/>
                <a:sym typeface="Abel"/>
              </a:defRPr>
            </a:lvl4pPr>
            <a:lvl5pPr marL="2286000" lvl="4" indent="-317500">
              <a:lnSpc>
                <a:spcPct val="115000"/>
              </a:lnSpc>
              <a:spcBef>
                <a:spcPts val="1600"/>
              </a:spcBef>
              <a:spcAft>
                <a:spcPts val="0"/>
              </a:spcAft>
              <a:buSzPts val="1400"/>
              <a:buFont typeface="Abel"/>
              <a:buChar char="○"/>
              <a:defRPr>
                <a:latin typeface="Abel"/>
                <a:ea typeface="Abel"/>
                <a:cs typeface="Abel"/>
                <a:sym typeface="Abel"/>
              </a:defRPr>
            </a:lvl5pPr>
            <a:lvl6pPr marL="2743200" lvl="5" indent="-317500">
              <a:lnSpc>
                <a:spcPct val="115000"/>
              </a:lnSpc>
              <a:spcBef>
                <a:spcPts val="1600"/>
              </a:spcBef>
              <a:spcAft>
                <a:spcPts val="0"/>
              </a:spcAft>
              <a:buSzPts val="1400"/>
              <a:buFont typeface="Abel"/>
              <a:buChar char="■"/>
              <a:defRPr>
                <a:latin typeface="Abel"/>
                <a:ea typeface="Abel"/>
                <a:cs typeface="Abel"/>
                <a:sym typeface="Abel"/>
              </a:defRPr>
            </a:lvl6pPr>
            <a:lvl7pPr marL="3200400" lvl="6" indent="-317500">
              <a:lnSpc>
                <a:spcPct val="115000"/>
              </a:lnSpc>
              <a:spcBef>
                <a:spcPts val="1600"/>
              </a:spcBef>
              <a:spcAft>
                <a:spcPts val="0"/>
              </a:spcAft>
              <a:buSzPts val="1400"/>
              <a:buFont typeface="Abel"/>
              <a:buChar char="●"/>
              <a:defRPr>
                <a:latin typeface="Abel"/>
                <a:ea typeface="Abel"/>
                <a:cs typeface="Abel"/>
                <a:sym typeface="Abel"/>
              </a:defRPr>
            </a:lvl7pPr>
            <a:lvl8pPr marL="3657600" lvl="7" indent="-317500">
              <a:lnSpc>
                <a:spcPct val="115000"/>
              </a:lnSpc>
              <a:spcBef>
                <a:spcPts val="1600"/>
              </a:spcBef>
              <a:spcAft>
                <a:spcPts val="0"/>
              </a:spcAft>
              <a:buSzPts val="1400"/>
              <a:buFont typeface="Abel"/>
              <a:buChar char="○"/>
              <a:defRPr>
                <a:latin typeface="Abel"/>
                <a:ea typeface="Abel"/>
                <a:cs typeface="Abel"/>
                <a:sym typeface="Abel"/>
              </a:defRPr>
            </a:lvl8pPr>
            <a:lvl9pPr marL="4114800" lvl="8" indent="-317500">
              <a:lnSpc>
                <a:spcPct val="115000"/>
              </a:lnSpc>
              <a:spcBef>
                <a:spcPts val="1600"/>
              </a:spcBef>
              <a:spcAft>
                <a:spcPts val="1600"/>
              </a:spcAft>
              <a:buSzPts val="1400"/>
              <a:buFont typeface="Abel"/>
              <a:buChar char="■"/>
              <a:defRPr>
                <a:latin typeface="Abel"/>
                <a:ea typeface="Abel"/>
                <a:cs typeface="Abel"/>
                <a:sym typeface="Abel"/>
              </a:defRPr>
            </a:lvl9pPr>
          </a:lstStyle>
          <a:p>
            <a:endParaRPr/>
          </a:p>
        </p:txBody>
      </p:sp>
      <p:sp>
        <p:nvSpPr>
          <p:cNvPr id="8" name="Google Shape;8;p1"/>
          <p:cNvSpPr txBox="1">
            <a:spLocks noGrp="1"/>
          </p:cNvSpPr>
          <p:nvPr>
            <p:ph type="sldNum" idx="12"/>
          </p:nvPr>
        </p:nvSpPr>
        <p:spPr>
          <a:xfrm>
            <a:off x="4297659" y="4669251"/>
            <a:ext cx="548700" cy="393600"/>
          </a:xfrm>
          <a:prstGeom prst="rect">
            <a:avLst/>
          </a:prstGeom>
          <a:noFill/>
          <a:ln>
            <a:noFill/>
          </a:ln>
        </p:spPr>
        <p:txBody>
          <a:bodyPr spcFirstLastPara="1" wrap="square" lIns="91425" tIns="91425" rIns="91425" bIns="91425" anchor="t" anchorCtr="0">
            <a:noAutofit/>
          </a:bodyPr>
          <a:lstStyle>
            <a:lvl1pPr lvl="0" algn="ctr">
              <a:buNone/>
              <a:defRPr sz="1300">
                <a:solidFill>
                  <a:schemeClr val="lt1"/>
                </a:solidFill>
                <a:latin typeface="Abel"/>
                <a:ea typeface="Abel"/>
                <a:cs typeface="Abel"/>
                <a:sym typeface="Abel"/>
              </a:defRPr>
            </a:lvl1pPr>
            <a:lvl2pPr lvl="1" algn="ctr">
              <a:buNone/>
              <a:defRPr sz="1300">
                <a:solidFill>
                  <a:schemeClr val="lt1"/>
                </a:solidFill>
                <a:latin typeface="Abel"/>
                <a:ea typeface="Abel"/>
                <a:cs typeface="Abel"/>
                <a:sym typeface="Abel"/>
              </a:defRPr>
            </a:lvl2pPr>
            <a:lvl3pPr lvl="2" algn="ctr">
              <a:buNone/>
              <a:defRPr sz="1300">
                <a:solidFill>
                  <a:schemeClr val="lt1"/>
                </a:solidFill>
                <a:latin typeface="Abel"/>
                <a:ea typeface="Abel"/>
                <a:cs typeface="Abel"/>
                <a:sym typeface="Abel"/>
              </a:defRPr>
            </a:lvl3pPr>
            <a:lvl4pPr lvl="3" algn="ctr">
              <a:buNone/>
              <a:defRPr sz="1300">
                <a:solidFill>
                  <a:schemeClr val="lt1"/>
                </a:solidFill>
                <a:latin typeface="Abel"/>
                <a:ea typeface="Abel"/>
                <a:cs typeface="Abel"/>
                <a:sym typeface="Abel"/>
              </a:defRPr>
            </a:lvl4pPr>
            <a:lvl5pPr lvl="4" algn="ctr">
              <a:buNone/>
              <a:defRPr sz="1300">
                <a:solidFill>
                  <a:schemeClr val="lt1"/>
                </a:solidFill>
                <a:latin typeface="Abel"/>
                <a:ea typeface="Abel"/>
                <a:cs typeface="Abel"/>
                <a:sym typeface="Abel"/>
              </a:defRPr>
            </a:lvl5pPr>
            <a:lvl6pPr lvl="5" algn="ctr">
              <a:buNone/>
              <a:defRPr sz="1300">
                <a:solidFill>
                  <a:schemeClr val="lt1"/>
                </a:solidFill>
                <a:latin typeface="Abel"/>
                <a:ea typeface="Abel"/>
                <a:cs typeface="Abel"/>
                <a:sym typeface="Abel"/>
              </a:defRPr>
            </a:lvl6pPr>
            <a:lvl7pPr lvl="6" algn="ctr">
              <a:buNone/>
              <a:defRPr sz="1300">
                <a:solidFill>
                  <a:schemeClr val="lt1"/>
                </a:solidFill>
                <a:latin typeface="Abel"/>
                <a:ea typeface="Abel"/>
                <a:cs typeface="Abel"/>
                <a:sym typeface="Abel"/>
              </a:defRPr>
            </a:lvl7pPr>
            <a:lvl8pPr lvl="7" algn="ctr">
              <a:buNone/>
              <a:defRPr sz="1300">
                <a:solidFill>
                  <a:schemeClr val="lt1"/>
                </a:solidFill>
                <a:latin typeface="Abel"/>
                <a:ea typeface="Abel"/>
                <a:cs typeface="Abel"/>
                <a:sym typeface="Abel"/>
              </a:defRPr>
            </a:lvl8pPr>
            <a:lvl9pPr lvl="8" algn="ctr">
              <a:buNone/>
              <a:defRPr sz="1300">
                <a:solidFill>
                  <a:schemeClr val="lt1"/>
                </a:solidFill>
                <a:latin typeface="Abel"/>
                <a:ea typeface="Abel"/>
                <a:cs typeface="Abel"/>
                <a:sym typeface="Abel"/>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83" r:id="rId2"/>
    <p:sldLayoutId id="2147483684" r:id="rId3"/>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emf"/><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www.mathplayground.com/balloon_invaders_percent.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play.kahoot.it/#/k/d52a93e9-b7cb-448a-ac15-a8ec3d745b4c" TargetMode="External"/><Relationship Id="rId4" Type="http://schemas.openxmlformats.org/officeDocument/2006/relationships/hyperlink" Target="https://play.kahoot.it/#/k/6abe7746-72e7-4a2c-9e43-49231dbf8fc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www.mathplayground.com/balloon_invaders_percent.ht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play.kahoot.it/#/k/d52a93e9-b7cb-448a-ac15-a8ec3d745b4c" TargetMode="External"/><Relationship Id="rId4" Type="http://schemas.openxmlformats.org/officeDocument/2006/relationships/hyperlink" Target="https://play.kahoot.it/#/k/6abe7746-72e7-4a2c-9e43-49231dbf8fcf"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1524186"/>
            <a:ext cx="6858000" cy="360869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defRPr/>
            </a:pPr>
            <a:endParaRPr lang="en-GB" sz="1013" dirty="0">
              <a:solidFill>
                <a:prstClr val="white"/>
              </a:solidFill>
              <a:latin typeface="Calibri"/>
            </a:endParaRPr>
          </a:p>
        </p:txBody>
      </p:sp>
      <p:sp>
        <p:nvSpPr>
          <p:cNvPr id="5" name="Rectangle 4"/>
          <p:cNvSpPr/>
          <p:nvPr/>
        </p:nvSpPr>
        <p:spPr>
          <a:xfrm rot="10800000">
            <a:off x="5905060" y="150214"/>
            <a:ext cx="1865688" cy="121574"/>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defRPr/>
            </a:pPr>
            <a:endParaRPr lang="en-GB" sz="1013">
              <a:solidFill>
                <a:prstClr val="white"/>
              </a:solidFill>
              <a:latin typeface="Calibri"/>
            </a:endParaRPr>
          </a:p>
        </p:txBody>
      </p:sp>
      <p:sp>
        <p:nvSpPr>
          <p:cNvPr id="7" name="Rectangle 6"/>
          <p:cNvSpPr/>
          <p:nvPr/>
        </p:nvSpPr>
        <p:spPr>
          <a:xfrm rot="10800000">
            <a:off x="3223241" y="153056"/>
            <a:ext cx="2590824" cy="504168"/>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defRPr/>
            </a:pPr>
            <a:r>
              <a:rPr lang="en-GB" sz="1013" dirty="0">
                <a:solidFill>
                  <a:prstClr val="white"/>
                </a:solidFill>
                <a:latin typeface="Calibri"/>
              </a:rPr>
              <a:t> </a:t>
            </a:r>
          </a:p>
        </p:txBody>
      </p:sp>
      <p:sp>
        <p:nvSpPr>
          <p:cNvPr id="8" name="Rectangle 7"/>
          <p:cNvSpPr/>
          <p:nvPr/>
        </p:nvSpPr>
        <p:spPr>
          <a:xfrm rot="10800000">
            <a:off x="1273793" y="152184"/>
            <a:ext cx="1865688" cy="1262738"/>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defRPr/>
            </a:pPr>
            <a:endParaRPr lang="en-GB" sz="1013">
              <a:solidFill>
                <a:prstClr val="white"/>
              </a:solidFill>
              <a:latin typeface="Calibri"/>
            </a:endParaRPr>
          </a:p>
        </p:txBody>
      </p:sp>
      <p:sp>
        <p:nvSpPr>
          <p:cNvPr id="12" name="TextBox 11"/>
          <p:cNvSpPr txBox="1"/>
          <p:nvPr/>
        </p:nvSpPr>
        <p:spPr>
          <a:xfrm>
            <a:off x="1628807" y="145529"/>
            <a:ext cx="1134722" cy="721544"/>
          </a:xfrm>
          <a:prstGeom prst="rect">
            <a:avLst/>
          </a:prstGeom>
          <a:noFill/>
        </p:spPr>
        <p:txBody>
          <a:bodyPr wrap="square" rtlCol="0">
            <a:spAutoFit/>
          </a:bodyPr>
          <a:lstStyle/>
          <a:p>
            <a:pPr algn="ctr" defTabSz="514350">
              <a:defRPr/>
            </a:pPr>
            <a:r>
              <a:rPr lang="en-GB" sz="1013" b="1" u="sng" dirty="0">
                <a:solidFill>
                  <a:prstClr val="black"/>
                </a:solidFill>
                <a:latin typeface="Calibri"/>
              </a:rPr>
              <a:t>Keywords</a:t>
            </a:r>
          </a:p>
          <a:p>
            <a:pPr lvl="0">
              <a:defRPr/>
            </a:pPr>
            <a:r>
              <a:rPr lang="en-GB" sz="1050" dirty="0">
                <a:solidFill>
                  <a:prstClr val="black"/>
                </a:solidFill>
              </a:rPr>
              <a:t> </a:t>
            </a:r>
          </a:p>
          <a:p>
            <a:pPr algn="ctr" defTabSz="514350">
              <a:defRPr/>
            </a:pPr>
            <a:endParaRPr lang="en-GB" sz="1013" dirty="0">
              <a:solidFill>
                <a:prstClr val="black"/>
              </a:solidFill>
              <a:latin typeface="Calibri"/>
            </a:endParaRPr>
          </a:p>
          <a:p>
            <a:pPr algn="ctr" defTabSz="514350">
              <a:defRPr/>
            </a:pPr>
            <a:endParaRPr lang="en-GB" sz="1013" dirty="0">
              <a:solidFill>
                <a:prstClr val="black"/>
              </a:solidFill>
              <a:latin typeface="Calibri"/>
            </a:endParaRPr>
          </a:p>
        </p:txBody>
      </p:sp>
      <p:sp>
        <p:nvSpPr>
          <p:cNvPr id="17" name="Rectangle 16"/>
          <p:cNvSpPr/>
          <p:nvPr/>
        </p:nvSpPr>
        <p:spPr bwMode="auto">
          <a:xfrm>
            <a:off x="1233015" y="3937586"/>
            <a:ext cx="6639056" cy="1123651"/>
          </a:xfrm>
          <a:prstGeom prst="rect">
            <a:avLst/>
          </a:prstGeom>
          <a:noFill/>
          <a:ln w="38100" cap="flat" cmpd="sng" algn="ctr">
            <a:solidFill>
              <a:schemeClr val="tx1"/>
            </a:solidFill>
            <a:prstDash val="lgDashDot"/>
            <a:round/>
            <a:headEnd type="none" w="med" len="med"/>
            <a:tailEnd type="none" w="med" len="med"/>
          </a:ln>
          <a:effectLst/>
        </p:spPr>
        <p:txBody>
          <a:bodyPr vert="horz" wrap="square" lIns="51435" tIns="25718" rIns="51435" bIns="25718" numCol="1" rtlCol="0" anchor="t" anchorCtr="0" compatLnSpc="1">
            <a:prstTxWarp prst="textNoShape">
              <a:avLst/>
            </a:prstTxWarp>
          </a:bodyPr>
          <a:lstStyle/>
          <a:p>
            <a:pPr algn="r" defTabSz="514350" eaLnBrk="0" fontAlgn="base" hangingPunct="0">
              <a:spcBef>
                <a:spcPct val="0"/>
              </a:spcBef>
              <a:spcAft>
                <a:spcPct val="0"/>
              </a:spcAft>
              <a:defRPr/>
            </a:pPr>
            <a:endParaRPr lang="en-GB" sz="1050">
              <a:solidFill>
                <a:prstClr val="black"/>
              </a:solidFill>
              <a:latin typeface="Arial" charset="0"/>
            </a:endParaRPr>
          </a:p>
        </p:txBody>
      </p:sp>
      <p:sp>
        <p:nvSpPr>
          <p:cNvPr id="3" name="Rectangle 2"/>
          <p:cNvSpPr/>
          <p:nvPr/>
        </p:nvSpPr>
        <p:spPr>
          <a:xfrm>
            <a:off x="3296227" y="674461"/>
            <a:ext cx="3758980" cy="923330"/>
          </a:xfrm>
          <a:prstGeom prst="rect">
            <a:avLst/>
          </a:prstGeom>
        </p:spPr>
        <p:txBody>
          <a:bodyPr wrap="square">
            <a:spAutoFit/>
          </a:bodyPr>
          <a:lstStyle/>
          <a:p>
            <a:pPr algn="ctr" defTabSz="514350">
              <a:defRPr/>
            </a:pPr>
            <a:r>
              <a:rPr lang="en-GB" sz="2700" u="sng" dirty="0">
                <a:solidFill>
                  <a:prstClr val="black"/>
                </a:solidFill>
              </a:rPr>
              <a:t>Finding a percentage of an amount.</a:t>
            </a:r>
            <a:endParaRPr lang="en-GB" sz="2700" u="sng" dirty="0">
              <a:solidFill>
                <a:prstClr val="black"/>
              </a:solidFill>
              <a:latin typeface="Calibri"/>
            </a:endParaRPr>
          </a:p>
        </p:txBody>
      </p:sp>
      <p:pic>
        <p:nvPicPr>
          <p:cNvPr id="18" name="Picture 2" descr="http://content.mycutegraphics.com/graphics/health/cartoon-eye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11953" y="916486"/>
            <a:ext cx="698237" cy="40988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79615" y="1035323"/>
            <a:ext cx="295751" cy="385763"/>
          </a:xfrm>
          <a:prstGeom prst="rect">
            <a:avLst/>
          </a:prstGeom>
          <a:noFill/>
          <a:ln>
            <a:noFill/>
          </a:ln>
        </p:spPr>
      </p:pic>
      <p:sp>
        <p:nvSpPr>
          <p:cNvPr id="24" name="Rounded Rectangle 23"/>
          <p:cNvSpPr/>
          <p:nvPr/>
        </p:nvSpPr>
        <p:spPr>
          <a:xfrm>
            <a:off x="1233014" y="1729858"/>
            <a:ext cx="662745" cy="194615"/>
          </a:xfrm>
          <a:prstGeom prst="roundRect">
            <a:avLst>
              <a:gd name="adj" fmla="val 21100"/>
            </a:avLst>
          </a:prstGeom>
          <a:solidFill>
            <a:srgbClr val="8ED05F"/>
          </a:solidFill>
          <a:ln w="9525" cap="flat" cmpd="sng" algn="ctr">
            <a:solidFill>
              <a:srgbClr val="008000"/>
            </a:solidFill>
            <a:prstDash val="solid"/>
          </a:ln>
          <a:effectLst/>
        </p:spPr>
        <p:txBody>
          <a:bodyPr lIns="38522" tIns="19262" rIns="38522" bIns="19262" rtlCol="0" anchor="ctr"/>
          <a:lstStyle/>
          <a:p>
            <a:pPr algn="ctr" defTabSz="514350">
              <a:defRPr/>
            </a:pPr>
            <a:r>
              <a:rPr lang="en-US" sz="1181" b="1" dirty="0">
                <a:solidFill>
                  <a:prstClr val="white"/>
                </a:solidFill>
                <a:latin typeface="Calibri"/>
              </a:rPr>
              <a:t>STARTER</a:t>
            </a:r>
          </a:p>
        </p:txBody>
      </p:sp>
      <p:sp>
        <p:nvSpPr>
          <p:cNvPr id="2" name="TextBox 1"/>
          <p:cNvSpPr txBox="1"/>
          <p:nvPr/>
        </p:nvSpPr>
        <p:spPr>
          <a:xfrm>
            <a:off x="6124019" y="98471"/>
            <a:ext cx="2005130" cy="248209"/>
          </a:xfrm>
          <a:prstGeom prst="rect">
            <a:avLst/>
          </a:prstGeom>
          <a:noFill/>
        </p:spPr>
        <p:txBody>
          <a:bodyPr wrap="square" rtlCol="0">
            <a:spAutoFit/>
          </a:bodyPr>
          <a:lstStyle/>
          <a:p>
            <a:fld id="{EA293C8E-37F5-4F94-B504-B438F11114B4}" type="datetime2">
              <a:rPr lang="en-GB" sz="1013"/>
              <a:t>Sunday, 28 March 2021</a:t>
            </a:fld>
            <a:endParaRPr lang="en-GB" sz="1013" dirty="0"/>
          </a:p>
        </p:txBody>
      </p:sp>
      <p:pic>
        <p:nvPicPr>
          <p:cNvPr id="15" name="Picture 14"/>
          <p:cNvPicPr>
            <a:picLocks noChangeAspect="1"/>
          </p:cNvPicPr>
          <p:nvPr/>
        </p:nvPicPr>
        <p:blipFill rotWithShape="1">
          <a:blip r:embed="rId5"/>
          <a:srcRect t="28077" b="33885"/>
          <a:stretch/>
        </p:blipFill>
        <p:spPr>
          <a:xfrm>
            <a:off x="1652708" y="3629004"/>
            <a:ext cx="1487480" cy="320131"/>
          </a:xfrm>
          <a:prstGeom prst="rect">
            <a:avLst/>
          </a:prstGeom>
        </p:spPr>
      </p:pic>
      <p:sp>
        <p:nvSpPr>
          <p:cNvPr id="16" name="Rectangle 30"/>
          <p:cNvSpPr>
            <a:spLocks noChangeArrowheads="1"/>
          </p:cNvSpPr>
          <p:nvPr/>
        </p:nvSpPr>
        <p:spPr bwMode="auto">
          <a:xfrm>
            <a:off x="4925729" y="1564496"/>
            <a:ext cx="769625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en-GB" sz="1050"/>
          </a:p>
        </p:txBody>
      </p:sp>
      <p:sp>
        <p:nvSpPr>
          <p:cNvPr id="56" name="Rectangle 55"/>
          <p:cNvSpPr/>
          <p:nvPr/>
        </p:nvSpPr>
        <p:spPr>
          <a:xfrm>
            <a:off x="3308484" y="194909"/>
            <a:ext cx="2256175" cy="571375"/>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
        <p:nvSpPr>
          <p:cNvPr id="32" name="Rectangle 31"/>
          <p:cNvSpPr/>
          <p:nvPr/>
        </p:nvSpPr>
        <p:spPr>
          <a:xfrm>
            <a:off x="1717772" y="272498"/>
            <a:ext cx="875561" cy="253916"/>
          </a:xfrm>
          <a:prstGeom prst="rect">
            <a:avLst/>
          </a:prstGeom>
        </p:spPr>
        <p:txBody>
          <a:bodyPr wrap="none">
            <a:spAutoFit/>
          </a:bodyPr>
          <a:lstStyle/>
          <a:p>
            <a:pPr lvl="0">
              <a:defRPr/>
            </a:pPr>
            <a:r>
              <a:rPr lang="en-GB" sz="1050" dirty="0"/>
              <a:t>Percentage</a:t>
            </a:r>
          </a:p>
        </p:txBody>
      </p:sp>
      <p:sp>
        <p:nvSpPr>
          <p:cNvPr id="33" name="Rectangle 32"/>
          <p:cNvSpPr/>
          <p:nvPr/>
        </p:nvSpPr>
        <p:spPr>
          <a:xfrm>
            <a:off x="1829611" y="446969"/>
            <a:ext cx="708848" cy="253916"/>
          </a:xfrm>
          <a:prstGeom prst="rect">
            <a:avLst/>
          </a:prstGeom>
        </p:spPr>
        <p:txBody>
          <a:bodyPr wrap="none">
            <a:spAutoFit/>
          </a:bodyPr>
          <a:lstStyle/>
          <a:p>
            <a:pPr lvl="0">
              <a:defRPr/>
            </a:pPr>
            <a:r>
              <a:rPr lang="en-GB" sz="1050" dirty="0"/>
              <a:t>Fraction </a:t>
            </a:r>
          </a:p>
        </p:txBody>
      </p:sp>
      <p:sp>
        <p:nvSpPr>
          <p:cNvPr id="34" name="Rectangle 33"/>
          <p:cNvSpPr/>
          <p:nvPr/>
        </p:nvSpPr>
        <p:spPr>
          <a:xfrm>
            <a:off x="1755423" y="596036"/>
            <a:ext cx="816249" cy="253916"/>
          </a:xfrm>
          <a:prstGeom prst="rect">
            <a:avLst/>
          </a:prstGeom>
        </p:spPr>
        <p:txBody>
          <a:bodyPr wrap="none">
            <a:spAutoFit/>
          </a:bodyPr>
          <a:lstStyle/>
          <a:p>
            <a:pPr lvl="0">
              <a:defRPr/>
            </a:pPr>
            <a:r>
              <a:rPr lang="en-GB" sz="1050" dirty="0"/>
              <a:t>Equivalent</a:t>
            </a:r>
          </a:p>
        </p:txBody>
      </p:sp>
      <p:sp>
        <p:nvSpPr>
          <p:cNvPr id="35" name="Rectangle 34"/>
          <p:cNvSpPr/>
          <p:nvPr/>
        </p:nvSpPr>
        <p:spPr>
          <a:xfrm>
            <a:off x="1836794" y="806660"/>
            <a:ext cx="657552" cy="253916"/>
          </a:xfrm>
          <a:prstGeom prst="rect">
            <a:avLst/>
          </a:prstGeom>
        </p:spPr>
        <p:txBody>
          <a:bodyPr wrap="none">
            <a:spAutoFit/>
          </a:bodyPr>
          <a:lstStyle/>
          <a:p>
            <a:pPr lvl="0">
              <a:defRPr/>
            </a:pPr>
            <a:r>
              <a:rPr lang="en-GB" sz="1050" dirty="0"/>
              <a:t>Convert</a:t>
            </a:r>
          </a:p>
        </p:txBody>
      </p:sp>
      <p:sp>
        <p:nvSpPr>
          <p:cNvPr id="39" name="Rectangle 38"/>
          <p:cNvSpPr/>
          <p:nvPr/>
        </p:nvSpPr>
        <p:spPr>
          <a:xfrm>
            <a:off x="1925792" y="984473"/>
            <a:ext cx="530915" cy="253916"/>
          </a:xfrm>
          <a:prstGeom prst="rect">
            <a:avLst/>
          </a:prstGeom>
        </p:spPr>
        <p:txBody>
          <a:bodyPr wrap="none">
            <a:spAutoFit/>
          </a:bodyPr>
          <a:lstStyle/>
          <a:p>
            <a:pPr lvl="0">
              <a:defRPr/>
            </a:pPr>
            <a:r>
              <a:rPr lang="en-GB" sz="1050" dirty="0"/>
              <a:t>Equal</a:t>
            </a:r>
          </a:p>
        </p:txBody>
      </p:sp>
      <p:sp>
        <p:nvSpPr>
          <p:cNvPr id="26" name="Rectangle 25"/>
          <p:cNvSpPr/>
          <p:nvPr/>
        </p:nvSpPr>
        <p:spPr>
          <a:xfrm>
            <a:off x="1872268" y="1145397"/>
            <a:ext cx="673582" cy="253916"/>
          </a:xfrm>
          <a:prstGeom prst="rect">
            <a:avLst/>
          </a:prstGeom>
        </p:spPr>
        <p:txBody>
          <a:bodyPr wrap="none">
            <a:spAutoFit/>
          </a:bodyPr>
          <a:lstStyle/>
          <a:p>
            <a:pPr lvl="0">
              <a:defRPr/>
            </a:pPr>
            <a:r>
              <a:rPr lang="en-GB" sz="1050" dirty="0"/>
              <a:t>Decimal</a:t>
            </a:r>
          </a:p>
        </p:txBody>
      </p:sp>
      <p:sp>
        <p:nvSpPr>
          <p:cNvPr id="11" name="Rectangle 13"/>
          <p:cNvSpPr>
            <a:spLocks noChangeArrowheads="1"/>
          </p:cNvSpPr>
          <p:nvPr/>
        </p:nvSpPr>
        <p:spPr bwMode="auto">
          <a:xfrm>
            <a:off x="1143000" y="48907"/>
            <a:ext cx="658294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en-GB" sz="1050"/>
          </a:p>
        </p:txBody>
      </p:sp>
      <p:pic>
        <p:nvPicPr>
          <p:cNvPr id="58" name="Picture 57"/>
          <p:cNvPicPr>
            <a:picLocks noChangeAspect="1"/>
          </p:cNvPicPr>
          <p:nvPr/>
        </p:nvPicPr>
        <p:blipFill rotWithShape="1">
          <a:blip r:embed="rId6"/>
          <a:srcRect t="18930" r="6176" b="9025"/>
          <a:stretch/>
        </p:blipFill>
        <p:spPr>
          <a:xfrm>
            <a:off x="1203378" y="2070553"/>
            <a:ext cx="4194842" cy="1320665"/>
          </a:xfrm>
          <a:prstGeom prst="rect">
            <a:avLst/>
          </a:prstGeom>
          <a:solidFill>
            <a:srgbClr val="FF0000"/>
          </a:solidFill>
          <a:ln w="38100">
            <a:solidFill>
              <a:srgbClr val="FF0000"/>
            </a:solidFill>
          </a:ln>
        </p:spPr>
        <p:style>
          <a:lnRef idx="2">
            <a:schemeClr val="accent2"/>
          </a:lnRef>
          <a:fillRef idx="1">
            <a:schemeClr val="lt1"/>
          </a:fillRef>
          <a:effectRef idx="0">
            <a:schemeClr val="accent2"/>
          </a:effectRef>
          <a:fontRef idx="minor">
            <a:schemeClr val="dk1"/>
          </a:fontRef>
        </p:style>
      </p:pic>
      <p:pic>
        <p:nvPicPr>
          <p:cNvPr id="59" name="Picture 58"/>
          <p:cNvPicPr>
            <a:picLocks noChangeAspect="1"/>
          </p:cNvPicPr>
          <p:nvPr/>
        </p:nvPicPr>
        <p:blipFill rotWithShape="1">
          <a:blip r:embed="rId7"/>
          <a:srcRect t="10274" b="6849"/>
          <a:stretch/>
        </p:blipFill>
        <p:spPr>
          <a:xfrm>
            <a:off x="6167183" y="1433815"/>
            <a:ext cx="1423388" cy="2348592"/>
          </a:xfrm>
          <a:prstGeom prst="rect">
            <a:avLst/>
          </a:prstGeom>
          <a:ln w="38100">
            <a:solidFill>
              <a:srgbClr val="FFFF00"/>
            </a:solidFill>
          </a:ln>
        </p:spPr>
      </p:pic>
      <p:pic>
        <p:nvPicPr>
          <p:cNvPr id="60" name="Picture 59"/>
          <p:cNvPicPr>
            <a:picLocks noChangeAspect="1"/>
          </p:cNvPicPr>
          <p:nvPr/>
        </p:nvPicPr>
        <p:blipFill rotWithShape="1">
          <a:blip r:embed="rId8"/>
          <a:srcRect t="26316" b="22369"/>
          <a:stretch/>
        </p:blipFill>
        <p:spPr>
          <a:xfrm>
            <a:off x="1274604" y="4353862"/>
            <a:ext cx="2062420" cy="568040"/>
          </a:xfrm>
          <a:prstGeom prst="rect">
            <a:avLst/>
          </a:prstGeom>
        </p:spPr>
      </p:pic>
      <p:pic>
        <p:nvPicPr>
          <p:cNvPr id="61" name="Picture 60"/>
          <p:cNvPicPr>
            <a:picLocks noChangeAspect="1"/>
          </p:cNvPicPr>
          <p:nvPr/>
        </p:nvPicPr>
        <p:blipFill rotWithShape="1">
          <a:blip r:embed="rId9"/>
          <a:srcRect t="20167" r="7756" b="25966"/>
          <a:stretch/>
        </p:blipFill>
        <p:spPr>
          <a:xfrm>
            <a:off x="4754976" y="4289439"/>
            <a:ext cx="2300168" cy="580250"/>
          </a:xfrm>
          <a:prstGeom prst="rect">
            <a:avLst/>
          </a:prstGeom>
        </p:spPr>
      </p:pic>
      <p:sp>
        <p:nvSpPr>
          <p:cNvPr id="62" name="TextBox 61"/>
          <p:cNvSpPr txBox="1"/>
          <p:nvPr/>
        </p:nvSpPr>
        <p:spPr>
          <a:xfrm>
            <a:off x="3543300" y="4090989"/>
            <a:ext cx="891174" cy="415498"/>
          </a:xfrm>
          <a:prstGeom prst="rect">
            <a:avLst/>
          </a:prstGeom>
          <a:noFill/>
        </p:spPr>
        <p:txBody>
          <a:bodyPr wrap="square" rtlCol="0">
            <a:spAutoFit/>
          </a:bodyPr>
          <a:lstStyle/>
          <a:p>
            <a:r>
              <a:rPr lang="en-GB" sz="1050" dirty="0"/>
              <a:t>Which is larger?</a:t>
            </a:r>
          </a:p>
        </p:txBody>
      </p:sp>
      <p:sp>
        <p:nvSpPr>
          <p:cNvPr id="6" name="TextBox 5"/>
          <p:cNvSpPr txBox="1"/>
          <p:nvPr/>
        </p:nvSpPr>
        <p:spPr>
          <a:xfrm>
            <a:off x="2957330" y="2127765"/>
            <a:ext cx="467934" cy="415498"/>
          </a:xfrm>
          <a:prstGeom prst="rect">
            <a:avLst/>
          </a:prstGeom>
          <a:noFill/>
        </p:spPr>
        <p:txBody>
          <a:bodyPr wrap="square" rtlCol="0">
            <a:spAutoFit/>
          </a:bodyPr>
          <a:lstStyle/>
          <a:p>
            <a:r>
              <a:rPr lang="en-GB" sz="2100" dirty="0">
                <a:solidFill>
                  <a:srgbClr val="FF0000"/>
                </a:solidFill>
              </a:rPr>
              <a:t>6</a:t>
            </a:r>
          </a:p>
        </p:txBody>
      </p:sp>
      <p:sp>
        <p:nvSpPr>
          <p:cNvPr id="30" name="TextBox 29"/>
          <p:cNvSpPr txBox="1"/>
          <p:nvPr/>
        </p:nvSpPr>
        <p:spPr>
          <a:xfrm>
            <a:off x="5175716" y="2121075"/>
            <a:ext cx="467934" cy="415498"/>
          </a:xfrm>
          <a:prstGeom prst="rect">
            <a:avLst/>
          </a:prstGeom>
          <a:noFill/>
        </p:spPr>
        <p:txBody>
          <a:bodyPr wrap="square" rtlCol="0">
            <a:spAutoFit/>
          </a:bodyPr>
          <a:lstStyle/>
          <a:p>
            <a:r>
              <a:rPr lang="en-GB" sz="2100" dirty="0">
                <a:solidFill>
                  <a:srgbClr val="FF0000"/>
                </a:solidFill>
              </a:rPr>
              <a:t>2</a:t>
            </a:r>
          </a:p>
        </p:txBody>
      </p:sp>
      <p:sp>
        <p:nvSpPr>
          <p:cNvPr id="31" name="TextBox 30"/>
          <p:cNvSpPr txBox="1"/>
          <p:nvPr/>
        </p:nvSpPr>
        <p:spPr>
          <a:xfrm>
            <a:off x="2825147" y="2835025"/>
            <a:ext cx="467934" cy="415498"/>
          </a:xfrm>
          <a:prstGeom prst="rect">
            <a:avLst/>
          </a:prstGeom>
          <a:noFill/>
        </p:spPr>
        <p:txBody>
          <a:bodyPr wrap="square" rtlCol="0">
            <a:spAutoFit/>
          </a:bodyPr>
          <a:lstStyle/>
          <a:p>
            <a:r>
              <a:rPr lang="en-GB" sz="2100" dirty="0">
                <a:solidFill>
                  <a:srgbClr val="FF0000"/>
                </a:solidFill>
              </a:rPr>
              <a:t>3</a:t>
            </a:r>
          </a:p>
        </p:txBody>
      </p:sp>
      <p:sp>
        <p:nvSpPr>
          <p:cNvPr id="36" name="TextBox 35"/>
          <p:cNvSpPr txBox="1"/>
          <p:nvPr/>
        </p:nvSpPr>
        <p:spPr>
          <a:xfrm>
            <a:off x="5175716" y="2840084"/>
            <a:ext cx="467934" cy="415498"/>
          </a:xfrm>
          <a:prstGeom prst="rect">
            <a:avLst/>
          </a:prstGeom>
          <a:noFill/>
        </p:spPr>
        <p:txBody>
          <a:bodyPr wrap="square" rtlCol="0">
            <a:spAutoFit/>
          </a:bodyPr>
          <a:lstStyle/>
          <a:p>
            <a:r>
              <a:rPr lang="en-GB" sz="2100" dirty="0">
                <a:solidFill>
                  <a:srgbClr val="FF0000"/>
                </a:solidFill>
              </a:rPr>
              <a:t>2</a:t>
            </a:r>
          </a:p>
        </p:txBody>
      </p:sp>
      <p:sp>
        <p:nvSpPr>
          <p:cNvPr id="37" name="TextBox 36"/>
          <p:cNvSpPr txBox="1"/>
          <p:nvPr/>
        </p:nvSpPr>
        <p:spPr>
          <a:xfrm>
            <a:off x="7162439" y="1468182"/>
            <a:ext cx="467934" cy="415498"/>
          </a:xfrm>
          <a:prstGeom prst="rect">
            <a:avLst/>
          </a:prstGeom>
          <a:noFill/>
        </p:spPr>
        <p:txBody>
          <a:bodyPr wrap="square" rtlCol="0">
            <a:spAutoFit/>
          </a:bodyPr>
          <a:lstStyle/>
          <a:p>
            <a:r>
              <a:rPr lang="en-GB" sz="2100" dirty="0">
                <a:solidFill>
                  <a:srgbClr val="FF0000"/>
                </a:solidFill>
              </a:rPr>
              <a:t>8</a:t>
            </a:r>
          </a:p>
        </p:txBody>
      </p:sp>
      <p:sp>
        <p:nvSpPr>
          <p:cNvPr id="38" name="TextBox 37"/>
          <p:cNvSpPr txBox="1"/>
          <p:nvPr/>
        </p:nvSpPr>
        <p:spPr>
          <a:xfrm>
            <a:off x="7160136" y="2050798"/>
            <a:ext cx="467934" cy="415498"/>
          </a:xfrm>
          <a:prstGeom prst="rect">
            <a:avLst/>
          </a:prstGeom>
          <a:noFill/>
        </p:spPr>
        <p:txBody>
          <a:bodyPr wrap="square" rtlCol="0">
            <a:spAutoFit/>
          </a:bodyPr>
          <a:lstStyle/>
          <a:p>
            <a:r>
              <a:rPr lang="en-GB" sz="2100" dirty="0">
                <a:solidFill>
                  <a:srgbClr val="FF0000"/>
                </a:solidFill>
              </a:rPr>
              <a:t>4</a:t>
            </a:r>
          </a:p>
        </p:txBody>
      </p:sp>
      <p:sp>
        <p:nvSpPr>
          <p:cNvPr id="40" name="TextBox 39"/>
          <p:cNvSpPr txBox="1"/>
          <p:nvPr/>
        </p:nvSpPr>
        <p:spPr>
          <a:xfrm>
            <a:off x="7211954" y="2709153"/>
            <a:ext cx="467934" cy="415498"/>
          </a:xfrm>
          <a:prstGeom prst="rect">
            <a:avLst/>
          </a:prstGeom>
          <a:noFill/>
        </p:spPr>
        <p:txBody>
          <a:bodyPr wrap="square" rtlCol="0">
            <a:spAutoFit/>
          </a:bodyPr>
          <a:lstStyle/>
          <a:p>
            <a:r>
              <a:rPr lang="en-GB" sz="2100" dirty="0">
                <a:solidFill>
                  <a:srgbClr val="FF0000"/>
                </a:solidFill>
              </a:rPr>
              <a:t>2</a:t>
            </a:r>
          </a:p>
        </p:txBody>
      </p:sp>
      <p:sp>
        <p:nvSpPr>
          <p:cNvPr id="41" name="TextBox 40"/>
          <p:cNvSpPr txBox="1"/>
          <p:nvPr/>
        </p:nvSpPr>
        <p:spPr>
          <a:xfrm>
            <a:off x="7263771" y="3367508"/>
            <a:ext cx="467934" cy="415498"/>
          </a:xfrm>
          <a:prstGeom prst="rect">
            <a:avLst/>
          </a:prstGeom>
          <a:noFill/>
        </p:spPr>
        <p:txBody>
          <a:bodyPr wrap="square" rtlCol="0">
            <a:spAutoFit/>
          </a:bodyPr>
          <a:lstStyle/>
          <a:p>
            <a:r>
              <a:rPr lang="en-GB" sz="2100" dirty="0">
                <a:solidFill>
                  <a:srgbClr val="FF0000"/>
                </a:solidFill>
              </a:rPr>
              <a:t>6</a:t>
            </a:r>
          </a:p>
        </p:txBody>
      </p:sp>
      <p:sp>
        <p:nvSpPr>
          <p:cNvPr id="42" name="TextBox 41"/>
          <p:cNvSpPr txBox="1"/>
          <p:nvPr/>
        </p:nvSpPr>
        <p:spPr>
          <a:xfrm>
            <a:off x="1628807" y="4151446"/>
            <a:ext cx="467934" cy="738664"/>
          </a:xfrm>
          <a:prstGeom prst="rect">
            <a:avLst/>
          </a:prstGeom>
          <a:noFill/>
        </p:spPr>
        <p:txBody>
          <a:bodyPr wrap="square" rtlCol="0">
            <a:spAutoFit/>
          </a:bodyPr>
          <a:lstStyle/>
          <a:p>
            <a:r>
              <a:rPr lang="en-GB" sz="2100" dirty="0">
                <a:solidFill>
                  <a:srgbClr val="FF0000"/>
                </a:solidFill>
              </a:rPr>
              <a:t>24</a:t>
            </a:r>
          </a:p>
        </p:txBody>
      </p:sp>
      <p:sp>
        <p:nvSpPr>
          <p:cNvPr id="43" name="TextBox 42"/>
          <p:cNvSpPr txBox="1"/>
          <p:nvPr/>
        </p:nvSpPr>
        <p:spPr>
          <a:xfrm>
            <a:off x="2695334" y="4137155"/>
            <a:ext cx="467934" cy="738664"/>
          </a:xfrm>
          <a:prstGeom prst="rect">
            <a:avLst/>
          </a:prstGeom>
          <a:noFill/>
        </p:spPr>
        <p:txBody>
          <a:bodyPr wrap="square" rtlCol="0">
            <a:spAutoFit/>
          </a:bodyPr>
          <a:lstStyle/>
          <a:p>
            <a:r>
              <a:rPr lang="en-GB" sz="2100" dirty="0">
                <a:solidFill>
                  <a:srgbClr val="FF0000"/>
                </a:solidFill>
              </a:rPr>
              <a:t>25</a:t>
            </a:r>
          </a:p>
        </p:txBody>
      </p:sp>
      <p:sp>
        <p:nvSpPr>
          <p:cNvPr id="9" name="Oval 8"/>
          <p:cNvSpPr/>
          <p:nvPr/>
        </p:nvSpPr>
        <p:spPr>
          <a:xfrm>
            <a:off x="2305813" y="4151446"/>
            <a:ext cx="1237487" cy="871961"/>
          </a:xfrm>
          <a:prstGeom prst="ellipse">
            <a:avLst/>
          </a:prstGeom>
          <a:noFill/>
          <a:ln w="571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sz="1050"/>
          </a:p>
        </p:txBody>
      </p:sp>
      <p:sp>
        <p:nvSpPr>
          <p:cNvPr id="45" name="TextBox 44"/>
          <p:cNvSpPr txBox="1"/>
          <p:nvPr/>
        </p:nvSpPr>
        <p:spPr>
          <a:xfrm>
            <a:off x="5194887" y="4098026"/>
            <a:ext cx="619178" cy="738664"/>
          </a:xfrm>
          <a:prstGeom prst="rect">
            <a:avLst/>
          </a:prstGeom>
          <a:noFill/>
        </p:spPr>
        <p:txBody>
          <a:bodyPr wrap="square" rtlCol="0">
            <a:spAutoFit/>
          </a:bodyPr>
          <a:lstStyle/>
          <a:p>
            <a:r>
              <a:rPr lang="en-GB" sz="2100" dirty="0">
                <a:solidFill>
                  <a:srgbClr val="FF0000"/>
                </a:solidFill>
              </a:rPr>
              <a:t>210</a:t>
            </a:r>
          </a:p>
        </p:txBody>
      </p:sp>
      <p:sp>
        <p:nvSpPr>
          <p:cNvPr id="46" name="TextBox 45"/>
          <p:cNvSpPr txBox="1"/>
          <p:nvPr/>
        </p:nvSpPr>
        <p:spPr>
          <a:xfrm>
            <a:off x="6335299" y="4106995"/>
            <a:ext cx="619178" cy="738664"/>
          </a:xfrm>
          <a:prstGeom prst="rect">
            <a:avLst/>
          </a:prstGeom>
          <a:noFill/>
        </p:spPr>
        <p:txBody>
          <a:bodyPr wrap="square" rtlCol="0">
            <a:spAutoFit/>
          </a:bodyPr>
          <a:lstStyle/>
          <a:p>
            <a:r>
              <a:rPr lang="en-GB" sz="2100" dirty="0">
                <a:solidFill>
                  <a:srgbClr val="FF0000"/>
                </a:solidFill>
              </a:rPr>
              <a:t>203</a:t>
            </a:r>
          </a:p>
        </p:txBody>
      </p:sp>
      <p:sp>
        <p:nvSpPr>
          <p:cNvPr id="47" name="Oval 46"/>
          <p:cNvSpPr/>
          <p:nvPr/>
        </p:nvSpPr>
        <p:spPr>
          <a:xfrm>
            <a:off x="4741527" y="4137155"/>
            <a:ext cx="1237487" cy="871961"/>
          </a:xfrm>
          <a:prstGeom prst="ellipse">
            <a:avLst/>
          </a:prstGeom>
          <a:noFill/>
          <a:ln w="571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sz="1050"/>
          </a:p>
        </p:txBody>
      </p:sp>
    </p:spTree>
    <p:extLst>
      <p:ext uri="{BB962C8B-B14F-4D97-AF65-F5344CB8AC3E}">
        <p14:creationId xmlns:p14="http://schemas.microsoft.com/office/powerpoint/2010/main" val="33994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down)">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down)">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down)">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down)">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wipe(down)">
                                      <p:cBhvr>
                                        <p:cTn id="42" dur="50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wipe(down)">
                                      <p:cBhvr>
                                        <p:cTn id="47" dur="500"/>
                                        <p:tgtEl>
                                          <p:spTgt spid="42"/>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wipe(down)">
                                      <p:cBhvr>
                                        <p:cTn id="50" dur="500"/>
                                        <p:tgtEl>
                                          <p:spTgt spid="43"/>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barn(inVertical)">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wipe(down)">
                                      <p:cBhvr>
                                        <p:cTn id="58" dur="500"/>
                                        <p:tgtEl>
                                          <p:spTgt spid="45"/>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wipe(down)">
                                      <p:cBhvr>
                                        <p:cTn id="61" dur="500"/>
                                        <p:tgtEl>
                                          <p:spTgt spid="46"/>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barn(inVertical)">
                                      <p:cBhvr>
                                        <p:cTn id="6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0" grpId="0"/>
      <p:bldP spid="31" grpId="0"/>
      <p:bldP spid="36" grpId="0"/>
      <p:bldP spid="37" grpId="0"/>
      <p:bldP spid="38" grpId="0"/>
      <p:bldP spid="40" grpId="0"/>
      <p:bldP spid="41" grpId="0"/>
      <p:bldP spid="42" grpId="0"/>
      <p:bldP spid="43" grpId="0"/>
      <p:bldP spid="9" grpId="0" animBg="1"/>
      <p:bldP spid="45" grpId="0"/>
      <p:bldP spid="46" grpId="0"/>
      <p:bldP spid="4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a:cxnSpLocks/>
          </p:cNvCxnSpPr>
          <p:nvPr/>
        </p:nvCxnSpPr>
        <p:spPr>
          <a:xfrm>
            <a:off x="4518061" y="0"/>
            <a:ext cx="10826" cy="51435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455122"/>
            <a:ext cx="4518062" cy="10394"/>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a:cxnSpLocks/>
          </p:cNvCxnSpPr>
          <p:nvPr/>
        </p:nvCxnSpPr>
        <p:spPr>
          <a:xfrm>
            <a:off x="575246" y="244483"/>
            <a:ext cx="0" cy="4888517"/>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1498098" y="-58483"/>
            <a:ext cx="798617" cy="276999"/>
          </a:xfrm>
          <a:prstGeom prst="rect">
            <a:avLst/>
          </a:prstGeom>
          <a:noFill/>
        </p:spPr>
        <p:txBody>
          <a:bodyPr wrap="none" rtlCol="0">
            <a:spAutoFit/>
          </a:bodyPr>
          <a:lstStyle/>
          <a:p>
            <a:r>
              <a:rPr lang="en-AU" sz="1200" dirty="0"/>
              <a:t>Contents</a:t>
            </a:r>
          </a:p>
        </p:txBody>
      </p:sp>
      <p:sp>
        <p:nvSpPr>
          <p:cNvPr id="23" name="TextBox 22"/>
          <p:cNvSpPr txBox="1"/>
          <p:nvPr/>
        </p:nvSpPr>
        <p:spPr>
          <a:xfrm>
            <a:off x="57780" y="206404"/>
            <a:ext cx="542136" cy="276999"/>
          </a:xfrm>
          <a:prstGeom prst="rect">
            <a:avLst/>
          </a:prstGeom>
          <a:noFill/>
        </p:spPr>
        <p:txBody>
          <a:bodyPr wrap="none" rtlCol="0">
            <a:spAutoFit/>
          </a:bodyPr>
          <a:lstStyle/>
          <a:p>
            <a:r>
              <a:rPr lang="en-AU" sz="1200" dirty="0"/>
              <a:t>Page</a:t>
            </a:r>
          </a:p>
        </p:txBody>
      </p:sp>
      <p:cxnSp>
        <p:nvCxnSpPr>
          <p:cNvPr id="16" name="Straight Connector 15"/>
          <p:cNvCxnSpPr>
            <a:cxnSpLocks/>
          </p:cNvCxnSpPr>
          <p:nvPr/>
        </p:nvCxnSpPr>
        <p:spPr>
          <a:xfrm>
            <a:off x="1422899" y="244483"/>
            <a:ext cx="0" cy="4888517"/>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679734" y="211601"/>
            <a:ext cx="508473" cy="276999"/>
          </a:xfrm>
          <a:prstGeom prst="rect">
            <a:avLst/>
          </a:prstGeom>
          <a:noFill/>
        </p:spPr>
        <p:txBody>
          <a:bodyPr wrap="none" rtlCol="0">
            <a:spAutoFit/>
          </a:bodyPr>
          <a:lstStyle/>
          <a:p>
            <a:r>
              <a:rPr lang="en-AU" sz="1200" dirty="0"/>
              <a:t>Date</a:t>
            </a:r>
          </a:p>
        </p:txBody>
      </p:sp>
      <p:sp>
        <p:nvSpPr>
          <p:cNvPr id="18" name="TextBox 17"/>
          <p:cNvSpPr txBox="1"/>
          <p:nvPr/>
        </p:nvSpPr>
        <p:spPr>
          <a:xfrm>
            <a:off x="1531748" y="230172"/>
            <a:ext cx="1822523" cy="276999"/>
          </a:xfrm>
          <a:prstGeom prst="rect">
            <a:avLst/>
          </a:prstGeom>
          <a:noFill/>
        </p:spPr>
        <p:txBody>
          <a:bodyPr wrap="square" rtlCol="0">
            <a:spAutoFit/>
          </a:bodyPr>
          <a:lstStyle/>
          <a:p>
            <a:r>
              <a:rPr lang="en-AU" sz="1200" dirty="0"/>
              <a:t>Essential Question</a:t>
            </a:r>
          </a:p>
        </p:txBody>
      </p:sp>
      <p:sp>
        <p:nvSpPr>
          <p:cNvPr id="21" name="TextBox 20"/>
          <p:cNvSpPr txBox="1"/>
          <p:nvPr/>
        </p:nvSpPr>
        <p:spPr>
          <a:xfrm>
            <a:off x="5521147" y="15489"/>
            <a:ext cx="2596310" cy="323165"/>
          </a:xfrm>
          <a:prstGeom prst="rect">
            <a:avLst/>
          </a:prstGeom>
          <a:noFill/>
        </p:spPr>
        <p:txBody>
          <a:bodyPr wrap="square" rtlCol="0">
            <a:spAutoFit/>
          </a:bodyPr>
          <a:lstStyle/>
          <a:p>
            <a:r>
              <a:rPr lang="en-AU" sz="1500" dirty="0"/>
              <a:t>Glossary or Formula Page</a:t>
            </a:r>
          </a:p>
        </p:txBody>
      </p:sp>
      <p:cxnSp>
        <p:nvCxnSpPr>
          <p:cNvPr id="14" name="Straight Connector 13"/>
          <p:cNvCxnSpPr/>
          <p:nvPr/>
        </p:nvCxnSpPr>
        <p:spPr>
          <a:xfrm>
            <a:off x="4518061" y="471562"/>
            <a:ext cx="4518062" cy="10394"/>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299E3AC1-1E77-4710-9BC0-DFB1F88244CA}"/>
              </a:ext>
            </a:extLst>
          </p:cNvPr>
          <p:cNvCxnSpPr>
            <a:cxnSpLocks/>
          </p:cNvCxnSpPr>
          <p:nvPr/>
        </p:nvCxnSpPr>
        <p:spPr>
          <a:xfrm>
            <a:off x="6087633" y="471562"/>
            <a:ext cx="0" cy="4671938"/>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024F7D26-2225-40DE-95E8-82C9E31AF559}"/>
              </a:ext>
            </a:extLst>
          </p:cNvPr>
          <p:cNvCxnSpPr>
            <a:cxnSpLocks/>
          </p:cNvCxnSpPr>
          <p:nvPr/>
        </p:nvCxnSpPr>
        <p:spPr>
          <a:xfrm>
            <a:off x="3857705" y="254983"/>
            <a:ext cx="0" cy="4888517"/>
          </a:xfrm>
          <a:prstGeom prst="line">
            <a:avLst/>
          </a:prstGeom>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16280076-6BD0-4CE8-8378-8CDB7ED81C35}"/>
              </a:ext>
            </a:extLst>
          </p:cNvPr>
          <p:cNvCxnSpPr>
            <a:cxnSpLocks/>
          </p:cNvCxnSpPr>
          <p:nvPr/>
        </p:nvCxnSpPr>
        <p:spPr>
          <a:xfrm>
            <a:off x="4222102" y="244483"/>
            <a:ext cx="0" cy="4888517"/>
          </a:xfrm>
          <a:prstGeom prst="line">
            <a:avLst/>
          </a:prstGeom>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A4D18CDD-8FC0-4BF8-A2BD-51188B343F59}"/>
              </a:ext>
            </a:extLst>
          </p:cNvPr>
          <p:cNvSpPr txBox="1"/>
          <p:nvPr/>
        </p:nvSpPr>
        <p:spPr>
          <a:xfrm>
            <a:off x="3482456" y="211601"/>
            <a:ext cx="317480" cy="415498"/>
          </a:xfrm>
          <a:prstGeom prst="rect">
            <a:avLst/>
          </a:prstGeom>
          <a:noFill/>
        </p:spPr>
        <p:txBody>
          <a:bodyPr wrap="square" rtlCol="0">
            <a:spAutoFit/>
          </a:bodyPr>
          <a:lstStyle/>
          <a:p>
            <a:r>
              <a:rPr lang="en-AU" sz="1050" dirty="0"/>
              <a:t>24</a:t>
            </a:r>
            <a:endParaRPr lang="en-GB" sz="1050" dirty="0"/>
          </a:p>
        </p:txBody>
      </p:sp>
      <p:sp>
        <p:nvSpPr>
          <p:cNvPr id="22" name="TextBox 21">
            <a:extLst>
              <a:ext uri="{FF2B5EF4-FFF2-40B4-BE49-F238E27FC236}">
                <a16:creationId xmlns:a16="http://schemas.microsoft.com/office/drawing/2014/main" id="{45E4DBC0-DF48-437A-8D31-681D0EB65B05}"/>
              </a:ext>
            </a:extLst>
          </p:cNvPr>
          <p:cNvSpPr txBox="1"/>
          <p:nvPr/>
        </p:nvSpPr>
        <p:spPr>
          <a:xfrm>
            <a:off x="3868531" y="218243"/>
            <a:ext cx="317480" cy="253916"/>
          </a:xfrm>
          <a:prstGeom prst="rect">
            <a:avLst/>
          </a:prstGeom>
          <a:noFill/>
        </p:spPr>
        <p:txBody>
          <a:bodyPr wrap="square" rtlCol="0">
            <a:spAutoFit/>
          </a:bodyPr>
          <a:lstStyle/>
          <a:p>
            <a:pPr algn="ctr"/>
            <a:r>
              <a:rPr lang="en-AU" sz="1050" dirty="0"/>
              <a:t>7</a:t>
            </a:r>
            <a:endParaRPr lang="en-GB" sz="1050" dirty="0"/>
          </a:p>
        </p:txBody>
      </p:sp>
      <p:sp>
        <p:nvSpPr>
          <p:cNvPr id="24" name="TextBox 23">
            <a:extLst>
              <a:ext uri="{FF2B5EF4-FFF2-40B4-BE49-F238E27FC236}">
                <a16:creationId xmlns:a16="http://schemas.microsoft.com/office/drawing/2014/main" id="{7837B4A3-3DD6-4CE8-92D3-38B8736F8134}"/>
              </a:ext>
            </a:extLst>
          </p:cNvPr>
          <p:cNvSpPr txBox="1"/>
          <p:nvPr/>
        </p:nvSpPr>
        <p:spPr>
          <a:xfrm>
            <a:off x="4250604" y="223142"/>
            <a:ext cx="317480" cy="415498"/>
          </a:xfrm>
          <a:prstGeom prst="rect">
            <a:avLst/>
          </a:prstGeom>
          <a:noFill/>
        </p:spPr>
        <p:txBody>
          <a:bodyPr wrap="square" rtlCol="0">
            <a:spAutoFit/>
          </a:bodyPr>
          <a:lstStyle/>
          <a:p>
            <a:r>
              <a:rPr lang="en-AU" sz="1050" dirty="0"/>
              <a:t>30</a:t>
            </a:r>
            <a:endParaRPr lang="en-GB" sz="1050" dirty="0"/>
          </a:p>
        </p:txBody>
      </p:sp>
      <p:cxnSp>
        <p:nvCxnSpPr>
          <p:cNvPr id="25" name="Straight Connector 24">
            <a:extLst>
              <a:ext uri="{FF2B5EF4-FFF2-40B4-BE49-F238E27FC236}">
                <a16:creationId xmlns:a16="http://schemas.microsoft.com/office/drawing/2014/main" id="{069E8EEF-EB99-4808-BA30-3C2CE48BA253}"/>
              </a:ext>
            </a:extLst>
          </p:cNvPr>
          <p:cNvCxnSpPr>
            <a:cxnSpLocks/>
          </p:cNvCxnSpPr>
          <p:nvPr/>
        </p:nvCxnSpPr>
        <p:spPr>
          <a:xfrm>
            <a:off x="3490623" y="266609"/>
            <a:ext cx="0" cy="4888517"/>
          </a:xfrm>
          <a:prstGeom prst="line">
            <a:avLst/>
          </a:prstGeom>
        </p:spPr>
        <p:style>
          <a:lnRef idx="1">
            <a:schemeClr val="accent2"/>
          </a:lnRef>
          <a:fillRef idx="0">
            <a:schemeClr val="accent2"/>
          </a:fillRef>
          <a:effectRef idx="0">
            <a:schemeClr val="accent2"/>
          </a:effectRef>
          <a:fontRef idx="minor">
            <a:schemeClr val="tx1"/>
          </a:fontRef>
        </p:style>
      </p:cxnSp>
      <p:sp>
        <p:nvSpPr>
          <p:cNvPr id="26" name="TextBox 25">
            <a:extLst>
              <a:ext uri="{FF2B5EF4-FFF2-40B4-BE49-F238E27FC236}">
                <a16:creationId xmlns:a16="http://schemas.microsoft.com/office/drawing/2014/main" id="{22E36C9B-3AE2-4453-AF72-8509F3DE2C72}"/>
              </a:ext>
            </a:extLst>
          </p:cNvPr>
          <p:cNvSpPr txBox="1"/>
          <p:nvPr/>
        </p:nvSpPr>
        <p:spPr>
          <a:xfrm>
            <a:off x="4657071" y="254983"/>
            <a:ext cx="1337226" cy="276999"/>
          </a:xfrm>
          <a:prstGeom prst="rect">
            <a:avLst/>
          </a:prstGeom>
          <a:noFill/>
        </p:spPr>
        <p:txBody>
          <a:bodyPr wrap="none" rtlCol="0">
            <a:spAutoFit/>
          </a:bodyPr>
          <a:lstStyle/>
          <a:p>
            <a:r>
              <a:rPr lang="en-AU" sz="1200" dirty="0"/>
              <a:t>Word or Formula</a:t>
            </a:r>
          </a:p>
        </p:txBody>
      </p:sp>
      <p:sp>
        <p:nvSpPr>
          <p:cNvPr id="27" name="TextBox 26">
            <a:extLst>
              <a:ext uri="{FF2B5EF4-FFF2-40B4-BE49-F238E27FC236}">
                <a16:creationId xmlns:a16="http://schemas.microsoft.com/office/drawing/2014/main" id="{DEAA26F2-9378-4BAE-ABC7-B71F270EE045}"/>
              </a:ext>
            </a:extLst>
          </p:cNvPr>
          <p:cNvSpPr txBox="1"/>
          <p:nvPr/>
        </p:nvSpPr>
        <p:spPr>
          <a:xfrm>
            <a:off x="6543029" y="266609"/>
            <a:ext cx="1641796" cy="276999"/>
          </a:xfrm>
          <a:prstGeom prst="rect">
            <a:avLst/>
          </a:prstGeom>
          <a:noFill/>
        </p:spPr>
        <p:txBody>
          <a:bodyPr wrap="none" rtlCol="0">
            <a:spAutoFit/>
          </a:bodyPr>
          <a:lstStyle/>
          <a:p>
            <a:r>
              <a:rPr lang="en-AU" sz="1200" dirty="0"/>
              <a:t>Definition or Example</a:t>
            </a:r>
          </a:p>
        </p:txBody>
      </p:sp>
    </p:spTree>
    <p:extLst>
      <p:ext uri="{BB962C8B-B14F-4D97-AF65-F5344CB8AC3E}">
        <p14:creationId xmlns:p14="http://schemas.microsoft.com/office/powerpoint/2010/main" val="361459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18061" y="0"/>
            <a:ext cx="54006" cy="5218044"/>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143302" y="4856000"/>
            <a:ext cx="260008" cy="253916"/>
          </a:xfrm>
          <a:prstGeom prst="rect">
            <a:avLst/>
          </a:prstGeom>
          <a:noFill/>
        </p:spPr>
        <p:txBody>
          <a:bodyPr wrap="none" rtlCol="0">
            <a:spAutoFit/>
          </a:bodyPr>
          <a:lstStyle/>
          <a:p>
            <a:r>
              <a:rPr lang="en-AU" sz="1050" dirty="0"/>
              <a:t>1</a:t>
            </a:r>
          </a:p>
        </p:txBody>
      </p:sp>
      <p:sp>
        <p:nvSpPr>
          <p:cNvPr id="7" name="TextBox 6"/>
          <p:cNvSpPr txBox="1"/>
          <p:nvPr/>
        </p:nvSpPr>
        <p:spPr>
          <a:xfrm>
            <a:off x="7704349" y="4894146"/>
            <a:ext cx="412331" cy="253916"/>
          </a:xfrm>
          <a:prstGeom prst="rect">
            <a:avLst/>
          </a:prstGeom>
          <a:noFill/>
        </p:spPr>
        <p:txBody>
          <a:bodyPr wrap="square" rtlCol="0">
            <a:spAutoFit/>
          </a:bodyPr>
          <a:lstStyle/>
          <a:p>
            <a:r>
              <a:rPr lang="en-AU" sz="1050" dirty="0"/>
              <a:t>2</a:t>
            </a:r>
          </a:p>
        </p:txBody>
      </p:sp>
      <p:cxnSp>
        <p:nvCxnSpPr>
          <p:cNvPr id="9" name="Straight Connector 8"/>
          <p:cNvCxnSpPr>
            <a:cxnSpLocks/>
          </p:cNvCxnSpPr>
          <p:nvPr/>
        </p:nvCxnSpPr>
        <p:spPr>
          <a:xfrm flipV="1">
            <a:off x="4518061" y="461342"/>
            <a:ext cx="4625939" cy="1"/>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a:cxnSpLocks/>
          </p:cNvCxnSpPr>
          <p:nvPr/>
        </p:nvCxnSpPr>
        <p:spPr>
          <a:xfrm>
            <a:off x="4518061" y="897564"/>
            <a:ext cx="462593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a:cxnSpLocks/>
          </p:cNvCxnSpPr>
          <p:nvPr/>
        </p:nvCxnSpPr>
        <p:spPr>
          <a:xfrm>
            <a:off x="4572067" y="4029912"/>
            <a:ext cx="4571933"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543813" y="897564"/>
            <a:ext cx="0" cy="3132348"/>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42947" y="50017"/>
            <a:ext cx="323969" cy="438582"/>
          </a:xfrm>
          <a:prstGeom prst="rect">
            <a:avLst/>
          </a:prstGeom>
          <a:noFill/>
        </p:spPr>
        <p:txBody>
          <a:bodyPr wrap="square" rtlCol="0">
            <a:spAutoFit/>
          </a:bodyPr>
          <a:lstStyle/>
          <a:p>
            <a:r>
              <a:rPr lang="en-AU" sz="750" dirty="0"/>
              <a:t>24</a:t>
            </a:r>
          </a:p>
          <a:p>
            <a:r>
              <a:rPr lang="en-AU" sz="750" dirty="0"/>
              <a:t>7</a:t>
            </a:r>
          </a:p>
          <a:p>
            <a:r>
              <a:rPr lang="en-AU" sz="750" dirty="0"/>
              <a:t>30</a:t>
            </a:r>
          </a:p>
        </p:txBody>
      </p:sp>
      <p:sp>
        <p:nvSpPr>
          <p:cNvPr id="20" name="TextBox 19"/>
          <p:cNvSpPr txBox="1"/>
          <p:nvPr/>
        </p:nvSpPr>
        <p:spPr>
          <a:xfrm>
            <a:off x="4567754" y="451162"/>
            <a:ext cx="2108269" cy="369332"/>
          </a:xfrm>
          <a:prstGeom prst="rect">
            <a:avLst/>
          </a:prstGeom>
          <a:noFill/>
        </p:spPr>
        <p:txBody>
          <a:bodyPr wrap="none" rtlCol="0">
            <a:spAutoFit/>
          </a:bodyPr>
          <a:lstStyle/>
          <a:p>
            <a:r>
              <a:rPr lang="en-AU" sz="1800" dirty="0"/>
              <a:t>Essential Question</a:t>
            </a:r>
          </a:p>
        </p:txBody>
      </p:sp>
      <p:sp>
        <p:nvSpPr>
          <p:cNvPr id="22" name="TextBox 21"/>
          <p:cNvSpPr txBox="1"/>
          <p:nvPr/>
        </p:nvSpPr>
        <p:spPr>
          <a:xfrm>
            <a:off x="5543814" y="897564"/>
            <a:ext cx="688009" cy="323165"/>
          </a:xfrm>
          <a:prstGeom prst="rect">
            <a:avLst/>
          </a:prstGeom>
          <a:noFill/>
        </p:spPr>
        <p:txBody>
          <a:bodyPr wrap="none" rtlCol="0">
            <a:spAutoFit/>
          </a:bodyPr>
          <a:lstStyle/>
          <a:p>
            <a:r>
              <a:rPr lang="en-AU" sz="1500" dirty="0"/>
              <a:t>Notes</a:t>
            </a:r>
          </a:p>
        </p:txBody>
      </p:sp>
      <p:sp>
        <p:nvSpPr>
          <p:cNvPr id="23" name="TextBox 22"/>
          <p:cNvSpPr txBox="1"/>
          <p:nvPr/>
        </p:nvSpPr>
        <p:spPr>
          <a:xfrm>
            <a:off x="4515929" y="897565"/>
            <a:ext cx="1027871" cy="553998"/>
          </a:xfrm>
          <a:prstGeom prst="rect">
            <a:avLst/>
          </a:prstGeom>
          <a:noFill/>
        </p:spPr>
        <p:txBody>
          <a:bodyPr wrap="square" rtlCol="0">
            <a:spAutoFit/>
          </a:bodyPr>
          <a:lstStyle/>
          <a:p>
            <a:r>
              <a:rPr lang="en-AU" sz="1500" dirty="0"/>
              <a:t>Questions</a:t>
            </a:r>
          </a:p>
        </p:txBody>
      </p:sp>
      <p:sp>
        <p:nvSpPr>
          <p:cNvPr id="24" name="TextBox 23"/>
          <p:cNvSpPr txBox="1"/>
          <p:nvPr/>
        </p:nvSpPr>
        <p:spPr>
          <a:xfrm>
            <a:off x="4572067" y="4029913"/>
            <a:ext cx="1008609" cy="323165"/>
          </a:xfrm>
          <a:prstGeom prst="rect">
            <a:avLst/>
          </a:prstGeom>
          <a:noFill/>
        </p:spPr>
        <p:txBody>
          <a:bodyPr wrap="none" rtlCol="0">
            <a:spAutoFit/>
          </a:bodyPr>
          <a:lstStyle/>
          <a:p>
            <a:r>
              <a:rPr lang="en-AU" sz="1500" dirty="0"/>
              <a:t>Summary</a:t>
            </a:r>
          </a:p>
        </p:txBody>
      </p:sp>
      <p:sp>
        <p:nvSpPr>
          <p:cNvPr id="25" name="TextBox 24"/>
          <p:cNvSpPr txBox="1"/>
          <p:nvPr/>
        </p:nvSpPr>
        <p:spPr>
          <a:xfrm>
            <a:off x="1256435" y="106870"/>
            <a:ext cx="902811" cy="415498"/>
          </a:xfrm>
          <a:prstGeom prst="rect">
            <a:avLst/>
          </a:prstGeom>
          <a:noFill/>
        </p:spPr>
        <p:txBody>
          <a:bodyPr wrap="none" rtlCol="0">
            <a:spAutoFit/>
          </a:bodyPr>
          <a:lstStyle/>
          <a:p>
            <a:r>
              <a:rPr lang="en-AU" sz="2100" dirty="0"/>
              <a:t>Tasks</a:t>
            </a:r>
          </a:p>
        </p:txBody>
      </p:sp>
      <p:sp>
        <p:nvSpPr>
          <p:cNvPr id="16" name="TextBox 15">
            <a:extLst>
              <a:ext uri="{FF2B5EF4-FFF2-40B4-BE49-F238E27FC236}">
                <a16:creationId xmlns:a16="http://schemas.microsoft.com/office/drawing/2014/main" id="{D4A3DEE0-B061-4B2A-86FB-FAA1342E38A6}"/>
              </a:ext>
            </a:extLst>
          </p:cNvPr>
          <p:cNvSpPr txBox="1"/>
          <p:nvPr/>
        </p:nvSpPr>
        <p:spPr>
          <a:xfrm>
            <a:off x="4755379" y="77465"/>
            <a:ext cx="748923" cy="369332"/>
          </a:xfrm>
          <a:prstGeom prst="rect">
            <a:avLst/>
          </a:prstGeom>
          <a:noFill/>
        </p:spPr>
        <p:txBody>
          <a:bodyPr wrap="none" rtlCol="0">
            <a:spAutoFit/>
          </a:bodyPr>
          <a:lstStyle/>
          <a:p>
            <a:r>
              <a:rPr lang="en-AU" sz="1800" dirty="0"/>
              <a:t>Topic</a:t>
            </a:r>
          </a:p>
        </p:txBody>
      </p:sp>
    </p:spTree>
    <p:extLst>
      <p:ext uri="{BB962C8B-B14F-4D97-AF65-F5344CB8AC3E}">
        <p14:creationId xmlns:p14="http://schemas.microsoft.com/office/powerpoint/2010/main" val="3544530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368934"/>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Percentage of an amount</a:t>
            </a:r>
          </a:p>
        </p:txBody>
      </p:sp>
      <p:grpSp>
        <p:nvGrpSpPr>
          <p:cNvPr id="26" name="Group 25"/>
          <p:cNvGrpSpPr/>
          <p:nvPr/>
        </p:nvGrpSpPr>
        <p:grpSpPr>
          <a:xfrm>
            <a:off x="1264595" y="475862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grpSp>
        <p:nvGrpSpPr>
          <p:cNvPr id="4" name="Group 3"/>
          <p:cNvGrpSpPr/>
          <p:nvPr/>
        </p:nvGrpSpPr>
        <p:grpSpPr>
          <a:xfrm>
            <a:off x="1122872" y="720203"/>
            <a:ext cx="4392290" cy="3625115"/>
            <a:chOff x="340830" y="1256936"/>
            <a:chExt cx="5301244" cy="4833486"/>
          </a:xfrm>
        </p:grpSpPr>
        <p:pic>
          <p:nvPicPr>
            <p:cNvPr id="2" name="Picture 1"/>
            <p:cNvPicPr>
              <a:picLocks noChangeAspect="1"/>
            </p:cNvPicPr>
            <p:nvPr/>
          </p:nvPicPr>
          <p:blipFill>
            <a:blip r:embed="rId3"/>
            <a:stretch>
              <a:fillRect/>
            </a:stretch>
          </p:blipFill>
          <p:spPr>
            <a:xfrm>
              <a:off x="340830" y="1256936"/>
              <a:ext cx="5301244" cy="4833486"/>
            </a:xfrm>
            <a:prstGeom prst="rect">
              <a:avLst/>
            </a:prstGeom>
          </p:spPr>
        </p:pic>
        <p:sp>
          <p:nvSpPr>
            <p:cNvPr id="3" name="Rectangle 2"/>
            <p:cNvSpPr/>
            <p:nvPr/>
          </p:nvSpPr>
          <p:spPr>
            <a:xfrm>
              <a:off x="857250" y="3857625"/>
              <a:ext cx="576161" cy="27146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1050"/>
            </a:p>
          </p:txBody>
        </p:sp>
      </p:grpSp>
      <p:sp>
        <p:nvSpPr>
          <p:cNvPr id="5" name="Rounded Rectangle 4"/>
          <p:cNvSpPr/>
          <p:nvPr/>
        </p:nvSpPr>
        <p:spPr>
          <a:xfrm>
            <a:off x="5495034" y="989209"/>
            <a:ext cx="2370517" cy="115695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GB" sz="1050" dirty="0">
                <a:latin typeface="Kristen ITC" panose="03050502040202030202" pitchFamily="66" charset="0"/>
              </a:rPr>
              <a:t>This is a percentage bubble, we can find out a percentage of any amount by using this.</a:t>
            </a:r>
          </a:p>
        </p:txBody>
      </p:sp>
      <p:sp>
        <p:nvSpPr>
          <p:cNvPr id="6" name="Cloud Callout 5"/>
          <p:cNvSpPr/>
          <p:nvPr/>
        </p:nvSpPr>
        <p:spPr>
          <a:xfrm>
            <a:off x="1105873" y="639710"/>
            <a:ext cx="1536487" cy="1185911"/>
          </a:xfrm>
          <a:prstGeom prst="cloudCallout">
            <a:avLst>
              <a:gd name="adj1" fmla="val 41232"/>
              <a:gd name="adj2" fmla="val 72634"/>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900" dirty="0">
                <a:latin typeface="Kristen ITC" panose="03050502040202030202" pitchFamily="66" charset="0"/>
              </a:rPr>
              <a:t>Firstly lets have a think about each of the relationships between each bubble</a:t>
            </a:r>
          </a:p>
        </p:txBody>
      </p:sp>
      <p:sp>
        <p:nvSpPr>
          <p:cNvPr id="7" name="Right Arrow 6"/>
          <p:cNvSpPr/>
          <p:nvPr/>
        </p:nvSpPr>
        <p:spPr>
          <a:xfrm>
            <a:off x="2282524" y="2438768"/>
            <a:ext cx="557213" cy="297002"/>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050" dirty="0"/>
              <a:t>÷ 10</a:t>
            </a:r>
          </a:p>
        </p:txBody>
      </p:sp>
      <p:sp>
        <p:nvSpPr>
          <p:cNvPr id="19" name="Right Arrow 18"/>
          <p:cNvSpPr/>
          <p:nvPr/>
        </p:nvSpPr>
        <p:spPr>
          <a:xfrm>
            <a:off x="3810416" y="2394388"/>
            <a:ext cx="717583" cy="385763"/>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050" dirty="0"/>
              <a:t>Half it</a:t>
            </a:r>
          </a:p>
        </p:txBody>
      </p:sp>
      <p:sp>
        <p:nvSpPr>
          <p:cNvPr id="20" name="Right Arrow 19"/>
          <p:cNvSpPr/>
          <p:nvPr/>
        </p:nvSpPr>
        <p:spPr>
          <a:xfrm rot="5400000">
            <a:off x="1369842" y="3021341"/>
            <a:ext cx="717583" cy="385763"/>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050" dirty="0"/>
              <a:t>Half it</a:t>
            </a:r>
          </a:p>
        </p:txBody>
      </p:sp>
      <p:sp>
        <p:nvSpPr>
          <p:cNvPr id="8" name="Oval 7"/>
          <p:cNvSpPr/>
          <p:nvPr/>
        </p:nvSpPr>
        <p:spPr>
          <a:xfrm>
            <a:off x="2487351" y="4363336"/>
            <a:ext cx="895215" cy="827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1800" b="1" dirty="0"/>
              <a:t>25%</a:t>
            </a:r>
          </a:p>
          <a:p>
            <a:pPr algn="ctr"/>
            <a:endParaRPr lang="en-GB" sz="1050" dirty="0"/>
          </a:p>
        </p:txBody>
      </p:sp>
      <p:cxnSp>
        <p:nvCxnSpPr>
          <p:cNvPr id="14" name="Straight Connector 13"/>
          <p:cNvCxnSpPr>
            <a:endCxn id="8" idx="6"/>
          </p:cNvCxnSpPr>
          <p:nvPr/>
        </p:nvCxnSpPr>
        <p:spPr>
          <a:xfrm flipV="1">
            <a:off x="2487351" y="4776971"/>
            <a:ext cx="895215" cy="10782"/>
          </a:xfrm>
          <a:prstGeom prst="line">
            <a:avLst/>
          </a:prstGeom>
        </p:spPr>
        <p:style>
          <a:lnRef idx="1">
            <a:schemeClr val="dk1"/>
          </a:lnRef>
          <a:fillRef idx="0">
            <a:schemeClr val="dk1"/>
          </a:fillRef>
          <a:effectRef idx="0">
            <a:schemeClr val="dk1"/>
          </a:effectRef>
          <a:fontRef idx="minor">
            <a:schemeClr val="tx1"/>
          </a:fontRef>
        </p:style>
      </p:cxnSp>
      <p:sp>
        <p:nvSpPr>
          <p:cNvPr id="21" name="Right Arrow 20"/>
          <p:cNvSpPr/>
          <p:nvPr/>
        </p:nvSpPr>
        <p:spPr>
          <a:xfrm rot="1668960">
            <a:off x="1970061" y="4187338"/>
            <a:ext cx="717583" cy="385763"/>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050" dirty="0"/>
              <a:t>Half it</a:t>
            </a:r>
          </a:p>
        </p:txBody>
      </p:sp>
      <p:sp>
        <p:nvSpPr>
          <p:cNvPr id="25" name="Right Arrow 24"/>
          <p:cNvSpPr/>
          <p:nvPr/>
        </p:nvSpPr>
        <p:spPr>
          <a:xfrm rot="16200000">
            <a:off x="2852888" y="1513552"/>
            <a:ext cx="932260" cy="562628"/>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050" dirty="0"/>
              <a:t>Double it</a:t>
            </a:r>
          </a:p>
        </p:txBody>
      </p:sp>
      <p:sp>
        <p:nvSpPr>
          <p:cNvPr id="24" name="Oval 23"/>
          <p:cNvSpPr/>
          <p:nvPr/>
        </p:nvSpPr>
        <p:spPr>
          <a:xfrm>
            <a:off x="4008401" y="3159378"/>
            <a:ext cx="895215" cy="827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1800" b="1" dirty="0"/>
              <a:t>1%</a:t>
            </a:r>
          </a:p>
          <a:p>
            <a:pPr algn="ctr"/>
            <a:endParaRPr lang="en-GB" sz="1050" dirty="0"/>
          </a:p>
        </p:txBody>
      </p:sp>
      <p:cxnSp>
        <p:nvCxnSpPr>
          <p:cNvPr id="31" name="Straight Connector 30"/>
          <p:cNvCxnSpPr/>
          <p:nvPr/>
        </p:nvCxnSpPr>
        <p:spPr>
          <a:xfrm flipV="1">
            <a:off x="3990580" y="3566743"/>
            <a:ext cx="895215" cy="10782"/>
          </a:xfrm>
          <a:prstGeom prst="line">
            <a:avLst/>
          </a:prstGeom>
        </p:spPr>
        <p:style>
          <a:lnRef idx="1">
            <a:schemeClr val="dk1"/>
          </a:lnRef>
          <a:fillRef idx="0">
            <a:schemeClr val="dk1"/>
          </a:fillRef>
          <a:effectRef idx="0">
            <a:schemeClr val="dk1"/>
          </a:effectRef>
          <a:fontRef idx="minor">
            <a:schemeClr val="tx1"/>
          </a:fontRef>
        </p:style>
      </p:cxnSp>
      <p:sp>
        <p:nvSpPr>
          <p:cNvPr id="32" name="Right Arrow 31"/>
          <p:cNvSpPr/>
          <p:nvPr/>
        </p:nvSpPr>
        <p:spPr>
          <a:xfrm rot="2256249">
            <a:off x="3671002" y="2920150"/>
            <a:ext cx="557213" cy="297002"/>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050" dirty="0"/>
              <a:t>÷ 10</a:t>
            </a:r>
          </a:p>
        </p:txBody>
      </p:sp>
      <p:cxnSp>
        <p:nvCxnSpPr>
          <p:cNvPr id="13" name="Straight Connector 12"/>
          <p:cNvCxnSpPr>
            <a:endCxn id="24" idx="1"/>
          </p:cNvCxnSpPr>
          <p:nvPr/>
        </p:nvCxnSpPr>
        <p:spPr>
          <a:xfrm>
            <a:off x="3628362" y="2855431"/>
            <a:ext cx="511141" cy="425099"/>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2093881" y="4067143"/>
            <a:ext cx="615506" cy="358669"/>
          </a:xfrm>
          <a:prstGeom prst="line">
            <a:avLst/>
          </a:prstGeom>
        </p:spPr>
        <p:style>
          <a:lnRef idx="3">
            <a:schemeClr val="dk1"/>
          </a:lnRef>
          <a:fillRef idx="0">
            <a:schemeClr val="dk1"/>
          </a:fillRef>
          <a:effectRef idx="2">
            <a:schemeClr val="dk1"/>
          </a:effectRef>
          <a:fontRef idx="minor">
            <a:schemeClr val="tx1"/>
          </a:fontRef>
        </p:style>
      </p:cxnSp>
      <p:sp>
        <p:nvSpPr>
          <p:cNvPr id="33" name="Rectangle 32">
            <a:extLst>
              <a:ext uri="{FF2B5EF4-FFF2-40B4-BE49-F238E27FC236}">
                <a16:creationId xmlns:a16="http://schemas.microsoft.com/office/drawing/2014/main" id="{CA95C8A0-82C2-4409-83DB-7F36B98709DE}"/>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1995794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9" grpId="0" animBg="1"/>
      <p:bldP spid="20" grpId="0" animBg="1"/>
      <p:bldP spid="21" grpId="0" animBg="1"/>
      <p:bldP spid="25" grpId="0" animBg="1"/>
      <p:bldP spid="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Hinge questions</a:t>
            </a:r>
          </a:p>
        </p:txBody>
      </p:sp>
      <p:grpSp>
        <p:nvGrpSpPr>
          <p:cNvPr id="26" name="Group 25"/>
          <p:cNvGrpSpPr/>
          <p:nvPr/>
        </p:nvGrpSpPr>
        <p:grpSpPr>
          <a:xfrm>
            <a:off x="1264595" y="475862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pic>
        <p:nvPicPr>
          <p:cNvPr id="35" name="Picture 34"/>
          <p:cNvPicPr/>
          <p:nvPr/>
        </p:nvPicPr>
        <p:blipFill>
          <a:blip r:embed="rId3"/>
          <a:srcRect/>
          <a:stretch>
            <a:fillRect/>
          </a:stretch>
        </p:blipFill>
        <p:spPr bwMode="auto">
          <a:xfrm>
            <a:off x="1264594" y="1078404"/>
            <a:ext cx="3232397" cy="3079259"/>
          </a:xfrm>
          <a:prstGeom prst="rect">
            <a:avLst/>
          </a:prstGeom>
          <a:noFill/>
          <a:ln w="9525">
            <a:noFill/>
            <a:miter lim="800000"/>
            <a:headEnd/>
            <a:tailEnd/>
          </a:ln>
        </p:spPr>
      </p:pic>
      <p:pic>
        <p:nvPicPr>
          <p:cNvPr id="37" name="Picture 36"/>
          <p:cNvPicPr/>
          <p:nvPr/>
        </p:nvPicPr>
        <p:blipFill>
          <a:blip r:embed="rId4"/>
          <a:srcRect/>
          <a:stretch>
            <a:fillRect/>
          </a:stretch>
        </p:blipFill>
        <p:spPr bwMode="auto">
          <a:xfrm>
            <a:off x="4581824" y="1088312"/>
            <a:ext cx="3419176" cy="3069351"/>
          </a:xfrm>
          <a:prstGeom prst="rect">
            <a:avLst/>
          </a:prstGeom>
          <a:noFill/>
          <a:ln w="9525">
            <a:noFill/>
            <a:miter lim="800000"/>
            <a:headEnd/>
            <a:tailEnd/>
          </a:ln>
        </p:spPr>
      </p:pic>
      <p:sp>
        <p:nvSpPr>
          <p:cNvPr id="14" name="Rectangle 13">
            <a:extLst>
              <a:ext uri="{FF2B5EF4-FFF2-40B4-BE49-F238E27FC236}">
                <a16:creationId xmlns:a16="http://schemas.microsoft.com/office/drawing/2014/main" id="{6F9DAA4D-E1E6-4D58-BE1E-6A8C94207301}"/>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1951903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393675"/>
            <a:ext cx="4402720" cy="398451"/>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Fluency and Understanding</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2" name="Oval 1"/>
          <p:cNvSpPr/>
          <p:nvPr/>
        </p:nvSpPr>
        <p:spPr>
          <a:xfrm>
            <a:off x="1246249" y="1233070"/>
            <a:ext cx="389060" cy="3692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23" name="Oval 22"/>
          <p:cNvSpPr/>
          <p:nvPr/>
        </p:nvSpPr>
        <p:spPr>
          <a:xfrm>
            <a:off x="4968760" y="1904919"/>
            <a:ext cx="389060" cy="369277"/>
          </a:xfrm>
          <a:prstGeom prst="ellipse">
            <a:avLst/>
          </a:prstGeom>
          <a:solidFill>
            <a:schemeClr val="accent4"/>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24" name="Oval 23"/>
          <p:cNvSpPr/>
          <p:nvPr/>
        </p:nvSpPr>
        <p:spPr>
          <a:xfrm>
            <a:off x="1197451" y="3479092"/>
            <a:ext cx="389060" cy="369277"/>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pic>
        <p:nvPicPr>
          <p:cNvPr id="25" name="Picture 24"/>
          <p:cNvPicPr>
            <a:picLocks noChangeAspect="1"/>
          </p:cNvPicPr>
          <p:nvPr/>
        </p:nvPicPr>
        <p:blipFill rotWithShape="1">
          <a:blip r:embed="rId3"/>
          <a:srcRect t="28077" b="33885"/>
          <a:stretch/>
        </p:blipFill>
        <p:spPr>
          <a:xfrm>
            <a:off x="6215353" y="1012053"/>
            <a:ext cx="1487480" cy="320131"/>
          </a:xfrm>
          <a:prstGeom prst="rect">
            <a:avLst/>
          </a:prstGeom>
        </p:spPr>
      </p:pic>
      <p:sp>
        <p:nvSpPr>
          <p:cNvPr id="18" name="Text Box 2"/>
          <p:cNvSpPr txBox="1">
            <a:spLocks noChangeArrowheads="1"/>
          </p:cNvSpPr>
          <p:nvPr/>
        </p:nvSpPr>
        <p:spPr bwMode="auto">
          <a:xfrm>
            <a:off x="1796672" y="862375"/>
            <a:ext cx="2314556" cy="1657843"/>
          </a:xfrm>
          <a:prstGeom prst="rect">
            <a:avLst/>
          </a:prstGeom>
          <a:ln w="57150">
            <a:solidFill>
              <a:srgbClr val="FF0000"/>
            </a:solidFill>
          </a:ln>
        </p:spPr>
        <p:txBody>
          <a:bodyPr vert="horz" wrap="square" lIns="68580" tIns="34290" rIns="68580" bIns="34290" numCol="1" anchor="t" anchorCtr="0" compatLnSpc="1">
            <a:prstTxWarp prst="textNoShape">
              <a:avLst/>
            </a:prstTxWarp>
          </a:bodyPr>
          <a:lstStyle/>
          <a:p>
            <a:pPr algn="just" defTabSz="685800" eaLnBrk="0" fontAlgn="base" hangingPunct="0">
              <a:spcBef>
                <a:spcPct val="0"/>
              </a:spcBef>
              <a:spcAft>
                <a:spcPts val="600"/>
              </a:spcAft>
              <a:buClrTx/>
            </a:pPr>
            <a:r>
              <a:rPr lang="en-GB" altLang="en-US" sz="1500" b="1" dirty="0">
                <a:solidFill>
                  <a:schemeClr val="tx1"/>
                </a:solidFill>
                <a:latin typeface="Calibri" panose="020F0502020204030204" pitchFamily="34" charset="0"/>
              </a:rPr>
              <a:t>Questions</a:t>
            </a:r>
          </a:p>
          <a:p>
            <a:pPr marL="257175" indent="-257175" algn="just" defTabSz="685800" eaLnBrk="0" fontAlgn="base" hangingPunct="0">
              <a:spcBef>
                <a:spcPct val="0"/>
              </a:spcBef>
              <a:spcAft>
                <a:spcPts val="750"/>
              </a:spcAft>
              <a:buClrTx/>
              <a:buFont typeface="+mj-lt"/>
              <a:buAutoNum type="arabicPeriod"/>
            </a:pPr>
            <a:r>
              <a:rPr lang="en-GB" altLang="en-US" sz="1500" dirty="0">
                <a:solidFill>
                  <a:schemeClr val="tx1"/>
                </a:solidFill>
                <a:latin typeface="Times New Roman" panose="02020603050405020304" pitchFamily="18" charset="0"/>
              </a:rPr>
              <a:t>What is 30% of 50?</a:t>
            </a:r>
            <a:endParaRPr lang="en-GB" altLang="en-US" sz="1500" b="1" dirty="0">
              <a:latin typeface="Times New Roman" panose="02020603050405020304" pitchFamily="18" charset="0"/>
            </a:endParaRPr>
          </a:p>
          <a:p>
            <a:pPr marL="257175" indent="-257175" algn="just" defTabSz="685800" eaLnBrk="0" fontAlgn="base" hangingPunct="0">
              <a:spcBef>
                <a:spcPct val="0"/>
              </a:spcBef>
              <a:spcAft>
                <a:spcPts val="750"/>
              </a:spcAft>
              <a:buClrTx/>
              <a:buFont typeface="+mj-lt"/>
              <a:buAutoNum type="arabicPeriod"/>
            </a:pPr>
            <a:r>
              <a:rPr lang="en-GB" altLang="en-US" sz="1500" dirty="0">
                <a:solidFill>
                  <a:schemeClr val="tx1"/>
                </a:solidFill>
                <a:latin typeface="Times New Roman" panose="02020603050405020304" pitchFamily="18" charset="0"/>
              </a:rPr>
              <a:t>What is 45% of 50?</a:t>
            </a:r>
            <a:endParaRPr lang="en-GB" altLang="en-US" sz="1500" b="1" dirty="0">
              <a:latin typeface="Times New Roman" panose="02020603050405020304" pitchFamily="18" charset="0"/>
            </a:endParaRPr>
          </a:p>
          <a:p>
            <a:pPr marL="257175" indent="-257175" algn="just" defTabSz="685800" eaLnBrk="0" fontAlgn="base" hangingPunct="0">
              <a:spcBef>
                <a:spcPct val="0"/>
              </a:spcBef>
              <a:spcAft>
                <a:spcPts val="750"/>
              </a:spcAft>
              <a:buClrTx/>
              <a:buFont typeface="+mj-lt"/>
              <a:buAutoNum type="arabicPeriod"/>
            </a:pPr>
            <a:r>
              <a:rPr lang="en-GB" altLang="en-US" sz="1500" dirty="0">
                <a:solidFill>
                  <a:schemeClr val="tx1"/>
                </a:solidFill>
                <a:latin typeface="Times New Roman" panose="02020603050405020304" pitchFamily="18" charset="0"/>
              </a:rPr>
              <a:t>What is 75% of 50?</a:t>
            </a:r>
          </a:p>
          <a:p>
            <a:pPr marL="257175" indent="-257175" defTabSz="685800" eaLnBrk="0" fontAlgn="base" hangingPunct="0">
              <a:spcBef>
                <a:spcPct val="0"/>
              </a:spcBef>
              <a:spcAft>
                <a:spcPct val="0"/>
              </a:spcAft>
              <a:buClrTx/>
              <a:buFont typeface="+mj-lt"/>
              <a:buAutoNum type="arabicPeriod"/>
            </a:pPr>
            <a:r>
              <a:rPr lang="en-GB" altLang="en-US" sz="1500" dirty="0">
                <a:solidFill>
                  <a:schemeClr val="tx1"/>
                </a:solidFill>
                <a:latin typeface="Times New Roman" panose="02020603050405020304" pitchFamily="18" charset="0"/>
              </a:rPr>
              <a:t>What is 95% of 50?</a:t>
            </a:r>
            <a:endParaRPr lang="en-GB" altLang="en-US" sz="1500" b="1" dirty="0">
              <a:solidFill>
                <a:schemeClr val="tx1"/>
              </a:solidFill>
              <a:latin typeface="Times New Roman" panose="02020603050405020304" pitchFamily="18" charset="0"/>
            </a:endParaRPr>
          </a:p>
          <a:p>
            <a:pPr defTabSz="685800" eaLnBrk="0" fontAlgn="base" hangingPunct="0">
              <a:spcBef>
                <a:spcPct val="0"/>
              </a:spcBef>
              <a:spcAft>
                <a:spcPct val="0"/>
              </a:spcAft>
              <a:buClrTx/>
            </a:pPr>
            <a:endParaRPr lang="en-US" altLang="en-US" sz="2100" dirty="0">
              <a:solidFill>
                <a:schemeClr val="tx1"/>
              </a:solidFill>
              <a:latin typeface="Arial" panose="020B0604020202020204" pitchFamily="34" charset="0"/>
            </a:endParaRPr>
          </a:p>
        </p:txBody>
      </p:sp>
      <p:sp>
        <p:nvSpPr>
          <p:cNvPr id="3" name="Rectangle 2"/>
          <p:cNvSpPr/>
          <p:nvPr/>
        </p:nvSpPr>
        <p:spPr>
          <a:xfrm>
            <a:off x="5511438" y="1839399"/>
            <a:ext cx="2032358" cy="1539268"/>
          </a:xfrm>
          <a:prstGeom prst="rect">
            <a:avLst/>
          </a:prstGeom>
          <a:noFill/>
          <a:ln w="57150">
            <a:solidFill>
              <a:srgbClr val="FFC000"/>
            </a:solidFill>
          </a:ln>
        </p:spPr>
        <p:txBody>
          <a:bodyPr vert="horz" wrap="square" lIns="68580" tIns="34290" rIns="68580" bIns="34290" numCol="1" anchor="t" anchorCtr="0" compatLnSpc="1">
            <a:prstTxWarp prst="textNoShape">
              <a:avLst/>
            </a:prstTxWarp>
          </a:bodyPr>
          <a:lstStyle/>
          <a:p>
            <a:pPr algn="just" eaLnBrk="0" fontAlgn="base" hangingPunct="0">
              <a:spcBef>
                <a:spcPct val="0"/>
              </a:spcBef>
              <a:spcAft>
                <a:spcPts val="600"/>
              </a:spcAft>
            </a:pPr>
            <a:r>
              <a:rPr lang="en-GB" sz="1500" b="1" dirty="0">
                <a:latin typeface="Calibri" panose="020F0502020204030204" pitchFamily="34" charset="0"/>
              </a:rPr>
              <a:t>Bonus Questions</a:t>
            </a:r>
          </a:p>
          <a:p>
            <a:pPr algn="just" eaLnBrk="0" fontAlgn="base" hangingPunct="0">
              <a:spcBef>
                <a:spcPct val="0"/>
              </a:spcBef>
              <a:spcAft>
                <a:spcPts val="600"/>
              </a:spcAft>
            </a:pPr>
            <a:r>
              <a:rPr lang="en-GB" sz="1500" dirty="0">
                <a:latin typeface="Calibri" panose="020F0502020204030204" pitchFamily="34" charset="0"/>
              </a:rPr>
              <a:t>What is 80% of 250?</a:t>
            </a:r>
          </a:p>
          <a:p>
            <a:pPr algn="just" eaLnBrk="0" fontAlgn="base" hangingPunct="0">
              <a:spcBef>
                <a:spcPct val="0"/>
              </a:spcBef>
              <a:spcAft>
                <a:spcPts val="600"/>
              </a:spcAft>
            </a:pPr>
            <a:r>
              <a:rPr lang="en-GB" sz="1500" dirty="0">
                <a:latin typeface="Calibri" panose="020F0502020204030204" pitchFamily="34" charset="0"/>
              </a:rPr>
              <a:t>What is 35% of 250?</a:t>
            </a:r>
          </a:p>
          <a:p>
            <a:pPr algn="just" eaLnBrk="0" fontAlgn="base" hangingPunct="0">
              <a:spcBef>
                <a:spcPct val="0"/>
              </a:spcBef>
              <a:spcAft>
                <a:spcPts val="600"/>
              </a:spcAft>
            </a:pPr>
            <a:r>
              <a:rPr lang="en-GB" sz="1500" dirty="0">
                <a:latin typeface="Calibri" panose="020F0502020204030204" pitchFamily="34" charset="0"/>
              </a:rPr>
              <a:t>What is 90% of 250?</a:t>
            </a:r>
          </a:p>
          <a:p>
            <a:pPr algn="just" eaLnBrk="0" fontAlgn="base" hangingPunct="0">
              <a:spcBef>
                <a:spcPct val="0"/>
              </a:spcBef>
              <a:spcAft>
                <a:spcPts val="600"/>
              </a:spcAft>
            </a:pPr>
            <a:r>
              <a:rPr lang="en-GB" sz="1500" dirty="0">
                <a:latin typeface="Calibri" panose="020F0502020204030204" pitchFamily="34" charset="0"/>
              </a:rPr>
              <a:t>What is 1% of 250?</a:t>
            </a:r>
          </a:p>
        </p:txBody>
      </p:sp>
      <p:sp>
        <p:nvSpPr>
          <p:cNvPr id="4" name="Rectangle 3"/>
          <p:cNvSpPr/>
          <p:nvPr/>
        </p:nvSpPr>
        <p:spPr>
          <a:xfrm>
            <a:off x="1665179" y="2852676"/>
            <a:ext cx="3429000" cy="1685077"/>
          </a:xfrm>
          <a:prstGeom prst="rect">
            <a:avLst/>
          </a:prstGeom>
          <a:noFill/>
          <a:ln w="57150">
            <a:solidFill>
              <a:schemeClr val="accent6"/>
            </a:solidFill>
          </a:ln>
        </p:spPr>
        <p:txBody>
          <a:bodyPr vert="horz" wrap="square" lIns="68580" tIns="34290" rIns="68580" bIns="34290" numCol="1" anchor="t" anchorCtr="0" compatLnSpc="1">
            <a:prstTxWarp prst="textNoShape">
              <a:avLst/>
            </a:prstTxWarp>
          </a:bodyPr>
          <a:lstStyle/>
          <a:p>
            <a:pPr algn="just" eaLnBrk="0" fontAlgn="base" hangingPunct="0">
              <a:spcBef>
                <a:spcPct val="0"/>
              </a:spcBef>
              <a:spcAft>
                <a:spcPts val="600"/>
              </a:spcAft>
            </a:pPr>
            <a:r>
              <a:rPr lang="en-GB" sz="1500" b="1" dirty="0">
                <a:latin typeface="Calibri" panose="020F0502020204030204" pitchFamily="34" charset="0"/>
              </a:rPr>
              <a:t> Star Questions:</a:t>
            </a:r>
          </a:p>
          <a:p>
            <a:pPr algn="just" eaLnBrk="0" fontAlgn="base" hangingPunct="0">
              <a:spcBef>
                <a:spcPct val="0"/>
              </a:spcBef>
              <a:spcAft>
                <a:spcPts val="600"/>
              </a:spcAft>
            </a:pPr>
            <a:r>
              <a:rPr lang="en-GB" sz="1500" dirty="0">
                <a:latin typeface="Calibri" panose="020F0502020204030204" pitchFamily="34" charset="0"/>
              </a:rPr>
              <a:t>Can you calculate 11% of 250? </a:t>
            </a:r>
          </a:p>
          <a:p>
            <a:pPr algn="just" eaLnBrk="0" fontAlgn="base" hangingPunct="0">
              <a:spcBef>
                <a:spcPct val="0"/>
              </a:spcBef>
              <a:spcAft>
                <a:spcPts val="600"/>
              </a:spcAft>
            </a:pPr>
            <a:r>
              <a:rPr lang="en-GB" sz="1500" dirty="0">
                <a:latin typeface="Calibri" panose="020F0502020204030204" pitchFamily="34" charset="0"/>
              </a:rPr>
              <a:t>Can you calculate 26% of 50?</a:t>
            </a:r>
          </a:p>
          <a:p>
            <a:pPr algn="just" eaLnBrk="0" fontAlgn="base" hangingPunct="0">
              <a:spcBef>
                <a:spcPct val="0"/>
              </a:spcBef>
              <a:spcAft>
                <a:spcPts val="600"/>
              </a:spcAft>
            </a:pPr>
            <a:r>
              <a:rPr lang="en-GB" sz="1500" dirty="0">
                <a:latin typeface="Calibri" panose="020F0502020204030204" pitchFamily="34" charset="0"/>
              </a:rPr>
              <a:t>Choose a tricky percentage of an amount to calculate and show your teacher how it’s done!</a:t>
            </a:r>
          </a:p>
        </p:txBody>
      </p:sp>
      <p:sp>
        <p:nvSpPr>
          <p:cNvPr id="19" name="Rectangle 18">
            <a:extLst>
              <a:ext uri="{FF2B5EF4-FFF2-40B4-BE49-F238E27FC236}">
                <a16:creationId xmlns:a16="http://schemas.microsoft.com/office/drawing/2014/main" id="{A2C6389A-D920-4A50-A612-5B904B867FE3}"/>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368371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2" y="443608"/>
            <a:ext cx="4673041" cy="628922"/>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Fluency and Understanding</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pic>
        <p:nvPicPr>
          <p:cNvPr id="5" name="Picture 4"/>
          <p:cNvPicPr>
            <a:picLocks noChangeAspect="1"/>
          </p:cNvPicPr>
          <p:nvPr/>
        </p:nvPicPr>
        <p:blipFill rotWithShape="1">
          <a:blip r:embed="rId3"/>
          <a:srcRect l="22956" t="6443" r="20041" b="3557"/>
          <a:stretch/>
        </p:blipFill>
        <p:spPr>
          <a:xfrm>
            <a:off x="1433689" y="1158459"/>
            <a:ext cx="1125404" cy="997517"/>
          </a:xfrm>
          <a:prstGeom prst="rect">
            <a:avLst/>
          </a:prstGeom>
        </p:spPr>
      </p:pic>
      <p:sp>
        <p:nvSpPr>
          <p:cNvPr id="4" name="Rectangle 3"/>
          <p:cNvSpPr/>
          <p:nvPr/>
        </p:nvSpPr>
        <p:spPr>
          <a:xfrm>
            <a:off x="2636033" y="1108260"/>
            <a:ext cx="4421694" cy="253916"/>
          </a:xfrm>
          <a:prstGeom prst="rect">
            <a:avLst/>
          </a:prstGeom>
        </p:spPr>
        <p:txBody>
          <a:bodyPr wrap="square">
            <a:spAutoFit/>
          </a:bodyPr>
          <a:lstStyle/>
          <a:p>
            <a:r>
              <a:rPr lang="en-GB" sz="1050" dirty="0">
                <a:hlinkClick r:id="rId4"/>
              </a:rPr>
              <a:t>https://play.kahoot.it/#/k/6abe7746-72e7-4a2c-9e43-49231dbf8fcf</a:t>
            </a:r>
            <a:r>
              <a:rPr lang="en-GB" sz="1050" dirty="0"/>
              <a:t> </a:t>
            </a:r>
          </a:p>
        </p:txBody>
      </p:sp>
      <p:sp>
        <p:nvSpPr>
          <p:cNvPr id="7" name="Rectangle 6"/>
          <p:cNvSpPr/>
          <p:nvPr/>
        </p:nvSpPr>
        <p:spPr>
          <a:xfrm>
            <a:off x="2823591" y="1923068"/>
            <a:ext cx="3429000" cy="415498"/>
          </a:xfrm>
          <a:prstGeom prst="rect">
            <a:avLst/>
          </a:prstGeom>
        </p:spPr>
        <p:txBody>
          <a:bodyPr>
            <a:spAutoFit/>
          </a:bodyPr>
          <a:lstStyle/>
          <a:p>
            <a:r>
              <a:rPr lang="en-GB" sz="1050" dirty="0">
                <a:hlinkClick r:id="rId5"/>
              </a:rPr>
              <a:t>https://play.kahoot.it/#/k/d52a93e9-b7cb-448a-ac15-a8ec3d745b4c</a:t>
            </a:r>
            <a:r>
              <a:rPr lang="en-GB" sz="1050" dirty="0"/>
              <a:t> </a:t>
            </a:r>
          </a:p>
        </p:txBody>
      </p:sp>
      <p:pic>
        <p:nvPicPr>
          <p:cNvPr id="15" name="Picture 29" descr="Screen Clippi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11303" y="2579733"/>
            <a:ext cx="2788444" cy="2025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27"/>
          <p:cNvSpPr>
            <a:spLocks noChangeArrowheads="1"/>
          </p:cNvSpPr>
          <p:nvPr/>
        </p:nvSpPr>
        <p:spPr bwMode="auto">
          <a:xfrm>
            <a:off x="1555300" y="3154770"/>
            <a:ext cx="2783681"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500" b="1" dirty="0">
                <a:solidFill>
                  <a:srgbClr val="002060"/>
                </a:solidFill>
                <a:hlinkClick r:id="rId7"/>
              </a:rPr>
              <a:t>http://www.mathplayground.com/balloon_invaders_percent.html</a:t>
            </a:r>
            <a:r>
              <a:rPr lang="en-US" altLang="en-US" sz="1050" b="1" dirty="0">
                <a:solidFill>
                  <a:srgbClr val="002060"/>
                </a:solidFill>
              </a:rPr>
              <a:t>  </a:t>
            </a:r>
          </a:p>
        </p:txBody>
      </p:sp>
      <p:sp>
        <p:nvSpPr>
          <p:cNvPr id="2" name="Oval 1"/>
          <p:cNvSpPr/>
          <p:nvPr/>
        </p:nvSpPr>
        <p:spPr>
          <a:xfrm>
            <a:off x="2711288" y="3775222"/>
            <a:ext cx="1209236" cy="8305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t>Save one for next lesson</a:t>
            </a:r>
          </a:p>
        </p:txBody>
      </p:sp>
      <p:sp>
        <p:nvSpPr>
          <p:cNvPr id="19" name="Rectangle 18">
            <a:extLst>
              <a:ext uri="{FF2B5EF4-FFF2-40B4-BE49-F238E27FC236}">
                <a16:creationId xmlns:a16="http://schemas.microsoft.com/office/drawing/2014/main" id="{04823E47-88D4-4902-B9FC-58190D173A26}"/>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2937188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Plenary</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9" name="Rectangle 2"/>
          <p:cNvSpPr txBox="1">
            <a:spLocks noChangeArrowheads="1"/>
          </p:cNvSpPr>
          <p:nvPr/>
        </p:nvSpPr>
        <p:spPr bwMode="auto">
          <a:xfrm>
            <a:off x="1407821" y="1121189"/>
            <a:ext cx="6172200" cy="857250"/>
          </a:xfrm>
          <a:prstGeom prst="rect">
            <a:avLst/>
          </a:prstGeom>
          <a:noFill/>
          <a:ln w="9525">
            <a:noFill/>
            <a:miter lim="800000"/>
            <a:headEnd/>
            <a:tailEnd/>
          </a:ln>
        </p:spPr>
        <p:txBody>
          <a:bodyPr anchor="ctr"/>
          <a:lstStyle/>
          <a:p>
            <a:pPr algn="ctr" eaLnBrk="0" hangingPunct="0">
              <a:defRPr/>
            </a:pPr>
            <a:r>
              <a:rPr lang="en-GB" sz="3300" b="1" dirty="0">
                <a:solidFill>
                  <a:srgbClr val="C00000"/>
                </a:solidFill>
                <a:latin typeface="Calibri" pitchFamily="34" charset="0"/>
                <a:cs typeface="Arial" charset="0"/>
              </a:rPr>
              <a:t>Draw your brain</a:t>
            </a:r>
          </a:p>
        </p:txBody>
      </p:sp>
      <p:sp>
        <p:nvSpPr>
          <p:cNvPr id="20" name="Line 4"/>
          <p:cNvSpPr>
            <a:spLocks noChangeShapeType="1"/>
          </p:cNvSpPr>
          <p:nvPr/>
        </p:nvSpPr>
        <p:spPr bwMode="auto">
          <a:xfrm>
            <a:off x="1461400" y="1135477"/>
            <a:ext cx="6215063" cy="0"/>
          </a:xfrm>
          <a:prstGeom prst="line">
            <a:avLst/>
          </a:prstGeom>
          <a:noFill/>
          <a:ln w="25400">
            <a:solidFill>
              <a:srgbClr val="336699"/>
            </a:solidFill>
            <a:round/>
            <a:headEnd/>
            <a:tailEnd/>
          </a:ln>
          <a:extLst>
            <a:ext uri="{909E8E84-426E-40DD-AFC4-6F175D3DCCD1}">
              <a14:hiddenFill xmlns:a14="http://schemas.microsoft.com/office/drawing/2010/main">
                <a:noFill/>
              </a14:hiddenFill>
            </a:ext>
          </a:extLst>
        </p:spPr>
        <p:txBody>
          <a:bodyPr/>
          <a:lstStyle/>
          <a:p>
            <a:endParaRPr lang="en-GB" sz="1050"/>
          </a:p>
        </p:txBody>
      </p:sp>
      <p:sp>
        <p:nvSpPr>
          <p:cNvPr id="21" name="Rectangle 9"/>
          <p:cNvSpPr>
            <a:spLocks noChangeArrowheads="1"/>
          </p:cNvSpPr>
          <p:nvPr/>
        </p:nvSpPr>
        <p:spPr bwMode="auto">
          <a:xfrm>
            <a:off x="1394898" y="695826"/>
            <a:ext cx="5550694" cy="489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800">
                <a:solidFill>
                  <a:srgbClr val="336699"/>
                </a:solidFill>
                <a:latin typeface="Franklin Gothic Demi" panose="020B0703020102020204" pitchFamily="34" charset="0"/>
              </a:rPr>
              <a:t>What have you learnt?</a:t>
            </a:r>
          </a:p>
        </p:txBody>
      </p:sp>
      <p:pic>
        <p:nvPicPr>
          <p:cNvPr id="22" name="Picture 6" descr="pencil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603" y="1210487"/>
            <a:ext cx="885825" cy="807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7" descr="pencil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8896" y="1210487"/>
            <a:ext cx="896541" cy="807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38"/>
          <p:cNvGrpSpPr>
            <a:grpSpLocks/>
          </p:cNvGrpSpPr>
          <p:nvPr/>
        </p:nvGrpSpPr>
        <p:grpSpPr bwMode="auto">
          <a:xfrm>
            <a:off x="6363204" y="2371347"/>
            <a:ext cx="1282304" cy="1800224"/>
            <a:chOff x="4478" y="-55"/>
            <a:chExt cx="1077" cy="1512"/>
          </a:xfrm>
        </p:grpSpPr>
        <p:pic>
          <p:nvPicPr>
            <p:cNvPr id="25" name="Picture 34" descr="gra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8" y="-55"/>
              <a:ext cx="1044"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35"/>
            <p:cNvSpPr txBox="1">
              <a:spLocks noChangeArrowheads="1"/>
            </p:cNvSpPr>
            <p:nvPr/>
          </p:nvSpPr>
          <p:spPr bwMode="auto">
            <a:xfrm>
              <a:off x="4511" y="789"/>
              <a:ext cx="10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050" b="1" dirty="0">
                  <a:solidFill>
                    <a:srgbClr val="660066"/>
                  </a:solidFill>
                </a:rPr>
                <a:t>How do we feel we are doing??</a:t>
              </a:r>
            </a:p>
          </p:txBody>
        </p:sp>
        <p:sp>
          <p:nvSpPr>
            <p:cNvPr id="32" name="Rectangle 36"/>
            <p:cNvSpPr>
              <a:spLocks noChangeArrowheads="1"/>
            </p:cNvSpPr>
            <p:nvPr/>
          </p:nvSpPr>
          <p:spPr bwMode="auto">
            <a:xfrm>
              <a:off x="4478" y="-40"/>
              <a:ext cx="1044" cy="149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050">
                <a:solidFill>
                  <a:srgbClr val="000000"/>
                </a:solidFill>
              </a:endParaRPr>
            </a:p>
          </p:txBody>
        </p:sp>
      </p:grpSp>
      <p:grpSp>
        <p:nvGrpSpPr>
          <p:cNvPr id="33" name="Group 38"/>
          <p:cNvGrpSpPr>
            <a:grpSpLocks/>
          </p:cNvGrpSpPr>
          <p:nvPr/>
        </p:nvGrpSpPr>
        <p:grpSpPr bwMode="auto">
          <a:xfrm>
            <a:off x="1586415" y="2559746"/>
            <a:ext cx="1243013" cy="1782365"/>
            <a:chOff x="4558" y="618"/>
            <a:chExt cx="1044" cy="1497"/>
          </a:xfrm>
        </p:grpSpPr>
        <p:sp>
          <p:nvSpPr>
            <p:cNvPr id="34" name="Text Box 35"/>
            <p:cNvSpPr txBox="1">
              <a:spLocks noChangeArrowheads="1"/>
            </p:cNvSpPr>
            <p:nvPr/>
          </p:nvSpPr>
          <p:spPr bwMode="auto">
            <a:xfrm>
              <a:off x="4558" y="1525"/>
              <a:ext cx="10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050" b="1">
                  <a:solidFill>
                    <a:srgbClr val="660066"/>
                  </a:solidFill>
                </a:rPr>
                <a:t>Where are we in our journey?</a:t>
              </a:r>
            </a:p>
          </p:txBody>
        </p:sp>
        <p:sp>
          <p:nvSpPr>
            <p:cNvPr id="35" name="Rectangle 36"/>
            <p:cNvSpPr>
              <a:spLocks noChangeArrowheads="1"/>
            </p:cNvSpPr>
            <p:nvPr/>
          </p:nvSpPr>
          <p:spPr bwMode="auto">
            <a:xfrm>
              <a:off x="4558" y="618"/>
              <a:ext cx="1044" cy="149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050">
                <a:solidFill>
                  <a:srgbClr val="000000"/>
                </a:solidFill>
              </a:endParaRPr>
            </a:p>
          </p:txBody>
        </p:sp>
      </p:grpSp>
      <p:pic>
        <p:nvPicPr>
          <p:cNvPr id="36" name="Picture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401354" y="2613648"/>
            <a:ext cx="1234679" cy="106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
          <p:cNvPicPr>
            <a:picLocks noChangeAspect="1"/>
          </p:cNvPicPr>
          <p:nvPr/>
        </p:nvPicPr>
        <p:blipFill>
          <a:blip r:embed="rId7">
            <a:extLst>
              <a:ext uri="{28A0092B-C50C-407E-A947-70E740481C1C}">
                <a14:useLocalDpi xmlns:a14="http://schemas.microsoft.com/office/drawing/2010/main" val="0"/>
              </a:ext>
            </a:extLst>
          </a:blip>
          <a:srcRect b="29047"/>
          <a:stretch>
            <a:fillRect/>
          </a:stretch>
        </p:blipFill>
        <p:spPr bwMode="auto">
          <a:xfrm>
            <a:off x="2977805" y="1783783"/>
            <a:ext cx="2828925" cy="272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Rectangle 37">
            <a:extLst>
              <a:ext uri="{FF2B5EF4-FFF2-40B4-BE49-F238E27FC236}">
                <a16:creationId xmlns:a16="http://schemas.microsoft.com/office/drawing/2014/main" id="{47456E2B-0DFB-4AE0-ADE3-619B37C02C04}"/>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2851916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536" y="163367"/>
            <a:ext cx="6362381" cy="461665"/>
          </a:xfrm>
          <a:prstGeom prst="rect">
            <a:avLst/>
          </a:prstGeom>
          <a:noFill/>
        </p:spPr>
        <p:txBody>
          <a:bodyPr wrap="square" rtlCol="0">
            <a:spAutoFit/>
          </a:bodyPr>
          <a:lstStyle/>
          <a:p>
            <a:pPr algn="ctr"/>
            <a:r>
              <a:rPr lang="en-GB" sz="2400" b="1" dirty="0"/>
              <a:t>Percentages </a:t>
            </a:r>
          </a:p>
        </p:txBody>
      </p:sp>
      <p:sp>
        <p:nvSpPr>
          <p:cNvPr id="17" name="Text Box 5"/>
          <p:cNvSpPr txBox="1">
            <a:spLocks noChangeArrowheads="1"/>
          </p:cNvSpPr>
          <p:nvPr/>
        </p:nvSpPr>
        <p:spPr bwMode="auto">
          <a:xfrm>
            <a:off x="1403536" y="652433"/>
            <a:ext cx="6362381" cy="646331"/>
          </a:xfrm>
          <a:prstGeom prst="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wrap="square">
            <a:spAutoFit/>
          </a:bodyPr>
          <a:lstStyle/>
          <a:p>
            <a:r>
              <a:rPr lang="en-GB" sz="1800" dirty="0">
                <a:solidFill>
                  <a:prstClr val="black"/>
                </a:solidFill>
                <a:latin typeface="Calibri"/>
              </a:rPr>
              <a:t>Learning Outcomes: </a:t>
            </a:r>
          </a:p>
          <a:p>
            <a:r>
              <a:rPr lang="en-US" sz="1800" dirty="0">
                <a:latin typeface="Calibri" panose="020F0502020204030204" pitchFamily="34" charset="0"/>
                <a:cs typeface="Times New Roman" pitchFamily="18" charset="0"/>
              </a:rPr>
              <a:t>Compare two quantities using percentages </a:t>
            </a:r>
            <a:endParaRPr lang="en-US" altLang="en-US" sz="1800" dirty="0">
              <a:latin typeface="Calibri" panose="020F0502020204030204" pitchFamily="34" charset="0"/>
              <a:cs typeface="Times New Roman" pitchFamily="18" charset="0"/>
            </a:endParaRPr>
          </a:p>
        </p:txBody>
      </p:sp>
      <p:sp>
        <p:nvSpPr>
          <p:cNvPr id="20" name="Rounded Rectangle 19"/>
          <p:cNvSpPr/>
          <p:nvPr/>
        </p:nvSpPr>
        <p:spPr>
          <a:xfrm>
            <a:off x="1403537" y="1653649"/>
            <a:ext cx="2472957" cy="345983"/>
          </a:xfrm>
          <a:prstGeom prst="roundRect">
            <a:avLst>
              <a:gd name="adj" fmla="val 21100"/>
            </a:avLst>
          </a:prstGeom>
          <a:solidFill>
            <a:srgbClr val="8ED05F"/>
          </a:solidFill>
          <a:ln w="9525" cap="flat" cmpd="sng" algn="ctr">
            <a:solidFill>
              <a:srgbClr val="008000"/>
            </a:solidFill>
            <a:prstDash val="solid"/>
          </a:ln>
          <a:effectLst/>
        </p:spPr>
        <p:txBody>
          <a:bodyPr rtlCol="0" anchor="ctr"/>
          <a:lstStyle/>
          <a:p>
            <a:pPr algn="ctr" defTabSz="685800">
              <a:buClrTx/>
              <a:defRPr/>
            </a:pPr>
            <a:r>
              <a:rPr lang="en-US" sz="2400" b="1" dirty="0">
                <a:solidFill>
                  <a:prstClr val="white"/>
                </a:solidFill>
                <a:latin typeface="Calibri"/>
              </a:rPr>
              <a:t>STARTER</a:t>
            </a:r>
          </a:p>
        </p:txBody>
      </p:sp>
      <p:sp>
        <p:nvSpPr>
          <p:cNvPr id="15" name="Text Box 12"/>
          <p:cNvSpPr txBox="1">
            <a:spLocks noChangeArrowheads="1"/>
          </p:cNvSpPr>
          <p:nvPr/>
        </p:nvSpPr>
        <p:spPr bwMode="auto">
          <a:xfrm>
            <a:off x="6603522" y="652433"/>
            <a:ext cx="1162395" cy="1246495"/>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wrap="square">
            <a:spAutoFit/>
          </a:bodyPr>
          <a:lstStyle/>
          <a:p>
            <a:pPr lvl="0">
              <a:defRPr/>
            </a:pPr>
            <a:r>
              <a:rPr lang="en-GB" sz="1500" b="1" u="sng" dirty="0">
                <a:solidFill>
                  <a:srgbClr val="FF0000"/>
                </a:solidFill>
                <a:latin typeface="Calibri"/>
              </a:rPr>
              <a:t>Keywords:</a:t>
            </a:r>
            <a:br>
              <a:rPr lang="en-GB" sz="1500" b="1" u="sng" dirty="0">
                <a:solidFill>
                  <a:srgbClr val="FF0000"/>
                </a:solidFill>
                <a:latin typeface="Calibri"/>
              </a:rPr>
            </a:br>
            <a:r>
              <a:rPr lang="en-GB" sz="1500" dirty="0">
                <a:solidFill>
                  <a:prstClr val="black"/>
                </a:solidFill>
                <a:latin typeface="Calibri"/>
              </a:rPr>
              <a:t>Decimals</a:t>
            </a:r>
          </a:p>
          <a:p>
            <a:pPr lvl="0">
              <a:defRPr/>
            </a:pPr>
            <a:r>
              <a:rPr lang="en-GB" sz="1500" dirty="0">
                <a:solidFill>
                  <a:prstClr val="black"/>
                </a:solidFill>
                <a:latin typeface="Calibri"/>
              </a:rPr>
              <a:t>Percent (%)</a:t>
            </a:r>
          </a:p>
          <a:p>
            <a:pPr lvl="0">
              <a:defRPr/>
            </a:pPr>
            <a:r>
              <a:rPr lang="en-GB" sz="1500" dirty="0">
                <a:solidFill>
                  <a:prstClr val="black"/>
                </a:solidFill>
                <a:latin typeface="Calibri"/>
              </a:rPr>
              <a:t>Fractions</a:t>
            </a:r>
          </a:p>
          <a:p>
            <a:pPr lvl="0">
              <a:defRPr/>
            </a:pPr>
            <a:r>
              <a:rPr lang="en-GB" sz="1500" dirty="0">
                <a:solidFill>
                  <a:prstClr val="black"/>
                </a:solidFill>
                <a:latin typeface="Calibri"/>
              </a:rPr>
              <a:t>Percentage</a:t>
            </a:r>
          </a:p>
        </p:txBody>
      </p:sp>
      <mc:AlternateContent xmlns:mc="http://schemas.openxmlformats.org/markup-compatibility/2006" xmlns:a14="http://schemas.microsoft.com/office/drawing/2010/main">
        <mc:Choice Requires="a14">
          <p:sp>
            <p:nvSpPr>
              <p:cNvPr id="2" name="Rectangle 1"/>
              <p:cNvSpPr/>
              <p:nvPr/>
            </p:nvSpPr>
            <p:spPr>
              <a:xfrm>
                <a:off x="1497073" y="2173749"/>
                <a:ext cx="1160609" cy="253916"/>
              </a:xfrm>
              <a:prstGeom prst="rect">
                <a:avLst/>
              </a:prstGeom>
            </p:spPr>
            <p:txBody>
              <a:bodyPr wrap="square">
                <a:spAutoFit/>
              </a:bodyPr>
              <a:lstStyle/>
              <a:p>
                <a:r>
                  <a:rPr lang="en-GB" sz="1050" dirty="0"/>
                  <a:t>20% </a:t>
                </a:r>
                <a14:m>
                  <m:oMath xmlns:m="http://schemas.openxmlformats.org/officeDocument/2006/math">
                    <m:r>
                      <a:rPr lang="en-GB" sz="1050" i="1">
                        <a:latin typeface="Cambria Math"/>
                      </a:rPr>
                      <m:t>𝑜𝑓</m:t>
                    </m:r>
                    <m:r>
                      <a:rPr lang="en-GB" sz="1050" i="1">
                        <a:latin typeface="Cambria Math"/>
                      </a:rPr>
                      <m:t> £60 </m:t>
                    </m:r>
                  </m:oMath>
                </a14:m>
                <a:endParaRPr lang="en-GB" sz="1050" dirty="0"/>
              </a:p>
            </p:txBody>
          </p:sp>
        </mc:Choice>
        <mc:Fallback xmlns="">
          <p:sp>
            <p:nvSpPr>
              <p:cNvPr id="2" name="Rectangle 1"/>
              <p:cNvSpPr>
                <a:spLocks noRot="1" noChangeAspect="1" noMove="1" noResize="1" noEditPoints="1" noAdjustHandles="1" noChangeArrowheads="1" noChangeShapeType="1" noTextEdit="1"/>
              </p:cNvSpPr>
              <p:nvPr/>
            </p:nvSpPr>
            <p:spPr>
              <a:xfrm>
                <a:off x="1497073" y="2173749"/>
                <a:ext cx="1160609" cy="253916"/>
              </a:xfrm>
              <a:prstGeom prst="rect">
                <a:avLst/>
              </a:prstGeom>
              <a:blipFill>
                <a:blip r:embed="rId3"/>
                <a:stretch>
                  <a:fillRect b="-1463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478316" y="2173749"/>
                <a:ext cx="1509580" cy="323165"/>
              </a:xfrm>
              <a:prstGeom prst="rect">
                <a:avLst/>
              </a:prstGeom>
            </p:spPr>
            <p:txBody>
              <a:bodyPr wrap="none">
                <a:spAutoFit/>
              </a:bodyPr>
              <a:lstStyle/>
              <a:p>
                <a:r>
                  <a:rPr lang="en-US" sz="1500" dirty="0"/>
                  <a:t>75 % </a:t>
                </a:r>
                <a14:m>
                  <m:oMath xmlns:m="http://schemas.openxmlformats.org/officeDocument/2006/math">
                    <m:r>
                      <a:rPr lang="en-GB" sz="1500" i="1">
                        <a:latin typeface="Cambria Math"/>
                      </a:rPr>
                      <m:t>𝑜𝑓</m:t>
                    </m:r>
                    <m:r>
                      <a:rPr lang="en-GB" sz="1500" i="1">
                        <a:latin typeface="Cambria Math"/>
                      </a:rPr>
                      <m:t> £1000</m:t>
                    </m:r>
                  </m:oMath>
                </a14:m>
                <a:r>
                  <a:rPr lang="en-GB" sz="1500" i="1" dirty="0"/>
                  <a:t> </a:t>
                </a:r>
                <a:endParaRPr lang="en-GB" sz="1500" dirty="0"/>
              </a:p>
            </p:txBody>
          </p:sp>
        </mc:Choice>
        <mc:Fallback xmlns="">
          <p:sp>
            <p:nvSpPr>
              <p:cNvPr id="5" name="Rectangle 4"/>
              <p:cNvSpPr>
                <a:spLocks noRot="1" noChangeAspect="1" noMove="1" noResize="1" noEditPoints="1" noAdjustHandles="1" noChangeArrowheads="1" noChangeShapeType="1" noTextEdit="1"/>
              </p:cNvSpPr>
              <p:nvPr/>
            </p:nvSpPr>
            <p:spPr>
              <a:xfrm>
                <a:off x="3478316" y="2173749"/>
                <a:ext cx="1509580" cy="323165"/>
              </a:xfrm>
              <a:prstGeom prst="rect">
                <a:avLst/>
              </a:prstGeom>
              <a:blipFill>
                <a:blip r:embed="rId4"/>
                <a:stretch>
                  <a:fillRect l="-1619" t="-5660" b="-1886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654505" y="2173749"/>
                <a:ext cx="1233864" cy="323165"/>
              </a:xfrm>
              <a:prstGeom prst="rect">
                <a:avLst/>
              </a:prstGeom>
            </p:spPr>
            <p:txBody>
              <a:bodyPr wrap="none">
                <a:spAutoFit/>
              </a:bodyPr>
              <a:lstStyle/>
              <a:p>
                <a:r>
                  <a:rPr lang="en-US" sz="1500" dirty="0"/>
                  <a:t>80% </a:t>
                </a:r>
                <a14:m>
                  <m:oMath xmlns:m="http://schemas.openxmlformats.org/officeDocument/2006/math">
                    <m:r>
                      <a:rPr lang="en-GB" sz="1500" i="1">
                        <a:latin typeface="Cambria Math"/>
                      </a:rPr>
                      <m:t>𝑜𝑓</m:t>
                    </m:r>
                    <m:r>
                      <a:rPr lang="en-GB" sz="1500" i="1">
                        <a:latin typeface="Cambria Math"/>
                      </a:rPr>
                      <m:t> £70 </m:t>
                    </m:r>
                  </m:oMath>
                </a14:m>
                <a:endParaRPr lang="en-GB" sz="1500" dirty="0"/>
              </a:p>
            </p:txBody>
          </p:sp>
        </mc:Choice>
        <mc:Fallback xmlns="">
          <p:sp>
            <p:nvSpPr>
              <p:cNvPr id="7" name="Rectangle 6"/>
              <p:cNvSpPr>
                <a:spLocks noRot="1" noChangeAspect="1" noMove="1" noResize="1" noEditPoints="1" noAdjustHandles="1" noChangeArrowheads="1" noChangeShapeType="1" noTextEdit="1"/>
              </p:cNvSpPr>
              <p:nvPr/>
            </p:nvSpPr>
            <p:spPr>
              <a:xfrm>
                <a:off x="5654505" y="2173749"/>
                <a:ext cx="1233864" cy="323165"/>
              </a:xfrm>
              <a:prstGeom prst="rect">
                <a:avLst/>
              </a:prstGeom>
              <a:blipFill>
                <a:blip r:embed="rId5"/>
                <a:stretch>
                  <a:fillRect l="-1980" t="-5660" b="-1886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473860" y="2631794"/>
                <a:ext cx="1159292" cy="484748"/>
              </a:xfrm>
              <a:prstGeom prst="rect">
                <a:avLst/>
              </a:prstGeom>
            </p:spPr>
            <p:txBody>
              <a:bodyPr wrap="none">
                <a:spAutoFit/>
              </a:bodyPr>
              <a:lstStyle/>
              <a:p>
                <a:pPr lvl="0"/>
                <a:r>
                  <a:rPr lang="en-GB" sz="1500" dirty="0">
                    <a:ea typeface="Times New Roman" pitchFamily="18" charset="0"/>
                  </a:rPr>
                  <a:t>20% of $35</a:t>
                </a:r>
              </a:p>
              <a:p>
                <a:pPr/>
                <a14:m>
                  <m:oMathPara xmlns:m="http://schemas.openxmlformats.org/officeDocument/2006/math">
                    <m:oMathParaPr>
                      <m:jc m:val="centerGroup"/>
                    </m:oMathParaPr>
                    <m:oMath xmlns:m="http://schemas.openxmlformats.org/officeDocument/2006/math">
                      <m:r>
                        <a:rPr lang="en-GB" sz="1050" i="1">
                          <a:latin typeface="Cambria Math"/>
                        </a:rPr>
                        <m:t> </m:t>
                      </m:r>
                    </m:oMath>
                  </m:oMathPara>
                </a14:m>
                <a:endParaRPr lang="en-GB" sz="1050" dirty="0"/>
              </a:p>
            </p:txBody>
          </p:sp>
        </mc:Choice>
        <mc:Fallback xmlns="">
          <p:sp>
            <p:nvSpPr>
              <p:cNvPr id="8" name="Rectangle 7"/>
              <p:cNvSpPr>
                <a:spLocks noRot="1" noChangeAspect="1" noMove="1" noResize="1" noEditPoints="1" noAdjustHandles="1" noChangeArrowheads="1" noChangeShapeType="1" noTextEdit="1"/>
              </p:cNvSpPr>
              <p:nvPr/>
            </p:nvSpPr>
            <p:spPr>
              <a:xfrm>
                <a:off x="1473860" y="2631794"/>
                <a:ext cx="1159292" cy="484748"/>
              </a:xfrm>
              <a:prstGeom prst="rect">
                <a:avLst/>
              </a:prstGeom>
              <a:blipFill>
                <a:blip r:embed="rId6"/>
                <a:stretch>
                  <a:fillRect l="-2105" t="-3797" r="-526"/>
                </a:stretch>
              </a:blipFill>
            </p:spPr>
            <p:txBody>
              <a:bodyPr/>
              <a:lstStyle/>
              <a:p>
                <a:r>
                  <a:rPr lang="en-AU">
                    <a:noFill/>
                  </a:rPr>
                  <a:t> </a:t>
                </a:r>
              </a:p>
            </p:txBody>
          </p:sp>
        </mc:Fallback>
      </mc:AlternateContent>
      <p:sp>
        <p:nvSpPr>
          <p:cNvPr id="10" name="Rectangle 9"/>
          <p:cNvSpPr/>
          <p:nvPr/>
        </p:nvSpPr>
        <p:spPr>
          <a:xfrm>
            <a:off x="3478316" y="2636293"/>
            <a:ext cx="1051891" cy="484748"/>
          </a:xfrm>
          <a:prstGeom prst="rect">
            <a:avLst/>
          </a:prstGeom>
        </p:spPr>
        <p:txBody>
          <a:bodyPr wrap="none">
            <a:spAutoFit/>
          </a:bodyPr>
          <a:lstStyle/>
          <a:p>
            <a:pPr lvl="0"/>
            <a:r>
              <a:rPr lang="en-GB" sz="1500" dirty="0">
                <a:ea typeface="Times New Roman" pitchFamily="18" charset="0"/>
              </a:rPr>
              <a:t>25% of €5</a:t>
            </a:r>
          </a:p>
          <a:p>
            <a:r>
              <a:rPr lang="en-GB" sz="1050" i="1" dirty="0">
                <a:latin typeface="Cambria Math"/>
              </a:rPr>
              <a:t> </a:t>
            </a:r>
            <a:endParaRPr lang="en-GB" sz="1050" dirty="0"/>
          </a:p>
        </p:txBody>
      </p:sp>
      <p:sp>
        <p:nvSpPr>
          <p:cNvPr id="25" name="Rectangle 24"/>
          <p:cNvSpPr/>
          <p:nvPr/>
        </p:nvSpPr>
        <p:spPr>
          <a:xfrm>
            <a:off x="5654505" y="2631794"/>
            <a:ext cx="1319592" cy="484748"/>
          </a:xfrm>
          <a:prstGeom prst="rect">
            <a:avLst/>
          </a:prstGeom>
        </p:spPr>
        <p:txBody>
          <a:bodyPr wrap="none">
            <a:spAutoFit/>
          </a:bodyPr>
          <a:lstStyle/>
          <a:p>
            <a:pPr lvl="0"/>
            <a:r>
              <a:rPr lang="en-GB" sz="1500" dirty="0">
                <a:ea typeface="Times New Roman" pitchFamily="18" charset="0"/>
              </a:rPr>
              <a:t>65% of £3.50</a:t>
            </a:r>
          </a:p>
          <a:p>
            <a:endParaRPr lang="en-GB" sz="1050" dirty="0"/>
          </a:p>
        </p:txBody>
      </p:sp>
      <mc:AlternateContent xmlns:mc="http://schemas.openxmlformats.org/markup-compatibility/2006" xmlns:a14="http://schemas.microsoft.com/office/drawing/2010/main">
        <mc:Choice Requires="a14">
          <p:sp>
            <p:nvSpPr>
              <p:cNvPr id="28" name="Rounded Rectangle 27"/>
              <p:cNvSpPr/>
              <p:nvPr/>
            </p:nvSpPr>
            <p:spPr>
              <a:xfrm>
                <a:off x="1403537" y="3100976"/>
                <a:ext cx="4387974" cy="1242137"/>
              </a:xfrm>
              <a:prstGeom prst="roundRect">
                <a:avLst>
                  <a:gd name="adj" fmla="val 8093"/>
                </a:avLst>
              </a:prstGeom>
              <a:solidFill>
                <a:schemeClr val="bg1"/>
              </a:solidFill>
              <a:ln w="19050">
                <a:solidFill>
                  <a:srgbClr val="00B050"/>
                </a:solidFill>
              </a:ln>
              <a:effectLst/>
            </p:spPr>
            <p:style>
              <a:lnRef idx="1">
                <a:schemeClr val="accent1"/>
              </a:lnRef>
              <a:fillRef idx="3">
                <a:schemeClr val="accent1"/>
              </a:fillRef>
              <a:effectRef idx="2">
                <a:schemeClr val="accent1"/>
              </a:effectRef>
              <a:fontRef idx="minor">
                <a:schemeClr val="lt1"/>
              </a:fontRef>
            </p:style>
            <p:txBody>
              <a:bodyPr numCol="1" rtlCol="0" anchor="t"/>
              <a:lstStyle/>
              <a:p>
                <a:pPr algn="just">
                  <a:buClr>
                    <a:srgbClr val="FF388C"/>
                  </a:buClr>
                  <a:defRPr/>
                </a:pPr>
                <a:r>
                  <a:rPr lang="en-GB" sz="1050" dirty="0">
                    <a:solidFill>
                      <a:schemeClr val="tx1"/>
                    </a:solidFill>
                    <a:latin typeface="Gill Sans MT" pitchFamily="34" charset="0"/>
                  </a:rPr>
                  <a:t>Some students each chose one PE activity;  20% </a:t>
                </a:r>
              </a:p>
              <a:p>
                <a:pPr algn="just">
                  <a:buClr>
                    <a:srgbClr val="FF388C"/>
                  </a:buClr>
                  <a:defRPr/>
                </a:pPr>
                <a:r>
                  <a:rPr lang="en-GB" sz="1050" dirty="0">
                    <a:solidFill>
                      <a:schemeClr val="tx1"/>
                    </a:solidFill>
                    <a:latin typeface="Gill Sans MT" pitchFamily="34" charset="0"/>
                  </a:rPr>
                  <a:t>of the students chose swimming,  </a:t>
                </a:r>
                <a14:m>
                  <m:oMath xmlns:m="http://schemas.openxmlformats.org/officeDocument/2006/math">
                    <m:f>
                      <m:fPr>
                        <m:ctrlPr>
                          <a:rPr lang="en-GB" sz="1050" i="1">
                            <a:solidFill>
                              <a:schemeClr val="tx1"/>
                            </a:solidFill>
                            <a:latin typeface="Cambria Math" panose="02040503050406030204" pitchFamily="18" charset="0"/>
                          </a:rPr>
                        </m:ctrlPr>
                      </m:fPr>
                      <m:num>
                        <m:r>
                          <a:rPr lang="en-GB" sz="1050" i="1">
                            <a:solidFill>
                              <a:schemeClr val="tx1"/>
                            </a:solidFill>
                            <a:latin typeface="Cambria Math"/>
                          </a:rPr>
                          <m:t>3</m:t>
                        </m:r>
                      </m:num>
                      <m:den>
                        <m:r>
                          <a:rPr lang="en-GB" sz="1050" i="1">
                            <a:solidFill>
                              <a:schemeClr val="tx1"/>
                            </a:solidFill>
                            <a:latin typeface="Cambria Math"/>
                          </a:rPr>
                          <m:t>8</m:t>
                        </m:r>
                      </m:den>
                    </m:f>
                  </m:oMath>
                </a14:m>
                <a:r>
                  <a:rPr lang="en-GB" sz="1050" dirty="0">
                    <a:solidFill>
                      <a:schemeClr val="tx1"/>
                    </a:solidFill>
                    <a:latin typeface="Gill Sans MT" pitchFamily="34" charset="0"/>
                  </a:rPr>
                  <a:t> of the students </a:t>
                </a:r>
              </a:p>
              <a:p>
                <a:pPr algn="just">
                  <a:buClr>
                    <a:srgbClr val="FF388C"/>
                  </a:buClr>
                  <a:defRPr/>
                </a:pPr>
                <a:r>
                  <a:rPr lang="en-GB" sz="1050" dirty="0">
                    <a:solidFill>
                      <a:schemeClr val="tx1"/>
                    </a:solidFill>
                    <a:latin typeface="Gill Sans MT" pitchFamily="34" charset="0"/>
                  </a:rPr>
                  <a:t>chose tennis and the remaining chose cricket. </a:t>
                </a:r>
              </a:p>
              <a:p>
                <a:pPr algn="just">
                  <a:buClr>
                    <a:srgbClr val="FF388C"/>
                  </a:buClr>
                  <a:defRPr/>
                </a:pPr>
                <a:endParaRPr lang="en-GB" sz="1050" dirty="0">
                  <a:solidFill>
                    <a:schemeClr val="tx1"/>
                  </a:solidFill>
                  <a:latin typeface="Gill Sans MT" pitchFamily="34" charset="0"/>
                </a:endParaRPr>
              </a:p>
              <a:p>
                <a:pPr algn="just">
                  <a:buClr>
                    <a:srgbClr val="FF388C"/>
                  </a:buClr>
                  <a:defRPr/>
                </a:pPr>
                <a:r>
                  <a:rPr lang="en-GB" sz="1050" dirty="0">
                    <a:solidFill>
                      <a:schemeClr val="tx1"/>
                    </a:solidFill>
                    <a:latin typeface="Gill Sans MT" pitchFamily="34" charset="0"/>
                  </a:rPr>
                  <a:t>How many played cricket?</a:t>
                </a:r>
              </a:p>
            </p:txBody>
          </p:sp>
        </mc:Choice>
        <mc:Fallback xmlns="">
          <p:sp>
            <p:nvSpPr>
              <p:cNvPr id="28" name="Rounded Rectangle 27"/>
              <p:cNvSpPr>
                <a:spLocks noRot="1" noChangeAspect="1" noMove="1" noResize="1" noEditPoints="1" noAdjustHandles="1" noChangeArrowheads="1" noChangeShapeType="1" noTextEdit="1"/>
              </p:cNvSpPr>
              <p:nvPr/>
            </p:nvSpPr>
            <p:spPr>
              <a:xfrm>
                <a:off x="1403537" y="3100976"/>
                <a:ext cx="4387974" cy="1242137"/>
              </a:xfrm>
              <a:prstGeom prst="roundRect">
                <a:avLst>
                  <a:gd name="adj" fmla="val 8093"/>
                </a:avLst>
              </a:prstGeom>
              <a:blipFill>
                <a:blip r:embed="rId7"/>
                <a:stretch>
                  <a:fillRect/>
                </a:stretch>
              </a:blipFill>
              <a:ln w="19050">
                <a:solidFill>
                  <a:srgbClr val="00B050"/>
                </a:solidFill>
              </a:ln>
              <a:effectLst/>
            </p:spPr>
            <p:txBody>
              <a:bodyPr/>
              <a:lstStyle/>
              <a:p>
                <a:r>
                  <a:rPr lang="en-AU">
                    <a:noFill/>
                  </a:rPr>
                  <a:t> </a:t>
                </a:r>
              </a:p>
            </p:txBody>
          </p:sp>
        </mc:Fallback>
      </mc:AlternateContent>
      <p:pic>
        <p:nvPicPr>
          <p:cNvPr id="29" name="Picture 2"/>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38066" y="3230539"/>
            <a:ext cx="1827851" cy="1058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8" name="Rectangle 17"/>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nvGrpSpPr>
          <p:cNvPr id="19" name="Group 18"/>
          <p:cNvGrpSpPr/>
          <p:nvPr/>
        </p:nvGrpSpPr>
        <p:grpSpPr>
          <a:xfrm>
            <a:off x="1264595" y="4824391"/>
            <a:ext cx="6647962" cy="169565"/>
            <a:chOff x="307571" y="6429187"/>
            <a:chExt cx="11563004" cy="224443"/>
          </a:xfrm>
        </p:grpSpPr>
        <p:sp>
          <p:nvSpPr>
            <p:cNvPr id="21" name="Rectangle 20"/>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2" name="Rectangle 21"/>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3" name="Rectangle 22"/>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26" name="Rectangle 25">
            <a:extLst>
              <a:ext uri="{FF2B5EF4-FFF2-40B4-BE49-F238E27FC236}">
                <a16:creationId xmlns:a16="http://schemas.microsoft.com/office/drawing/2014/main" id="{859553ED-FABC-43DB-9885-0F6631433557}"/>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1177074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179562" y="75586"/>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543329" y="78292"/>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07096" y="78292"/>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3913695" y="310710"/>
            <a:ext cx="4528555" cy="284887"/>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Fluency and Understanding</a:t>
            </a:r>
          </a:p>
        </p:txBody>
      </p:sp>
      <p:grpSp>
        <p:nvGrpSpPr>
          <p:cNvPr id="26" name="Group 25"/>
          <p:cNvGrpSpPr/>
          <p:nvPr/>
        </p:nvGrpSpPr>
        <p:grpSpPr>
          <a:xfrm>
            <a:off x="1229054" y="4909999"/>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pic>
        <p:nvPicPr>
          <p:cNvPr id="30" name="Pictur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3903" y="4616178"/>
            <a:ext cx="322335" cy="348271"/>
          </a:xfrm>
          <a:prstGeom prst="rect">
            <a:avLst/>
          </a:prstGeom>
        </p:spPr>
      </p:pic>
      <p:pic>
        <p:nvPicPr>
          <p:cNvPr id="25" name="Picture 24"/>
          <p:cNvPicPr>
            <a:picLocks noChangeAspect="1"/>
          </p:cNvPicPr>
          <p:nvPr/>
        </p:nvPicPr>
        <p:blipFill rotWithShape="1">
          <a:blip r:embed="rId4"/>
          <a:srcRect t="28077" b="33885"/>
          <a:stretch/>
        </p:blipFill>
        <p:spPr>
          <a:xfrm>
            <a:off x="3227480" y="4531878"/>
            <a:ext cx="1487480" cy="320131"/>
          </a:xfrm>
          <a:prstGeom prst="rect">
            <a:avLst/>
          </a:prstGeom>
        </p:spPr>
      </p:pic>
      <p:sp>
        <p:nvSpPr>
          <p:cNvPr id="19" name="Rounded Rectangle 18"/>
          <p:cNvSpPr/>
          <p:nvPr/>
        </p:nvSpPr>
        <p:spPr>
          <a:xfrm>
            <a:off x="1179562" y="294274"/>
            <a:ext cx="1974922" cy="251624"/>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1500" b="1" dirty="0">
                <a:solidFill>
                  <a:prstClr val="white"/>
                </a:solidFill>
              </a:rPr>
              <a:t>Alternative method </a:t>
            </a:r>
          </a:p>
        </p:txBody>
      </p:sp>
      <p:sp>
        <p:nvSpPr>
          <p:cNvPr id="22" name="Text Box 40"/>
          <p:cNvSpPr txBox="1">
            <a:spLocks noChangeArrowheads="1"/>
          </p:cNvSpPr>
          <p:nvPr/>
        </p:nvSpPr>
        <p:spPr bwMode="auto">
          <a:xfrm>
            <a:off x="1203806" y="1183840"/>
            <a:ext cx="16204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800" b="1" u="sng">
                <a:solidFill>
                  <a:srgbClr val="FF0000"/>
                </a:solidFill>
              </a:rPr>
              <a:t>EXAMPLES</a:t>
            </a:r>
            <a:endParaRPr lang="en-US" altLang="en-US" sz="1800" b="1" u="sng">
              <a:solidFill>
                <a:srgbClr val="FF0000"/>
              </a:solidFill>
            </a:endParaRPr>
          </a:p>
        </p:txBody>
      </p:sp>
      <p:sp>
        <p:nvSpPr>
          <p:cNvPr id="32" name="TextBox 1"/>
          <p:cNvSpPr txBox="1">
            <a:spLocks noChangeArrowheads="1"/>
          </p:cNvSpPr>
          <p:nvPr/>
        </p:nvSpPr>
        <p:spPr bwMode="auto">
          <a:xfrm>
            <a:off x="1784832" y="646868"/>
            <a:ext cx="190738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700" b="1"/>
              <a:t>10%</a:t>
            </a:r>
          </a:p>
        </p:txBody>
      </p:sp>
      <p:cxnSp>
        <p:nvCxnSpPr>
          <p:cNvPr id="33" name="Straight Arrow Connector 32"/>
          <p:cNvCxnSpPr/>
          <p:nvPr/>
        </p:nvCxnSpPr>
        <p:spPr>
          <a:xfrm>
            <a:off x="2656369" y="889755"/>
            <a:ext cx="696516"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Rectangle 33"/>
          <p:cNvSpPr>
            <a:spLocks noChangeArrowheads="1"/>
          </p:cNvSpPr>
          <p:nvPr/>
        </p:nvSpPr>
        <p:spPr bwMode="auto">
          <a:xfrm>
            <a:off x="3358838" y="643297"/>
            <a:ext cx="76014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700" b="1">
                <a:solidFill>
                  <a:srgbClr val="000000"/>
                </a:solidFill>
              </a:rPr>
              <a:t>÷10</a:t>
            </a:r>
            <a:endParaRPr lang="en-GB" altLang="en-US" sz="1050"/>
          </a:p>
        </p:txBody>
      </p:sp>
      <p:sp>
        <p:nvSpPr>
          <p:cNvPr id="35" name="Rounded Rectangle 34"/>
          <p:cNvSpPr/>
          <p:nvPr/>
        </p:nvSpPr>
        <p:spPr>
          <a:xfrm>
            <a:off x="1716966" y="664727"/>
            <a:ext cx="2457450" cy="466725"/>
          </a:xfrm>
          <a:prstGeom prst="roundRect">
            <a:avLst/>
          </a:prstGeom>
          <a:solidFill>
            <a:srgbClr val="00B050">
              <a:alpha val="15000"/>
            </a:srgbClr>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p>
        </p:txBody>
      </p:sp>
      <p:sp>
        <p:nvSpPr>
          <p:cNvPr id="36" name="TextBox 544"/>
          <p:cNvSpPr txBox="1">
            <a:spLocks noChangeArrowheads="1"/>
          </p:cNvSpPr>
          <p:nvPr/>
        </p:nvSpPr>
        <p:spPr bwMode="auto">
          <a:xfrm>
            <a:off x="5025713" y="646868"/>
            <a:ext cx="190619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700" b="1"/>
              <a:t>1%</a:t>
            </a:r>
          </a:p>
        </p:txBody>
      </p:sp>
      <p:cxnSp>
        <p:nvCxnSpPr>
          <p:cNvPr id="37" name="Straight Arrow Connector 36"/>
          <p:cNvCxnSpPr/>
          <p:nvPr/>
        </p:nvCxnSpPr>
        <p:spPr>
          <a:xfrm>
            <a:off x="5746042" y="889755"/>
            <a:ext cx="696515"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Rectangle 37"/>
          <p:cNvSpPr>
            <a:spLocks noChangeArrowheads="1"/>
          </p:cNvSpPr>
          <p:nvPr/>
        </p:nvSpPr>
        <p:spPr bwMode="auto">
          <a:xfrm>
            <a:off x="6442557" y="643297"/>
            <a:ext cx="95250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700" b="1">
                <a:solidFill>
                  <a:srgbClr val="000000"/>
                </a:solidFill>
              </a:rPr>
              <a:t>÷100</a:t>
            </a:r>
            <a:endParaRPr lang="en-GB" altLang="en-US" sz="1050"/>
          </a:p>
        </p:txBody>
      </p:sp>
      <p:sp>
        <p:nvSpPr>
          <p:cNvPr id="39" name="Rounded Rectangle 38"/>
          <p:cNvSpPr/>
          <p:nvPr/>
        </p:nvSpPr>
        <p:spPr>
          <a:xfrm>
            <a:off x="4969754" y="663536"/>
            <a:ext cx="2458640" cy="466725"/>
          </a:xfrm>
          <a:prstGeom prst="roundRect">
            <a:avLst/>
          </a:prstGeom>
          <a:solidFill>
            <a:srgbClr val="00B050">
              <a:alpha val="15000"/>
            </a:srgbClr>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p>
        </p:txBody>
      </p:sp>
      <p:sp>
        <p:nvSpPr>
          <p:cNvPr id="40" name="TextBox 39"/>
          <p:cNvSpPr txBox="1">
            <a:spLocks noChangeArrowheads="1"/>
          </p:cNvSpPr>
          <p:nvPr/>
        </p:nvSpPr>
        <p:spPr bwMode="auto">
          <a:xfrm>
            <a:off x="1129988" y="2489956"/>
            <a:ext cx="3548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x2</a:t>
            </a:r>
          </a:p>
        </p:txBody>
      </p:sp>
      <p:sp>
        <p:nvSpPr>
          <p:cNvPr id="41" name="TextBox 7"/>
          <p:cNvSpPr txBox="1">
            <a:spLocks noChangeArrowheads="1"/>
          </p:cNvSpPr>
          <p:nvPr/>
        </p:nvSpPr>
        <p:spPr bwMode="auto">
          <a:xfrm>
            <a:off x="1203806" y="1507690"/>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(a)</a:t>
            </a:r>
          </a:p>
        </p:txBody>
      </p:sp>
      <p:sp>
        <p:nvSpPr>
          <p:cNvPr id="42" name="TextBox 7"/>
          <p:cNvSpPr txBox="1">
            <a:spLocks noChangeArrowheads="1"/>
          </p:cNvSpPr>
          <p:nvPr/>
        </p:nvSpPr>
        <p:spPr bwMode="auto">
          <a:xfrm>
            <a:off x="2932594" y="1511262"/>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(b)</a:t>
            </a:r>
          </a:p>
        </p:txBody>
      </p:sp>
      <p:sp>
        <p:nvSpPr>
          <p:cNvPr id="43" name="TextBox 7"/>
          <p:cNvSpPr txBox="1">
            <a:spLocks noChangeArrowheads="1"/>
          </p:cNvSpPr>
          <p:nvPr/>
        </p:nvSpPr>
        <p:spPr bwMode="auto">
          <a:xfrm>
            <a:off x="4613756" y="1496974"/>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(c)</a:t>
            </a:r>
          </a:p>
        </p:txBody>
      </p:sp>
      <p:sp>
        <p:nvSpPr>
          <p:cNvPr id="44" name="TextBox 4"/>
          <p:cNvSpPr txBox="1">
            <a:spLocks noChangeArrowheads="1"/>
          </p:cNvSpPr>
          <p:nvPr/>
        </p:nvSpPr>
        <p:spPr bwMode="auto">
          <a:xfrm>
            <a:off x="1497891" y="1517215"/>
            <a:ext cx="1188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dirty="0"/>
              <a:t>10% of $40</a:t>
            </a:r>
          </a:p>
        </p:txBody>
      </p:sp>
      <p:sp>
        <p:nvSpPr>
          <p:cNvPr id="45" name="TextBox 116"/>
          <p:cNvSpPr txBox="1">
            <a:spLocks noChangeArrowheads="1"/>
          </p:cNvSpPr>
          <p:nvPr/>
        </p:nvSpPr>
        <p:spPr bwMode="auto">
          <a:xfrm>
            <a:off x="3202866" y="1520787"/>
            <a:ext cx="13501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dirty="0"/>
              <a:t>10% of $180</a:t>
            </a:r>
          </a:p>
        </p:txBody>
      </p:sp>
      <p:sp>
        <p:nvSpPr>
          <p:cNvPr id="46" name="TextBox 117"/>
          <p:cNvSpPr txBox="1">
            <a:spLocks noChangeArrowheads="1"/>
          </p:cNvSpPr>
          <p:nvPr/>
        </p:nvSpPr>
        <p:spPr bwMode="auto">
          <a:xfrm>
            <a:off x="4876885" y="1507690"/>
            <a:ext cx="13501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dirty="0"/>
              <a:t>10% of $57</a:t>
            </a:r>
          </a:p>
        </p:txBody>
      </p:sp>
      <p:sp>
        <p:nvSpPr>
          <p:cNvPr id="47" name="TextBox 7"/>
          <p:cNvSpPr txBox="1">
            <a:spLocks noChangeArrowheads="1"/>
          </p:cNvSpPr>
          <p:nvPr/>
        </p:nvSpPr>
        <p:spPr bwMode="auto">
          <a:xfrm>
            <a:off x="6125850" y="1507690"/>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(d)</a:t>
            </a:r>
          </a:p>
        </p:txBody>
      </p:sp>
      <p:sp>
        <p:nvSpPr>
          <p:cNvPr id="48" name="TextBox 119"/>
          <p:cNvSpPr txBox="1">
            <a:spLocks noChangeArrowheads="1"/>
          </p:cNvSpPr>
          <p:nvPr/>
        </p:nvSpPr>
        <p:spPr bwMode="auto">
          <a:xfrm>
            <a:off x="6388979" y="1517215"/>
            <a:ext cx="13501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dirty="0"/>
              <a:t>10% of $472</a:t>
            </a:r>
          </a:p>
        </p:txBody>
      </p:sp>
      <p:sp>
        <p:nvSpPr>
          <p:cNvPr id="49" name="TextBox 7"/>
          <p:cNvSpPr txBox="1">
            <a:spLocks noChangeArrowheads="1"/>
          </p:cNvSpPr>
          <p:nvPr/>
        </p:nvSpPr>
        <p:spPr bwMode="auto">
          <a:xfrm>
            <a:off x="1203806" y="2111337"/>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(e)</a:t>
            </a:r>
          </a:p>
        </p:txBody>
      </p:sp>
      <p:sp>
        <p:nvSpPr>
          <p:cNvPr id="50" name="TextBox 7"/>
          <p:cNvSpPr txBox="1">
            <a:spLocks noChangeArrowheads="1"/>
          </p:cNvSpPr>
          <p:nvPr/>
        </p:nvSpPr>
        <p:spPr bwMode="auto">
          <a:xfrm>
            <a:off x="2932594" y="2114909"/>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(f)</a:t>
            </a:r>
          </a:p>
        </p:txBody>
      </p:sp>
      <p:sp>
        <p:nvSpPr>
          <p:cNvPr id="51" name="TextBox 7"/>
          <p:cNvSpPr txBox="1">
            <a:spLocks noChangeArrowheads="1"/>
          </p:cNvSpPr>
          <p:nvPr/>
        </p:nvSpPr>
        <p:spPr bwMode="auto">
          <a:xfrm>
            <a:off x="4613756" y="2101812"/>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(g)</a:t>
            </a:r>
          </a:p>
        </p:txBody>
      </p:sp>
      <p:sp>
        <p:nvSpPr>
          <p:cNvPr id="52" name="TextBox 123"/>
          <p:cNvSpPr txBox="1">
            <a:spLocks noChangeArrowheads="1"/>
          </p:cNvSpPr>
          <p:nvPr/>
        </p:nvSpPr>
        <p:spPr bwMode="auto">
          <a:xfrm>
            <a:off x="1497891" y="2122053"/>
            <a:ext cx="143470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20% of 50m</a:t>
            </a:r>
          </a:p>
        </p:txBody>
      </p:sp>
      <p:sp>
        <p:nvSpPr>
          <p:cNvPr id="53" name="TextBox 124"/>
          <p:cNvSpPr txBox="1">
            <a:spLocks noChangeArrowheads="1"/>
          </p:cNvSpPr>
          <p:nvPr/>
        </p:nvSpPr>
        <p:spPr bwMode="auto">
          <a:xfrm>
            <a:off x="3202867" y="2125624"/>
            <a:ext cx="141089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20% of 190km</a:t>
            </a:r>
          </a:p>
        </p:txBody>
      </p:sp>
      <p:sp>
        <p:nvSpPr>
          <p:cNvPr id="54" name="TextBox 125"/>
          <p:cNvSpPr txBox="1">
            <a:spLocks noChangeArrowheads="1"/>
          </p:cNvSpPr>
          <p:nvPr/>
        </p:nvSpPr>
        <p:spPr bwMode="auto">
          <a:xfrm>
            <a:off x="4876885" y="2111337"/>
            <a:ext cx="13501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30% of 40cm</a:t>
            </a:r>
          </a:p>
        </p:txBody>
      </p:sp>
      <p:sp>
        <p:nvSpPr>
          <p:cNvPr id="55" name="TextBox 7"/>
          <p:cNvSpPr txBox="1">
            <a:spLocks noChangeArrowheads="1"/>
          </p:cNvSpPr>
          <p:nvPr/>
        </p:nvSpPr>
        <p:spPr bwMode="auto">
          <a:xfrm>
            <a:off x="6125850" y="2111337"/>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(h)</a:t>
            </a:r>
          </a:p>
        </p:txBody>
      </p:sp>
      <p:sp>
        <p:nvSpPr>
          <p:cNvPr id="56" name="TextBox 127"/>
          <p:cNvSpPr txBox="1">
            <a:spLocks noChangeArrowheads="1"/>
          </p:cNvSpPr>
          <p:nvPr/>
        </p:nvSpPr>
        <p:spPr bwMode="auto">
          <a:xfrm>
            <a:off x="6388979" y="2122053"/>
            <a:ext cx="135016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30% of 90mm</a:t>
            </a:r>
          </a:p>
        </p:txBody>
      </p:sp>
      <p:sp>
        <p:nvSpPr>
          <p:cNvPr id="57" name="TextBox 7"/>
          <p:cNvSpPr txBox="1">
            <a:spLocks noChangeArrowheads="1"/>
          </p:cNvSpPr>
          <p:nvPr/>
        </p:nvSpPr>
        <p:spPr bwMode="auto">
          <a:xfrm>
            <a:off x="1203806" y="2922153"/>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dirty="0">
                <a:solidFill>
                  <a:srgbClr val="FF0000"/>
                </a:solidFill>
              </a:rPr>
              <a:t>(</a:t>
            </a:r>
            <a:r>
              <a:rPr lang="en-GB" altLang="en-US" sz="1500" b="1" dirty="0" err="1">
                <a:solidFill>
                  <a:srgbClr val="FF0000"/>
                </a:solidFill>
              </a:rPr>
              <a:t>i</a:t>
            </a:r>
            <a:r>
              <a:rPr lang="en-GB" altLang="en-US" sz="1500" b="1" dirty="0">
                <a:solidFill>
                  <a:srgbClr val="FF0000"/>
                </a:solidFill>
              </a:rPr>
              <a:t>)</a:t>
            </a:r>
          </a:p>
        </p:txBody>
      </p:sp>
      <p:sp>
        <p:nvSpPr>
          <p:cNvPr id="58" name="TextBox 7"/>
          <p:cNvSpPr txBox="1">
            <a:spLocks noChangeArrowheads="1"/>
          </p:cNvSpPr>
          <p:nvPr/>
        </p:nvSpPr>
        <p:spPr bwMode="auto">
          <a:xfrm>
            <a:off x="2932594" y="2925724"/>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(j)</a:t>
            </a:r>
          </a:p>
        </p:txBody>
      </p:sp>
      <p:sp>
        <p:nvSpPr>
          <p:cNvPr id="59" name="TextBox 7"/>
          <p:cNvSpPr txBox="1">
            <a:spLocks noChangeArrowheads="1"/>
          </p:cNvSpPr>
          <p:nvPr/>
        </p:nvSpPr>
        <p:spPr bwMode="auto">
          <a:xfrm>
            <a:off x="4614947" y="2911437"/>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(k)</a:t>
            </a:r>
          </a:p>
        </p:txBody>
      </p:sp>
      <p:sp>
        <p:nvSpPr>
          <p:cNvPr id="60" name="TextBox 132"/>
          <p:cNvSpPr txBox="1">
            <a:spLocks noChangeArrowheads="1"/>
          </p:cNvSpPr>
          <p:nvPr/>
        </p:nvSpPr>
        <p:spPr bwMode="auto">
          <a:xfrm>
            <a:off x="1497891" y="2931678"/>
            <a:ext cx="17049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40% of 80min</a:t>
            </a:r>
          </a:p>
        </p:txBody>
      </p:sp>
      <p:sp>
        <p:nvSpPr>
          <p:cNvPr id="61" name="TextBox 133"/>
          <p:cNvSpPr txBox="1">
            <a:spLocks noChangeArrowheads="1"/>
          </p:cNvSpPr>
          <p:nvPr/>
        </p:nvSpPr>
        <p:spPr bwMode="auto">
          <a:xfrm>
            <a:off x="3202867" y="2935249"/>
            <a:ext cx="156448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60% of 70hours</a:t>
            </a:r>
          </a:p>
        </p:txBody>
      </p:sp>
      <p:sp>
        <p:nvSpPr>
          <p:cNvPr id="62" name="TextBox 134"/>
          <p:cNvSpPr txBox="1">
            <a:spLocks noChangeArrowheads="1"/>
          </p:cNvSpPr>
          <p:nvPr/>
        </p:nvSpPr>
        <p:spPr bwMode="auto">
          <a:xfrm>
            <a:off x="4876885" y="2922153"/>
            <a:ext cx="146327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80% of 20days</a:t>
            </a:r>
          </a:p>
        </p:txBody>
      </p:sp>
      <p:sp>
        <p:nvSpPr>
          <p:cNvPr id="63" name="TextBox 7"/>
          <p:cNvSpPr txBox="1">
            <a:spLocks noChangeArrowheads="1"/>
          </p:cNvSpPr>
          <p:nvPr/>
        </p:nvSpPr>
        <p:spPr bwMode="auto">
          <a:xfrm>
            <a:off x="6234197" y="2922153"/>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(l)</a:t>
            </a:r>
          </a:p>
        </p:txBody>
      </p:sp>
      <p:sp>
        <p:nvSpPr>
          <p:cNvPr id="64" name="TextBox 137"/>
          <p:cNvSpPr txBox="1">
            <a:spLocks noChangeArrowheads="1"/>
          </p:cNvSpPr>
          <p:nvPr/>
        </p:nvSpPr>
        <p:spPr bwMode="auto">
          <a:xfrm>
            <a:off x="6497325" y="2931678"/>
            <a:ext cx="17811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90% of 30years</a:t>
            </a:r>
          </a:p>
        </p:txBody>
      </p:sp>
      <p:sp>
        <p:nvSpPr>
          <p:cNvPr id="65" name="TextBox 7"/>
          <p:cNvSpPr txBox="1">
            <a:spLocks noChangeArrowheads="1"/>
          </p:cNvSpPr>
          <p:nvPr/>
        </p:nvSpPr>
        <p:spPr bwMode="auto">
          <a:xfrm>
            <a:off x="1177613" y="3678199"/>
            <a:ext cx="45481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(m)</a:t>
            </a:r>
          </a:p>
        </p:txBody>
      </p:sp>
      <p:sp>
        <p:nvSpPr>
          <p:cNvPr id="66" name="TextBox 7"/>
          <p:cNvSpPr txBox="1">
            <a:spLocks noChangeArrowheads="1"/>
          </p:cNvSpPr>
          <p:nvPr/>
        </p:nvSpPr>
        <p:spPr bwMode="auto">
          <a:xfrm>
            <a:off x="2932594" y="3681771"/>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(n)</a:t>
            </a:r>
          </a:p>
        </p:txBody>
      </p:sp>
      <p:sp>
        <p:nvSpPr>
          <p:cNvPr id="67" name="TextBox 7"/>
          <p:cNvSpPr txBox="1">
            <a:spLocks noChangeArrowheads="1"/>
          </p:cNvSpPr>
          <p:nvPr/>
        </p:nvSpPr>
        <p:spPr bwMode="auto">
          <a:xfrm>
            <a:off x="4614947" y="3667484"/>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(o)</a:t>
            </a:r>
          </a:p>
        </p:txBody>
      </p:sp>
      <p:sp>
        <p:nvSpPr>
          <p:cNvPr id="68" name="TextBox 141"/>
          <p:cNvSpPr txBox="1">
            <a:spLocks noChangeArrowheads="1"/>
          </p:cNvSpPr>
          <p:nvPr/>
        </p:nvSpPr>
        <p:spPr bwMode="auto">
          <a:xfrm>
            <a:off x="1497891" y="3687724"/>
            <a:ext cx="1188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5% of 60oz</a:t>
            </a:r>
          </a:p>
        </p:txBody>
      </p:sp>
      <p:sp>
        <p:nvSpPr>
          <p:cNvPr id="69" name="TextBox 142"/>
          <p:cNvSpPr txBox="1">
            <a:spLocks noChangeArrowheads="1"/>
          </p:cNvSpPr>
          <p:nvPr/>
        </p:nvSpPr>
        <p:spPr bwMode="auto">
          <a:xfrm>
            <a:off x="3202866" y="3691296"/>
            <a:ext cx="13501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5% of 90ml</a:t>
            </a:r>
          </a:p>
        </p:txBody>
      </p:sp>
      <p:sp>
        <p:nvSpPr>
          <p:cNvPr id="70" name="TextBox 143"/>
          <p:cNvSpPr txBox="1">
            <a:spLocks noChangeArrowheads="1"/>
          </p:cNvSpPr>
          <p:nvPr/>
        </p:nvSpPr>
        <p:spPr bwMode="auto">
          <a:xfrm>
            <a:off x="4876885" y="3678199"/>
            <a:ext cx="13501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35% of 80cl</a:t>
            </a:r>
          </a:p>
        </p:txBody>
      </p:sp>
      <p:sp>
        <p:nvSpPr>
          <p:cNvPr id="71" name="TextBox 7"/>
          <p:cNvSpPr txBox="1">
            <a:spLocks noChangeArrowheads="1"/>
          </p:cNvSpPr>
          <p:nvPr/>
        </p:nvSpPr>
        <p:spPr bwMode="auto">
          <a:xfrm>
            <a:off x="6127041" y="3678199"/>
            <a:ext cx="4286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(p)</a:t>
            </a:r>
          </a:p>
        </p:txBody>
      </p:sp>
      <p:sp>
        <p:nvSpPr>
          <p:cNvPr id="72" name="TextBox 145"/>
          <p:cNvSpPr txBox="1">
            <a:spLocks noChangeArrowheads="1"/>
          </p:cNvSpPr>
          <p:nvPr/>
        </p:nvSpPr>
        <p:spPr bwMode="auto">
          <a:xfrm>
            <a:off x="6388979" y="3687724"/>
            <a:ext cx="164663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a:t>17.5% of 60litres</a:t>
            </a:r>
          </a:p>
        </p:txBody>
      </p:sp>
      <p:sp>
        <p:nvSpPr>
          <p:cNvPr id="73" name="TextBox 72"/>
          <p:cNvSpPr txBox="1">
            <a:spLocks noChangeArrowheads="1"/>
          </p:cNvSpPr>
          <p:nvPr/>
        </p:nvSpPr>
        <p:spPr bwMode="auto">
          <a:xfrm>
            <a:off x="1258575" y="1777962"/>
            <a:ext cx="3476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a:t>
            </a:r>
          </a:p>
        </p:txBody>
      </p:sp>
      <p:sp>
        <p:nvSpPr>
          <p:cNvPr id="74" name="TextBox 73"/>
          <p:cNvSpPr txBox="1">
            <a:spLocks noChangeArrowheads="1"/>
          </p:cNvSpPr>
          <p:nvPr/>
        </p:nvSpPr>
        <p:spPr bwMode="auto">
          <a:xfrm>
            <a:off x="1514560" y="1773199"/>
            <a:ext cx="58221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dirty="0">
                <a:solidFill>
                  <a:srgbClr val="7030A0"/>
                </a:solidFill>
              </a:rPr>
              <a:t>$4</a:t>
            </a:r>
          </a:p>
        </p:txBody>
      </p:sp>
      <p:sp>
        <p:nvSpPr>
          <p:cNvPr id="75" name="TextBox 74"/>
          <p:cNvSpPr txBox="1">
            <a:spLocks noChangeArrowheads="1"/>
          </p:cNvSpPr>
          <p:nvPr/>
        </p:nvSpPr>
        <p:spPr bwMode="auto">
          <a:xfrm>
            <a:off x="3006412" y="1781534"/>
            <a:ext cx="34885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a:t>
            </a:r>
          </a:p>
        </p:txBody>
      </p:sp>
      <p:sp>
        <p:nvSpPr>
          <p:cNvPr id="76" name="TextBox 75"/>
          <p:cNvSpPr txBox="1">
            <a:spLocks noChangeArrowheads="1"/>
          </p:cNvSpPr>
          <p:nvPr/>
        </p:nvSpPr>
        <p:spPr bwMode="auto">
          <a:xfrm>
            <a:off x="3263588" y="1776771"/>
            <a:ext cx="58221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£18</a:t>
            </a:r>
          </a:p>
        </p:txBody>
      </p:sp>
      <p:sp>
        <p:nvSpPr>
          <p:cNvPr id="77" name="TextBox 76"/>
          <p:cNvSpPr txBox="1">
            <a:spLocks noChangeArrowheads="1"/>
          </p:cNvSpPr>
          <p:nvPr/>
        </p:nvSpPr>
        <p:spPr bwMode="auto">
          <a:xfrm>
            <a:off x="4704244" y="1770818"/>
            <a:ext cx="34885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a:t>
            </a:r>
          </a:p>
        </p:txBody>
      </p:sp>
      <p:sp>
        <p:nvSpPr>
          <p:cNvPr id="78" name="TextBox 77"/>
          <p:cNvSpPr txBox="1">
            <a:spLocks noChangeArrowheads="1"/>
          </p:cNvSpPr>
          <p:nvPr/>
        </p:nvSpPr>
        <p:spPr bwMode="auto">
          <a:xfrm>
            <a:off x="4960229" y="1767246"/>
            <a:ext cx="7262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£5.70</a:t>
            </a:r>
          </a:p>
        </p:txBody>
      </p:sp>
      <p:sp>
        <p:nvSpPr>
          <p:cNvPr id="79" name="TextBox 78"/>
          <p:cNvSpPr txBox="1">
            <a:spLocks noChangeArrowheads="1"/>
          </p:cNvSpPr>
          <p:nvPr/>
        </p:nvSpPr>
        <p:spPr bwMode="auto">
          <a:xfrm>
            <a:off x="6227053" y="1757721"/>
            <a:ext cx="3476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a:t>
            </a:r>
          </a:p>
        </p:txBody>
      </p:sp>
      <p:sp>
        <p:nvSpPr>
          <p:cNvPr id="80" name="TextBox 79"/>
          <p:cNvSpPr txBox="1">
            <a:spLocks noChangeArrowheads="1"/>
          </p:cNvSpPr>
          <p:nvPr/>
        </p:nvSpPr>
        <p:spPr bwMode="auto">
          <a:xfrm>
            <a:off x="6483037" y="1754149"/>
            <a:ext cx="8274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dirty="0">
                <a:solidFill>
                  <a:srgbClr val="7030A0"/>
                </a:solidFill>
              </a:rPr>
              <a:t>£47.20</a:t>
            </a:r>
          </a:p>
        </p:txBody>
      </p:sp>
      <p:sp>
        <p:nvSpPr>
          <p:cNvPr id="81" name="TextBox 80"/>
          <p:cNvSpPr txBox="1">
            <a:spLocks noChangeArrowheads="1"/>
          </p:cNvSpPr>
          <p:nvPr/>
        </p:nvSpPr>
        <p:spPr bwMode="auto">
          <a:xfrm>
            <a:off x="1485985" y="2372084"/>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5m</a:t>
            </a:r>
          </a:p>
        </p:txBody>
      </p:sp>
      <p:sp>
        <p:nvSpPr>
          <p:cNvPr id="82" name="TextBox 81"/>
          <p:cNvSpPr txBox="1">
            <a:spLocks noChangeArrowheads="1"/>
          </p:cNvSpPr>
          <p:nvPr/>
        </p:nvSpPr>
        <p:spPr bwMode="auto">
          <a:xfrm>
            <a:off x="1484794" y="2591159"/>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20% =</a:t>
            </a:r>
          </a:p>
        </p:txBody>
      </p:sp>
      <p:grpSp>
        <p:nvGrpSpPr>
          <p:cNvPr id="83" name="Group 82"/>
          <p:cNvGrpSpPr>
            <a:grpSpLocks/>
          </p:cNvGrpSpPr>
          <p:nvPr/>
        </p:nvGrpSpPr>
        <p:grpSpPr bwMode="auto">
          <a:xfrm>
            <a:off x="1385972" y="2479240"/>
            <a:ext cx="1309688" cy="325040"/>
            <a:chOff x="278265" y="3501008"/>
            <a:chExt cx="1746364" cy="432048"/>
          </a:xfrm>
        </p:grpSpPr>
        <p:sp>
          <p:nvSpPr>
            <p:cNvPr id="84" name="Curved Right Arrow 83"/>
            <p:cNvSpPr/>
            <p:nvPr/>
          </p:nvSpPr>
          <p:spPr>
            <a:xfrm>
              <a:off x="278265" y="3501008"/>
              <a:ext cx="171461"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85" name="Curved Left Arrow 84"/>
            <p:cNvSpPr/>
            <p:nvPr/>
          </p:nvSpPr>
          <p:spPr>
            <a:xfrm>
              <a:off x="1853168" y="3501008"/>
              <a:ext cx="171461"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86" name="TextBox 85"/>
          <p:cNvSpPr txBox="1">
            <a:spLocks noChangeArrowheads="1"/>
          </p:cNvSpPr>
          <p:nvPr/>
        </p:nvSpPr>
        <p:spPr bwMode="auto">
          <a:xfrm>
            <a:off x="2651607" y="2505434"/>
            <a:ext cx="3881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x2</a:t>
            </a:r>
          </a:p>
        </p:txBody>
      </p:sp>
      <p:sp>
        <p:nvSpPr>
          <p:cNvPr id="87" name="Rectangle 86"/>
          <p:cNvSpPr>
            <a:spLocks noChangeArrowheads="1"/>
          </p:cNvSpPr>
          <p:nvPr/>
        </p:nvSpPr>
        <p:spPr bwMode="auto">
          <a:xfrm>
            <a:off x="2045578" y="2607828"/>
            <a:ext cx="57099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10m</a:t>
            </a:r>
          </a:p>
        </p:txBody>
      </p:sp>
      <p:sp>
        <p:nvSpPr>
          <p:cNvPr id="88" name="TextBox 87"/>
          <p:cNvSpPr txBox="1">
            <a:spLocks noChangeArrowheads="1"/>
          </p:cNvSpPr>
          <p:nvPr/>
        </p:nvSpPr>
        <p:spPr bwMode="auto">
          <a:xfrm>
            <a:off x="2882588" y="2489956"/>
            <a:ext cx="3536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x2</a:t>
            </a:r>
          </a:p>
        </p:txBody>
      </p:sp>
      <p:sp>
        <p:nvSpPr>
          <p:cNvPr id="89" name="TextBox 88"/>
          <p:cNvSpPr txBox="1">
            <a:spLocks noChangeArrowheads="1"/>
          </p:cNvSpPr>
          <p:nvPr/>
        </p:nvSpPr>
        <p:spPr bwMode="auto">
          <a:xfrm>
            <a:off x="3237394" y="2372084"/>
            <a:ext cx="128468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19km</a:t>
            </a:r>
          </a:p>
        </p:txBody>
      </p:sp>
      <p:sp>
        <p:nvSpPr>
          <p:cNvPr id="90" name="TextBox 89"/>
          <p:cNvSpPr txBox="1">
            <a:spLocks noChangeArrowheads="1"/>
          </p:cNvSpPr>
          <p:nvPr/>
        </p:nvSpPr>
        <p:spPr bwMode="auto">
          <a:xfrm>
            <a:off x="3236204" y="2591159"/>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20% =</a:t>
            </a:r>
          </a:p>
        </p:txBody>
      </p:sp>
      <p:grpSp>
        <p:nvGrpSpPr>
          <p:cNvPr id="91" name="Group 90"/>
          <p:cNvGrpSpPr>
            <a:grpSpLocks/>
          </p:cNvGrpSpPr>
          <p:nvPr/>
        </p:nvGrpSpPr>
        <p:grpSpPr bwMode="auto">
          <a:xfrm>
            <a:off x="3138573" y="2479240"/>
            <a:ext cx="1445419" cy="325040"/>
            <a:chOff x="278265" y="3501008"/>
            <a:chExt cx="1746364" cy="432048"/>
          </a:xfrm>
        </p:grpSpPr>
        <p:sp>
          <p:nvSpPr>
            <p:cNvPr id="92" name="Curved Right Arrow 91"/>
            <p:cNvSpPr/>
            <p:nvPr/>
          </p:nvSpPr>
          <p:spPr>
            <a:xfrm>
              <a:off x="278265" y="3501008"/>
              <a:ext cx="171183"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93" name="Curved Left Arrow 92"/>
            <p:cNvSpPr/>
            <p:nvPr/>
          </p:nvSpPr>
          <p:spPr>
            <a:xfrm>
              <a:off x="1853445" y="3501008"/>
              <a:ext cx="171184"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94" name="TextBox 93"/>
          <p:cNvSpPr txBox="1">
            <a:spLocks noChangeArrowheads="1"/>
          </p:cNvSpPr>
          <p:nvPr/>
        </p:nvSpPr>
        <p:spPr bwMode="auto">
          <a:xfrm>
            <a:off x="4536366" y="2505434"/>
            <a:ext cx="333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x2</a:t>
            </a:r>
          </a:p>
        </p:txBody>
      </p:sp>
      <p:sp>
        <p:nvSpPr>
          <p:cNvPr id="95" name="Rectangle 94"/>
          <p:cNvSpPr>
            <a:spLocks noChangeArrowheads="1"/>
          </p:cNvSpPr>
          <p:nvPr/>
        </p:nvSpPr>
        <p:spPr bwMode="auto">
          <a:xfrm>
            <a:off x="3796988" y="2607828"/>
            <a:ext cx="67839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38km</a:t>
            </a:r>
          </a:p>
        </p:txBody>
      </p:sp>
      <p:sp>
        <p:nvSpPr>
          <p:cNvPr id="96" name="TextBox 95"/>
          <p:cNvSpPr txBox="1">
            <a:spLocks noChangeArrowheads="1"/>
          </p:cNvSpPr>
          <p:nvPr/>
        </p:nvSpPr>
        <p:spPr bwMode="auto">
          <a:xfrm>
            <a:off x="4714960" y="2575681"/>
            <a:ext cx="35361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x3</a:t>
            </a:r>
          </a:p>
        </p:txBody>
      </p:sp>
      <p:sp>
        <p:nvSpPr>
          <p:cNvPr id="97" name="TextBox 96"/>
          <p:cNvSpPr txBox="1">
            <a:spLocks noChangeArrowheads="1"/>
          </p:cNvSpPr>
          <p:nvPr/>
        </p:nvSpPr>
        <p:spPr bwMode="auto">
          <a:xfrm>
            <a:off x="5069766" y="2447093"/>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4cm</a:t>
            </a:r>
          </a:p>
        </p:txBody>
      </p:sp>
      <p:sp>
        <p:nvSpPr>
          <p:cNvPr id="98" name="TextBox 97"/>
          <p:cNvSpPr txBox="1">
            <a:spLocks noChangeArrowheads="1"/>
          </p:cNvSpPr>
          <p:nvPr/>
        </p:nvSpPr>
        <p:spPr bwMode="auto">
          <a:xfrm>
            <a:off x="5068575" y="2666168"/>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30% =</a:t>
            </a:r>
          </a:p>
        </p:txBody>
      </p:sp>
      <p:grpSp>
        <p:nvGrpSpPr>
          <p:cNvPr id="99" name="Group 98"/>
          <p:cNvGrpSpPr>
            <a:grpSpLocks/>
          </p:cNvGrpSpPr>
          <p:nvPr/>
        </p:nvGrpSpPr>
        <p:grpSpPr bwMode="auto">
          <a:xfrm>
            <a:off x="4970944" y="2554249"/>
            <a:ext cx="1263254" cy="325041"/>
            <a:chOff x="278265" y="3501008"/>
            <a:chExt cx="1746364" cy="432048"/>
          </a:xfrm>
        </p:grpSpPr>
        <p:sp>
          <p:nvSpPr>
            <p:cNvPr id="100" name="Curved Right Arrow 99"/>
            <p:cNvSpPr/>
            <p:nvPr/>
          </p:nvSpPr>
          <p:spPr>
            <a:xfrm>
              <a:off x="278265" y="3501008"/>
              <a:ext cx="171180"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01" name="Curved Left Arrow 100"/>
            <p:cNvSpPr/>
            <p:nvPr/>
          </p:nvSpPr>
          <p:spPr>
            <a:xfrm>
              <a:off x="1853449" y="3501008"/>
              <a:ext cx="171180"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02" name="TextBox 101"/>
          <p:cNvSpPr txBox="1">
            <a:spLocks noChangeArrowheads="1"/>
          </p:cNvSpPr>
          <p:nvPr/>
        </p:nvSpPr>
        <p:spPr bwMode="auto">
          <a:xfrm>
            <a:off x="6183000" y="2581634"/>
            <a:ext cx="3881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x3</a:t>
            </a:r>
          </a:p>
        </p:txBody>
      </p:sp>
      <p:sp>
        <p:nvSpPr>
          <p:cNvPr id="103" name="Rectangle 102"/>
          <p:cNvSpPr>
            <a:spLocks noChangeArrowheads="1"/>
          </p:cNvSpPr>
          <p:nvPr/>
        </p:nvSpPr>
        <p:spPr bwMode="auto">
          <a:xfrm>
            <a:off x="5629360" y="2682837"/>
            <a:ext cx="67839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12cm</a:t>
            </a:r>
          </a:p>
        </p:txBody>
      </p:sp>
      <p:sp>
        <p:nvSpPr>
          <p:cNvPr id="104" name="TextBox 103"/>
          <p:cNvSpPr txBox="1">
            <a:spLocks noChangeArrowheads="1"/>
          </p:cNvSpPr>
          <p:nvPr/>
        </p:nvSpPr>
        <p:spPr bwMode="auto">
          <a:xfrm>
            <a:off x="6286585" y="2438759"/>
            <a:ext cx="35361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x3</a:t>
            </a:r>
          </a:p>
        </p:txBody>
      </p:sp>
      <p:sp>
        <p:nvSpPr>
          <p:cNvPr id="105" name="TextBox 104"/>
          <p:cNvSpPr txBox="1">
            <a:spLocks noChangeArrowheads="1"/>
          </p:cNvSpPr>
          <p:nvPr/>
        </p:nvSpPr>
        <p:spPr bwMode="auto">
          <a:xfrm>
            <a:off x="6642582" y="2320887"/>
            <a:ext cx="11989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9mm</a:t>
            </a:r>
          </a:p>
        </p:txBody>
      </p:sp>
      <p:sp>
        <p:nvSpPr>
          <p:cNvPr id="106" name="TextBox 105"/>
          <p:cNvSpPr txBox="1">
            <a:spLocks noChangeArrowheads="1"/>
          </p:cNvSpPr>
          <p:nvPr/>
        </p:nvSpPr>
        <p:spPr bwMode="auto">
          <a:xfrm>
            <a:off x="6640200" y="2539962"/>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30% =</a:t>
            </a:r>
          </a:p>
        </p:txBody>
      </p:sp>
      <p:grpSp>
        <p:nvGrpSpPr>
          <p:cNvPr id="107" name="Group 106"/>
          <p:cNvGrpSpPr>
            <a:grpSpLocks/>
          </p:cNvGrpSpPr>
          <p:nvPr/>
        </p:nvGrpSpPr>
        <p:grpSpPr bwMode="auto">
          <a:xfrm>
            <a:off x="6542569" y="2428043"/>
            <a:ext cx="1309688" cy="325041"/>
            <a:chOff x="278265" y="3501008"/>
            <a:chExt cx="1746364" cy="432048"/>
          </a:xfrm>
        </p:grpSpPr>
        <p:sp>
          <p:nvSpPr>
            <p:cNvPr id="108" name="Curved Right Arrow 107"/>
            <p:cNvSpPr/>
            <p:nvPr/>
          </p:nvSpPr>
          <p:spPr>
            <a:xfrm>
              <a:off x="278265" y="3501008"/>
              <a:ext cx="171461"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09" name="Curved Left Arrow 108"/>
            <p:cNvSpPr/>
            <p:nvPr/>
          </p:nvSpPr>
          <p:spPr>
            <a:xfrm>
              <a:off x="1853168" y="3501008"/>
              <a:ext cx="171461"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10" name="TextBox 109"/>
          <p:cNvSpPr txBox="1">
            <a:spLocks noChangeArrowheads="1"/>
          </p:cNvSpPr>
          <p:nvPr/>
        </p:nvSpPr>
        <p:spPr bwMode="auto">
          <a:xfrm>
            <a:off x="7808204" y="2455428"/>
            <a:ext cx="3881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x3</a:t>
            </a:r>
          </a:p>
        </p:txBody>
      </p:sp>
      <p:sp>
        <p:nvSpPr>
          <p:cNvPr id="111" name="Rectangle 110"/>
          <p:cNvSpPr>
            <a:spLocks noChangeArrowheads="1"/>
          </p:cNvSpPr>
          <p:nvPr/>
        </p:nvSpPr>
        <p:spPr bwMode="auto">
          <a:xfrm>
            <a:off x="7200985" y="2556630"/>
            <a:ext cx="74251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27mm</a:t>
            </a:r>
          </a:p>
        </p:txBody>
      </p:sp>
      <p:sp>
        <p:nvSpPr>
          <p:cNvPr id="112" name="TextBox 111"/>
          <p:cNvSpPr txBox="1">
            <a:spLocks noChangeArrowheads="1"/>
          </p:cNvSpPr>
          <p:nvPr/>
        </p:nvSpPr>
        <p:spPr bwMode="auto">
          <a:xfrm>
            <a:off x="1127607" y="3307915"/>
            <a:ext cx="3548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x4</a:t>
            </a:r>
          </a:p>
        </p:txBody>
      </p:sp>
      <p:sp>
        <p:nvSpPr>
          <p:cNvPr id="113" name="TextBox 112"/>
          <p:cNvSpPr txBox="1">
            <a:spLocks noChangeArrowheads="1"/>
          </p:cNvSpPr>
          <p:nvPr/>
        </p:nvSpPr>
        <p:spPr bwMode="auto">
          <a:xfrm>
            <a:off x="1483604" y="3188853"/>
            <a:ext cx="13406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8min</a:t>
            </a:r>
          </a:p>
        </p:txBody>
      </p:sp>
      <p:sp>
        <p:nvSpPr>
          <p:cNvPr id="114" name="TextBox 113"/>
          <p:cNvSpPr txBox="1">
            <a:spLocks noChangeArrowheads="1"/>
          </p:cNvSpPr>
          <p:nvPr/>
        </p:nvSpPr>
        <p:spPr bwMode="auto">
          <a:xfrm>
            <a:off x="1482413" y="3409118"/>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40% =</a:t>
            </a:r>
          </a:p>
        </p:txBody>
      </p:sp>
      <p:grpSp>
        <p:nvGrpSpPr>
          <p:cNvPr id="115" name="Group 114"/>
          <p:cNvGrpSpPr>
            <a:grpSpLocks/>
          </p:cNvGrpSpPr>
          <p:nvPr/>
        </p:nvGrpSpPr>
        <p:grpSpPr bwMode="auto">
          <a:xfrm>
            <a:off x="1384781" y="3297199"/>
            <a:ext cx="1309688" cy="323850"/>
            <a:chOff x="278265" y="3501008"/>
            <a:chExt cx="1746364" cy="432048"/>
          </a:xfrm>
        </p:grpSpPr>
        <p:sp>
          <p:nvSpPr>
            <p:cNvPr id="116" name="Curved Right Arrow 115"/>
            <p:cNvSpPr/>
            <p:nvPr/>
          </p:nvSpPr>
          <p:spPr>
            <a:xfrm>
              <a:off x="278265" y="3501008"/>
              <a:ext cx="171461"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17" name="Curved Left Arrow 116"/>
            <p:cNvSpPr/>
            <p:nvPr/>
          </p:nvSpPr>
          <p:spPr>
            <a:xfrm>
              <a:off x="1853168" y="3501008"/>
              <a:ext cx="171461"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18" name="TextBox 117"/>
          <p:cNvSpPr txBox="1">
            <a:spLocks noChangeArrowheads="1"/>
          </p:cNvSpPr>
          <p:nvPr/>
        </p:nvSpPr>
        <p:spPr bwMode="auto">
          <a:xfrm>
            <a:off x="2650416" y="3323393"/>
            <a:ext cx="3881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x4</a:t>
            </a:r>
          </a:p>
        </p:txBody>
      </p:sp>
      <p:sp>
        <p:nvSpPr>
          <p:cNvPr id="119" name="Rectangle 118"/>
          <p:cNvSpPr>
            <a:spLocks noChangeArrowheads="1"/>
          </p:cNvSpPr>
          <p:nvPr/>
        </p:nvSpPr>
        <p:spPr bwMode="auto">
          <a:xfrm>
            <a:off x="2043197" y="3425787"/>
            <a:ext cx="7409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32min</a:t>
            </a:r>
          </a:p>
        </p:txBody>
      </p:sp>
      <p:sp>
        <p:nvSpPr>
          <p:cNvPr id="120" name="TextBox 119"/>
          <p:cNvSpPr txBox="1">
            <a:spLocks noChangeArrowheads="1"/>
          </p:cNvSpPr>
          <p:nvPr/>
        </p:nvSpPr>
        <p:spPr bwMode="auto">
          <a:xfrm>
            <a:off x="2880206" y="3307915"/>
            <a:ext cx="3536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x6</a:t>
            </a:r>
          </a:p>
        </p:txBody>
      </p:sp>
      <p:sp>
        <p:nvSpPr>
          <p:cNvPr id="121" name="TextBox 120"/>
          <p:cNvSpPr txBox="1">
            <a:spLocks noChangeArrowheads="1"/>
          </p:cNvSpPr>
          <p:nvPr/>
        </p:nvSpPr>
        <p:spPr bwMode="auto">
          <a:xfrm>
            <a:off x="3235013" y="3188853"/>
            <a:ext cx="1465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7hours</a:t>
            </a:r>
          </a:p>
        </p:txBody>
      </p:sp>
      <p:sp>
        <p:nvSpPr>
          <p:cNvPr id="122" name="TextBox 121"/>
          <p:cNvSpPr txBox="1">
            <a:spLocks noChangeArrowheads="1"/>
          </p:cNvSpPr>
          <p:nvPr/>
        </p:nvSpPr>
        <p:spPr bwMode="auto">
          <a:xfrm>
            <a:off x="3233822" y="3409118"/>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60% =</a:t>
            </a:r>
          </a:p>
        </p:txBody>
      </p:sp>
      <p:grpSp>
        <p:nvGrpSpPr>
          <p:cNvPr id="123" name="Group 122"/>
          <p:cNvGrpSpPr>
            <a:grpSpLocks/>
          </p:cNvGrpSpPr>
          <p:nvPr/>
        </p:nvGrpSpPr>
        <p:grpSpPr bwMode="auto">
          <a:xfrm>
            <a:off x="3136191" y="3297199"/>
            <a:ext cx="1445419" cy="323850"/>
            <a:chOff x="278265" y="3501008"/>
            <a:chExt cx="1746364" cy="432048"/>
          </a:xfrm>
        </p:grpSpPr>
        <p:sp>
          <p:nvSpPr>
            <p:cNvPr id="124" name="Curved Right Arrow 123"/>
            <p:cNvSpPr/>
            <p:nvPr/>
          </p:nvSpPr>
          <p:spPr>
            <a:xfrm>
              <a:off x="278265" y="3501008"/>
              <a:ext cx="171183"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25" name="Curved Left Arrow 124"/>
            <p:cNvSpPr/>
            <p:nvPr/>
          </p:nvSpPr>
          <p:spPr>
            <a:xfrm>
              <a:off x="1853445" y="3501008"/>
              <a:ext cx="171184"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26" name="TextBox 125"/>
          <p:cNvSpPr txBox="1">
            <a:spLocks noChangeArrowheads="1"/>
          </p:cNvSpPr>
          <p:nvPr/>
        </p:nvSpPr>
        <p:spPr bwMode="auto">
          <a:xfrm>
            <a:off x="4535175" y="3323393"/>
            <a:ext cx="3321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x6</a:t>
            </a:r>
          </a:p>
        </p:txBody>
      </p:sp>
      <p:sp>
        <p:nvSpPr>
          <p:cNvPr id="127" name="Rectangle 126"/>
          <p:cNvSpPr>
            <a:spLocks noChangeArrowheads="1"/>
          </p:cNvSpPr>
          <p:nvPr/>
        </p:nvSpPr>
        <p:spPr bwMode="auto">
          <a:xfrm>
            <a:off x="3794607" y="3425787"/>
            <a:ext cx="9332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42hours</a:t>
            </a:r>
          </a:p>
        </p:txBody>
      </p:sp>
      <p:sp>
        <p:nvSpPr>
          <p:cNvPr id="128" name="TextBox 127"/>
          <p:cNvSpPr txBox="1">
            <a:spLocks noChangeArrowheads="1"/>
          </p:cNvSpPr>
          <p:nvPr/>
        </p:nvSpPr>
        <p:spPr bwMode="auto">
          <a:xfrm>
            <a:off x="4712579" y="3392449"/>
            <a:ext cx="3548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x8</a:t>
            </a:r>
          </a:p>
        </p:txBody>
      </p:sp>
      <p:sp>
        <p:nvSpPr>
          <p:cNvPr id="129" name="TextBox 128"/>
          <p:cNvSpPr txBox="1">
            <a:spLocks noChangeArrowheads="1"/>
          </p:cNvSpPr>
          <p:nvPr/>
        </p:nvSpPr>
        <p:spPr bwMode="auto">
          <a:xfrm>
            <a:off x="5026903" y="3254337"/>
            <a:ext cx="130968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2days</a:t>
            </a:r>
          </a:p>
        </p:txBody>
      </p:sp>
      <p:sp>
        <p:nvSpPr>
          <p:cNvPr id="130" name="TextBox 129"/>
          <p:cNvSpPr txBox="1">
            <a:spLocks noChangeArrowheads="1"/>
          </p:cNvSpPr>
          <p:nvPr/>
        </p:nvSpPr>
        <p:spPr bwMode="auto">
          <a:xfrm>
            <a:off x="5036429" y="3484128"/>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80% =</a:t>
            </a:r>
          </a:p>
        </p:txBody>
      </p:sp>
      <p:grpSp>
        <p:nvGrpSpPr>
          <p:cNvPr id="131" name="Group 130"/>
          <p:cNvGrpSpPr>
            <a:grpSpLocks/>
          </p:cNvGrpSpPr>
          <p:nvPr/>
        </p:nvGrpSpPr>
        <p:grpSpPr bwMode="auto">
          <a:xfrm>
            <a:off x="4968562" y="3372209"/>
            <a:ext cx="1263254" cy="323850"/>
            <a:chOff x="278265" y="3501008"/>
            <a:chExt cx="1746364" cy="432048"/>
          </a:xfrm>
        </p:grpSpPr>
        <p:sp>
          <p:nvSpPr>
            <p:cNvPr id="132" name="Curved Right Arrow 131"/>
            <p:cNvSpPr/>
            <p:nvPr/>
          </p:nvSpPr>
          <p:spPr>
            <a:xfrm>
              <a:off x="278265" y="3501008"/>
              <a:ext cx="171180"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33" name="Curved Left Arrow 132"/>
            <p:cNvSpPr/>
            <p:nvPr/>
          </p:nvSpPr>
          <p:spPr>
            <a:xfrm>
              <a:off x="1853449" y="3501008"/>
              <a:ext cx="171180"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34" name="TextBox 133"/>
          <p:cNvSpPr txBox="1">
            <a:spLocks noChangeArrowheads="1"/>
          </p:cNvSpPr>
          <p:nvPr/>
        </p:nvSpPr>
        <p:spPr bwMode="auto">
          <a:xfrm>
            <a:off x="6180619" y="3398403"/>
            <a:ext cx="3881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x8</a:t>
            </a:r>
          </a:p>
        </p:txBody>
      </p:sp>
      <p:sp>
        <p:nvSpPr>
          <p:cNvPr id="135" name="Rectangle 134"/>
          <p:cNvSpPr>
            <a:spLocks noChangeArrowheads="1"/>
          </p:cNvSpPr>
          <p:nvPr/>
        </p:nvSpPr>
        <p:spPr bwMode="auto">
          <a:xfrm>
            <a:off x="5575782" y="3480555"/>
            <a:ext cx="83869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16days</a:t>
            </a:r>
          </a:p>
        </p:txBody>
      </p:sp>
      <p:sp>
        <p:nvSpPr>
          <p:cNvPr id="136" name="TextBox 135"/>
          <p:cNvSpPr txBox="1">
            <a:spLocks noChangeArrowheads="1"/>
          </p:cNvSpPr>
          <p:nvPr/>
        </p:nvSpPr>
        <p:spPr bwMode="auto">
          <a:xfrm>
            <a:off x="6284204" y="3256718"/>
            <a:ext cx="3548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x9</a:t>
            </a:r>
          </a:p>
        </p:txBody>
      </p:sp>
      <p:sp>
        <p:nvSpPr>
          <p:cNvPr id="137" name="TextBox 136"/>
          <p:cNvSpPr txBox="1">
            <a:spLocks noChangeArrowheads="1"/>
          </p:cNvSpPr>
          <p:nvPr/>
        </p:nvSpPr>
        <p:spPr bwMode="auto">
          <a:xfrm>
            <a:off x="6640200" y="3137655"/>
            <a:ext cx="135969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3years</a:t>
            </a:r>
          </a:p>
        </p:txBody>
      </p:sp>
      <p:sp>
        <p:nvSpPr>
          <p:cNvPr id="138" name="TextBox 137"/>
          <p:cNvSpPr txBox="1">
            <a:spLocks noChangeArrowheads="1"/>
          </p:cNvSpPr>
          <p:nvPr/>
        </p:nvSpPr>
        <p:spPr bwMode="auto">
          <a:xfrm>
            <a:off x="6639010" y="3357921"/>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90% =</a:t>
            </a:r>
          </a:p>
        </p:txBody>
      </p:sp>
      <p:grpSp>
        <p:nvGrpSpPr>
          <p:cNvPr id="139" name="Group 138"/>
          <p:cNvGrpSpPr>
            <a:grpSpLocks/>
          </p:cNvGrpSpPr>
          <p:nvPr/>
        </p:nvGrpSpPr>
        <p:grpSpPr bwMode="auto">
          <a:xfrm>
            <a:off x="6540187" y="3246002"/>
            <a:ext cx="1309688" cy="323850"/>
            <a:chOff x="278265" y="3501008"/>
            <a:chExt cx="1746364" cy="432048"/>
          </a:xfrm>
        </p:grpSpPr>
        <p:sp>
          <p:nvSpPr>
            <p:cNvPr id="140" name="Curved Right Arrow 139"/>
            <p:cNvSpPr/>
            <p:nvPr/>
          </p:nvSpPr>
          <p:spPr>
            <a:xfrm>
              <a:off x="278265" y="3501008"/>
              <a:ext cx="171461"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41" name="Curved Left Arrow 140"/>
            <p:cNvSpPr/>
            <p:nvPr/>
          </p:nvSpPr>
          <p:spPr>
            <a:xfrm>
              <a:off x="1853168" y="3501008"/>
              <a:ext cx="171461"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42" name="TextBox 141"/>
          <p:cNvSpPr txBox="1">
            <a:spLocks noChangeArrowheads="1"/>
          </p:cNvSpPr>
          <p:nvPr/>
        </p:nvSpPr>
        <p:spPr bwMode="auto">
          <a:xfrm>
            <a:off x="7807012" y="3272197"/>
            <a:ext cx="3869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x9</a:t>
            </a:r>
          </a:p>
        </p:txBody>
      </p:sp>
      <p:sp>
        <p:nvSpPr>
          <p:cNvPr id="143" name="Rectangle 142"/>
          <p:cNvSpPr>
            <a:spLocks noChangeArrowheads="1"/>
          </p:cNvSpPr>
          <p:nvPr/>
        </p:nvSpPr>
        <p:spPr bwMode="auto">
          <a:xfrm>
            <a:off x="7199794" y="3374590"/>
            <a:ext cx="90441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27years</a:t>
            </a:r>
          </a:p>
        </p:txBody>
      </p:sp>
      <p:sp>
        <p:nvSpPr>
          <p:cNvPr id="144" name="TextBox 143"/>
          <p:cNvSpPr txBox="1">
            <a:spLocks noChangeArrowheads="1"/>
          </p:cNvSpPr>
          <p:nvPr/>
        </p:nvSpPr>
        <p:spPr bwMode="auto">
          <a:xfrm>
            <a:off x="1129988" y="4059199"/>
            <a:ext cx="3548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÷2</a:t>
            </a:r>
          </a:p>
        </p:txBody>
      </p:sp>
      <p:sp>
        <p:nvSpPr>
          <p:cNvPr id="145" name="TextBox 144"/>
          <p:cNvSpPr txBox="1">
            <a:spLocks noChangeArrowheads="1"/>
          </p:cNvSpPr>
          <p:nvPr/>
        </p:nvSpPr>
        <p:spPr bwMode="auto">
          <a:xfrm>
            <a:off x="1485985" y="3941328"/>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6oz</a:t>
            </a:r>
          </a:p>
        </p:txBody>
      </p:sp>
      <p:sp>
        <p:nvSpPr>
          <p:cNvPr id="146" name="TextBox 145"/>
          <p:cNvSpPr txBox="1">
            <a:spLocks noChangeArrowheads="1"/>
          </p:cNvSpPr>
          <p:nvPr/>
        </p:nvSpPr>
        <p:spPr bwMode="auto">
          <a:xfrm>
            <a:off x="1484794" y="4160403"/>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  5% =</a:t>
            </a:r>
          </a:p>
        </p:txBody>
      </p:sp>
      <p:grpSp>
        <p:nvGrpSpPr>
          <p:cNvPr id="147" name="Group 146"/>
          <p:cNvGrpSpPr>
            <a:grpSpLocks/>
          </p:cNvGrpSpPr>
          <p:nvPr/>
        </p:nvGrpSpPr>
        <p:grpSpPr bwMode="auto">
          <a:xfrm>
            <a:off x="1387162" y="4049674"/>
            <a:ext cx="1309688" cy="323850"/>
            <a:chOff x="278265" y="3501008"/>
            <a:chExt cx="1746364" cy="432048"/>
          </a:xfrm>
        </p:grpSpPr>
        <p:sp>
          <p:nvSpPr>
            <p:cNvPr id="148" name="Curved Right Arrow 147"/>
            <p:cNvSpPr/>
            <p:nvPr/>
          </p:nvSpPr>
          <p:spPr>
            <a:xfrm>
              <a:off x="278265" y="3501008"/>
              <a:ext cx="171461"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49" name="Curved Left Arrow 148"/>
            <p:cNvSpPr/>
            <p:nvPr/>
          </p:nvSpPr>
          <p:spPr>
            <a:xfrm>
              <a:off x="1853168" y="3501008"/>
              <a:ext cx="171461"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50" name="TextBox 149"/>
          <p:cNvSpPr txBox="1">
            <a:spLocks noChangeArrowheads="1"/>
          </p:cNvSpPr>
          <p:nvPr/>
        </p:nvSpPr>
        <p:spPr bwMode="auto">
          <a:xfrm>
            <a:off x="2652798" y="4075868"/>
            <a:ext cx="3881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÷2</a:t>
            </a:r>
          </a:p>
        </p:txBody>
      </p:sp>
      <p:sp>
        <p:nvSpPr>
          <p:cNvPr id="151" name="Rectangle 150"/>
          <p:cNvSpPr>
            <a:spLocks noChangeArrowheads="1"/>
          </p:cNvSpPr>
          <p:nvPr/>
        </p:nvSpPr>
        <p:spPr bwMode="auto">
          <a:xfrm>
            <a:off x="2074154" y="4163974"/>
            <a:ext cx="50526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3oz</a:t>
            </a:r>
          </a:p>
        </p:txBody>
      </p:sp>
      <p:sp>
        <p:nvSpPr>
          <p:cNvPr id="152" name="TextBox 151"/>
          <p:cNvSpPr txBox="1">
            <a:spLocks noChangeArrowheads="1"/>
          </p:cNvSpPr>
          <p:nvPr/>
        </p:nvSpPr>
        <p:spPr bwMode="auto">
          <a:xfrm>
            <a:off x="2912354" y="4055628"/>
            <a:ext cx="3548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÷2</a:t>
            </a:r>
          </a:p>
        </p:txBody>
      </p:sp>
      <p:sp>
        <p:nvSpPr>
          <p:cNvPr id="153" name="TextBox 152"/>
          <p:cNvSpPr txBox="1">
            <a:spLocks noChangeArrowheads="1"/>
          </p:cNvSpPr>
          <p:nvPr/>
        </p:nvSpPr>
        <p:spPr bwMode="auto">
          <a:xfrm>
            <a:off x="3268350" y="3937755"/>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9ml</a:t>
            </a:r>
          </a:p>
        </p:txBody>
      </p:sp>
      <p:sp>
        <p:nvSpPr>
          <p:cNvPr id="154" name="TextBox 153"/>
          <p:cNvSpPr txBox="1">
            <a:spLocks noChangeArrowheads="1"/>
          </p:cNvSpPr>
          <p:nvPr/>
        </p:nvSpPr>
        <p:spPr bwMode="auto">
          <a:xfrm>
            <a:off x="3267160" y="4156830"/>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  5% =</a:t>
            </a:r>
          </a:p>
        </p:txBody>
      </p:sp>
      <p:grpSp>
        <p:nvGrpSpPr>
          <p:cNvPr id="155" name="Group 154"/>
          <p:cNvGrpSpPr>
            <a:grpSpLocks/>
          </p:cNvGrpSpPr>
          <p:nvPr/>
        </p:nvGrpSpPr>
        <p:grpSpPr bwMode="auto">
          <a:xfrm>
            <a:off x="3168337" y="4046102"/>
            <a:ext cx="1310879" cy="323850"/>
            <a:chOff x="278265" y="3501008"/>
            <a:chExt cx="1746364" cy="432048"/>
          </a:xfrm>
        </p:grpSpPr>
        <p:sp>
          <p:nvSpPr>
            <p:cNvPr id="156" name="Curved Right Arrow 155"/>
            <p:cNvSpPr/>
            <p:nvPr/>
          </p:nvSpPr>
          <p:spPr>
            <a:xfrm>
              <a:off x="278265" y="3501008"/>
              <a:ext cx="171305"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57" name="Curved Left Arrow 156"/>
            <p:cNvSpPr/>
            <p:nvPr/>
          </p:nvSpPr>
          <p:spPr>
            <a:xfrm>
              <a:off x="1853324" y="3501008"/>
              <a:ext cx="171305"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58" name="TextBox 157"/>
          <p:cNvSpPr txBox="1">
            <a:spLocks noChangeArrowheads="1"/>
          </p:cNvSpPr>
          <p:nvPr/>
        </p:nvSpPr>
        <p:spPr bwMode="auto">
          <a:xfrm>
            <a:off x="4435162" y="4072297"/>
            <a:ext cx="3869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÷2</a:t>
            </a:r>
          </a:p>
        </p:txBody>
      </p:sp>
      <p:sp>
        <p:nvSpPr>
          <p:cNvPr id="159" name="Rectangle 158"/>
          <p:cNvSpPr>
            <a:spLocks noChangeArrowheads="1"/>
          </p:cNvSpPr>
          <p:nvPr/>
        </p:nvSpPr>
        <p:spPr bwMode="auto">
          <a:xfrm>
            <a:off x="3827944" y="4174690"/>
            <a:ext cx="6767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4.5ml</a:t>
            </a:r>
          </a:p>
        </p:txBody>
      </p:sp>
      <p:sp>
        <p:nvSpPr>
          <p:cNvPr id="160" name="TextBox 159"/>
          <p:cNvSpPr txBox="1">
            <a:spLocks noChangeArrowheads="1"/>
          </p:cNvSpPr>
          <p:nvPr/>
        </p:nvSpPr>
        <p:spPr bwMode="auto">
          <a:xfrm>
            <a:off x="4599469" y="4038959"/>
            <a:ext cx="3536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x3</a:t>
            </a:r>
          </a:p>
        </p:txBody>
      </p:sp>
      <p:sp>
        <p:nvSpPr>
          <p:cNvPr id="161" name="TextBox 160"/>
          <p:cNvSpPr txBox="1">
            <a:spLocks noChangeArrowheads="1"/>
          </p:cNvSpPr>
          <p:nvPr/>
        </p:nvSpPr>
        <p:spPr bwMode="auto">
          <a:xfrm>
            <a:off x="4954275" y="3921087"/>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8cl</a:t>
            </a:r>
          </a:p>
        </p:txBody>
      </p:sp>
      <p:sp>
        <p:nvSpPr>
          <p:cNvPr id="162" name="TextBox 161"/>
          <p:cNvSpPr txBox="1">
            <a:spLocks noChangeArrowheads="1"/>
          </p:cNvSpPr>
          <p:nvPr/>
        </p:nvSpPr>
        <p:spPr bwMode="auto">
          <a:xfrm>
            <a:off x="4953085" y="4140162"/>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30% =</a:t>
            </a:r>
          </a:p>
        </p:txBody>
      </p:sp>
      <p:grpSp>
        <p:nvGrpSpPr>
          <p:cNvPr id="163" name="Group 162"/>
          <p:cNvGrpSpPr>
            <a:grpSpLocks/>
          </p:cNvGrpSpPr>
          <p:nvPr/>
        </p:nvGrpSpPr>
        <p:grpSpPr bwMode="auto">
          <a:xfrm>
            <a:off x="4855453" y="4029434"/>
            <a:ext cx="1309688" cy="323850"/>
            <a:chOff x="278265" y="3501008"/>
            <a:chExt cx="1746364" cy="432048"/>
          </a:xfrm>
        </p:grpSpPr>
        <p:sp>
          <p:nvSpPr>
            <p:cNvPr id="164" name="Curved Right Arrow 163"/>
            <p:cNvSpPr/>
            <p:nvPr/>
          </p:nvSpPr>
          <p:spPr>
            <a:xfrm>
              <a:off x="278265" y="3501008"/>
              <a:ext cx="171461"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65" name="Curved Left Arrow 164"/>
            <p:cNvSpPr/>
            <p:nvPr/>
          </p:nvSpPr>
          <p:spPr>
            <a:xfrm>
              <a:off x="1853168" y="3501008"/>
              <a:ext cx="171461"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66" name="TextBox 165"/>
          <p:cNvSpPr txBox="1">
            <a:spLocks noChangeArrowheads="1"/>
          </p:cNvSpPr>
          <p:nvPr/>
        </p:nvSpPr>
        <p:spPr bwMode="auto">
          <a:xfrm>
            <a:off x="6121088" y="4055628"/>
            <a:ext cx="3881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x3</a:t>
            </a:r>
          </a:p>
        </p:txBody>
      </p:sp>
      <p:sp>
        <p:nvSpPr>
          <p:cNvPr id="167" name="Rectangle 166"/>
          <p:cNvSpPr>
            <a:spLocks noChangeArrowheads="1"/>
          </p:cNvSpPr>
          <p:nvPr/>
        </p:nvSpPr>
        <p:spPr bwMode="auto">
          <a:xfrm>
            <a:off x="5513869" y="4156830"/>
            <a:ext cx="5597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24cl</a:t>
            </a:r>
          </a:p>
        </p:txBody>
      </p:sp>
      <p:sp>
        <p:nvSpPr>
          <p:cNvPr id="168" name="TextBox 167"/>
          <p:cNvSpPr txBox="1">
            <a:spLocks noChangeArrowheads="1"/>
          </p:cNvSpPr>
          <p:nvPr/>
        </p:nvSpPr>
        <p:spPr bwMode="auto">
          <a:xfrm>
            <a:off x="4962610" y="4340187"/>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  5% =</a:t>
            </a:r>
          </a:p>
        </p:txBody>
      </p:sp>
      <p:sp>
        <p:nvSpPr>
          <p:cNvPr id="169" name="Rectangle 168"/>
          <p:cNvSpPr>
            <a:spLocks noChangeArrowheads="1"/>
          </p:cNvSpPr>
          <p:nvPr/>
        </p:nvSpPr>
        <p:spPr bwMode="auto">
          <a:xfrm>
            <a:off x="5543635" y="4340187"/>
            <a:ext cx="4523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4cl</a:t>
            </a:r>
          </a:p>
        </p:txBody>
      </p:sp>
      <p:sp>
        <p:nvSpPr>
          <p:cNvPr id="170" name="TextBox 169"/>
          <p:cNvSpPr txBox="1">
            <a:spLocks noChangeArrowheads="1"/>
          </p:cNvSpPr>
          <p:nvPr/>
        </p:nvSpPr>
        <p:spPr bwMode="auto">
          <a:xfrm>
            <a:off x="4860216" y="4542593"/>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  35% =</a:t>
            </a:r>
          </a:p>
        </p:txBody>
      </p:sp>
      <p:sp>
        <p:nvSpPr>
          <p:cNvPr id="171" name="Rectangle 170"/>
          <p:cNvSpPr>
            <a:spLocks noChangeArrowheads="1"/>
          </p:cNvSpPr>
          <p:nvPr/>
        </p:nvSpPr>
        <p:spPr bwMode="auto">
          <a:xfrm>
            <a:off x="5537681" y="4531878"/>
            <a:ext cx="61555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28cl</a:t>
            </a:r>
          </a:p>
        </p:txBody>
      </p:sp>
      <p:sp>
        <p:nvSpPr>
          <p:cNvPr id="172" name="TextBox 171"/>
          <p:cNvSpPr txBox="1">
            <a:spLocks noChangeArrowheads="1"/>
          </p:cNvSpPr>
          <p:nvPr/>
        </p:nvSpPr>
        <p:spPr bwMode="auto">
          <a:xfrm>
            <a:off x="6291348" y="4055628"/>
            <a:ext cx="35361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÷2</a:t>
            </a:r>
          </a:p>
        </p:txBody>
      </p:sp>
      <p:sp>
        <p:nvSpPr>
          <p:cNvPr id="173" name="TextBox 172"/>
          <p:cNvSpPr txBox="1">
            <a:spLocks noChangeArrowheads="1"/>
          </p:cNvSpPr>
          <p:nvPr/>
        </p:nvSpPr>
        <p:spPr bwMode="auto">
          <a:xfrm>
            <a:off x="6646154" y="3937755"/>
            <a:ext cx="135374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10% = 6litres</a:t>
            </a:r>
          </a:p>
        </p:txBody>
      </p:sp>
      <p:sp>
        <p:nvSpPr>
          <p:cNvPr id="174" name="TextBox 173"/>
          <p:cNvSpPr txBox="1">
            <a:spLocks noChangeArrowheads="1"/>
          </p:cNvSpPr>
          <p:nvPr/>
        </p:nvSpPr>
        <p:spPr bwMode="auto">
          <a:xfrm>
            <a:off x="6644963" y="4156830"/>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  5% =</a:t>
            </a:r>
          </a:p>
        </p:txBody>
      </p:sp>
      <p:grpSp>
        <p:nvGrpSpPr>
          <p:cNvPr id="175" name="Group 174"/>
          <p:cNvGrpSpPr>
            <a:grpSpLocks/>
          </p:cNvGrpSpPr>
          <p:nvPr/>
        </p:nvGrpSpPr>
        <p:grpSpPr bwMode="auto">
          <a:xfrm>
            <a:off x="6547331" y="4046102"/>
            <a:ext cx="1309688" cy="323850"/>
            <a:chOff x="278265" y="3501008"/>
            <a:chExt cx="1746364" cy="432048"/>
          </a:xfrm>
        </p:grpSpPr>
        <p:sp>
          <p:nvSpPr>
            <p:cNvPr id="176" name="Curved Right Arrow 175"/>
            <p:cNvSpPr/>
            <p:nvPr/>
          </p:nvSpPr>
          <p:spPr>
            <a:xfrm>
              <a:off x="278265" y="3501008"/>
              <a:ext cx="171461"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77" name="Curved Left Arrow 176"/>
            <p:cNvSpPr/>
            <p:nvPr/>
          </p:nvSpPr>
          <p:spPr>
            <a:xfrm>
              <a:off x="1853168" y="3501008"/>
              <a:ext cx="171461"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78" name="TextBox 177"/>
          <p:cNvSpPr txBox="1">
            <a:spLocks noChangeArrowheads="1"/>
          </p:cNvSpPr>
          <p:nvPr/>
        </p:nvSpPr>
        <p:spPr bwMode="auto">
          <a:xfrm>
            <a:off x="7812966" y="4072297"/>
            <a:ext cx="3881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÷2</a:t>
            </a:r>
          </a:p>
        </p:txBody>
      </p:sp>
      <p:sp>
        <p:nvSpPr>
          <p:cNvPr id="179" name="Rectangle 178"/>
          <p:cNvSpPr>
            <a:spLocks noChangeArrowheads="1"/>
          </p:cNvSpPr>
          <p:nvPr/>
        </p:nvSpPr>
        <p:spPr bwMode="auto">
          <a:xfrm>
            <a:off x="7234323" y="4160403"/>
            <a:ext cx="75212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dirty="0">
                <a:solidFill>
                  <a:srgbClr val="7030A0"/>
                </a:solidFill>
              </a:rPr>
              <a:t>3litres</a:t>
            </a:r>
          </a:p>
        </p:txBody>
      </p:sp>
      <p:grpSp>
        <p:nvGrpSpPr>
          <p:cNvPr id="180" name="Group 179"/>
          <p:cNvGrpSpPr>
            <a:grpSpLocks/>
          </p:cNvGrpSpPr>
          <p:nvPr/>
        </p:nvGrpSpPr>
        <p:grpSpPr bwMode="auto">
          <a:xfrm>
            <a:off x="6291347" y="4316374"/>
            <a:ext cx="1909763" cy="340363"/>
            <a:chOff x="6817896" y="5949280"/>
            <a:chExt cx="2546502" cy="454078"/>
          </a:xfrm>
        </p:grpSpPr>
        <p:grpSp>
          <p:nvGrpSpPr>
            <p:cNvPr id="181" name="Group 290"/>
            <p:cNvGrpSpPr>
              <a:grpSpLocks/>
            </p:cNvGrpSpPr>
            <p:nvPr/>
          </p:nvGrpSpPr>
          <p:grpSpPr bwMode="auto">
            <a:xfrm>
              <a:off x="7164288" y="5949280"/>
              <a:ext cx="1746364" cy="432048"/>
              <a:chOff x="278265" y="3501008"/>
              <a:chExt cx="1746364" cy="432048"/>
            </a:xfrm>
          </p:grpSpPr>
          <p:sp>
            <p:nvSpPr>
              <p:cNvPr id="184" name="Curved Right Arrow 183"/>
              <p:cNvSpPr/>
              <p:nvPr/>
            </p:nvSpPr>
            <p:spPr>
              <a:xfrm>
                <a:off x="277969" y="3501008"/>
                <a:ext cx="171460" cy="4320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sp>
            <p:nvSpPr>
              <p:cNvPr id="185" name="Curved Left Arrow 184"/>
              <p:cNvSpPr/>
              <p:nvPr/>
            </p:nvSpPr>
            <p:spPr>
              <a:xfrm>
                <a:off x="1852863" y="3501008"/>
                <a:ext cx="171460" cy="432048"/>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050">
                  <a:solidFill>
                    <a:schemeClr val="tx1"/>
                  </a:solidFill>
                </a:endParaRPr>
              </a:p>
            </p:txBody>
          </p:sp>
        </p:grpSp>
        <p:sp>
          <p:nvSpPr>
            <p:cNvPr id="182" name="TextBox 293"/>
            <p:cNvSpPr txBox="1">
              <a:spLocks noChangeArrowheads="1"/>
            </p:cNvSpPr>
            <p:nvPr/>
          </p:nvSpPr>
          <p:spPr bwMode="auto">
            <a:xfrm>
              <a:off x="6817896" y="6012328"/>
              <a:ext cx="472455" cy="369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a:t>÷2</a:t>
              </a:r>
            </a:p>
          </p:txBody>
        </p:sp>
        <p:sp>
          <p:nvSpPr>
            <p:cNvPr id="183" name="TextBox 294"/>
            <p:cNvSpPr txBox="1">
              <a:spLocks noChangeArrowheads="1"/>
            </p:cNvSpPr>
            <p:nvPr/>
          </p:nvSpPr>
          <p:spPr bwMode="auto">
            <a:xfrm>
              <a:off x="8847231" y="6033814"/>
              <a:ext cx="517167" cy="369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200" b="1" dirty="0"/>
                <a:t>÷2</a:t>
              </a:r>
            </a:p>
          </p:txBody>
        </p:sp>
      </p:grpSp>
      <p:sp>
        <p:nvSpPr>
          <p:cNvPr id="186" name="TextBox 185"/>
          <p:cNvSpPr txBox="1">
            <a:spLocks noChangeArrowheads="1"/>
          </p:cNvSpPr>
          <p:nvPr/>
        </p:nvSpPr>
        <p:spPr bwMode="auto">
          <a:xfrm>
            <a:off x="6648535" y="4369953"/>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2.5% =</a:t>
            </a:r>
          </a:p>
        </p:txBody>
      </p:sp>
      <p:sp>
        <p:nvSpPr>
          <p:cNvPr id="187" name="Rectangle 186"/>
          <p:cNvSpPr>
            <a:spLocks noChangeArrowheads="1"/>
          </p:cNvSpPr>
          <p:nvPr/>
        </p:nvSpPr>
        <p:spPr bwMode="auto">
          <a:xfrm>
            <a:off x="7237894" y="4373524"/>
            <a:ext cx="91242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dirty="0">
                <a:solidFill>
                  <a:srgbClr val="7030A0"/>
                </a:solidFill>
              </a:rPr>
              <a:t>1.5litres</a:t>
            </a:r>
          </a:p>
        </p:txBody>
      </p:sp>
      <p:sp>
        <p:nvSpPr>
          <p:cNvPr id="188" name="TextBox 187"/>
          <p:cNvSpPr txBox="1">
            <a:spLocks noChangeArrowheads="1"/>
          </p:cNvSpPr>
          <p:nvPr/>
        </p:nvSpPr>
        <p:spPr bwMode="auto">
          <a:xfrm>
            <a:off x="6383025" y="4606887"/>
            <a:ext cx="131921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7030A0"/>
                </a:solidFill>
              </a:rPr>
              <a:t>17.5% =</a:t>
            </a:r>
          </a:p>
        </p:txBody>
      </p:sp>
      <p:sp>
        <p:nvSpPr>
          <p:cNvPr id="189" name="Rectangle 188"/>
          <p:cNvSpPr>
            <a:spLocks noChangeArrowheads="1"/>
          </p:cNvSpPr>
          <p:nvPr/>
        </p:nvSpPr>
        <p:spPr bwMode="auto">
          <a:xfrm>
            <a:off x="7091448" y="4609268"/>
            <a:ext cx="10198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dirty="0">
                <a:solidFill>
                  <a:srgbClr val="7030A0"/>
                </a:solidFill>
              </a:rPr>
              <a:t>10.5litres</a:t>
            </a:r>
          </a:p>
        </p:txBody>
      </p:sp>
      <p:sp>
        <p:nvSpPr>
          <p:cNvPr id="190" name="Rectangle 189"/>
          <p:cNvSpPr/>
          <p:nvPr/>
        </p:nvSpPr>
        <p:spPr bwMode="auto">
          <a:xfrm>
            <a:off x="4704244" y="3724259"/>
            <a:ext cx="3287147" cy="1123651"/>
          </a:xfrm>
          <a:prstGeom prst="rect">
            <a:avLst/>
          </a:prstGeom>
          <a:noFill/>
          <a:ln w="38100" cap="flat" cmpd="sng" algn="ctr">
            <a:solidFill>
              <a:schemeClr val="tx1"/>
            </a:solidFill>
            <a:prstDash val="lgDashDot"/>
            <a:round/>
            <a:headEnd type="none" w="med" len="med"/>
            <a:tailEnd type="none" w="med" len="med"/>
          </a:ln>
          <a:effectLst/>
        </p:spPr>
        <p:txBody>
          <a:bodyPr vert="horz" wrap="square" lIns="51435" tIns="25718" rIns="51435" bIns="25718" numCol="1" rtlCol="0" anchor="t" anchorCtr="0" compatLnSpc="1">
            <a:prstTxWarp prst="textNoShape">
              <a:avLst/>
            </a:prstTxWarp>
          </a:bodyPr>
          <a:lstStyle/>
          <a:p>
            <a:pPr algn="r" defTabSz="514350" eaLnBrk="0" fontAlgn="base" hangingPunct="0">
              <a:spcBef>
                <a:spcPct val="0"/>
              </a:spcBef>
              <a:spcAft>
                <a:spcPct val="0"/>
              </a:spcAft>
              <a:defRPr/>
            </a:pPr>
            <a:endParaRPr lang="en-GB" sz="1050">
              <a:solidFill>
                <a:prstClr val="black"/>
              </a:solidFill>
              <a:latin typeface="Arial" charset="0"/>
            </a:endParaRPr>
          </a:p>
        </p:txBody>
      </p:sp>
      <p:sp>
        <p:nvSpPr>
          <p:cNvPr id="191" name="Rectangle 190">
            <a:extLst>
              <a:ext uri="{FF2B5EF4-FFF2-40B4-BE49-F238E27FC236}">
                <a16:creationId xmlns:a16="http://schemas.microsoft.com/office/drawing/2014/main" id="{8CDF218F-B8C7-4F0C-B7CA-EEECAFEB73E8}"/>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416555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8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9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9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9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0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0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0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0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07"/>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0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1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1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13"/>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14"/>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1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12"/>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1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119"/>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21"/>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12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23"/>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12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126"/>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27"/>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129"/>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30"/>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31"/>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128"/>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134"/>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135"/>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137"/>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138"/>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39"/>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0"/>
                                          </p:stCondLst>
                                        </p:cTn>
                                        <p:tgtEl>
                                          <p:spTgt spid="136"/>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142"/>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143"/>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grpId="0" nodeType="clickEffect">
                                  <p:stCondLst>
                                    <p:cond delay="0"/>
                                  </p:stCondLst>
                                  <p:childTnLst>
                                    <p:set>
                                      <p:cBhvr>
                                        <p:cTn id="238" dur="1" fill="hold">
                                          <p:stCondLst>
                                            <p:cond delay="0"/>
                                          </p:stCondLst>
                                        </p:cTn>
                                        <p:tgtEl>
                                          <p:spTgt spid="145"/>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grpId="0" nodeType="clickEffect">
                                  <p:stCondLst>
                                    <p:cond delay="0"/>
                                  </p:stCondLst>
                                  <p:childTnLst>
                                    <p:set>
                                      <p:cBhvr>
                                        <p:cTn id="242" dur="1" fill="hold">
                                          <p:stCondLst>
                                            <p:cond delay="0"/>
                                          </p:stCondLst>
                                        </p:cTn>
                                        <p:tgtEl>
                                          <p:spTgt spid="146"/>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47"/>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144"/>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grpId="0" nodeType="clickEffect">
                                  <p:stCondLst>
                                    <p:cond delay="0"/>
                                  </p:stCondLst>
                                  <p:childTnLst>
                                    <p:set>
                                      <p:cBhvr>
                                        <p:cTn id="254" dur="1" fill="hold">
                                          <p:stCondLst>
                                            <p:cond delay="0"/>
                                          </p:stCondLst>
                                        </p:cTn>
                                        <p:tgtEl>
                                          <p:spTgt spid="150"/>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51"/>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153"/>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grpId="0" nodeType="clickEffect">
                                  <p:stCondLst>
                                    <p:cond delay="0"/>
                                  </p:stCondLst>
                                  <p:childTnLst>
                                    <p:set>
                                      <p:cBhvr>
                                        <p:cTn id="266" dur="1" fill="hold">
                                          <p:stCondLst>
                                            <p:cond delay="0"/>
                                          </p:stCondLst>
                                        </p:cTn>
                                        <p:tgtEl>
                                          <p:spTgt spid="154"/>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55"/>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grpId="0" nodeType="clickEffect">
                                  <p:stCondLst>
                                    <p:cond delay="0"/>
                                  </p:stCondLst>
                                  <p:childTnLst>
                                    <p:set>
                                      <p:cBhvr>
                                        <p:cTn id="274" dur="1" fill="hold">
                                          <p:stCondLst>
                                            <p:cond delay="0"/>
                                          </p:stCondLst>
                                        </p:cTn>
                                        <p:tgtEl>
                                          <p:spTgt spid="152"/>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grpId="0" nodeType="clickEffect">
                                  <p:stCondLst>
                                    <p:cond delay="0"/>
                                  </p:stCondLst>
                                  <p:childTnLst>
                                    <p:set>
                                      <p:cBhvr>
                                        <p:cTn id="278" dur="1" fill="hold">
                                          <p:stCondLst>
                                            <p:cond delay="0"/>
                                          </p:stCondLst>
                                        </p:cTn>
                                        <p:tgtEl>
                                          <p:spTgt spid="158"/>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grpId="0" nodeType="clickEffect">
                                  <p:stCondLst>
                                    <p:cond delay="0"/>
                                  </p:stCondLst>
                                  <p:childTnLst>
                                    <p:set>
                                      <p:cBhvr>
                                        <p:cTn id="282" dur="1" fill="hold">
                                          <p:stCondLst>
                                            <p:cond delay="0"/>
                                          </p:stCondLst>
                                        </p:cTn>
                                        <p:tgtEl>
                                          <p:spTgt spid="159"/>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grpId="0" nodeType="clickEffect">
                                  <p:stCondLst>
                                    <p:cond delay="0"/>
                                  </p:stCondLst>
                                  <p:childTnLst>
                                    <p:set>
                                      <p:cBhvr>
                                        <p:cTn id="286" dur="1" fill="hold">
                                          <p:stCondLst>
                                            <p:cond delay="0"/>
                                          </p:stCondLst>
                                        </p:cTn>
                                        <p:tgtEl>
                                          <p:spTgt spid="161"/>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grpId="0" nodeType="clickEffect">
                                  <p:stCondLst>
                                    <p:cond delay="0"/>
                                  </p:stCondLst>
                                  <p:childTnLst>
                                    <p:set>
                                      <p:cBhvr>
                                        <p:cTn id="290" dur="1" fill="hold">
                                          <p:stCondLst>
                                            <p:cond delay="0"/>
                                          </p:stCondLst>
                                        </p:cTn>
                                        <p:tgtEl>
                                          <p:spTgt spid="162"/>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163"/>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grpId="0" nodeType="clickEffect">
                                  <p:stCondLst>
                                    <p:cond delay="0"/>
                                  </p:stCondLst>
                                  <p:childTnLst>
                                    <p:set>
                                      <p:cBhvr>
                                        <p:cTn id="298" dur="1" fill="hold">
                                          <p:stCondLst>
                                            <p:cond delay="0"/>
                                          </p:stCondLst>
                                        </p:cTn>
                                        <p:tgtEl>
                                          <p:spTgt spid="160"/>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childTnLst>
                                    <p:set>
                                      <p:cBhvr>
                                        <p:cTn id="302" dur="1" fill="hold">
                                          <p:stCondLst>
                                            <p:cond delay="0"/>
                                          </p:stCondLst>
                                        </p:cTn>
                                        <p:tgtEl>
                                          <p:spTgt spid="166"/>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grpId="0" nodeType="clickEffect">
                                  <p:stCondLst>
                                    <p:cond delay="0"/>
                                  </p:stCondLst>
                                  <p:childTnLst>
                                    <p:set>
                                      <p:cBhvr>
                                        <p:cTn id="306" dur="1" fill="hold">
                                          <p:stCondLst>
                                            <p:cond delay="0"/>
                                          </p:stCondLst>
                                        </p:cTn>
                                        <p:tgtEl>
                                          <p:spTgt spid="167"/>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grpId="0" nodeType="clickEffect">
                                  <p:stCondLst>
                                    <p:cond delay="0"/>
                                  </p:stCondLst>
                                  <p:childTnLst>
                                    <p:set>
                                      <p:cBhvr>
                                        <p:cTn id="310" dur="1" fill="hold">
                                          <p:stCondLst>
                                            <p:cond delay="0"/>
                                          </p:stCondLst>
                                        </p:cTn>
                                        <p:tgtEl>
                                          <p:spTgt spid="168"/>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grpId="0" nodeType="clickEffect">
                                  <p:stCondLst>
                                    <p:cond delay="0"/>
                                  </p:stCondLst>
                                  <p:childTnLst>
                                    <p:set>
                                      <p:cBhvr>
                                        <p:cTn id="314" dur="1" fill="hold">
                                          <p:stCondLst>
                                            <p:cond delay="0"/>
                                          </p:stCondLst>
                                        </p:cTn>
                                        <p:tgtEl>
                                          <p:spTgt spid="169"/>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grpId="0" nodeType="clickEffect">
                                  <p:stCondLst>
                                    <p:cond delay="0"/>
                                  </p:stCondLst>
                                  <p:childTnLst>
                                    <p:set>
                                      <p:cBhvr>
                                        <p:cTn id="318" dur="1" fill="hold">
                                          <p:stCondLst>
                                            <p:cond delay="0"/>
                                          </p:stCondLst>
                                        </p:cTn>
                                        <p:tgtEl>
                                          <p:spTgt spid="170"/>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grpId="0" nodeType="clickEffect">
                                  <p:stCondLst>
                                    <p:cond delay="0"/>
                                  </p:stCondLst>
                                  <p:childTnLst>
                                    <p:set>
                                      <p:cBhvr>
                                        <p:cTn id="322" dur="1" fill="hold">
                                          <p:stCondLst>
                                            <p:cond delay="0"/>
                                          </p:stCondLst>
                                        </p:cTn>
                                        <p:tgtEl>
                                          <p:spTgt spid="171"/>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grpId="0" nodeType="clickEffect">
                                  <p:stCondLst>
                                    <p:cond delay="0"/>
                                  </p:stCondLst>
                                  <p:childTnLst>
                                    <p:set>
                                      <p:cBhvr>
                                        <p:cTn id="326" dur="1" fill="hold">
                                          <p:stCondLst>
                                            <p:cond delay="0"/>
                                          </p:stCondLst>
                                        </p:cTn>
                                        <p:tgtEl>
                                          <p:spTgt spid="173"/>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grpId="0" nodeType="clickEffect">
                                  <p:stCondLst>
                                    <p:cond delay="0"/>
                                  </p:stCondLst>
                                  <p:childTnLst>
                                    <p:set>
                                      <p:cBhvr>
                                        <p:cTn id="330" dur="1" fill="hold">
                                          <p:stCondLst>
                                            <p:cond delay="0"/>
                                          </p:stCondLst>
                                        </p:cTn>
                                        <p:tgtEl>
                                          <p:spTgt spid="174"/>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175"/>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grpId="0" nodeType="clickEffect">
                                  <p:stCondLst>
                                    <p:cond delay="0"/>
                                  </p:stCondLst>
                                  <p:childTnLst>
                                    <p:set>
                                      <p:cBhvr>
                                        <p:cTn id="338" dur="1" fill="hold">
                                          <p:stCondLst>
                                            <p:cond delay="0"/>
                                          </p:stCondLst>
                                        </p:cTn>
                                        <p:tgtEl>
                                          <p:spTgt spid="172"/>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grpId="0" nodeType="clickEffect">
                                  <p:stCondLst>
                                    <p:cond delay="0"/>
                                  </p:stCondLst>
                                  <p:childTnLst>
                                    <p:set>
                                      <p:cBhvr>
                                        <p:cTn id="342" dur="1" fill="hold">
                                          <p:stCondLst>
                                            <p:cond delay="0"/>
                                          </p:stCondLst>
                                        </p:cTn>
                                        <p:tgtEl>
                                          <p:spTgt spid="178"/>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grpId="0" nodeType="clickEffect">
                                  <p:stCondLst>
                                    <p:cond delay="0"/>
                                  </p:stCondLst>
                                  <p:childTnLst>
                                    <p:set>
                                      <p:cBhvr>
                                        <p:cTn id="346" dur="1" fill="hold">
                                          <p:stCondLst>
                                            <p:cond delay="0"/>
                                          </p:stCondLst>
                                        </p:cTn>
                                        <p:tgtEl>
                                          <p:spTgt spid="179"/>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180"/>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grpId="0" nodeType="clickEffect">
                                  <p:stCondLst>
                                    <p:cond delay="0"/>
                                  </p:stCondLst>
                                  <p:childTnLst>
                                    <p:set>
                                      <p:cBhvr>
                                        <p:cTn id="354" dur="1" fill="hold">
                                          <p:stCondLst>
                                            <p:cond delay="0"/>
                                          </p:stCondLst>
                                        </p:cTn>
                                        <p:tgtEl>
                                          <p:spTgt spid="186"/>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grpId="0" nodeType="clickEffect">
                                  <p:stCondLst>
                                    <p:cond delay="0"/>
                                  </p:stCondLst>
                                  <p:childTnLst>
                                    <p:set>
                                      <p:cBhvr>
                                        <p:cTn id="358" dur="1" fill="hold">
                                          <p:stCondLst>
                                            <p:cond delay="0"/>
                                          </p:stCondLst>
                                        </p:cTn>
                                        <p:tgtEl>
                                          <p:spTgt spid="187"/>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grpId="0" nodeType="clickEffect">
                                  <p:stCondLst>
                                    <p:cond delay="0"/>
                                  </p:stCondLst>
                                  <p:childTnLst>
                                    <p:set>
                                      <p:cBhvr>
                                        <p:cTn id="362" dur="1" fill="hold">
                                          <p:stCondLst>
                                            <p:cond delay="0"/>
                                          </p:stCondLst>
                                        </p:cTn>
                                        <p:tgtEl>
                                          <p:spTgt spid="188"/>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grpId="0" nodeType="clickEffect">
                                  <p:stCondLst>
                                    <p:cond delay="0"/>
                                  </p:stCondLst>
                                  <p:childTnLst>
                                    <p:set>
                                      <p:cBhvr>
                                        <p:cTn id="366"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P spid="40" grpId="0"/>
      <p:bldP spid="73" grpId="0"/>
      <p:bldP spid="74" grpId="0"/>
      <p:bldP spid="75" grpId="0"/>
      <p:bldP spid="76" grpId="0"/>
      <p:bldP spid="77" grpId="0"/>
      <p:bldP spid="78" grpId="0"/>
      <p:bldP spid="79" grpId="0"/>
      <p:bldP spid="80" grpId="0"/>
      <p:bldP spid="81" grpId="0"/>
      <p:bldP spid="82" grpId="0"/>
      <p:bldP spid="86" grpId="0"/>
      <p:bldP spid="87" grpId="0"/>
      <p:bldP spid="88" grpId="0"/>
      <p:bldP spid="89" grpId="0"/>
      <p:bldP spid="90" grpId="0"/>
      <p:bldP spid="94" grpId="0"/>
      <p:bldP spid="95" grpId="0"/>
      <p:bldP spid="96" grpId="0"/>
      <p:bldP spid="97" grpId="0"/>
      <p:bldP spid="98" grpId="0"/>
      <p:bldP spid="102" grpId="0"/>
      <p:bldP spid="103" grpId="0"/>
      <p:bldP spid="104" grpId="0"/>
      <p:bldP spid="105" grpId="0"/>
      <p:bldP spid="106" grpId="0"/>
      <p:bldP spid="110" grpId="0"/>
      <p:bldP spid="111" grpId="0"/>
      <p:bldP spid="112" grpId="0"/>
      <p:bldP spid="113" grpId="0"/>
      <p:bldP spid="114" grpId="0"/>
      <p:bldP spid="118" grpId="0"/>
      <p:bldP spid="119" grpId="0"/>
      <p:bldP spid="120" grpId="0"/>
      <p:bldP spid="121" grpId="0"/>
      <p:bldP spid="122" grpId="0"/>
      <p:bldP spid="126" grpId="0"/>
      <p:bldP spid="127" grpId="0"/>
      <p:bldP spid="128" grpId="0"/>
      <p:bldP spid="129" grpId="0"/>
      <p:bldP spid="130" grpId="0"/>
      <p:bldP spid="134" grpId="0"/>
      <p:bldP spid="135" grpId="0"/>
      <p:bldP spid="136" grpId="0"/>
      <p:bldP spid="137" grpId="0"/>
      <p:bldP spid="138" grpId="0"/>
      <p:bldP spid="142" grpId="0"/>
      <p:bldP spid="143" grpId="0"/>
      <p:bldP spid="144" grpId="0"/>
      <p:bldP spid="145" grpId="0"/>
      <p:bldP spid="146" grpId="0"/>
      <p:bldP spid="150" grpId="0"/>
      <p:bldP spid="151" grpId="0"/>
      <p:bldP spid="152" grpId="0"/>
      <p:bldP spid="153" grpId="0"/>
      <p:bldP spid="154" grpId="0"/>
      <p:bldP spid="158" grpId="0"/>
      <p:bldP spid="159" grpId="0"/>
      <p:bldP spid="160" grpId="0"/>
      <p:bldP spid="161" grpId="0"/>
      <p:bldP spid="162" grpId="0"/>
      <p:bldP spid="166" grpId="0"/>
      <p:bldP spid="167" grpId="0"/>
      <p:bldP spid="168" grpId="0"/>
      <p:bldP spid="169" grpId="0"/>
      <p:bldP spid="170" grpId="0"/>
      <p:bldP spid="171" grpId="0"/>
      <p:bldP spid="172" grpId="0"/>
      <p:bldP spid="173" grpId="0"/>
      <p:bldP spid="174" grpId="0"/>
      <p:bldP spid="178" grpId="0"/>
      <p:bldP spid="179" grpId="0"/>
      <p:bldP spid="186" grpId="0"/>
      <p:bldP spid="187" grpId="0"/>
      <p:bldP spid="188" grpId="0"/>
      <p:bldP spid="18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Hinge</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25" name="TextBox 7"/>
          <p:cNvSpPr txBox="1">
            <a:spLocks noChangeArrowheads="1"/>
          </p:cNvSpPr>
          <p:nvPr/>
        </p:nvSpPr>
        <p:spPr bwMode="auto">
          <a:xfrm>
            <a:off x="1143001" y="2514672"/>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solidFill>
                  <a:srgbClr val="000000"/>
                </a:solidFill>
                <a:latin typeface="Arial" pitchFamily="34" charset="0"/>
              </a:rPr>
              <a:t>A)</a:t>
            </a:r>
          </a:p>
        </p:txBody>
      </p:sp>
      <p:sp>
        <p:nvSpPr>
          <p:cNvPr id="31" name="TextBox 8"/>
          <p:cNvSpPr txBox="1">
            <a:spLocks noChangeArrowheads="1"/>
          </p:cNvSpPr>
          <p:nvPr/>
        </p:nvSpPr>
        <p:spPr bwMode="auto">
          <a:xfrm>
            <a:off x="4614397" y="2514672"/>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solidFill>
                  <a:srgbClr val="000000"/>
                </a:solidFill>
                <a:latin typeface="Arial" pitchFamily="34" charset="0"/>
              </a:rPr>
              <a:t>B)</a:t>
            </a:r>
          </a:p>
        </p:txBody>
      </p:sp>
      <p:sp>
        <p:nvSpPr>
          <p:cNvPr id="32" name="TextBox 9"/>
          <p:cNvSpPr txBox="1">
            <a:spLocks noChangeArrowheads="1"/>
          </p:cNvSpPr>
          <p:nvPr/>
        </p:nvSpPr>
        <p:spPr bwMode="auto">
          <a:xfrm>
            <a:off x="1143001" y="3811263"/>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solidFill>
                  <a:srgbClr val="000000"/>
                </a:solidFill>
                <a:latin typeface="Arial" pitchFamily="34" charset="0"/>
              </a:rPr>
              <a:t>C)</a:t>
            </a:r>
          </a:p>
        </p:txBody>
      </p:sp>
      <p:sp>
        <p:nvSpPr>
          <p:cNvPr id="33" name="TextBox 10"/>
          <p:cNvSpPr txBox="1">
            <a:spLocks noChangeArrowheads="1"/>
          </p:cNvSpPr>
          <p:nvPr/>
        </p:nvSpPr>
        <p:spPr bwMode="auto">
          <a:xfrm>
            <a:off x="4589149" y="3811263"/>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solidFill>
                  <a:srgbClr val="000000"/>
                </a:solidFill>
                <a:latin typeface="Arial" pitchFamily="34" charset="0"/>
              </a:rPr>
              <a:t>D)</a:t>
            </a:r>
          </a:p>
        </p:txBody>
      </p:sp>
      <p:sp>
        <p:nvSpPr>
          <p:cNvPr id="34" name="Title 1"/>
          <p:cNvSpPr txBox="1">
            <a:spLocks/>
          </p:cNvSpPr>
          <p:nvPr/>
        </p:nvSpPr>
        <p:spPr bwMode="auto">
          <a:xfrm>
            <a:off x="1576401" y="448288"/>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4050">
                <a:solidFill>
                  <a:srgbClr val="000000"/>
                </a:solidFill>
                <a:latin typeface="Aharoni" pitchFamily="2" charset="0"/>
                <a:cs typeface="Aharoni" pitchFamily="2" charset="0"/>
              </a:rPr>
              <a:t>Find:</a:t>
            </a:r>
          </a:p>
        </p:txBody>
      </p:sp>
      <p:sp>
        <p:nvSpPr>
          <p:cNvPr id="35" name="Title 1"/>
          <p:cNvSpPr txBox="1">
            <a:spLocks/>
          </p:cNvSpPr>
          <p:nvPr/>
        </p:nvSpPr>
        <p:spPr bwMode="auto">
          <a:xfrm>
            <a:off x="1541873" y="956685"/>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sz="4050" dirty="0">
                <a:solidFill>
                  <a:srgbClr val="000000"/>
                </a:solidFill>
              </a:rPr>
              <a:t>20% of 60 </a:t>
            </a:r>
            <a:endParaRPr lang="en-GB" sz="3300" dirty="0">
              <a:solidFill>
                <a:srgbClr val="000000"/>
              </a:solidFill>
            </a:endParaRPr>
          </a:p>
        </p:txBody>
      </p:sp>
      <p:sp>
        <p:nvSpPr>
          <p:cNvPr id="36" name="Rectangle 35"/>
          <p:cNvSpPr/>
          <p:nvPr/>
        </p:nvSpPr>
        <p:spPr>
          <a:xfrm>
            <a:off x="1825020" y="3525830"/>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12</a:t>
            </a:r>
          </a:p>
        </p:txBody>
      </p:sp>
      <p:sp>
        <p:nvSpPr>
          <p:cNvPr id="37" name="Rectangle 36"/>
          <p:cNvSpPr/>
          <p:nvPr/>
        </p:nvSpPr>
        <p:spPr>
          <a:xfrm>
            <a:off x="1825020" y="2284009"/>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6</a:t>
            </a:r>
          </a:p>
        </p:txBody>
      </p:sp>
      <p:sp>
        <p:nvSpPr>
          <p:cNvPr id="38" name="Rectangle 37"/>
          <p:cNvSpPr/>
          <p:nvPr/>
        </p:nvSpPr>
        <p:spPr>
          <a:xfrm>
            <a:off x="5214002" y="3525830"/>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20</a:t>
            </a:r>
          </a:p>
        </p:txBody>
      </p:sp>
      <p:sp>
        <p:nvSpPr>
          <p:cNvPr id="39" name="Rectangle 38"/>
          <p:cNvSpPr/>
          <p:nvPr/>
        </p:nvSpPr>
        <p:spPr>
          <a:xfrm>
            <a:off x="5214002" y="2284009"/>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8</a:t>
            </a:r>
          </a:p>
        </p:txBody>
      </p:sp>
      <p:sp>
        <p:nvSpPr>
          <p:cNvPr id="22" name="Rectangle 21">
            <a:extLst>
              <a:ext uri="{FF2B5EF4-FFF2-40B4-BE49-F238E27FC236}">
                <a16:creationId xmlns:a16="http://schemas.microsoft.com/office/drawing/2014/main" id="{4D9EF77B-6D33-4F5A-9071-7837D9E9A1FE}"/>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3684258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36"/>
                                        </p:tgtEl>
                                        <p:attrNameLst>
                                          <p:attrName>fillcolor</p:attrName>
                                        </p:attrNameLst>
                                      </p:cBhvr>
                                      <p:to>
                                        <a:srgbClr val="66FF66"/>
                                      </p:to>
                                    </p:animClr>
                                    <p:set>
                                      <p:cBhvr>
                                        <p:cTn id="7" dur="1000" fill="hold"/>
                                        <p:tgtEl>
                                          <p:spTgt spid="36"/>
                                        </p:tgtEl>
                                        <p:attrNameLst>
                                          <p:attrName>fill.type</p:attrName>
                                        </p:attrNameLst>
                                      </p:cBhvr>
                                      <p:to>
                                        <p:strVal val="solid"/>
                                      </p:to>
                                    </p:set>
                                    <p:set>
                                      <p:cBhvr>
                                        <p:cTn id="8" dur="1000" fill="hold"/>
                                        <p:tgtEl>
                                          <p:spTgt spid="36"/>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37"/>
                                        </p:tgtEl>
                                        <p:attrNameLst>
                                          <p:attrName>fillcolor</p:attrName>
                                        </p:attrNameLst>
                                      </p:cBhvr>
                                      <p:to>
                                        <a:srgbClr val="FF3300"/>
                                      </p:to>
                                    </p:animClr>
                                    <p:set>
                                      <p:cBhvr>
                                        <p:cTn id="11" dur="1000" fill="hold"/>
                                        <p:tgtEl>
                                          <p:spTgt spid="37"/>
                                        </p:tgtEl>
                                        <p:attrNameLst>
                                          <p:attrName>fill.type</p:attrName>
                                        </p:attrNameLst>
                                      </p:cBhvr>
                                      <p:to>
                                        <p:strVal val="solid"/>
                                      </p:to>
                                    </p:set>
                                    <p:set>
                                      <p:cBhvr>
                                        <p:cTn id="12" dur="1000" fill="hold"/>
                                        <p:tgtEl>
                                          <p:spTgt spid="37"/>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38"/>
                                        </p:tgtEl>
                                        <p:attrNameLst>
                                          <p:attrName>fillcolor</p:attrName>
                                        </p:attrNameLst>
                                      </p:cBhvr>
                                      <p:to>
                                        <a:srgbClr val="FF3300"/>
                                      </p:to>
                                    </p:animClr>
                                    <p:set>
                                      <p:cBhvr>
                                        <p:cTn id="15" dur="1000" fill="hold"/>
                                        <p:tgtEl>
                                          <p:spTgt spid="38"/>
                                        </p:tgtEl>
                                        <p:attrNameLst>
                                          <p:attrName>fill.type</p:attrName>
                                        </p:attrNameLst>
                                      </p:cBhvr>
                                      <p:to>
                                        <p:strVal val="solid"/>
                                      </p:to>
                                    </p:set>
                                    <p:set>
                                      <p:cBhvr>
                                        <p:cTn id="16" dur="1000" fill="hold"/>
                                        <p:tgtEl>
                                          <p:spTgt spid="38"/>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39"/>
                                        </p:tgtEl>
                                        <p:attrNameLst>
                                          <p:attrName>fillcolor</p:attrName>
                                        </p:attrNameLst>
                                      </p:cBhvr>
                                      <p:to>
                                        <a:srgbClr val="FF3300"/>
                                      </p:to>
                                    </p:animClr>
                                    <p:set>
                                      <p:cBhvr>
                                        <p:cTn id="19" dur="1000" fill="hold"/>
                                        <p:tgtEl>
                                          <p:spTgt spid="39"/>
                                        </p:tgtEl>
                                        <p:attrNameLst>
                                          <p:attrName>fill.type</p:attrName>
                                        </p:attrNameLst>
                                      </p:cBhvr>
                                      <p:to>
                                        <p:strVal val="solid"/>
                                      </p:to>
                                    </p:set>
                                    <p:set>
                                      <p:cBhvr>
                                        <p:cTn id="20" dur="1000" fill="hold"/>
                                        <p:tgtEl>
                                          <p:spTgt spid="3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Hinge</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3" name="TextBox 7"/>
          <p:cNvSpPr txBox="1">
            <a:spLocks noChangeArrowheads="1"/>
          </p:cNvSpPr>
          <p:nvPr/>
        </p:nvSpPr>
        <p:spPr bwMode="auto">
          <a:xfrm>
            <a:off x="1143001" y="251269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solidFill>
                  <a:srgbClr val="000000"/>
                </a:solidFill>
                <a:latin typeface="Arial" pitchFamily="34" charset="0"/>
              </a:rPr>
              <a:t>A)</a:t>
            </a:r>
          </a:p>
        </p:txBody>
      </p:sp>
      <p:sp>
        <p:nvSpPr>
          <p:cNvPr id="14" name="TextBox 8"/>
          <p:cNvSpPr txBox="1">
            <a:spLocks noChangeArrowheads="1"/>
          </p:cNvSpPr>
          <p:nvPr/>
        </p:nvSpPr>
        <p:spPr bwMode="auto">
          <a:xfrm>
            <a:off x="4532509" y="251269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solidFill>
                  <a:srgbClr val="000000"/>
                </a:solidFill>
                <a:latin typeface="Arial" pitchFamily="34" charset="0"/>
              </a:rPr>
              <a:t>B)</a:t>
            </a:r>
          </a:p>
        </p:txBody>
      </p:sp>
      <p:sp>
        <p:nvSpPr>
          <p:cNvPr id="15" name="TextBox 9"/>
          <p:cNvSpPr txBox="1">
            <a:spLocks noChangeArrowheads="1"/>
          </p:cNvSpPr>
          <p:nvPr/>
        </p:nvSpPr>
        <p:spPr bwMode="auto">
          <a:xfrm>
            <a:off x="1143001" y="380929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solidFill>
                  <a:srgbClr val="000000"/>
                </a:solidFill>
                <a:latin typeface="Arial" pitchFamily="34" charset="0"/>
              </a:rPr>
              <a:t>C)</a:t>
            </a:r>
          </a:p>
        </p:txBody>
      </p:sp>
      <p:sp>
        <p:nvSpPr>
          <p:cNvPr id="18" name="TextBox 10"/>
          <p:cNvSpPr txBox="1">
            <a:spLocks noChangeArrowheads="1"/>
          </p:cNvSpPr>
          <p:nvPr/>
        </p:nvSpPr>
        <p:spPr bwMode="auto">
          <a:xfrm>
            <a:off x="4507261" y="380929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solidFill>
                  <a:srgbClr val="000000"/>
                </a:solidFill>
                <a:latin typeface="Arial" pitchFamily="34" charset="0"/>
              </a:rPr>
              <a:t>D)</a:t>
            </a:r>
          </a:p>
        </p:txBody>
      </p:sp>
      <p:sp>
        <p:nvSpPr>
          <p:cNvPr id="19" name="Title 1"/>
          <p:cNvSpPr txBox="1">
            <a:spLocks/>
          </p:cNvSpPr>
          <p:nvPr/>
        </p:nvSpPr>
        <p:spPr bwMode="auto">
          <a:xfrm>
            <a:off x="1576401" y="446316"/>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4050">
                <a:solidFill>
                  <a:srgbClr val="000000"/>
                </a:solidFill>
                <a:latin typeface="Aharoni" pitchFamily="2" charset="0"/>
                <a:cs typeface="Aharoni" pitchFamily="2" charset="0"/>
              </a:rPr>
              <a:t>Find:</a:t>
            </a:r>
          </a:p>
        </p:txBody>
      </p:sp>
      <p:sp>
        <p:nvSpPr>
          <p:cNvPr id="20" name="Title 1"/>
          <p:cNvSpPr txBox="1">
            <a:spLocks/>
          </p:cNvSpPr>
          <p:nvPr/>
        </p:nvSpPr>
        <p:spPr bwMode="auto">
          <a:xfrm>
            <a:off x="1541873" y="954713"/>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sz="4050" dirty="0">
                <a:solidFill>
                  <a:srgbClr val="000000"/>
                </a:solidFill>
              </a:rPr>
              <a:t>5% of 80 </a:t>
            </a:r>
            <a:endParaRPr lang="en-GB" sz="3300" dirty="0">
              <a:solidFill>
                <a:srgbClr val="000000"/>
              </a:solidFill>
            </a:endParaRPr>
          </a:p>
        </p:txBody>
      </p:sp>
      <p:sp>
        <p:nvSpPr>
          <p:cNvPr id="21" name="Rectangle 20"/>
          <p:cNvSpPr/>
          <p:nvPr/>
        </p:nvSpPr>
        <p:spPr>
          <a:xfrm>
            <a:off x="5142350" y="3557392"/>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4</a:t>
            </a:r>
          </a:p>
        </p:txBody>
      </p:sp>
      <p:sp>
        <p:nvSpPr>
          <p:cNvPr id="22" name="Rectangle 21"/>
          <p:cNvSpPr/>
          <p:nvPr/>
        </p:nvSpPr>
        <p:spPr>
          <a:xfrm>
            <a:off x="1794312" y="2315570"/>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0.8</a:t>
            </a:r>
          </a:p>
        </p:txBody>
      </p:sp>
      <p:sp>
        <p:nvSpPr>
          <p:cNvPr id="23" name="Rectangle 22"/>
          <p:cNvSpPr/>
          <p:nvPr/>
        </p:nvSpPr>
        <p:spPr>
          <a:xfrm>
            <a:off x="5142350" y="2315570"/>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8</a:t>
            </a:r>
          </a:p>
        </p:txBody>
      </p:sp>
      <p:sp>
        <p:nvSpPr>
          <p:cNvPr id="24" name="Rectangle 23"/>
          <p:cNvSpPr/>
          <p:nvPr/>
        </p:nvSpPr>
        <p:spPr>
          <a:xfrm>
            <a:off x="1794312" y="3557392"/>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10</a:t>
            </a:r>
          </a:p>
        </p:txBody>
      </p:sp>
      <p:sp>
        <p:nvSpPr>
          <p:cNvPr id="25" name="Rectangle 24">
            <a:extLst>
              <a:ext uri="{FF2B5EF4-FFF2-40B4-BE49-F238E27FC236}">
                <a16:creationId xmlns:a16="http://schemas.microsoft.com/office/drawing/2014/main" id="{EA6F470D-13F3-47EF-96F3-A81E379A6678}"/>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2332186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21"/>
                                        </p:tgtEl>
                                        <p:attrNameLst>
                                          <p:attrName>fillcolor</p:attrName>
                                        </p:attrNameLst>
                                      </p:cBhvr>
                                      <p:to>
                                        <a:srgbClr val="66FF66"/>
                                      </p:to>
                                    </p:animClr>
                                    <p:set>
                                      <p:cBhvr>
                                        <p:cTn id="7" dur="1000" fill="hold"/>
                                        <p:tgtEl>
                                          <p:spTgt spid="21"/>
                                        </p:tgtEl>
                                        <p:attrNameLst>
                                          <p:attrName>fill.type</p:attrName>
                                        </p:attrNameLst>
                                      </p:cBhvr>
                                      <p:to>
                                        <p:strVal val="solid"/>
                                      </p:to>
                                    </p:set>
                                    <p:set>
                                      <p:cBhvr>
                                        <p:cTn id="8" dur="1000" fill="hold"/>
                                        <p:tgtEl>
                                          <p:spTgt spid="21"/>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22"/>
                                        </p:tgtEl>
                                        <p:attrNameLst>
                                          <p:attrName>fillcolor</p:attrName>
                                        </p:attrNameLst>
                                      </p:cBhvr>
                                      <p:to>
                                        <a:srgbClr val="FF3300"/>
                                      </p:to>
                                    </p:animClr>
                                    <p:set>
                                      <p:cBhvr>
                                        <p:cTn id="11" dur="1000" fill="hold"/>
                                        <p:tgtEl>
                                          <p:spTgt spid="22"/>
                                        </p:tgtEl>
                                        <p:attrNameLst>
                                          <p:attrName>fill.type</p:attrName>
                                        </p:attrNameLst>
                                      </p:cBhvr>
                                      <p:to>
                                        <p:strVal val="solid"/>
                                      </p:to>
                                    </p:set>
                                    <p:set>
                                      <p:cBhvr>
                                        <p:cTn id="12" dur="1000" fill="hold"/>
                                        <p:tgtEl>
                                          <p:spTgt spid="2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23"/>
                                        </p:tgtEl>
                                        <p:attrNameLst>
                                          <p:attrName>fillcolor</p:attrName>
                                        </p:attrNameLst>
                                      </p:cBhvr>
                                      <p:to>
                                        <a:srgbClr val="FF3300"/>
                                      </p:to>
                                    </p:animClr>
                                    <p:set>
                                      <p:cBhvr>
                                        <p:cTn id="15" dur="1000" fill="hold"/>
                                        <p:tgtEl>
                                          <p:spTgt spid="23"/>
                                        </p:tgtEl>
                                        <p:attrNameLst>
                                          <p:attrName>fill.type</p:attrName>
                                        </p:attrNameLst>
                                      </p:cBhvr>
                                      <p:to>
                                        <p:strVal val="solid"/>
                                      </p:to>
                                    </p:set>
                                    <p:set>
                                      <p:cBhvr>
                                        <p:cTn id="16" dur="1000" fill="hold"/>
                                        <p:tgtEl>
                                          <p:spTgt spid="23"/>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24"/>
                                        </p:tgtEl>
                                        <p:attrNameLst>
                                          <p:attrName>fillcolor</p:attrName>
                                        </p:attrNameLst>
                                      </p:cBhvr>
                                      <p:to>
                                        <a:srgbClr val="FF3300"/>
                                      </p:to>
                                    </p:animClr>
                                    <p:set>
                                      <p:cBhvr>
                                        <p:cTn id="19" dur="1000" fill="hold"/>
                                        <p:tgtEl>
                                          <p:spTgt spid="24"/>
                                        </p:tgtEl>
                                        <p:attrNameLst>
                                          <p:attrName>fill.type</p:attrName>
                                        </p:attrNameLst>
                                      </p:cBhvr>
                                      <p:to>
                                        <p:strVal val="solid"/>
                                      </p:to>
                                    </p:set>
                                    <p:set>
                                      <p:cBhvr>
                                        <p:cTn id="20" dur="1000" fill="hold"/>
                                        <p:tgtEl>
                                          <p:spTgt spid="2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Hinge</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3" name="Rectangle 12"/>
          <p:cNvSpPr/>
          <p:nvPr/>
        </p:nvSpPr>
        <p:spPr>
          <a:xfrm>
            <a:off x="5153093" y="2335565"/>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6</a:t>
            </a:r>
            <a:endParaRPr lang="en-GB" sz="4950" baseline="30000" dirty="0">
              <a:solidFill>
                <a:prstClr val="black"/>
              </a:solidFill>
              <a:latin typeface="Calibri"/>
              <a:cs typeface="+mn-cs"/>
            </a:endParaRPr>
          </a:p>
        </p:txBody>
      </p:sp>
      <p:sp>
        <p:nvSpPr>
          <p:cNvPr id="14" name="Rectangle 13"/>
          <p:cNvSpPr/>
          <p:nvPr/>
        </p:nvSpPr>
        <p:spPr>
          <a:xfrm>
            <a:off x="1706313" y="2364007"/>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16</a:t>
            </a:r>
            <a:endParaRPr lang="en-GB" sz="4950" baseline="30000" dirty="0">
              <a:solidFill>
                <a:prstClr val="black"/>
              </a:solidFill>
              <a:latin typeface="Calibri"/>
              <a:cs typeface="+mn-cs"/>
            </a:endParaRPr>
          </a:p>
        </p:txBody>
      </p:sp>
      <p:sp>
        <p:nvSpPr>
          <p:cNvPr id="15" name="Rectangle 14"/>
          <p:cNvSpPr/>
          <p:nvPr/>
        </p:nvSpPr>
        <p:spPr>
          <a:xfrm>
            <a:off x="5151902" y="3642871"/>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4</a:t>
            </a:r>
            <a:endParaRPr lang="en-GB" sz="4950" baseline="30000" dirty="0">
              <a:solidFill>
                <a:prstClr val="black"/>
              </a:solidFill>
              <a:latin typeface="Calibri"/>
              <a:cs typeface="+mn-cs"/>
            </a:endParaRPr>
          </a:p>
        </p:txBody>
      </p:sp>
      <p:sp>
        <p:nvSpPr>
          <p:cNvPr id="18" name="Rectangle 17"/>
          <p:cNvSpPr/>
          <p:nvPr/>
        </p:nvSpPr>
        <p:spPr>
          <a:xfrm>
            <a:off x="1706313" y="3671909"/>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8</a:t>
            </a:r>
            <a:endParaRPr lang="en-GB" sz="4950" baseline="30000" dirty="0">
              <a:solidFill>
                <a:prstClr val="black"/>
              </a:solidFill>
              <a:latin typeface="Calibri"/>
              <a:cs typeface="+mn-cs"/>
            </a:endParaRPr>
          </a:p>
        </p:txBody>
      </p:sp>
      <p:sp>
        <p:nvSpPr>
          <p:cNvPr id="19" name="TextBox 7"/>
          <p:cNvSpPr txBox="1">
            <a:spLocks noChangeArrowheads="1"/>
          </p:cNvSpPr>
          <p:nvPr/>
        </p:nvSpPr>
        <p:spPr bwMode="auto">
          <a:xfrm>
            <a:off x="1080901" y="255273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A)</a:t>
            </a:r>
          </a:p>
        </p:txBody>
      </p:sp>
      <p:sp>
        <p:nvSpPr>
          <p:cNvPr id="20" name="TextBox 8"/>
          <p:cNvSpPr txBox="1">
            <a:spLocks noChangeArrowheads="1"/>
          </p:cNvSpPr>
          <p:nvPr/>
        </p:nvSpPr>
        <p:spPr bwMode="auto">
          <a:xfrm>
            <a:off x="4552297" y="255273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latin typeface="Arial" pitchFamily="34" charset="0"/>
              </a:rPr>
              <a:t>B)</a:t>
            </a:r>
          </a:p>
        </p:txBody>
      </p:sp>
      <p:sp>
        <p:nvSpPr>
          <p:cNvPr id="21" name="TextBox 9"/>
          <p:cNvSpPr txBox="1">
            <a:spLocks noChangeArrowheads="1"/>
          </p:cNvSpPr>
          <p:nvPr/>
        </p:nvSpPr>
        <p:spPr bwMode="auto">
          <a:xfrm>
            <a:off x="1080901" y="384933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latin typeface="Arial" pitchFamily="34" charset="0"/>
              </a:rPr>
              <a:t>C)</a:t>
            </a:r>
          </a:p>
        </p:txBody>
      </p:sp>
      <p:sp>
        <p:nvSpPr>
          <p:cNvPr id="22" name="TextBox 10"/>
          <p:cNvSpPr txBox="1">
            <a:spLocks noChangeArrowheads="1"/>
          </p:cNvSpPr>
          <p:nvPr/>
        </p:nvSpPr>
        <p:spPr bwMode="auto">
          <a:xfrm>
            <a:off x="4527049" y="384933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D)</a:t>
            </a:r>
          </a:p>
        </p:txBody>
      </p:sp>
      <p:sp>
        <p:nvSpPr>
          <p:cNvPr id="23" name="Title 1"/>
          <p:cNvSpPr txBox="1">
            <a:spLocks/>
          </p:cNvSpPr>
          <p:nvPr/>
        </p:nvSpPr>
        <p:spPr bwMode="auto">
          <a:xfrm>
            <a:off x="1514301" y="486355"/>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4050">
                <a:solidFill>
                  <a:srgbClr val="000000"/>
                </a:solidFill>
                <a:latin typeface="Aharoni" pitchFamily="2" charset="0"/>
                <a:cs typeface="Aharoni" pitchFamily="2" charset="0"/>
              </a:rPr>
              <a:t>Find:</a:t>
            </a:r>
          </a:p>
        </p:txBody>
      </p:sp>
      <p:sp>
        <p:nvSpPr>
          <p:cNvPr id="24" name="Title 1"/>
          <p:cNvSpPr txBox="1">
            <a:spLocks/>
          </p:cNvSpPr>
          <p:nvPr/>
        </p:nvSpPr>
        <p:spPr bwMode="auto">
          <a:xfrm>
            <a:off x="1479773" y="994752"/>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sz="4050" dirty="0">
                <a:solidFill>
                  <a:srgbClr val="000000"/>
                </a:solidFill>
              </a:rPr>
              <a:t>15% of 40 </a:t>
            </a:r>
            <a:endParaRPr lang="en-GB" sz="3300" dirty="0">
              <a:solidFill>
                <a:srgbClr val="000000"/>
              </a:solidFill>
            </a:endParaRPr>
          </a:p>
        </p:txBody>
      </p:sp>
      <p:sp>
        <p:nvSpPr>
          <p:cNvPr id="25" name="Rectangle 24">
            <a:extLst>
              <a:ext uri="{FF2B5EF4-FFF2-40B4-BE49-F238E27FC236}">
                <a16:creationId xmlns:a16="http://schemas.microsoft.com/office/drawing/2014/main" id="{5E7CA117-158C-42EE-9FED-3AF834B77395}"/>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48812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13"/>
                                        </p:tgtEl>
                                        <p:attrNameLst>
                                          <p:attrName>fillcolor</p:attrName>
                                        </p:attrNameLst>
                                      </p:cBhvr>
                                      <p:to>
                                        <a:srgbClr val="66FF66"/>
                                      </p:to>
                                    </p:animClr>
                                    <p:set>
                                      <p:cBhvr>
                                        <p:cTn id="7" dur="1000" fill="hold"/>
                                        <p:tgtEl>
                                          <p:spTgt spid="13"/>
                                        </p:tgtEl>
                                        <p:attrNameLst>
                                          <p:attrName>fill.type</p:attrName>
                                        </p:attrNameLst>
                                      </p:cBhvr>
                                      <p:to>
                                        <p:strVal val="solid"/>
                                      </p:to>
                                    </p:set>
                                    <p:set>
                                      <p:cBhvr>
                                        <p:cTn id="8" dur="1000" fill="hold"/>
                                        <p:tgtEl>
                                          <p:spTgt spid="1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14"/>
                                        </p:tgtEl>
                                        <p:attrNameLst>
                                          <p:attrName>fillcolor</p:attrName>
                                        </p:attrNameLst>
                                      </p:cBhvr>
                                      <p:to>
                                        <a:srgbClr val="FF3300"/>
                                      </p:to>
                                    </p:animClr>
                                    <p:set>
                                      <p:cBhvr>
                                        <p:cTn id="11" dur="1000" fill="hold"/>
                                        <p:tgtEl>
                                          <p:spTgt spid="14"/>
                                        </p:tgtEl>
                                        <p:attrNameLst>
                                          <p:attrName>fill.type</p:attrName>
                                        </p:attrNameLst>
                                      </p:cBhvr>
                                      <p:to>
                                        <p:strVal val="solid"/>
                                      </p:to>
                                    </p:set>
                                    <p:set>
                                      <p:cBhvr>
                                        <p:cTn id="12" dur="1000" fill="hold"/>
                                        <p:tgtEl>
                                          <p:spTgt spid="14"/>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15"/>
                                        </p:tgtEl>
                                        <p:attrNameLst>
                                          <p:attrName>fillcolor</p:attrName>
                                        </p:attrNameLst>
                                      </p:cBhvr>
                                      <p:to>
                                        <a:srgbClr val="FF3300"/>
                                      </p:to>
                                    </p:animClr>
                                    <p:set>
                                      <p:cBhvr>
                                        <p:cTn id="15" dur="1000" fill="hold"/>
                                        <p:tgtEl>
                                          <p:spTgt spid="15"/>
                                        </p:tgtEl>
                                        <p:attrNameLst>
                                          <p:attrName>fill.type</p:attrName>
                                        </p:attrNameLst>
                                      </p:cBhvr>
                                      <p:to>
                                        <p:strVal val="solid"/>
                                      </p:to>
                                    </p:set>
                                    <p:set>
                                      <p:cBhvr>
                                        <p:cTn id="16" dur="1000" fill="hold"/>
                                        <p:tgtEl>
                                          <p:spTgt spid="1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18"/>
                                        </p:tgtEl>
                                        <p:attrNameLst>
                                          <p:attrName>fillcolor</p:attrName>
                                        </p:attrNameLst>
                                      </p:cBhvr>
                                      <p:to>
                                        <a:srgbClr val="FF3300"/>
                                      </p:to>
                                    </p:animClr>
                                    <p:set>
                                      <p:cBhvr>
                                        <p:cTn id="19" dur="1000" fill="hold"/>
                                        <p:tgtEl>
                                          <p:spTgt spid="18"/>
                                        </p:tgtEl>
                                        <p:attrNameLst>
                                          <p:attrName>fill.type</p:attrName>
                                        </p:attrNameLst>
                                      </p:cBhvr>
                                      <p:to>
                                        <p:strVal val="solid"/>
                                      </p:to>
                                    </p:set>
                                    <p:set>
                                      <p:cBhvr>
                                        <p:cTn id="20" dur="1000" fill="hold"/>
                                        <p:tgtEl>
                                          <p:spTgt spid="1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Hinge</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3" name="Rectangle 12"/>
          <p:cNvSpPr/>
          <p:nvPr/>
        </p:nvSpPr>
        <p:spPr>
          <a:xfrm>
            <a:off x="5153093" y="2335565"/>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6</a:t>
            </a:r>
            <a:endParaRPr lang="en-GB" sz="4950" baseline="30000" dirty="0">
              <a:solidFill>
                <a:prstClr val="black"/>
              </a:solidFill>
              <a:latin typeface="Calibri"/>
              <a:cs typeface="+mn-cs"/>
            </a:endParaRPr>
          </a:p>
        </p:txBody>
      </p:sp>
      <p:sp>
        <p:nvSpPr>
          <p:cNvPr id="14" name="Rectangle 13"/>
          <p:cNvSpPr/>
          <p:nvPr/>
        </p:nvSpPr>
        <p:spPr>
          <a:xfrm>
            <a:off x="1706313" y="2364007"/>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16</a:t>
            </a:r>
            <a:endParaRPr lang="en-GB" sz="4950" baseline="30000" dirty="0">
              <a:solidFill>
                <a:prstClr val="black"/>
              </a:solidFill>
              <a:latin typeface="Calibri"/>
              <a:cs typeface="+mn-cs"/>
            </a:endParaRPr>
          </a:p>
        </p:txBody>
      </p:sp>
      <p:sp>
        <p:nvSpPr>
          <p:cNvPr id="15" name="Rectangle 14"/>
          <p:cNvSpPr/>
          <p:nvPr/>
        </p:nvSpPr>
        <p:spPr>
          <a:xfrm>
            <a:off x="5151902" y="3642871"/>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4</a:t>
            </a:r>
            <a:endParaRPr lang="en-GB" sz="4950" baseline="30000" dirty="0">
              <a:solidFill>
                <a:prstClr val="black"/>
              </a:solidFill>
              <a:latin typeface="Calibri"/>
              <a:cs typeface="+mn-cs"/>
            </a:endParaRPr>
          </a:p>
        </p:txBody>
      </p:sp>
      <p:sp>
        <p:nvSpPr>
          <p:cNvPr id="18" name="Rectangle 17"/>
          <p:cNvSpPr/>
          <p:nvPr/>
        </p:nvSpPr>
        <p:spPr>
          <a:xfrm>
            <a:off x="1706313" y="3671909"/>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8</a:t>
            </a:r>
            <a:endParaRPr lang="en-GB" sz="4950" baseline="30000" dirty="0">
              <a:solidFill>
                <a:prstClr val="black"/>
              </a:solidFill>
              <a:latin typeface="Calibri"/>
              <a:cs typeface="+mn-cs"/>
            </a:endParaRPr>
          </a:p>
        </p:txBody>
      </p:sp>
      <p:sp>
        <p:nvSpPr>
          <p:cNvPr id="19" name="TextBox 7"/>
          <p:cNvSpPr txBox="1">
            <a:spLocks noChangeArrowheads="1"/>
          </p:cNvSpPr>
          <p:nvPr/>
        </p:nvSpPr>
        <p:spPr bwMode="auto">
          <a:xfrm>
            <a:off x="1080901" y="255273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A)</a:t>
            </a:r>
          </a:p>
        </p:txBody>
      </p:sp>
      <p:sp>
        <p:nvSpPr>
          <p:cNvPr id="20" name="TextBox 8"/>
          <p:cNvSpPr txBox="1">
            <a:spLocks noChangeArrowheads="1"/>
          </p:cNvSpPr>
          <p:nvPr/>
        </p:nvSpPr>
        <p:spPr bwMode="auto">
          <a:xfrm>
            <a:off x="4552297" y="255273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latin typeface="Arial" pitchFamily="34" charset="0"/>
              </a:rPr>
              <a:t>B)</a:t>
            </a:r>
          </a:p>
        </p:txBody>
      </p:sp>
      <p:sp>
        <p:nvSpPr>
          <p:cNvPr id="21" name="TextBox 9"/>
          <p:cNvSpPr txBox="1">
            <a:spLocks noChangeArrowheads="1"/>
          </p:cNvSpPr>
          <p:nvPr/>
        </p:nvSpPr>
        <p:spPr bwMode="auto">
          <a:xfrm>
            <a:off x="1080901" y="384933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latin typeface="Arial" pitchFamily="34" charset="0"/>
              </a:rPr>
              <a:t>C)</a:t>
            </a:r>
          </a:p>
        </p:txBody>
      </p:sp>
      <p:sp>
        <p:nvSpPr>
          <p:cNvPr id="22" name="TextBox 10"/>
          <p:cNvSpPr txBox="1">
            <a:spLocks noChangeArrowheads="1"/>
          </p:cNvSpPr>
          <p:nvPr/>
        </p:nvSpPr>
        <p:spPr bwMode="auto">
          <a:xfrm>
            <a:off x="4527049" y="384933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D)</a:t>
            </a:r>
          </a:p>
        </p:txBody>
      </p:sp>
      <p:sp>
        <p:nvSpPr>
          <p:cNvPr id="23" name="Title 1"/>
          <p:cNvSpPr txBox="1">
            <a:spLocks/>
          </p:cNvSpPr>
          <p:nvPr/>
        </p:nvSpPr>
        <p:spPr bwMode="auto">
          <a:xfrm>
            <a:off x="1514301" y="486355"/>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4050">
                <a:solidFill>
                  <a:srgbClr val="000000"/>
                </a:solidFill>
                <a:latin typeface="Aharoni" pitchFamily="2" charset="0"/>
                <a:cs typeface="Aharoni" pitchFamily="2" charset="0"/>
              </a:rPr>
              <a:t>Find:</a:t>
            </a:r>
          </a:p>
        </p:txBody>
      </p:sp>
      <p:sp>
        <p:nvSpPr>
          <p:cNvPr id="24" name="Title 1"/>
          <p:cNvSpPr txBox="1">
            <a:spLocks/>
          </p:cNvSpPr>
          <p:nvPr/>
        </p:nvSpPr>
        <p:spPr bwMode="auto">
          <a:xfrm>
            <a:off x="1479773" y="994752"/>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sz="4050" dirty="0">
                <a:solidFill>
                  <a:srgbClr val="000000"/>
                </a:solidFill>
              </a:rPr>
              <a:t>15% of 40 </a:t>
            </a:r>
            <a:endParaRPr lang="en-GB" sz="3300" dirty="0">
              <a:solidFill>
                <a:srgbClr val="000000"/>
              </a:solidFill>
            </a:endParaRPr>
          </a:p>
        </p:txBody>
      </p:sp>
      <p:sp>
        <p:nvSpPr>
          <p:cNvPr id="25" name="Rectangle 24">
            <a:extLst>
              <a:ext uri="{FF2B5EF4-FFF2-40B4-BE49-F238E27FC236}">
                <a16:creationId xmlns:a16="http://schemas.microsoft.com/office/drawing/2014/main" id="{82FA4CED-80A8-4872-9B5D-197326ED9A77}"/>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2483791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13"/>
                                        </p:tgtEl>
                                        <p:attrNameLst>
                                          <p:attrName>fillcolor</p:attrName>
                                        </p:attrNameLst>
                                      </p:cBhvr>
                                      <p:to>
                                        <a:srgbClr val="66FF66"/>
                                      </p:to>
                                    </p:animClr>
                                    <p:set>
                                      <p:cBhvr>
                                        <p:cTn id="7" dur="1000" fill="hold"/>
                                        <p:tgtEl>
                                          <p:spTgt spid="13"/>
                                        </p:tgtEl>
                                        <p:attrNameLst>
                                          <p:attrName>fill.type</p:attrName>
                                        </p:attrNameLst>
                                      </p:cBhvr>
                                      <p:to>
                                        <p:strVal val="solid"/>
                                      </p:to>
                                    </p:set>
                                    <p:set>
                                      <p:cBhvr>
                                        <p:cTn id="8" dur="1000" fill="hold"/>
                                        <p:tgtEl>
                                          <p:spTgt spid="1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14"/>
                                        </p:tgtEl>
                                        <p:attrNameLst>
                                          <p:attrName>fillcolor</p:attrName>
                                        </p:attrNameLst>
                                      </p:cBhvr>
                                      <p:to>
                                        <a:srgbClr val="FF3300"/>
                                      </p:to>
                                    </p:animClr>
                                    <p:set>
                                      <p:cBhvr>
                                        <p:cTn id="11" dur="1000" fill="hold"/>
                                        <p:tgtEl>
                                          <p:spTgt spid="14"/>
                                        </p:tgtEl>
                                        <p:attrNameLst>
                                          <p:attrName>fill.type</p:attrName>
                                        </p:attrNameLst>
                                      </p:cBhvr>
                                      <p:to>
                                        <p:strVal val="solid"/>
                                      </p:to>
                                    </p:set>
                                    <p:set>
                                      <p:cBhvr>
                                        <p:cTn id="12" dur="1000" fill="hold"/>
                                        <p:tgtEl>
                                          <p:spTgt spid="14"/>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15"/>
                                        </p:tgtEl>
                                        <p:attrNameLst>
                                          <p:attrName>fillcolor</p:attrName>
                                        </p:attrNameLst>
                                      </p:cBhvr>
                                      <p:to>
                                        <a:srgbClr val="FF3300"/>
                                      </p:to>
                                    </p:animClr>
                                    <p:set>
                                      <p:cBhvr>
                                        <p:cTn id="15" dur="1000" fill="hold"/>
                                        <p:tgtEl>
                                          <p:spTgt spid="15"/>
                                        </p:tgtEl>
                                        <p:attrNameLst>
                                          <p:attrName>fill.type</p:attrName>
                                        </p:attrNameLst>
                                      </p:cBhvr>
                                      <p:to>
                                        <p:strVal val="solid"/>
                                      </p:to>
                                    </p:set>
                                    <p:set>
                                      <p:cBhvr>
                                        <p:cTn id="16" dur="1000" fill="hold"/>
                                        <p:tgtEl>
                                          <p:spTgt spid="1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18"/>
                                        </p:tgtEl>
                                        <p:attrNameLst>
                                          <p:attrName>fillcolor</p:attrName>
                                        </p:attrNameLst>
                                      </p:cBhvr>
                                      <p:to>
                                        <a:srgbClr val="FF3300"/>
                                      </p:to>
                                    </p:animClr>
                                    <p:set>
                                      <p:cBhvr>
                                        <p:cTn id="19" dur="1000" fill="hold"/>
                                        <p:tgtEl>
                                          <p:spTgt spid="18"/>
                                        </p:tgtEl>
                                        <p:attrNameLst>
                                          <p:attrName>fill.type</p:attrName>
                                        </p:attrNameLst>
                                      </p:cBhvr>
                                      <p:to>
                                        <p:strVal val="solid"/>
                                      </p:to>
                                    </p:set>
                                    <p:set>
                                      <p:cBhvr>
                                        <p:cTn id="20" dur="1000" fill="hold"/>
                                        <p:tgtEl>
                                          <p:spTgt spid="1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Hinge</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8" name="Line 4"/>
          <p:cNvSpPr>
            <a:spLocks noChangeShapeType="1"/>
          </p:cNvSpPr>
          <p:nvPr/>
        </p:nvSpPr>
        <p:spPr bwMode="auto">
          <a:xfrm>
            <a:off x="1117537" y="475910"/>
            <a:ext cx="6858000" cy="0"/>
          </a:xfrm>
          <a:prstGeom prst="line">
            <a:avLst/>
          </a:prstGeom>
          <a:noFill/>
          <a:ln w="25400">
            <a:solidFill>
              <a:srgbClr val="336699"/>
            </a:solidFill>
            <a:round/>
            <a:headEnd/>
            <a:tailEnd/>
          </a:ln>
          <a:extLst>
            <a:ext uri="{909E8E84-426E-40DD-AFC4-6F175D3DCCD1}">
              <a14:hiddenFill xmlns:a14="http://schemas.microsoft.com/office/drawing/2010/main">
                <a:noFill/>
              </a14:hiddenFill>
            </a:ext>
          </a:extLst>
        </p:spPr>
        <p:txBody>
          <a:bodyPr/>
          <a:lstStyle/>
          <a:p>
            <a:endParaRPr lang="en-GB" sz="1050"/>
          </a:p>
        </p:txBody>
      </p:sp>
      <p:sp>
        <p:nvSpPr>
          <p:cNvPr id="19" name="Line 4"/>
          <p:cNvSpPr>
            <a:spLocks noChangeShapeType="1"/>
          </p:cNvSpPr>
          <p:nvPr/>
        </p:nvSpPr>
        <p:spPr bwMode="auto">
          <a:xfrm>
            <a:off x="1117537" y="475910"/>
            <a:ext cx="6858000" cy="0"/>
          </a:xfrm>
          <a:prstGeom prst="line">
            <a:avLst/>
          </a:prstGeom>
          <a:noFill/>
          <a:ln w="25400">
            <a:solidFill>
              <a:srgbClr val="336699"/>
            </a:solidFill>
            <a:round/>
            <a:headEnd/>
            <a:tailEnd/>
          </a:ln>
          <a:extLst>
            <a:ext uri="{909E8E84-426E-40DD-AFC4-6F175D3DCCD1}">
              <a14:hiddenFill xmlns:a14="http://schemas.microsoft.com/office/drawing/2010/main">
                <a:noFill/>
              </a14:hiddenFill>
            </a:ext>
          </a:extLst>
        </p:spPr>
        <p:txBody>
          <a:bodyPr/>
          <a:lstStyle/>
          <a:p>
            <a:endParaRPr lang="en-GB" sz="1050"/>
          </a:p>
        </p:txBody>
      </p:sp>
      <p:sp>
        <p:nvSpPr>
          <p:cNvPr id="20" name="TextBox 7"/>
          <p:cNvSpPr txBox="1">
            <a:spLocks noChangeArrowheads="1"/>
          </p:cNvSpPr>
          <p:nvPr/>
        </p:nvSpPr>
        <p:spPr bwMode="auto">
          <a:xfrm>
            <a:off x="1264595" y="2582776"/>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A)</a:t>
            </a:r>
          </a:p>
        </p:txBody>
      </p:sp>
      <p:sp>
        <p:nvSpPr>
          <p:cNvPr id="21" name="TextBox 8"/>
          <p:cNvSpPr txBox="1">
            <a:spLocks noChangeArrowheads="1"/>
          </p:cNvSpPr>
          <p:nvPr/>
        </p:nvSpPr>
        <p:spPr bwMode="auto">
          <a:xfrm>
            <a:off x="4662151" y="2582776"/>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B)</a:t>
            </a:r>
          </a:p>
        </p:txBody>
      </p:sp>
      <p:sp>
        <p:nvSpPr>
          <p:cNvPr id="22" name="TextBox 9"/>
          <p:cNvSpPr txBox="1">
            <a:spLocks noChangeArrowheads="1"/>
          </p:cNvSpPr>
          <p:nvPr/>
        </p:nvSpPr>
        <p:spPr bwMode="auto">
          <a:xfrm>
            <a:off x="1264595" y="3879367"/>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latin typeface="Arial" pitchFamily="34" charset="0"/>
              </a:rPr>
              <a:t>C)</a:t>
            </a:r>
          </a:p>
        </p:txBody>
      </p:sp>
      <p:sp>
        <p:nvSpPr>
          <p:cNvPr id="23" name="TextBox 10"/>
          <p:cNvSpPr txBox="1">
            <a:spLocks noChangeArrowheads="1"/>
          </p:cNvSpPr>
          <p:nvPr/>
        </p:nvSpPr>
        <p:spPr bwMode="auto">
          <a:xfrm>
            <a:off x="4636903" y="3879367"/>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D)</a:t>
            </a:r>
          </a:p>
        </p:txBody>
      </p:sp>
      <p:sp>
        <p:nvSpPr>
          <p:cNvPr id="24" name="Title 1"/>
          <p:cNvSpPr txBox="1">
            <a:spLocks/>
          </p:cNvSpPr>
          <p:nvPr/>
        </p:nvSpPr>
        <p:spPr bwMode="auto">
          <a:xfrm>
            <a:off x="1610456" y="516392"/>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4050">
                <a:solidFill>
                  <a:srgbClr val="000000"/>
                </a:solidFill>
                <a:latin typeface="Aharoni" pitchFamily="2" charset="0"/>
                <a:cs typeface="Aharoni" pitchFamily="2" charset="0"/>
              </a:rPr>
              <a:t>Find:</a:t>
            </a:r>
          </a:p>
        </p:txBody>
      </p:sp>
      <p:sp>
        <p:nvSpPr>
          <p:cNvPr id="25" name="Title 1"/>
          <p:cNvSpPr txBox="1">
            <a:spLocks/>
          </p:cNvSpPr>
          <p:nvPr/>
        </p:nvSpPr>
        <p:spPr bwMode="auto">
          <a:xfrm>
            <a:off x="1575928" y="1024789"/>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sz="4050" dirty="0">
                <a:solidFill>
                  <a:srgbClr val="000000"/>
                </a:solidFill>
              </a:rPr>
              <a:t>35% of 120 </a:t>
            </a:r>
            <a:endParaRPr lang="en-GB" sz="3300" dirty="0">
              <a:solidFill>
                <a:srgbClr val="000000"/>
              </a:solidFill>
            </a:endParaRPr>
          </a:p>
        </p:txBody>
      </p:sp>
      <p:sp>
        <p:nvSpPr>
          <p:cNvPr id="31" name="Rectangle 30"/>
          <p:cNvSpPr/>
          <p:nvPr/>
        </p:nvSpPr>
        <p:spPr>
          <a:xfrm>
            <a:off x="5248056" y="3611041"/>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42</a:t>
            </a:r>
          </a:p>
        </p:txBody>
      </p:sp>
      <p:sp>
        <p:nvSpPr>
          <p:cNvPr id="32" name="Rectangle 31"/>
          <p:cNvSpPr/>
          <p:nvPr/>
        </p:nvSpPr>
        <p:spPr>
          <a:xfrm>
            <a:off x="1900019" y="2369219"/>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52</a:t>
            </a:r>
          </a:p>
        </p:txBody>
      </p:sp>
      <p:sp>
        <p:nvSpPr>
          <p:cNvPr id="33" name="Rectangle 32"/>
          <p:cNvSpPr/>
          <p:nvPr/>
        </p:nvSpPr>
        <p:spPr>
          <a:xfrm>
            <a:off x="5248056" y="2369219"/>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40</a:t>
            </a:r>
          </a:p>
        </p:txBody>
      </p:sp>
      <p:sp>
        <p:nvSpPr>
          <p:cNvPr id="34" name="Rectangle 33"/>
          <p:cNvSpPr/>
          <p:nvPr/>
        </p:nvSpPr>
        <p:spPr>
          <a:xfrm>
            <a:off x="1900019" y="3611041"/>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36</a:t>
            </a:r>
          </a:p>
        </p:txBody>
      </p:sp>
      <p:sp>
        <p:nvSpPr>
          <p:cNvPr id="35" name="Rectangle 34">
            <a:extLst>
              <a:ext uri="{FF2B5EF4-FFF2-40B4-BE49-F238E27FC236}">
                <a16:creationId xmlns:a16="http://schemas.microsoft.com/office/drawing/2014/main" id="{C49163AB-7949-4674-AECB-8F29ED173C8C}"/>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1413069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31"/>
                                        </p:tgtEl>
                                        <p:attrNameLst>
                                          <p:attrName>fillcolor</p:attrName>
                                        </p:attrNameLst>
                                      </p:cBhvr>
                                      <p:to>
                                        <a:srgbClr val="66FF66"/>
                                      </p:to>
                                    </p:animClr>
                                    <p:set>
                                      <p:cBhvr>
                                        <p:cTn id="7" dur="1000" fill="hold"/>
                                        <p:tgtEl>
                                          <p:spTgt spid="31"/>
                                        </p:tgtEl>
                                        <p:attrNameLst>
                                          <p:attrName>fill.type</p:attrName>
                                        </p:attrNameLst>
                                      </p:cBhvr>
                                      <p:to>
                                        <p:strVal val="solid"/>
                                      </p:to>
                                    </p:set>
                                    <p:set>
                                      <p:cBhvr>
                                        <p:cTn id="8" dur="1000" fill="hold"/>
                                        <p:tgtEl>
                                          <p:spTgt spid="31"/>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32"/>
                                        </p:tgtEl>
                                        <p:attrNameLst>
                                          <p:attrName>fillcolor</p:attrName>
                                        </p:attrNameLst>
                                      </p:cBhvr>
                                      <p:to>
                                        <a:srgbClr val="FF3300"/>
                                      </p:to>
                                    </p:animClr>
                                    <p:set>
                                      <p:cBhvr>
                                        <p:cTn id="11" dur="1000" fill="hold"/>
                                        <p:tgtEl>
                                          <p:spTgt spid="32"/>
                                        </p:tgtEl>
                                        <p:attrNameLst>
                                          <p:attrName>fill.type</p:attrName>
                                        </p:attrNameLst>
                                      </p:cBhvr>
                                      <p:to>
                                        <p:strVal val="solid"/>
                                      </p:to>
                                    </p:set>
                                    <p:set>
                                      <p:cBhvr>
                                        <p:cTn id="12" dur="1000" fill="hold"/>
                                        <p:tgtEl>
                                          <p:spTgt spid="3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33"/>
                                        </p:tgtEl>
                                        <p:attrNameLst>
                                          <p:attrName>fillcolor</p:attrName>
                                        </p:attrNameLst>
                                      </p:cBhvr>
                                      <p:to>
                                        <a:srgbClr val="FF3300"/>
                                      </p:to>
                                    </p:animClr>
                                    <p:set>
                                      <p:cBhvr>
                                        <p:cTn id="15" dur="1000" fill="hold"/>
                                        <p:tgtEl>
                                          <p:spTgt spid="33"/>
                                        </p:tgtEl>
                                        <p:attrNameLst>
                                          <p:attrName>fill.type</p:attrName>
                                        </p:attrNameLst>
                                      </p:cBhvr>
                                      <p:to>
                                        <p:strVal val="solid"/>
                                      </p:to>
                                    </p:set>
                                    <p:set>
                                      <p:cBhvr>
                                        <p:cTn id="16" dur="1000" fill="hold"/>
                                        <p:tgtEl>
                                          <p:spTgt spid="33"/>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34"/>
                                        </p:tgtEl>
                                        <p:attrNameLst>
                                          <p:attrName>fillcolor</p:attrName>
                                        </p:attrNameLst>
                                      </p:cBhvr>
                                      <p:to>
                                        <a:srgbClr val="FF3300"/>
                                      </p:to>
                                    </p:animClr>
                                    <p:set>
                                      <p:cBhvr>
                                        <p:cTn id="19" dur="1000" fill="hold"/>
                                        <p:tgtEl>
                                          <p:spTgt spid="34"/>
                                        </p:tgtEl>
                                        <p:attrNameLst>
                                          <p:attrName>fill.type</p:attrName>
                                        </p:attrNameLst>
                                      </p:cBhvr>
                                      <p:to>
                                        <p:strVal val="solid"/>
                                      </p:to>
                                    </p:set>
                                    <p:set>
                                      <p:cBhvr>
                                        <p:cTn id="20" dur="1000" fill="hold"/>
                                        <p:tgtEl>
                                          <p:spTgt spid="3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Hinge</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3" name="TextBox 7"/>
          <p:cNvSpPr txBox="1">
            <a:spLocks noChangeArrowheads="1"/>
          </p:cNvSpPr>
          <p:nvPr/>
        </p:nvSpPr>
        <p:spPr bwMode="auto">
          <a:xfrm>
            <a:off x="1264595" y="255273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A)</a:t>
            </a:r>
          </a:p>
        </p:txBody>
      </p:sp>
      <p:sp>
        <p:nvSpPr>
          <p:cNvPr id="14" name="TextBox 8"/>
          <p:cNvSpPr txBox="1">
            <a:spLocks noChangeArrowheads="1"/>
          </p:cNvSpPr>
          <p:nvPr/>
        </p:nvSpPr>
        <p:spPr bwMode="auto">
          <a:xfrm>
            <a:off x="4662151" y="255273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B)</a:t>
            </a:r>
          </a:p>
        </p:txBody>
      </p:sp>
      <p:sp>
        <p:nvSpPr>
          <p:cNvPr id="15" name="TextBox 9"/>
          <p:cNvSpPr txBox="1">
            <a:spLocks noChangeArrowheads="1"/>
          </p:cNvSpPr>
          <p:nvPr/>
        </p:nvSpPr>
        <p:spPr bwMode="auto">
          <a:xfrm>
            <a:off x="1264595" y="384933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latin typeface="Arial" pitchFamily="34" charset="0"/>
              </a:rPr>
              <a:t>C)</a:t>
            </a:r>
          </a:p>
        </p:txBody>
      </p:sp>
      <p:sp>
        <p:nvSpPr>
          <p:cNvPr id="18" name="TextBox 10"/>
          <p:cNvSpPr txBox="1">
            <a:spLocks noChangeArrowheads="1"/>
          </p:cNvSpPr>
          <p:nvPr/>
        </p:nvSpPr>
        <p:spPr bwMode="auto">
          <a:xfrm>
            <a:off x="4636903" y="384933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D)</a:t>
            </a:r>
          </a:p>
        </p:txBody>
      </p:sp>
      <p:sp>
        <p:nvSpPr>
          <p:cNvPr id="19" name="Title 1"/>
          <p:cNvSpPr txBox="1">
            <a:spLocks/>
          </p:cNvSpPr>
          <p:nvPr/>
        </p:nvSpPr>
        <p:spPr bwMode="auto">
          <a:xfrm>
            <a:off x="1610456" y="486355"/>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4050">
                <a:solidFill>
                  <a:srgbClr val="000000"/>
                </a:solidFill>
                <a:latin typeface="Aharoni" pitchFamily="2" charset="0"/>
                <a:cs typeface="Aharoni" pitchFamily="2" charset="0"/>
              </a:rPr>
              <a:t>Find:</a:t>
            </a:r>
          </a:p>
        </p:txBody>
      </p:sp>
      <p:sp>
        <p:nvSpPr>
          <p:cNvPr id="20" name="Title 1"/>
          <p:cNvSpPr txBox="1">
            <a:spLocks/>
          </p:cNvSpPr>
          <p:nvPr/>
        </p:nvSpPr>
        <p:spPr bwMode="auto">
          <a:xfrm>
            <a:off x="1575928" y="994752"/>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sz="4050" dirty="0">
                <a:solidFill>
                  <a:srgbClr val="000000"/>
                </a:solidFill>
              </a:rPr>
              <a:t>55% of 140 </a:t>
            </a:r>
            <a:endParaRPr lang="en-GB" sz="3300" dirty="0">
              <a:solidFill>
                <a:srgbClr val="000000"/>
              </a:solidFill>
            </a:endParaRPr>
          </a:p>
        </p:txBody>
      </p:sp>
      <p:sp>
        <p:nvSpPr>
          <p:cNvPr id="21" name="Rectangle 20"/>
          <p:cNvSpPr/>
          <p:nvPr/>
        </p:nvSpPr>
        <p:spPr>
          <a:xfrm>
            <a:off x="5336583" y="2309441"/>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77</a:t>
            </a:r>
            <a:endParaRPr lang="en-GB" sz="4950" baseline="30000" dirty="0">
              <a:solidFill>
                <a:prstClr val="black"/>
              </a:solidFill>
              <a:latin typeface="Calibri"/>
              <a:cs typeface="+mn-cs"/>
            </a:endParaRPr>
          </a:p>
        </p:txBody>
      </p:sp>
      <p:sp>
        <p:nvSpPr>
          <p:cNvPr id="22" name="Rectangle 21"/>
          <p:cNvSpPr/>
          <p:nvPr/>
        </p:nvSpPr>
        <p:spPr>
          <a:xfrm>
            <a:off x="1933777" y="2309441"/>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70</a:t>
            </a:r>
            <a:endParaRPr lang="en-GB" sz="4950" baseline="30000" dirty="0">
              <a:solidFill>
                <a:prstClr val="black"/>
              </a:solidFill>
              <a:latin typeface="Calibri"/>
              <a:cs typeface="+mn-cs"/>
            </a:endParaRPr>
          </a:p>
        </p:txBody>
      </p:sp>
      <p:sp>
        <p:nvSpPr>
          <p:cNvPr id="23" name="Rectangle 22"/>
          <p:cNvSpPr/>
          <p:nvPr/>
        </p:nvSpPr>
        <p:spPr>
          <a:xfrm>
            <a:off x="5281815" y="3604841"/>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64</a:t>
            </a:r>
            <a:endParaRPr lang="en-GB" sz="4950" baseline="30000" dirty="0">
              <a:solidFill>
                <a:prstClr val="black"/>
              </a:solidFill>
              <a:latin typeface="Calibri"/>
              <a:cs typeface="+mn-cs"/>
            </a:endParaRPr>
          </a:p>
        </p:txBody>
      </p:sp>
      <p:sp>
        <p:nvSpPr>
          <p:cNvPr id="24" name="Rectangle 23"/>
          <p:cNvSpPr/>
          <p:nvPr/>
        </p:nvSpPr>
        <p:spPr>
          <a:xfrm>
            <a:off x="1933777" y="3604841"/>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110</a:t>
            </a:r>
            <a:endParaRPr lang="en-GB" sz="4950" baseline="30000" dirty="0">
              <a:solidFill>
                <a:prstClr val="black"/>
              </a:solidFill>
              <a:latin typeface="Calibri"/>
              <a:cs typeface="+mn-cs"/>
            </a:endParaRPr>
          </a:p>
        </p:txBody>
      </p:sp>
      <p:sp>
        <p:nvSpPr>
          <p:cNvPr id="25" name="Rectangle 24">
            <a:extLst>
              <a:ext uri="{FF2B5EF4-FFF2-40B4-BE49-F238E27FC236}">
                <a16:creationId xmlns:a16="http://schemas.microsoft.com/office/drawing/2014/main" id="{AED55539-6C33-417F-8656-3AAEDBB67B12}"/>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107569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21"/>
                                        </p:tgtEl>
                                        <p:attrNameLst>
                                          <p:attrName>fillcolor</p:attrName>
                                        </p:attrNameLst>
                                      </p:cBhvr>
                                      <p:to>
                                        <a:srgbClr val="66FF66"/>
                                      </p:to>
                                    </p:animClr>
                                    <p:set>
                                      <p:cBhvr>
                                        <p:cTn id="7" dur="1000" fill="hold"/>
                                        <p:tgtEl>
                                          <p:spTgt spid="21"/>
                                        </p:tgtEl>
                                        <p:attrNameLst>
                                          <p:attrName>fill.type</p:attrName>
                                        </p:attrNameLst>
                                      </p:cBhvr>
                                      <p:to>
                                        <p:strVal val="solid"/>
                                      </p:to>
                                    </p:set>
                                    <p:set>
                                      <p:cBhvr>
                                        <p:cTn id="8" dur="1000" fill="hold"/>
                                        <p:tgtEl>
                                          <p:spTgt spid="21"/>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22"/>
                                        </p:tgtEl>
                                        <p:attrNameLst>
                                          <p:attrName>fillcolor</p:attrName>
                                        </p:attrNameLst>
                                      </p:cBhvr>
                                      <p:to>
                                        <a:srgbClr val="FF3300"/>
                                      </p:to>
                                    </p:animClr>
                                    <p:set>
                                      <p:cBhvr>
                                        <p:cTn id="11" dur="1000" fill="hold"/>
                                        <p:tgtEl>
                                          <p:spTgt spid="22"/>
                                        </p:tgtEl>
                                        <p:attrNameLst>
                                          <p:attrName>fill.type</p:attrName>
                                        </p:attrNameLst>
                                      </p:cBhvr>
                                      <p:to>
                                        <p:strVal val="solid"/>
                                      </p:to>
                                    </p:set>
                                    <p:set>
                                      <p:cBhvr>
                                        <p:cTn id="12" dur="1000" fill="hold"/>
                                        <p:tgtEl>
                                          <p:spTgt spid="2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23"/>
                                        </p:tgtEl>
                                        <p:attrNameLst>
                                          <p:attrName>fillcolor</p:attrName>
                                        </p:attrNameLst>
                                      </p:cBhvr>
                                      <p:to>
                                        <a:srgbClr val="FF3300"/>
                                      </p:to>
                                    </p:animClr>
                                    <p:set>
                                      <p:cBhvr>
                                        <p:cTn id="15" dur="1000" fill="hold"/>
                                        <p:tgtEl>
                                          <p:spTgt spid="23"/>
                                        </p:tgtEl>
                                        <p:attrNameLst>
                                          <p:attrName>fill.type</p:attrName>
                                        </p:attrNameLst>
                                      </p:cBhvr>
                                      <p:to>
                                        <p:strVal val="solid"/>
                                      </p:to>
                                    </p:set>
                                    <p:set>
                                      <p:cBhvr>
                                        <p:cTn id="16" dur="1000" fill="hold"/>
                                        <p:tgtEl>
                                          <p:spTgt spid="23"/>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24"/>
                                        </p:tgtEl>
                                        <p:attrNameLst>
                                          <p:attrName>fillcolor</p:attrName>
                                        </p:attrNameLst>
                                      </p:cBhvr>
                                      <p:to>
                                        <a:srgbClr val="FF3300"/>
                                      </p:to>
                                    </p:animClr>
                                    <p:set>
                                      <p:cBhvr>
                                        <p:cTn id="19" dur="1000" fill="hold"/>
                                        <p:tgtEl>
                                          <p:spTgt spid="24"/>
                                        </p:tgtEl>
                                        <p:attrNameLst>
                                          <p:attrName>fill.type</p:attrName>
                                        </p:attrNameLst>
                                      </p:cBhvr>
                                      <p:to>
                                        <p:strVal val="solid"/>
                                      </p:to>
                                    </p:set>
                                    <p:set>
                                      <p:cBhvr>
                                        <p:cTn id="20" dur="1000" fill="hold"/>
                                        <p:tgtEl>
                                          <p:spTgt spid="2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Hinge</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8" name="TextBox 7"/>
          <p:cNvSpPr txBox="1">
            <a:spLocks noChangeArrowheads="1"/>
          </p:cNvSpPr>
          <p:nvPr/>
        </p:nvSpPr>
        <p:spPr bwMode="auto">
          <a:xfrm>
            <a:off x="1202802" y="2643088"/>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A)</a:t>
            </a:r>
          </a:p>
        </p:txBody>
      </p:sp>
      <p:sp>
        <p:nvSpPr>
          <p:cNvPr id="19" name="TextBox 8"/>
          <p:cNvSpPr txBox="1">
            <a:spLocks noChangeArrowheads="1"/>
          </p:cNvSpPr>
          <p:nvPr/>
        </p:nvSpPr>
        <p:spPr bwMode="auto">
          <a:xfrm>
            <a:off x="4600358" y="2643088"/>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B)</a:t>
            </a:r>
          </a:p>
        </p:txBody>
      </p:sp>
      <p:sp>
        <p:nvSpPr>
          <p:cNvPr id="20" name="TextBox 9"/>
          <p:cNvSpPr txBox="1">
            <a:spLocks noChangeArrowheads="1"/>
          </p:cNvSpPr>
          <p:nvPr/>
        </p:nvSpPr>
        <p:spPr bwMode="auto">
          <a:xfrm>
            <a:off x="1202802" y="3939679"/>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latin typeface="Arial" pitchFamily="34" charset="0"/>
              </a:rPr>
              <a:t>C)</a:t>
            </a:r>
          </a:p>
        </p:txBody>
      </p:sp>
      <p:sp>
        <p:nvSpPr>
          <p:cNvPr id="21" name="TextBox 10"/>
          <p:cNvSpPr txBox="1">
            <a:spLocks noChangeArrowheads="1"/>
          </p:cNvSpPr>
          <p:nvPr/>
        </p:nvSpPr>
        <p:spPr bwMode="auto">
          <a:xfrm>
            <a:off x="4575110" y="3939679"/>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D)</a:t>
            </a:r>
          </a:p>
        </p:txBody>
      </p:sp>
      <p:sp>
        <p:nvSpPr>
          <p:cNvPr id="22" name="Title 1"/>
          <p:cNvSpPr txBox="1">
            <a:spLocks/>
          </p:cNvSpPr>
          <p:nvPr/>
        </p:nvSpPr>
        <p:spPr bwMode="auto">
          <a:xfrm>
            <a:off x="1548662" y="576705"/>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4050">
                <a:solidFill>
                  <a:srgbClr val="000000"/>
                </a:solidFill>
                <a:latin typeface="Aharoni" pitchFamily="2" charset="0"/>
                <a:cs typeface="Aharoni" pitchFamily="2" charset="0"/>
              </a:rPr>
              <a:t>Find:</a:t>
            </a:r>
          </a:p>
        </p:txBody>
      </p:sp>
      <p:sp>
        <p:nvSpPr>
          <p:cNvPr id="23" name="Title 1"/>
          <p:cNvSpPr txBox="1">
            <a:spLocks/>
          </p:cNvSpPr>
          <p:nvPr/>
        </p:nvSpPr>
        <p:spPr bwMode="auto">
          <a:xfrm>
            <a:off x="1514135" y="1085102"/>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sz="4050" dirty="0">
                <a:solidFill>
                  <a:srgbClr val="000000"/>
                </a:solidFill>
              </a:rPr>
              <a:t>75% of 180 </a:t>
            </a:r>
            <a:endParaRPr lang="en-GB" sz="3300" dirty="0">
              <a:solidFill>
                <a:srgbClr val="000000"/>
              </a:solidFill>
            </a:endParaRPr>
          </a:p>
        </p:txBody>
      </p:sp>
      <p:sp>
        <p:nvSpPr>
          <p:cNvPr id="24" name="Rectangle 23"/>
          <p:cNvSpPr/>
          <p:nvPr/>
        </p:nvSpPr>
        <p:spPr>
          <a:xfrm>
            <a:off x="5251696" y="2446387"/>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135</a:t>
            </a:r>
            <a:endParaRPr lang="en-GB" sz="4950" baseline="30000" dirty="0">
              <a:solidFill>
                <a:prstClr val="black"/>
              </a:solidFill>
              <a:latin typeface="Calibri"/>
              <a:cs typeface="+mn-cs"/>
            </a:endParaRPr>
          </a:p>
        </p:txBody>
      </p:sp>
      <p:sp>
        <p:nvSpPr>
          <p:cNvPr id="25" name="Rectangle 24"/>
          <p:cNvSpPr/>
          <p:nvPr/>
        </p:nvSpPr>
        <p:spPr>
          <a:xfrm>
            <a:off x="1848890" y="2446387"/>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160</a:t>
            </a:r>
            <a:endParaRPr lang="en-GB" sz="4950" baseline="30000" dirty="0">
              <a:solidFill>
                <a:prstClr val="black"/>
              </a:solidFill>
              <a:latin typeface="Calibri"/>
              <a:cs typeface="+mn-cs"/>
            </a:endParaRPr>
          </a:p>
        </p:txBody>
      </p:sp>
      <p:sp>
        <p:nvSpPr>
          <p:cNvPr id="31" name="Rectangle 30"/>
          <p:cNvSpPr/>
          <p:nvPr/>
        </p:nvSpPr>
        <p:spPr>
          <a:xfrm>
            <a:off x="5196927" y="3741787"/>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90</a:t>
            </a:r>
            <a:endParaRPr lang="en-GB" sz="4950" baseline="30000" dirty="0">
              <a:solidFill>
                <a:prstClr val="black"/>
              </a:solidFill>
              <a:latin typeface="Calibri"/>
              <a:cs typeface="+mn-cs"/>
            </a:endParaRPr>
          </a:p>
        </p:txBody>
      </p:sp>
      <p:sp>
        <p:nvSpPr>
          <p:cNvPr id="32" name="Rectangle 31"/>
          <p:cNvSpPr/>
          <p:nvPr/>
        </p:nvSpPr>
        <p:spPr>
          <a:xfrm>
            <a:off x="1848890" y="3741787"/>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150</a:t>
            </a:r>
            <a:endParaRPr lang="en-GB" sz="4950" baseline="30000" dirty="0">
              <a:solidFill>
                <a:prstClr val="black"/>
              </a:solidFill>
              <a:latin typeface="Calibri"/>
              <a:cs typeface="+mn-cs"/>
            </a:endParaRPr>
          </a:p>
        </p:txBody>
      </p:sp>
      <p:sp>
        <p:nvSpPr>
          <p:cNvPr id="33" name="Rectangle 32">
            <a:extLst>
              <a:ext uri="{FF2B5EF4-FFF2-40B4-BE49-F238E27FC236}">
                <a16:creationId xmlns:a16="http://schemas.microsoft.com/office/drawing/2014/main" id="{A4A994C5-CC76-409A-A497-82FF1315F39B}"/>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8380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24"/>
                                        </p:tgtEl>
                                        <p:attrNameLst>
                                          <p:attrName>fillcolor</p:attrName>
                                        </p:attrNameLst>
                                      </p:cBhvr>
                                      <p:to>
                                        <a:srgbClr val="66FF66"/>
                                      </p:to>
                                    </p:animClr>
                                    <p:set>
                                      <p:cBhvr>
                                        <p:cTn id="7" dur="1000" fill="hold"/>
                                        <p:tgtEl>
                                          <p:spTgt spid="24"/>
                                        </p:tgtEl>
                                        <p:attrNameLst>
                                          <p:attrName>fill.type</p:attrName>
                                        </p:attrNameLst>
                                      </p:cBhvr>
                                      <p:to>
                                        <p:strVal val="solid"/>
                                      </p:to>
                                    </p:set>
                                    <p:set>
                                      <p:cBhvr>
                                        <p:cTn id="8" dur="1000" fill="hold"/>
                                        <p:tgtEl>
                                          <p:spTgt spid="24"/>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25"/>
                                        </p:tgtEl>
                                        <p:attrNameLst>
                                          <p:attrName>fillcolor</p:attrName>
                                        </p:attrNameLst>
                                      </p:cBhvr>
                                      <p:to>
                                        <a:srgbClr val="FF3300"/>
                                      </p:to>
                                    </p:animClr>
                                    <p:set>
                                      <p:cBhvr>
                                        <p:cTn id="11" dur="1000" fill="hold"/>
                                        <p:tgtEl>
                                          <p:spTgt spid="25"/>
                                        </p:tgtEl>
                                        <p:attrNameLst>
                                          <p:attrName>fill.type</p:attrName>
                                        </p:attrNameLst>
                                      </p:cBhvr>
                                      <p:to>
                                        <p:strVal val="solid"/>
                                      </p:to>
                                    </p:set>
                                    <p:set>
                                      <p:cBhvr>
                                        <p:cTn id="12" dur="1000" fill="hold"/>
                                        <p:tgtEl>
                                          <p:spTgt spid="25"/>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31"/>
                                        </p:tgtEl>
                                        <p:attrNameLst>
                                          <p:attrName>fillcolor</p:attrName>
                                        </p:attrNameLst>
                                      </p:cBhvr>
                                      <p:to>
                                        <a:srgbClr val="FF3300"/>
                                      </p:to>
                                    </p:animClr>
                                    <p:set>
                                      <p:cBhvr>
                                        <p:cTn id="15" dur="1000" fill="hold"/>
                                        <p:tgtEl>
                                          <p:spTgt spid="31"/>
                                        </p:tgtEl>
                                        <p:attrNameLst>
                                          <p:attrName>fill.type</p:attrName>
                                        </p:attrNameLst>
                                      </p:cBhvr>
                                      <p:to>
                                        <p:strVal val="solid"/>
                                      </p:to>
                                    </p:set>
                                    <p:set>
                                      <p:cBhvr>
                                        <p:cTn id="16" dur="1000" fill="hold"/>
                                        <p:tgtEl>
                                          <p:spTgt spid="31"/>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32"/>
                                        </p:tgtEl>
                                        <p:attrNameLst>
                                          <p:attrName>fillcolor</p:attrName>
                                        </p:attrNameLst>
                                      </p:cBhvr>
                                      <p:to>
                                        <a:srgbClr val="FF3300"/>
                                      </p:to>
                                    </p:animClr>
                                    <p:set>
                                      <p:cBhvr>
                                        <p:cTn id="19" dur="1000" fill="hold"/>
                                        <p:tgtEl>
                                          <p:spTgt spid="32"/>
                                        </p:tgtEl>
                                        <p:attrNameLst>
                                          <p:attrName>fill.type</p:attrName>
                                        </p:attrNameLst>
                                      </p:cBhvr>
                                      <p:to>
                                        <p:strVal val="solid"/>
                                      </p:to>
                                    </p:set>
                                    <p:set>
                                      <p:cBhvr>
                                        <p:cTn id="20" dur="1000" fill="hold"/>
                                        <p:tgtEl>
                                          <p:spTgt spid="3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3" y="443608"/>
            <a:ext cx="3891584"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Hinge</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3" name="TextBox 7"/>
          <p:cNvSpPr txBox="1">
            <a:spLocks noChangeArrowheads="1"/>
          </p:cNvSpPr>
          <p:nvPr/>
        </p:nvSpPr>
        <p:spPr bwMode="auto">
          <a:xfrm>
            <a:off x="1264595" y="251801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A)</a:t>
            </a:r>
          </a:p>
        </p:txBody>
      </p:sp>
      <p:sp>
        <p:nvSpPr>
          <p:cNvPr id="14" name="TextBox 8"/>
          <p:cNvSpPr txBox="1">
            <a:spLocks noChangeArrowheads="1"/>
          </p:cNvSpPr>
          <p:nvPr/>
        </p:nvSpPr>
        <p:spPr bwMode="auto">
          <a:xfrm>
            <a:off x="4662151" y="2518019"/>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B)</a:t>
            </a:r>
          </a:p>
        </p:txBody>
      </p:sp>
      <p:sp>
        <p:nvSpPr>
          <p:cNvPr id="15" name="TextBox 9"/>
          <p:cNvSpPr txBox="1">
            <a:spLocks noChangeArrowheads="1"/>
          </p:cNvSpPr>
          <p:nvPr/>
        </p:nvSpPr>
        <p:spPr bwMode="auto">
          <a:xfrm>
            <a:off x="1264595" y="381461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a:latin typeface="Arial" pitchFamily="34" charset="0"/>
              </a:rPr>
              <a:t>C)</a:t>
            </a:r>
          </a:p>
        </p:txBody>
      </p:sp>
      <p:sp>
        <p:nvSpPr>
          <p:cNvPr id="18" name="TextBox 10"/>
          <p:cNvSpPr txBox="1">
            <a:spLocks noChangeArrowheads="1"/>
          </p:cNvSpPr>
          <p:nvPr/>
        </p:nvSpPr>
        <p:spPr bwMode="auto">
          <a:xfrm>
            <a:off x="4636903" y="3814610"/>
            <a:ext cx="671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scene3d>
              <a:camera prst="orthographicFront"/>
              <a:lightRig rig="threePt" dir="t"/>
            </a:scene3d>
            <a:sp3d extrusionH="57150">
              <a:bevelT w="38100" h="38100"/>
            </a:sp3d>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sz="3600" dirty="0">
                <a:latin typeface="Arial" pitchFamily="34" charset="0"/>
              </a:rPr>
              <a:t>D)</a:t>
            </a:r>
          </a:p>
        </p:txBody>
      </p:sp>
      <p:sp>
        <p:nvSpPr>
          <p:cNvPr id="19" name="Title 1"/>
          <p:cNvSpPr txBox="1">
            <a:spLocks/>
          </p:cNvSpPr>
          <p:nvPr/>
        </p:nvSpPr>
        <p:spPr bwMode="auto">
          <a:xfrm>
            <a:off x="1610456" y="451635"/>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4050">
                <a:solidFill>
                  <a:srgbClr val="000000"/>
                </a:solidFill>
                <a:latin typeface="Aharoni" pitchFamily="2" charset="0"/>
                <a:cs typeface="Aharoni" pitchFamily="2" charset="0"/>
              </a:rPr>
              <a:t>Find:</a:t>
            </a:r>
          </a:p>
        </p:txBody>
      </p:sp>
      <p:sp>
        <p:nvSpPr>
          <p:cNvPr id="20" name="Title 1"/>
          <p:cNvSpPr txBox="1">
            <a:spLocks/>
          </p:cNvSpPr>
          <p:nvPr/>
        </p:nvSpPr>
        <p:spPr bwMode="auto">
          <a:xfrm>
            <a:off x="1575928" y="960033"/>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sz="4050" dirty="0">
                <a:solidFill>
                  <a:srgbClr val="000000"/>
                </a:solidFill>
              </a:rPr>
              <a:t>17.5% of 40 </a:t>
            </a:r>
            <a:endParaRPr lang="en-GB" sz="3300" dirty="0">
              <a:solidFill>
                <a:srgbClr val="000000"/>
              </a:solidFill>
            </a:endParaRPr>
          </a:p>
        </p:txBody>
      </p:sp>
      <p:sp>
        <p:nvSpPr>
          <p:cNvPr id="21" name="Rectangle 20"/>
          <p:cNvSpPr/>
          <p:nvPr/>
        </p:nvSpPr>
        <p:spPr>
          <a:xfrm>
            <a:off x="1920491" y="2341362"/>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7</a:t>
            </a:r>
            <a:endParaRPr lang="en-GB" sz="4950" baseline="30000" dirty="0">
              <a:solidFill>
                <a:prstClr val="black"/>
              </a:solidFill>
              <a:latin typeface="Calibri"/>
              <a:cs typeface="+mn-cs"/>
            </a:endParaRPr>
          </a:p>
        </p:txBody>
      </p:sp>
      <p:sp>
        <p:nvSpPr>
          <p:cNvPr id="22" name="Rectangle 21"/>
          <p:cNvSpPr/>
          <p:nvPr/>
        </p:nvSpPr>
        <p:spPr>
          <a:xfrm>
            <a:off x="5268528" y="2341362"/>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8</a:t>
            </a:r>
            <a:endParaRPr lang="en-GB" sz="4950" baseline="30000" dirty="0">
              <a:solidFill>
                <a:prstClr val="black"/>
              </a:solidFill>
              <a:latin typeface="Calibri"/>
              <a:cs typeface="+mn-cs"/>
            </a:endParaRPr>
          </a:p>
        </p:txBody>
      </p:sp>
      <p:sp>
        <p:nvSpPr>
          <p:cNvPr id="23" name="Rectangle 22"/>
          <p:cNvSpPr/>
          <p:nvPr/>
        </p:nvSpPr>
        <p:spPr>
          <a:xfrm>
            <a:off x="5268528" y="3583183"/>
            <a:ext cx="2484835"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6</a:t>
            </a:r>
            <a:endParaRPr lang="en-GB" sz="4950" baseline="30000" dirty="0">
              <a:solidFill>
                <a:prstClr val="black"/>
              </a:solidFill>
              <a:latin typeface="Calibri"/>
              <a:cs typeface="+mn-cs"/>
            </a:endParaRPr>
          </a:p>
        </p:txBody>
      </p:sp>
      <p:sp>
        <p:nvSpPr>
          <p:cNvPr id="24" name="Rectangle 23"/>
          <p:cNvSpPr/>
          <p:nvPr/>
        </p:nvSpPr>
        <p:spPr>
          <a:xfrm>
            <a:off x="1920491" y="3583183"/>
            <a:ext cx="2483644" cy="1079897"/>
          </a:xfrm>
          <a:prstGeom prst="rect">
            <a:avLst/>
          </a:prstGeom>
          <a:solidFill>
            <a:srgbClr val="00B0F0"/>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GB" sz="4950" dirty="0">
                <a:solidFill>
                  <a:prstClr val="black"/>
                </a:solidFill>
                <a:latin typeface="Calibri"/>
                <a:cs typeface="+mn-cs"/>
              </a:rPr>
              <a:t>7.5</a:t>
            </a:r>
            <a:endParaRPr lang="en-GB" sz="4950" baseline="30000" dirty="0">
              <a:solidFill>
                <a:prstClr val="black"/>
              </a:solidFill>
              <a:latin typeface="Calibri"/>
              <a:cs typeface="+mn-cs"/>
            </a:endParaRPr>
          </a:p>
        </p:txBody>
      </p:sp>
      <p:sp>
        <p:nvSpPr>
          <p:cNvPr id="25" name="Rectangle 24">
            <a:extLst>
              <a:ext uri="{FF2B5EF4-FFF2-40B4-BE49-F238E27FC236}">
                <a16:creationId xmlns:a16="http://schemas.microsoft.com/office/drawing/2014/main" id="{447A6B89-18BA-4D92-8A90-B76D16259D8B}"/>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2095803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21"/>
                                        </p:tgtEl>
                                        <p:attrNameLst>
                                          <p:attrName>fillcolor</p:attrName>
                                        </p:attrNameLst>
                                      </p:cBhvr>
                                      <p:to>
                                        <a:srgbClr val="66FF66"/>
                                      </p:to>
                                    </p:animClr>
                                    <p:set>
                                      <p:cBhvr>
                                        <p:cTn id="7" dur="1000" fill="hold"/>
                                        <p:tgtEl>
                                          <p:spTgt spid="21"/>
                                        </p:tgtEl>
                                        <p:attrNameLst>
                                          <p:attrName>fill.type</p:attrName>
                                        </p:attrNameLst>
                                      </p:cBhvr>
                                      <p:to>
                                        <p:strVal val="solid"/>
                                      </p:to>
                                    </p:set>
                                    <p:set>
                                      <p:cBhvr>
                                        <p:cTn id="8" dur="1000" fill="hold"/>
                                        <p:tgtEl>
                                          <p:spTgt spid="21"/>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22"/>
                                        </p:tgtEl>
                                        <p:attrNameLst>
                                          <p:attrName>fillcolor</p:attrName>
                                        </p:attrNameLst>
                                      </p:cBhvr>
                                      <p:to>
                                        <a:srgbClr val="FF3300"/>
                                      </p:to>
                                    </p:animClr>
                                    <p:set>
                                      <p:cBhvr>
                                        <p:cTn id="11" dur="1000" fill="hold"/>
                                        <p:tgtEl>
                                          <p:spTgt spid="22"/>
                                        </p:tgtEl>
                                        <p:attrNameLst>
                                          <p:attrName>fill.type</p:attrName>
                                        </p:attrNameLst>
                                      </p:cBhvr>
                                      <p:to>
                                        <p:strVal val="solid"/>
                                      </p:to>
                                    </p:set>
                                    <p:set>
                                      <p:cBhvr>
                                        <p:cTn id="12" dur="1000" fill="hold"/>
                                        <p:tgtEl>
                                          <p:spTgt spid="2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23"/>
                                        </p:tgtEl>
                                        <p:attrNameLst>
                                          <p:attrName>fillcolor</p:attrName>
                                        </p:attrNameLst>
                                      </p:cBhvr>
                                      <p:to>
                                        <a:srgbClr val="FF3300"/>
                                      </p:to>
                                    </p:animClr>
                                    <p:set>
                                      <p:cBhvr>
                                        <p:cTn id="15" dur="1000" fill="hold"/>
                                        <p:tgtEl>
                                          <p:spTgt spid="23"/>
                                        </p:tgtEl>
                                        <p:attrNameLst>
                                          <p:attrName>fill.type</p:attrName>
                                        </p:attrNameLst>
                                      </p:cBhvr>
                                      <p:to>
                                        <p:strVal val="solid"/>
                                      </p:to>
                                    </p:set>
                                    <p:set>
                                      <p:cBhvr>
                                        <p:cTn id="16" dur="1000" fill="hold"/>
                                        <p:tgtEl>
                                          <p:spTgt spid="23"/>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24"/>
                                        </p:tgtEl>
                                        <p:attrNameLst>
                                          <p:attrName>fillcolor</p:attrName>
                                        </p:attrNameLst>
                                      </p:cBhvr>
                                      <p:to>
                                        <a:srgbClr val="FF3300"/>
                                      </p:to>
                                    </p:animClr>
                                    <p:set>
                                      <p:cBhvr>
                                        <p:cTn id="19" dur="1000" fill="hold"/>
                                        <p:tgtEl>
                                          <p:spTgt spid="24"/>
                                        </p:tgtEl>
                                        <p:attrNameLst>
                                          <p:attrName>fill.type</p:attrName>
                                        </p:attrNameLst>
                                      </p:cBhvr>
                                      <p:to>
                                        <p:strVal val="solid"/>
                                      </p:to>
                                    </p:set>
                                    <p:set>
                                      <p:cBhvr>
                                        <p:cTn id="20" dur="1000" fill="hold"/>
                                        <p:tgtEl>
                                          <p:spTgt spid="2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GB" sz="1350" kern="1200" dirty="0">
                <a:solidFill>
                  <a:prstClr val="white"/>
                </a:solidFill>
                <a:latin typeface="Calibri"/>
              </a:rPr>
              <a:t>L</a:t>
            </a: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78302" y="357884"/>
            <a:ext cx="4451311"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Fluency and Understanding</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9" name="Rectangle 49"/>
          <p:cNvSpPr>
            <a:spLocks noChangeArrowheads="1"/>
          </p:cNvSpPr>
          <p:nvPr/>
        </p:nvSpPr>
        <p:spPr bwMode="auto">
          <a:xfrm>
            <a:off x="1274119" y="854875"/>
            <a:ext cx="1768079" cy="321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tabLst>
                <a:tab pos="395288"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95288"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95288"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95288"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952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10% of £80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10% of £130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10% of £459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10% of £36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20% of £60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20% of £140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20% of £62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30% of £70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30% of £180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30% of £120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40% of £80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40% of £240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 40% of £360 = </a:t>
            </a:r>
          </a:p>
        </p:txBody>
      </p:sp>
      <p:sp>
        <p:nvSpPr>
          <p:cNvPr id="20" name="Rectangle 51"/>
          <p:cNvSpPr>
            <a:spLocks noChangeArrowheads="1"/>
          </p:cNvSpPr>
          <p:nvPr/>
        </p:nvSpPr>
        <p:spPr bwMode="auto">
          <a:xfrm>
            <a:off x="3674421" y="839396"/>
            <a:ext cx="1768078" cy="321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tabLst>
                <a:tab pos="395288"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95288"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95288"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95288"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952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50% of £160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50% of £380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50% of £131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60% of £90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60% of £110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70% of £30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70% of £410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80% of £40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80% of £120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90% of £120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90% of £800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5% of £360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 5% of £1480 = </a:t>
            </a:r>
          </a:p>
        </p:txBody>
      </p:sp>
      <p:sp>
        <p:nvSpPr>
          <p:cNvPr id="21" name="Rectangle 53"/>
          <p:cNvSpPr>
            <a:spLocks noChangeArrowheads="1"/>
          </p:cNvSpPr>
          <p:nvPr/>
        </p:nvSpPr>
        <p:spPr bwMode="auto">
          <a:xfrm>
            <a:off x="5853264" y="848921"/>
            <a:ext cx="1768078" cy="2486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tabLst>
                <a:tab pos="395288"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95288"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95288"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95288"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952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15% of £180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15% of £400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25% of £180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25% of £420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35% of £60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35% of £80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45% of £90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65% of £40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75% of £60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95% of £10 =</a:t>
            </a:r>
          </a:p>
        </p:txBody>
      </p:sp>
      <p:sp>
        <p:nvSpPr>
          <p:cNvPr id="22" name="Text Box 40"/>
          <p:cNvSpPr txBox="1">
            <a:spLocks noChangeArrowheads="1"/>
          </p:cNvSpPr>
          <p:nvPr/>
        </p:nvSpPr>
        <p:spPr bwMode="auto">
          <a:xfrm>
            <a:off x="1264594" y="628656"/>
            <a:ext cx="24836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800" b="1" u="sng" dirty="0">
                <a:solidFill>
                  <a:srgbClr val="FF0000"/>
                </a:solidFill>
              </a:rPr>
              <a:t>TASK 1</a:t>
            </a:r>
            <a:endParaRPr lang="en-US" altLang="en-US" sz="1800" b="1" u="sng" dirty="0">
              <a:solidFill>
                <a:srgbClr val="FF0000"/>
              </a:solidFill>
            </a:endParaRPr>
          </a:p>
        </p:txBody>
      </p:sp>
      <p:sp>
        <p:nvSpPr>
          <p:cNvPr id="23" name="Text Box 40"/>
          <p:cNvSpPr txBox="1">
            <a:spLocks noChangeArrowheads="1"/>
          </p:cNvSpPr>
          <p:nvPr/>
        </p:nvSpPr>
        <p:spPr bwMode="auto">
          <a:xfrm>
            <a:off x="3674421" y="622703"/>
            <a:ext cx="21931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800" b="1" u="sng" dirty="0">
                <a:solidFill>
                  <a:schemeClr val="accent2"/>
                </a:solidFill>
              </a:rPr>
              <a:t>TASK 2</a:t>
            </a:r>
            <a:endParaRPr lang="en-US" altLang="en-US" sz="1800" b="1" u="sng" dirty="0">
              <a:solidFill>
                <a:schemeClr val="accent2"/>
              </a:solidFill>
            </a:endParaRPr>
          </a:p>
        </p:txBody>
      </p:sp>
      <p:sp>
        <p:nvSpPr>
          <p:cNvPr id="24" name="Text Box 40"/>
          <p:cNvSpPr txBox="1">
            <a:spLocks noChangeArrowheads="1"/>
          </p:cNvSpPr>
          <p:nvPr/>
        </p:nvSpPr>
        <p:spPr bwMode="auto">
          <a:xfrm>
            <a:off x="5856836" y="633419"/>
            <a:ext cx="12727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800" b="1" u="sng" dirty="0">
                <a:solidFill>
                  <a:srgbClr val="92D050"/>
                </a:solidFill>
              </a:rPr>
              <a:t>TASK 3</a:t>
            </a:r>
            <a:endParaRPr lang="en-US" altLang="en-US" sz="1800" b="1" u="sng" dirty="0">
              <a:solidFill>
                <a:srgbClr val="92D050"/>
              </a:solidFill>
            </a:endParaRPr>
          </a:p>
        </p:txBody>
      </p:sp>
      <p:sp>
        <p:nvSpPr>
          <p:cNvPr id="25" name="TextBox 24"/>
          <p:cNvSpPr txBox="1">
            <a:spLocks noChangeArrowheads="1"/>
          </p:cNvSpPr>
          <p:nvPr/>
        </p:nvSpPr>
        <p:spPr bwMode="auto">
          <a:xfrm>
            <a:off x="2573092" y="922740"/>
            <a:ext cx="4762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£8</a:t>
            </a:r>
          </a:p>
        </p:txBody>
      </p:sp>
      <p:sp>
        <p:nvSpPr>
          <p:cNvPr id="31" name="TextBox 30"/>
          <p:cNvSpPr txBox="1">
            <a:spLocks noChangeArrowheads="1"/>
          </p:cNvSpPr>
          <p:nvPr/>
        </p:nvSpPr>
        <p:spPr bwMode="auto">
          <a:xfrm>
            <a:off x="2712395" y="1215634"/>
            <a:ext cx="4762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£13</a:t>
            </a:r>
          </a:p>
        </p:txBody>
      </p:sp>
      <p:sp>
        <p:nvSpPr>
          <p:cNvPr id="32" name="TextBox 31"/>
          <p:cNvSpPr txBox="1">
            <a:spLocks noChangeArrowheads="1"/>
          </p:cNvSpPr>
          <p:nvPr/>
        </p:nvSpPr>
        <p:spPr bwMode="auto">
          <a:xfrm>
            <a:off x="2683821" y="1540675"/>
            <a:ext cx="68699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£45.90</a:t>
            </a:r>
          </a:p>
        </p:txBody>
      </p:sp>
      <p:sp>
        <p:nvSpPr>
          <p:cNvPr id="33" name="TextBox 32"/>
          <p:cNvSpPr txBox="1">
            <a:spLocks noChangeArrowheads="1"/>
          </p:cNvSpPr>
          <p:nvPr/>
        </p:nvSpPr>
        <p:spPr bwMode="auto">
          <a:xfrm>
            <a:off x="2589761" y="1847856"/>
            <a:ext cx="71675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£3.60</a:t>
            </a:r>
          </a:p>
        </p:txBody>
      </p:sp>
      <p:sp>
        <p:nvSpPr>
          <p:cNvPr id="34" name="TextBox 33"/>
          <p:cNvSpPr txBox="1">
            <a:spLocks noChangeArrowheads="1"/>
          </p:cNvSpPr>
          <p:nvPr/>
        </p:nvSpPr>
        <p:spPr bwMode="auto">
          <a:xfrm>
            <a:off x="2581426" y="2155037"/>
            <a:ext cx="49887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£12</a:t>
            </a:r>
          </a:p>
        </p:txBody>
      </p:sp>
      <p:sp>
        <p:nvSpPr>
          <p:cNvPr id="35" name="TextBox 34"/>
          <p:cNvSpPr txBox="1">
            <a:spLocks noChangeArrowheads="1"/>
          </p:cNvSpPr>
          <p:nvPr/>
        </p:nvSpPr>
        <p:spPr bwMode="auto">
          <a:xfrm>
            <a:off x="2677867" y="2458646"/>
            <a:ext cx="49887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£28</a:t>
            </a:r>
          </a:p>
        </p:txBody>
      </p:sp>
      <p:sp>
        <p:nvSpPr>
          <p:cNvPr id="36" name="TextBox 35"/>
          <p:cNvSpPr txBox="1">
            <a:spLocks noChangeArrowheads="1"/>
          </p:cNvSpPr>
          <p:nvPr/>
        </p:nvSpPr>
        <p:spPr bwMode="auto">
          <a:xfrm>
            <a:off x="2617146" y="2776544"/>
            <a:ext cx="78700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£12.40</a:t>
            </a:r>
          </a:p>
        </p:txBody>
      </p:sp>
      <p:sp>
        <p:nvSpPr>
          <p:cNvPr id="37" name="TextBox 36"/>
          <p:cNvSpPr txBox="1">
            <a:spLocks noChangeArrowheads="1"/>
          </p:cNvSpPr>
          <p:nvPr/>
        </p:nvSpPr>
        <p:spPr bwMode="auto">
          <a:xfrm>
            <a:off x="2590951" y="3090869"/>
            <a:ext cx="49887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£21</a:t>
            </a:r>
          </a:p>
        </p:txBody>
      </p:sp>
      <p:sp>
        <p:nvSpPr>
          <p:cNvPr id="38" name="TextBox 37"/>
          <p:cNvSpPr txBox="1">
            <a:spLocks noChangeArrowheads="1"/>
          </p:cNvSpPr>
          <p:nvPr/>
        </p:nvSpPr>
        <p:spPr bwMode="auto">
          <a:xfrm>
            <a:off x="2689774" y="3388525"/>
            <a:ext cx="49887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£54</a:t>
            </a:r>
          </a:p>
        </p:txBody>
      </p:sp>
      <p:sp>
        <p:nvSpPr>
          <p:cNvPr id="39" name="TextBox 38"/>
          <p:cNvSpPr txBox="1">
            <a:spLocks noChangeArrowheads="1"/>
          </p:cNvSpPr>
          <p:nvPr/>
        </p:nvSpPr>
        <p:spPr bwMode="auto">
          <a:xfrm>
            <a:off x="2685011" y="3707612"/>
            <a:ext cx="49887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£36</a:t>
            </a:r>
          </a:p>
        </p:txBody>
      </p:sp>
      <p:sp>
        <p:nvSpPr>
          <p:cNvPr id="40" name="TextBox 39"/>
          <p:cNvSpPr txBox="1">
            <a:spLocks noChangeArrowheads="1"/>
          </p:cNvSpPr>
          <p:nvPr/>
        </p:nvSpPr>
        <p:spPr bwMode="auto">
          <a:xfrm>
            <a:off x="2604049" y="4007650"/>
            <a:ext cx="49887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£32</a:t>
            </a:r>
          </a:p>
        </p:txBody>
      </p:sp>
      <p:sp>
        <p:nvSpPr>
          <p:cNvPr id="41" name="TextBox 40"/>
          <p:cNvSpPr txBox="1">
            <a:spLocks noChangeArrowheads="1"/>
          </p:cNvSpPr>
          <p:nvPr/>
        </p:nvSpPr>
        <p:spPr bwMode="auto">
          <a:xfrm>
            <a:off x="2732636" y="4316021"/>
            <a:ext cx="49887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£96</a:t>
            </a:r>
          </a:p>
        </p:txBody>
      </p:sp>
      <p:sp>
        <p:nvSpPr>
          <p:cNvPr id="42" name="TextBox 41"/>
          <p:cNvSpPr txBox="1">
            <a:spLocks noChangeArrowheads="1"/>
          </p:cNvSpPr>
          <p:nvPr/>
        </p:nvSpPr>
        <p:spPr bwMode="auto">
          <a:xfrm>
            <a:off x="2718348" y="4627965"/>
            <a:ext cx="685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£144</a:t>
            </a:r>
          </a:p>
        </p:txBody>
      </p:sp>
      <p:sp>
        <p:nvSpPr>
          <p:cNvPr id="43" name="TextBox 42"/>
          <p:cNvSpPr txBox="1">
            <a:spLocks noChangeArrowheads="1"/>
          </p:cNvSpPr>
          <p:nvPr/>
        </p:nvSpPr>
        <p:spPr bwMode="auto">
          <a:xfrm>
            <a:off x="5087692" y="901309"/>
            <a:ext cx="4762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£80</a:t>
            </a:r>
          </a:p>
        </p:txBody>
      </p:sp>
      <p:sp>
        <p:nvSpPr>
          <p:cNvPr id="44" name="TextBox 43"/>
          <p:cNvSpPr txBox="1">
            <a:spLocks noChangeArrowheads="1"/>
          </p:cNvSpPr>
          <p:nvPr/>
        </p:nvSpPr>
        <p:spPr bwMode="auto">
          <a:xfrm>
            <a:off x="5067452" y="1204919"/>
            <a:ext cx="5607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£190</a:t>
            </a:r>
          </a:p>
        </p:txBody>
      </p:sp>
      <p:sp>
        <p:nvSpPr>
          <p:cNvPr id="45" name="TextBox 44"/>
          <p:cNvSpPr txBox="1">
            <a:spLocks noChangeArrowheads="1"/>
          </p:cNvSpPr>
          <p:nvPr/>
        </p:nvSpPr>
        <p:spPr bwMode="auto">
          <a:xfrm>
            <a:off x="5067452" y="1503765"/>
            <a:ext cx="72985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£65.50</a:t>
            </a:r>
          </a:p>
        </p:txBody>
      </p:sp>
      <p:sp>
        <p:nvSpPr>
          <p:cNvPr id="46" name="TextBox 45"/>
          <p:cNvSpPr txBox="1">
            <a:spLocks noChangeArrowheads="1"/>
          </p:cNvSpPr>
          <p:nvPr/>
        </p:nvSpPr>
        <p:spPr bwMode="auto">
          <a:xfrm>
            <a:off x="4979346" y="1831187"/>
            <a:ext cx="72985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£54</a:t>
            </a:r>
          </a:p>
        </p:txBody>
      </p:sp>
      <p:sp>
        <p:nvSpPr>
          <p:cNvPr id="47" name="TextBox 46"/>
          <p:cNvSpPr txBox="1">
            <a:spLocks noChangeArrowheads="1"/>
          </p:cNvSpPr>
          <p:nvPr/>
        </p:nvSpPr>
        <p:spPr bwMode="auto">
          <a:xfrm>
            <a:off x="5048402" y="2126462"/>
            <a:ext cx="7310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£66</a:t>
            </a:r>
          </a:p>
        </p:txBody>
      </p:sp>
      <p:sp>
        <p:nvSpPr>
          <p:cNvPr id="48" name="TextBox 47"/>
          <p:cNvSpPr txBox="1">
            <a:spLocks noChangeArrowheads="1"/>
          </p:cNvSpPr>
          <p:nvPr/>
        </p:nvSpPr>
        <p:spPr bwMode="auto">
          <a:xfrm>
            <a:off x="5018636" y="2434834"/>
            <a:ext cx="7310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£21</a:t>
            </a:r>
          </a:p>
        </p:txBody>
      </p:sp>
      <p:sp>
        <p:nvSpPr>
          <p:cNvPr id="49" name="TextBox 48"/>
          <p:cNvSpPr txBox="1">
            <a:spLocks noChangeArrowheads="1"/>
          </p:cNvSpPr>
          <p:nvPr/>
        </p:nvSpPr>
        <p:spPr bwMode="auto">
          <a:xfrm>
            <a:off x="5104360" y="2762256"/>
            <a:ext cx="72985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£287</a:t>
            </a:r>
          </a:p>
        </p:txBody>
      </p:sp>
      <p:sp>
        <p:nvSpPr>
          <p:cNvPr id="50" name="TextBox 49"/>
          <p:cNvSpPr txBox="1">
            <a:spLocks noChangeArrowheads="1"/>
          </p:cNvSpPr>
          <p:nvPr/>
        </p:nvSpPr>
        <p:spPr bwMode="auto">
          <a:xfrm>
            <a:off x="4985298" y="3068246"/>
            <a:ext cx="72985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£32</a:t>
            </a:r>
          </a:p>
        </p:txBody>
      </p:sp>
      <p:sp>
        <p:nvSpPr>
          <p:cNvPr id="51" name="TextBox 50"/>
          <p:cNvSpPr txBox="1">
            <a:spLocks noChangeArrowheads="1"/>
          </p:cNvSpPr>
          <p:nvPr/>
        </p:nvSpPr>
        <p:spPr bwMode="auto">
          <a:xfrm>
            <a:off x="5085311" y="3374237"/>
            <a:ext cx="7310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£96</a:t>
            </a:r>
          </a:p>
        </p:txBody>
      </p:sp>
      <p:sp>
        <p:nvSpPr>
          <p:cNvPr id="52" name="TextBox 51"/>
          <p:cNvSpPr txBox="1">
            <a:spLocks noChangeArrowheads="1"/>
          </p:cNvSpPr>
          <p:nvPr/>
        </p:nvSpPr>
        <p:spPr bwMode="auto">
          <a:xfrm>
            <a:off x="5116267" y="3676656"/>
            <a:ext cx="7310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£108</a:t>
            </a:r>
          </a:p>
        </p:txBody>
      </p:sp>
      <p:sp>
        <p:nvSpPr>
          <p:cNvPr id="53" name="TextBox 52"/>
          <p:cNvSpPr txBox="1">
            <a:spLocks noChangeArrowheads="1"/>
          </p:cNvSpPr>
          <p:nvPr/>
        </p:nvSpPr>
        <p:spPr bwMode="auto">
          <a:xfrm>
            <a:off x="5072214" y="3993362"/>
            <a:ext cx="72985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£720</a:t>
            </a:r>
          </a:p>
        </p:txBody>
      </p:sp>
      <p:sp>
        <p:nvSpPr>
          <p:cNvPr id="54" name="TextBox 53"/>
          <p:cNvSpPr txBox="1">
            <a:spLocks noChangeArrowheads="1"/>
          </p:cNvSpPr>
          <p:nvPr/>
        </p:nvSpPr>
        <p:spPr bwMode="auto">
          <a:xfrm>
            <a:off x="4987680" y="4296971"/>
            <a:ext cx="7310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£18</a:t>
            </a:r>
          </a:p>
        </p:txBody>
      </p:sp>
      <p:sp>
        <p:nvSpPr>
          <p:cNvPr id="55" name="TextBox 54"/>
          <p:cNvSpPr txBox="1">
            <a:spLocks noChangeArrowheads="1"/>
          </p:cNvSpPr>
          <p:nvPr/>
        </p:nvSpPr>
        <p:spPr bwMode="auto">
          <a:xfrm>
            <a:off x="5136508" y="4606534"/>
            <a:ext cx="7310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£74</a:t>
            </a:r>
          </a:p>
        </p:txBody>
      </p:sp>
      <p:sp>
        <p:nvSpPr>
          <p:cNvPr id="56" name="TextBox 55"/>
          <p:cNvSpPr txBox="1">
            <a:spLocks noChangeArrowheads="1"/>
          </p:cNvSpPr>
          <p:nvPr/>
        </p:nvSpPr>
        <p:spPr bwMode="auto">
          <a:xfrm>
            <a:off x="7297492" y="912025"/>
            <a:ext cx="4917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£27</a:t>
            </a:r>
          </a:p>
        </p:txBody>
      </p:sp>
      <p:sp>
        <p:nvSpPr>
          <p:cNvPr id="57" name="TextBox 56"/>
          <p:cNvSpPr txBox="1">
            <a:spLocks noChangeArrowheads="1"/>
          </p:cNvSpPr>
          <p:nvPr/>
        </p:nvSpPr>
        <p:spPr bwMode="auto">
          <a:xfrm>
            <a:off x="7277252" y="1215634"/>
            <a:ext cx="49172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£60</a:t>
            </a:r>
          </a:p>
        </p:txBody>
      </p:sp>
      <p:sp>
        <p:nvSpPr>
          <p:cNvPr id="58" name="TextBox 57"/>
          <p:cNvSpPr txBox="1">
            <a:spLocks noChangeArrowheads="1"/>
          </p:cNvSpPr>
          <p:nvPr/>
        </p:nvSpPr>
        <p:spPr bwMode="auto">
          <a:xfrm>
            <a:off x="7276061" y="1524006"/>
            <a:ext cx="49291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£45</a:t>
            </a:r>
          </a:p>
        </p:txBody>
      </p:sp>
      <p:sp>
        <p:nvSpPr>
          <p:cNvPr id="59" name="TextBox 58"/>
          <p:cNvSpPr txBox="1">
            <a:spLocks noChangeArrowheads="1"/>
          </p:cNvSpPr>
          <p:nvPr/>
        </p:nvSpPr>
        <p:spPr bwMode="auto">
          <a:xfrm>
            <a:off x="7260583" y="1832378"/>
            <a:ext cx="65841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£105</a:t>
            </a:r>
          </a:p>
        </p:txBody>
      </p:sp>
      <p:sp>
        <p:nvSpPr>
          <p:cNvPr id="60" name="TextBox 59"/>
          <p:cNvSpPr txBox="1">
            <a:spLocks noChangeArrowheads="1"/>
          </p:cNvSpPr>
          <p:nvPr/>
        </p:nvSpPr>
        <p:spPr bwMode="auto">
          <a:xfrm>
            <a:off x="7168905" y="2144321"/>
            <a:ext cx="49291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£21</a:t>
            </a:r>
          </a:p>
        </p:txBody>
      </p:sp>
      <p:sp>
        <p:nvSpPr>
          <p:cNvPr id="61" name="TextBox 60"/>
          <p:cNvSpPr txBox="1">
            <a:spLocks noChangeArrowheads="1"/>
          </p:cNvSpPr>
          <p:nvPr/>
        </p:nvSpPr>
        <p:spPr bwMode="auto">
          <a:xfrm>
            <a:off x="7158189" y="2449121"/>
            <a:ext cx="49172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£28</a:t>
            </a:r>
          </a:p>
        </p:txBody>
      </p:sp>
      <p:sp>
        <p:nvSpPr>
          <p:cNvPr id="62" name="TextBox 61"/>
          <p:cNvSpPr txBox="1">
            <a:spLocks noChangeArrowheads="1"/>
          </p:cNvSpPr>
          <p:nvPr/>
        </p:nvSpPr>
        <p:spPr bwMode="auto">
          <a:xfrm>
            <a:off x="7166523" y="2769400"/>
            <a:ext cx="77866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£40.50</a:t>
            </a:r>
          </a:p>
        </p:txBody>
      </p:sp>
      <p:sp>
        <p:nvSpPr>
          <p:cNvPr id="63" name="TextBox 62"/>
          <p:cNvSpPr txBox="1">
            <a:spLocks noChangeArrowheads="1"/>
          </p:cNvSpPr>
          <p:nvPr/>
        </p:nvSpPr>
        <p:spPr bwMode="auto">
          <a:xfrm>
            <a:off x="7156998" y="3075390"/>
            <a:ext cx="4917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£26</a:t>
            </a:r>
          </a:p>
        </p:txBody>
      </p:sp>
      <p:sp>
        <p:nvSpPr>
          <p:cNvPr id="64" name="TextBox 63"/>
          <p:cNvSpPr txBox="1">
            <a:spLocks noChangeArrowheads="1"/>
          </p:cNvSpPr>
          <p:nvPr/>
        </p:nvSpPr>
        <p:spPr bwMode="auto">
          <a:xfrm>
            <a:off x="7166523" y="3376619"/>
            <a:ext cx="49291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£45</a:t>
            </a:r>
          </a:p>
        </p:txBody>
      </p:sp>
      <p:sp>
        <p:nvSpPr>
          <p:cNvPr id="65" name="TextBox 64"/>
          <p:cNvSpPr txBox="1">
            <a:spLocks noChangeArrowheads="1"/>
          </p:cNvSpPr>
          <p:nvPr/>
        </p:nvSpPr>
        <p:spPr bwMode="auto">
          <a:xfrm>
            <a:off x="7156998" y="3690944"/>
            <a:ext cx="6060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£9.50</a:t>
            </a:r>
          </a:p>
        </p:txBody>
      </p:sp>
      <p:sp>
        <p:nvSpPr>
          <p:cNvPr id="66" name="Rectangle 65">
            <a:extLst>
              <a:ext uri="{FF2B5EF4-FFF2-40B4-BE49-F238E27FC236}">
                <a16:creationId xmlns:a16="http://schemas.microsoft.com/office/drawing/2014/main" id="{790F59DC-5597-4F6E-B580-2A9EC8571A2A}"/>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355557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5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5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6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6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62"/>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6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6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GB" sz="1350" kern="1200" dirty="0">
                <a:solidFill>
                  <a:prstClr val="white"/>
                </a:solidFill>
                <a:latin typeface="Calibri"/>
              </a:rPr>
              <a:t>L</a:t>
            </a: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606056" y="404140"/>
            <a:ext cx="4516138"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Fluency and Understanding</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pic>
        <p:nvPicPr>
          <p:cNvPr id="30" name="Pictur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9074" y="4415111"/>
            <a:ext cx="562996" cy="608295"/>
          </a:xfrm>
          <a:prstGeom prst="rect">
            <a:avLst/>
          </a:prstGeom>
        </p:spPr>
      </p:pic>
      <p:pic>
        <p:nvPicPr>
          <p:cNvPr id="66" name="Picture 1"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67700" y="809285"/>
            <a:ext cx="4007644" cy="391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2" descr="Screen Clipping"/>
          <p:cNvPicPr>
            <a:picLocks noChangeAspect="1"/>
          </p:cNvPicPr>
          <p:nvPr/>
        </p:nvPicPr>
        <p:blipFill>
          <a:blip r:embed="rId5">
            <a:extLst>
              <a:ext uri="{28A0092B-C50C-407E-A947-70E740481C1C}">
                <a14:useLocalDpi xmlns:a14="http://schemas.microsoft.com/office/drawing/2010/main" val="0"/>
              </a:ext>
            </a:extLst>
          </a:blip>
          <a:srcRect r="69997"/>
          <a:stretch>
            <a:fillRect/>
          </a:stretch>
        </p:blipFill>
        <p:spPr bwMode="auto">
          <a:xfrm>
            <a:off x="5233684" y="537823"/>
            <a:ext cx="1345406" cy="4332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3"/>
          <p:cNvPicPr>
            <a:picLocks noChangeAspect="1" noChangeArrowheads="1"/>
          </p:cNvPicPr>
          <p:nvPr/>
        </p:nvPicPr>
        <p:blipFill>
          <a:blip r:embed="rId6">
            <a:extLst>
              <a:ext uri="{28A0092B-C50C-407E-A947-70E740481C1C}">
                <a14:useLocalDpi xmlns:a14="http://schemas.microsoft.com/office/drawing/2010/main" val="0"/>
              </a:ext>
            </a:extLst>
          </a:blip>
          <a:srcRect l="50000" r="19414" b="4250"/>
          <a:stretch>
            <a:fillRect/>
          </a:stretch>
        </p:blipFill>
        <p:spPr bwMode="auto">
          <a:xfrm>
            <a:off x="6617190" y="537823"/>
            <a:ext cx="1371600" cy="4332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 name="TextBox 68"/>
          <p:cNvSpPr txBox="1">
            <a:spLocks noChangeArrowheads="1"/>
          </p:cNvSpPr>
          <p:nvPr/>
        </p:nvSpPr>
        <p:spPr bwMode="auto">
          <a:xfrm>
            <a:off x="5995684" y="516392"/>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8</a:t>
            </a:r>
          </a:p>
        </p:txBody>
      </p:sp>
      <p:cxnSp>
        <p:nvCxnSpPr>
          <p:cNvPr id="70" name="Straight Connector 69"/>
          <p:cNvCxnSpPr/>
          <p:nvPr/>
        </p:nvCxnSpPr>
        <p:spPr>
          <a:xfrm>
            <a:off x="1893981" y="3595348"/>
            <a:ext cx="253603" cy="85844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1" name="Rectangle 70"/>
          <p:cNvSpPr/>
          <p:nvPr/>
        </p:nvSpPr>
        <p:spPr>
          <a:xfrm>
            <a:off x="1323672" y="797380"/>
            <a:ext cx="3074194" cy="265509"/>
          </a:xfrm>
          <a:prstGeom prst="rect">
            <a:avLst/>
          </a:prstGeom>
          <a:solidFill>
            <a:srgbClr val="00B05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en-US" sz="1500" b="1" dirty="0">
              <a:solidFill>
                <a:srgbClr val="FF0000"/>
              </a:solidFill>
              <a:latin typeface="Calibri" panose="020F0502020204030204" pitchFamily="34" charset="0"/>
            </a:endParaRPr>
          </a:p>
          <a:p>
            <a:r>
              <a:rPr lang="en-US" altLang="en-US" sz="1500" b="1" dirty="0">
                <a:solidFill>
                  <a:srgbClr val="FF0000"/>
                </a:solidFill>
                <a:latin typeface="Calibri" panose="020F0502020204030204" pitchFamily="34" charset="0"/>
              </a:rPr>
              <a:t> </a:t>
            </a:r>
            <a:r>
              <a:rPr lang="en-US" altLang="en-US" sz="1050" b="1" dirty="0">
                <a:solidFill>
                  <a:srgbClr val="FF0000"/>
                </a:solidFill>
                <a:latin typeface="Calibri" panose="020F0502020204030204" pitchFamily="34" charset="0"/>
              </a:rPr>
              <a:t>Join the question number to its answer </a:t>
            </a:r>
            <a:endParaRPr lang="en-US" altLang="en-US" sz="1050" b="1" dirty="0">
              <a:solidFill>
                <a:srgbClr val="FF0000"/>
              </a:solidFill>
            </a:endParaRPr>
          </a:p>
          <a:p>
            <a:pPr algn="ctr">
              <a:defRPr/>
            </a:pPr>
            <a:endParaRPr lang="en-US" sz="1050" dirty="0"/>
          </a:p>
        </p:txBody>
      </p:sp>
      <p:sp>
        <p:nvSpPr>
          <p:cNvPr id="72" name="TextBox 71"/>
          <p:cNvSpPr txBox="1">
            <a:spLocks noChangeArrowheads="1"/>
          </p:cNvSpPr>
          <p:nvPr/>
        </p:nvSpPr>
        <p:spPr bwMode="auto">
          <a:xfrm>
            <a:off x="6002827" y="733086"/>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30</a:t>
            </a:r>
          </a:p>
        </p:txBody>
      </p:sp>
      <p:cxnSp>
        <p:nvCxnSpPr>
          <p:cNvPr id="73" name="Straight Connector 72"/>
          <p:cNvCxnSpPr/>
          <p:nvPr/>
        </p:nvCxnSpPr>
        <p:spPr>
          <a:xfrm>
            <a:off x="3188190" y="1607004"/>
            <a:ext cx="71438" cy="9715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TextBox 73"/>
          <p:cNvSpPr txBox="1">
            <a:spLocks noChangeArrowheads="1"/>
          </p:cNvSpPr>
          <p:nvPr/>
        </p:nvSpPr>
        <p:spPr bwMode="auto">
          <a:xfrm>
            <a:off x="6002827" y="952161"/>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11</a:t>
            </a:r>
          </a:p>
        </p:txBody>
      </p:sp>
      <p:cxnSp>
        <p:nvCxnSpPr>
          <p:cNvPr id="75" name="Straight Connector 74"/>
          <p:cNvCxnSpPr/>
          <p:nvPr/>
        </p:nvCxnSpPr>
        <p:spPr>
          <a:xfrm flipV="1">
            <a:off x="4585984" y="916442"/>
            <a:ext cx="485775" cy="8215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6" name="TextBox 75"/>
          <p:cNvSpPr txBox="1">
            <a:spLocks noChangeArrowheads="1"/>
          </p:cNvSpPr>
          <p:nvPr/>
        </p:nvSpPr>
        <p:spPr bwMode="auto">
          <a:xfrm>
            <a:off x="6033784" y="1178379"/>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19</a:t>
            </a:r>
          </a:p>
        </p:txBody>
      </p:sp>
      <p:cxnSp>
        <p:nvCxnSpPr>
          <p:cNvPr id="77" name="Straight Connector 76"/>
          <p:cNvCxnSpPr/>
          <p:nvPr/>
        </p:nvCxnSpPr>
        <p:spPr>
          <a:xfrm>
            <a:off x="1302240" y="3270307"/>
            <a:ext cx="453629" cy="135969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8" name="TextBox 77"/>
          <p:cNvSpPr txBox="1">
            <a:spLocks noChangeArrowheads="1"/>
          </p:cNvSpPr>
          <p:nvPr/>
        </p:nvSpPr>
        <p:spPr bwMode="auto">
          <a:xfrm>
            <a:off x="6013543" y="1393882"/>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28</a:t>
            </a:r>
          </a:p>
        </p:txBody>
      </p:sp>
      <p:cxnSp>
        <p:nvCxnSpPr>
          <p:cNvPr id="79" name="Straight Connector 78"/>
          <p:cNvCxnSpPr/>
          <p:nvPr/>
        </p:nvCxnSpPr>
        <p:spPr>
          <a:xfrm flipV="1">
            <a:off x="2695272" y="3189344"/>
            <a:ext cx="355997" cy="809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0" name="TextBox 79"/>
          <p:cNvSpPr txBox="1">
            <a:spLocks noChangeArrowheads="1"/>
          </p:cNvSpPr>
          <p:nvPr/>
        </p:nvSpPr>
        <p:spPr bwMode="auto">
          <a:xfrm>
            <a:off x="6013543" y="1610576"/>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13</a:t>
            </a:r>
          </a:p>
        </p:txBody>
      </p:sp>
      <p:cxnSp>
        <p:nvCxnSpPr>
          <p:cNvPr id="81" name="Straight Connector 80"/>
          <p:cNvCxnSpPr/>
          <p:nvPr/>
        </p:nvCxnSpPr>
        <p:spPr>
          <a:xfrm>
            <a:off x="3281059" y="4097791"/>
            <a:ext cx="353616" cy="3559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2" name="TextBox 81"/>
          <p:cNvSpPr txBox="1">
            <a:spLocks noChangeArrowheads="1"/>
          </p:cNvSpPr>
          <p:nvPr/>
        </p:nvSpPr>
        <p:spPr bwMode="auto">
          <a:xfrm>
            <a:off x="6011162" y="1816554"/>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5</a:t>
            </a:r>
          </a:p>
        </p:txBody>
      </p:sp>
      <p:cxnSp>
        <p:nvCxnSpPr>
          <p:cNvPr id="83" name="Straight Connector 82"/>
          <p:cNvCxnSpPr/>
          <p:nvPr/>
        </p:nvCxnSpPr>
        <p:spPr>
          <a:xfrm flipH="1">
            <a:off x="1755868" y="3595348"/>
            <a:ext cx="138113" cy="103465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4" name="TextBox 83"/>
          <p:cNvSpPr txBox="1">
            <a:spLocks noChangeArrowheads="1"/>
          </p:cNvSpPr>
          <p:nvPr/>
        </p:nvSpPr>
        <p:spPr bwMode="auto">
          <a:xfrm>
            <a:off x="6024259" y="2048726"/>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66</a:t>
            </a:r>
          </a:p>
        </p:txBody>
      </p:sp>
      <p:cxnSp>
        <p:nvCxnSpPr>
          <p:cNvPr id="85" name="Straight Connector 84"/>
          <p:cNvCxnSpPr/>
          <p:nvPr/>
        </p:nvCxnSpPr>
        <p:spPr>
          <a:xfrm flipV="1">
            <a:off x="3467987" y="1590336"/>
            <a:ext cx="485775" cy="22145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6" name="TextBox 85"/>
          <p:cNvSpPr txBox="1">
            <a:spLocks noChangeArrowheads="1"/>
          </p:cNvSpPr>
          <p:nvPr/>
        </p:nvSpPr>
        <p:spPr bwMode="auto">
          <a:xfrm>
            <a:off x="6020687" y="2258276"/>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4</a:t>
            </a:r>
          </a:p>
        </p:txBody>
      </p:sp>
      <p:cxnSp>
        <p:nvCxnSpPr>
          <p:cNvPr id="87" name="Straight Connector 86"/>
          <p:cNvCxnSpPr/>
          <p:nvPr/>
        </p:nvCxnSpPr>
        <p:spPr>
          <a:xfrm flipV="1">
            <a:off x="4237131" y="991451"/>
            <a:ext cx="338138" cy="36314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8" name="TextBox 87"/>
          <p:cNvSpPr txBox="1">
            <a:spLocks noChangeArrowheads="1"/>
          </p:cNvSpPr>
          <p:nvPr/>
        </p:nvSpPr>
        <p:spPr bwMode="auto">
          <a:xfrm>
            <a:off x="6033784" y="2464254"/>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17</a:t>
            </a:r>
          </a:p>
        </p:txBody>
      </p:sp>
      <p:cxnSp>
        <p:nvCxnSpPr>
          <p:cNvPr id="89" name="Straight Connector 88"/>
          <p:cNvCxnSpPr/>
          <p:nvPr/>
        </p:nvCxnSpPr>
        <p:spPr>
          <a:xfrm>
            <a:off x="5063425" y="921204"/>
            <a:ext cx="35719" cy="27813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0" name="TextBox 89"/>
          <p:cNvSpPr txBox="1">
            <a:spLocks noChangeArrowheads="1"/>
          </p:cNvSpPr>
          <p:nvPr/>
        </p:nvSpPr>
        <p:spPr bwMode="auto">
          <a:xfrm>
            <a:off x="6044500" y="2701188"/>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15</a:t>
            </a:r>
          </a:p>
        </p:txBody>
      </p:sp>
      <p:cxnSp>
        <p:nvCxnSpPr>
          <p:cNvPr id="91" name="Straight Connector 90"/>
          <p:cNvCxnSpPr/>
          <p:nvPr/>
        </p:nvCxnSpPr>
        <p:spPr>
          <a:xfrm>
            <a:off x="1808257" y="2370195"/>
            <a:ext cx="173831" cy="9215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2" name="TextBox 91"/>
          <p:cNvSpPr txBox="1">
            <a:spLocks noChangeArrowheads="1"/>
          </p:cNvSpPr>
          <p:nvPr/>
        </p:nvSpPr>
        <p:spPr bwMode="auto">
          <a:xfrm>
            <a:off x="6044500" y="2916692"/>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14</a:t>
            </a:r>
          </a:p>
        </p:txBody>
      </p:sp>
      <p:cxnSp>
        <p:nvCxnSpPr>
          <p:cNvPr id="93" name="Straight Connector 92"/>
          <p:cNvCxnSpPr/>
          <p:nvPr/>
        </p:nvCxnSpPr>
        <p:spPr>
          <a:xfrm>
            <a:off x="3300109" y="4107316"/>
            <a:ext cx="23813" cy="3464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p:cNvSpPr txBox="1">
            <a:spLocks noChangeArrowheads="1"/>
          </p:cNvSpPr>
          <p:nvPr/>
        </p:nvSpPr>
        <p:spPr bwMode="auto">
          <a:xfrm>
            <a:off x="6044500" y="3122670"/>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22</a:t>
            </a:r>
          </a:p>
        </p:txBody>
      </p:sp>
      <p:cxnSp>
        <p:nvCxnSpPr>
          <p:cNvPr id="95" name="Straight Connector 94"/>
          <p:cNvCxnSpPr/>
          <p:nvPr/>
        </p:nvCxnSpPr>
        <p:spPr>
          <a:xfrm>
            <a:off x="2919109" y="4453788"/>
            <a:ext cx="3929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6" name="TextBox 95"/>
          <p:cNvSpPr txBox="1">
            <a:spLocks noChangeArrowheads="1"/>
          </p:cNvSpPr>
          <p:nvPr/>
        </p:nvSpPr>
        <p:spPr bwMode="auto">
          <a:xfrm>
            <a:off x="6031403" y="3328648"/>
            <a:ext cx="64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100</a:t>
            </a:r>
          </a:p>
        </p:txBody>
      </p:sp>
      <p:cxnSp>
        <p:nvCxnSpPr>
          <p:cNvPr id="97" name="Straight Connector 96"/>
          <p:cNvCxnSpPr/>
          <p:nvPr/>
        </p:nvCxnSpPr>
        <p:spPr>
          <a:xfrm>
            <a:off x="1971372" y="1890373"/>
            <a:ext cx="2381" cy="141803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8" name="TextBox 97"/>
          <p:cNvSpPr txBox="1">
            <a:spLocks noChangeArrowheads="1"/>
          </p:cNvSpPr>
          <p:nvPr/>
        </p:nvSpPr>
        <p:spPr bwMode="auto">
          <a:xfrm>
            <a:off x="5995684" y="3554867"/>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49</a:t>
            </a:r>
          </a:p>
        </p:txBody>
      </p:sp>
      <p:cxnSp>
        <p:nvCxnSpPr>
          <p:cNvPr id="99" name="Straight Connector 98"/>
          <p:cNvCxnSpPr/>
          <p:nvPr/>
        </p:nvCxnSpPr>
        <p:spPr>
          <a:xfrm>
            <a:off x="2316653" y="1852273"/>
            <a:ext cx="16669" cy="61555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0" name="TextBox 99"/>
          <p:cNvSpPr txBox="1">
            <a:spLocks noChangeArrowheads="1"/>
          </p:cNvSpPr>
          <p:nvPr/>
        </p:nvSpPr>
        <p:spPr bwMode="auto">
          <a:xfrm>
            <a:off x="6002827" y="3757273"/>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21</a:t>
            </a:r>
          </a:p>
        </p:txBody>
      </p:sp>
      <p:cxnSp>
        <p:nvCxnSpPr>
          <p:cNvPr id="101" name="Straight Connector 100"/>
          <p:cNvCxnSpPr/>
          <p:nvPr/>
        </p:nvCxnSpPr>
        <p:spPr>
          <a:xfrm flipV="1">
            <a:off x="4852684" y="3713220"/>
            <a:ext cx="242888" cy="5596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2" name="TextBox 101"/>
          <p:cNvSpPr txBox="1">
            <a:spLocks noChangeArrowheads="1"/>
          </p:cNvSpPr>
          <p:nvPr/>
        </p:nvSpPr>
        <p:spPr bwMode="auto">
          <a:xfrm>
            <a:off x="6024259" y="3972776"/>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12</a:t>
            </a:r>
          </a:p>
        </p:txBody>
      </p:sp>
      <p:cxnSp>
        <p:nvCxnSpPr>
          <p:cNvPr id="103" name="Straight Connector 102"/>
          <p:cNvCxnSpPr/>
          <p:nvPr/>
        </p:nvCxnSpPr>
        <p:spPr>
          <a:xfrm flipH="1">
            <a:off x="1720150" y="2348763"/>
            <a:ext cx="88106" cy="11668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4" name="TextBox 103"/>
          <p:cNvSpPr txBox="1">
            <a:spLocks noChangeArrowheads="1"/>
          </p:cNvSpPr>
          <p:nvPr/>
        </p:nvSpPr>
        <p:spPr bwMode="auto">
          <a:xfrm>
            <a:off x="6020687" y="4182326"/>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45</a:t>
            </a:r>
          </a:p>
        </p:txBody>
      </p:sp>
      <p:cxnSp>
        <p:nvCxnSpPr>
          <p:cNvPr id="105" name="Straight Connector 104"/>
          <p:cNvCxnSpPr/>
          <p:nvPr/>
        </p:nvCxnSpPr>
        <p:spPr>
          <a:xfrm flipH="1">
            <a:off x="1302240" y="2464254"/>
            <a:ext cx="313135" cy="8191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6" name="TextBox 105"/>
          <p:cNvSpPr txBox="1">
            <a:spLocks noChangeArrowheads="1"/>
          </p:cNvSpPr>
          <p:nvPr/>
        </p:nvSpPr>
        <p:spPr bwMode="auto">
          <a:xfrm>
            <a:off x="6021877" y="4406163"/>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63</a:t>
            </a:r>
          </a:p>
        </p:txBody>
      </p:sp>
      <p:cxnSp>
        <p:nvCxnSpPr>
          <p:cNvPr id="107" name="Straight Connector 106"/>
          <p:cNvCxnSpPr/>
          <p:nvPr/>
        </p:nvCxnSpPr>
        <p:spPr>
          <a:xfrm>
            <a:off x="4765769" y="2990510"/>
            <a:ext cx="84534" cy="7858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8" name="TextBox 107"/>
          <p:cNvSpPr txBox="1">
            <a:spLocks noChangeArrowheads="1"/>
          </p:cNvSpPr>
          <p:nvPr/>
        </p:nvSpPr>
        <p:spPr bwMode="auto">
          <a:xfrm>
            <a:off x="6033784" y="4601426"/>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6</a:t>
            </a:r>
          </a:p>
        </p:txBody>
      </p:sp>
      <p:cxnSp>
        <p:nvCxnSpPr>
          <p:cNvPr id="109" name="Straight Connector 108"/>
          <p:cNvCxnSpPr/>
          <p:nvPr/>
        </p:nvCxnSpPr>
        <p:spPr>
          <a:xfrm flipH="1">
            <a:off x="2941731" y="3189345"/>
            <a:ext cx="72628" cy="12644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a:spLocks noChangeArrowheads="1"/>
          </p:cNvSpPr>
          <p:nvPr/>
        </p:nvSpPr>
        <p:spPr bwMode="auto">
          <a:xfrm>
            <a:off x="7399431" y="516392"/>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7</a:t>
            </a:r>
          </a:p>
        </p:txBody>
      </p:sp>
      <p:cxnSp>
        <p:nvCxnSpPr>
          <p:cNvPr id="111" name="Straight Connector 110"/>
          <p:cNvCxnSpPr/>
          <p:nvPr/>
        </p:nvCxnSpPr>
        <p:spPr>
          <a:xfrm flipV="1">
            <a:off x="3601338" y="4246619"/>
            <a:ext cx="386953" cy="1869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2" name="TextBox 111"/>
          <p:cNvSpPr txBox="1">
            <a:spLocks noChangeArrowheads="1"/>
          </p:cNvSpPr>
          <p:nvPr/>
        </p:nvSpPr>
        <p:spPr bwMode="auto">
          <a:xfrm>
            <a:off x="7412527" y="746182"/>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90</a:t>
            </a:r>
          </a:p>
        </p:txBody>
      </p:sp>
      <p:cxnSp>
        <p:nvCxnSpPr>
          <p:cNvPr id="113" name="Straight Connector 112"/>
          <p:cNvCxnSpPr/>
          <p:nvPr/>
        </p:nvCxnSpPr>
        <p:spPr>
          <a:xfrm flipV="1">
            <a:off x="2625025" y="2800010"/>
            <a:ext cx="247650" cy="1190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4" name="TextBox 113"/>
          <p:cNvSpPr txBox="1">
            <a:spLocks noChangeArrowheads="1"/>
          </p:cNvSpPr>
          <p:nvPr/>
        </p:nvSpPr>
        <p:spPr bwMode="auto">
          <a:xfrm>
            <a:off x="7407766" y="973592"/>
            <a:ext cx="64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135</a:t>
            </a:r>
          </a:p>
        </p:txBody>
      </p:sp>
      <p:cxnSp>
        <p:nvCxnSpPr>
          <p:cNvPr id="115" name="Straight Connector 114"/>
          <p:cNvCxnSpPr/>
          <p:nvPr/>
        </p:nvCxnSpPr>
        <p:spPr>
          <a:xfrm>
            <a:off x="2705988" y="3271498"/>
            <a:ext cx="134540" cy="8620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6" name="TextBox 115"/>
          <p:cNvSpPr txBox="1">
            <a:spLocks noChangeArrowheads="1"/>
          </p:cNvSpPr>
          <p:nvPr/>
        </p:nvSpPr>
        <p:spPr bwMode="auto">
          <a:xfrm>
            <a:off x="7404193" y="1209336"/>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9</a:t>
            </a:r>
          </a:p>
        </p:txBody>
      </p:sp>
      <p:cxnSp>
        <p:nvCxnSpPr>
          <p:cNvPr id="117" name="Straight Connector 116"/>
          <p:cNvCxnSpPr/>
          <p:nvPr/>
        </p:nvCxnSpPr>
        <p:spPr>
          <a:xfrm flipV="1">
            <a:off x="3234625" y="1811792"/>
            <a:ext cx="233363" cy="77271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8" name="TextBox 117"/>
          <p:cNvSpPr txBox="1">
            <a:spLocks noChangeArrowheads="1"/>
          </p:cNvSpPr>
          <p:nvPr/>
        </p:nvSpPr>
        <p:spPr bwMode="auto">
          <a:xfrm>
            <a:off x="7403003" y="1437936"/>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18</a:t>
            </a:r>
          </a:p>
        </p:txBody>
      </p:sp>
      <p:cxnSp>
        <p:nvCxnSpPr>
          <p:cNvPr id="119" name="Straight Connector 118"/>
          <p:cNvCxnSpPr/>
          <p:nvPr/>
        </p:nvCxnSpPr>
        <p:spPr>
          <a:xfrm>
            <a:off x="1615375" y="2449967"/>
            <a:ext cx="89297" cy="10656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a:spLocks noChangeArrowheads="1"/>
          </p:cNvSpPr>
          <p:nvPr/>
        </p:nvSpPr>
        <p:spPr bwMode="auto">
          <a:xfrm>
            <a:off x="7414909" y="1664154"/>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65</a:t>
            </a:r>
          </a:p>
        </p:txBody>
      </p:sp>
      <p:cxnSp>
        <p:nvCxnSpPr>
          <p:cNvPr id="121" name="Straight Connector 120"/>
          <p:cNvCxnSpPr/>
          <p:nvPr/>
        </p:nvCxnSpPr>
        <p:spPr>
          <a:xfrm>
            <a:off x="2328559" y="1858225"/>
            <a:ext cx="365522" cy="13930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2" name="TextBox 121"/>
          <p:cNvSpPr txBox="1">
            <a:spLocks noChangeArrowheads="1"/>
          </p:cNvSpPr>
          <p:nvPr/>
        </p:nvSpPr>
        <p:spPr bwMode="auto">
          <a:xfrm>
            <a:off x="7417290" y="1880848"/>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52</a:t>
            </a:r>
          </a:p>
        </p:txBody>
      </p:sp>
      <p:cxnSp>
        <p:nvCxnSpPr>
          <p:cNvPr id="123" name="Straight Connector 122"/>
          <p:cNvCxnSpPr/>
          <p:nvPr/>
        </p:nvCxnSpPr>
        <p:spPr>
          <a:xfrm>
            <a:off x="2346418" y="3383416"/>
            <a:ext cx="41672" cy="9572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4" name="TextBox 123"/>
          <p:cNvSpPr txBox="1">
            <a:spLocks noChangeArrowheads="1"/>
          </p:cNvSpPr>
          <p:nvPr/>
        </p:nvSpPr>
        <p:spPr bwMode="auto">
          <a:xfrm>
            <a:off x="7476821" y="2107067"/>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a:t>
            </a:r>
          </a:p>
        </p:txBody>
      </p:sp>
      <p:cxnSp>
        <p:nvCxnSpPr>
          <p:cNvPr id="125" name="Straight Connector 124"/>
          <p:cNvCxnSpPr/>
          <p:nvPr/>
        </p:nvCxnSpPr>
        <p:spPr>
          <a:xfrm flipH="1">
            <a:off x="2138059" y="3383416"/>
            <a:ext cx="208360" cy="10715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6" name="TextBox 125"/>
          <p:cNvSpPr txBox="1">
            <a:spLocks noChangeArrowheads="1"/>
          </p:cNvSpPr>
          <p:nvPr/>
        </p:nvSpPr>
        <p:spPr bwMode="auto">
          <a:xfrm>
            <a:off x="7441103" y="2333286"/>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96</a:t>
            </a:r>
          </a:p>
        </p:txBody>
      </p:sp>
      <p:cxnSp>
        <p:nvCxnSpPr>
          <p:cNvPr id="127" name="Straight Connector 126"/>
          <p:cNvCxnSpPr/>
          <p:nvPr/>
        </p:nvCxnSpPr>
        <p:spPr>
          <a:xfrm flipV="1">
            <a:off x="4334763" y="2986939"/>
            <a:ext cx="463153" cy="30718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8" name="TextBox 127"/>
          <p:cNvSpPr txBox="1">
            <a:spLocks noChangeArrowheads="1"/>
          </p:cNvSpPr>
          <p:nvPr/>
        </p:nvSpPr>
        <p:spPr bwMode="auto">
          <a:xfrm>
            <a:off x="7458962" y="2559504"/>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25</a:t>
            </a:r>
          </a:p>
        </p:txBody>
      </p:sp>
      <p:cxnSp>
        <p:nvCxnSpPr>
          <p:cNvPr id="129" name="Straight Connector 128"/>
          <p:cNvCxnSpPr/>
          <p:nvPr/>
        </p:nvCxnSpPr>
        <p:spPr>
          <a:xfrm flipH="1">
            <a:off x="2636932" y="1978479"/>
            <a:ext cx="29765" cy="94059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0" name="TextBox 129"/>
          <p:cNvSpPr txBox="1">
            <a:spLocks noChangeArrowheads="1"/>
          </p:cNvSpPr>
          <p:nvPr/>
        </p:nvSpPr>
        <p:spPr bwMode="auto">
          <a:xfrm>
            <a:off x="7456581" y="2798820"/>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69</a:t>
            </a:r>
          </a:p>
        </p:txBody>
      </p:sp>
      <p:cxnSp>
        <p:nvCxnSpPr>
          <p:cNvPr id="131" name="Straight Connector 130"/>
          <p:cNvCxnSpPr/>
          <p:nvPr/>
        </p:nvCxnSpPr>
        <p:spPr>
          <a:xfrm>
            <a:off x="3940665" y="1578429"/>
            <a:ext cx="189310" cy="9417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2" name="TextBox 131"/>
          <p:cNvSpPr txBox="1">
            <a:spLocks noChangeArrowheads="1"/>
          </p:cNvSpPr>
          <p:nvPr/>
        </p:nvSpPr>
        <p:spPr bwMode="auto">
          <a:xfrm>
            <a:off x="7468487" y="3025038"/>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10</a:t>
            </a:r>
          </a:p>
        </p:txBody>
      </p:sp>
      <p:cxnSp>
        <p:nvCxnSpPr>
          <p:cNvPr id="133" name="Straight Connector 132"/>
          <p:cNvCxnSpPr/>
          <p:nvPr/>
        </p:nvCxnSpPr>
        <p:spPr>
          <a:xfrm flipH="1">
            <a:off x="4129975" y="1340304"/>
            <a:ext cx="107156" cy="12180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4" name="TextBox 133"/>
          <p:cNvSpPr txBox="1">
            <a:spLocks noChangeArrowheads="1"/>
          </p:cNvSpPr>
          <p:nvPr/>
        </p:nvSpPr>
        <p:spPr bwMode="auto">
          <a:xfrm>
            <a:off x="7468487" y="3231017"/>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2</a:t>
            </a:r>
          </a:p>
        </p:txBody>
      </p:sp>
      <p:cxnSp>
        <p:nvCxnSpPr>
          <p:cNvPr id="135" name="Straight Connector 134"/>
          <p:cNvCxnSpPr/>
          <p:nvPr/>
        </p:nvCxnSpPr>
        <p:spPr>
          <a:xfrm flipV="1">
            <a:off x="2715513" y="1618910"/>
            <a:ext cx="472678" cy="1190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6" name="TextBox 135"/>
          <p:cNvSpPr txBox="1">
            <a:spLocks noChangeArrowheads="1"/>
          </p:cNvSpPr>
          <p:nvPr/>
        </p:nvSpPr>
        <p:spPr bwMode="auto">
          <a:xfrm>
            <a:off x="7479203" y="3457236"/>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24</a:t>
            </a:r>
          </a:p>
        </p:txBody>
      </p:sp>
      <p:cxnSp>
        <p:nvCxnSpPr>
          <p:cNvPr id="137" name="Straight Connector 136"/>
          <p:cNvCxnSpPr/>
          <p:nvPr/>
        </p:nvCxnSpPr>
        <p:spPr>
          <a:xfrm flipV="1">
            <a:off x="3989481" y="3891813"/>
            <a:ext cx="35719" cy="37861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8" name="TextBox 137"/>
          <p:cNvSpPr txBox="1">
            <a:spLocks noChangeArrowheads="1"/>
          </p:cNvSpPr>
          <p:nvPr/>
        </p:nvSpPr>
        <p:spPr bwMode="auto">
          <a:xfrm>
            <a:off x="7487537" y="3692979"/>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80</a:t>
            </a:r>
          </a:p>
        </p:txBody>
      </p:sp>
      <p:cxnSp>
        <p:nvCxnSpPr>
          <p:cNvPr id="139" name="Straight Connector 138"/>
          <p:cNvCxnSpPr/>
          <p:nvPr/>
        </p:nvCxnSpPr>
        <p:spPr>
          <a:xfrm>
            <a:off x="2738134" y="1701063"/>
            <a:ext cx="102394" cy="112990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0" name="TextBox 139"/>
          <p:cNvSpPr txBox="1">
            <a:spLocks noChangeArrowheads="1"/>
          </p:cNvSpPr>
          <p:nvPr/>
        </p:nvSpPr>
        <p:spPr bwMode="auto">
          <a:xfrm>
            <a:off x="7394668" y="3898957"/>
            <a:ext cx="64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128</a:t>
            </a:r>
          </a:p>
        </p:txBody>
      </p:sp>
      <p:cxnSp>
        <p:nvCxnSpPr>
          <p:cNvPr id="141" name="Straight Connector 140"/>
          <p:cNvCxnSpPr/>
          <p:nvPr/>
        </p:nvCxnSpPr>
        <p:spPr>
          <a:xfrm>
            <a:off x="4344288" y="3254829"/>
            <a:ext cx="210740" cy="57745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2" name="TextBox 141"/>
          <p:cNvSpPr txBox="1">
            <a:spLocks noChangeArrowheads="1"/>
          </p:cNvSpPr>
          <p:nvPr/>
        </p:nvSpPr>
        <p:spPr bwMode="auto">
          <a:xfrm>
            <a:off x="7394668" y="4128748"/>
            <a:ext cx="64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16</a:t>
            </a:r>
          </a:p>
        </p:txBody>
      </p:sp>
      <p:cxnSp>
        <p:nvCxnSpPr>
          <p:cNvPr id="143" name="Straight Connector 142"/>
          <p:cNvCxnSpPr/>
          <p:nvPr/>
        </p:nvCxnSpPr>
        <p:spPr>
          <a:xfrm>
            <a:off x="1971371" y="1873704"/>
            <a:ext cx="353616" cy="6096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4" name="TextBox 143"/>
          <p:cNvSpPr txBox="1">
            <a:spLocks noChangeArrowheads="1"/>
          </p:cNvSpPr>
          <p:nvPr/>
        </p:nvSpPr>
        <p:spPr bwMode="auto">
          <a:xfrm>
            <a:off x="7404193" y="4375207"/>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81</a:t>
            </a:r>
          </a:p>
        </p:txBody>
      </p:sp>
      <p:cxnSp>
        <p:nvCxnSpPr>
          <p:cNvPr id="145" name="Straight Connector 144"/>
          <p:cNvCxnSpPr/>
          <p:nvPr/>
        </p:nvCxnSpPr>
        <p:spPr>
          <a:xfrm flipV="1">
            <a:off x="4019247" y="3821567"/>
            <a:ext cx="535781" cy="928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6" name="TextBox 145"/>
          <p:cNvSpPr txBox="1">
            <a:spLocks noChangeArrowheads="1"/>
          </p:cNvSpPr>
          <p:nvPr/>
        </p:nvSpPr>
        <p:spPr bwMode="auto">
          <a:xfrm>
            <a:off x="7417290" y="4570470"/>
            <a:ext cx="6429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500" b="1">
                <a:solidFill>
                  <a:srgbClr val="FF0000"/>
                </a:solidFill>
              </a:rPr>
              <a:t>= 51</a:t>
            </a:r>
          </a:p>
        </p:txBody>
      </p:sp>
      <p:cxnSp>
        <p:nvCxnSpPr>
          <p:cNvPr id="147" name="Straight Connector 146"/>
          <p:cNvCxnSpPr/>
          <p:nvPr/>
        </p:nvCxnSpPr>
        <p:spPr>
          <a:xfrm flipV="1">
            <a:off x="2388090" y="4143036"/>
            <a:ext cx="472679" cy="22026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8" name="Rectangle 147">
            <a:extLst>
              <a:ext uri="{FF2B5EF4-FFF2-40B4-BE49-F238E27FC236}">
                <a16:creationId xmlns:a16="http://schemas.microsoft.com/office/drawing/2014/main" id="{5C38C90C-5A54-4A8A-AB28-4524CF8DEC80}"/>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260633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wipe(down)">
                                      <p:cBhvr>
                                        <p:cTn id="11" dur="500"/>
                                        <p:tgtEl>
                                          <p:spTgt spid="7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73"/>
                                        </p:tgtEl>
                                        <p:attrNameLst>
                                          <p:attrName>style.visibility</p:attrName>
                                        </p:attrNameLst>
                                      </p:cBhvr>
                                      <p:to>
                                        <p:strVal val="visible"/>
                                      </p:to>
                                    </p:set>
                                    <p:animEffect transition="in" filter="wipe(down)">
                                      <p:cBhvr>
                                        <p:cTn id="20" dur="500"/>
                                        <p:tgtEl>
                                          <p:spTgt spid="7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75"/>
                                        </p:tgtEl>
                                        <p:attrNameLst>
                                          <p:attrName>style.visibility</p:attrName>
                                        </p:attrNameLst>
                                      </p:cBhvr>
                                      <p:to>
                                        <p:strVal val="visible"/>
                                      </p:to>
                                    </p:set>
                                    <p:animEffect transition="in" filter="wipe(down)">
                                      <p:cBhvr>
                                        <p:cTn id="29" dur="500"/>
                                        <p:tgtEl>
                                          <p:spTgt spid="75"/>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77"/>
                                        </p:tgtEl>
                                        <p:attrNameLst>
                                          <p:attrName>style.visibility</p:attrName>
                                        </p:attrNameLst>
                                      </p:cBhvr>
                                      <p:to>
                                        <p:strVal val="visible"/>
                                      </p:to>
                                    </p:set>
                                    <p:animEffect transition="in" filter="wipe(down)">
                                      <p:cBhvr>
                                        <p:cTn id="38" dur="500"/>
                                        <p:tgtEl>
                                          <p:spTgt spid="7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wipe(down)">
                                      <p:cBhvr>
                                        <p:cTn id="47" dur="500"/>
                                        <p:tgtEl>
                                          <p:spTgt spid="79"/>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81"/>
                                        </p:tgtEl>
                                        <p:attrNameLst>
                                          <p:attrName>style.visibility</p:attrName>
                                        </p:attrNameLst>
                                      </p:cBhvr>
                                      <p:to>
                                        <p:strVal val="visible"/>
                                      </p:to>
                                    </p:set>
                                    <p:animEffect transition="in" filter="wipe(down)">
                                      <p:cBhvr>
                                        <p:cTn id="56" dur="500"/>
                                        <p:tgtEl>
                                          <p:spTgt spid="81"/>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83"/>
                                        </p:tgtEl>
                                        <p:attrNameLst>
                                          <p:attrName>style.visibility</p:attrName>
                                        </p:attrNameLst>
                                      </p:cBhvr>
                                      <p:to>
                                        <p:strVal val="visible"/>
                                      </p:to>
                                    </p:set>
                                    <p:animEffect transition="in" filter="wipe(down)">
                                      <p:cBhvr>
                                        <p:cTn id="65" dur="500"/>
                                        <p:tgtEl>
                                          <p:spTgt spid="83"/>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8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85"/>
                                        </p:tgtEl>
                                        <p:attrNameLst>
                                          <p:attrName>style.visibility</p:attrName>
                                        </p:attrNameLst>
                                      </p:cBhvr>
                                      <p:to>
                                        <p:strVal val="visible"/>
                                      </p:to>
                                    </p:set>
                                    <p:animEffect transition="in" filter="wipe(down)">
                                      <p:cBhvr>
                                        <p:cTn id="74" dur="500"/>
                                        <p:tgtEl>
                                          <p:spTgt spid="8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87"/>
                                        </p:tgtEl>
                                        <p:attrNameLst>
                                          <p:attrName>style.visibility</p:attrName>
                                        </p:attrNameLst>
                                      </p:cBhvr>
                                      <p:to>
                                        <p:strVal val="visible"/>
                                      </p:to>
                                    </p:set>
                                    <p:animEffect transition="in" filter="wipe(down)">
                                      <p:cBhvr>
                                        <p:cTn id="83" dur="500"/>
                                        <p:tgtEl>
                                          <p:spTgt spid="87"/>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8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89"/>
                                        </p:tgtEl>
                                        <p:attrNameLst>
                                          <p:attrName>style.visibility</p:attrName>
                                        </p:attrNameLst>
                                      </p:cBhvr>
                                      <p:to>
                                        <p:strVal val="visible"/>
                                      </p:to>
                                    </p:set>
                                    <p:animEffect transition="in" filter="wipe(down)">
                                      <p:cBhvr>
                                        <p:cTn id="92" dur="500"/>
                                        <p:tgtEl>
                                          <p:spTgt spid="89"/>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9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nodeType="clickEffect">
                                  <p:stCondLst>
                                    <p:cond delay="0"/>
                                  </p:stCondLst>
                                  <p:childTnLst>
                                    <p:set>
                                      <p:cBhvr>
                                        <p:cTn id="100" dur="1" fill="hold">
                                          <p:stCondLst>
                                            <p:cond delay="0"/>
                                          </p:stCondLst>
                                        </p:cTn>
                                        <p:tgtEl>
                                          <p:spTgt spid="91"/>
                                        </p:tgtEl>
                                        <p:attrNameLst>
                                          <p:attrName>style.visibility</p:attrName>
                                        </p:attrNameLst>
                                      </p:cBhvr>
                                      <p:to>
                                        <p:strVal val="visible"/>
                                      </p:to>
                                    </p:set>
                                    <p:animEffect transition="in" filter="wipe(down)">
                                      <p:cBhvr>
                                        <p:cTn id="101" dur="500"/>
                                        <p:tgtEl>
                                          <p:spTgt spid="91"/>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92"/>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nodeType="clickEffect">
                                  <p:stCondLst>
                                    <p:cond delay="0"/>
                                  </p:stCondLst>
                                  <p:childTnLst>
                                    <p:set>
                                      <p:cBhvr>
                                        <p:cTn id="109" dur="1" fill="hold">
                                          <p:stCondLst>
                                            <p:cond delay="0"/>
                                          </p:stCondLst>
                                        </p:cTn>
                                        <p:tgtEl>
                                          <p:spTgt spid="93"/>
                                        </p:tgtEl>
                                        <p:attrNameLst>
                                          <p:attrName>style.visibility</p:attrName>
                                        </p:attrNameLst>
                                      </p:cBhvr>
                                      <p:to>
                                        <p:strVal val="visible"/>
                                      </p:to>
                                    </p:set>
                                    <p:animEffect transition="in" filter="wipe(down)">
                                      <p:cBhvr>
                                        <p:cTn id="110" dur="500"/>
                                        <p:tgtEl>
                                          <p:spTgt spid="93"/>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9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nodeType="clickEffect">
                                  <p:stCondLst>
                                    <p:cond delay="0"/>
                                  </p:stCondLst>
                                  <p:childTnLst>
                                    <p:set>
                                      <p:cBhvr>
                                        <p:cTn id="118" dur="1" fill="hold">
                                          <p:stCondLst>
                                            <p:cond delay="0"/>
                                          </p:stCondLst>
                                        </p:cTn>
                                        <p:tgtEl>
                                          <p:spTgt spid="95"/>
                                        </p:tgtEl>
                                        <p:attrNameLst>
                                          <p:attrName>style.visibility</p:attrName>
                                        </p:attrNameLst>
                                      </p:cBhvr>
                                      <p:to>
                                        <p:strVal val="visible"/>
                                      </p:to>
                                    </p:set>
                                    <p:animEffect transition="in" filter="wipe(down)">
                                      <p:cBhvr>
                                        <p:cTn id="119" dur="500"/>
                                        <p:tgtEl>
                                          <p:spTgt spid="95"/>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96"/>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97"/>
                                        </p:tgtEl>
                                        <p:attrNameLst>
                                          <p:attrName>style.visibility</p:attrName>
                                        </p:attrNameLst>
                                      </p:cBhvr>
                                      <p:to>
                                        <p:strVal val="visible"/>
                                      </p:to>
                                    </p:set>
                                    <p:animEffect transition="in" filter="wipe(down)">
                                      <p:cBhvr>
                                        <p:cTn id="128" dur="500"/>
                                        <p:tgtEl>
                                          <p:spTgt spid="97"/>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98"/>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nodeType="clickEffect">
                                  <p:stCondLst>
                                    <p:cond delay="0"/>
                                  </p:stCondLst>
                                  <p:childTnLst>
                                    <p:set>
                                      <p:cBhvr>
                                        <p:cTn id="136" dur="1" fill="hold">
                                          <p:stCondLst>
                                            <p:cond delay="0"/>
                                          </p:stCondLst>
                                        </p:cTn>
                                        <p:tgtEl>
                                          <p:spTgt spid="99"/>
                                        </p:tgtEl>
                                        <p:attrNameLst>
                                          <p:attrName>style.visibility</p:attrName>
                                        </p:attrNameLst>
                                      </p:cBhvr>
                                      <p:to>
                                        <p:strVal val="visible"/>
                                      </p:to>
                                    </p:set>
                                    <p:animEffect transition="in" filter="wipe(down)">
                                      <p:cBhvr>
                                        <p:cTn id="137" dur="500"/>
                                        <p:tgtEl>
                                          <p:spTgt spid="99"/>
                                        </p:tgtEl>
                                      </p:cBhvr>
                                    </p:animEffec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100"/>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22" presetClass="entr" presetSubtype="4" fill="hold" nodeType="clickEffect">
                                  <p:stCondLst>
                                    <p:cond delay="0"/>
                                  </p:stCondLst>
                                  <p:childTnLst>
                                    <p:set>
                                      <p:cBhvr>
                                        <p:cTn id="145" dur="1" fill="hold">
                                          <p:stCondLst>
                                            <p:cond delay="0"/>
                                          </p:stCondLst>
                                        </p:cTn>
                                        <p:tgtEl>
                                          <p:spTgt spid="101"/>
                                        </p:tgtEl>
                                        <p:attrNameLst>
                                          <p:attrName>style.visibility</p:attrName>
                                        </p:attrNameLst>
                                      </p:cBhvr>
                                      <p:to>
                                        <p:strVal val="visible"/>
                                      </p:to>
                                    </p:set>
                                    <p:animEffect transition="in" filter="wipe(down)">
                                      <p:cBhvr>
                                        <p:cTn id="146" dur="500"/>
                                        <p:tgtEl>
                                          <p:spTgt spid="101"/>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02"/>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nodeType="clickEffect">
                                  <p:stCondLst>
                                    <p:cond delay="0"/>
                                  </p:stCondLst>
                                  <p:childTnLst>
                                    <p:set>
                                      <p:cBhvr>
                                        <p:cTn id="154" dur="1" fill="hold">
                                          <p:stCondLst>
                                            <p:cond delay="0"/>
                                          </p:stCondLst>
                                        </p:cTn>
                                        <p:tgtEl>
                                          <p:spTgt spid="103"/>
                                        </p:tgtEl>
                                        <p:attrNameLst>
                                          <p:attrName>style.visibility</p:attrName>
                                        </p:attrNameLst>
                                      </p:cBhvr>
                                      <p:to>
                                        <p:strVal val="visible"/>
                                      </p:to>
                                    </p:set>
                                    <p:animEffect transition="in" filter="wipe(down)">
                                      <p:cBhvr>
                                        <p:cTn id="155" dur="500"/>
                                        <p:tgtEl>
                                          <p:spTgt spid="103"/>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104"/>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22" presetClass="entr" presetSubtype="4" fill="hold" nodeType="clickEffect">
                                  <p:stCondLst>
                                    <p:cond delay="0"/>
                                  </p:stCondLst>
                                  <p:childTnLst>
                                    <p:set>
                                      <p:cBhvr>
                                        <p:cTn id="163" dur="1" fill="hold">
                                          <p:stCondLst>
                                            <p:cond delay="0"/>
                                          </p:stCondLst>
                                        </p:cTn>
                                        <p:tgtEl>
                                          <p:spTgt spid="105"/>
                                        </p:tgtEl>
                                        <p:attrNameLst>
                                          <p:attrName>style.visibility</p:attrName>
                                        </p:attrNameLst>
                                      </p:cBhvr>
                                      <p:to>
                                        <p:strVal val="visible"/>
                                      </p:to>
                                    </p:set>
                                    <p:animEffect transition="in" filter="wipe(down)">
                                      <p:cBhvr>
                                        <p:cTn id="164" dur="500"/>
                                        <p:tgtEl>
                                          <p:spTgt spid="105"/>
                                        </p:tgtEl>
                                      </p:cBhvr>
                                    </p:animEffec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106"/>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22" presetClass="entr" presetSubtype="4" fill="hold" nodeType="clickEffect">
                                  <p:stCondLst>
                                    <p:cond delay="0"/>
                                  </p:stCondLst>
                                  <p:childTnLst>
                                    <p:set>
                                      <p:cBhvr>
                                        <p:cTn id="172" dur="1" fill="hold">
                                          <p:stCondLst>
                                            <p:cond delay="0"/>
                                          </p:stCondLst>
                                        </p:cTn>
                                        <p:tgtEl>
                                          <p:spTgt spid="107"/>
                                        </p:tgtEl>
                                        <p:attrNameLst>
                                          <p:attrName>style.visibility</p:attrName>
                                        </p:attrNameLst>
                                      </p:cBhvr>
                                      <p:to>
                                        <p:strVal val="visible"/>
                                      </p:to>
                                    </p:set>
                                    <p:animEffect transition="in" filter="wipe(down)">
                                      <p:cBhvr>
                                        <p:cTn id="173" dur="500"/>
                                        <p:tgtEl>
                                          <p:spTgt spid="107"/>
                                        </p:tgtEl>
                                      </p:cBhvr>
                                    </p:animEffec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108"/>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22" presetClass="entr" presetSubtype="4" fill="hold" nodeType="clickEffect">
                                  <p:stCondLst>
                                    <p:cond delay="0"/>
                                  </p:stCondLst>
                                  <p:childTnLst>
                                    <p:set>
                                      <p:cBhvr>
                                        <p:cTn id="181" dur="1" fill="hold">
                                          <p:stCondLst>
                                            <p:cond delay="0"/>
                                          </p:stCondLst>
                                        </p:cTn>
                                        <p:tgtEl>
                                          <p:spTgt spid="109"/>
                                        </p:tgtEl>
                                        <p:attrNameLst>
                                          <p:attrName>style.visibility</p:attrName>
                                        </p:attrNameLst>
                                      </p:cBhvr>
                                      <p:to>
                                        <p:strVal val="visible"/>
                                      </p:to>
                                    </p:set>
                                    <p:animEffect transition="in" filter="wipe(down)">
                                      <p:cBhvr>
                                        <p:cTn id="182" dur="500"/>
                                        <p:tgtEl>
                                          <p:spTgt spid="109"/>
                                        </p:tgtEl>
                                      </p:cBhvr>
                                    </p:animEffec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10"/>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22" presetClass="entr" presetSubtype="4" fill="hold" nodeType="clickEffect">
                                  <p:stCondLst>
                                    <p:cond delay="0"/>
                                  </p:stCondLst>
                                  <p:childTnLst>
                                    <p:set>
                                      <p:cBhvr>
                                        <p:cTn id="190" dur="1" fill="hold">
                                          <p:stCondLst>
                                            <p:cond delay="0"/>
                                          </p:stCondLst>
                                        </p:cTn>
                                        <p:tgtEl>
                                          <p:spTgt spid="111"/>
                                        </p:tgtEl>
                                        <p:attrNameLst>
                                          <p:attrName>style.visibility</p:attrName>
                                        </p:attrNameLst>
                                      </p:cBhvr>
                                      <p:to>
                                        <p:strVal val="visible"/>
                                      </p:to>
                                    </p:set>
                                    <p:animEffect transition="in" filter="wipe(down)">
                                      <p:cBhvr>
                                        <p:cTn id="191" dur="500"/>
                                        <p:tgtEl>
                                          <p:spTgt spid="111"/>
                                        </p:tgtEl>
                                      </p:cBhvr>
                                    </p:animEffec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0"/>
                                          </p:stCondLst>
                                        </p:cTn>
                                        <p:tgtEl>
                                          <p:spTgt spid="112"/>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22" presetClass="entr" presetSubtype="4" fill="hold" nodeType="clickEffect">
                                  <p:stCondLst>
                                    <p:cond delay="0"/>
                                  </p:stCondLst>
                                  <p:childTnLst>
                                    <p:set>
                                      <p:cBhvr>
                                        <p:cTn id="199" dur="1" fill="hold">
                                          <p:stCondLst>
                                            <p:cond delay="0"/>
                                          </p:stCondLst>
                                        </p:cTn>
                                        <p:tgtEl>
                                          <p:spTgt spid="113"/>
                                        </p:tgtEl>
                                        <p:attrNameLst>
                                          <p:attrName>style.visibility</p:attrName>
                                        </p:attrNameLst>
                                      </p:cBhvr>
                                      <p:to>
                                        <p:strVal val="visible"/>
                                      </p:to>
                                    </p:set>
                                    <p:animEffect transition="in" filter="wipe(down)">
                                      <p:cBhvr>
                                        <p:cTn id="200" dur="500"/>
                                        <p:tgtEl>
                                          <p:spTgt spid="113"/>
                                        </p:tgtEl>
                                      </p:cBhvr>
                                    </p:animEffec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114"/>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22" presetClass="entr" presetSubtype="4" fill="hold" nodeType="clickEffect">
                                  <p:stCondLst>
                                    <p:cond delay="0"/>
                                  </p:stCondLst>
                                  <p:childTnLst>
                                    <p:set>
                                      <p:cBhvr>
                                        <p:cTn id="208" dur="1" fill="hold">
                                          <p:stCondLst>
                                            <p:cond delay="0"/>
                                          </p:stCondLst>
                                        </p:cTn>
                                        <p:tgtEl>
                                          <p:spTgt spid="115"/>
                                        </p:tgtEl>
                                        <p:attrNameLst>
                                          <p:attrName>style.visibility</p:attrName>
                                        </p:attrNameLst>
                                      </p:cBhvr>
                                      <p:to>
                                        <p:strVal val="visible"/>
                                      </p:to>
                                    </p:set>
                                    <p:animEffect transition="in" filter="wipe(down)">
                                      <p:cBhvr>
                                        <p:cTn id="209" dur="500"/>
                                        <p:tgtEl>
                                          <p:spTgt spid="115"/>
                                        </p:tgtEl>
                                      </p:cBhvr>
                                    </p:animEffect>
                                  </p:childTnLst>
                                </p:cTn>
                              </p:par>
                            </p:childTnLst>
                          </p:cTn>
                        </p:par>
                      </p:childTnLst>
                    </p:cTn>
                  </p:par>
                  <p:par>
                    <p:cTn id="210" fill="hold">
                      <p:stCondLst>
                        <p:cond delay="indefinite"/>
                      </p:stCondLst>
                      <p:childTnLst>
                        <p:par>
                          <p:cTn id="211" fill="hold">
                            <p:stCondLst>
                              <p:cond delay="0"/>
                            </p:stCondLst>
                            <p:childTnLst>
                              <p:par>
                                <p:cTn id="212" presetID="1" presetClass="entr" presetSubtype="0" fill="hold" grpId="0" nodeType="clickEffect">
                                  <p:stCondLst>
                                    <p:cond delay="0"/>
                                  </p:stCondLst>
                                  <p:childTnLst>
                                    <p:set>
                                      <p:cBhvr>
                                        <p:cTn id="213" dur="1" fill="hold">
                                          <p:stCondLst>
                                            <p:cond delay="0"/>
                                          </p:stCondLst>
                                        </p:cTn>
                                        <p:tgtEl>
                                          <p:spTgt spid="116"/>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presetID="22" presetClass="entr" presetSubtype="4" fill="hold" nodeType="clickEffect">
                                  <p:stCondLst>
                                    <p:cond delay="0"/>
                                  </p:stCondLst>
                                  <p:childTnLst>
                                    <p:set>
                                      <p:cBhvr>
                                        <p:cTn id="217" dur="1" fill="hold">
                                          <p:stCondLst>
                                            <p:cond delay="0"/>
                                          </p:stCondLst>
                                        </p:cTn>
                                        <p:tgtEl>
                                          <p:spTgt spid="117"/>
                                        </p:tgtEl>
                                        <p:attrNameLst>
                                          <p:attrName>style.visibility</p:attrName>
                                        </p:attrNameLst>
                                      </p:cBhvr>
                                      <p:to>
                                        <p:strVal val="visible"/>
                                      </p:to>
                                    </p:set>
                                    <p:animEffect transition="in" filter="wipe(down)">
                                      <p:cBhvr>
                                        <p:cTn id="218" dur="500"/>
                                        <p:tgtEl>
                                          <p:spTgt spid="117"/>
                                        </p:tgtEl>
                                      </p:cBhvr>
                                    </p:animEffec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118"/>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22" presetClass="entr" presetSubtype="4" fill="hold" nodeType="clickEffect">
                                  <p:stCondLst>
                                    <p:cond delay="0"/>
                                  </p:stCondLst>
                                  <p:childTnLst>
                                    <p:set>
                                      <p:cBhvr>
                                        <p:cTn id="226" dur="1" fill="hold">
                                          <p:stCondLst>
                                            <p:cond delay="0"/>
                                          </p:stCondLst>
                                        </p:cTn>
                                        <p:tgtEl>
                                          <p:spTgt spid="119"/>
                                        </p:tgtEl>
                                        <p:attrNameLst>
                                          <p:attrName>style.visibility</p:attrName>
                                        </p:attrNameLst>
                                      </p:cBhvr>
                                      <p:to>
                                        <p:strVal val="visible"/>
                                      </p:to>
                                    </p:set>
                                    <p:animEffect transition="in" filter="wipe(down)">
                                      <p:cBhvr>
                                        <p:cTn id="227" dur="500"/>
                                        <p:tgtEl>
                                          <p:spTgt spid="119"/>
                                        </p:tgtEl>
                                      </p:cBhvr>
                                    </p:animEffect>
                                  </p:childTnLst>
                                </p:cTn>
                              </p:par>
                            </p:childTnLst>
                          </p:cTn>
                        </p:par>
                      </p:childTnLst>
                    </p:cTn>
                  </p:par>
                  <p:par>
                    <p:cTn id="228" fill="hold">
                      <p:stCondLst>
                        <p:cond delay="indefinite"/>
                      </p:stCondLst>
                      <p:childTnLst>
                        <p:par>
                          <p:cTn id="229" fill="hold">
                            <p:stCondLst>
                              <p:cond delay="0"/>
                            </p:stCondLst>
                            <p:childTnLst>
                              <p:par>
                                <p:cTn id="230" presetID="1" presetClass="entr" presetSubtype="0" fill="hold" grpId="0" nodeType="clickEffect">
                                  <p:stCondLst>
                                    <p:cond delay="0"/>
                                  </p:stCondLst>
                                  <p:childTnLst>
                                    <p:set>
                                      <p:cBhvr>
                                        <p:cTn id="231" dur="1" fill="hold">
                                          <p:stCondLst>
                                            <p:cond delay="0"/>
                                          </p:stCondLst>
                                        </p:cTn>
                                        <p:tgtEl>
                                          <p:spTgt spid="120"/>
                                        </p:tgtEl>
                                        <p:attrNameLst>
                                          <p:attrName>style.visibility</p:attrName>
                                        </p:attrNameLst>
                                      </p:cBhvr>
                                      <p:to>
                                        <p:strVal val="visible"/>
                                      </p:to>
                                    </p:set>
                                  </p:childTnLst>
                                </p:cTn>
                              </p:par>
                            </p:childTnLst>
                          </p:cTn>
                        </p:par>
                      </p:childTnLst>
                    </p:cTn>
                  </p:par>
                  <p:par>
                    <p:cTn id="232" fill="hold">
                      <p:stCondLst>
                        <p:cond delay="indefinite"/>
                      </p:stCondLst>
                      <p:childTnLst>
                        <p:par>
                          <p:cTn id="233" fill="hold">
                            <p:stCondLst>
                              <p:cond delay="0"/>
                            </p:stCondLst>
                            <p:childTnLst>
                              <p:par>
                                <p:cTn id="234" presetID="22" presetClass="entr" presetSubtype="4" fill="hold" nodeType="clickEffect">
                                  <p:stCondLst>
                                    <p:cond delay="0"/>
                                  </p:stCondLst>
                                  <p:childTnLst>
                                    <p:set>
                                      <p:cBhvr>
                                        <p:cTn id="235" dur="1" fill="hold">
                                          <p:stCondLst>
                                            <p:cond delay="0"/>
                                          </p:stCondLst>
                                        </p:cTn>
                                        <p:tgtEl>
                                          <p:spTgt spid="121"/>
                                        </p:tgtEl>
                                        <p:attrNameLst>
                                          <p:attrName>style.visibility</p:attrName>
                                        </p:attrNameLst>
                                      </p:cBhvr>
                                      <p:to>
                                        <p:strVal val="visible"/>
                                      </p:to>
                                    </p:set>
                                    <p:animEffect transition="in" filter="wipe(down)">
                                      <p:cBhvr>
                                        <p:cTn id="236" dur="500"/>
                                        <p:tgtEl>
                                          <p:spTgt spid="121"/>
                                        </p:tgtEl>
                                      </p:cBhvr>
                                    </p:animEffec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122"/>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22" presetClass="entr" presetSubtype="4" fill="hold" nodeType="clickEffect">
                                  <p:stCondLst>
                                    <p:cond delay="0"/>
                                  </p:stCondLst>
                                  <p:childTnLst>
                                    <p:set>
                                      <p:cBhvr>
                                        <p:cTn id="244" dur="1" fill="hold">
                                          <p:stCondLst>
                                            <p:cond delay="0"/>
                                          </p:stCondLst>
                                        </p:cTn>
                                        <p:tgtEl>
                                          <p:spTgt spid="123"/>
                                        </p:tgtEl>
                                        <p:attrNameLst>
                                          <p:attrName>style.visibility</p:attrName>
                                        </p:attrNameLst>
                                      </p:cBhvr>
                                      <p:to>
                                        <p:strVal val="visible"/>
                                      </p:to>
                                    </p:set>
                                    <p:animEffect transition="in" filter="wipe(down)">
                                      <p:cBhvr>
                                        <p:cTn id="245" dur="500"/>
                                        <p:tgtEl>
                                          <p:spTgt spid="123"/>
                                        </p:tgtEl>
                                      </p:cBhvr>
                                    </p:animEffect>
                                  </p:childTnLst>
                                </p:cTn>
                              </p:par>
                            </p:childTnLst>
                          </p:cTn>
                        </p:par>
                      </p:childTnLst>
                    </p:cTn>
                  </p:par>
                  <p:par>
                    <p:cTn id="246" fill="hold">
                      <p:stCondLst>
                        <p:cond delay="indefinite"/>
                      </p:stCondLst>
                      <p:childTnLst>
                        <p:par>
                          <p:cTn id="247" fill="hold">
                            <p:stCondLst>
                              <p:cond delay="0"/>
                            </p:stCondLst>
                            <p:childTnLst>
                              <p:par>
                                <p:cTn id="248" presetID="1" presetClass="entr" presetSubtype="0" fill="hold" grpId="0" nodeType="clickEffect">
                                  <p:stCondLst>
                                    <p:cond delay="0"/>
                                  </p:stCondLst>
                                  <p:childTnLst>
                                    <p:set>
                                      <p:cBhvr>
                                        <p:cTn id="249" dur="1" fill="hold">
                                          <p:stCondLst>
                                            <p:cond delay="0"/>
                                          </p:stCondLst>
                                        </p:cTn>
                                        <p:tgtEl>
                                          <p:spTgt spid="124"/>
                                        </p:tgtEl>
                                        <p:attrNameLst>
                                          <p:attrName>style.visibility</p:attrName>
                                        </p:attrNameLst>
                                      </p:cBhvr>
                                      <p:to>
                                        <p:strVal val="visible"/>
                                      </p:to>
                                    </p:set>
                                  </p:childTnLst>
                                </p:cTn>
                              </p:par>
                            </p:childTnLst>
                          </p:cTn>
                        </p:par>
                      </p:childTnLst>
                    </p:cTn>
                  </p:par>
                  <p:par>
                    <p:cTn id="250" fill="hold">
                      <p:stCondLst>
                        <p:cond delay="indefinite"/>
                      </p:stCondLst>
                      <p:childTnLst>
                        <p:par>
                          <p:cTn id="251" fill="hold">
                            <p:stCondLst>
                              <p:cond delay="0"/>
                            </p:stCondLst>
                            <p:childTnLst>
                              <p:par>
                                <p:cTn id="252" presetID="22" presetClass="entr" presetSubtype="4" fill="hold" nodeType="clickEffect">
                                  <p:stCondLst>
                                    <p:cond delay="0"/>
                                  </p:stCondLst>
                                  <p:childTnLst>
                                    <p:set>
                                      <p:cBhvr>
                                        <p:cTn id="253" dur="1" fill="hold">
                                          <p:stCondLst>
                                            <p:cond delay="0"/>
                                          </p:stCondLst>
                                        </p:cTn>
                                        <p:tgtEl>
                                          <p:spTgt spid="125"/>
                                        </p:tgtEl>
                                        <p:attrNameLst>
                                          <p:attrName>style.visibility</p:attrName>
                                        </p:attrNameLst>
                                      </p:cBhvr>
                                      <p:to>
                                        <p:strVal val="visible"/>
                                      </p:to>
                                    </p:set>
                                    <p:animEffect transition="in" filter="wipe(down)">
                                      <p:cBhvr>
                                        <p:cTn id="254" dur="500"/>
                                        <p:tgtEl>
                                          <p:spTgt spid="125"/>
                                        </p:tgtEl>
                                      </p:cBhvr>
                                    </p:animEffec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26"/>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22" presetClass="entr" presetSubtype="4" fill="hold" nodeType="clickEffect">
                                  <p:stCondLst>
                                    <p:cond delay="0"/>
                                  </p:stCondLst>
                                  <p:childTnLst>
                                    <p:set>
                                      <p:cBhvr>
                                        <p:cTn id="262" dur="1" fill="hold">
                                          <p:stCondLst>
                                            <p:cond delay="0"/>
                                          </p:stCondLst>
                                        </p:cTn>
                                        <p:tgtEl>
                                          <p:spTgt spid="127"/>
                                        </p:tgtEl>
                                        <p:attrNameLst>
                                          <p:attrName>style.visibility</p:attrName>
                                        </p:attrNameLst>
                                      </p:cBhvr>
                                      <p:to>
                                        <p:strVal val="visible"/>
                                      </p:to>
                                    </p:set>
                                    <p:animEffect transition="in" filter="wipe(down)">
                                      <p:cBhvr>
                                        <p:cTn id="263" dur="500"/>
                                        <p:tgtEl>
                                          <p:spTgt spid="127"/>
                                        </p:tgtEl>
                                      </p:cBhvr>
                                    </p:animEffect>
                                  </p:childTnLst>
                                </p:cTn>
                              </p:par>
                            </p:childTnLst>
                          </p:cTn>
                        </p:par>
                      </p:childTnLst>
                    </p:cTn>
                  </p:par>
                  <p:par>
                    <p:cTn id="264" fill="hold">
                      <p:stCondLst>
                        <p:cond delay="indefinite"/>
                      </p:stCondLst>
                      <p:childTnLst>
                        <p:par>
                          <p:cTn id="265" fill="hold">
                            <p:stCondLst>
                              <p:cond delay="0"/>
                            </p:stCondLst>
                            <p:childTnLst>
                              <p:par>
                                <p:cTn id="266" presetID="1" presetClass="entr" presetSubtype="0" fill="hold" grpId="0" nodeType="clickEffect">
                                  <p:stCondLst>
                                    <p:cond delay="0"/>
                                  </p:stCondLst>
                                  <p:childTnLst>
                                    <p:set>
                                      <p:cBhvr>
                                        <p:cTn id="267" dur="1" fill="hold">
                                          <p:stCondLst>
                                            <p:cond delay="0"/>
                                          </p:stCondLst>
                                        </p:cTn>
                                        <p:tgtEl>
                                          <p:spTgt spid="128"/>
                                        </p:tgtEl>
                                        <p:attrNameLst>
                                          <p:attrName>style.visibility</p:attrName>
                                        </p:attrNameLst>
                                      </p:cBhvr>
                                      <p:to>
                                        <p:strVal val="visible"/>
                                      </p:to>
                                    </p:set>
                                  </p:childTnLst>
                                </p:cTn>
                              </p:par>
                            </p:childTnLst>
                          </p:cTn>
                        </p:par>
                      </p:childTnLst>
                    </p:cTn>
                  </p:par>
                  <p:par>
                    <p:cTn id="268" fill="hold">
                      <p:stCondLst>
                        <p:cond delay="indefinite"/>
                      </p:stCondLst>
                      <p:childTnLst>
                        <p:par>
                          <p:cTn id="269" fill="hold">
                            <p:stCondLst>
                              <p:cond delay="0"/>
                            </p:stCondLst>
                            <p:childTnLst>
                              <p:par>
                                <p:cTn id="270" presetID="22" presetClass="entr" presetSubtype="4" fill="hold" nodeType="clickEffect">
                                  <p:stCondLst>
                                    <p:cond delay="0"/>
                                  </p:stCondLst>
                                  <p:childTnLst>
                                    <p:set>
                                      <p:cBhvr>
                                        <p:cTn id="271" dur="1" fill="hold">
                                          <p:stCondLst>
                                            <p:cond delay="0"/>
                                          </p:stCondLst>
                                        </p:cTn>
                                        <p:tgtEl>
                                          <p:spTgt spid="129"/>
                                        </p:tgtEl>
                                        <p:attrNameLst>
                                          <p:attrName>style.visibility</p:attrName>
                                        </p:attrNameLst>
                                      </p:cBhvr>
                                      <p:to>
                                        <p:strVal val="visible"/>
                                      </p:to>
                                    </p:set>
                                    <p:animEffect transition="in" filter="wipe(down)">
                                      <p:cBhvr>
                                        <p:cTn id="272" dur="500"/>
                                        <p:tgtEl>
                                          <p:spTgt spid="129"/>
                                        </p:tgtEl>
                                      </p:cBhvr>
                                    </p:animEffect>
                                  </p:childTnLst>
                                </p:cTn>
                              </p:par>
                            </p:childTnLst>
                          </p:cTn>
                        </p:par>
                      </p:childTnLst>
                    </p:cTn>
                  </p:par>
                  <p:par>
                    <p:cTn id="273" fill="hold">
                      <p:stCondLst>
                        <p:cond delay="indefinite"/>
                      </p:stCondLst>
                      <p:childTnLst>
                        <p:par>
                          <p:cTn id="274" fill="hold">
                            <p:stCondLst>
                              <p:cond delay="0"/>
                            </p:stCondLst>
                            <p:childTnLst>
                              <p:par>
                                <p:cTn id="275" presetID="1" presetClass="entr" presetSubtype="0" fill="hold" grpId="0" nodeType="clickEffect">
                                  <p:stCondLst>
                                    <p:cond delay="0"/>
                                  </p:stCondLst>
                                  <p:childTnLst>
                                    <p:set>
                                      <p:cBhvr>
                                        <p:cTn id="276" dur="1" fill="hold">
                                          <p:stCondLst>
                                            <p:cond delay="0"/>
                                          </p:stCondLst>
                                        </p:cTn>
                                        <p:tgtEl>
                                          <p:spTgt spid="130"/>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presetID="22" presetClass="entr" presetSubtype="4" fill="hold" nodeType="clickEffect">
                                  <p:stCondLst>
                                    <p:cond delay="0"/>
                                  </p:stCondLst>
                                  <p:childTnLst>
                                    <p:set>
                                      <p:cBhvr>
                                        <p:cTn id="280" dur="1" fill="hold">
                                          <p:stCondLst>
                                            <p:cond delay="0"/>
                                          </p:stCondLst>
                                        </p:cTn>
                                        <p:tgtEl>
                                          <p:spTgt spid="131"/>
                                        </p:tgtEl>
                                        <p:attrNameLst>
                                          <p:attrName>style.visibility</p:attrName>
                                        </p:attrNameLst>
                                      </p:cBhvr>
                                      <p:to>
                                        <p:strVal val="visible"/>
                                      </p:to>
                                    </p:set>
                                    <p:animEffect transition="in" filter="wipe(down)">
                                      <p:cBhvr>
                                        <p:cTn id="281" dur="500"/>
                                        <p:tgtEl>
                                          <p:spTgt spid="131"/>
                                        </p:tgtEl>
                                      </p:cBhvr>
                                    </p:animEffect>
                                  </p:childTnLst>
                                </p:cTn>
                              </p:par>
                            </p:childTnLst>
                          </p:cTn>
                        </p:par>
                      </p:childTnLst>
                    </p:cTn>
                  </p:par>
                  <p:par>
                    <p:cTn id="282" fill="hold">
                      <p:stCondLst>
                        <p:cond delay="indefinite"/>
                      </p:stCondLst>
                      <p:childTnLst>
                        <p:par>
                          <p:cTn id="283" fill="hold">
                            <p:stCondLst>
                              <p:cond delay="0"/>
                            </p:stCondLst>
                            <p:childTnLst>
                              <p:par>
                                <p:cTn id="284" presetID="1" presetClass="entr" presetSubtype="0" fill="hold" grpId="0" nodeType="clickEffect">
                                  <p:stCondLst>
                                    <p:cond delay="0"/>
                                  </p:stCondLst>
                                  <p:childTnLst>
                                    <p:set>
                                      <p:cBhvr>
                                        <p:cTn id="285" dur="1" fill="hold">
                                          <p:stCondLst>
                                            <p:cond delay="0"/>
                                          </p:stCondLst>
                                        </p:cTn>
                                        <p:tgtEl>
                                          <p:spTgt spid="132"/>
                                        </p:tgtEl>
                                        <p:attrNameLst>
                                          <p:attrName>style.visibility</p:attrName>
                                        </p:attrNameLst>
                                      </p:cBhvr>
                                      <p:to>
                                        <p:strVal val="visible"/>
                                      </p:to>
                                    </p:set>
                                  </p:childTnLst>
                                </p:cTn>
                              </p:par>
                            </p:childTnLst>
                          </p:cTn>
                        </p:par>
                      </p:childTnLst>
                    </p:cTn>
                  </p:par>
                  <p:par>
                    <p:cTn id="286" fill="hold">
                      <p:stCondLst>
                        <p:cond delay="indefinite"/>
                      </p:stCondLst>
                      <p:childTnLst>
                        <p:par>
                          <p:cTn id="287" fill="hold">
                            <p:stCondLst>
                              <p:cond delay="0"/>
                            </p:stCondLst>
                            <p:childTnLst>
                              <p:par>
                                <p:cTn id="288" presetID="22" presetClass="entr" presetSubtype="4" fill="hold" nodeType="clickEffect">
                                  <p:stCondLst>
                                    <p:cond delay="0"/>
                                  </p:stCondLst>
                                  <p:childTnLst>
                                    <p:set>
                                      <p:cBhvr>
                                        <p:cTn id="289" dur="1" fill="hold">
                                          <p:stCondLst>
                                            <p:cond delay="0"/>
                                          </p:stCondLst>
                                        </p:cTn>
                                        <p:tgtEl>
                                          <p:spTgt spid="133"/>
                                        </p:tgtEl>
                                        <p:attrNameLst>
                                          <p:attrName>style.visibility</p:attrName>
                                        </p:attrNameLst>
                                      </p:cBhvr>
                                      <p:to>
                                        <p:strVal val="visible"/>
                                      </p:to>
                                    </p:set>
                                    <p:animEffect transition="in" filter="wipe(down)">
                                      <p:cBhvr>
                                        <p:cTn id="290" dur="500"/>
                                        <p:tgtEl>
                                          <p:spTgt spid="133"/>
                                        </p:tgtEl>
                                      </p:cBhvr>
                                    </p:animEffec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0" nodeType="clickEffect">
                                  <p:stCondLst>
                                    <p:cond delay="0"/>
                                  </p:stCondLst>
                                  <p:childTnLst>
                                    <p:set>
                                      <p:cBhvr>
                                        <p:cTn id="294" dur="1" fill="hold">
                                          <p:stCondLst>
                                            <p:cond delay="0"/>
                                          </p:stCondLst>
                                        </p:cTn>
                                        <p:tgtEl>
                                          <p:spTgt spid="134"/>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22" presetClass="entr" presetSubtype="4" fill="hold" nodeType="clickEffect">
                                  <p:stCondLst>
                                    <p:cond delay="0"/>
                                  </p:stCondLst>
                                  <p:childTnLst>
                                    <p:set>
                                      <p:cBhvr>
                                        <p:cTn id="298" dur="1" fill="hold">
                                          <p:stCondLst>
                                            <p:cond delay="0"/>
                                          </p:stCondLst>
                                        </p:cTn>
                                        <p:tgtEl>
                                          <p:spTgt spid="135"/>
                                        </p:tgtEl>
                                        <p:attrNameLst>
                                          <p:attrName>style.visibility</p:attrName>
                                        </p:attrNameLst>
                                      </p:cBhvr>
                                      <p:to>
                                        <p:strVal val="visible"/>
                                      </p:to>
                                    </p:set>
                                    <p:animEffect transition="in" filter="wipe(down)">
                                      <p:cBhvr>
                                        <p:cTn id="299" dur="500"/>
                                        <p:tgtEl>
                                          <p:spTgt spid="135"/>
                                        </p:tgtEl>
                                      </p:cBhvr>
                                    </p:animEffect>
                                  </p:childTnLst>
                                </p:cTn>
                              </p:par>
                            </p:childTnLst>
                          </p:cTn>
                        </p:par>
                      </p:childTnLst>
                    </p:cTn>
                  </p:par>
                  <p:par>
                    <p:cTn id="300" fill="hold">
                      <p:stCondLst>
                        <p:cond delay="indefinite"/>
                      </p:stCondLst>
                      <p:childTnLst>
                        <p:par>
                          <p:cTn id="301" fill="hold">
                            <p:stCondLst>
                              <p:cond delay="0"/>
                            </p:stCondLst>
                            <p:childTnLst>
                              <p:par>
                                <p:cTn id="302" presetID="1" presetClass="entr" presetSubtype="0" fill="hold" grpId="0" nodeType="clickEffect">
                                  <p:stCondLst>
                                    <p:cond delay="0"/>
                                  </p:stCondLst>
                                  <p:childTnLst>
                                    <p:set>
                                      <p:cBhvr>
                                        <p:cTn id="303" dur="1" fill="hold">
                                          <p:stCondLst>
                                            <p:cond delay="0"/>
                                          </p:stCondLst>
                                        </p:cTn>
                                        <p:tgtEl>
                                          <p:spTgt spid="136"/>
                                        </p:tgtEl>
                                        <p:attrNameLst>
                                          <p:attrName>style.visibility</p:attrName>
                                        </p:attrNameLst>
                                      </p:cBhvr>
                                      <p:to>
                                        <p:strVal val="visible"/>
                                      </p:to>
                                    </p:set>
                                  </p:childTnLst>
                                </p:cTn>
                              </p:par>
                            </p:childTnLst>
                          </p:cTn>
                        </p:par>
                      </p:childTnLst>
                    </p:cTn>
                  </p:par>
                  <p:par>
                    <p:cTn id="304" fill="hold">
                      <p:stCondLst>
                        <p:cond delay="indefinite"/>
                      </p:stCondLst>
                      <p:childTnLst>
                        <p:par>
                          <p:cTn id="305" fill="hold">
                            <p:stCondLst>
                              <p:cond delay="0"/>
                            </p:stCondLst>
                            <p:childTnLst>
                              <p:par>
                                <p:cTn id="306" presetID="22" presetClass="entr" presetSubtype="4" fill="hold" nodeType="clickEffect">
                                  <p:stCondLst>
                                    <p:cond delay="0"/>
                                  </p:stCondLst>
                                  <p:childTnLst>
                                    <p:set>
                                      <p:cBhvr>
                                        <p:cTn id="307" dur="1" fill="hold">
                                          <p:stCondLst>
                                            <p:cond delay="0"/>
                                          </p:stCondLst>
                                        </p:cTn>
                                        <p:tgtEl>
                                          <p:spTgt spid="137"/>
                                        </p:tgtEl>
                                        <p:attrNameLst>
                                          <p:attrName>style.visibility</p:attrName>
                                        </p:attrNameLst>
                                      </p:cBhvr>
                                      <p:to>
                                        <p:strVal val="visible"/>
                                      </p:to>
                                    </p:set>
                                    <p:animEffect transition="in" filter="wipe(down)">
                                      <p:cBhvr>
                                        <p:cTn id="308" dur="500"/>
                                        <p:tgtEl>
                                          <p:spTgt spid="137"/>
                                        </p:tgtEl>
                                      </p:cBhvr>
                                    </p:animEffect>
                                  </p:childTnLst>
                                </p:cTn>
                              </p:par>
                            </p:childTnLst>
                          </p:cTn>
                        </p:par>
                      </p:childTnLst>
                    </p:cTn>
                  </p:par>
                  <p:par>
                    <p:cTn id="309" fill="hold">
                      <p:stCondLst>
                        <p:cond delay="indefinite"/>
                      </p:stCondLst>
                      <p:childTnLst>
                        <p:par>
                          <p:cTn id="310" fill="hold">
                            <p:stCondLst>
                              <p:cond delay="0"/>
                            </p:stCondLst>
                            <p:childTnLst>
                              <p:par>
                                <p:cTn id="311" presetID="1" presetClass="entr" presetSubtype="0" fill="hold" grpId="0" nodeType="clickEffect">
                                  <p:stCondLst>
                                    <p:cond delay="0"/>
                                  </p:stCondLst>
                                  <p:childTnLst>
                                    <p:set>
                                      <p:cBhvr>
                                        <p:cTn id="312" dur="1" fill="hold">
                                          <p:stCondLst>
                                            <p:cond delay="0"/>
                                          </p:stCondLst>
                                        </p:cTn>
                                        <p:tgtEl>
                                          <p:spTgt spid="138"/>
                                        </p:tgtEl>
                                        <p:attrNameLst>
                                          <p:attrName>style.visibility</p:attrName>
                                        </p:attrNameLst>
                                      </p:cBhvr>
                                      <p:to>
                                        <p:strVal val="visible"/>
                                      </p:to>
                                    </p:set>
                                  </p:childTnLst>
                                </p:cTn>
                              </p:par>
                            </p:childTnLst>
                          </p:cTn>
                        </p:par>
                      </p:childTnLst>
                    </p:cTn>
                  </p:par>
                  <p:par>
                    <p:cTn id="313" fill="hold">
                      <p:stCondLst>
                        <p:cond delay="indefinite"/>
                      </p:stCondLst>
                      <p:childTnLst>
                        <p:par>
                          <p:cTn id="314" fill="hold">
                            <p:stCondLst>
                              <p:cond delay="0"/>
                            </p:stCondLst>
                            <p:childTnLst>
                              <p:par>
                                <p:cTn id="315" presetID="22" presetClass="entr" presetSubtype="4" fill="hold" nodeType="clickEffect">
                                  <p:stCondLst>
                                    <p:cond delay="0"/>
                                  </p:stCondLst>
                                  <p:childTnLst>
                                    <p:set>
                                      <p:cBhvr>
                                        <p:cTn id="316" dur="1" fill="hold">
                                          <p:stCondLst>
                                            <p:cond delay="0"/>
                                          </p:stCondLst>
                                        </p:cTn>
                                        <p:tgtEl>
                                          <p:spTgt spid="139"/>
                                        </p:tgtEl>
                                        <p:attrNameLst>
                                          <p:attrName>style.visibility</p:attrName>
                                        </p:attrNameLst>
                                      </p:cBhvr>
                                      <p:to>
                                        <p:strVal val="visible"/>
                                      </p:to>
                                    </p:set>
                                    <p:animEffect transition="in" filter="wipe(down)">
                                      <p:cBhvr>
                                        <p:cTn id="317" dur="500"/>
                                        <p:tgtEl>
                                          <p:spTgt spid="139"/>
                                        </p:tgtEl>
                                      </p:cBhvr>
                                    </p:animEffect>
                                  </p:childTnLst>
                                </p:cTn>
                              </p:par>
                            </p:childTnLst>
                          </p:cTn>
                        </p:par>
                      </p:childTnLst>
                    </p:cTn>
                  </p:par>
                  <p:par>
                    <p:cTn id="318" fill="hold">
                      <p:stCondLst>
                        <p:cond delay="indefinite"/>
                      </p:stCondLst>
                      <p:childTnLst>
                        <p:par>
                          <p:cTn id="319" fill="hold">
                            <p:stCondLst>
                              <p:cond delay="0"/>
                            </p:stCondLst>
                            <p:childTnLst>
                              <p:par>
                                <p:cTn id="320" presetID="1" presetClass="entr" presetSubtype="0" fill="hold" grpId="0" nodeType="clickEffect">
                                  <p:stCondLst>
                                    <p:cond delay="0"/>
                                  </p:stCondLst>
                                  <p:childTnLst>
                                    <p:set>
                                      <p:cBhvr>
                                        <p:cTn id="321" dur="1" fill="hold">
                                          <p:stCondLst>
                                            <p:cond delay="0"/>
                                          </p:stCondLst>
                                        </p:cTn>
                                        <p:tgtEl>
                                          <p:spTgt spid="140"/>
                                        </p:tgtEl>
                                        <p:attrNameLst>
                                          <p:attrName>style.visibility</p:attrName>
                                        </p:attrNameLst>
                                      </p:cBhvr>
                                      <p:to>
                                        <p:strVal val="visible"/>
                                      </p:to>
                                    </p:set>
                                  </p:childTnLst>
                                </p:cTn>
                              </p:par>
                            </p:childTnLst>
                          </p:cTn>
                        </p:par>
                      </p:childTnLst>
                    </p:cTn>
                  </p:par>
                  <p:par>
                    <p:cTn id="322" fill="hold">
                      <p:stCondLst>
                        <p:cond delay="indefinite"/>
                      </p:stCondLst>
                      <p:childTnLst>
                        <p:par>
                          <p:cTn id="323" fill="hold">
                            <p:stCondLst>
                              <p:cond delay="0"/>
                            </p:stCondLst>
                            <p:childTnLst>
                              <p:par>
                                <p:cTn id="324" presetID="22" presetClass="entr" presetSubtype="4" fill="hold" nodeType="clickEffect">
                                  <p:stCondLst>
                                    <p:cond delay="0"/>
                                  </p:stCondLst>
                                  <p:childTnLst>
                                    <p:set>
                                      <p:cBhvr>
                                        <p:cTn id="325" dur="1" fill="hold">
                                          <p:stCondLst>
                                            <p:cond delay="0"/>
                                          </p:stCondLst>
                                        </p:cTn>
                                        <p:tgtEl>
                                          <p:spTgt spid="141"/>
                                        </p:tgtEl>
                                        <p:attrNameLst>
                                          <p:attrName>style.visibility</p:attrName>
                                        </p:attrNameLst>
                                      </p:cBhvr>
                                      <p:to>
                                        <p:strVal val="visible"/>
                                      </p:to>
                                    </p:set>
                                    <p:animEffect transition="in" filter="wipe(down)">
                                      <p:cBhvr>
                                        <p:cTn id="326" dur="500"/>
                                        <p:tgtEl>
                                          <p:spTgt spid="141"/>
                                        </p:tgtEl>
                                      </p:cBhvr>
                                    </p:animEffec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grpId="0" nodeType="clickEffect">
                                  <p:stCondLst>
                                    <p:cond delay="0"/>
                                  </p:stCondLst>
                                  <p:childTnLst>
                                    <p:set>
                                      <p:cBhvr>
                                        <p:cTn id="330" dur="1" fill="hold">
                                          <p:stCondLst>
                                            <p:cond delay="0"/>
                                          </p:stCondLst>
                                        </p:cTn>
                                        <p:tgtEl>
                                          <p:spTgt spid="142"/>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22" presetClass="entr" presetSubtype="4" fill="hold" nodeType="clickEffect">
                                  <p:stCondLst>
                                    <p:cond delay="0"/>
                                  </p:stCondLst>
                                  <p:childTnLst>
                                    <p:set>
                                      <p:cBhvr>
                                        <p:cTn id="334" dur="1" fill="hold">
                                          <p:stCondLst>
                                            <p:cond delay="0"/>
                                          </p:stCondLst>
                                        </p:cTn>
                                        <p:tgtEl>
                                          <p:spTgt spid="143"/>
                                        </p:tgtEl>
                                        <p:attrNameLst>
                                          <p:attrName>style.visibility</p:attrName>
                                        </p:attrNameLst>
                                      </p:cBhvr>
                                      <p:to>
                                        <p:strVal val="visible"/>
                                      </p:to>
                                    </p:set>
                                    <p:animEffect transition="in" filter="wipe(down)">
                                      <p:cBhvr>
                                        <p:cTn id="335" dur="500"/>
                                        <p:tgtEl>
                                          <p:spTgt spid="143"/>
                                        </p:tgtEl>
                                      </p:cBhvr>
                                    </p:animEffect>
                                  </p:childTnLst>
                                </p:cTn>
                              </p:par>
                            </p:childTnLst>
                          </p:cTn>
                        </p:par>
                      </p:childTnLst>
                    </p:cTn>
                  </p:par>
                  <p:par>
                    <p:cTn id="336" fill="hold">
                      <p:stCondLst>
                        <p:cond delay="indefinite"/>
                      </p:stCondLst>
                      <p:childTnLst>
                        <p:par>
                          <p:cTn id="337" fill="hold">
                            <p:stCondLst>
                              <p:cond delay="0"/>
                            </p:stCondLst>
                            <p:childTnLst>
                              <p:par>
                                <p:cTn id="338" presetID="1" presetClass="entr" presetSubtype="0" fill="hold" grpId="0" nodeType="clickEffect">
                                  <p:stCondLst>
                                    <p:cond delay="0"/>
                                  </p:stCondLst>
                                  <p:childTnLst>
                                    <p:set>
                                      <p:cBhvr>
                                        <p:cTn id="339" dur="1" fill="hold">
                                          <p:stCondLst>
                                            <p:cond delay="0"/>
                                          </p:stCondLst>
                                        </p:cTn>
                                        <p:tgtEl>
                                          <p:spTgt spid="144"/>
                                        </p:tgtEl>
                                        <p:attrNameLst>
                                          <p:attrName>style.visibility</p:attrName>
                                        </p:attrNameLst>
                                      </p:cBhvr>
                                      <p:to>
                                        <p:strVal val="visible"/>
                                      </p:to>
                                    </p:set>
                                  </p:childTnLst>
                                </p:cTn>
                              </p:par>
                            </p:childTnLst>
                          </p:cTn>
                        </p:par>
                      </p:childTnLst>
                    </p:cTn>
                  </p:par>
                  <p:par>
                    <p:cTn id="340" fill="hold">
                      <p:stCondLst>
                        <p:cond delay="indefinite"/>
                      </p:stCondLst>
                      <p:childTnLst>
                        <p:par>
                          <p:cTn id="341" fill="hold">
                            <p:stCondLst>
                              <p:cond delay="0"/>
                            </p:stCondLst>
                            <p:childTnLst>
                              <p:par>
                                <p:cTn id="342" presetID="22" presetClass="entr" presetSubtype="4" fill="hold" nodeType="clickEffect">
                                  <p:stCondLst>
                                    <p:cond delay="0"/>
                                  </p:stCondLst>
                                  <p:childTnLst>
                                    <p:set>
                                      <p:cBhvr>
                                        <p:cTn id="343" dur="1" fill="hold">
                                          <p:stCondLst>
                                            <p:cond delay="0"/>
                                          </p:stCondLst>
                                        </p:cTn>
                                        <p:tgtEl>
                                          <p:spTgt spid="145"/>
                                        </p:tgtEl>
                                        <p:attrNameLst>
                                          <p:attrName>style.visibility</p:attrName>
                                        </p:attrNameLst>
                                      </p:cBhvr>
                                      <p:to>
                                        <p:strVal val="visible"/>
                                      </p:to>
                                    </p:set>
                                    <p:animEffect transition="in" filter="wipe(down)">
                                      <p:cBhvr>
                                        <p:cTn id="344" dur="500"/>
                                        <p:tgtEl>
                                          <p:spTgt spid="145"/>
                                        </p:tgtEl>
                                      </p:cBhvr>
                                    </p:animEffect>
                                  </p:childTnLst>
                                </p:cTn>
                              </p:par>
                            </p:childTnLst>
                          </p:cTn>
                        </p:par>
                      </p:childTnLst>
                    </p:cTn>
                  </p:par>
                  <p:par>
                    <p:cTn id="345" fill="hold">
                      <p:stCondLst>
                        <p:cond delay="indefinite"/>
                      </p:stCondLst>
                      <p:childTnLst>
                        <p:par>
                          <p:cTn id="346" fill="hold">
                            <p:stCondLst>
                              <p:cond delay="0"/>
                            </p:stCondLst>
                            <p:childTnLst>
                              <p:par>
                                <p:cTn id="347" presetID="1" presetClass="entr" presetSubtype="0" fill="hold" grpId="0" nodeType="clickEffect">
                                  <p:stCondLst>
                                    <p:cond delay="0"/>
                                  </p:stCondLst>
                                  <p:childTnLst>
                                    <p:set>
                                      <p:cBhvr>
                                        <p:cTn id="348" dur="1" fill="hold">
                                          <p:stCondLst>
                                            <p:cond delay="0"/>
                                          </p:stCondLst>
                                        </p:cTn>
                                        <p:tgtEl>
                                          <p:spTgt spid="146"/>
                                        </p:tgtEl>
                                        <p:attrNameLst>
                                          <p:attrName>style.visibility</p:attrName>
                                        </p:attrNameLst>
                                      </p:cBhvr>
                                      <p:to>
                                        <p:strVal val="visible"/>
                                      </p:to>
                                    </p:set>
                                  </p:childTnLst>
                                </p:cTn>
                              </p:par>
                            </p:childTnLst>
                          </p:cTn>
                        </p:par>
                      </p:childTnLst>
                    </p:cTn>
                  </p:par>
                  <p:par>
                    <p:cTn id="349" fill="hold">
                      <p:stCondLst>
                        <p:cond delay="indefinite"/>
                      </p:stCondLst>
                      <p:childTnLst>
                        <p:par>
                          <p:cTn id="350" fill="hold">
                            <p:stCondLst>
                              <p:cond delay="0"/>
                            </p:stCondLst>
                            <p:childTnLst>
                              <p:par>
                                <p:cTn id="351" presetID="22" presetClass="entr" presetSubtype="4" fill="hold" nodeType="clickEffect">
                                  <p:stCondLst>
                                    <p:cond delay="0"/>
                                  </p:stCondLst>
                                  <p:childTnLst>
                                    <p:set>
                                      <p:cBhvr>
                                        <p:cTn id="352" dur="1" fill="hold">
                                          <p:stCondLst>
                                            <p:cond delay="0"/>
                                          </p:stCondLst>
                                        </p:cTn>
                                        <p:tgtEl>
                                          <p:spTgt spid="147"/>
                                        </p:tgtEl>
                                        <p:attrNameLst>
                                          <p:attrName>style.visibility</p:attrName>
                                        </p:attrNameLst>
                                      </p:cBhvr>
                                      <p:to>
                                        <p:strVal val="visible"/>
                                      </p:to>
                                    </p:set>
                                    <p:animEffect transition="in" filter="wipe(down)">
                                      <p:cBhvr>
                                        <p:cTn id="353"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2" grpId="0"/>
      <p:bldP spid="74" grpId="0"/>
      <p:bldP spid="76" grpId="0"/>
      <p:bldP spid="78" grpId="0"/>
      <p:bldP spid="80" grpId="0"/>
      <p:bldP spid="82" grpId="0"/>
      <p:bldP spid="84" grpId="0"/>
      <p:bldP spid="86" grpId="0"/>
      <p:bldP spid="88" grpId="0"/>
      <p:bldP spid="90" grpId="0"/>
      <p:bldP spid="92" grpId="0"/>
      <p:bldP spid="94" grpId="0"/>
      <p:bldP spid="96" grpId="0"/>
      <p:bldP spid="98" grpId="0"/>
      <p:bldP spid="100" grpId="0"/>
      <p:bldP spid="102" grpId="0"/>
      <p:bldP spid="104" grpId="0"/>
      <p:bldP spid="106" grpId="0"/>
      <p:bldP spid="108" grpId="0"/>
      <p:bldP spid="110" grpId="0"/>
      <p:bldP spid="112" grpId="0"/>
      <p:bldP spid="114" grpId="0"/>
      <p:bldP spid="116" grpId="0"/>
      <p:bldP spid="118" grpId="0"/>
      <p:bldP spid="120" grpId="0"/>
      <p:bldP spid="122" grpId="0"/>
      <p:bldP spid="124" grpId="0"/>
      <p:bldP spid="126" grpId="0"/>
      <p:bldP spid="128" grpId="0"/>
      <p:bldP spid="130" grpId="0"/>
      <p:bldP spid="132" grpId="0"/>
      <p:bldP spid="134" grpId="0"/>
      <p:bldP spid="136" grpId="0"/>
      <p:bldP spid="138" grpId="0"/>
      <p:bldP spid="140" grpId="0"/>
      <p:bldP spid="142" grpId="0"/>
      <p:bldP spid="144" grpId="0"/>
      <p:bldP spid="14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GB" sz="1350" kern="1200" dirty="0">
                <a:solidFill>
                  <a:prstClr val="white"/>
                </a:solidFill>
                <a:latin typeface="Calibri"/>
              </a:rPr>
              <a:t>H</a:t>
            </a: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78303" y="357884"/>
            <a:ext cx="4381716"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Fluency and Understanding</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21" name="Rectangle 53"/>
          <p:cNvSpPr>
            <a:spLocks noChangeArrowheads="1"/>
          </p:cNvSpPr>
          <p:nvPr/>
        </p:nvSpPr>
        <p:spPr bwMode="auto">
          <a:xfrm>
            <a:off x="1264595" y="941782"/>
            <a:ext cx="1768078" cy="2486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tabLst>
                <a:tab pos="395288"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95288"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95288"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95288"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952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15% of £180 =</a:t>
            </a:r>
          </a:p>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15% of £400 =</a:t>
            </a:r>
          </a:p>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25% of £180 =</a:t>
            </a:r>
          </a:p>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25% of £420 =</a:t>
            </a:r>
          </a:p>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35% of £60 =</a:t>
            </a:r>
          </a:p>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35% of £80 =</a:t>
            </a:r>
          </a:p>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45% of £90 =</a:t>
            </a:r>
          </a:p>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65% of £40 =</a:t>
            </a:r>
          </a:p>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75% of £60 =</a:t>
            </a:r>
          </a:p>
          <a:p>
            <a:pPr eaLnBrk="1" hangingPunct="1">
              <a:lnSpc>
                <a:spcPct val="150000"/>
              </a:lnSpc>
              <a:buSzPts val="1400"/>
              <a:buFont typeface="Arial" panose="020B0604020202020204" pitchFamily="34" charset="0"/>
              <a:buAutoNum type="arabicParenR"/>
            </a:pPr>
            <a:r>
              <a:rPr lang="en-GB" altLang="en-US" sz="1050" dirty="0">
                <a:cs typeface="Times New Roman" panose="02020603050405020304" pitchFamily="18" charset="0"/>
              </a:rPr>
              <a:t>95% of £10 =</a:t>
            </a:r>
          </a:p>
        </p:txBody>
      </p:sp>
      <p:sp>
        <p:nvSpPr>
          <p:cNvPr id="24" name="Text Box 40"/>
          <p:cNvSpPr txBox="1">
            <a:spLocks noChangeArrowheads="1"/>
          </p:cNvSpPr>
          <p:nvPr/>
        </p:nvSpPr>
        <p:spPr bwMode="auto">
          <a:xfrm>
            <a:off x="1550814" y="595311"/>
            <a:ext cx="12727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800" b="1" u="sng" dirty="0">
                <a:solidFill>
                  <a:srgbClr val="FF0000"/>
                </a:solidFill>
              </a:rPr>
              <a:t>TASK 1</a:t>
            </a:r>
            <a:endParaRPr lang="en-US" altLang="en-US" sz="1800" b="1" u="sng" dirty="0">
              <a:solidFill>
                <a:srgbClr val="FF0000"/>
              </a:solidFill>
            </a:endParaRPr>
          </a:p>
        </p:txBody>
      </p:sp>
      <p:sp>
        <p:nvSpPr>
          <p:cNvPr id="56" name="TextBox 55"/>
          <p:cNvSpPr txBox="1">
            <a:spLocks noChangeArrowheads="1"/>
          </p:cNvSpPr>
          <p:nvPr/>
        </p:nvSpPr>
        <p:spPr bwMode="auto">
          <a:xfrm>
            <a:off x="2708822" y="1004886"/>
            <a:ext cx="4917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£27</a:t>
            </a:r>
          </a:p>
        </p:txBody>
      </p:sp>
      <p:sp>
        <p:nvSpPr>
          <p:cNvPr id="57" name="TextBox 56"/>
          <p:cNvSpPr txBox="1">
            <a:spLocks noChangeArrowheads="1"/>
          </p:cNvSpPr>
          <p:nvPr/>
        </p:nvSpPr>
        <p:spPr bwMode="auto">
          <a:xfrm>
            <a:off x="2688582" y="1308495"/>
            <a:ext cx="49172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£60</a:t>
            </a:r>
          </a:p>
        </p:txBody>
      </p:sp>
      <p:sp>
        <p:nvSpPr>
          <p:cNvPr id="58" name="TextBox 57"/>
          <p:cNvSpPr txBox="1">
            <a:spLocks noChangeArrowheads="1"/>
          </p:cNvSpPr>
          <p:nvPr/>
        </p:nvSpPr>
        <p:spPr bwMode="auto">
          <a:xfrm>
            <a:off x="2687391" y="1616867"/>
            <a:ext cx="49291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£45</a:t>
            </a:r>
          </a:p>
        </p:txBody>
      </p:sp>
      <p:sp>
        <p:nvSpPr>
          <p:cNvPr id="59" name="TextBox 58"/>
          <p:cNvSpPr txBox="1">
            <a:spLocks noChangeArrowheads="1"/>
          </p:cNvSpPr>
          <p:nvPr/>
        </p:nvSpPr>
        <p:spPr bwMode="auto">
          <a:xfrm>
            <a:off x="2671914" y="1925239"/>
            <a:ext cx="65841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£105</a:t>
            </a:r>
          </a:p>
        </p:txBody>
      </p:sp>
      <p:sp>
        <p:nvSpPr>
          <p:cNvPr id="60" name="TextBox 59"/>
          <p:cNvSpPr txBox="1">
            <a:spLocks noChangeArrowheads="1"/>
          </p:cNvSpPr>
          <p:nvPr/>
        </p:nvSpPr>
        <p:spPr bwMode="auto">
          <a:xfrm>
            <a:off x="2580235" y="2237183"/>
            <a:ext cx="49291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£21</a:t>
            </a:r>
          </a:p>
        </p:txBody>
      </p:sp>
      <p:sp>
        <p:nvSpPr>
          <p:cNvPr id="61" name="TextBox 60"/>
          <p:cNvSpPr txBox="1">
            <a:spLocks noChangeArrowheads="1"/>
          </p:cNvSpPr>
          <p:nvPr/>
        </p:nvSpPr>
        <p:spPr bwMode="auto">
          <a:xfrm>
            <a:off x="2569520" y="2541983"/>
            <a:ext cx="49172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£28</a:t>
            </a:r>
          </a:p>
        </p:txBody>
      </p:sp>
      <p:sp>
        <p:nvSpPr>
          <p:cNvPr id="62" name="TextBox 61"/>
          <p:cNvSpPr txBox="1">
            <a:spLocks noChangeArrowheads="1"/>
          </p:cNvSpPr>
          <p:nvPr/>
        </p:nvSpPr>
        <p:spPr bwMode="auto">
          <a:xfrm>
            <a:off x="2577854" y="2862261"/>
            <a:ext cx="77866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£40.50</a:t>
            </a:r>
          </a:p>
        </p:txBody>
      </p:sp>
      <p:sp>
        <p:nvSpPr>
          <p:cNvPr id="63" name="TextBox 62"/>
          <p:cNvSpPr txBox="1">
            <a:spLocks noChangeArrowheads="1"/>
          </p:cNvSpPr>
          <p:nvPr/>
        </p:nvSpPr>
        <p:spPr bwMode="auto">
          <a:xfrm>
            <a:off x="2568328" y="3168251"/>
            <a:ext cx="4917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£26</a:t>
            </a:r>
          </a:p>
        </p:txBody>
      </p:sp>
      <p:sp>
        <p:nvSpPr>
          <p:cNvPr id="64" name="TextBox 63"/>
          <p:cNvSpPr txBox="1">
            <a:spLocks noChangeArrowheads="1"/>
          </p:cNvSpPr>
          <p:nvPr/>
        </p:nvSpPr>
        <p:spPr bwMode="auto">
          <a:xfrm>
            <a:off x="2577854" y="3469480"/>
            <a:ext cx="49291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£45</a:t>
            </a:r>
          </a:p>
        </p:txBody>
      </p:sp>
      <p:sp>
        <p:nvSpPr>
          <p:cNvPr id="65" name="TextBox 64"/>
          <p:cNvSpPr txBox="1">
            <a:spLocks noChangeArrowheads="1"/>
          </p:cNvSpPr>
          <p:nvPr/>
        </p:nvSpPr>
        <p:spPr bwMode="auto">
          <a:xfrm>
            <a:off x="2568328" y="3783805"/>
            <a:ext cx="6060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FF0000"/>
                </a:solidFill>
              </a:rPr>
              <a:t>£9.50</a:t>
            </a:r>
          </a:p>
        </p:txBody>
      </p:sp>
      <p:sp>
        <p:nvSpPr>
          <p:cNvPr id="66" name="Rectangle 15"/>
          <p:cNvSpPr>
            <a:spLocks noChangeArrowheads="1"/>
          </p:cNvSpPr>
          <p:nvPr/>
        </p:nvSpPr>
        <p:spPr bwMode="auto">
          <a:xfrm>
            <a:off x="4457379" y="1062911"/>
            <a:ext cx="2169320" cy="2486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tabLst>
                <a:tab pos="395288"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95288"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95288"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95288"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952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95288" algn="l"/>
              </a:tabLs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28% of £200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63% of £500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19% of £400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37% of £80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82% of £54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51% of £40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4% of £90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23% of £6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15.5% of £420 =</a:t>
            </a:r>
          </a:p>
          <a:p>
            <a:pPr eaLnBrk="1" hangingPunct="1">
              <a:lnSpc>
                <a:spcPct val="150000"/>
              </a:lnSpc>
              <a:buSzPts val="1400"/>
              <a:buFont typeface="Arial" panose="020B0604020202020204" pitchFamily="34" charset="0"/>
              <a:buAutoNum type="arabicParenR"/>
            </a:pPr>
            <a:r>
              <a:rPr lang="en-GB" altLang="en-US" sz="1050">
                <a:cs typeface="Times New Roman" panose="02020603050405020304" pitchFamily="18" charset="0"/>
              </a:rPr>
              <a:t>17.5% of £390 = </a:t>
            </a:r>
          </a:p>
        </p:txBody>
      </p:sp>
      <p:sp>
        <p:nvSpPr>
          <p:cNvPr id="67" name="TextBox 66"/>
          <p:cNvSpPr txBox="1">
            <a:spLocks noChangeArrowheads="1"/>
          </p:cNvSpPr>
          <p:nvPr/>
        </p:nvSpPr>
        <p:spPr bwMode="auto">
          <a:xfrm>
            <a:off x="5884939" y="1123634"/>
            <a:ext cx="6060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£56</a:t>
            </a:r>
          </a:p>
        </p:txBody>
      </p:sp>
      <p:sp>
        <p:nvSpPr>
          <p:cNvPr id="68" name="TextBox 67"/>
          <p:cNvSpPr txBox="1">
            <a:spLocks noChangeArrowheads="1"/>
          </p:cNvSpPr>
          <p:nvPr/>
        </p:nvSpPr>
        <p:spPr bwMode="auto">
          <a:xfrm>
            <a:off x="5851601" y="1437959"/>
            <a:ext cx="6060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£315</a:t>
            </a:r>
          </a:p>
        </p:txBody>
      </p:sp>
      <p:sp>
        <p:nvSpPr>
          <p:cNvPr id="69" name="TextBox 68"/>
          <p:cNvSpPr txBox="1">
            <a:spLocks noChangeArrowheads="1"/>
          </p:cNvSpPr>
          <p:nvPr/>
        </p:nvSpPr>
        <p:spPr bwMode="auto">
          <a:xfrm>
            <a:off x="5894464" y="1758236"/>
            <a:ext cx="6060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£76</a:t>
            </a:r>
          </a:p>
        </p:txBody>
      </p:sp>
      <p:sp>
        <p:nvSpPr>
          <p:cNvPr id="70" name="TextBox 69"/>
          <p:cNvSpPr txBox="1">
            <a:spLocks noChangeArrowheads="1"/>
          </p:cNvSpPr>
          <p:nvPr/>
        </p:nvSpPr>
        <p:spPr bwMode="auto">
          <a:xfrm>
            <a:off x="5788499" y="2053511"/>
            <a:ext cx="70246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£29.60</a:t>
            </a:r>
          </a:p>
        </p:txBody>
      </p:sp>
      <p:sp>
        <p:nvSpPr>
          <p:cNvPr id="71" name="TextBox 70"/>
          <p:cNvSpPr txBox="1">
            <a:spLocks noChangeArrowheads="1"/>
          </p:cNvSpPr>
          <p:nvPr/>
        </p:nvSpPr>
        <p:spPr bwMode="auto">
          <a:xfrm>
            <a:off x="5777783" y="2358311"/>
            <a:ext cx="70366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£44.28</a:t>
            </a:r>
          </a:p>
        </p:txBody>
      </p:sp>
      <p:sp>
        <p:nvSpPr>
          <p:cNvPr id="72" name="TextBox 71"/>
          <p:cNvSpPr txBox="1">
            <a:spLocks noChangeArrowheads="1"/>
          </p:cNvSpPr>
          <p:nvPr/>
        </p:nvSpPr>
        <p:spPr bwMode="auto">
          <a:xfrm>
            <a:off x="5744445" y="2671446"/>
            <a:ext cx="71318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£20.40</a:t>
            </a:r>
          </a:p>
        </p:txBody>
      </p:sp>
      <p:sp>
        <p:nvSpPr>
          <p:cNvPr id="73" name="TextBox 72"/>
          <p:cNvSpPr txBox="1">
            <a:spLocks noChangeArrowheads="1"/>
          </p:cNvSpPr>
          <p:nvPr/>
        </p:nvSpPr>
        <p:spPr bwMode="auto">
          <a:xfrm>
            <a:off x="5695630" y="2972674"/>
            <a:ext cx="60721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£3.60</a:t>
            </a:r>
          </a:p>
        </p:txBody>
      </p:sp>
      <p:sp>
        <p:nvSpPr>
          <p:cNvPr id="74" name="TextBox 73"/>
          <p:cNvSpPr txBox="1">
            <a:spLocks noChangeArrowheads="1"/>
          </p:cNvSpPr>
          <p:nvPr/>
        </p:nvSpPr>
        <p:spPr bwMode="auto">
          <a:xfrm>
            <a:off x="5695630" y="3297715"/>
            <a:ext cx="60721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£1.38</a:t>
            </a:r>
          </a:p>
        </p:txBody>
      </p:sp>
      <p:sp>
        <p:nvSpPr>
          <p:cNvPr id="75" name="TextBox 74"/>
          <p:cNvSpPr txBox="1">
            <a:spLocks noChangeArrowheads="1"/>
          </p:cNvSpPr>
          <p:nvPr/>
        </p:nvSpPr>
        <p:spPr bwMode="auto">
          <a:xfrm>
            <a:off x="6020670" y="3603705"/>
            <a:ext cx="81676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£65.10</a:t>
            </a:r>
          </a:p>
        </p:txBody>
      </p:sp>
      <p:sp>
        <p:nvSpPr>
          <p:cNvPr id="76" name="TextBox 75"/>
          <p:cNvSpPr txBox="1">
            <a:spLocks noChangeArrowheads="1"/>
          </p:cNvSpPr>
          <p:nvPr/>
        </p:nvSpPr>
        <p:spPr bwMode="auto">
          <a:xfrm>
            <a:off x="6017099" y="3907315"/>
            <a:ext cx="81676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050" b="1">
                <a:solidFill>
                  <a:srgbClr val="7030A0"/>
                </a:solidFill>
              </a:rPr>
              <a:t>£68.25</a:t>
            </a:r>
          </a:p>
        </p:txBody>
      </p:sp>
      <p:sp>
        <p:nvSpPr>
          <p:cNvPr id="77" name="Text Box 40"/>
          <p:cNvSpPr txBox="1">
            <a:spLocks noChangeArrowheads="1"/>
          </p:cNvSpPr>
          <p:nvPr/>
        </p:nvSpPr>
        <p:spPr bwMode="auto">
          <a:xfrm>
            <a:off x="5141394" y="686675"/>
            <a:ext cx="12727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800" b="1" u="sng" dirty="0">
                <a:solidFill>
                  <a:schemeClr val="accent4"/>
                </a:solidFill>
              </a:rPr>
              <a:t>TASK 2</a:t>
            </a:r>
            <a:endParaRPr lang="en-US" altLang="en-US" sz="1800" b="1" u="sng" dirty="0">
              <a:solidFill>
                <a:schemeClr val="accent4"/>
              </a:solidFill>
            </a:endParaRPr>
          </a:p>
        </p:txBody>
      </p:sp>
      <p:sp>
        <p:nvSpPr>
          <p:cNvPr id="36" name="Rectangle 35">
            <a:extLst>
              <a:ext uri="{FF2B5EF4-FFF2-40B4-BE49-F238E27FC236}">
                <a16:creationId xmlns:a16="http://schemas.microsoft.com/office/drawing/2014/main" id="{4B9EAFA0-07E1-41C3-AEF7-DD33A8E35010}"/>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1723373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58" grpId="0"/>
      <p:bldP spid="59" grpId="0"/>
      <p:bldP spid="60" grpId="0"/>
      <p:bldP spid="61" grpId="0"/>
      <p:bldP spid="62" grpId="0"/>
      <p:bldP spid="63" grpId="0"/>
      <p:bldP spid="64" grpId="0"/>
      <p:bldP spid="65" grpId="0"/>
      <p:bldP spid="67" grpId="0"/>
      <p:bldP spid="68" grpId="0"/>
      <p:bldP spid="69" grpId="0"/>
      <p:bldP spid="70" grpId="0"/>
      <p:bldP spid="71" grpId="0"/>
      <p:bldP spid="72" grpId="0"/>
      <p:bldP spid="73" grpId="0"/>
      <p:bldP spid="74" grpId="0"/>
      <p:bldP spid="75" grpId="0"/>
      <p:bldP spid="7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GB" sz="1350" kern="1200" dirty="0">
                <a:solidFill>
                  <a:prstClr val="white"/>
                </a:solidFill>
                <a:latin typeface="Calibri"/>
              </a:rPr>
              <a:t>H</a:t>
            </a: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78303" y="357884"/>
            <a:ext cx="4240632"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Fluency and Understanding</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pic>
        <p:nvPicPr>
          <p:cNvPr id="36" name="Picture 1"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875498"/>
            <a:ext cx="3283744" cy="329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99385" y="875498"/>
            <a:ext cx="3212306" cy="329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37"/>
          <p:cNvSpPr txBox="1">
            <a:spLocks noChangeArrowheads="1"/>
          </p:cNvSpPr>
          <p:nvPr/>
        </p:nvSpPr>
        <p:spPr bwMode="auto">
          <a:xfrm>
            <a:off x="1198959" y="850495"/>
            <a:ext cx="21550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1</a:t>
            </a:r>
          </a:p>
        </p:txBody>
      </p:sp>
      <p:sp>
        <p:nvSpPr>
          <p:cNvPr id="39" name="TextBox 38"/>
          <p:cNvSpPr txBox="1">
            <a:spLocks noChangeArrowheads="1"/>
          </p:cNvSpPr>
          <p:nvPr/>
        </p:nvSpPr>
        <p:spPr bwMode="auto">
          <a:xfrm>
            <a:off x="1671638" y="851685"/>
            <a:ext cx="3917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6</a:t>
            </a:r>
          </a:p>
        </p:txBody>
      </p:sp>
      <p:sp>
        <p:nvSpPr>
          <p:cNvPr id="40" name="TextBox 39"/>
          <p:cNvSpPr txBox="1">
            <a:spLocks noChangeArrowheads="1"/>
          </p:cNvSpPr>
          <p:nvPr/>
        </p:nvSpPr>
        <p:spPr bwMode="auto">
          <a:xfrm>
            <a:off x="3562350" y="850495"/>
            <a:ext cx="21550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3</a:t>
            </a:r>
          </a:p>
        </p:txBody>
      </p:sp>
      <p:sp>
        <p:nvSpPr>
          <p:cNvPr id="41" name="TextBox 40"/>
          <p:cNvSpPr txBox="1">
            <a:spLocks noChangeArrowheads="1"/>
          </p:cNvSpPr>
          <p:nvPr/>
        </p:nvSpPr>
        <p:spPr bwMode="auto">
          <a:xfrm>
            <a:off x="4035028" y="851685"/>
            <a:ext cx="3917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8</a:t>
            </a:r>
          </a:p>
        </p:txBody>
      </p:sp>
      <p:sp>
        <p:nvSpPr>
          <p:cNvPr id="42" name="TextBox 41"/>
          <p:cNvSpPr txBox="1">
            <a:spLocks noChangeArrowheads="1"/>
          </p:cNvSpPr>
          <p:nvPr/>
        </p:nvSpPr>
        <p:spPr bwMode="auto">
          <a:xfrm>
            <a:off x="2156221" y="1330316"/>
            <a:ext cx="21550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3</a:t>
            </a:r>
          </a:p>
        </p:txBody>
      </p:sp>
      <p:sp>
        <p:nvSpPr>
          <p:cNvPr id="43" name="TextBox 42"/>
          <p:cNvSpPr txBox="1">
            <a:spLocks noChangeArrowheads="1"/>
          </p:cNvSpPr>
          <p:nvPr/>
        </p:nvSpPr>
        <p:spPr bwMode="auto">
          <a:xfrm>
            <a:off x="2628901" y="1332697"/>
            <a:ext cx="3917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3</a:t>
            </a:r>
          </a:p>
        </p:txBody>
      </p:sp>
      <p:sp>
        <p:nvSpPr>
          <p:cNvPr id="44" name="TextBox 43"/>
          <p:cNvSpPr txBox="1">
            <a:spLocks noChangeArrowheads="1"/>
          </p:cNvSpPr>
          <p:nvPr/>
        </p:nvSpPr>
        <p:spPr bwMode="auto">
          <a:xfrm>
            <a:off x="3076576" y="1329126"/>
            <a:ext cx="3917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0</a:t>
            </a:r>
          </a:p>
        </p:txBody>
      </p:sp>
      <p:sp>
        <p:nvSpPr>
          <p:cNvPr id="45" name="TextBox 44"/>
          <p:cNvSpPr txBox="1">
            <a:spLocks noChangeArrowheads="1"/>
          </p:cNvSpPr>
          <p:nvPr/>
        </p:nvSpPr>
        <p:spPr bwMode="auto">
          <a:xfrm>
            <a:off x="1206103" y="1777991"/>
            <a:ext cx="21669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9</a:t>
            </a:r>
          </a:p>
        </p:txBody>
      </p:sp>
      <p:sp>
        <p:nvSpPr>
          <p:cNvPr id="46" name="TextBox 45"/>
          <p:cNvSpPr txBox="1">
            <a:spLocks noChangeArrowheads="1"/>
          </p:cNvSpPr>
          <p:nvPr/>
        </p:nvSpPr>
        <p:spPr bwMode="auto">
          <a:xfrm>
            <a:off x="1678782" y="1780372"/>
            <a:ext cx="3917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1</a:t>
            </a:r>
          </a:p>
        </p:txBody>
      </p:sp>
      <p:sp>
        <p:nvSpPr>
          <p:cNvPr id="47" name="TextBox 46"/>
          <p:cNvSpPr txBox="1">
            <a:spLocks noChangeArrowheads="1"/>
          </p:cNvSpPr>
          <p:nvPr/>
        </p:nvSpPr>
        <p:spPr bwMode="auto">
          <a:xfrm>
            <a:off x="3567113" y="1789897"/>
            <a:ext cx="21669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4</a:t>
            </a:r>
          </a:p>
        </p:txBody>
      </p:sp>
      <p:sp>
        <p:nvSpPr>
          <p:cNvPr id="48" name="TextBox 47"/>
          <p:cNvSpPr txBox="1">
            <a:spLocks noChangeArrowheads="1"/>
          </p:cNvSpPr>
          <p:nvPr/>
        </p:nvSpPr>
        <p:spPr bwMode="auto">
          <a:xfrm>
            <a:off x="4039790" y="1791088"/>
            <a:ext cx="3917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9</a:t>
            </a:r>
          </a:p>
        </p:txBody>
      </p:sp>
      <p:sp>
        <p:nvSpPr>
          <p:cNvPr id="49" name="TextBox 48"/>
          <p:cNvSpPr txBox="1">
            <a:spLocks noChangeArrowheads="1"/>
          </p:cNvSpPr>
          <p:nvPr/>
        </p:nvSpPr>
        <p:spPr bwMode="auto">
          <a:xfrm>
            <a:off x="1693069" y="2261385"/>
            <a:ext cx="21550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9</a:t>
            </a:r>
          </a:p>
        </p:txBody>
      </p:sp>
      <p:sp>
        <p:nvSpPr>
          <p:cNvPr id="50" name="TextBox 49"/>
          <p:cNvSpPr txBox="1">
            <a:spLocks noChangeArrowheads="1"/>
          </p:cNvSpPr>
          <p:nvPr/>
        </p:nvSpPr>
        <p:spPr bwMode="auto">
          <a:xfrm>
            <a:off x="2144315" y="2253051"/>
            <a:ext cx="3917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8</a:t>
            </a:r>
          </a:p>
        </p:txBody>
      </p:sp>
      <p:sp>
        <p:nvSpPr>
          <p:cNvPr id="51" name="TextBox 50"/>
          <p:cNvSpPr txBox="1">
            <a:spLocks noChangeArrowheads="1"/>
          </p:cNvSpPr>
          <p:nvPr/>
        </p:nvSpPr>
        <p:spPr bwMode="auto">
          <a:xfrm>
            <a:off x="3086100" y="2263766"/>
            <a:ext cx="21669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6</a:t>
            </a:r>
          </a:p>
        </p:txBody>
      </p:sp>
      <p:sp>
        <p:nvSpPr>
          <p:cNvPr id="52" name="TextBox 51"/>
          <p:cNvSpPr txBox="1">
            <a:spLocks noChangeArrowheads="1"/>
          </p:cNvSpPr>
          <p:nvPr/>
        </p:nvSpPr>
        <p:spPr bwMode="auto">
          <a:xfrm>
            <a:off x="3558778" y="2264957"/>
            <a:ext cx="3917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0</a:t>
            </a:r>
          </a:p>
        </p:txBody>
      </p:sp>
      <p:sp>
        <p:nvSpPr>
          <p:cNvPr id="53" name="TextBox 52"/>
          <p:cNvSpPr txBox="1">
            <a:spLocks noChangeArrowheads="1"/>
          </p:cNvSpPr>
          <p:nvPr/>
        </p:nvSpPr>
        <p:spPr bwMode="auto">
          <a:xfrm>
            <a:off x="1198959" y="2726920"/>
            <a:ext cx="21550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1</a:t>
            </a:r>
          </a:p>
        </p:txBody>
      </p:sp>
      <p:sp>
        <p:nvSpPr>
          <p:cNvPr id="54" name="TextBox 53"/>
          <p:cNvSpPr txBox="1">
            <a:spLocks noChangeArrowheads="1"/>
          </p:cNvSpPr>
          <p:nvPr/>
        </p:nvSpPr>
        <p:spPr bwMode="auto">
          <a:xfrm>
            <a:off x="1671638" y="2729301"/>
            <a:ext cx="3917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2</a:t>
            </a:r>
          </a:p>
        </p:txBody>
      </p:sp>
      <p:sp>
        <p:nvSpPr>
          <p:cNvPr id="55" name="TextBox 54"/>
          <p:cNvSpPr txBox="1">
            <a:spLocks noChangeArrowheads="1"/>
          </p:cNvSpPr>
          <p:nvPr/>
        </p:nvSpPr>
        <p:spPr bwMode="auto">
          <a:xfrm>
            <a:off x="3562350" y="2726920"/>
            <a:ext cx="21550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1</a:t>
            </a:r>
          </a:p>
        </p:txBody>
      </p:sp>
      <p:sp>
        <p:nvSpPr>
          <p:cNvPr id="78" name="TextBox 77"/>
          <p:cNvSpPr txBox="1">
            <a:spLocks noChangeArrowheads="1"/>
          </p:cNvSpPr>
          <p:nvPr/>
        </p:nvSpPr>
        <p:spPr bwMode="auto">
          <a:xfrm>
            <a:off x="4035028" y="2729301"/>
            <a:ext cx="3917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6</a:t>
            </a:r>
          </a:p>
        </p:txBody>
      </p:sp>
      <p:sp>
        <p:nvSpPr>
          <p:cNvPr id="79" name="TextBox 78"/>
          <p:cNvSpPr txBox="1">
            <a:spLocks noChangeArrowheads="1"/>
          </p:cNvSpPr>
          <p:nvPr/>
        </p:nvSpPr>
        <p:spPr bwMode="auto">
          <a:xfrm>
            <a:off x="2168128" y="3216266"/>
            <a:ext cx="19645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1</a:t>
            </a:r>
          </a:p>
        </p:txBody>
      </p:sp>
      <p:sp>
        <p:nvSpPr>
          <p:cNvPr id="80" name="TextBox 79"/>
          <p:cNvSpPr txBox="1">
            <a:spLocks noChangeArrowheads="1"/>
          </p:cNvSpPr>
          <p:nvPr/>
        </p:nvSpPr>
        <p:spPr bwMode="auto">
          <a:xfrm>
            <a:off x="2638425" y="3218647"/>
            <a:ext cx="35599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9</a:t>
            </a:r>
          </a:p>
        </p:txBody>
      </p:sp>
      <p:sp>
        <p:nvSpPr>
          <p:cNvPr id="81" name="TextBox 80"/>
          <p:cNvSpPr txBox="1">
            <a:spLocks noChangeArrowheads="1"/>
          </p:cNvSpPr>
          <p:nvPr/>
        </p:nvSpPr>
        <p:spPr bwMode="auto">
          <a:xfrm>
            <a:off x="3095625" y="3224601"/>
            <a:ext cx="35599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8</a:t>
            </a:r>
          </a:p>
        </p:txBody>
      </p:sp>
      <p:sp>
        <p:nvSpPr>
          <p:cNvPr id="82" name="TextBox 81"/>
          <p:cNvSpPr txBox="1">
            <a:spLocks noChangeArrowheads="1"/>
          </p:cNvSpPr>
          <p:nvPr/>
        </p:nvSpPr>
        <p:spPr bwMode="auto">
          <a:xfrm>
            <a:off x="1216819" y="3655607"/>
            <a:ext cx="21550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6</a:t>
            </a:r>
          </a:p>
        </p:txBody>
      </p:sp>
      <p:sp>
        <p:nvSpPr>
          <p:cNvPr id="83" name="TextBox 82"/>
          <p:cNvSpPr txBox="1">
            <a:spLocks noChangeArrowheads="1"/>
          </p:cNvSpPr>
          <p:nvPr/>
        </p:nvSpPr>
        <p:spPr bwMode="auto">
          <a:xfrm>
            <a:off x="1669256" y="3656797"/>
            <a:ext cx="39052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5</a:t>
            </a:r>
          </a:p>
        </p:txBody>
      </p:sp>
      <p:sp>
        <p:nvSpPr>
          <p:cNvPr id="84" name="TextBox 83"/>
          <p:cNvSpPr txBox="1">
            <a:spLocks noChangeArrowheads="1"/>
          </p:cNvSpPr>
          <p:nvPr/>
        </p:nvSpPr>
        <p:spPr bwMode="auto">
          <a:xfrm>
            <a:off x="3571875" y="3656797"/>
            <a:ext cx="21669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6</a:t>
            </a:r>
          </a:p>
        </p:txBody>
      </p:sp>
      <p:sp>
        <p:nvSpPr>
          <p:cNvPr id="85" name="TextBox 84"/>
          <p:cNvSpPr txBox="1">
            <a:spLocks noChangeArrowheads="1"/>
          </p:cNvSpPr>
          <p:nvPr/>
        </p:nvSpPr>
        <p:spPr bwMode="auto">
          <a:xfrm>
            <a:off x="4044553" y="3659179"/>
            <a:ext cx="3917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2</a:t>
            </a:r>
          </a:p>
        </p:txBody>
      </p:sp>
      <p:sp>
        <p:nvSpPr>
          <p:cNvPr id="86" name="TextBox 85"/>
          <p:cNvSpPr txBox="1">
            <a:spLocks noChangeArrowheads="1"/>
          </p:cNvSpPr>
          <p:nvPr/>
        </p:nvSpPr>
        <p:spPr bwMode="auto">
          <a:xfrm>
            <a:off x="1206103" y="1311266"/>
            <a:ext cx="3917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2</a:t>
            </a:r>
          </a:p>
        </p:txBody>
      </p:sp>
      <p:sp>
        <p:nvSpPr>
          <p:cNvPr id="87" name="TextBox 86"/>
          <p:cNvSpPr txBox="1">
            <a:spLocks noChangeArrowheads="1"/>
          </p:cNvSpPr>
          <p:nvPr/>
        </p:nvSpPr>
        <p:spPr bwMode="auto">
          <a:xfrm>
            <a:off x="2613421" y="850495"/>
            <a:ext cx="21550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1</a:t>
            </a:r>
          </a:p>
        </p:txBody>
      </p:sp>
      <p:sp>
        <p:nvSpPr>
          <p:cNvPr id="88" name="TextBox 87"/>
          <p:cNvSpPr txBox="1">
            <a:spLocks noChangeArrowheads="1"/>
          </p:cNvSpPr>
          <p:nvPr/>
        </p:nvSpPr>
        <p:spPr bwMode="auto">
          <a:xfrm>
            <a:off x="4044553" y="1311266"/>
            <a:ext cx="21669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7</a:t>
            </a:r>
          </a:p>
        </p:txBody>
      </p:sp>
      <p:sp>
        <p:nvSpPr>
          <p:cNvPr id="89" name="TextBox 88"/>
          <p:cNvSpPr txBox="1">
            <a:spLocks noChangeArrowheads="1"/>
          </p:cNvSpPr>
          <p:nvPr/>
        </p:nvSpPr>
        <p:spPr bwMode="auto">
          <a:xfrm>
            <a:off x="1215628" y="3187691"/>
            <a:ext cx="3917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0</a:t>
            </a:r>
          </a:p>
        </p:txBody>
      </p:sp>
      <p:sp>
        <p:nvSpPr>
          <p:cNvPr id="90" name="TextBox 89"/>
          <p:cNvSpPr txBox="1">
            <a:spLocks noChangeArrowheads="1"/>
          </p:cNvSpPr>
          <p:nvPr/>
        </p:nvSpPr>
        <p:spPr bwMode="auto">
          <a:xfrm>
            <a:off x="4024313" y="3194835"/>
            <a:ext cx="3917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5</a:t>
            </a:r>
          </a:p>
        </p:txBody>
      </p:sp>
      <p:sp>
        <p:nvSpPr>
          <p:cNvPr id="91" name="TextBox 90"/>
          <p:cNvSpPr txBox="1">
            <a:spLocks noChangeArrowheads="1"/>
          </p:cNvSpPr>
          <p:nvPr/>
        </p:nvSpPr>
        <p:spPr bwMode="auto">
          <a:xfrm>
            <a:off x="2626519" y="3657988"/>
            <a:ext cx="35599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000" b="1">
                <a:solidFill>
                  <a:srgbClr val="7030A0"/>
                </a:solidFill>
              </a:rPr>
              <a:t>8</a:t>
            </a:r>
          </a:p>
        </p:txBody>
      </p:sp>
      <p:sp>
        <p:nvSpPr>
          <p:cNvPr id="56" name="Rectangle 55">
            <a:extLst>
              <a:ext uri="{FF2B5EF4-FFF2-40B4-BE49-F238E27FC236}">
                <a16:creationId xmlns:a16="http://schemas.microsoft.com/office/drawing/2014/main" id="{82A80540-91F3-4165-937D-6E0F29734C19}"/>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299268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8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8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78" grpId="0"/>
      <p:bldP spid="79" grpId="0"/>
      <p:bldP spid="80" grpId="0"/>
      <p:bldP spid="81" grpId="0"/>
      <p:bldP spid="82" grpId="0"/>
      <p:bldP spid="83" grpId="0"/>
      <p:bldP spid="84" grpId="0"/>
      <p:bldP spid="85" grpId="0"/>
      <p:bldP spid="86" grpId="0"/>
      <p:bldP spid="87" grpId="0"/>
      <p:bldP spid="88" grpId="0"/>
      <p:bldP spid="89" grpId="0"/>
      <p:bldP spid="90" grpId="0"/>
      <p:bldP spid="9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3628362" y="132454"/>
            <a:ext cx="1906928" cy="163286"/>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ounded Rectangle 16"/>
          <p:cNvSpPr/>
          <p:nvPr/>
        </p:nvSpPr>
        <p:spPr>
          <a:xfrm>
            <a:off x="2636032" y="443608"/>
            <a:ext cx="4421693" cy="348518"/>
          </a:xfrm>
          <a:prstGeom prst="roundRect">
            <a:avLst>
              <a:gd name="adj" fmla="val 21100"/>
            </a:avLst>
          </a:prstGeom>
          <a:solidFill>
            <a:srgbClr val="F8AB44"/>
          </a:solidFill>
          <a:ln w="9525" cap="flat" cmpd="sng" algn="ctr">
            <a:noFill/>
            <a:prstDash val="solid"/>
          </a:ln>
          <a:effectLst/>
        </p:spPr>
        <p:txBody>
          <a:bodyPr rtlCol="0" anchor="ctr"/>
          <a:lstStyle/>
          <a:p>
            <a:pPr algn="ctr">
              <a:defRPr/>
            </a:pPr>
            <a:r>
              <a:rPr lang="en-US" sz="2400" b="1" dirty="0">
                <a:solidFill>
                  <a:prstClr val="white"/>
                </a:solidFill>
              </a:rPr>
              <a:t>Fluency and Understanding</a:t>
            </a:r>
          </a:p>
        </p:txBody>
      </p:sp>
      <p:grpSp>
        <p:nvGrpSpPr>
          <p:cNvPr id="26" name="Group 25"/>
          <p:cNvGrpSpPr/>
          <p:nvPr/>
        </p:nvGrpSpPr>
        <p:grpSpPr>
          <a:xfrm>
            <a:off x="1264595" y="4824391"/>
            <a:ext cx="6647962" cy="169565"/>
            <a:chOff x="307571" y="6429187"/>
            <a:chExt cx="11563004" cy="224443"/>
          </a:xfrm>
        </p:grpSpPr>
        <p:sp>
          <p:nvSpPr>
            <p:cNvPr id="27" name="Rectangle 2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8" name="Rectangle 2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29" name="Rectangle 2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pic>
        <p:nvPicPr>
          <p:cNvPr id="5" name="Picture 4"/>
          <p:cNvPicPr>
            <a:picLocks noChangeAspect="1"/>
          </p:cNvPicPr>
          <p:nvPr/>
        </p:nvPicPr>
        <p:blipFill rotWithShape="1">
          <a:blip r:embed="rId3"/>
          <a:srcRect l="22956" t="6443" r="20041" b="3557"/>
          <a:stretch/>
        </p:blipFill>
        <p:spPr>
          <a:xfrm>
            <a:off x="1433689" y="1158459"/>
            <a:ext cx="1125404" cy="997517"/>
          </a:xfrm>
          <a:prstGeom prst="rect">
            <a:avLst/>
          </a:prstGeom>
        </p:spPr>
      </p:pic>
      <p:sp>
        <p:nvSpPr>
          <p:cNvPr id="4" name="Rectangle 3"/>
          <p:cNvSpPr/>
          <p:nvPr/>
        </p:nvSpPr>
        <p:spPr>
          <a:xfrm>
            <a:off x="2636033" y="1108260"/>
            <a:ext cx="4421694" cy="253916"/>
          </a:xfrm>
          <a:prstGeom prst="rect">
            <a:avLst/>
          </a:prstGeom>
        </p:spPr>
        <p:txBody>
          <a:bodyPr wrap="square">
            <a:spAutoFit/>
          </a:bodyPr>
          <a:lstStyle/>
          <a:p>
            <a:r>
              <a:rPr lang="en-GB" sz="1050" dirty="0">
                <a:hlinkClick r:id="rId4"/>
              </a:rPr>
              <a:t>https://play.kahoot.it/#/k/6abe7746-72e7-4a2c-9e43-49231dbf8fcf</a:t>
            </a:r>
            <a:r>
              <a:rPr lang="en-GB" sz="1050" dirty="0"/>
              <a:t> </a:t>
            </a:r>
          </a:p>
        </p:txBody>
      </p:sp>
      <p:sp>
        <p:nvSpPr>
          <p:cNvPr id="7" name="Rectangle 6"/>
          <p:cNvSpPr/>
          <p:nvPr/>
        </p:nvSpPr>
        <p:spPr>
          <a:xfrm>
            <a:off x="2823591" y="1923068"/>
            <a:ext cx="3429000" cy="415498"/>
          </a:xfrm>
          <a:prstGeom prst="rect">
            <a:avLst/>
          </a:prstGeom>
        </p:spPr>
        <p:txBody>
          <a:bodyPr>
            <a:spAutoFit/>
          </a:bodyPr>
          <a:lstStyle/>
          <a:p>
            <a:r>
              <a:rPr lang="en-GB" sz="1050" dirty="0">
                <a:hlinkClick r:id="rId5"/>
              </a:rPr>
              <a:t>https://play.kahoot.it/#/k/d52a93e9-b7cb-448a-ac15-a8ec3d745b4c</a:t>
            </a:r>
            <a:r>
              <a:rPr lang="en-GB" sz="1050" dirty="0"/>
              <a:t> </a:t>
            </a:r>
          </a:p>
        </p:txBody>
      </p:sp>
      <p:pic>
        <p:nvPicPr>
          <p:cNvPr id="15" name="Picture 29" descr="Screen Clippi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11303" y="2579733"/>
            <a:ext cx="2788444" cy="2025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27"/>
          <p:cNvSpPr>
            <a:spLocks noChangeArrowheads="1"/>
          </p:cNvSpPr>
          <p:nvPr/>
        </p:nvSpPr>
        <p:spPr bwMode="auto">
          <a:xfrm>
            <a:off x="1555300" y="3154770"/>
            <a:ext cx="2783681"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500" b="1" dirty="0">
                <a:solidFill>
                  <a:srgbClr val="002060"/>
                </a:solidFill>
                <a:hlinkClick r:id="rId7"/>
              </a:rPr>
              <a:t>http://www.mathplayground.com/balloon_invaders_percent.html</a:t>
            </a:r>
            <a:r>
              <a:rPr lang="en-US" altLang="en-US" sz="1050" b="1" dirty="0">
                <a:solidFill>
                  <a:srgbClr val="002060"/>
                </a:solidFill>
              </a:rPr>
              <a:t>  </a:t>
            </a:r>
          </a:p>
        </p:txBody>
      </p:sp>
      <p:sp>
        <p:nvSpPr>
          <p:cNvPr id="19" name="Rectangle 18">
            <a:extLst>
              <a:ext uri="{FF2B5EF4-FFF2-40B4-BE49-F238E27FC236}">
                <a16:creationId xmlns:a16="http://schemas.microsoft.com/office/drawing/2014/main" id="{61D3539A-14BD-4B37-AF62-B6F1AAD9142E}"/>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3278634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p:cNvSpPr/>
          <p:nvPr/>
        </p:nvSpPr>
        <p:spPr>
          <a:xfrm>
            <a:off x="1595775" y="965550"/>
            <a:ext cx="2911160" cy="1120147"/>
          </a:xfrm>
          <a:prstGeom prst="roundRect">
            <a:avLst>
              <a:gd name="adj" fmla="val 21100"/>
            </a:avLst>
          </a:prstGeom>
          <a:solidFill>
            <a:srgbClr val="FFFF00"/>
          </a:solidFill>
          <a:ln w="9525" cap="flat" cmpd="sng" algn="ctr">
            <a:solidFill>
              <a:srgbClr val="008000"/>
            </a:solidFill>
            <a:prstDash val="solid"/>
          </a:ln>
          <a:effectLst/>
        </p:spPr>
        <p:txBody>
          <a:bodyPr lIns="68483" tIns="34244" rIns="68483" bIns="34244" rtlCol="0" anchor="ctr"/>
          <a:lstStyle/>
          <a:p>
            <a:pPr algn="ctr" defTabSz="684877">
              <a:defRPr/>
            </a:pPr>
            <a:r>
              <a:rPr lang="en-US" sz="5400" b="1" dirty="0">
                <a:latin typeface="Calibri"/>
              </a:rPr>
              <a:t> </a:t>
            </a:r>
            <a:r>
              <a:rPr lang="en-US" sz="4200" b="1" dirty="0">
                <a:latin typeface="Calibri"/>
              </a:rPr>
              <a:t>25% of 200 </a:t>
            </a:r>
          </a:p>
        </p:txBody>
      </p:sp>
      <p:sp>
        <p:nvSpPr>
          <p:cNvPr id="12" name="Rounded Rectangle 11"/>
          <p:cNvSpPr/>
          <p:nvPr/>
        </p:nvSpPr>
        <p:spPr>
          <a:xfrm>
            <a:off x="1968653" y="276524"/>
            <a:ext cx="5076564" cy="585222"/>
          </a:xfrm>
          <a:prstGeom prst="roundRect">
            <a:avLst>
              <a:gd name="adj" fmla="val 21100"/>
            </a:avLst>
          </a:prstGeom>
          <a:solidFill>
            <a:srgbClr val="8ED05F"/>
          </a:solidFill>
          <a:ln w="9525" cap="flat" cmpd="sng" algn="ctr">
            <a:solidFill>
              <a:srgbClr val="008000"/>
            </a:solidFill>
            <a:prstDash val="solid"/>
          </a:ln>
          <a:effectLst/>
        </p:spPr>
        <p:txBody>
          <a:bodyPr lIns="68483" tIns="34244" rIns="68483" bIns="34244" rtlCol="0" anchor="ctr"/>
          <a:lstStyle/>
          <a:p>
            <a:pPr algn="ctr" defTabSz="684877">
              <a:defRPr/>
            </a:pPr>
            <a:r>
              <a:rPr lang="en-US" sz="3600" b="1" dirty="0">
                <a:solidFill>
                  <a:prstClr val="white"/>
                </a:solidFill>
                <a:latin typeface="Calibri"/>
              </a:rPr>
              <a:t>Which is the biggest?</a:t>
            </a:r>
          </a:p>
        </p:txBody>
      </p:sp>
      <p:sp>
        <p:nvSpPr>
          <p:cNvPr id="14" name="Rounded Rectangle 13"/>
          <p:cNvSpPr/>
          <p:nvPr/>
        </p:nvSpPr>
        <p:spPr>
          <a:xfrm>
            <a:off x="1595775" y="2100253"/>
            <a:ext cx="2911160" cy="1120590"/>
          </a:xfrm>
          <a:prstGeom prst="roundRect">
            <a:avLst>
              <a:gd name="adj" fmla="val 21100"/>
            </a:avLst>
          </a:prstGeom>
          <a:solidFill>
            <a:srgbClr val="8ED05F"/>
          </a:solidFill>
          <a:ln w="9525" cap="flat" cmpd="sng" algn="ctr">
            <a:solidFill>
              <a:srgbClr val="008000"/>
            </a:solidFill>
            <a:prstDash val="solid"/>
          </a:ln>
          <a:effectLst/>
        </p:spPr>
        <p:txBody>
          <a:bodyPr lIns="68483" tIns="34244" rIns="68483" bIns="34244" rtlCol="0" anchor="ctr"/>
          <a:lstStyle/>
          <a:p>
            <a:pPr algn="ctr" defTabSz="684877">
              <a:defRPr/>
            </a:pPr>
            <a:r>
              <a:rPr lang="en-US" sz="4500" b="1" dirty="0">
                <a:latin typeface="Calibri"/>
              </a:rPr>
              <a:t>12% of 400</a:t>
            </a:r>
          </a:p>
        </p:txBody>
      </p:sp>
      <p:sp>
        <p:nvSpPr>
          <p:cNvPr id="15" name="Rounded Rectangle 14"/>
          <p:cNvSpPr/>
          <p:nvPr/>
        </p:nvSpPr>
        <p:spPr>
          <a:xfrm>
            <a:off x="4506935" y="980106"/>
            <a:ext cx="2911160" cy="1105591"/>
          </a:xfrm>
          <a:prstGeom prst="roundRect">
            <a:avLst>
              <a:gd name="adj" fmla="val 21100"/>
            </a:avLst>
          </a:prstGeom>
          <a:solidFill>
            <a:srgbClr val="FF0000"/>
          </a:solidFill>
          <a:ln w="9525" cap="flat" cmpd="sng" algn="ctr">
            <a:solidFill>
              <a:srgbClr val="008000"/>
            </a:solidFill>
            <a:prstDash val="solid"/>
          </a:ln>
          <a:effectLst/>
        </p:spPr>
        <p:txBody>
          <a:bodyPr lIns="68483" tIns="34244" rIns="68483" bIns="34244" rtlCol="0" anchor="ctr"/>
          <a:lstStyle/>
          <a:p>
            <a:pPr algn="ctr" defTabSz="684877">
              <a:defRPr/>
            </a:pPr>
            <a:r>
              <a:rPr lang="en-US" sz="4500" b="1" dirty="0">
                <a:latin typeface="Calibri"/>
              </a:rPr>
              <a:t>30% of 150</a:t>
            </a:r>
          </a:p>
        </p:txBody>
      </p:sp>
      <p:sp>
        <p:nvSpPr>
          <p:cNvPr id="16" name="Rounded Rectangle 15"/>
          <p:cNvSpPr/>
          <p:nvPr/>
        </p:nvSpPr>
        <p:spPr>
          <a:xfrm>
            <a:off x="4505014" y="2097783"/>
            <a:ext cx="2911160" cy="1137617"/>
          </a:xfrm>
          <a:prstGeom prst="roundRect">
            <a:avLst>
              <a:gd name="adj" fmla="val 21100"/>
            </a:avLst>
          </a:prstGeom>
          <a:solidFill>
            <a:srgbClr val="FFC000"/>
          </a:solidFill>
          <a:ln w="9525" cap="flat" cmpd="sng" algn="ctr">
            <a:solidFill>
              <a:srgbClr val="008000"/>
            </a:solidFill>
            <a:prstDash val="solid"/>
          </a:ln>
          <a:effectLst/>
        </p:spPr>
        <p:txBody>
          <a:bodyPr lIns="68483" tIns="34244" rIns="68483" bIns="34244" rtlCol="0" anchor="ctr"/>
          <a:lstStyle/>
          <a:p>
            <a:pPr algn="ctr" defTabSz="684877">
              <a:defRPr/>
            </a:pPr>
            <a:r>
              <a:rPr lang="en-US" sz="4500" b="1" dirty="0">
                <a:latin typeface="Calibri"/>
              </a:rPr>
              <a:t>10% of 480</a:t>
            </a:r>
          </a:p>
        </p:txBody>
      </p:sp>
      <p:sp>
        <p:nvSpPr>
          <p:cNvPr id="7" name="Rounded Rectangle 6"/>
          <p:cNvSpPr/>
          <p:nvPr/>
        </p:nvSpPr>
        <p:spPr>
          <a:xfrm>
            <a:off x="4503094" y="3220843"/>
            <a:ext cx="2911160" cy="1118861"/>
          </a:xfrm>
          <a:prstGeom prst="roundRect">
            <a:avLst>
              <a:gd name="adj" fmla="val 21100"/>
            </a:avLst>
          </a:prstGeom>
          <a:solidFill>
            <a:srgbClr val="E85ED8"/>
          </a:solidFill>
          <a:ln w="9525" cap="flat" cmpd="sng" algn="ctr">
            <a:solidFill>
              <a:srgbClr val="008000"/>
            </a:solidFill>
            <a:prstDash val="solid"/>
          </a:ln>
          <a:effectLst/>
        </p:spPr>
        <p:txBody>
          <a:bodyPr lIns="68483" tIns="34244" rIns="68483" bIns="34244" rtlCol="0" anchor="ctr"/>
          <a:lstStyle/>
          <a:p>
            <a:pPr algn="ctr" defTabSz="684877">
              <a:defRPr/>
            </a:pPr>
            <a:r>
              <a:rPr lang="en-US" sz="3750" b="1" dirty="0">
                <a:latin typeface="Calibri"/>
              </a:rPr>
              <a:t>24.5% of 200</a:t>
            </a:r>
          </a:p>
        </p:txBody>
      </p:sp>
      <p:sp>
        <p:nvSpPr>
          <p:cNvPr id="8" name="Rounded Rectangle 7"/>
          <p:cNvSpPr/>
          <p:nvPr/>
        </p:nvSpPr>
        <p:spPr>
          <a:xfrm>
            <a:off x="1593854" y="3223313"/>
            <a:ext cx="2911160" cy="1103121"/>
          </a:xfrm>
          <a:prstGeom prst="roundRect">
            <a:avLst>
              <a:gd name="adj" fmla="val 21100"/>
            </a:avLst>
          </a:prstGeom>
          <a:solidFill>
            <a:schemeClr val="accent1">
              <a:lumMod val="60000"/>
              <a:lumOff val="40000"/>
            </a:schemeClr>
          </a:solidFill>
          <a:ln w="9525" cap="flat" cmpd="sng" algn="ctr">
            <a:solidFill>
              <a:srgbClr val="008000"/>
            </a:solidFill>
            <a:prstDash val="solid"/>
          </a:ln>
          <a:effectLst/>
        </p:spPr>
        <p:txBody>
          <a:bodyPr lIns="68483" tIns="34244" rIns="68483" bIns="34244" rtlCol="0" anchor="ctr"/>
          <a:lstStyle/>
          <a:p>
            <a:pPr algn="ctr" defTabSz="684877">
              <a:defRPr/>
            </a:pPr>
            <a:r>
              <a:rPr lang="en-US" sz="4500" b="1" dirty="0">
                <a:latin typeface="Calibri"/>
              </a:rPr>
              <a:t>50% of 94</a:t>
            </a:r>
          </a:p>
        </p:txBody>
      </p:sp>
      <p:sp>
        <p:nvSpPr>
          <p:cNvPr id="9" name="Rectangle 8"/>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1" name="Rectangle 10"/>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nvGrpSpPr>
          <p:cNvPr id="13" name="Group 12"/>
          <p:cNvGrpSpPr/>
          <p:nvPr/>
        </p:nvGrpSpPr>
        <p:grpSpPr>
          <a:xfrm>
            <a:off x="1264595" y="4824391"/>
            <a:ext cx="6647962" cy="169565"/>
            <a:chOff x="307571" y="6429187"/>
            <a:chExt cx="11563004" cy="224443"/>
          </a:xfrm>
        </p:grpSpPr>
        <p:sp>
          <p:nvSpPr>
            <p:cNvPr id="17" name="Rectangle 16"/>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8" name="Rectangle 17"/>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9" name="Rectangle 18"/>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22" name="Rectangle 21">
            <a:extLst>
              <a:ext uri="{FF2B5EF4-FFF2-40B4-BE49-F238E27FC236}">
                <a16:creationId xmlns:a16="http://schemas.microsoft.com/office/drawing/2014/main" id="{774BCB3B-27AA-4AD7-AD5B-01769C8DBBF2}"/>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4157368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2033718" y="249493"/>
            <a:ext cx="5076564" cy="345983"/>
          </a:xfrm>
          <a:prstGeom prst="roundRect">
            <a:avLst>
              <a:gd name="adj" fmla="val 21100"/>
            </a:avLst>
          </a:prstGeom>
          <a:solidFill>
            <a:srgbClr val="8ED05F"/>
          </a:solidFill>
          <a:ln w="9525" cap="flat" cmpd="sng" algn="ctr">
            <a:solidFill>
              <a:srgbClr val="008000"/>
            </a:solidFill>
            <a:prstDash val="solid"/>
          </a:ln>
          <a:effectLst/>
        </p:spPr>
        <p:txBody>
          <a:bodyPr rtlCol="0" anchor="ctr"/>
          <a:lstStyle/>
          <a:p>
            <a:pPr algn="ctr" defTabSz="685800">
              <a:buClrTx/>
              <a:defRPr/>
            </a:pPr>
            <a:r>
              <a:rPr lang="en-US" sz="2400" b="1" dirty="0">
                <a:solidFill>
                  <a:prstClr val="white"/>
                </a:solidFill>
                <a:latin typeface="Calibri"/>
              </a:rPr>
              <a:t>Problem Solving Task</a:t>
            </a:r>
          </a:p>
        </p:txBody>
      </p:sp>
      <p:sp>
        <p:nvSpPr>
          <p:cNvPr id="5" name="Content Placeholder 4"/>
          <p:cNvSpPr>
            <a:spLocks noGrp="1"/>
          </p:cNvSpPr>
          <p:nvPr>
            <p:ph idx="1"/>
          </p:nvPr>
        </p:nvSpPr>
        <p:spPr>
          <a:xfrm>
            <a:off x="1485900" y="2247715"/>
            <a:ext cx="6172200" cy="1828298"/>
          </a:xfrm>
        </p:spPr>
        <p:txBody>
          <a:bodyPr/>
          <a:lstStyle/>
          <a:p>
            <a:pPr marL="0" indent="0">
              <a:buNone/>
            </a:pPr>
            <a:endParaRPr lang="en-GB" sz="1200" dirty="0">
              <a:solidFill>
                <a:srgbClr val="8ED05F"/>
              </a:solidFill>
            </a:endParaRPr>
          </a:p>
          <a:p>
            <a:pPr marL="0" indent="0">
              <a:buNone/>
            </a:pPr>
            <a:endParaRPr lang="en-GB" sz="1200" dirty="0">
              <a:solidFill>
                <a:srgbClr val="8ED05F"/>
              </a:solidFill>
            </a:endParaRPr>
          </a:p>
          <a:p>
            <a:pPr marL="0" indent="0">
              <a:buNone/>
            </a:pPr>
            <a:endParaRPr lang="en-GB" sz="1200" dirty="0">
              <a:solidFill>
                <a:srgbClr val="8ED05F"/>
              </a:solidFill>
            </a:endParaRPr>
          </a:p>
          <a:p>
            <a:pPr marL="0" indent="0">
              <a:buNone/>
            </a:pPr>
            <a:endParaRPr lang="en-GB" sz="1200" dirty="0">
              <a:solidFill>
                <a:srgbClr val="8ED05F"/>
              </a:solidFill>
            </a:endParaRPr>
          </a:p>
          <a:p>
            <a:pPr marL="0" indent="0">
              <a:buNone/>
            </a:pPr>
            <a:endParaRPr lang="en-GB" sz="1200" dirty="0">
              <a:solidFill>
                <a:srgbClr val="8ED05F"/>
              </a:solidFill>
            </a:endParaRPr>
          </a:p>
          <a:p>
            <a:pPr marL="0" indent="0">
              <a:buNone/>
            </a:pPr>
            <a:endParaRPr lang="en-GB" sz="1200" dirty="0">
              <a:solidFill>
                <a:srgbClr val="8ED05F"/>
              </a:solidFill>
            </a:endParaRPr>
          </a:p>
          <a:p>
            <a:pPr marL="0" indent="0">
              <a:buNone/>
            </a:pPr>
            <a:endParaRPr lang="en-GB" sz="1200" dirty="0">
              <a:solidFill>
                <a:srgbClr val="8ED05F"/>
              </a:solidFill>
            </a:endParaRPr>
          </a:p>
          <a:p>
            <a:pPr marL="0" indent="0">
              <a:buNone/>
            </a:pPr>
            <a:endParaRPr lang="en-GB" sz="1200" dirty="0">
              <a:solidFill>
                <a:srgbClr val="8ED05F"/>
              </a:solidFill>
            </a:endParaRPr>
          </a:p>
          <a:p>
            <a:pPr marL="0" indent="0">
              <a:buNone/>
            </a:pPr>
            <a:endParaRPr lang="en-GB" sz="1200" dirty="0">
              <a:solidFill>
                <a:srgbClr val="8ED05F"/>
              </a:solidFill>
            </a:endParaRPr>
          </a:p>
          <a:p>
            <a:pPr marL="0" indent="0">
              <a:buNone/>
            </a:pPr>
            <a:endParaRPr lang="en-GB" sz="1350" dirty="0">
              <a:solidFill>
                <a:schemeClr val="tx1"/>
              </a:solidFill>
            </a:endParaRPr>
          </a:p>
          <a:p>
            <a:pPr marL="385763" indent="-385763">
              <a:buFont typeface="+mj-lt"/>
              <a:buAutoNum type="arabicPeriod"/>
            </a:pPr>
            <a:endParaRPr lang="en-GB" sz="1350" dirty="0">
              <a:solidFill>
                <a:schemeClr val="tx1"/>
              </a:solidFill>
            </a:endParaRPr>
          </a:p>
        </p:txBody>
      </p:sp>
      <p:sp>
        <p:nvSpPr>
          <p:cNvPr id="6" name="Rounded Rectangle 5"/>
          <p:cNvSpPr/>
          <p:nvPr/>
        </p:nvSpPr>
        <p:spPr>
          <a:xfrm>
            <a:off x="1385646" y="735546"/>
            <a:ext cx="6156684" cy="1593223"/>
          </a:xfrm>
          <a:prstGeom prst="roundRect">
            <a:avLst>
              <a:gd name="adj" fmla="val 8093"/>
            </a:avLst>
          </a:prstGeom>
          <a:solidFill>
            <a:schemeClr val="bg1"/>
          </a:solidFill>
          <a:ln w="19050">
            <a:solidFill>
              <a:srgbClr val="008000"/>
            </a:solidFill>
          </a:ln>
          <a:effectLst/>
        </p:spPr>
        <p:style>
          <a:lnRef idx="1">
            <a:schemeClr val="accent1"/>
          </a:lnRef>
          <a:fillRef idx="3">
            <a:schemeClr val="accent1"/>
          </a:fillRef>
          <a:effectRef idx="2">
            <a:schemeClr val="accent1"/>
          </a:effectRef>
          <a:fontRef idx="minor">
            <a:schemeClr val="lt1"/>
          </a:fontRef>
        </p:style>
        <p:txBody>
          <a:bodyPr numCol="1" rtlCol="0" anchor="t"/>
          <a:lstStyle/>
          <a:p>
            <a:pPr algn="just">
              <a:buClr>
                <a:srgbClr val="FF388C"/>
              </a:buClr>
              <a:defRPr/>
            </a:pPr>
            <a:r>
              <a:rPr lang="en-GB" sz="1650" dirty="0">
                <a:solidFill>
                  <a:schemeClr val="tx1"/>
                </a:solidFill>
              </a:rPr>
              <a:t>There are 800 students at Millwall Mathematics College. </a:t>
            </a:r>
          </a:p>
          <a:p>
            <a:pPr algn="just">
              <a:buClr>
                <a:srgbClr val="FF388C"/>
              </a:buClr>
              <a:defRPr/>
            </a:pPr>
            <a:r>
              <a:rPr lang="en-GB" sz="1650" dirty="0">
                <a:solidFill>
                  <a:schemeClr val="tx1"/>
                </a:solidFill>
              </a:rPr>
              <a:t>	</a:t>
            </a:r>
          </a:p>
          <a:p>
            <a:pPr algn="just">
              <a:buClr>
                <a:srgbClr val="FF388C"/>
              </a:buClr>
              <a:defRPr/>
            </a:pPr>
            <a:r>
              <a:rPr lang="en-GB" sz="1650" dirty="0">
                <a:solidFill>
                  <a:schemeClr val="tx1"/>
                </a:solidFill>
              </a:rPr>
              <a:t>22% of these 800 students are in Year 9. </a:t>
            </a:r>
          </a:p>
          <a:p>
            <a:pPr algn="just">
              <a:buClr>
                <a:srgbClr val="FF388C"/>
              </a:buClr>
              <a:defRPr/>
            </a:pPr>
            <a:endParaRPr lang="en-GB" sz="1650" dirty="0">
              <a:solidFill>
                <a:schemeClr val="tx1"/>
              </a:solidFill>
            </a:endParaRPr>
          </a:p>
          <a:p>
            <a:pPr algn="just">
              <a:buClr>
                <a:srgbClr val="FF388C"/>
              </a:buClr>
              <a:defRPr/>
            </a:pPr>
            <a:r>
              <a:rPr lang="en-GB" sz="1650" dirty="0">
                <a:solidFill>
                  <a:schemeClr val="tx1"/>
                </a:solidFill>
              </a:rPr>
              <a:t>There are 180 students in Year 10.  </a:t>
            </a:r>
          </a:p>
          <a:p>
            <a:pPr algn="just">
              <a:buClr>
                <a:srgbClr val="FF388C"/>
              </a:buClr>
              <a:defRPr/>
            </a:pPr>
            <a:r>
              <a:rPr lang="en-GB" sz="1650" dirty="0">
                <a:solidFill>
                  <a:schemeClr val="tx1"/>
                </a:solidFill>
              </a:rPr>
              <a:t>Which Year Group is the largest?</a:t>
            </a:r>
          </a:p>
        </p:txBody>
      </p:sp>
      <p:sp>
        <p:nvSpPr>
          <p:cNvPr id="7" name="Rounded Rectangle 6"/>
          <p:cNvSpPr/>
          <p:nvPr/>
        </p:nvSpPr>
        <p:spPr>
          <a:xfrm>
            <a:off x="1385646" y="2895786"/>
            <a:ext cx="5899848" cy="1140732"/>
          </a:xfrm>
          <a:prstGeom prst="roundRect">
            <a:avLst>
              <a:gd name="adj" fmla="val 8093"/>
            </a:avLst>
          </a:prstGeom>
          <a:solidFill>
            <a:schemeClr val="bg1"/>
          </a:solidFill>
          <a:ln w="19050">
            <a:solidFill>
              <a:srgbClr val="00B050"/>
            </a:solidFill>
          </a:ln>
          <a:effectLst/>
        </p:spPr>
        <p:style>
          <a:lnRef idx="1">
            <a:schemeClr val="accent1"/>
          </a:lnRef>
          <a:fillRef idx="3">
            <a:schemeClr val="accent1"/>
          </a:fillRef>
          <a:effectRef idx="2">
            <a:schemeClr val="accent1"/>
          </a:effectRef>
          <a:fontRef idx="minor">
            <a:schemeClr val="lt1"/>
          </a:fontRef>
        </p:style>
        <p:txBody>
          <a:bodyPr numCol="1" rtlCol="0" anchor="t"/>
          <a:lstStyle/>
          <a:p>
            <a:pPr algn="just">
              <a:buClr>
                <a:srgbClr val="FF388C"/>
              </a:buClr>
              <a:defRPr/>
            </a:pPr>
            <a:r>
              <a:rPr lang="en-GB" sz="1500" dirty="0">
                <a:solidFill>
                  <a:schemeClr val="tx1"/>
                </a:solidFill>
                <a:latin typeface="Gill Sans MT" pitchFamily="34" charset="0"/>
              </a:rPr>
              <a:t>95 of the students were absent from school on Wednesday.</a:t>
            </a:r>
          </a:p>
          <a:p>
            <a:pPr algn="just">
              <a:buClr>
                <a:srgbClr val="FF388C"/>
              </a:buClr>
              <a:defRPr/>
            </a:pPr>
            <a:endParaRPr lang="en-GB" sz="1500" dirty="0">
              <a:solidFill>
                <a:schemeClr val="tx1"/>
              </a:solidFill>
              <a:latin typeface="Gill Sans MT" pitchFamily="34" charset="0"/>
            </a:endParaRPr>
          </a:p>
          <a:p>
            <a:pPr algn="just">
              <a:buClr>
                <a:srgbClr val="FF388C"/>
              </a:buClr>
              <a:defRPr/>
            </a:pPr>
            <a:r>
              <a:rPr lang="en-GB" sz="1500" dirty="0">
                <a:solidFill>
                  <a:schemeClr val="tx1"/>
                </a:solidFill>
                <a:latin typeface="Gill Sans MT" pitchFamily="34" charset="0"/>
              </a:rPr>
              <a:t>Trudy says that more than 12% of the 800 students were absent on Wednesday. Is she correct? Explain your answer. 	</a:t>
            </a:r>
          </a:p>
        </p:txBody>
      </p:sp>
      <p:sp>
        <p:nvSpPr>
          <p:cNvPr id="8" name="Rectangle 7"/>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10" name="Rectangle 9"/>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nvGrpSpPr>
          <p:cNvPr id="12" name="Group 11"/>
          <p:cNvGrpSpPr/>
          <p:nvPr/>
        </p:nvGrpSpPr>
        <p:grpSpPr>
          <a:xfrm>
            <a:off x="1264595" y="4824391"/>
            <a:ext cx="6647962" cy="169565"/>
            <a:chOff x="307571" y="6429187"/>
            <a:chExt cx="11563004" cy="224443"/>
          </a:xfrm>
        </p:grpSpPr>
        <p:sp>
          <p:nvSpPr>
            <p:cNvPr id="13" name="Rectangle 12"/>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4" name="Rectangle 13"/>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5" name="Rectangle 14"/>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7" name="Rectangle 16">
            <a:extLst>
              <a:ext uri="{FF2B5EF4-FFF2-40B4-BE49-F238E27FC236}">
                <a16:creationId xmlns:a16="http://schemas.microsoft.com/office/drawing/2014/main" id="{B1C1FD44-2846-4930-9426-AC5C25F337D0}"/>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382884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2033718" y="407852"/>
            <a:ext cx="5076564" cy="345983"/>
          </a:xfrm>
          <a:prstGeom prst="roundRect">
            <a:avLst>
              <a:gd name="adj" fmla="val 21100"/>
            </a:avLst>
          </a:prstGeom>
          <a:solidFill>
            <a:srgbClr val="8ED05F"/>
          </a:solidFill>
          <a:ln w="9525" cap="flat" cmpd="sng" algn="ctr">
            <a:solidFill>
              <a:srgbClr val="008000"/>
            </a:solidFill>
            <a:prstDash val="solid"/>
          </a:ln>
          <a:effectLst/>
        </p:spPr>
        <p:txBody>
          <a:bodyPr rtlCol="0" anchor="ctr"/>
          <a:lstStyle/>
          <a:p>
            <a:pPr algn="ctr" defTabSz="685800">
              <a:buClrTx/>
              <a:defRPr/>
            </a:pPr>
            <a:r>
              <a:rPr lang="en-US" sz="2400" b="1" dirty="0">
                <a:solidFill>
                  <a:prstClr val="white"/>
                </a:solidFill>
                <a:latin typeface="Calibri"/>
              </a:rPr>
              <a:t>Extended Abstract and Depth</a:t>
            </a:r>
          </a:p>
        </p:txBody>
      </p:sp>
      <p:sp>
        <p:nvSpPr>
          <p:cNvPr id="2" name="TextBox 1"/>
          <p:cNvSpPr txBox="1"/>
          <p:nvPr/>
        </p:nvSpPr>
        <p:spPr>
          <a:xfrm>
            <a:off x="1401526" y="612032"/>
            <a:ext cx="6233450" cy="3347070"/>
          </a:xfrm>
          <a:prstGeom prst="rect">
            <a:avLst/>
          </a:prstGeom>
          <a:noFill/>
        </p:spPr>
        <p:txBody>
          <a:bodyPr wrap="square" rtlCol="0">
            <a:spAutoFit/>
          </a:bodyPr>
          <a:lstStyle/>
          <a:p>
            <a:endParaRPr lang="en-GB" sz="1800" dirty="0"/>
          </a:p>
          <a:p>
            <a:r>
              <a:rPr lang="en-GB" sz="1800" dirty="0"/>
              <a:t>Edgar and Billy are calling their customers. Edgar has called 4% of his customers. Billy has called 4 out of 95 of his customers. Who has called a greater percentage of his customers?</a:t>
            </a:r>
          </a:p>
          <a:p>
            <a:endParaRPr lang="en-GB" sz="1800" dirty="0"/>
          </a:p>
          <a:p>
            <a:r>
              <a:rPr lang="en-GB" sz="1800" dirty="0"/>
              <a:t>Last year, Joseph picked 46 out of 82 tomatoes in his garden. </a:t>
            </a:r>
          </a:p>
          <a:p>
            <a:r>
              <a:rPr lang="en-GB" sz="1800" dirty="0"/>
              <a:t>Wesley picked 58% of the tomatoes in his garden. </a:t>
            </a:r>
          </a:p>
          <a:p>
            <a:r>
              <a:rPr lang="en-GB" sz="1800" dirty="0"/>
              <a:t>Who picked a greater percentage of his tomatoes?</a:t>
            </a:r>
          </a:p>
          <a:p>
            <a:endParaRPr lang="en-GB" sz="1050" dirty="0"/>
          </a:p>
          <a:p>
            <a:endParaRPr lang="en-GB" sz="1050" dirty="0"/>
          </a:p>
          <a:p>
            <a:endParaRPr lang="en-GB" sz="1050" dirty="0"/>
          </a:p>
        </p:txBody>
      </p:sp>
      <p:pic>
        <p:nvPicPr>
          <p:cNvPr id="17440" name="Picture 32" descr="http://practicalaction.org/media/download/10045/WyI2MDB4NjAwIiwiY3JvcCJ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4198" y="3435846"/>
            <a:ext cx="1080120" cy="108012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7" name="Rectangle 6"/>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nvGrpSpPr>
          <p:cNvPr id="8" name="Group 7"/>
          <p:cNvGrpSpPr/>
          <p:nvPr/>
        </p:nvGrpSpPr>
        <p:grpSpPr>
          <a:xfrm>
            <a:off x="1264595" y="4824391"/>
            <a:ext cx="6647962" cy="169565"/>
            <a:chOff x="307571" y="6429187"/>
            <a:chExt cx="11563004" cy="224443"/>
          </a:xfrm>
        </p:grpSpPr>
        <p:sp>
          <p:nvSpPr>
            <p:cNvPr id="9" name="Rectangle 8"/>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0" name="Rectangle 9"/>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4" name="Rectangle 13">
            <a:extLst>
              <a:ext uri="{FF2B5EF4-FFF2-40B4-BE49-F238E27FC236}">
                <a16:creationId xmlns:a16="http://schemas.microsoft.com/office/drawing/2014/main" id="{D74A0640-D0D4-4A47-897F-BA68EBCFB872}"/>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995730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2050294" y="474099"/>
            <a:ext cx="5076564" cy="345983"/>
          </a:xfrm>
          <a:prstGeom prst="roundRect">
            <a:avLst>
              <a:gd name="adj" fmla="val 21100"/>
            </a:avLst>
          </a:prstGeom>
          <a:solidFill>
            <a:srgbClr val="8ED05F"/>
          </a:solidFill>
          <a:ln w="9525" cap="flat" cmpd="sng" algn="ctr">
            <a:solidFill>
              <a:srgbClr val="008000"/>
            </a:solidFill>
            <a:prstDash val="solid"/>
          </a:ln>
          <a:effectLst/>
        </p:spPr>
        <p:txBody>
          <a:bodyPr rtlCol="0" anchor="ctr"/>
          <a:lstStyle/>
          <a:p>
            <a:pPr algn="ctr" defTabSz="685800">
              <a:buClrTx/>
              <a:defRPr/>
            </a:pPr>
            <a:r>
              <a:rPr lang="en-US" sz="2400" b="1" dirty="0">
                <a:solidFill>
                  <a:prstClr val="white"/>
                </a:solidFill>
                <a:latin typeface="Calibri"/>
              </a:rPr>
              <a:t>Extended Abstract and Depth</a:t>
            </a:r>
          </a:p>
        </p:txBody>
      </p:sp>
      <p:sp>
        <p:nvSpPr>
          <p:cNvPr id="2" name="TextBox 1"/>
          <p:cNvSpPr txBox="1"/>
          <p:nvPr/>
        </p:nvSpPr>
        <p:spPr>
          <a:xfrm>
            <a:off x="1471851" y="1049392"/>
            <a:ext cx="6233450" cy="4201150"/>
          </a:xfrm>
          <a:prstGeom prst="rect">
            <a:avLst/>
          </a:prstGeom>
          <a:noFill/>
        </p:spPr>
        <p:txBody>
          <a:bodyPr wrap="square" rtlCol="0">
            <a:spAutoFit/>
          </a:bodyPr>
          <a:lstStyle/>
          <a:p>
            <a:r>
              <a:rPr lang="en-GB" sz="1500" dirty="0"/>
              <a:t>A class of sixty voted for class president. 30% voted for Brad and 70% voted for Jane. How many more votes did the winner get?</a:t>
            </a:r>
          </a:p>
          <a:p>
            <a:endParaRPr lang="en-GB" sz="1500" dirty="0"/>
          </a:p>
          <a:p>
            <a:r>
              <a:rPr lang="en-GB" sz="1500" dirty="0"/>
              <a:t>A photograph is reduced to 75% of its original size. The photo was originally 12 inches by 16 inches. What are the new dimensions after it has been reduced? What is the percentage reduction in the overall area?</a:t>
            </a:r>
          </a:p>
          <a:p>
            <a:endParaRPr lang="en-GB" sz="1500" dirty="0"/>
          </a:p>
          <a:p>
            <a:endParaRPr lang="en-GB" sz="1500" dirty="0"/>
          </a:p>
          <a:p>
            <a:endParaRPr lang="en-GB" sz="1500" dirty="0"/>
          </a:p>
          <a:p>
            <a:endParaRPr lang="en-GB" sz="1500" dirty="0"/>
          </a:p>
          <a:p>
            <a:r>
              <a:rPr lang="en-GB" sz="1500" dirty="0"/>
              <a:t>In a poll, 39 out of 80 students surveyed at Grant College said they travelled by bike, whereas 49% of the students polled at Polk University said they travelled by bike. Which college has a greater percentage of students who travel by bike?</a:t>
            </a:r>
          </a:p>
          <a:p>
            <a:endParaRPr lang="en-GB" sz="1050" dirty="0"/>
          </a:p>
          <a:p>
            <a:endParaRPr lang="en-GB" sz="1050" dirty="0"/>
          </a:p>
          <a:p>
            <a:endParaRPr lang="en-GB" sz="1050" dirty="0"/>
          </a:p>
          <a:p>
            <a:endParaRPr lang="en-GB" sz="105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460" y="2571750"/>
            <a:ext cx="1707643" cy="1064270"/>
          </a:xfrm>
          <a:prstGeom prst="rect">
            <a:avLst/>
          </a:prstGeom>
        </p:spPr>
      </p:pic>
      <p:sp>
        <p:nvSpPr>
          <p:cNvPr id="5" name="Rectangle 4"/>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7" name="Rectangle 6"/>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nvGrpSpPr>
          <p:cNvPr id="8" name="Group 7"/>
          <p:cNvGrpSpPr/>
          <p:nvPr/>
        </p:nvGrpSpPr>
        <p:grpSpPr>
          <a:xfrm>
            <a:off x="1264595" y="4824391"/>
            <a:ext cx="6647962" cy="169565"/>
            <a:chOff x="307571" y="6429187"/>
            <a:chExt cx="11563004" cy="224443"/>
          </a:xfrm>
        </p:grpSpPr>
        <p:sp>
          <p:nvSpPr>
            <p:cNvPr id="9" name="Rectangle 8"/>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0" name="Rectangle 9"/>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2" name="Rectangle 11"/>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4" name="Rectangle 13">
            <a:extLst>
              <a:ext uri="{FF2B5EF4-FFF2-40B4-BE49-F238E27FC236}">
                <a16:creationId xmlns:a16="http://schemas.microsoft.com/office/drawing/2014/main" id="{5346AC82-A0CE-4530-A6FF-6796A09ACDE2}"/>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174620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p:cNvSpPr/>
          <p:nvPr/>
        </p:nvSpPr>
        <p:spPr>
          <a:xfrm>
            <a:off x="1595775" y="965550"/>
            <a:ext cx="2911160" cy="1673164"/>
          </a:xfrm>
          <a:prstGeom prst="roundRect">
            <a:avLst>
              <a:gd name="adj" fmla="val 21100"/>
            </a:avLst>
          </a:prstGeom>
          <a:solidFill>
            <a:srgbClr val="FFFF00"/>
          </a:solidFill>
          <a:ln w="9525" cap="flat" cmpd="sng" algn="ctr">
            <a:solidFill>
              <a:srgbClr val="008000"/>
            </a:solidFill>
            <a:prstDash val="solid"/>
          </a:ln>
          <a:effectLst/>
        </p:spPr>
        <p:txBody>
          <a:bodyPr lIns="68483" tIns="34244" rIns="68483" bIns="34244" rtlCol="0" anchor="ctr"/>
          <a:lstStyle/>
          <a:p>
            <a:pPr algn="ctr" defTabSz="684877">
              <a:defRPr/>
            </a:pPr>
            <a:r>
              <a:rPr lang="en-US" sz="5400" b="1" dirty="0">
                <a:latin typeface="Calibri"/>
              </a:rPr>
              <a:t> 25% of 300 </a:t>
            </a:r>
          </a:p>
        </p:txBody>
      </p:sp>
      <p:sp>
        <p:nvSpPr>
          <p:cNvPr id="12" name="Rounded Rectangle 11"/>
          <p:cNvSpPr/>
          <p:nvPr/>
        </p:nvSpPr>
        <p:spPr>
          <a:xfrm>
            <a:off x="1968652" y="357975"/>
            <a:ext cx="5076564" cy="585222"/>
          </a:xfrm>
          <a:prstGeom prst="roundRect">
            <a:avLst>
              <a:gd name="adj" fmla="val 21100"/>
            </a:avLst>
          </a:prstGeom>
          <a:solidFill>
            <a:srgbClr val="8ED05F"/>
          </a:solidFill>
          <a:ln w="9525" cap="flat" cmpd="sng" algn="ctr">
            <a:solidFill>
              <a:srgbClr val="008000"/>
            </a:solidFill>
            <a:prstDash val="solid"/>
          </a:ln>
          <a:effectLst/>
        </p:spPr>
        <p:txBody>
          <a:bodyPr lIns="68483" tIns="34244" rIns="68483" bIns="34244" rtlCol="0" anchor="ctr"/>
          <a:lstStyle/>
          <a:p>
            <a:pPr algn="ctr" defTabSz="684877">
              <a:defRPr/>
            </a:pPr>
            <a:r>
              <a:rPr lang="en-US" sz="3600" b="1" dirty="0">
                <a:solidFill>
                  <a:prstClr val="white"/>
                </a:solidFill>
                <a:latin typeface="Calibri"/>
              </a:rPr>
              <a:t>Find the Odd One Out</a:t>
            </a:r>
          </a:p>
        </p:txBody>
      </p:sp>
      <p:sp>
        <p:nvSpPr>
          <p:cNvPr id="14" name="Rounded Rectangle 13"/>
          <p:cNvSpPr/>
          <p:nvPr/>
        </p:nvSpPr>
        <p:spPr>
          <a:xfrm>
            <a:off x="1595775" y="2628405"/>
            <a:ext cx="2911160" cy="1673164"/>
          </a:xfrm>
          <a:prstGeom prst="roundRect">
            <a:avLst>
              <a:gd name="adj" fmla="val 21100"/>
            </a:avLst>
          </a:prstGeom>
          <a:solidFill>
            <a:srgbClr val="8ED05F"/>
          </a:solidFill>
          <a:ln w="9525" cap="flat" cmpd="sng" algn="ctr">
            <a:solidFill>
              <a:srgbClr val="008000"/>
            </a:solidFill>
            <a:prstDash val="solid"/>
          </a:ln>
          <a:effectLst/>
        </p:spPr>
        <p:txBody>
          <a:bodyPr lIns="68483" tIns="34244" rIns="68483" bIns="34244" rtlCol="0" anchor="ctr"/>
          <a:lstStyle/>
          <a:p>
            <a:pPr algn="ctr" defTabSz="684877">
              <a:defRPr/>
            </a:pPr>
            <a:r>
              <a:rPr lang="en-US" sz="5400" b="1" dirty="0">
                <a:latin typeface="Calibri"/>
              </a:rPr>
              <a:t> 10 % of 750 </a:t>
            </a:r>
          </a:p>
        </p:txBody>
      </p:sp>
      <p:sp>
        <p:nvSpPr>
          <p:cNvPr id="15" name="Rounded Rectangle 14"/>
          <p:cNvSpPr/>
          <p:nvPr/>
        </p:nvSpPr>
        <p:spPr>
          <a:xfrm>
            <a:off x="4506935" y="980106"/>
            <a:ext cx="2911160" cy="1673164"/>
          </a:xfrm>
          <a:prstGeom prst="roundRect">
            <a:avLst>
              <a:gd name="adj" fmla="val 21100"/>
            </a:avLst>
          </a:prstGeom>
          <a:solidFill>
            <a:schemeClr val="accent1">
              <a:lumMod val="60000"/>
              <a:lumOff val="40000"/>
            </a:schemeClr>
          </a:solidFill>
          <a:ln w="9525" cap="flat" cmpd="sng" algn="ctr">
            <a:solidFill>
              <a:srgbClr val="008000"/>
            </a:solidFill>
            <a:prstDash val="solid"/>
          </a:ln>
          <a:effectLst/>
        </p:spPr>
        <p:txBody>
          <a:bodyPr lIns="68483" tIns="34244" rIns="68483" bIns="34244" rtlCol="0" anchor="ctr"/>
          <a:lstStyle/>
          <a:p>
            <a:pPr algn="ctr" defTabSz="684877">
              <a:defRPr/>
            </a:pPr>
            <a:r>
              <a:rPr lang="en-US" sz="5400" b="1" dirty="0">
                <a:latin typeface="Calibri"/>
              </a:rPr>
              <a:t>50% 0f 150</a:t>
            </a:r>
          </a:p>
        </p:txBody>
      </p:sp>
      <p:sp>
        <p:nvSpPr>
          <p:cNvPr id="16" name="Rounded Rectangle 15"/>
          <p:cNvSpPr/>
          <p:nvPr/>
        </p:nvSpPr>
        <p:spPr>
          <a:xfrm>
            <a:off x="4506934" y="2653269"/>
            <a:ext cx="2911160" cy="1673164"/>
          </a:xfrm>
          <a:prstGeom prst="roundRect">
            <a:avLst>
              <a:gd name="adj" fmla="val 21100"/>
            </a:avLst>
          </a:prstGeom>
          <a:solidFill>
            <a:srgbClr val="FFC000"/>
          </a:solidFill>
          <a:ln w="9525" cap="flat" cmpd="sng" algn="ctr">
            <a:solidFill>
              <a:srgbClr val="008000"/>
            </a:solidFill>
            <a:prstDash val="solid"/>
          </a:ln>
          <a:effectLst/>
        </p:spPr>
        <p:txBody>
          <a:bodyPr lIns="68483" tIns="34244" rIns="68483" bIns="34244" rtlCol="0" anchor="ctr"/>
          <a:lstStyle/>
          <a:p>
            <a:pPr algn="ctr" defTabSz="684877">
              <a:defRPr/>
            </a:pPr>
            <a:r>
              <a:rPr lang="en-US" sz="5400" b="1" dirty="0">
                <a:latin typeface="Calibri"/>
              </a:rPr>
              <a:t>1% of 8000</a:t>
            </a:r>
          </a:p>
        </p:txBody>
      </p:sp>
      <p:sp>
        <p:nvSpPr>
          <p:cNvPr id="7" name="Rectangle 6"/>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9" name="Rectangle 8"/>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nvGrpSpPr>
          <p:cNvPr id="10" name="Group 9"/>
          <p:cNvGrpSpPr/>
          <p:nvPr/>
        </p:nvGrpSpPr>
        <p:grpSpPr>
          <a:xfrm>
            <a:off x="1264595" y="4824391"/>
            <a:ext cx="6647962" cy="169565"/>
            <a:chOff x="307571" y="6429187"/>
            <a:chExt cx="11563004" cy="224443"/>
          </a:xfrm>
        </p:grpSpPr>
        <p:sp>
          <p:nvSpPr>
            <p:cNvPr id="11" name="Rectangle 10"/>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3" name="Rectangle 12"/>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7" name="Rectangle 16"/>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9" name="Rectangle 18">
            <a:extLst>
              <a:ext uri="{FF2B5EF4-FFF2-40B4-BE49-F238E27FC236}">
                <a16:creationId xmlns:a16="http://schemas.microsoft.com/office/drawing/2014/main" id="{469E19C4-366F-4D97-B94E-31CB8DB334F7}"/>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1516998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p:cNvSpPr/>
          <p:nvPr/>
        </p:nvSpPr>
        <p:spPr>
          <a:xfrm>
            <a:off x="1590611" y="789552"/>
            <a:ext cx="5832648" cy="1741797"/>
          </a:xfrm>
          <a:prstGeom prst="roundRect">
            <a:avLst>
              <a:gd name="adj" fmla="val 21100"/>
            </a:avLst>
          </a:prstGeom>
          <a:solidFill>
            <a:srgbClr val="FFFF00"/>
          </a:solidFill>
          <a:ln w="9525" cap="flat" cmpd="sng" algn="ctr">
            <a:solidFill>
              <a:srgbClr val="008000"/>
            </a:solidFill>
            <a:prstDash val="solid"/>
          </a:ln>
          <a:effectLst/>
        </p:spPr>
        <p:txBody>
          <a:bodyPr lIns="68483" tIns="34244" rIns="68483" bIns="34244" rtlCol="0" anchor="ctr"/>
          <a:lstStyle/>
          <a:p>
            <a:pPr algn="ctr" defTabSz="684877">
              <a:defRPr/>
            </a:pPr>
            <a:r>
              <a:rPr lang="en-US" sz="2400" b="1" dirty="0" err="1">
                <a:latin typeface="Calibri"/>
              </a:rPr>
              <a:t>Ibz</a:t>
            </a:r>
            <a:r>
              <a:rPr lang="en-US" sz="2400" b="1" dirty="0">
                <a:latin typeface="Calibri"/>
              </a:rPr>
              <a:t> says that Mike owes him 12.5% of 4200. Mike gives </a:t>
            </a:r>
            <a:r>
              <a:rPr lang="en-US" sz="2400" b="1" dirty="0" err="1">
                <a:latin typeface="Calibri"/>
              </a:rPr>
              <a:t>Ibz</a:t>
            </a:r>
            <a:r>
              <a:rPr lang="en-US" sz="2400" b="1" dirty="0">
                <a:latin typeface="Calibri"/>
              </a:rPr>
              <a:t> $30 to settle the debt. </a:t>
            </a:r>
          </a:p>
          <a:p>
            <a:pPr algn="ctr" defTabSz="684877">
              <a:defRPr/>
            </a:pPr>
            <a:r>
              <a:rPr lang="en-US" sz="2400" b="1" dirty="0">
                <a:latin typeface="Calibri"/>
              </a:rPr>
              <a:t>Should Mike have done that?</a:t>
            </a:r>
          </a:p>
        </p:txBody>
      </p:sp>
      <p:sp>
        <p:nvSpPr>
          <p:cNvPr id="11" name="Rounded Rectangle 10"/>
          <p:cNvSpPr/>
          <p:nvPr/>
        </p:nvSpPr>
        <p:spPr>
          <a:xfrm>
            <a:off x="3580471" y="2409732"/>
            <a:ext cx="3907853" cy="2117005"/>
          </a:xfrm>
          <a:prstGeom prst="roundRect">
            <a:avLst>
              <a:gd name="adj" fmla="val 21100"/>
            </a:avLst>
          </a:prstGeom>
          <a:solidFill>
            <a:schemeClr val="accent1">
              <a:lumMod val="40000"/>
              <a:lumOff val="60000"/>
            </a:schemeClr>
          </a:solidFill>
          <a:ln w="9525" cap="flat" cmpd="sng" algn="ctr">
            <a:solidFill>
              <a:srgbClr val="008000"/>
            </a:solidFill>
            <a:prstDash val="solid"/>
          </a:ln>
          <a:effectLst/>
        </p:spPr>
        <p:txBody>
          <a:bodyPr lIns="68483" tIns="34244" rIns="68483" bIns="34244" rtlCol="0" anchor="ctr"/>
          <a:lstStyle/>
          <a:p>
            <a:pPr algn="ctr" defTabSz="684877">
              <a:defRPr/>
            </a:pPr>
            <a:r>
              <a:rPr lang="en-US" sz="2400" b="1" dirty="0">
                <a:latin typeface="Calibri"/>
              </a:rPr>
              <a:t>Dave buys a car for $16000. He can either have 15% off or $2500 discount. </a:t>
            </a:r>
          </a:p>
          <a:p>
            <a:pPr algn="ctr" defTabSz="684877">
              <a:defRPr/>
            </a:pPr>
            <a:r>
              <a:rPr lang="en-US" sz="2400" b="1" dirty="0">
                <a:latin typeface="Calibri"/>
              </a:rPr>
              <a:t>Which is the best deal? </a:t>
            </a:r>
          </a:p>
        </p:txBody>
      </p:sp>
      <p:sp>
        <p:nvSpPr>
          <p:cNvPr id="12" name="Rounded Rectangle 11"/>
          <p:cNvSpPr/>
          <p:nvPr/>
        </p:nvSpPr>
        <p:spPr>
          <a:xfrm>
            <a:off x="1968653" y="346763"/>
            <a:ext cx="5076564" cy="345983"/>
          </a:xfrm>
          <a:prstGeom prst="roundRect">
            <a:avLst>
              <a:gd name="adj" fmla="val 21100"/>
            </a:avLst>
          </a:prstGeom>
          <a:solidFill>
            <a:srgbClr val="8ED05F"/>
          </a:solidFill>
          <a:ln w="9525" cap="flat" cmpd="sng" algn="ctr">
            <a:solidFill>
              <a:srgbClr val="008000"/>
            </a:solidFill>
            <a:prstDash val="solid"/>
          </a:ln>
          <a:effectLst/>
        </p:spPr>
        <p:txBody>
          <a:bodyPr lIns="68483" tIns="34244" rIns="68483" bIns="34244" rtlCol="0" anchor="ctr"/>
          <a:lstStyle/>
          <a:p>
            <a:pPr algn="ctr" defTabSz="684877">
              <a:defRPr/>
            </a:pPr>
            <a:r>
              <a:rPr lang="en-US" sz="2400" b="1" dirty="0">
                <a:solidFill>
                  <a:prstClr val="white"/>
                </a:solidFill>
                <a:latin typeface="Calibri"/>
              </a:rPr>
              <a:t>Plenary Thinking Question</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9653" y="2814581"/>
            <a:ext cx="1964531" cy="1307306"/>
          </a:xfrm>
          <a:prstGeom prst="rect">
            <a:avLst/>
          </a:prstGeom>
        </p:spPr>
      </p:pic>
      <p:sp>
        <p:nvSpPr>
          <p:cNvPr id="6" name="Rectangle 5"/>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8" name="Rectangle 7"/>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nvGrpSpPr>
          <p:cNvPr id="9" name="Group 8"/>
          <p:cNvGrpSpPr/>
          <p:nvPr/>
        </p:nvGrpSpPr>
        <p:grpSpPr>
          <a:xfrm>
            <a:off x="1264595" y="4824391"/>
            <a:ext cx="6647962" cy="169565"/>
            <a:chOff x="307571" y="6429187"/>
            <a:chExt cx="11563004" cy="224443"/>
          </a:xfrm>
        </p:grpSpPr>
        <p:sp>
          <p:nvSpPr>
            <p:cNvPr id="10" name="Rectangle 9"/>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3" name="Rectangle 12"/>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4" name="Rectangle 13"/>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6" name="Rectangle 15">
            <a:extLst>
              <a:ext uri="{FF2B5EF4-FFF2-40B4-BE49-F238E27FC236}">
                <a16:creationId xmlns:a16="http://schemas.microsoft.com/office/drawing/2014/main" id="{E1D96E12-3827-445E-ABB2-58A9F26B9ED1}"/>
              </a:ext>
            </a:extLst>
          </p:cNvPr>
          <p:cNvSpPr/>
          <p:nvPr/>
        </p:nvSpPr>
        <p:spPr>
          <a:xfrm>
            <a:off x="2284753" y="76017"/>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114473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5902" y="865066"/>
            <a:ext cx="5940660" cy="2354491"/>
          </a:xfrm>
          <a:prstGeom prst="rect">
            <a:avLst/>
          </a:prstGeom>
          <a:noFill/>
        </p:spPr>
        <p:txBody>
          <a:bodyPr wrap="square" rtlCol="0">
            <a:spAutoFit/>
          </a:bodyPr>
          <a:lstStyle/>
          <a:p>
            <a:pPr marL="342900" indent="-342900">
              <a:buFont typeface="+mj-lt"/>
              <a:buAutoNum type="arabicPeriod"/>
            </a:pPr>
            <a:r>
              <a:rPr lang="en-GB" sz="1500" dirty="0"/>
              <a:t>200 pupils enter a drawing competition. 44% of them are girls.</a:t>
            </a:r>
          </a:p>
          <a:p>
            <a:pPr lvl="1"/>
            <a:r>
              <a:rPr lang="en-GB" sz="1500" dirty="0"/>
              <a:t>How many more boys than girls are there?</a:t>
            </a:r>
          </a:p>
          <a:p>
            <a:pPr lvl="1"/>
            <a:endParaRPr lang="en-GB" sz="1500" dirty="0"/>
          </a:p>
          <a:p>
            <a:pPr marL="342900" indent="-342900">
              <a:buFont typeface="+mj-lt"/>
              <a:buAutoNum type="arabicPeriod"/>
            </a:pPr>
            <a:endParaRPr lang="en-GB" sz="1500" dirty="0"/>
          </a:p>
          <a:p>
            <a:pPr marL="342900" indent="-342900">
              <a:buFont typeface="+mj-lt"/>
              <a:buAutoNum type="arabicPeriod"/>
            </a:pPr>
            <a:r>
              <a:rPr lang="en-GB" sz="1500" dirty="0"/>
              <a:t> A jogging route is 20km long. Lee Ming has jogged 30% of the route and James has jogged 45%. How much further is James ahead?</a:t>
            </a:r>
          </a:p>
          <a:p>
            <a:pPr marL="600075" lvl="1" indent="-257175">
              <a:buFont typeface="+mj-lt"/>
              <a:buAutoNum type="alphaLcParenR"/>
            </a:pPr>
            <a:endParaRPr lang="en-GB" sz="1200" dirty="0"/>
          </a:p>
          <a:p>
            <a:pPr lvl="1"/>
            <a:endParaRPr lang="en-GB" sz="1200" dirty="0"/>
          </a:p>
          <a:p>
            <a:endParaRPr lang="en-GB" sz="1800" u="sng" dirty="0"/>
          </a:p>
        </p:txBody>
      </p:sp>
      <p:sp>
        <p:nvSpPr>
          <p:cNvPr id="11" name="Rounded Rectangle 10"/>
          <p:cNvSpPr/>
          <p:nvPr/>
        </p:nvSpPr>
        <p:spPr>
          <a:xfrm>
            <a:off x="2033718" y="450223"/>
            <a:ext cx="5076564" cy="345983"/>
          </a:xfrm>
          <a:prstGeom prst="roundRect">
            <a:avLst>
              <a:gd name="adj" fmla="val 21100"/>
            </a:avLst>
          </a:prstGeom>
          <a:solidFill>
            <a:srgbClr val="8ED05F"/>
          </a:solidFill>
          <a:ln w="9525" cap="flat" cmpd="sng" algn="ctr">
            <a:solidFill>
              <a:srgbClr val="008000"/>
            </a:solidFill>
            <a:prstDash val="solid"/>
          </a:ln>
          <a:effectLst/>
        </p:spPr>
        <p:txBody>
          <a:bodyPr rtlCol="0" anchor="ctr"/>
          <a:lstStyle/>
          <a:p>
            <a:pPr algn="ctr" defTabSz="685800">
              <a:buClrTx/>
              <a:defRPr/>
            </a:pPr>
            <a:r>
              <a:rPr lang="en-US" sz="2400" b="1" dirty="0">
                <a:solidFill>
                  <a:prstClr val="white"/>
                </a:solidFill>
                <a:latin typeface="Calibri"/>
              </a:rPr>
              <a:t>Plenary</a:t>
            </a:r>
          </a:p>
        </p:txBody>
      </p:sp>
      <p:sp>
        <p:nvSpPr>
          <p:cNvPr id="7" name="TextBox 6"/>
          <p:cNvSpPr txBox="1"/>
          <p:nvPr/>
        </p:nvSpPr>
        <p:spPr>
          <a:xfrm>
            <a:off x="1660587" y="2517744"/>
            <a:ext cx="5886654" cy="1708160"/>
          </a:xfrm>
          <a:prstGeom prst="rect">
            <a:avLst/>
          </a:prstGeom>
          <a:noFill/>
        </p:spPr>
        <p:txBody>
          <a:bodyPr wrap="square" rtlCol="0">
            <a:spAutoFit/>
          </a:bodyPr>
          <a:lstStyle/>
          <a:p>
            <a:endParaRPr lang="en-GB" sz="1500" b="1" dirty="0">
              <a:solidFill>
                <a:srgbClr val="8ED05F"/>
              </a:solidFill>
            </a:endParaRPr>
          </a:p>
          <a:p>
            <a:r>
              <a:rPr lang="en-GB" sz="1500" u="sng" dirty="0"/>
              <a:t>EXTENSION</a:t>
            </a:r>
            <a:r>
              <a:rPr lang="en-GB" sz="1500" dirty="0"/>
              <a:t>   </a:t>
            </a:r>
          </a:p>
          <a:p>
            <a:endParaRPr lang="en-GB" sz="1500" dirty="0"/>
          </a:p>
          <a:p>
            <a:r>
              <a:rPr lang="en-GB" sz="1500" dirty="0"/>
              <a:t>Valerie had 20% fewer marbles than Yana. When Yana gave Valerie 20 marbles they both had the same number of marbles each. </a:t>
            </a:r>
          </a:p>
          <a:p>
            <a:r>
              <a:rPr lang="en-GB" sz="1500" dirty="0"/>
              <a:t>How many marbles were they sharing in total? </a:t>
            </a:r>
          </a:p>
        </p:txBody>
      </p:sp>
      <p:sp>
        <p:nvSpPr>
          <p:cNvPr id="5" name="Rectangle 4"/>
          <p:cNvSpPr/>
          <p:nvPr/>
        </p:nvSpPr>
        <p:spPr>
          <a:xfrm>
            <a:off x="1264595" y="129747"/>
            <a:ext cx="1906928" cy="163286"/>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dirty="0">
              <a:solidFill>
                <a:prstClr val="white"/>
              </a:solidFill>
              <a:latin typeface="Calibri"/>
            </a:endParaRPr>
          </a:p>
        </p:txBody>
      </p:sp>
      <p:sp>
        <p:nvSpPr>
          <p:cNvPr id="9" name="Rectangle 8"/>
          <p:cNvSpPr/>
          <p:nvPr/>
        </p:nvSpPr>
        <p:spPr>
          <a:xfrm>
            <a:off x="5992129" y="132454"/>
            <a:ext cx="1906928" cy="163286"/>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nvGrpSpPr>
          <p:cNvPr id="10" name="Group 9"/>
          <p:cNvGrpSpPr/>
          <p:nvPr/>
        </p:nvGrpSpPr>
        <p:grpSpPr>
          <a:xfrm>
            <a:off x="1264595" y="4824391"/>
            <a:ext cx="6647962" cy="169565"/>
            <a:chOff x="307571" y="6429187"/>
            <a:chExt cx="11563004" cy="224443"/>
          </a:xfrm>
        </p:grpSpPr>
        <p:sp>
          <p:nvSpPr>
            <p:cNvPr id="12" name="Rectangle 11"/>
            <p:cNvSpPr/>
            <p:nvPr/>
          </p:nvSpPr>
          <p:spPr>
            <a:xfrm>
              <a:off x="307571" y="6429188"/>
              <a:ext cx="3316778" cy="216131"/>
            </a:xfrm>
            <a:prstGeom prst="rect">
              <a:avLst/>
            </a:prstGeom>
            <a:solidFill>
              <a:srgbClr val="F8AB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3" name="Rectangle 12"/>
            <p:cNvSpPr/>
            <p:nvPr/>
          </p:nvSpPr>
          <p:spPr>
            <a:xfrm>
              <a:off x="4430684" y="6437499"/>
              <a:ext cx="3316778" cy="216131"/>
            </a:xfrm>
            <a:prstGeom prst="rect">
              <a:avLst/>
            </a:prstGeom>
            <a:solidFill>
              <a:srgbClr val="F8AB44">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sp>
          <p:nvSpPr>
            <p:cNvPr id="14" name="Rectangle 13"/>
            <p:cNvSpPr/>
            <p:nvPr/>
          </p:nvSpPr>
          <p:spPr>
            <a:xfrm>
              <a:off x="8553797" y="6429187"/>
              <a:ext cx="3316778" cy="216131"/>
            </a:xfrm>
            <a:prstGeom prst="rect">
              <a:avLst/>
            </a:prstGeom>
            <a:solidFill>
              <a:srgbClr val="F8AB44">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GB" sz="1350" kern="1200">
                <a:solidFill>
                  <a:prstClr val="white"/>
                </a:solidFill>
                <a:latin typeface="Calibri"/>
              </a:endParaRPr>
            </a:p>
          </p:txBody>
        </p:sp>
      </p:grpSp>
      <p:sp>
        <p:nvSpPr>
          <p:cNvPr id="16" name="Rectangle 15">
            <a:extLst>
              <a:ext uri="{FF2B5EF4-FFF2-40B4-BE49-F238E27FC236}">
                <a16:creationId xmlns:a16="http://schemas.microsoft.com/office/drawing/2014/main" id="{CF9D134A-BA35-4BB0-9F5B-CED7C61DBADC}"/>
              </a:ext>
            </a:extLst>
          </p:cNvPr>
          <p:cNvSpPr/>
          <p:nvPr/>
        </p:nvSpPr>
        <p:spPr>
          <a:xfrm>
            <a:off x="2218059" y="147874"/>
            <a:ext cx="4240632" cy="409792"/>
          </a:xfrm>
          <a:prstGeom prst="rect">
            <a:avLst/>
          </a:prstGeom>
        </p:spPr>
        <p:txBody>
          <a:bodyPr wrap="square">
            <a:spAutoFit/>
          </a:bodyPr>
          <a:lstStyle/>
          <a:p>
            <a:pPr algn="ctr" defTabSz="514350">
              <a:defRPr/>
            </a:pPr>
            <a:r>
              <a:rPr lang="en-GB" sz="1013" dirty="0">
                <a:solidFill>
                  <a:srgbClr val="FFC000">
                    <a:lumMod val="50000"/>
                  </a:srgbClr>
                </a:solidFill>
                <a:latin typeface="Calibri"/>
              </a:rPr>
              <a:t>EQ: </a:t>
            </a:r>
            <a:r>
              <a:rPr lang="en-GB" sz="1050" dirty="0">
                <a:solidFill>
                  <a:prstClr val="black"/>
                </a:solidFill>
              </a:rPr>
              <a:t>How do I find the </a:t>
            </a:r>
            <a:r>
              <a:rPr lang="en-GB" sz="1000" dirty="0">
                <a:solidFill>
                  <a:prstClr val="black"/>
                </a:solidFill>
              </a:rPr>
              <a:t>percentage of an amount without a calculator?</a:t>
            </a:r>
            <a:endParaRPr lang="en-GB" sz="1000" dirty="0">
              <a:solidFill>
                <a:prstClr val="black"/>
              </a:solidFill>
              <a:latin typeface="Calibri" panose="020F0502020204030204" pitchFamily="34" charset="0"/>
            </a:endParaRPr>
          </a:p>
          <a:p>
            <a:pPr algn="ctr" defTabSz="514350">
              <a:defRPr/>
            </a:pPr>
            <a:endParaRPr lang="en-GB" sz="1013" dirty="0">
              <a:solidFill>
                <a:srgbClr val="FFC000">
                  <a:lumMod val="50000"/>
                </a:srgbClr>
              </a:solidFill>
              <a:latin typeface="Calibri"/>
            </a:endParaRPr>
          </a:p>
        </p:txBody>
      </p:sp>
    </p:spTree>
    <p:extLst>
      <p:ext uri="{BB962C8B-B14F-4D97-AF65-F5344CB8AC3E}">
        <p14:creationId xmlns:p14="http://schemas.microsoft.com/office/powerpoint/2010/main" val="3653208203"/>
      </p:ext>
    </p:extLst>
  </p:cSld>
  <p:clrMapOvr>
    <a:masterClrMapping/>
  </p:clrMapOvr>
</p:sld>
</file>

<file path=ppt/theme/theme1.xml><?xml version="1.0" encoding="utf-8"?>
<a:theme xmlns:a="http://schemas.openxmlformats.org/drawingml/2006/main" name="Rainbow Background by Slidesgo">
  <a:themeElements>
    <a:clrScheme name="Simple Light">
      <a:dk1>
        <a:srgbClr val="000000"/>
      </a:dk1>
      <a:lt1>
        <a:srgbClr val="FFFFFF"/>
      </a:lt1>
      <a:dk2>
        <a:srgbClr val="595959"/>
      </a:dk2>
      <a:lt2>
        <a:srgbClr val="EEEEEE"/>
      </a:lt2>
      <a:accent1>
        <a:srgbClr val="24ADBD"/>
      </a:accent1>
      <a:accent2>
        <a:srgbClr val="A2D242"/>
      </a:accent2>
      <a:accent3>
        <a:srgbClr val="FCE243"/>
      </a:accent3>
      <a:accent4>
        <a:srgbClr val="EF6B20"/>
      </a:accent4>
      <a:accent5>
        <a:srgbClr val="AD242B"/>
      </a:accent5>
      <a:accent6>
        <a:srgbClr val="AE2D5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ainbow Background by Slidesgo" id="{46D7DCF1-5261-4805-AE31-BEDD5E59F30E}" vid="{99090F41-B61B-4833-A699-F16AB6F86A01}"/>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Cornell Notes</Template>
  <TotalTime>1086</TotalTime>
  <Words>2465</Words>
  <Application>Microsoft Office PowerPoint</Application>
  <PresentationFormat>On-screen Show (16:9)</PresentationFormat>
  <Paragraphs>643</Paragraphs>
  <Slides>30</Slides>
  <Notes>28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Franklin Gothic Demi</vt:lpstr>
      <vt:lpstr>Fredoka One</vt:lpstr>
      <vt:lpstr>Arial</vt:lpstr>
      <vt:lpstr>Gill Sans MT</vt:lpstr>
      <vt:lpstr>Cambria Math</vt:lpstr>
      <vt:lpstr>Times New Roman</vt:lpstr>
      <vt:lpstr>Aharoni</vt:lpstr>
      <vt:lpstr>Calibri</vt:lpstr>
      <vt:lpstr>Abel</vt:lpstr>
      <vt:lpstr>Kristen ITC</vt:lpstr>
      <vt:lpstr>Rainbow Background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Adding and Subtracting with negative numbers  EQ: How do we add and subtract with negatives?</dc:title>
  <dc:creator>MCLEOD Alexandria [Baldivis Secondary College]</dc:creator>
  <cp:lastModifiedBy>WATSON Justin [Baldivis Secondary College]</cp:lastModifiedBy>
  <cp:revision>20</cp:revision>
  <dcterms:created xsi:type="dcterms:W3CDTF">2021-02-22T02:29:05Z</dcterms:created>
  <dcterms:modified xsi:type="dcterms:W3CDTF">2021-03-28T10:15:03Z</dcterms:modified>
</cp:coreProperties>
</file>