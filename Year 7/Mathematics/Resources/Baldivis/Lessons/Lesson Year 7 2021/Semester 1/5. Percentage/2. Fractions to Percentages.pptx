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5"/>
  </p:notesMasterIdLst>
  <p:sldIdLst>
    <p:sldId id="282" r:id="rId2"/>
    <p:sldId id="324" r:id="rId3"/>
    <p:sldId id="325" r:id="rId4"/>
    <p:sldId id="303" r:id="rId5"/>
    <p:sldId id="304" r:id="rId6"/>
    <p:sldId id="305" r:id="rId7"/>
    <p:sldId id="306" r:id="rId8"/>
    <p:sldId id="293" r:id="rId9"/>
    <p:sldId id="307" r:id="rId10"/>
    <p:sldId id="308" r:id="rId11"/>
    <p:sldId id="309" r:id="rId12"/>
    <p:sldId id="310" r:id="rId13"/>
    <p:sldId id="311" r:id="rId14"/>
  </p:sldIdLst>
  <p:sldSz cx="9144000" cy="5143500" type="screen16x9"/>
  <p:notesSz cx="6858000" cy="9144000"/>
  <p:embeddedFontLst>
    <p:embeddedFont>
      <p:font typeface="Abel" panose="020B0604020202020204" charset="0"/>
      <p:regular r:id="rId16"/>
    </p:embeddedFont>
    <p:embeddedFont>
      <p:font typeface="Arial Black" panose="020B0A04020102020204" pitchFamily="34" charset="0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Fredoka One" panose="020B0604020202020204" charset="0"/>
      <p:regular r:id="rId22"/>
    </p:embeddedFont>
    <p:embeddedFont>
      <p:font typeface="Tahoma" panose="020B0604030504040204" pitchFamily="3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FDA1C2-0A65-49ED-951F-1E39A472C597}" v="3" dt="2021-03-28T11:06:43.655"/>
  </p1510:revLst>
</p1510:revInfo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398" autoAdjust="0"/>
    <p:restoredTop sz="94660"/>
  </p:normalViewPr>
  <p:slideViewPr>
    <p:cSldViewPr snapToGrid="0">
      <p:cViewPr varScale="1">
        <p:scale>
          <a:sx n="54" d="100"/>
          <a:sy n="54" d="100"/>
        </p:scale>
        <p:origin x="486" y="60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F3FDA1C2-0A65-49ED-951F-1E39A472C597}"/>
    <pc:docChg chg="undo custSel addSld delSld modSld">
      <pc:chgData name="justin.watson@education.wa.edu.au" userId="0bb701940c9d40d5" providerId="LiveId" clId="{F3FDA1C2-0A65-49ED-951F-1E39A472C597}" dt="2021-03-28T11:07:36.666" v="162" actId="47"/>
      <pc:docMkLst>
        <pc:docMk/>
      </pc:docMkLst>
      <pc:sldChg chg="del">
        <pc:chgData name="justin.watson@education.wa.edu.au" userId="0bb701940c9d40d5" providerId="LiveId" clId="{F3FDA1C2-0A65-49ED-951F-1E39A472C597}" dt="2021-03-22T02:25:05.912" v="24" actId="47"/>
        <pc:sldMkLst>
          <pc:docMk/>
          <pc:sldMk cId="0" sldId="256"/>
        </pc:sldMkLst>
      </pc:sldChg>
      <pc:sldChg chg="del">
        <pc:chgData name="justin.watson@education.wa.edu.au" userId="0bb701940c9d40d5" providerId="LiveId" clId="{F3FDA1C2-0A65-49ED-951F-1E39A472C597}" dt="2021-03-22T02:24:47.246" v="6" actId="47"/>
        <pc:sldMkLst>
          <pc:docMk/>
          <pc:sldMk cId="0" sldId="257"/>
        </pc:sldMkLst>
      </pc:sldChg>
      <pc:sldChg chg="del">
        <pc:chgData name="justin.watson@education.wa.edu.au" userId="0bb701940c9d40d5" providerId="LiveId" clId="{F3FDA1C2-0A65-49ED-951F-1E39A472C597}" dt="2021-03-22T02:24:46.845" v="4" actId="47"/>
        <pc:sldMkLst>
          <pc:docMk/>
          <pc:sldMk cId="0" sldId="259"/>
        </pc:sldMkLst>
      </pc:sldChg>
      <pc:sldChg chg="add del">
        <pc:chgData name="justin.watson@education.wa.edu.au" userId="0bb701940c9d40d5" providerId="LiveId" clId="{F3FDA1C2-0A65-49ED-951F-1E39A472C597}" dt="2021-03-28T11:07:35.041" v="161" actId="47"/>
        <pc:sldMkLst>
          <pc:docMk/>
          <pc:sldMk cId="3544530676" sldId="264"/>
        </pc:sldMkLst>
      </pc:sldChg>
      <pc:sldChg chg="delSp modSp add mod">
        <pc:chgData name="justin.watson@education.wa.edu.au" userId="0bb701940c9d40d5" providerId="LiveId" clId="{F3FDA1C2-0A65-49ED-951F-1E39A472C597}" dt="2021-03-28T10:15:46.029" v="97" actId="478"/>
        <pc:sldMkLst>
          <pc:docMk/>
          <pc:sldMk cId="2461495291" sldId="282"/>
        </pc:sldMkLst>
        <pc:spChg chg="del">
          <ac:chgData name="justin.watson@education.wa.edu.au" userId="0bb701940c9d40d5" providerId="LiveId" clId="{F3FDA1C2-0A65-49ED-951F-1E39A472C597}" dt="2021-03-22T02:26:40.458" v="94" actId="478"/>
          <ac:spMkLst>
            <pc:docMk/>
            <pc:sldMk cId="2461495291" sldId="282"/>
            <ac:spMk id="2" creationId="{00000000-0000-0000-0000-000000000000}"/>
          </ac:spMkLst>
        </pc:spChg>
        <pc:spChg chg="del">
          <ac:chgData name="justin.watson@education.wa.edu.au" userId="0bb701940c9d40d5" providerId="LiveId" clId="{F3FDA1C2-0A65-49ED-951F-1E39A472C597}" dt="2021-03-22T02:26:38.414" v="93" actId="478"/>
          <ac:spMkLst>
            <pc:docMk/>
            <pc:sldMk cId="2461495291" sldId="282"/>
            <ac:spMk id="5" creationId="{00000000-0000-0000-0000-000000000000}"/>
          </ac:spMkLst>
        </pc:spChg>
        <pc:spChg chg="mod">
          <ac:chgData name="justin.watson@education.wa.edu.au" userId="0bb701940c9d40d5" providerId="LiveId" clId="{F3FDA1C2-0A65-49ED-951F-1E39A472C597}" dt="2021-03-22T02:26:36.029" v="92" actId="14100"/>
          <ac:spMkLst>
            <pc:docMk/>
            <pc:sldMk cId="2461495291" sldId="282"/>
            <ac:spMk id="7" creationId="{00000000-0000-0000-0000-000000000000}"/>
          </ac:spMkLst>
        </pc:spChg>
        <pc:spChg chg="mod">
          <ac:chgData name="justin.watson@education.wa.edu.au" userId="0bb701940c9d40d5" providerId="LiveId" clId="{F3FDA1C2-0A65-49ED-951F-1E39A472C597}" dt="2021-03-22T02:26:44.874" v="96" actId="1076"/>
          <ac:spMkLst>
            <pc:docMk/>
            <pc:sldMk cId="2461495291" sldId="282"/>
            <ac:spMk id="56" creationId="{00000000-0000-0000-0000-000000000000}"/>
          </ac:spMkLst>
        </pc:spChg>
        <pc:picChg chg="del">
          <ac:chgData name="justin.watson@education.wa.edu.au" userId="0bb701940c9d40d5" providerId="LiveId" clId="{F3FDA1C2-0A65-49ED-951F-1E39A472C597}" dt="2021-03-28T10:15:46.029" v="97" actId="478"/>
          <ac:picMkLst>
            <pc:docMk/>
            <pc:sldMk cId="2461495291" sldId="282"/>
            <ac:picMk id="10" creationId="{00000000-0000-0000-0000-000000000000}"/>
          </ac:picMkLst>
        </pc:picChg>
      </pc:sldChg>
      <pc:sldChg chg="del">
        <pc:chgData name="justin.watson@education.wa.edu.au" userId="0bb701940c9d40d5" providerId="LiveId" clId="{F3FDA1C2-0A65-49ED-951F-1E39A472C597}" dt="2021-03-22T02:25:38.037" v="26" actId="47"/>
        <pc:sldMkLst>
          <pc:docMk/>
          <pc:sldMk cId="4108005834" sldId="288"/>
        </pc:sldMkLst>
      </pc:sldChg>
      <pc:sldChg chg="del">
        <pc:chgData name="justin.watson@education.wa.edu.au" userId="0bb701940c9d40d5" providerId="LiveId" clId="{F3FDA1C2-0A65-49ED-951F-1E39A472C597}" dt="2021-03-22T02:25:39.272" v="29" actId="47"/>
        <pc:sldMkLst>
          <pc:docMk/>
          <pc:sldMk cId="3794465834" sldId="290"/>
        </pc:sldMkLst>
      </pc:sldChg>
      <pc:sldChg chg="del">
        <pc:chgData name="justin.watson@education.wa.edu.au" userId="0bb701940c9d40d5" providerId="LiveId" clId="{F3FDA1C2-0A65-49ED-951F-1E39A472C597}" dt="2021-03-22T02:25:38.238" v="27" actId="47"/>
        <pc:sldMkLst>
          <pc:docMk/>
          <pc:sldMk cId="3747600176" sldId="291"/>
        </pc:sldMkLst>
      </pc:sldChg>
      <pc:sldChg chg="del">
        <pc:chgData name="justin.watson@education.wa.edu.au" userId="0bb701940c9d40d5" providerId="LiveId" clId="{F3FDA1C2-0A65-49ED-951F-1E39A472C597}" dt="2021-03-22T02:25:39.689" v="30" actId="47"/>
        <pc:sldMkLst>
          <pc:docMk/>
          <pc:sldMk cId="368371601" sldId="292"/>
        </pc:sldMkLst>
      </pc:sldChg>
      <pc:sldChg chg="delSp modSp add mod">
        <pc:chgData name="justin.watson@education.wa.edu.au" userId="0bb701940c9d40d5" providerId="LiveId" clId="{F3FDA1C2-0A65-49ED-951F-1E39A472C597}" dt="2021-03-28T10:19:49.267" v="147"/>
        <pc:sldMkLst>
          <pc:docMk/>
          <pc:sldMk cId="207704486" sldId="293"/>
        </pc:sldMkLst>
        <pc:spChg chg="mod">
          <ac:chgData name="justin.watson@education.wa.edu.au" userId="0bb701940c9d40d5" providerId="LiveId" clId="{F3FDA1C2-0A65-49ED-951F-1E39A472C597}" dt="2021-03-28T10:19:49.267" v="147"/>
          <ac:spMkLst>
            <pc:docMk/>
            <pc:sldMk cId="207704486" sldId="293"/>
            <ac:spMk id="179" creationId="{00000000-0000-0000-0000-000000000000}"/>
          </ac:spMkLst>
        </pc:spChg>
        <pc:picChg chg="del">
          <ac:chgData name="justin.watson@education.wa.edu.au" userId="0bb701940c9d40d5" providerId="LiveId" clId="{F3FDA1C2-0A65-49ED-951F-1E39A472C597}" dt="2021-03-28T10:16:24.426" v="109" actId="478"/>
          <ac:picMkLst>
            <pc:docMk/>
            <pc:sldMk cId="207704486" sldId="293"/>
            <ac:picMk id="30" creationId="{00000000-0000-0000-0000-000000000000}"/>
          </ac:picMkLst>
        </pc:picChg>
      </pc:sldChg>
      <pc:sldChg chg="add del">
        <pc:chgData name="justin.watson@education.wa.edu.au" userId="0bb701940c9d40d5" providerId="LiveId" clId="{F3FDA1C2-0A65-49ED-951F-1E39A472C597}" dt="2021-03-22T02:25:41.680" v="35" actId="47"/>
        <pc:sldMkLst>
          <pc:docMk/>
          <pc:sldMk cId="3651159926" sldId="294"/>
        </pc:sldMkLst>
      </pc:sldChg>
      <pc:sldChg chg="add del">
        <pc:chgData name="justin.watson@education.wa.edu.au" userId="0bb701940c9d40d5" providerId="LiveId" clId="{F3FDA1C2-0A65-49ED-951F-1E39A472C597}" dt="2021-03-22T02:25:42.150" v="36" actId="47"/>
        <pc:sldMkLst>
          <pc:docMk/>
          <pc:sldMk cId="2524816785" sldId="295"/>
        </pc:sldMkLst>
      </pc:sldChg>
      <pc:sldChg chg="add del">
        <pc:chgData name="justin.watson@education.wa.edu.au" userId="0bb701940c9d40d5" providerId="LiveId" clId="{F3FDA1C2-0A65-49ED-951F-1E39A472C597}" dt="2021-03-22T02:25:42.884" v="37" actId="47"/>
        <pc:sldMkLst>
          <pc:docMk/>
          <pc:sldMk cId="2536203846" sldId="296"/>
        </pc:sldMkLst>
      </pc:sldChg>
      <pc:sldChg chg="add del">
        <pc:chgData name="justin.watson@education.wa.edu.au" userId="0bb701940c9d40d5" providerId="LiveId" clId="{F3FDA1C2-0A65-49ED-951F-1E39A472C597}" dt="2021-03-22T02:25:41.263" v="34" actId="47"/>
        <pc:sldMkLst>
          <pc:docMk/>
          <pc:sldMk cId="1413069092" sldId="297"/>
        </pc:sldMkLst>
      </pc:sldChg>
      <pc:sldChg chg="add del">
        <pc:chgData name="justin.watson@education.wa.edu.au" userId="0bb701940c9d40d5" providerId="LiveId" clId="{F3FDA1C2-0A65-49ED-951F-1E39A472C597}" dt="2021-03-22T02:25:40.793" v="33" actId="47"/>
        <pc:sldMkLst>
          <pc:docMk/>
          <pc:sldMk cId="3476150873" sldId="298"/>
        </pc:sldMkLst>
      </pc:sldChg>
      <pc:sldChg chg="del">
        <pc:chgData name="justin.watson@education.wa.edu.au" userId="0bb701940c9d40d5" providerId="LiveId" clId="{F3FDA1C2-0A65-49ED-951F-1E39A472C597}" dt="2021-03-22T02:25:38.940" v="28" actId="47"/>
        <pc:sldMkLst>
          <pc:docMk/>
          <pc:sldMk cId="1995794593" sldId="299"/>
        </pc:sldMkLst>
      </pc:sldChg>
      <pc:sldChg chg="add del">
        <pc:chgData name="justin.watson@education.wa.edu.au" userId="0bb701940c9d40d5" providerId="LiveId" clId="{F3FDA1C2-0A65-49ED-951F-1E39A472C597}" dt="2021-03-22T02:25:40.445" v="32" actId="47"/>
        <pc:sldMkLst>
          <pc:docMk/>
          <pc:sldMk cId="1577206110" sldId="300"/>
        </pc:sldMkLst>
      </pc:sldChg>
      <pc:sldChg chg="add del">
        <pc:chgData name="justin.watson@education.wa.edu.au" userId="0bb701940c9d40d5" providerId="LiveId" clId="{F3FDA1C2-0A65-49ED-951F-1E39A472C597}" dt="2021-03-22T02:25:40.044" v="31" actId="47"/>
        <pc:sldMkLst>
          <pc:docMk/>
          <pc:sldMk cId="2861983909" sldId="301"/>
        </pc:sldMkLst>
      </pc:sldChg>
      <pc:sldChg chg="del">
        <pc:chgData name="justin.watson@education.wa.edu.au" userId="0bb701940c9d40d5" providerId="LiveId" clId="{F3FDA1C2-0A65-49ED-951F-1E39A472C597}" dt="2021-03-22T02:25:48.896" v="38" actId="47"/>
        <pc:sldMkLst>
          <pc:docMk/>
          <pc:sldMk cId="1523572375" sldId="302"/>
        </pc:sldMkLst>
      </pc:sldChg>
      <pc:sldChg chg="delSp modSp add mod">
        <pc:chgData name="justin.watson@education.wa.edu.au" userId="0bb701940c9d40d5" providerId="LiveId" clId="{F3FDA1C2-0A65-49ED-951F-1E39A472C597}" dt="2021-03-28T10:19:34.907" v="145"/>
        <pc:sldMkLst>
          <pc:docMk/>
          <pc:sldMk cId="2014818610" sldId="303"/>
        </pc:sldMkLst>
        <pc:spChg chg="mod">
          <ac:chgData name="justin.watson@education.wa.edu.au" userId="0bb701940c9d40d5" providerId="LiveId" clId="{F3FDA1C2-0A65-49ED-951F-1E39A472C597}" dt="2021-03-28T10:19:34.907" v="145"/>
          <ac:spMkLst>
            <pc:docMk/>
            <pc:sldMk cId="2014818610" sldId="303"/>
            <ac:spMk id="45" creationId="{00000000-0000-0000-0000-000000000000}"/>
          </ac:spMkLst>
        </pc:spChg>
        <pc:picChg chg="del">
          <ac:chgData name="justin.watson@education.wa.edu.au" userId="0bb701940c9d40d5" providerId="LiveId" clId="{F3FDA1C2-0A65-49ED-951F-1E39A472C597}" dt="2021-03-28T10:15:48.964" v="98" actId="478"/>
          <ac:picMkLst>
            <pc:docMk/>
            <pc:sldMk cId="2014818610" sldId="303"/>
            <ac:picMk id="30" creationId="{00000000-0000-0000-0000-000000000000}"/>
          </ac:picMkLst>
        </pc:picChg>
      </pc:sldChg>
      <pc:sldChg chg="delSp modSp add mod">
        <pc:chgData name="justin.watson@education.wa.edu.au" userId="0bb701940c9d40d5" providerId="LiveId" clId="{F3FDA1C2-0A65-49ED-951F-1E39A472C597}" dt="2021-03-28T10:19:27.973" v="144" actId="1076"/>
        <pc:sldMkLst>
          <pc:docMk/>
          <pc:sldMk cId="562832687" sldId="304"/>
        </pc:sldMkLst>
        <pc:spChg chg="mod">
          <ac:chgData name="justin.watson@education.wa.edu.au" userId="0bb701940c9d40d5" providerId="LiveId" clId="{F3FDA1C2-0A65-49ED-951F-1E39A472C597}" dt="2021-03-28T10:19:27.973" v="144" actId="1076"/>
          <ac:spMkLst>
            <pc:docMk/>
            <pc:sldMk cId="562832687" sldId="304"/>
            <ac:spMk id="179" creationId="{00000000-0000-0000-0000-000000000000}"/>
          </ac:spMkLst>
        </pc:spChg>
        <pc:picChg chg="del">
          <ac:chgData name="justin.watson@education.wa.edu.au" userId="0bb701940c9d40d5" providerId="LiveId" clId="{F3FDA1C2-0A65-49ED-951F-1E39A472C597}" dt="2021-03-28T10:15:52.048" v="99" actId="478"/>
          <ac:picMkLst>
            <pc:docMk/>
            <pc:sldMk cId="562832687" sldId="304"/>
            <ac:picMk id="30" creationId="{00000000-0000-0000-0000-000000000000}"/>
          </ac:picMkLst>
        </pc:picChg>
      </pc:sldChg>
      <pc:sldChg chg="delSp modSp add mod">
        <pc:chgData name="justin.watson@education.wa.edu.au" userId="0bb701940c9d40d5" providerId="LiveId" clId="{F3FDA1C2-0A65-49ED-951F-1E39A472C597}" dt="2021-03-28T10:19:02.532" v="142" actId="20577"/>
        <pc:sldMkLst>
          <pc:docMk/>
          <pc:sldMk cId="635873536" sldId="305"/>
        </pc:sldMkLst>
        <pc:spChg chg="mod">
          <ac:chgData name="justin.watson@education.wa.edu.au" userId="0bb701940c9d40d5" providerId="LiveId" clId="{F3FDA1C2-0A65-49ED-951F-1E39A472C597}" dt="2021-03-28T10:19:02.532" v="142" actId="20577"/>
          <ac:spMkLst>
            <pc:docMk/>
            <pc:sldMk cId="635873536" sldId="305"/>
            <ac:spMk id="179" creationId="{00000000-0000-0000-0000-000000000000}"/>
          </ac:spMkLst>
        </pc:spChg>
        <pc:spChg chg="mod">
          <ac:chgData name="justin.watson@education.wa.edu.au" userId="0bb701940c9d40d5" providerId="LiveId" clId="{F3FDA1C2-0A65-49ED-951F-1E39A472C597}" dt="2021-03-28T10:16:00.963" v="101" actId="14100"/>
          <ac:spMkLst>
            <pc:docMk/>
            <pc:sldMk cId="635873536" sldId="305"/>
            <ac:spMk id="180" creationId="{00000000-0000-0000-0000-000000000000}"/>
          </ac:spMkLst>
        </pc:spChg>
        <pc:spChg chg="mod">
          <ac:chgData name="justin.watson@education.wa.edu.au" userId="0bb701940c9d40d5" providerId="LiveId" clId="{F3FDA1C2-0A65-49ED-951F-1E39A472C597}" dt="2021-03-28T10:16:07.979" v="103" actId="1076"/>
          <ac:spMkLst>
            <pc:docMk/>
            <pc:sldMk cId="635873536" sldId="305"/>
            <ac:spMk id="181" creationId="{00000000-0000-0000-0000-000000000000}"/>
          </ac:spMkLst>
        </pc:spChg>
        <pc:spChg chg="mod">
          <ac:chgData name="justin.watson@education.wa.edu.au" userId="0bb701940c9d40d5" providerId="LiveId" clId="{F3FDA1C2-0A65-49ED-951F-1E39A472C597}" dt="2021-03-28T10:16:05.479" v="102" actId="1076"/>
          <ac:spMkLst>
            <pc:docMk/>
            <pc:sldMk cId="635873536" sldId="305"/>
            <ac:spMk id="184" creationId="{00000000-0000-0000-0000-000000000000}"/>
          </ac:spMkLst>
        </pc:spChg>
        <pc:picChg chg="del">
          <ac:chgData name="justin.watson@education.wa.edu.au" userId="0bb701940c9d40d5" providerId="LiveId" clId="{F3FDA1C2-0A65-49ED-951F-1E39A472C597}" dt="2021-03-28T10:15:54.286" v="100" actId="478"/>
          <ac:picMkLst>
            <pc:docMk/>
            <pc:sldMk cId="635873536" sldId="305"/>
            <ac:picMk id="30" creationId="{00000000-0000-0000-0000-000000000000}"/>
          </ac:picMkLst>
        </pc:picChg>
      </pc:sldChg>
      <pc:sldChg chg="delSp modSp add mod">
        <pc:chgData name="justin.watson@education.wa.edu.au" userId="0bb701940c9d40d5" providerId="LiveId" clId="{F3FDA1C2-0A65-49ED-951F-1E39A472C597}" dt="2021-03-28T10:19:46.283" v="146"/>
        <pc:sldMkLst>
          <pc:docMk/>
          <pc:sldMk cId="3905956271" sldId="306"/>
        </pc:sldMkLst>
        <pc:spChg chg="mod">
          <ac:chgData name="justin.watson@education.wa.edu.au" userId="0bb701940c9d40d5" providerId="LiveId" clId="{F3FDA1C2-0A65-49ED-951F-1E39A472C597}" dt="2021-03-28T10:16:21.065" v="107" actId="14100"/>
          <ac:spMkLst>
            <pc:docMk/>
            <pc:sldMk cId="3905956271" sldId="306"/>
            <ac:spMk id="17" creationId="{00000000-0000-0000-0000-000000000000}"/>
          </ac:spMkLst>
        </pc:spChg>
        <pc:spChg chg="mod">
          <ac:chgData name="justin.watson@education.wa.edu.au" userId="0bb701940c9d40d5" providerId="LiveId" clId="{F3FDA1C2-0A65-49ED-951F-1E39A472C597}" dt="2021-03-28T10:19:46.283" v="146"/>
          <ac:spMkLst>
            <pc:docMk/>
            <pc:sldMk cId="3905956271" sldId="306"/>
            <ac:spMk id="179" creationId="{00000000-0000-0000-0000-000000000000}"/>
          </ac:spMkLst>
        </pc:spChg>
        <pc:picChg chg="del">
          <ac:chgData name="justin.watson@education.wa.edu.au" userId="0bb701940c9d40d5" providerId="LiveId" clId="{F3FDA1C2-0A65-49ED-951F-1E39A472C597}" dt="2021-03-28T10:16:21.986" v="108" actId="478"/>
          <ac:picMkLst>
            <pc:docMk/>
            <pc:sldMk cId="3905956271" sldId="306"/>
            <ac:picMk id="30" creationId="{00000000-0000-0000-0000-000000000000}"/>
          </ac:picMkLst>
        </pc:picChg>
      </pc:sldChg>
      <pc:sldChg chg="delSp modSp add mod">
        <pc:chgData name="justin.watson@education.wa.edu.au" userId="0bb701940c9d40d5" providerId="LiveId" clId="{F3FDA1C2-0A65-49ED-951F-1E39A472C597}" dt="2021-03-28T10:19:52.073" v="148"/>
        <pc:sldMkLst>
          <pc:docMk/>
          <pc:sldMk cId="852097638" sldId="307"/>
        </pc:sldMkLst>
        <pc:spChg chg="mod">
          <ac:chgData name="justin.watson@education.wa.edu.au" userId="0bb701940c9d40d5" providerId="LiveId" clId="{F3FDA1C2-0A65-49ED-951F-1E39A472C597}" dt="2021-03-28T10:18:34.430" v="117" actId="1076"/>
          <ac:spMkLst>
            <pc:docMk/>
            <pc:sldMk cId="852097638" sldId="307"/>
            <ac:spMk id="17" creationId="{00000000-0000-0000-0000-000000000000}"/>
          </ac:spMkLst>
        </pc:spChg>
        <pc:spChg chg="mod">
          <ac:chgData name="justin.watson@education.wa.edu.au" userId="0bb701940c9d40d5" providerId="LiveId" clId="{F3FDA1C2-0A65-49ED-951F-1E39A472C597}" dt="2021-03-28T10:19:52.073" v="148"/>
          <ac:spMkLst>
            <pc:docMk/>
            <pc:sldMk cId="852097638" sldId="307"/>
            <ac:spMk id="179" creationId="{00000000-0000-0000-0000-000000000000}"/>
          </ac:spMkLst>
        </pc:spChg>
        <pc:picChg chg="del">
          <ac:chgData name="justin.watson@education.wa.edu.au" userId="0bb701940c9d40d5" providerId="LiveId" clId="{F3FDA1C2-0A65-49ED-951F-1E39A472C597}" dt="2021-03-28T10:16:26.686" v="110" actId="478"/>
          <ac:picMkLst>
            <pc:docMk/>
            <pc:sldMk cId="852097638" sldId="307"/>
            <ac:picMk id="30" creationId="{00000000-0000-0000-0000-000000000000}"/>
          </ac:picMkLst>
        </pc:picChg>
      </pc:sldChg>
      <pc:sldChg chg="delSp modSp add mod">
        <pc:chgData name="justin.watson@education.wa.edu.au" userId="0bb701940c9d40d5" providerId="LiveId" clId="{F3FDA1C2-0A65-49ED-951F-1E39A472C597}" dt="2021-03-28T10:20:04.666" v="151" actId="1076"/>
        <pc:sldMkLst>
          <pc:docMk/>
          <pc:sldMk cId="3049437991" sldId="308"/>
        </pc:sldMkLst>
        <pc:spChg chg="mod">
          <ac:chgData name="justin.watson@education.wa.edu.au" userId="0bb701940c9d40d5" providerId="LiveId" clId="{F3FDA1C2-0A65-49ED-951F-1E39A472C597}" dt="2021-03-28T10:19:57.518" v="149" actId="14100"/>
          <ac:spMkLst>
            <pc:docMk/>
            <pc:sldMk cId="3049437991" sldId="308"/>
            <ac:spMk id="17" creationId="{00000000-0000-0000-0000-000000000000}"/>
          </ac:spMkLst>
        </pc:spChg>
        <pc:spChg chg="mod">
          <ac:chgData name="justin.watson@education.wa.edu.au" userId="0bb701940c9d40d5" providerId="LiveId" clId="{F3FDA1C2-0A65-49ED-951F-1E39A472C597}" dt="2021-03-28T10:20:04.666" v="151" actId="1076"/>
          <ac:spMkLst>
            <pc:docMk/>
            <pc:sldMk cId="3049437991" sldId="308"/>
            <ac:spMk id="179" creationId="{00000000-0000-0000-0000-000000000000}"/>
          </ac:spMkLst>
        </pc:spChg>
        <pc:picChg chg="del">
          <ac:chgData name="justin.watson@education.wa.edu.au" userId="0bb701940c9d40d5" providerId="LiveId" clId="{F3FDA1C2-0A65-49ED-951F-1E39A472C597}" dt="2021-03-28T10:16:29.035" v="111" actId="478"/>
          <ac:picMkLst>
            <pc:docMk/>
            <pc:sldMk cId="3049437991" sldId="308"/>
            <ac:picMk id="30" creationId="{00000000-0000-0000-0000-000000000000}"/>
          </ac:picMkLst>
        </pc:picChg>
      </pc:sldChg>
      <pc:sldChg chg="delSp modSp add mod">
        <pc:chgData name="justin.watson@education.wa.edu.au" userId="0bb701940c9d40d5" providerId="LiveId" clId="{F3FDA1C2-0A65-49ED-951F-1E39A472C597}" dt="2021-03-28T10:20:15.064" v="154" actId="1076"/>
        <pc:sldMkLst>
          <pc:docMk/>
          <pc:sldMk cId="2952190279" sldId="309"/>
        </pc:sldMkLst>
        <pc:spChg chg="mod">
          <ac:chgData name="justin.watson@education.wa.edu.au" userId="0bb701940c9d40d5" providerId="LiveId" clId="{F3FDA1C2-0A65-49ED-951F-1E39A472C597}" dt="2021-03-28T10:20:10.309" v="152" actId="14100"/>
          <ac:spMkLst>
            <pc:docMk/>
            <pc:sldMk cId="2952190279" sldId="309"/>
            <ac:spMk id="17" creationId="{00000000-0000-0000-0000-000000000000}"/>
          </ac:spMkLst>
        </pc:spChg>
        <pc:spChg chg="mod">
          <ac:chgData name="justin.watson@education.wa.edu.au" userId="0bb701940c9d40d5" providerId="LiveId" clId="{F3FDA1C2-0A65-49ED-951F-1E39A472C597}" dt="2021-03-28T10:20:15.064" v="154" actId="1076"/>
          <ac:spMkLst>
            <pc:docMk/>
            <pc:sldMk cId="2952190279" sldId="309"/>
            <ac:spMk id="179" creationId="{00000000-0000-0000-0000-000000000000}"/>
          </ac:spMkLst>
        </pc:spChg>
        <pc:picChg chg="del">
          <ac:chgData name="justin.watson@education.wa.edu.au" userId="0bb701940c9d40d5" providerId="LiveId" clId="{F3FDA1C2-0A65-49ED-951F-1E39A472C597}" dt="2021-03-28T10:16:31.227" v="112" actId="478"/>
          <ac:picMkLst>
            <pc:docMk/>
            <pc:sldMk cId="2952190279" sldId="309"/>
            <ac:picMk id="30" creationId="{00000000-0000-0000-0000-000000000000}"/>
          </ac:picMkLst>
        </pc:picChg>
      </pc:sldChg>
      <pc:sldChg chg="delSp modSp add mod">
        <pc:chgData name="justin.watson@education.wa.edu.au" userId="0bb701940c9d40d5" providerId="LiveId" clId="{F3FDA1C2-0A65-49ED-951F-1E39A472C597}" dt="2021-03-28T10:20:21.329" v="156" actId="1076"/>
        <pc:sldMkLst>
          <pc:docMk/>
          <pc:sldMk cId="2154926147" sldId="310"/>
        </pc:sldMkLst>
        <pc:spChg chg="mod">
          <ac:chgData name="justin.watson@education.wa.edu.au" userId="0bb701940c9d40d5" providerId="LiveId" clId="{F3FDA1C2-0A65-49ED-951F-1E39A472C597}" dt="2021-03-28T10:20:21.329" v="156" actId="1076"/>
          <ac:spMkLst>
            <pc:docMk/>
            <pc:sldMk cId="2154926147" sldId="310"/>
            <ac:spMk id="179" creationId="{00000000-0000-0000-0000-000000000000}"/>
          </ac:spMkLst>
        </pc:spChg>
        <pc:picChg chg="del">
          <ac:chgData name="justin.watson@education.wa.edu.au" userId="0bb701940c9d40d5" providerId="LiveId" clId="{F3FDA1C2-0A65-49ED-951F-1E39A472C597}" dt="2021-03-28T10:16:34.266" v="113" actId="478"/>
          <ac:picMkLst>
            <pc:docMk/>
            <pc:sldMk cId="2154926147" sldId="310"/>
            <ac:picMk id="30" creationId="{00000000-0000-0000-0000-000000000000}"/>
          </ac:picMkLst>
        </pc:picChg>
      </pc:sldChg>
      <pc:sldChg chg="del">
        <pc:chgData name="justin.watson@education.wa.edu.au" userId="0bb701940c9d40d5" providerId="LiveId" clId="{F3FDA1C2-0A65-49ED-951F-1E39A472C597}" dt="2021-03-22T02:24:45.796" v="0" actId="47"/>
        <pc:sldMkLst>
          <pc:docMk/>
          <pc:sldMk cId="695118005" sldId="311"/>
        </pc:sldMkLst>
      </pc:sldChg>
      <pc:sldChg chg="delSp modSp add mod">
        <pc:chgData name="justin.watson@education.wa.edu.au" userId="0bb701940c9d40d5" providerId="LiveId" clId="{F3FDA1C2-0A65-49ED-951F-1E39A472C597}" dt="2021-03-28T10:20:29.451" v="159" actId="1076"/>
        <pc:sldMkLst>
          <pc:docMk/>
          <pc:sldMk cId="2024239585" sldId="311"/>
        </pc:sldMkLst>
        <pc:spChg chg="mod">
          <ac:chgData name="justin.watson@education.wa.edu.au" userId="0bb701940c9d40d5" providerId="LiveId" clId="{F3FDA1C2-0A65-49ED-951F-1E39A472C597}" dt="2021-03-28T10:20:29.451" v="159" actId="1076"/>
          <ac:spMkLst>
            <pc:docMk/>
            <pc:sldMk cId="2024239585" sldId="311"/>
            <ac:spMk id="6" creationId="{00000000-0000-0000-0000-000000000000}"/>
          </ac:spMkLst>
        </pc:spChg>
        <pc:picChg chg="del">
          <ac:chgData name="justin.watson@education.wa.edu.au" userId="0bb701940c9d40d5" providerId="LiveId" clId="{F3FDA1C2-0A65-49ED-951F-1E39A472C597}" dt="2021-03-28T10:16:36.245" v="114" actId="478"/>
          <ac:picMkLst>
            <pc:docMk/>
            <pc:sldMk cId="2024239585" sldId="311"/>
            <ac:picMk id="11" creationId="{00000000-0000-0000-0000-000000000000}"/>
          </ac:picMkLst>
        </pc:picChg>
      </pc:sldChg>
      <pc:sldChg chg="del">
        <pc:chgData name="justin.watson@education.wa.edu.au" userId="0bb701940c9d40d5" providerId="LiveId" clId="{F3FDA1C2-0A65-49ED-951F-1E39A472C597}" dt="2021-03-22T02:24:46.413" v="1" actId="47"/>
        <pc:sldMkLst>
          <pc:docMk/>
          <pc:sldMk cId="950609961" sldId="312"/>
        </pc:sldMkLst>
      </pc:sldChg>
      <pc:sldChg chg="del">
        <pc:chgData name="justin.watson@education.wa.edu.au" userId="0bb701940c9d40d5" providerId="LiveId" clId="{F3FDA1C2-0A65-49ED-951F-1E39A472C597}" dt="2021-03-22T02:24:46.545" v="2" actId="47"/>
        <pc:sldMkLst>
          <pc:docMk/>
          <pc:sldMk cId="4165242224" sldId="313"/>
        </pc:sldMkLst>
      </pc:sldChg>
      <pc:sldChg chg="del">
        <pc:chgData name="justin.watson@education.wa.edu.au" userId="0bb701940c9d40d5" providerId="LiveId" clId="{F3FDA1C2-0A65-49ED-951F-1E39A472C597}" dt="2021-03-22T02:24:46.676" v="3" actId="47"/>
        <pc:sldMkLst>
          <pc:docMk/>
          <pc:sldMk cId="240731653" sldId="314"/>
        </pc:sldMkLst>
      </pc:sldChg>
      <pc:sldChg chg="add del">
        <pc:chgData name="justin.watson@education.wa.edu.au" userId="0bb701940c9d40d5" providerId="LiveId" clId="{F3FDA1C2-0A65-49ED-951F-1E39A472C597}" dt="2021-03-22T02:25:01.120" v="23" actId="47"/>
        <pc:sldMkLst>
          <pc:docMk/>
          <pc:sldMk cId="1993831645" sldId="315"/>
        </pc:sldMkLst>
      </pc:sldChg>
      <pc:sldChg chg="del">
        <pc:chgData name="justin.watson@education.wa.edu.au" userId="0bb701940c9d40d5" providerId="LiveId" clId="{F3FDA1C2-0A65-49ED-951F-1E39A472C597}" dt="2021-03-22T02:24:47.231" v="5" actId="47"/>
        <pc:sldMkLst>
          <pc:docMk/>
          <pc:sldMk cId="3318276713" sldId="316"/>
        </pc:sldMkLst>
      </pc:sldChg>
      <pc:sldChg chg="add del">
        <pc:chgData name="justin.watson@education.wa.edu.au" userId="0bb701940c9d40d5" providerId="LiveId" clId="{F3FDA1C2-0A65-49ED-951F-1E39A472C597}" dt="2021-03-28T11:07:36.666" v="162" actId="47"/>
        <pc:sldMkLst>
          <pc:docMk/>
          <pc:sldMk cId="3614595874" sldId="323"/>
        </pc:sldMkLst>
      </pc:sldChg>
      <pc:sldChg chg="add">
        <pc:chgData name="justin.watson@education.wa.edu.au" userId="0bb701940c9d40d5" providerId="LiveId" clId="{F3FDA1C2-0A65-49ED-951F-1E39A472C597}" dt="2021-03-28T11:06:43.639" v="160"/>
        <pc:sldMkLst>
          <pc:docMk/>
          <pc:sldMk cId="733254121" sldId="324"/>
        </pc:sldMkLst>
      </pc:sldChg>
      <pc:sldChg chg="add">
        <pc:chgData name="justin.watson@education.wa.edu.au" userId="0bb701940c9d40d5" providerId="LiveId" clId="{F3FDA1C2-0A65-49ED-951F-1E39A472C597}" dt="2021-03-28T11:06:43.639" v="160"/>
        <pc:sldMkLst>
          <pc:docMk/>
          <pc:sldMk cId="2314306981" sldId="325"/>
        </pc:sldMkLst>
      </pc:sldChg>
      <pc:sldMasterChg chg="addSldLayout delSldLayout">
        <pc:chgData name="justin.watson@education.wa.edu.au" userId="0bb701940c9d40d5" providerId="LiveId" clId="{F3FDA1C2-0A65-49ED-951F-1E39A472C597}" dt="2021-03-22T02:25:01.120" v="23" actId="47"/>
        <pc:sldMasterMkLst>
          <pc:docMk/>
          <pc:sldMasterMk cId="0" sldId="2147483682"/>
        </pc:sldMasterMkLst>
        <pc:sldLayoutChg chg="add del">
          <pc:chgData name="justin.watson@education.wa.edu.au" userId="0bb701940c9d40d5" providerId="LiveId" clId="{F3FDA1C2-0A65-49ED-951F-1E39A472C597}" dt="2021-03-22T02:25:01.120" v="23" actId="47"/>
          <pc:sldLayoutMkLst>
            <pc:docMk/>
            <pc:sldMasterMk cId="0" sldId="2147483682"/>
            <pc:sldLayoutMk cId="0" sldId="2147483649"/>
          </pc:sldLayoutMkLst>
        </pc:sldLayoutChg>
        <pc:sldLayoutChg chg="del">
          <pc:chgData name="justin.watson@education.wa.edu.au" userId="0bb701940c9d40d5" providerId="LiveId" clId="{F3FDA1C2-0A65-49ED-951F-1E39A472C597}" dt="2021-03-22T02:24:46.845" v="4" actId="47"/>
          <pc:sldLayoutMkLst>
            <pc:docMk/>
            <pc:sldMasterMk cId="0" sldId="2147483682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9C80-D85E-40B9-BD40-898C7DA7AB3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515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9C80-D85E-40B9-BD40-898C7DA7AB3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482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9C80-D85E-40B9-BD40-898C7DA7AB3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710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9C80-D85E-40B9-BD40-898C7DA7AB3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00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9C80-D85E-40B9-BD40-898C7DA7AB3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582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9C80-D85E-40B9-BD40-898C7DA7AB3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052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9C80-D85E-40B9-BD40-898C7DA7AB3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295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9C80-D85E-40B9-BD40-898C7DA7AB3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406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9C80-D85E-40B9-BD40-898C7DA7AB3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670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9C80-D85E-40B9-BD40-898C7DA7AB3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643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ABE5-B060-4754-B67C-80B2236D15A0}" type="datetimeFigureOut">
              <a:rPr lang="en-GB" smtClean="0"/>
              <a:t>28/03/2021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6531D-EC83-43EA-997B-EB86FD0C3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4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8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kahoot.it/#/?quizId=96e50f6f-c2ed-42f3-a8e1-284cb586deaa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s://quizizz.com/admin/quiz/start_new/5a9dbb41117ca40019b94e49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0" y="2588907"/>
            <a:ext cx="6858000" cy="2554594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 rot="10800000">
            <a:off x="3223240" y="156975"/>
            <a:ext cx="3665193" cy="504168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r>
              <a:rPr lang="en-GB" sz="1013" dirty="0">
                <a:solidFill>
                  <a:prstClr val="white"/>
                </a:solidFill>
                <a:latin typeface="Calibri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 rot="10800000">
            <a:off x="1266559" y="150208"/>
            <a:ext cx="1865688" cy="1262738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28807" y="145529"/>
            <a:ext cx="1134722" cy="72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4350">
              <a:defRPr/>
            </a:pPr>
            <a:r>
              <a:rPr lang="en-GB" sz="1013" b="1" u="sng" dirty="0">
                <a:solidFill>
                  <a:prstClr val="black"/>
                </a:solidFill>
                <a:latin typeface="Calibri"/>
              </a:rPr>
              <a:t>Keywords</a:t>
            </a:r>
          </a:p>
          <a:p>
            <a:pPr lvl="0">
              <a:defRPr/>
            </a:pPr>
            <a:r>
              <a:rPr lang="en-GB" sz="1050" dirty="0">
                <a:solidFill>
                  <a:prstClr val="black"/>
                </a:solidFill>
              </a:rPr>
              <a:t> </a:t>
            </a:r>
          </a:p>
          <a:p>
            <a:pPr algn="ctr" defTabSz="514350">
              <a:defRPr/>
            </a:pPr>
            <a:endParaRPr lang="en-GB" sz="1013" dirty="0">
              <a:solidFill>
                <a:prstClr val="black"/>
              </a:solidFill>
              <a:latin typeface="Calibri"/>
            </a:endParaRPr>
          </a:p>
          <a:p>
            <a:pPr algn="ctr" defTabSz="514350">
              <a:defRPr/>
            </a:pPr>
            <a:endParaRPr lang="en-GB" sz="1013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425389" y="4415111"/>
            <a:ext cx="6446681" cy="646125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r" defTabSz="5143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05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43000" y="1336063"/>
            <a:ext cx="67773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3600" u="sng" dirty="0">
                <a:solidFill>
                  <a:prstClr val="black"/>
                </a:solidFill>
              </a:rPr>
              <a:t>Converting decimals to percentages.</a:t>
            </a:r>
            <a:endParaRPr lang="en-GB" sz="3600" u="sng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8" name="Picture 2" descr="http://content.mycutegraphics.com/graphics/health/cartoon-eye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832" y="2028638"/>
            <a:ext cx="698237" cy="40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615" y="1035323"/>
            <a:ext cx="295751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Rounded Rectangle 23"/>
          <p:cNvSpPr/>
          <p:nvPr/>
        </p:nvSpPr>
        <p:spPr>
          <a:xfrm>
            <a:off x="1266559" y="2483763"/>
            <a:ext cx="662745" cy="194615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38522" tIns="19262" rIns="38522" bIns="19262" rtlCol="0" anchor="ctr"/>
          <a:lstStyle/>
          <a:p>
            <a:pPr algn="ctr" defTabSz="514350">
              <a:defRPr/>
            </a:pPr>
            <a:r>
              <a:rPr lang="en-US" sz="1181" b="1" dirty="0">
                <a:solidFill>
                  <a:prstClr val="white"/>
                </a:solidFill>
                <a:latin typeface="Calibri"/>
              </a:rPr>
              <a:t>STARTER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t="28077" b="33885"/>
          <a:stretch/>
        </p:blipFill>
        <p:spPr>
          <a:xfrm>
            <a:off x="1587886" y="4541062"/>
            <a:ext cx="1487480" cy="320131"/>
          </a:xfrm>
          <a:prstGeom prst="rect">
            <a:avLst/>
          </a:prstGeom>
        </p:spPr>
      </p:pic>
      <p:sp>
        <p:nvSpPr>
          <p:cNvPr id="16" name="Rectangle 30"/>
          <p:cNvSpPr>
            <a:spLocks noChangeArrowheads="1"/>
          </p:cNvSpPr>
          <p:nvPr/>
        </p:nvSpPr>
        <p:spPr bwMode="auto">
          <a:xfrm>
            <a:off x="4925729" y="1564496"/>
            <a:ext cx="769625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050"/>
          </a:p>
        </p:txBody>
      </p:sp>
      <p:sp>
        <p:nvSpPr>
          <p:cNvPr id="56" name="Rectangle 55"/>
          <p:cNvSpPr/>
          <p:nvPr/>
        </p:nvSpPr>
        <p:spPr>
          <a:xfrm>
            <a:off x="3255806" y="200359"/>
            <a:ext cx="3665193" cy="409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50" dirty="0">
                <a:solidFill>
                  <a:prstClr val="black"/>
                </a:solidFill>
              </a:rPr>
              <a:t>EQ - How do I convert between </a:t>
            </a:r>
            <a:r>
              <a:rPr lang="en-GB" sz="1050" dirty="0"/>
              <a:t>decimals to percentages.</a:t>
            </a:r>
            <a:r>
              <a:rPr lang="en-GB" sz="1050" dirty="0">
                <a:solidFill>
                  <a:prstClr val="black"/>
                </a:solidFill>
              </a:rPr>
              <a:t> </a:t>
            </a:r>
            <a:endParaRPr lang="en-GB" sz="105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defTabSz="514350">
              <a:defRPr/>
            </a:pP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80651" y="2863909"/>
            <a:ext cx="524830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1050" dirty="0"/>
              <a:t>Unscramble the words below to find the keywords for todays lesson:</a:t>
            </a:r>
          </a:p>
          <a:p>
            <a:pPr lvl="0">
              <a:defRPr/>
            </a:pPr>
            <a:endParaRPr lang="en-GB" sz="1050" dirty="0"/>
          </a:p>
        </p:txBody>
      </p:sp>
      <p:sp>
        <p:nvSpPr>
          <p:cNvPr id="11" name="Rectangle 10"/>
          <p:cNvSpPr/>
          <p:nvPr/>
        </p:nvSpPr>
        <p:spPr>
          <a:xfrm>
            <a:off x="3501101" y="3135692"/>
            <a:ext cx="87556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GB" sz="1050" dirty="0">
                <a:solidFill>
                  <a:srgbClr val="FF0000"/>
                </a:solidFill>
              </a:rPr>
              <a:t>Percentage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0324" y="3547835"/>
            <a:ext cx="71045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GB" sz="1050" dirty="0">
                <a:solidFill>
                  <a:srgbClr val="FF0000"/>
                </a:solidFill>
              </a:rPr>
              <a:t>Decimal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1066" y="3949117"/>
            <a:ext cx="81624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GB" sz="1050" dirty="0">
                <a:solidFill>
                  <a:srgbClr val="FF0000"/>
                </a:solidFill>
              </a:rPr>
              <a:t>Equivalent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9304" y="3124072"/>
            <a:ext cx="3429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defRPr/>
            </a:pPr>
            <a:r>
              <a:rPr lang="en-GB" sz="1050" dirty="0"/>
              <a:t>1) Ganecrepet </a:t>
            </a:r>
          </a:p>
          <a:p>
            <a:pPr lvl="0">
              <a:defRPr/>
            </a:pPr>
            <a:endParaRPr lang="en-GB" sz="1050" dirty="0"/>
          </a:p>
          <a:p>
            <a:pPr lvl="0">
              <a:defRPr/>
            </a:pPr>
            <a:r>
              <a:rPr lang="en-GB" sz="1050" dirty="0"/>
              <a:t>2) Cimaled</a:t>
            </a:r>
          </a:p>
          <a:p>
            <a:pPr lvl="0">
              <a:defRPr/>
            </a:pPr>
            <a:endParaRPr lang="en-GB" sz="1050" dirty="0"/>
          </a:p>
          <a:p>
            <a:pPr lvl="0">
              <a:defRPr/>
            </a:pPr>
            <a:r>
              <a:rPr lang="en-GB" sz="1050" dirty="0"/>
              <a:t>3) Vaiquletun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28973" y="327434"/>
            <a:ext cx="87556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GB" sz="1050" dirty="0">
                <a:solidFill>
                  <a:srgbClr val="FF0000"/>
                </a:solidFill>
              </a:rPr>
              <a:t>Percentage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4211" y="534185"/>
            <a:ext cx="71045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GB" sz="1050" dirty="0">
                <a:solidFill>
                  <a:srgbClr val="FF0000"/>
                </a:solidFill>
              </a:rPr>
              <a:t>Decimal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423" y="717227"/>
            <a:ext cx="81624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GB" sz="1050" dirty="0">
                <a:solidFill>
                  <a:srgbClr val="FF0000"/>
                </a:solidFill>
              </a:rPr>
              <a:t>Equivalent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36795" y="940298"/>
            <a:ext cx="65755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GB" sz="1050" dirty="0">
                <a:solidFill>
                  <a:srgbClr val="FF0000"/>
                </a:solidFill>
              </a:rPr>
              <a:t>Convert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6862" y="3142045"/>
            <a:ext cx="829073" cy="9002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050" dirty="0"/>
              <a:t>4) Tervnoc</a:t>
            </a:r>
          </a:p>
          <a:p>
            <a:endParaRPr lang="en-GB" sz="1050" dirty="0"/>
          </a:p>
          <a:p>
            <a:r>
              <a:rPr lang="en-GB" sz="1050" dirty="0"/>
              <a:t>5) Leuaq</a:t>
            </a:r>
          </a:p>
          <a:p>
            <a:endParaRPr lang="en-GB" sz="1050" dirty="0"/>
          </a:p>
          <a:p>
            <a:endParaRPr lang="en-GB" sz="1050" dirty="0"/>
          </a:p>
        </p:txBody>
      </p:sp>
      <p:sp>
        <p:nvSpPr>
          <p:cNvPr id="37" name="Rectangle 36"/>
          <p:cNvSpPr/>
          <p:nvPr/>
        </p:nvSpPr>
        <p:spPr>
          <a:xfrm>
            <a:off x="6141560" y="3147535"/>
            <a:ext cx="65755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GB" sz="1050" dirty="0">
                <a:solidFill>
                  <a:srgbClr val="FF0000"/>
                </a:solidFill>
              </a:rPr>
              <a:t>Convert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9685" y="3566947"/>
            <a:ext cx="53091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GB" sz="1050" dirty="0">
                <a:solidFill>
                  <a:srgbClr val="FF0000"/>
                </a:solidFill>
              </a:rPr>
              <a:t>Equal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5792" y="1132505"/>
            <a:ext cx="53091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GB" sz="1050" dirty="0">
                <a:solidFill>
                  <a:srgbClr val="FF0000"/>
                </a:solidFill>
              </a:rPr>
              <a:t>Equal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8484" y="4584194"/>
            <a:ext cx="19239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Define each of the key words</a:t>
            </a:r>
          </a:p>
        </p:txBody>
      </p:sp>
    </p:spTree>
    <p:extLst>
      <p:ext uri="{BB962C8B-B14F-4D97-AF65-F5344CB8AC3E}">
        <p14:creationId xmlns:p14="http://schemas.microsoft.com/office/powerpoint/2010/main" val="246149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32" grpId="0"/>
      <p:bldP spid="33" grpId="0"/>
      <p:bldP spid="34" grpId="0"/>
      <p:bldP spid="35" grpId="0"/>
      <p:bldP spid="37" grpId="0"/>
      <p:bldP spid="38" grpId="0"/>
      <p:bldP spid="3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4518061" y="0"/>
            <a:ext cx="10826" cy="5143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45512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575246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98098" y="-58483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80" y="206404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422899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9734" y="211601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1748" y="230172"/>
            <a:ext cx="182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1147" y="15489"/>
            <a:ext cx="259631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518061" y="47156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6087633" y="471562"/>
            <a:ext cx="0" cy="46719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3857705" y="2549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4222102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3482456" y="211601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24</a:t>
            </a:r>
            <a:endParaRPr lang="en-GB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3868531" y="218243"/>
            <a:ext cx="3174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50" dirty="0"/>
              <a:t>7</a:t>
            </a:r>
            <a:endParaRPr lang="en-GB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4250604" y="223142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30</a:t>
            </a:r>
            <a:endParaRPr lang="en-GB" sz="105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3490623" y="266609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4657071" y="254983"/>
            <a:ext cx="1337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6543029" y="266609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733254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8061" y="0"/>
            <a:ext cx="54006" cy="5218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302" y="4856000"/>
            <a:ext cx="2600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4349" y="4894146"/>
            <a:ext cx="4123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4518061" y="461342"/>
            <a:ext cx="462593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4518061" y="897564"/>
            <a:ext cx="46259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4572067" y="4029912"/>
            <a:ext cx="457193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543813" y="897564"/>
            <a:ext cx="0" cy="31323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42947" y="50017"/>
            <a:ext cx="32396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750" dirty="0"/>
              <a:t>24</a:t>
            </a:r>
          </a:p>
          <a:p>
            <a:r>
              <a:rPr lang="en-AU" sz="750" dirty="0"/>
              <a:t>7</a:t>
            </a:r>
          </a:p>
          <a:p>
            <a:r>
              <a:rPr lang="en-AU" sz="75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7754" y="451162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814" y="897564"/>
            <a:ext cx="6880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5929" y="897565"/>
            <a:ext cx="10278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67" y="4029913"/>
            <a:ext cx="10086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6435" y="106870"/>
            <a:ext cx="90281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4755379" y="77465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2314306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27" name="Rectangle 26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37" name="TextBox 9"/>
          <p:cNvSpPr txBox="1">
            <a:spLocks noChangeArrowheads="1"/>
          </p:cNvSpPr>
          <p:nvPr/>
        </p:nvSpPr>
        <p:spPr bwMode="auto">
          <a:xfrm>
            <a:off x="6178942" y="1928537"/>
            <a:ext cx="1490663" cy="923330"/>
          </a:xfrm>
          <a:prstGeom prst="rect">
            <a:avLst/>
          </a:prstGeom>
          <a:solidFill>
            <a:srgbClr val="92D050"/>
          </a:solidFill>
          <a:ln w="6350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5400" dirty="0"/>
              <a:t>½</a:t>
            </a:r>
            <a:r>
              <a:rPr lang="en-GB" altLang="en-US" sz="1050" dirty="0"/>
              <a:t> </a:t>
            </a:r>
            <a:endParaRPr lang="en-GB" altLang="en-US" sz="1350" dirty="0"/>
          </a:p>
        </p:txBody>
      </p:sp>
      <p:sp>
        <p:nvSpPr>
          <p:cNvPr id="38" name="TextBox 10"/>
          <p:cNvSpPr txBox="1">
            <a:spLocks noChangeArrowheads="1"/>
          </p:cNvSpPr>
          <p:nvPr/>
        </p:nvSpPr>
        <p:spPr bwMode="auto">
          <a:xfrm>
            <a:off x="1507546" y="1907979"/>
            <a:ext cx="1490663" cy="923330"/>
          </a:xfrm>
          <a:prstGeom prst="rect">
            <a:avLst/>
          </a:prstGeom>
          <a:solidFill>
            <a:srgbClr val="92D050"/>
          </a:solidFill>
          <a:ln w="6350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5400" dirty="0"/>
              <a:t>0.5</a:t>
            </a:r>
            <a:r>
              <a:rPr lang="en-GB" altLang="en-US" sz="1800" dirty="0"/>
              <a:t> </a:t>
            </a:r>
          </a:p>
        </p:txBody>
      </p:sp>
      <p:sp>
        <p:nvSpPr>
          <p:cNvPr id="40" name="Down Arrow 39"/>
          <p:cNvSpPr/>
          <p:nvPr/>
        </p:nvSpPr>
        <p:spPr>
          <a:xfrm rot="16200000">
            <a:off x="4387360" y="752855"/>
            <a:ext cx="402431" cy="2834107"/>
          </a:xfrm>
          <a:prstGeom prst="downArrow">
            <a:avLst/>
          </a:prstGeom>
          <a:solidFill>
            <a:srgbClr val="92D0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 sz="1800"/>
          </a:p>
        </p:txBody>
      </p:sp>
      <p:sp>
        <p:nvSpPr>
          <p:cNvPr id="41" name="Down Arrow 40"/>
          <p:cNvSpPr/>
          <p:nvPr/>
        </p:nvSpPr>
        <p:spPr>
          <a:xfrm rot="2718059">
            <a:off x="5589495" y="2732931"/>
            <a:ext cx="339328" cy="933833"/>
          </a:xfrm>
          <a:prstGeom prst="downArrow">
            <a:avLst/>
          </a:prstGeom>
          <a:solidFill>
            <a:srgbClr val="92D0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 sz="1800"/>
          </a:p>
        </p:txBody>
      </p:sp>
      <p:sp>
        <p:nvSpPr>
          <p:cNvPr id="42" name="Down Arrow 41"/>
          <p:cNvSpPr/>
          <p:nvPr/>
        </p:nvSpPr>
        <p:spPr>
          <a:xfrm rot="18800136">
            <a:off x="3220631" y="2669645"/>
            <a:ext cx="350044" cy="1018904"/>
          </a:xfrm>
          <a:prstGeom prst="downArrow">
            <a:avLst/>
          </a:prstGeom>
          <a:solidFill>
            <a:srgbClr val="92D05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 sz="1800"/>
          </a:p>
        </p:txBody>
      </p:sp>
      <p:sp>
        <p:nvSpPr>
          <p:cNvPr id="43" name="Title 1"/>
          <p:cNvSpPr>
            <a:spLocks noGrp="1"/>
          </p:cNvSpPr>
          <p:nvPr/>
        </p:nvSpPr>
        <p:spPr bwMode="auto">
          <a:xfrm rot="10800000" flipV="1">
            <a:off x="1264595" y="1217954"/>
            <a:ext cx="6666767" cy="302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290" tIns="34290" rIns="34290" bIns="3429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Franklin Gothic Boo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Franklin Gothic Boo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Franklin Gothic Boo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Franklin Gothic Boo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1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n-GB" altLang="en-US" sz="2700" dirty="0">
                <a:latin typeface="Tahoma" panose="020B0604030504040204" pitchFamily="34" charset="0"/>
                <a:cs typeface="Tahoma" panose="020B0604030504040204" pitchFamily="34" charset="0"/>
              </a:rPr>
              <a:t>Fractions, decimals and percentages are just three ways of representing the same amount</a:t>
            </a:r>
            <a:r>
              <a:rPr lang="en-GB" altLang="en-US" sz="2700" dirty="0"/>
              <a:t>.</a:t>
            </a:r>
            <a:br>
              <a:rPr lang="en-GB" altLang="en-US" sz="3450" dirty="0"/>
            </a:br>
            <a:endParaRPr lang="en-GB" altLang="en-US" sz="345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366" y="2331302"/>
            <a:ext cx="1080741" cy="1080741"/>
          </a:xfrm>
          <a:prstGeom prst="rect">
            <a:avLst/>
          </a:prstGeom>
        </p:spPr>
      </p:pic>
      <p:sp>
        <p:nvSpPr>
          <p:cNvPr id="44" name="Down Arrow 43"/>
          <p:cNvSpPr/>
          <p:nvPr/>
        </p:nvSpPr>
        <p:spPr>
          <a:xfrm rot="18800136">
            <a:off x="3219548" y="2655867"/>
            <a:ext cx="350044" cy="1018904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 sz="1800"/>
          </a:p>
        </p:txBody>
      </p:sp>
      <p:sp>
        <p:nvSpPr>
          <p:cNvPr id="7" name="TextBox 6"/>
          <p:cNvSpPr txBox="1"/>
          <p:nvPr/>
        </p:nvSpPr>
        <p:spPr>
          <a:xfrm>
            <a:off x="1515692" y="3269283"/>
            <a:ext cx="197167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This is what we are going to be focussing on today.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9024" y="-44569"/>
            <a:ext cx="37754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00">
                <a:solidFill>
                  <a:srgbClr val="FFC000">
                    <a:lumMod val="50000"/>
                  </a:srgbClr>
                </a:solidFill>
                <a:latin typeface="Calibri"/>
              </a:rPr>
              <a:t>EQ: </a:t>
            </a:r>
            <a:r>
              <a:rPr lang="en-GB" sz="1000">
                <a:solidFill>
                  <a:prstClr val="black"/>
                </a:solidFill>
              </a:rPr>
              <a:t>How do I convert between </a:t>
            </a:r>
            <a:r>
              <a:rPr lang="en-GB" sz="1000"/>
              <a:t>decimals to percentages.</a:t>
            </a:r>
            <a:r>
              <a:rPr lang="en-GB" sz="1000">
                <a:solidFill>
                  <a:prstClr val="black"/>
                </a:solidFill>
              </a:rPr>
              <a:t> 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TextBox 11"/>
          <p:cNvSpPr txBox="1">
            <a:spLocks noChangeArrowheads="1"/>
          </p:cNvSpPr>
          <p:nvPr/>
        </p:nvSpPr>
        <p:spPr bwMode="auto">
          <a:xfrm>
            <a:off x="3784087" y="3659042"/>
            <a:ext cx="1627781" cy="923330"/>
          </a:xfrm>
          <a:prstGeom prst="rect">
            <a:avLst/>
          </a:prstGeom>
          <a:solidFill>
            <a:srgbClr val="92D050"/>
          </a:solidFill>
          <a:ln w="6350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5400" dirty="0"/>
              <a:t>50% </a:t>
            </a:r>
          </a:p>
        </p:txBody>
      </p:sp>
    </p:spTree>
    <p:extLst>
      <p:ext uri="{BB962C8B-B14F-4D97-AF65-F5344CB8AC3E}">
        <p14:creationId xmlns:p14="http://schemas.microsoft.com/office/powerpoint/2010/main" val="201481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0" grpId="0" animBg="1"/>
      <p:bldP spid="41" grpId="0" animBg="1"/>
      <p:bldP spid="42" grpId="0" animBg="1"/>
      <p:bldP spid="44" grpId="0" animBg="1"/>
      <p:bldP spid="4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36033" y="44360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27" name="Rectangle 26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9" name="Rectangle 178"/>
          <p:cNvSpPr/>
          <p:nvPr/>
        </p:nvSpPr>
        <p:spPr>
          <a:xfrm>
            <a:off x="2694114" y="80676"/>
            <a:ext cx="37754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00">
                <a:solidFill>
                  <a:srgbClr val="FFC000">
                    <a:lumMod val="50000"/>
                  </a:srgbClr>
                </a:solidFill>
                <a:latin typeface="Calibri"/>
              </a:rPr>
              <a:t>EQ: </a:t>
            </a:r>
            <a:r>
              <a:rPr lang="en-GB" sz="1000">
                <a:solidFill>
                  <a:prstClr val="black"/>
                </a:solidFill>
              </a:rPr>
              <a:t>How do I convert between </a:t>
            </a:r>
            <a:r>
              <a:rPr lang="en-GB" sz="1000"/>
              <a:t>decimals to percentages.</a:t>
            </a:r>
            <a:r>
              <a:rPr lang="en-GB" sz="1000">
                <a:solidFill>
                  <a:prstClr val="black"/>
                </a:solidFill>
              </a:rPr>
              <a:t> 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1890701" y="821000"/>
            <a:ext cx="1490663" cy="923330"/>
          </a:xfrm>
          <a:prstGeom prst="rect">
            <a:avLst/>
          </a:prstGeom>
          <a:solidFill>
            <a:srgbClr val="92D050"/>
          </a:solidFill>
          <a:ln w="6350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5400" dirty="0"/>
              <a:t>0.5</a:t>
            </a:r>
            <a:r>
              <a:rPr lang="en-GB" altLang="en-US" sz="1800" dirty="0"/>
              <a:t> </a:t>
            </a:r>
          </a:p>
        </p:txBody>
      </p:sp>
      <p:sp>
        <p:nvSpPr>
          <p:cNvPr id="23" name="TextBox 11"/>
          <p:cNvSpPr txBox="1">
            <a:spLocks noChangeArrowheads="1"/>
          </p:cNvSpPr>
          <p:nvPr/>
        </p:nvSpPr>
        <p:spPr bwMode="auto">
          <a:xfrm>
            <a:off x="5729888" y="824416"/>
            <a:ext cx="1627781" cy="923330"/>
          </a:xfrm>
          <a:prstGeom prst="rect">
            <a:avLst/>
          </a:prstGeom>
          <a:solidFill>
            <a:srgbClr val="92D050"/>
          </a:solidFill>
          <a:ln w="6350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5400" dirty="0"/>
              <a:t>50% </a:t>
            </a:r>
          </a:p>
        </p:txBody>
      </p:sp>
      <p:sp>
        <p:nvSpPr>
          <p:cNvPr id="24" name="Down Arrow 23"/>
          <p:cNvSpPr/>
          <p:nvPr/>
        </p:nvSpPr>
        <p:spPr>
          <a:xfrm rot="16200000">
            <a:off x="4307869" y="819446"/>
            <a:ext cx="350044" cy="1229069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 sz="1800"/>
          </a:p>
        </p:txBody>
      </p:sp>
      <p:sp>
        <p:nvSpPr>
          <p:cNvPr id="3" name="TextBox 2"/>
          <p:cNvSpPr txBox="1"/>
          <p:nvPr/>
        </p:nvSpPr>
        <p:spPr>
          <a:xfrm>
            <a:off x="1525446" y="1795414"/>
            <a:ext cx="50417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What do we think the rule might be for converting between decimals to fractions?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4247" y="2107634"/>
            <a:ext cx="25555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Do you think this rule will always work?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938" y="2438688"/>
            <a:ext cx="27767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What do you think 0.6 is as a percentage?  </a:t>
            </a:r>
          </a:p>
        </p:txBody>
      </p:sp>
      <p:sp>
        <p:nvSpPr>
          <p:cNvPr id="33" name="TextBox 10"/>
          <p:cNvSpPr txBox="1">
            <a:spLocks noChangeArrowheads="1"/>
          </p:cNvSpPr>
          <p:nvPr/>
        </p:nvSpPr>
        <p:spPr bwMode="auto">
          <a:xfrm>
            <a:off x="2127876" y="2757458"/>
            <a:ext cx="1059808" cy="600164"/>
          </a:xfrm>
          <a:prstGeom prst="rect">
            <a:avLst/>
          </a:prstGeom>
          <a:solidFill>
            <a:srgbClr val="92D050"/>
          </a:solidFill>
          <a:ln w="6350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3300" dirty="0"/>
              <a:t>0.6</a:t>
            </a:r>
            <a:r>
              <a:rPr lang="en-GB" altLang="en-US" sz="1800" dirty="0"/>
              <a:t> </a:t>
            </a:r>
          </a:p>
        </p:txBody>
      </p:sp>
      <p:sp>
        <p:nvSpPr>
          <p:cNvPr id="34" name="Down Arrow 33"/>
          <p:cNvSpPr/>
          <p:nvPr/>
        </p:nvSpPr>
        <p:spPr>
          <a:xfrm rot="16200000">
            <a:off x="4290057" y="2627847"/>
            <a:ext cx="238394" cy="883155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 sz="1800"/>
          </a:p>
        </p:txBody>
      </p:sp>
      <p:sp>
        <p:nvSpPr>
          <p:cNvPr id="35" name="TextBox 11"/>
          <p:cNvSpPr txBox="1">
            <a:spLocks noChangeArrowheads="1"/>
          </p:cNvSpPr>
          <p:nvPr/>
        </p:nvSpPr>
        <p:spPr bwMode="auto">
          <a:xfrm>
            <a:off x="5923304" y="2715687"/>
            <a:ext cx="1054611" cy="600164"/>
          </a:xfrm>
          <a:prstGeom prst="rect">
            <a:avLst/>
          </a:prstGeom>
          <a:solidFill>
            <a:srgbClr val="92D050"/>
          </a:solidFill>
          <a:ln w="6350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3300" dirty="0"/>
              <a:t>60%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7136" y="2448895"/>
            <a:ext cx="12859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Were you correct?</a:t>
            </a:r>
          </a:p>
        </p:txBody>
      </p:sp>
      <p:sp>
        <p:nvSpPr>
          <p:cNvPr id="36" name="TextBox 10"/>
          <p:cNvSpPr txBox="1">
            <a:spLocks noChangeArrowheads="1"/>
          </p:cNvSpPr>
          <p:nvPr/>
        </p:nvSpPr>
        <p:spPr bwMode="auto">
          <a:xfrm>
            <a:off x="2122290" y="3622608"/>
            <a:ext cx="1059808" cy="600164"/>
          </a:xfrm>
          <a:prstGeom prst="rect">
            <a:avLst/>
          </a:prstGeom>
          <a:solidFill>
            <a:srgbClr val="92D050"/>
          </a:solidFill>
          <a:ln w="6350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3300" dirty="0"/>
              <a:t>0.35</a:t>
            </a:r>
            <a:r>
              <a:rPr lang="en-GB" altLang="en-US" sz="1800" dirty="0"/>
              <a:t> </a:t>
            </a:r>
          </a:p>
        </p:txBody>
      </p:sp>
      <p:sp>
        <p:nvSpPr>
          <p:cNvPr id="37" name="Down Arrow 36"/>
          <p:cNvSpPr/>
          <p:nvPr/>
        </p:nvSpPr>
        <p:spPr>
          <a:xfrm rot="16200000">
            <a:off x="4290057" y="3485793"/>
            <a:ext cx="238394" cy="883155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GB" sz="1800"/>
          </a:p>
        </p:txBody>
      </p:sp>
      <p:sp>
        <p:nvSpPr>
          <p:cNvPr id="38" name="TextBox 11"/>
          <p:cNvSpPr txBox="1">
            <a:spLocks noChangeArrowheads="1"/>
          </p:cNvSpPr>
          <p:nvPr/>
        </p:nvSpPr>
        <p:spPr bwMode="auto">
          <a:xfrm>
            <a:off x="5907143" y="3603313"/>
            <a:ext cx="1054611" cy="600164"/>
          </a:xfrm>
          <a:prstGeom prst="rect">
            <a:avLst/>
          </a:prstGeom>
          <a:solidFill>
            <a:srgbClr val="92D050"/>
          </a:solidFill>
          <a:ln w="6350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3300" dirty="0"/>
              <a:t>35%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4246" y="3316502"/>
            <a:ext cx="24625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What about 0.35 is as a percentage?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52040" y="3316502"/>
            <a:ext cx="12859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Were you correct?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606" y="4373540"/>
            <a:ext cx="137569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So the rule is………</a:t>
            </a:r>
          </a:p>
        </p:txBody>
      </p:sp>
      <p:sp>
        <p:nvSpPr>
          <p:cNvPr id="41" name="7-Point Star 40"/>
          <p:cNvSpPr/>
          <p:nvPr/>
        </p:nvSpPr>
        <p:spPr>
          <a:xfrm>
            <a:off x="3688034" y="4180394"/>
            <a:ext cx="1409392" cy="612263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00" dirty="0">
                <a:solidFill>
                  <a:srgbClr val="FF0000"/>
                </a:solidFill>
              </a:rPr>
              <a:t>X 100 </a:t>
            </a:r>
          </a:p>
        </p:txBody>
      </p:sp>
    </p:spTree>
    <p:extLst>
      <p:ext uri="{BB962C8B-B14F-4D97-AF65-F5344CB8AC3E}">
        <p14:creationId xmlns:p14="http://schemas.microsoft.com/office/powerpoint/2010/main" val="56283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3" grpId="0"/>
      <p:bldP spid="31" grpId="0"/>
      <p:bldP spid="32" grpId="0"/>
      <p:bldP spid="33" grpId="0" animBg="1"/>
      <p:bldP spid="34" grpId="0" animBg="1"/>
      <p:bldP spid="35" grpId="0" animBg="1"/>
      <p:bldP spid="8" grpId="0"/>
      <p:bldP spid="36" grpId="0" animBg="1"/>
      <p:bldP spid="37" grpId="0" animBg="1"/>
      <p:bldP spid="38" grpId="0" animBg="1"/>
      <p:bldP spid="39" grpId="0"/>
      <p:bldP spid="40" grpId="0"/>
      <p:bldP spid="9" grpId="0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36033" y="44360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Hinge Questions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27" name="Rectangle 26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9" name="Rectangle 178"/>
          <p:cNvSpPr/>
          <p:nvPr/>
        </p:nvSpPr>
        <p:spPr>
          <a:xfrm>
            <a:off x="2659024" y="-44569"/>
            <a:ext cx="3775424" cy="409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</a:t>
            </a:r>
            <a:r>
              <a:rPr lang="en-GB" sz="1050" dirty="0">
                <a:solidFill>
                  <a:prstClr val="black"/>
                </a:solidFill>
              </a:rPr>
              <a:t>How do I convert between </a:t>
            </a:r>
            <a:r>
              <a:rPr lang="en-GB" sz="1050" dirty="0"/>
              <a:t>decimals to percentages.</a:t>
            </a:r>
            <a:r>
              <a:rPr lang="en-GB" sz="1050" dirty="0">
                <a:solidFill>
                  <a:prstClr val="black"/>
                </a:solidFill>
              </a:rPr>
              <a:t> </a:t>
            </a:r>
            <a:endParaRPr lang="en-GB" sz="105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defTabSz="514350">
              <a:defRPr/>
            </a:pPr>
            <a:endParaRPr lang="en-GB" sz="1013" dirty="0">
              <a:solidFill>
                <a:srgbClr val="FFC000">
                  <a:lumMod val="50000"/>
                </a:srgbClr>
              </a:solidFill>
              <a:latin typeface="Calibri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1547664" y="868619"/>
            <a:ext cx="244986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300" dirty="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DECIMALS</a:t>
            </a:r>
            <a:endParaRPr lang="en-GB" sz="3300" dirty="0"/>
          </a:p>
        </p:txBody>
      </p:sp>
      <p:sp>
        <p:nvSpPr>
          <p:cNvPr id="181" name="Right Arrow 180"/>
          <p:cNvSpPr/>
          <p:nvPr/>
        </p:nvSpPr>
        <p:spPr>
          <a:xfrm>
            <a:off x="3997526" y="948072"/>
            <a:ext cx="108012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82" name="Rectangle 181"/>
          <p:cNvSpPr/>
          <p:nvPr/>
        </p:nvSpPr>
        <p:spPr>
          <a:xfrm>
            <a:off x="5146475" y="904886"/>
            <a:ext cx="3382657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300" dirty="0"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PERCENTAGES</a:t>
            </a:r>
            <a:endParaRPr lang="en-GB" sz="3300" dirty="0"/>
          </a:p>
        </p:txBody>
      </p:sp>
      <p:sp>
        <p:nvSpPr>
          <p:cNvPr id="183" name="7-Point Star 182"/>
          <p:cNvSpPr/>
          <p:nvPr/>
        </p:nvSpPr>
        <p:spPr>
          <a:xfrm rot="883898">
            <a:off x="4567180" y="1919154"/>
            <a:ext cx="2842553" cy="1542101"/>
          </a:xfrm>
          <a:prstGeom prst="star7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125" dirty="0">
                <a:solidFill>
                  <a:srgbClr val="FF0000"/>
                </a:solidFill>
              </a:rPr>
              <a:t>X 100 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411854" y="1189893"/>
            <a:ext cx="27543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AutoNum type="alphaLcParenR"/>
            </a:pPr>
            <a:endParaRPr lang="en-GB" sz="2700" dirty="0"/>
          </a:p>
          <a:p>
            <a:pPr marL="257175" indent="-257175">
              <a:buAutoNum type="alphaLcParenR"/>
            </a:pPr>
            <a:r>
              <a:rPr lang="en-GB" sz="2700" dirty="0"/>
              <a:t>0.23 = </a:t>
            </a:r>
          </a:p>
          <a:p>
            <a:pPr marL="257175" indent="-257175">
              <a:buAutoNum type="alphaLcParenR"/>
            </a:pPr>
            <a:endParaRPr lang="en-GB" sz="2700" dirty="0"/>
          </a:p>
          <a:p>
            <a:pPr marL="257175" indent="-257175">
              <a:buAutoNum type="alphaLcParenR"/>
            </a:pPr>
            <a:r>
              <a:rPr lang="en-GB" sz="2700" dirty="0"/>
              <a:t>0.8 = </a:t>
            </a:r>
          </a:p>
          <a:p>
            <a:pPr marL="257175" indent="-257175">
              <a:buAutoNum type="alphaLcParenR"/>
            </a:pPr>
            <a:endParaRPr lang="en-GB" sz="2700" dirty="0"/>
          </a:p>
          <a:p>
            <a:pPr marL="257175" indent="-257175">
              <a:buAutoNum type="alphaLcParenR"/>
            </a:pPr>
            <a:r>
              <a:rPr lang="en-GB" sz="2700" dirty="0"/>
              <a:t>0.56 = </a:t>
            </a:r>
          </a:p>
          <a:p>
            <a:pPr marL="257175" indent="-257175">
              <a:buAutoNum type="alphaLcParenR"/>
            </a:pPr>
            <a:endParaRPr lang="en-GB" sz="2700" dirty="0"/>
          </a:p>
          <a:p>
            <a:pPr marL="257175" indent="-257175">
              <a:buAutoNum type="alphaLcParenR"/>
            </a:pPr>
            <a:r>
              <a:rPr lang="en-GB" sz="2700" dirty="0"/>
              <a:t>0.231 = 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288997" y="4024816"/>
            <a:ext cx="275430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00" dirty="0">
                <a:solidFill>
                  <a:srgbClr val="FF0000"/>
                </a:solidFill>
              </a:rPr>
              <a:t>23.1%</a:t>
            </a:r>
          </a:p>
        </p:txBody>
      </p:sp>
      <p:sp>
        <p:nvSpPr>
          <p:cNvPr id="4" name="Rectangle 3"/>
          <p:cNvSpPr/>
          <p:nvPr/>
        </p:nvSpPr>
        <p:spPr>
          <a:xfrm>
            <a:off x="3226369" y="2420383"/>
            <a:ext cx="87716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700" dirty="0">
                <a:solidFill>
                  <a:srgbClr val="FF0000"/>
                </a:solidFill>
              </a:rPr>
              <a:t>80%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26369" y="1592641"/>
            <a:ext cx="87716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700" dirty="0">
                <a:solidFill>
                  <a:srgbClr val="FF0000"/>
                </a:solidFill>
              </a:rPr>
              <a:t>23%</a:t>
            </a:r>
          </a:p>
        </p:txBody>
      </p:sp>
      <p:sp>
        <p:nvSpPr>
          <p:cNvPr id="6" name="Rectangle 5"/>
          <p:cNvSpPr/>
          <p:nvPr/>
        </p:nvSpPr>
        <p:spPr>
          <a:xfrm>
            <a:off x="3288997" y="3239523"/>
            <a:ext cx="87716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700" dirty="0">
                <a:solidFill>
                  <a:srgbClr val="FF0000"/>
                </a:solidFill>
              </a:rPr>
              <a:t>56%</a:t>
            </a:r>
          </a:p>
        </p:txBody>
      </p:sp>
    </p:spTree>
    <p:extLst>
      <p:ext uri="{BB962C8B-B14F-4D97-AF65-F5344CB8AC3E}">
        <p14:creationId xmlns:p14="http://schemas.microsoft.com/office/powerpoint/2010/main" val="63587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 animBg="1"/>
      <p:bldP spid="184" grpId="0"/>
      <p:bldP spid="185" grpId="0"/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36032" y="443608"/>
            <a:ext cx="4673041" cy="418456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27" name="Rectangle 26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9" name="Rectangle 178"/>
          <p:cNvSpPr/>
          <p:nvPr/>
        </p:nvSpPr>
        <p:spPr>
          <a:xfrm>
            <a:off x="2659024" y="-44569"/>
            <a:ext cx="37754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00">
                <a:solidFill>
                  <a:srgbClr val="FFC000">
                    <a:lumMod val="50000"/>
                  </a:srgbClr>
                </a:solidFill>
                <a:latin typeface="Calibri"/>
              </a:rPr>
              <a:t>EQ: </a:t>
            </a:r>
            <a:r>
              <a:rPr lang="en-GB" sz="1000">
                <a:solidFill>
                  <a:prstClr val="black"/>
                </a:solidFill>
              </a:rPr>
              <a:t>How do I convert between </a:t>
            </a:r>
            <a:r>
              <a:rPr lang="en-GB" sz="1000"/>
              <a:t>decimals to percentages.</a:t>
            </a:r>
            <a:r>
              <a:rPr lang="en-GB" sz="1000">
                <a:solidFill>
                  <a:prstClr val="black"/>
                </a:solidFill>
              </a:rPr>
              <a:t> 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pic>
        <p:nvPicPr>
          <p:cNvPr id="21" name="Picture 2" descr="Screen Clippi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711" y="1052775"/>
            <a:ext cx="6493669" cy="3326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1"/>
          <p:cNvSpPr/>
          <p:nvPr/>
        </p:nvSpPr>
        <p:spPr>
          <a:xfrm>
            <a:off x="1264594" y="680791"/>
            <a:ext cx="389060" cy="36927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23" name="Oval 22"/>
          <p:cNvSpPr/>
          <p:nvPr/>
        </p:nvSpPr>
        <p:spPr>
          <a:xfrm>
            <a:off x="1264594" y="1685313"/>
            <a:ext cx="389060" cy="36927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24" name="Oval 23"/>
          <p:cNvSpPr/>
          <p:nvPr/>
        </p:nvSpPr>
        <p:spPr>
          <a:xfrm>
            <a:off x="1264594" y="2626986"/>
            <a:ext cx="389060" cy="36927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4"/>
          <a:srcRect t="28077" b="33885"/>
          <a:stretch/>
        </p:blipFill>
        <p:spPr>
          <a:xfrm>
            <a:off x="1264595" y="3562587"/>
            <a:ext cx="1487480" cy="32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56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36033" y="44360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Answers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27" name="Rectangle 26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9" name="Rectangle 178"/>
          <p:cNvSpPr/>
          <p:nvPr/>
        </p:nvSpPr>
        <p:spPr>
          <a:xfrm>
            <a:off x="2659024" y="-44569"/>
            <a:ext cx="37754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00">
                <a:solidFill>
                  <a:srgbClr val="FFC000">
                    <a:lumMod val="50000"/>
                  </a:srgbClr>
                </a:solidFill>
                <a:latin typeface="Calibri"/>
              </a:rPr>
              <a:t>EQ: </a:t>
            </a:r>
            <a:r>
              <a:rPr lang="en-GB" sz="1000">
                <a:solidFill>
                  <a:prstClr val="black"/>
                </a:solidFill>
              </a:rPr>
              <a:t>How do I convert between </a:t>
            </a:r>
            <a:r>
              <a:rPr lang="en-GB" sz="1000"/>
              <a:t>decimals to percentages.</a:t>
            </a:r>
            <a:r>
              <a:rPr lang="en-GB" sz="1000">
                <a:solidFill>
                  <a:prstClr val="black"/>
                </a:solidFill>
              </a:rPr>
              <a:t> 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pic>
        <p:nvPicPr>
          <p:cNvPr id="21" name="Picture 2" descr="Screen Clippi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595" y="1076247"/>
            <a:ext cx="6493669" cy="3326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1"/>
          <p:cNvSpPr/>
          <p:nvPr/>
        </p:nvSpPr>
        <p:spPr>
          <a:xfrm>
            <a:off x="1264594" y="680791"/>
            <a:ext cx="389060" cy="36927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23" name="Oval 22"/>
          <p:cNvSpPr/>
          <p:nvPr/>
        </p:nvSpPr>
        <p:spPr>
          <a:xfrm>
            <a:off x="1264594" y="1685313"/>
            <a:ext cx="389060" cy="36927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24" name="Oval 23"/>
          <p:cNvSpPr/>
          <p:nvPr/>
        </p:nvSpPr>
        <p:spPr>
          <a:xfrm>
            <a:off x="1264594" y="2626986"/>
            <a:ext cx="389060" cy="36927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4"/>
          <a:srcRect t="28077" b="33885"/>
          <a:stretch/>
        </p:blipFill>
        <p:spPr>
          <a:xfrm>
            <a:off x="1270540" y="3613290"/>
            <a:ext cx="1487480" cy="3201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4935" y="1431369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53%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3672" y="1431369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9827" y="1431369"/>
            <a:ext cx="630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1672" y="1431369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2510" y="2407695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5112" y="2368929"/>
            <a:ext cx="630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2992" y="2373891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66%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9365" y="2407695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32%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89728" y="3284071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72%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7848" y="3334773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88%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9827" y="3316413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91%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8327" y="3334773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42%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4363" y="4270375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124%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3672" y="4264430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108%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60811" y="4248392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164%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0187" y="4208520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12.3%</a:t>
            </a:r>
          </a:p>
        </p:txBody>
      </p:sp>
    </p:spTree>
    <p:extLst>
      <p:ext uri="{BB962C8B-B14F-4D97-AF65-F5344CB8AC3E}">
        <p14:creationId xmlns:p14="http://schemas.microsoft.com/office/powerpoint/2010/main" val="207704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087510" y="351899"/>
            <a:ext cx="4779993" cy="354835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27" name="Rectangle 26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9" name="Rectangle 178"/>
          <p:cNvSpPr/>
          <p:nvPr/>
        </p:nvSpPr>
        <p:spPr>
          <a:xfrm>
            <a:off x="2659024" y="-44569"/>
            <a:ext cx="37754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00">
                <a:solidFill>
                  <a:srgbClr val="FFC000">
                    <a:lumMod val="50000"/>
                  </a:srgbClr>
                </a:solidFill>
                <a:latin typeface="Calibri"/>
              </a:rPr>
              <a:t>EQ: </a:t>
            </a:r>
            <a:r>
              <a:rPr lang="en-GB" sz="1000">
                <a:solidFill>
                  <a:prstClr val="black"/>
                </a:solidFill>
              </a:rPr>
              <a:t>How do I convert between </a:t>
            </a:r>
            <a:r>
              <a:rPr lang="en-GB" sz="1000"/>
              <a:t>decimals to percentages.</a:t>
            </a:r>
            <a:r>
              <a:rPr lang="en-GB" sz="1000">
                <a:solidFill>
                  <a:prstClr val="black"/>
                </a:solidFill>
              </a:rPr>
              <a:t> 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96146" y="780858"/>
          <a:ext cx="4571357" cy="1932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448">
                  <a:extLst>
                    <a:ext uri="{9D8B030D-6E8A-4147-A177-3AD203B41FA5}">
                      <a16:colId xmlns:a16="http://schemas.microsoft.com/office/drawing/2014/main" val="2186098549"/>
                    </a:ext>
                  </a:extLst>
                </a:gridCol>
                <a:gridCol w="1236980">
                  <a:extLst>
                    <a:ext uri="{9D8B030D-6E8A-4147-A177-3AD203B41FA5}">
                      <a16:colId xmlns:a16="http://schemas.microsoft.com/office/drawing/2014/main" val="1284204790"/>
                    </a:ext>
                  </a:extLst>
                </a:gridCol>
                <a:gridCol w="283766">
                  <a:extLst>
                    <a:ext uri="{9D8B030D-6E8A-4147-A177-3AD203B41FA5}">
                      <a16:colId xmlns:a16="http://schemas.microsoft.com/office/drawing/2014/main" val="3266095701"/>
                    </a:ext>
                  </a:extLst>
                </a:gridCol>
                <a:gridCol w="1239662">
                  <a:extLst>
                    <a:ext uri="{9D8B030D-6E8A-4147-A177-3AD203B41FA5}">
                      <a16:colId xmlns:a16="http://schemas.microsoft.com/office/drawing/2014/main" val="2439288242"/>
                    </a:ext>
                  </a:extLst>
                </a:gridCol>
                <a:gridCol w="281083">
                  <a:extLst>
                    <a:ext uri="{9D8B030D-6E8A-4147-A177-3AD203B41FA5}">
                      <a16:colId xmlns:a16="http://schemas.microsoft.com/office/drawing/2014/main" val="3664785535"/>
                    </a:ext>
                  </a:extLst>
                </a:gridCol>
                <a:gridCol w="1243418">
                  <a:extLst>
                    <a:ext uri="{9D8B030D-6E8A-4147-A177-3AD203B41FA5}">
                      <a16:colId xmlns:a16="http://schemas.microsoft.com/office/drawing/2014/main" val="3732091406"/>
                    </a:ext>
                  </a:extLst>
                </a:gridCol>
              </a:tblGrid>
              <a:tr h="2415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1.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Convert the following decimals into percentages</a:t>
                      </a: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870951"/>
                  </a:ext>
                </a:extLst>
              </a:tr>
              <a:tr h="2415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A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0.68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D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0.7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G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0.125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58162727"/>
                  </a:ext>
                </a:extLst>
              </a:tr>
              <a:tr h="2415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B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0.16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E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0.9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H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0.175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787514098"/>
                  </a:ext>
                </a:extLst>
              </a:tr>
              <a:tr h="2415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C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0.06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F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0.41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I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0.003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819082546"/>
                  </a:ext>
                </a:extLst>
              </a:tr>
              <a:tr h="2415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2.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Convert the following percentages into decimals</a:t>
                      </a:r>
                    </a:p>
                  </a:txBody>
                  <a:tcPr marL="51435" marR="51435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88462"/>
                  </a:ext>
                </a:extLst>
              </a:tr>
              <a:tr h="2415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A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80%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D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18%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G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0.3%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972891407"/>
                  </a:ext>
                </a:extLst>
              </a:tr>
              <a:tr h="2415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B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43%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E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94%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H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6%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757502178"/>
                  </a:ext>
                </a:extLst>
              </a:tr>
              <a:tr h="2415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C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1%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F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35.6%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I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100%</a:t>
                      </a:r>
                      <a:endParaRPr lang="en-GB" sz="1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396163266"/>
                  </a:ext>
                </a:extLst>
              </a:tr>
            </a:tbl>
          </a:graphicData>
        </a:graphic>
      </p:graphicFrame>
      <p:grpSp>
        <p:nvGrpSpPr>
          <p:cNvPr id="5" name="Group 1"/>
          <p:cNvGrpSpPr>
            <a:grpSpLocks/>
          </p:cNvGrpSpPr>
          <p:nvPr/>
        </p:nvGrpSpPr>
        <p:grpSpPr bwMode="auto">
          <a:xfrm>
            <a:off x="3544737" y="2986071"/>
            <a:ext cx="2228122" cy="1815327"/>
            <a:chOff x="6955" y="1043"/>
            <a:chExt cx="4569" cy="3845"/>
          </a:xfrm>
        </p:grpSpPr>
        <p:sp>
          <p:nvSpPr>
            <p:cNvPr id="7" name="WordArt 3"/>
            <p:cNvSpPr>
              <a:spLocks noChangeArrowheads="1" noChangeShapeType="1" noTextEdit="1"/>
            </p:cNvSpPr>
            <p:nvPr/>
          </p:nvSpPr>
          <p:spPr bwMode="auto">
            <a:xfrm>
              <a:off x="7670" y="1043"/>
              <a:ext cx="3569" cy="58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>
                <a:buNone/>
              </a:pPr>
              <a:r>
                <a:rPr lang="en-GB" sz="270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CCFF"/>
                  </a:solidFill>
                  <a:latin typeface="Arial Black" panose="020B0A04020102020204" pitchFamily="34" charset="0"/>
                </a:rPr>
                <a:t>Decimals</a:t>
              </a:r>
            </a:p>
          </p:txBody>
        </p:sp>
        <p:sp>
          <p:nvSpPr>
            <p:cNvPr id="8" name="WordArt 4"/>
            <p:cNvSpPr>
              <a:spLocks noChangeArrowheads="1" noChangeShapeType="1" noTextEdit="1"/>
            </p:cNvSpPr>
            <p:nvPr/>
          </p:nvSpPr>
          <p:spPr bwMode="auto">
            <a:xfrm>
              <a:off x="6955" y="4188"/>
              <a:ext cx="4569" cy="70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rtl="0">
                <a:buNone/>
              </a:pPr>
              <a:r>
                <a:rPr lang="en-GB" sz="270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CCFF"/>
                  </a:solidFill>
                  <a:latin typeface="Arial Black" panose="020B0A04020102020204" pitchFamily="34" charset="0"/>
                </a:rPr>
                <a:t>Percentages</a:t>
              </a:r>
            </a:p>
          </p:txBody>
        </p:sp>
        <p:sp>
          <p:nvSpPr>
            <p:cNvPr id="14" name="AutoShape 7"/>
            <p:cNvSpPr>
              <a:spLocks noChangeArrowheads="1"/>
            </p:cNvSpPr>
            <p:nvPr/>
          </p:nvSpPr>
          <p:spPr bwMode="auto">
            <a:xfrm>
              <a:off x="9240" y="1780"/>
              <a:ext cx="2240" cy="2400"/>
            </a:xfrm>
            <a:prstGeom prst="downArrow">
              <a:avLst>
                <a:gd name="adj1" fmla="val 50000"/>
                <a:gd name="adj2" fmla="val 2678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GB" sz="1050"/>
            </a:p>
          </p:txBody>
        </p:sp>
        <p:graphicFrame>
          <p:nvGraphicFramePr>
            <p:cNvPr id="15" name="Object 14"/>
            <p:cNvGraphicFramePr>
              <a:graphicFrameLocks noChangeAspect="1"/>
            </p:cNvGraphicFramePr>
            <p:nvPr/>
          </p:nvGraphicFramePr>
          <p:xfrm>
            <a:off x="9817" y="2460"/>
            <a:ext cx="1080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55138" imgH="177569" progId="">
                    <p:embed/>
                  </p:oleObj>
                </mc:Choice>
                <mc:Fallback>
                  <p:oleObj r:id="rId3" imgW="355138" imgH="177569" progId="">
                    <p:embed/>
                    <p:pic>
                      <p:nvPicPr>
                        <p:cNvPr id="15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17" y="2460"/>
                          <a:ext cx="1080" cy="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AutoShape 9"/>
            <p:cNvSpPr>
              <a:spLocks noChangeArrowheads="1"/>
            </p:cNvSpPr>
            <p:nvPr/>
          </p:nvSpPr>
          <p:spPr bwMode="auto">
            <a:xfrm rot="10800000">
              <a:off x="7400" y="1780"/>
              <a:ext cx="2240" cy="2400"/>
            </a:xfrm>
            <a:prstGeom prst="downArrow">
              <a:avLst>
                <a:gd name="adj1" fmla="val 50000"/>
                <a:gd name="adj2" fmla="val 2678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GB" sz="1050"/>
            </a:p>
          </p:txBody>
        </p:sp>
        <p:graphicFrame>
          <p:nvGraphicFramePr>
            <p:cNvPr id="18" name="Object 17"/>
            <p:cNvGraphicFramePr>
              <a:graphicFrameLocks noChangeAspect="1"/>
            </p:cNvGraphicFramePr>
            <p:nvPr/>
          </p:nvGraphicFramePr>
          <p:xfrm>
            <a:off x="8006" y="2805"/>
            <a:ext cx="1119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368140" imgH="177723" progId="">
                    <p:embed/>
                  </p:oleObj>
                </mc:Choice>
                <mc:Fallback>
                  <p:oleObj r:id="rId5" imgW="368140" imgH="177723" progId="">
                    <p:embed/>
                    <p:pic>
                      <p:nvPicPr>
                        <p:cNvPr id="18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06" y="2805"/>
                          <a:ext cx="1119" cy="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52097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36032" y="443608"/>
            <a:ext cx="4481943" cy="409792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27" name="Rectangle 26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9" name="Rectangle 178"/>
          <p:cNvSpPr/>
          <p:nvPr/>
        </p:nvSpPr>
        <p:spPr>
          <a:xfrm>
            <a:off x="2636032" y="85647"/>
            <a:ext cx="37754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00">
                <a:solidFill>
                  <a:srgbClr val="FFC000">
                    <a:lumMod val="50000"/>
                  </a:srgbClr>
                </a:solidFill>
                <a:latin typeface="Calibri"/>
              </a:rPr>
              <a:t>EQ: </a:t>
            </a:r>
            <a:r>
              <a:rPr lang="en-GB" sz="1000">
                <a:solidFill>
                  <a:prstClr val="black"/>
                </a:solidFill>
              </a:rPr>
              <a:t>How do I convert between </a:t>
            </a:r>
            <a:r>
              <a:rPr lang="en-GB" sz="1000"/>
              <a:t>decimals to percentages.</a:t>
            </a:r>
            <a:r>
              <a:rPr lang="en-GB" sz="1000">
                <a:solidFill>
                  <a:prstClr val="black"/>
                </a:solidFill>
              </a:rPr>
              <a:t> 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58007" y="1507829"/>
            <a:ext cx="607328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dirty="0">
                <a:hlinkClick r:id="rId3"/>
              </a:rPr>
              <a:t>https://play.kahoot.it/#/?quizId=96e50f6f-c2ed-42f3-a8e1-284cb586deaa</a:t>
            </a:r>
            <a:r>
              <a:rPr lang="en-GB" sz="1050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1345572" y="3225327"/>
            <a:ext cx="524900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dirty="0">
                <a:hlinkClick r:id="rId4"/>
              </a:rPr>
              <a:t>https://quizizz.com/admin/quiz/start_new/5a9dbb41117ca40019b94e49</a:t>
            </a:r>
            <a:r>
              <a:rPr lang="en-GB" sz="1050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2956" t="6443" r="20041" b="3557"/>
          <a:stretch/>
        </p:blipFill>
        <p:spPr>
          <a:xfrm>
            <a:off x="1532603" y="1189668"/>
            <a:ext cx="1125404" cy="9975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069" y="2926023"/>
            <a:ext cx="919146" cy="9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437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36033" y="443608"/>
            <a:ext cx="4715026" cy="409792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Connections and reasoning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27" name="Rectangle 26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9" name="Rectangle 178"/>
          <p:cNvSpPr/>
          <p:nvPr/>
        </p:nvSpPr>
        <p:spPr>
          <a:xfrm>
            <a:off x="2636033" y="81252"/>
            <a:ext cx="37754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00">
                <a:solidFill>
                  <a:srgbClr val="FFC000">
                    <a:lumMod val="50000"/>
                  </a:srgbClr>
                </a:solidFill>
                <a:latin typeface="Calibri"/>
              </a:rPr>
              <a:t>EQ: </a:t>
            </a:r>
            <a:r>
              <a:rPr lang="en-GB" sz="1000">
                <a:solidFill>
                  <a:prstClr val="black"/>
                </a:solidFill>
              </a:rPr>
              <a:t>How do I convert between </a:t>
            </a:r>
            <a:r>
              <a:rPr lang="en-GB" sz="1000"/>
              <a:t>decimals to percentages.</a:t>
            </a:r>
            <a:r>
              <a:rPr lang="en-GB" sz="1000">
                <a:solidFill>
                  <a:prstClr val="black"/>
                </a:solidFill>
              </a:rPr>
              <a:t> 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49670" y="1095599"/>
            <a:ext cx="3429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/>
              <a:t>At a cinema, 0.4 of the audience are adults. The rest of the audience is made up of boys and girls. There are twice as many girls as boys. </a:t>
            </a:r>
          </a:p>
          <a:p>
            <a:endParaRPr lang="en-GB" sz="1050" dirty="0"/>
          </a:p>
          <a:p>
            <a:r>
              <a:rPr lang="en-GB" sz="1050" dirty="0"/>
              <a:t>What percentage of the audience are girls?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039" y="953752"/>
            <a:ext cx="2021681" cy="12715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369240" y="2804366"/>
            <a:ext cx="445110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dirty="0"/>
              <a:t>Three children have each read 360 pages of their own book. Kenny’s book has 500 pages. </a:t>
            </a:r>
          </a:p>
          <a:p>
            <a:r>
              <a:rPr lang="en-GB" sz="1050" dirty="0"/>
              <a:t>Lenny’s book has 400 pages. </a:t>
            </a:r>
          </a:p>
          <a:p>
            <a:r>
              <a:rPr lang="en-GB" sz="1050" dirty="0"/>
              <a:t>Penny’s book has 600 pages. </a:t>
            </a:r>
          </a:p>
          <a:p>
            <a:endParaRPr lang="en-GB" sz="1050" dirty="0"/>
          </a:p>
          <a:p>
            <a:r>
              <a:rPr lang="en-GB" sz="1050" dirty="0"/>
              <a:t>How much of their books have they each read as a decimal? </a:t>
            </a:r>
          </a:p>
          <a:p>
            <a:endParaRPr lang="en-GB" sz="1050" dirty="0"/>
          </a:p>
          <a:p>
            <a:r>
              <a:rPr lang="en-GB" sz="1050" dirty="0"/>
              <a:t>Who has read the most of their book?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19711" t="23894" r="3629" b="6731"/>
          <a:stretch/>
        </p:blipFill>
        <p:spPr>
          <a:xfrm>
            <a:off x="1348311" y="3163864"/>
            <a:ext cx="1823212" cy="82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190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36033" y="44360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Answers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27" name="Rectangle 26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9" name="Rectangle 178"/>
          <p:cNvSpPr/>
          <p:nvPr/>
        </p:nvSpPr>
        <p:spPr>
          <a:xfrm>
            <a:off x="2639871" y="63766"/>
            <a:ext cx="37754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00">
                <a:solidFill>
                  <a:srgbClr val="FFC000">
                    <a:lumMod val="50000"/>
                  </a:srgbClr>
                </a:solidFill>
                <a:latin typeface="Calibri"/>
              </a:rPr>
              <a:t>EQ: </a:t>
            </a:r>
            <a:r>
              <a:rPr lang="en-GB" sz="1000">
                <a:solidFill>
                  <a:prstClr val="black"/>
                </a:solidFill>
              </a:rPr>
              <a:t>How do I convert between </a:t>
            </a:r>
            <a:r>
              <a:rPr lang="en-GB" sz="1000"/>
              <a:t>decimals to percentages.</a:t>
            </a:r>
            <a:r>
              <a:rPr lang="en-GB" sz="1000">
                <a:solidFill>
                  <a:prstClr val="black"/>
                </a:solidFill>
              </a:rPr>
              <a:t> 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75759" y="912642"/>
            <a:ext cx="3429000" cy="90024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/>
              <a:t>At a cinema, 0.4 of the audience are adults. The rest of the audience is made up of boys and girls. There are twice as many girls as boys. </a:t>
            </a:r>
          </a:p>
          <a:p>
            <a:endParaRPr lang="en-GB" sz="1050" dirty="0"/>
          </a:p>
          <a:p>
            <a:r>
              <a:rPr lang="en-GB" sz="1050" dirty="0"/>
              <a:t>What percentage of the audience are girls?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377" y="849006"/>
            <a:ext cx="2021681" cy="12715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316486" y="2770204"/>
            <a:ext cx="445110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dirty="0"/>
              <a:t>Three children have each read 360 pages of their own book. Kenny’s book has 500 pages. </a:t>
            </a:r>
          </a:p>
          <a:p>
            <a:r>
              <a:rPr lang="en-GB" sz="1050" dirty="0"/>
              <a:t>Lenny’s book has 400 pages. </a:t>
            </a:r>
          </a:p>
          <a:p>
            <a:r>
              <a:rPr lang="en-GB" sz="1050" dirty="0"/>
              <a:t>Penny’s book has 600 pages. </a:t>
            </a:r>
          </a:p>
          <a:p>
            <a:endParaRPr lang="en-GB" sz="1050" dirty="0"/>
          </a:p>
          <a:p>
            <a:r>
              <a:rPr lang="en-GB" sz="1050" dirty="0"/>
              <a:t>How much of their books have they each read as a decimal? </a:t>
            </a:r>
          </a:p>
          <a:p>
            <a:endParaRPr lang="en-GB" sz="1050" dirty="0"/>
          </a:p>
          <a:p>
            <a:r>
              <a:rPr lang="en-GB" sz="1050" dirty="0"/>
              <a:t>Who has read the most of their book?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19711" t="23894" r="3629" b="6731"/>
          <a:stretch/>
        </p:blipFill>
        <p:spPr>
          <a:xfrm>
            <a:off x="1348311" y="3163864"/>
            <a:ext cx="1823212" cy="8249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81718" y="2043747"/>
            <a:ext cx="641928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40% are adults </a:t>
            </a:r>
          </a:p>
          <a:p>
            <a:r>
              <a:rPr lang="en-GB" sz="1050" dirty="0">
                <a:solidFill>
                  <a:srgbClr val="FF0000"/>
                </a:solidFill>
              </a:rPr>
              <a:t>60% are children </a:t>
            </a:r>
          </a:p>
          <a:p>
            <a:r>
              <a:rPr lang="en-GB" sz="1050" dirty="0">
                <a:solidFill>
                  <a:srgbClr val="FF0000"/>
                </a:solidFill>
              </a:rPr>
              <a:t>So 40% of the audience is girls as 20% are boys which makes the 60% which are children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02300" y="3973187"/>
            <a:ext cx="3429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50" dirty="0">
                <a:solidFill>
                  <a:srgbClr val="FF0000"/>
                </a:solidFill>
              </a:rPr>
              <a:t>Kenny has read 72% or 0.72 </a:t>
            </a:r>
          </a:p>
          <a:p>
            <a:r>
              <a:rPr lang="en-GB" sz="1050" dirty="0">
                <a:solidFill>
                  <a:srgbClr val="FF0000"/>
                </a:solidFill>
              </a:rPr>
              <a:t>Lenny has read 90% or 0.9 </a:t>
            </a:r>
          </a:p>
          <a:p>
            <a:r>
              <a:rPr lang="en-GB" sz="1050" dirty="0">
                <a:solidFill>
                  <a:srgbClr val="FF0000"/>
                </a:solidFill>
              </a:rPr>
              <a:t>Penny has read 60% or 0.6 </a:t>
            </a:r>
          </a:p>
          <a:p>
            <a:r>
              <a:rPr lang="en-GB" sz="1050" dirty="0">
                <a:solidFill>
                  <a:srgbClr val="FF0000"/>
                </a:solidFill>
              </a:rPr>
              <a:t>Lenny has read the most of his book.</a:t>
            </a:r>
          </a:p>
        </p:txBody>
      </p:sp>
    </p:spTree>
    <p:extLst>
      <p:ext uri="{BB962C8B-B14F-4D97-AF65-F5344CB8AC3E}">
        <p14:creationId xmlns:p14="http://schemas.microsoft.com/office/powerpoint/2010/main" val="2154926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3760" t="19244" r="59841" b="37797"/>
          <a:stretch/>
        </p:blipFill>
        <p:spPr>
          <a:xfrm>
            <a:off x="1806516" y="793966"/>
            <a:ext cx="2730012" cy="4022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48816" y="100159"/>
            <a:ext cx="37754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00">
                <a:solidFill>
                  <a:srgbClr val="FFC000">
                    <a:lumMod val="50000"/>
                  </a:srgbClr>
                </a:solidFill>
                <a:latin typeface="Calibri"/>
              </a:rPr>
              <a:t>EQ: </a:t>
            </a:r>
            <a:r>
              <a:rPr lang="en-GB" sz="1000">
                <a:solidFill>
                  <a:prstClr val="black"/>
                </a:solidFill>
              </a:rPr>
              <a:t>How do I convert between </a:t>
            </a:r>
            <a:r>
              <a:rPr lang="en-GB" sz="1000"/>
              <a:t>decimals to percentages.</a:t>
            </a:r>
            <a:r>
              <a:rPr lang="en-GB" sz="1000">
                <a:solidFill>
                  <a:prstClr val="black"/>
                </a:solidFill>
              </a:rPr>
              <a:t> </a:t>
            </a:r>
            <a:endParaRPr lang="en-GB" sz="10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8" name="Rectangle 7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40877" t="19216" r="51167" b="41938"/>
          <a:stretch/>
        </p:blipFill>
        <p:spPr>
          <a:xfrm>
            <a:off x="5484590" y="986521"/>
            <a:ext cx="1324535" cy="363743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659024" y="39972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Problem solving</a:t>
            </a:r>
          </a:p>
        </p:txBody>
      </p:sp>
    </p:spTree>
    <p:extLst>
      <p:ext uri="{BB962C8B-B14F-4D97-AF65-F5344CB8AC3E}">
        <p14:creationId xmlns:p14="http://schemas.microsoft.com/office/powerpoint/2010/main" val="202423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796</TotalTime>
  <Words>716</Words>
  <Application>Microsoft Office PowerPoint</Application>
  <PresentationFormat>On-screen Show (16:9)</PresentationFormat>
  <Paragraphs>197</Paragraphs>
  <Slides>13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Tahoma</vt:lpstr>
      <vt:lpstr>Fredoka One</vt:lpstr>
      <vt:lpstr>Arial</vt:lpstr>
      <vt:lpstr>Arial Black</vt:lpstr>
      <vt:lpstr>Times New Roman</vt:lpstr>
      <vt:lpstr>Calibri</vt:lpstr>
      <vt:lpstr>Abel</vt:lpstr>
      <vt:lpstr>Rainbow Background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WATSON Justin [Baldivis Secondary College]</cp:lastModifiedBy>
  <cp:revision>19</cp:revision>
  <dcterms:created xsi:type="dcterms:W3CDTF">2021-02-22T02:29:05Z</dcterms:created>
  <dcterms:modified xsi:type="dcterms:W3CDTF">2021-03-28T11:07:44Z</dcterms:modified>
</cp:coreProperties>
</file>