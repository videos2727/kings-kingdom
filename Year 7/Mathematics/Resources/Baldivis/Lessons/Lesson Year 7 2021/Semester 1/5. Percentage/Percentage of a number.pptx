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2"/>
  </p:notesMasterIdLst>
  <p:sldIdLst>
    <p:sldId id="257" r:id="rId2"/>
    <p:sldId id="258" r:id="rId3"/>
    <p:sldId id="264" r:id="rId4"/>
    <p:sldId id="265" r:id="rId5"/>
    <p:sldId id="259" r:id="rId6"/>
    <p:sldId id="266" r:id="rId7"/>
    <p:sldId id="260" r:id="rId8"/>
    <p:sldId id="261" r:id="rId9"/>
    <p:sldId id="262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0AE6-6846-4C49-A11A-76359CE42ADE}" type="datetimeFigureOut">
              <a:rPr lang="en-AU" smtClean="0"/>
              <a:t>10/04/2021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129FF-FEF9-44C6-8A1D-533138F5C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22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4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0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1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46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82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0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6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4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80789B-B74F-4D5C-AD3E-5CF7DA9123CA}" type="datetimeFigureOut">
              <a:rPr lang="en-AU" smtClean="0"/>
              <a:t>10/04/2021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8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789B-B74F-4D5C-AD3E-5CF7DA9123CA}" type="datetimeFigureOut">
              <a:rPr lang="en-AU" smtClean="0"/>
              <a:t>10/04/2021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50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23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26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7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5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53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86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37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261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43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077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549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360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488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61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37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ransition>
    <p:fade thruBlk="1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219765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Percentage of a number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To find the percentage of a number successfully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51094" y="387856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43908" y="1469869"/>
            <a:ext cx="7624483" cy="5002304"/>
          </a:xfrm>
        </p:spPr>
        <p:txBody>
          <a:bodyPr>
            <a:normAutofit/>
          </a:bodyPr>
          <a:lstStyle/>
          <a:p>
            <a:r>
              <a:rPr lang="en-AU" sz="2800" dirty="0"/>
              <a:t>Decimals to percentages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Fractions to percentages</a:t>
            </a:r>
          </a:p>
          <a:p>
            <a:endParaRPr lang="en-AU" sz="2800" dirty="0"/>
          </a:p>
          <a:p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23CF79CC-F500-45C7-89B7-F7ADFC1C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64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3407C-70C8-454A-BF11-C4EC9F3FA413}"/>
              </a:ext>
            </a:extLst>
          </p:cNvPr>
          <p:cNvSpPr txBox="1"/>
          <p:nvPr/>
        </p:nvSpPr>
        <p:spPr>
          <a:xfrm>
            <a:off x="10920146" y="278924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latin typeface="Arial Black" panose="020B0A04020102020204" pitchFamily="34" charset="0"/>
              </a:rPr>
              <a:t>ICOR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CB1F33-78FE-495D-87C5-5D1F59B89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24" t="17282" b="35226"/>
          <a:stretch/>
        </p:blipFill>
        <p:spPr bwMode="auto">
          <a:xfrm>
            <a:off x="532710" y="1997103"/>
            <a:ext cx="1748118" cy="158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14BB424-F09D-4F91-9A51-52B8E0676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44" t="47271"/>
          <a:stretch/>
        </p:blipFill>
        <p:spPr bwMode="auto">
          <a:xfrm>
            <a:off x="532710" y="4561315"/>
            <a:ext cx="976462" cy="223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80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51094" y="387856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86111" y="1385461"/>
            <a:ext cx="8984498" cy="5472539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Simplify the following ratio:</a:t>
            </a:r>
          </a:p>
          <a:p>
            <a:pPr marL="0" indent="0" algn="ctr">
              <a:buNone/>
            </a:pPr>
            <a:r>
              <a:rPr lang="en-AU" sz="2800" b="1" dirty="0"/>
              <a:t>25 : 15</a:t>
            </a:r>
          </a:p>
          <a:p>
            <a:pPr marL="0" indent="0" algn="ctr">
              <a:buNone/>
            </a:pPr>
            <a:endParaRPr lang="en-AU" sz="2800" b="1" dirty="0"/>
          </a:p>
          <a:p>
            <a:r>
              <a:rPr lang="en-AU" sz="2800" dirty="0"/>
              <a:t>Turn the following ratio into a fraction:</a:t>
            </a:r>
          </a:p>
          <a:p>
            <a:pPr marL="0" indent="0" algn="ctr">
              <a:buNone/>
            </a:pPr>
            <a:r>
              <a:rPr lang="en-AU" sz="2800" b="1" dirty="0"/>
              <a:t>3 : 6</a:t>
            </a:r>
          </a:p>
          <a:p>
            <a:endParaRPr lang="en-AU" sz="2800" dirty="0"/>
          </a:p>
          <a:p>
            <a:r>
              <a:rPr lang="en-AU" sz="2800" dirty="0"/>
              <a:t>Turn the following ratio into a decimal:</a:t>
            </a:r>
          </a:p>
          <a:p>
            <a:pPr marL="0" indent="0" algn="ctr">
              <a:buNone/>
            </a:pPr>
            <a:r>
              <a:rPr lang="en-AU" sz="2800" b="1" dirty="0"/>
              <a:t>8 : 40</a:t>
            </a:r>
          </a:p>
          <a:p>
            <a:pPr marL="0" indent="0" algn="ctr">
              <a:buNone/>
            </a:pPr>
            <a:endParaRPr lang="en-AU" sz="2800" b="1" dirty="0"/>
          </a:p>
          <a:p>
            <a:r>
              <a:rPr lang="en-AU" sz="2800" dirty="0"/>
              <a:t>Turn the following ratio into a percentage:</a:t>
            </a:r>
          </a:p>
          <a:p>
            <a:pPr marL="0" indent="0" algn="ctr">
              <a:buNone/>
            </a:pPr>
            <a:r>
              <a:rPr lang="en-AU" sz="2800" b="1" dirty="0"/>
              <a:t>2 : 18</a:t>
            </a:r>
          </a:p>
          <a:p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23CF79CC-F500-45C7-89B7-F7ADFC1C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64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3407C-70C8-454A-BF11-C4EC9F3FA413}"/>
              </a:ext>
            </a:extLst>
          </p:cNvPr>
          <p:cNvSpPr txBox="1"/>
          <p:nvPr/>
        </p:nvSpPr>
        <p:spPr>
          <a:xfrm>
            <a:off x="10920146" y="278924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latin typeface="Arial Black" panose="020B0A04020102020204" pitchFamily="34" charset="0"/>
              </a:rPr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69716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7343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: Percentage of a number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a percentage of a number?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EB0C6B9-5790-4022-9B6E-0B06B9D01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1486101"/>
            <a:ext cx="11871212" cy="5055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191345" y="4545106"/>
            <a:ext cx="5402631" cy="1008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7343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: Percentage of a number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a percentage of a number?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021A82-B393-404B-806E-D19389758603}"/>
              </a:ext>
            </a:extLst>
          </p:cNvPr>
          <p:cNvSpPr txBox="1"/>
          <p:nvPr/>
        </p:nvSpPr>
        <p:spPr>
          <a:xfrm>
            <a:off x="2737799" y="1507608"/>
            <a:ext cx="5998577" cy="461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find a percentage of a number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A8092F-5C32-478B-93A0-2F0BF7EC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" y="2331699"/>
            <a:ext cx="12188826" cy="21408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28AC88-2FA8-4840-98C4-1696C0E6A44A}"/>
              </a:ext>
            </a:extLst>
          </p:cNvPr>
          <p:cNvSpPr/>
          <p:nvPr/>
        </p:nvSpPr>
        <p:spPr>
          <a:xfrm>
            <a:off x="1588" y="2891247"/>
            <a:ext cx="6789177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D3C63-5C0C-474A-9C91-3596A20CB4EC}"/>
              </a:ext>
            </a:extLst>
          </p:cNvPr>
          <p:cNvSpPr/>
          <p:nvPr/>
        </p:nvSpPr>
        <p:spPr>
          <a:xfrm>
            <a:off x="1588" y="3402106"/>
            <a:ext cx="6789177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D65CE-5C12-4669-B51C-1654677A9D18}"/>
              </a:ext>
            </a:extLst>
          </p:cNvPr>
          <p:cNvSpPr/>
          <p:nvPr/>
        </p:nvSpPr>
        <p:spPr>
          <a:xfrm>
            <a:off x="1588" y="3912965"/>
            <a:ext cx="7448083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ACA99-2DF4-424F-8C35-B6CD9715D92F}"/>
              </a:ext>
            </a:extLst>
          </p:cNvPr>
          <p:cNvSpPr/>
          <p:nvPr/>
        </p:nvSpPr>
        <p:spPr>
          <a:xfrm>
            <a:off x="10950410" y="2469023"/>
            <a:ext cx="261541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FA77E-48DF-4C25-AE52-3EE59B203116}"/>
              </a:ext>
            </a:extLst>
          </p:cNvPr>
          <p:cNvSpPr/>
          <p:nvPr/>
        </p:nvSpPr>
        <p:spPr>
          <a:xfrm>
            <a:off x="9947656" y="3510175"/>
            <a:ext cx="1092379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95B68-7E0C-47B9-9D5B-08FEEE3FD806}"/>
              </a:ext>
            </a:extLst>
          </p:cNvPr>
          <p:cNvSpPr/>
          <p:nvPr/>
        </p:nvSpPr>
        <p:spPr>
          <a:xfrm>
            <a:off x="11235059" y="2469022"/>
            <a:ext cx="567735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D0E46-DF72-432F-8BD7-281AFE5AF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370" y="5032061"/>
            <a:ext cx="7833433" cy="1070407"/>
          </a:xfrm>
          <a:prstGeom prst="rect">
            <a:avLst/>
          </a:prstGeom>
          <a:ln w="5715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20840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CC9DD-1F45-4A7A-AAD5-7F05B759D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697692"/>
            <a:ext cx="10674754" cy="1339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902AA2-000A-4FEF-B734-560092238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480" y="188259"/>
            <a:ext cx="5785990" cy="1949824"/>
          </a:xfrm>
          <a:prstGeom prst="rect">
            <a:avLst/>
          </a:prstGeom>
          <a:ln w="3810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706976-616B-4735-9FB3-2671ABDBA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765" y="3918496"/>
            <a:ext cx="4828235" cy="2939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02AF29-44FA-4707-B4E7-18B0ABEA4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979"/>
            <a:ext cx="7959072" cy="359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Exit pass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38CCDF87-69F1-40CA-BB22-9FDB1D2AE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746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315EAA-A750-4CE8-AC29-6AAAECBB5651}"/>
              </a:ext>
            </a:extLst>
          </p:cNvPr>
          <p:cNvSpPr txBox="1"/>
          <p:nvPr/>
        </p:nvSpPr>
        <p:spPr>
          <a:xfrm>
            <a:off x="10758264" y="2704675"/>
            <a:ext cx="10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</a:t>
            </a:r>
            <a:r>
              <a:rPr lang="en-AU" dirty="0">
                <a:latin typeface="Arial Black" panose="020B0A04020102020204" pitchFamily="34" charset="0"/>
              </a:rPr>
              <a:t>COR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4FAFB-4AAA-4E92-BDDD-BB5F10E66A25}"/>
              </a:ext>
            </a:extLst>
          </p:cNvPr>
          <p:cNvSpPr txBox="1"/>
          <p:nvPr/>
        </p:nvSpPr>
        <p:spPr>
          <a:xfrm>
            <a:off x="1036158" y="1560870"/>
            <a:ext cx="8296101" cy="4831964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endParaRPr lang="en-AU" sz="2000" b="1" u="sng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AU" sz="4000" b="1" u="sng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Steps to Leave the Classroom</a:t>
            </a:r>
          </a:p>
          <a:p>
            <a:pPr algn="ctr" defTabSz="914126"/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marL="457200" indent="-457200" algn="ctr" defTabSz="914126"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Complete the Mystery Amount Activity</a:t>
            </a: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marL="457200" indent="-457200" algn="ctr" defTabSz="914126"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Fill in your summery </a:t>
            </a: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algn="ctr" defTabSz="914126"/>
            <a:r>
              <a:rPr lang="en-AU" sz="2800" dirty="0">
                <a:solidFill>
                  <a:prstClr val="black"/>
                </a:solidFill>
              </a:rPr>
              <a:t>Show your teacher these two steps before you may pack up 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8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1832</TotalTime>
  <Words>235</Words>
  <Application>Microsoft Office PowerPoint</Application>
  <PresentationFormat>Widescreen</PresentationFormat>
  <Paragraphs>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Century Gothic</vt:lpstr>
      <vt:lpstr>DJB Fancy Nancy</vt:lpstr>
      <vt:lpstr>Kiwi School Handwriting</vt:lpstr>
      <vt:lpstr>Vapor Trail</vt:lpstr>
      <vt:lpstr>Percentage of a number</vt:lpstr>
      <vt:lpstr>Learning Intentions</vt:lpstr>
      <vt:lpstr>From last lesson</vt:lpstr>
      <vt:lpstr>From last lesson</vt:lpstr>
      <vt:lpstr>PowerPoint Presentation</vt:lpstr>
      <vt:lpstr>PowerPoint Presentation</vt:lpstr>
      <vt:lpstr>PowerPoint Presentation</vt:lpstr>
      <vt:lpstr>Practice</vt:lpstr>
      <vt:lpstr>Task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 of a number</dc:title>
  <dc:creator>Nine Labuschagne</dc:creator>
  <cp:lastModifiedBy>MCLEOD Alexandria [Baldivis Secondary College]</cp:lastModifiedBy>
  <cp:revision>9</cp:revision>
  <dcterms:created xsi:type="dcterms:W3CDTF">2017-11-05T07:56:06Z</dcterms:created>
  <dcterms:modified xsi:type="dcterms:W3CDTF">2021-04-09T22:50:21Z</dcterms:modified>
</cp:coreProperties>
</file>