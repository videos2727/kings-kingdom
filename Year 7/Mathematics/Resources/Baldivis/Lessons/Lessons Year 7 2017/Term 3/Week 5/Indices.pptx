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8" r:id="rId2"/>
  </p:sldMasterIdLst>
  <p:notesMasterIdLst>
    <p:notesMasterId r:id="rId17"/>
  </p:notesMasterIdLst>
  <p:sldIdLst>
    <p:sldId id="256" r:id="rId3"/>
    <p:sldId id="257" r:id="rId4"/>
    <p:sldId id="258" r:id="rId5"/>
    <p:sldId id="263" r:id="rId6"/>
    <p:sldId id="259" r:id="rId7"/>
    <p:sldId id="260" r:id="rId8"/>
    <p:sldId id="264" r:id="rId9"/>
    <p:sldId id="267" r:id="rId10"/>
    <p:sldId id="266" r:id="rId11"/>
    <p:sldId id="268" r:id="rId12"/>
    <p:sldId id="269" r:id="rId13"/>
    <p:sldId id="265" r:id="rId14"/>
    <p:sldId id="261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2EB51-8E2B-4743-8071-6BF669AE6D5C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C821F-C573-404C-9A6B-8350C772BA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773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08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65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20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6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16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 will need two playing cards. Make note of how many cards you hand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C821F-C573-404C-9A6B-8350C772BAE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427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87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94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F41D-2132-4BE5-83DA-30D074D93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76840-5E84-4115-BF13-E4585331B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ACA02-33B2-4910-BD36-AD80EC614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86BDD-21DA-428D-8E1F-7F03C9A0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3236-F2AC-4756-8516-79A344D2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1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2353-A870-4078-9E4E-E5990AE8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8A928-A8FD-4A35-BCAF-25F31F5E4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78CD8-3DEF-4F95-BF71-5382C345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2001F-A577-40A6-A224-7FE2D54A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737EF-2DD1-4822-9346-C7C64FC8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956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78AA-A8DF-4121-9955-395D1E16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50461-6ED9-45B0-AE0A-E2D07B41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D4D04-EA48-468A-85BC-DC5ED827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1DD9C-A997-4501-A7A1-5E074A6B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EE98-1076-4DC5-82D7-7EC457458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24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DB71-628A-4E52-AD97-6829A2BE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EE3C7-2F6B-4B9C-B123-503C55580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961C8-CB8F-4EE3-9F38-31D2D08F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4A39-D04A-40A4-B336-23E3F5E3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B9EF-C549-45CC-8287-119E0754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29F1D-C2F1-4769-B3FD-72E4308F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69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A418-EF53-475F-AAD1-3B42B3A0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F4F82-0763-4446-AE18-5A99F250E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38C3C-2351-4FF9-A905-788B2EA7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FD52-6F58-402B-B4CE-068A6142B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4C676-1F83-4FB7-8F59-C83023979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103C0-EC4F-4776-9854-C792177C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AEB71-B1EA-400F-B4DF-A13D43FE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C7BEA-448C-4D9C-BAAE-DC4C3C66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5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EBA8-6203-477B-B8F3-4447BEFA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D2A17-D106-4BB9-B7D3-521ED85E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467B5-7E57-41DD-A094-1D3E73E8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D1B26-70FE-4EB1-AF39-C050AE7D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2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2165B-C2AD-4EB4-AAEC-704AF2AAF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EB77A-CD0C-4FF7-9931-F4643133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ED576-04E6-40BA-923B-2C0549A2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2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D6EA-9FA5-4EC2-9EB6-9E5B9CAF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22CD-5236-445B-9AFD-FDAC9B66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E6B31-864F-45DC-93E9-1B211F59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896EC-F448-44F5-B969-96C67BC7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D5D0E-09F0-4481-9F00-CC06ED797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40AAF-F599-458A-A172-344A322C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01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A592-BC55-49D5-B59B-4BE48D0A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5985F0-F74D-4DA9-9313-B6137D3F6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A20C1-DDF4-495A-8571-AFF6B9EDE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CB61A-685C-40C5-93C4-CD3A4A80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D7973-3966-457E-956D-D7E23862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55522-4CE6-4C2A-B17C-8F33A9FE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25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73B4-6EB8-41D7-A607-C5074277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15DC6-F937-4D9D-963C-185250940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9C08-8007-4C75-A73A-3FF48AD7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41CE-80B3-46A5-85E8-7085DE16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1AF81-0B35-45E9-9305-C40620CB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37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4DAB3-6794-4F88-BD56-1C75FB25A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3A750-09D2-4B5F-AD1D-B347BC6E0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D953E-087D-4A60-92A4-7151EE43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4F9C-3BA7-45FD-A89B-1F142530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0303-97C7-4AC9-AC35-DE133279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02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563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222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659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873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42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1819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999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28946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4492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0603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9663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9178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263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815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0752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318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474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AA0985-FB21-428A-8BA1-D5C1BF4C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60CB4-97BA-46C1-BE03-3EB212935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7184-1656-4D4E-AB7B-AB40F6A84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F280B-99EA-4C99-9091-DA513F110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7F9B-ECB6-46D8-9F96-45F6C3088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38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49843-6A5C-4F4D-A9C0-D9C5FA0D0F08}" type="datetimeFigureOut">
              <a:rPr lang="en-AU" smtClean="0"/>
              <a:t>14/08/2017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98BD-E3D0-459F-ADF0-ECCA9BD166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65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EFDD-EA52-4938-AA42-B674EA8B7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6578"/>
            <a:ext cx="9144000" cy="23876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New NOTEBOOK!!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79B30-068D-4537-854C-CB29221A2E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b="1" dirty="0"/>
              <a:t>My Numbers Interactive Notebook</a:t>
            </a:r>
          </a:p>
        </p:txBody>
      </p:sp>
    </p:spTree>
    <p:extLst>
      <p:ext uri="{BB962C8B-B14F-4D97-AF65-F5344CB8AC3E}">
        <p14:creationId xmlns:p14="http://schemas.microsoft.com/office/powerpoint/2010/main" val="6314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Indices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800" dirty="0"/>
              <a:t>Correctly label an indices </a:t>
            </a:r>
          </a:p>
          <a:p>
            <a:pPr marL="0" indent="0">
              <a:buNone/>
            </a:pPr>
            <a:endParaRPr lang="en-AU" sz="2800" dirty="0"/>
          </a:p>
          <a:p>
            <a:endParaRPr lang="en-AU" sz="4400" dirty="0"/>
          </a:p>
          <a:p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99680-B185-413F-90AC-57786358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35001"/>
            <a:ext cx="10820400" cy="5222999"/>
          </a:xfrm>
        </p:spPr>
        <p:txBody>
          <a:bodyPr>
            <a:normAutofit/>
          </a:bodyPr>
          <a:lstStyle/>
          <a:p>
            <a:r>
              <a:rPr lang="en-AU" sz="2800" dirty="0"/>
              <a:t>Write proper sentences about what you know about </a:t>
            </a:r>
            <a:r>
              <a:rPr lang="en-AU" sz="2800" b="1" dirty="0"/>
              <a:t>numbers.</a:t>
            </a:r>
          </a:p>
          <a:p>
            <a:pPr marL="0" indent="0">
              <a:buNone/>
            </a:pPr>
            <a:endParaRPr lang="en-AU" sz="2800" dirty="0"/>
          </a:p>
          <a:p>
            <a:r>
              <a:rPr lang="en-AU" sz="2800" dirty="0"/>
              <a:t>Some things to think about: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400" dirty="0"/>
              <a:t>What kind of numbers are there?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400" dirty="0"/>
              <a:t>What do you know about prime numbers?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AU" sz="2400" dirty="0"/>
              <a:t>What do you know about factors?</a:t>
            </a:r>
          </a:p>
          <a:p>
            <a:pPr marL="457200" lvl="1" indent="0">
              <a:buNone/>
            </a:pPr>
            <a:endParaRPr lang="en-AU" sz="2400" dirty="0"/>
          </a:p>
          <a:p>
            <a:r>
              <a:rPr lang="en-AU" sz="2800" dirty="0"/>
              <a:t>The person with the most amount of words after 2 minutes will get 20 VIVO points. </a:t>
            </a:r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1719D1C0-192F-40FD-A5B6-DCD308EC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Power-write</a:t>
            </a:r>
          </a:p>
        </p:txBody>
      </p:sp>
    </p:spTree>
    <p:extLst>
      <p:ext uri="{BB962C8B-B14F-4D97-AF65-F5344CB8AC3E}">
        <p14:creationId xmlns:p14="http://schemas.microsoft.com/office/powerpoint/2010/main" val="235115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1454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693504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Index Form?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put numbers in index and factor form?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0"/>
            <a:ext cx="100588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The index of a number says how many times to use the number in a </a:t>
            </a:r>
            <a:r>
              <a:rPr lang="en-AU" sz="2800" b="1" dirty="0"/>
              <a:t>multiplication</a:t>
            </a:r>
            <a:r>
              <a:rPr lang="en-AU" sz="2800" dirty="0"/>
              <a:t>.</a:t>
            </a:r>
          </a:p>
          <a:p>
            <a:pPr defTabSz="914126"/>
            <a:endParaRPr lang="en-AU" sz="2800" dirty="0"/>
          </a:p>
          <a:p>
            <a:pPr defTabSz="914126"/>
            <a:r>
              <a:rPr lang="en-AU" sz="2800" dirty="0"/>
              <a:t>It is written as a small number to the right and above the base number.</a:t>
            </a:r>
            <a:endParaRPr lang="en-US" sz="28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2994B69-D601-4C95-8188-2F54F1ADA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930" y="3606830"/>
            <a:ext cx="3316860" cy="301693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474580-5D97-4EB9-ABFE-D2032DCD2ABF}"/>
              </a:ext>
            </a:extLst>
          </p:cNvPr>
          <p:cNvSpPr/>
          <p:nvPr/>
        </p:nvSpPr>
        <p:spPr>
          <a:xfrm>
            <a:off x="2288994" y="4363514"/>
            <a:ext cx="46052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The plural of index is indices.</a:t>
            </a:r>
            <a:br>
              <a:rPr lang="en-AU" sz="2400" dirty="0"/>
            </a:br>
            <a:br>
              <a:rPr lang="en-AU" sz="2400" dirty="0"/>
            </a:br>
            <a:r>
              <a:rPr lang="en-AU" sz="2400" b="0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(Other names for index are </a:t>
            </a:r>
            <a:r>
              <a:rPr lang="en-AU" sz="2400" b="1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exponent</a:t>
            </a:r>
            <a:r>
              <a:rPr lang="en-AU" sz="2400" b="0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 or </a:t>
            </a:r>
            <a:r>
              <a:rPr lang="en-AU" sz="2400" b="1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power</a:t>
            </a:r>
            <a:r>
              <a:rPr lang="en-AU" sz="2400" b="0" i="0" dirty="0">
                <a:solidFill>
                  <a:srgbClr val="000066"/>
                </a:solidFill>
                <a:effectLst/>
                <a:latin typeface="Verdana" panose="020B0604030504040204" pitchFamily="34" charset="0"/>
              </a:rPr>
              <a:t>.)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1454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7" y="1693504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Factor Form?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put numbers in index and factor form?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0"/>
            <a:ext cx="1005887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Factor from is the expanded version on an Index.</a:t>
            </a:r>
          </a:p>
          <a:p>
            <a:pPr defTabSz="914126"/>
            <a:endParaRPr lang="en-AU" sz="2800" dirty="0"/>
          </a:p>
          <a:p>
            <a:pPr defTabSz="914126"/>
            <a:r>
              <a:rPr lang="en-AU" sz="2800" dirty="0"/>
              <a:t>It is written as a series of multiplications</a:t>
            </a:r>
          </a:p>
          <a:p>
            <a:pPr defTabSz="914126"/>
            <a:endParaRPr lang="en-AU" sz="28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6A87AF-A604-4AB6-BB2C-E3D769B8B34D}"/>
              </a:ext>
            </a:extLst>
          </p:cNvPr>
          <p:cNvSpPr txBox="1"/>
          <p:nvPr/>
        </p:nvSpPr>
        <p:spPr>
          <a:xfrm>
            <a:off x="3323294" y="3524333"/>
            <a:ext cx="66915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6600" b="1" dirty="0">
                <a:solidFill>
                  <a:schemeClr val="accent5">
                    <a:lumMod val="75000"/>
                  </a:schemeClr>
                </a:solidFill>
                <a:latin typeface="CF School Handwriting" pitchFamily="2" charset="0"/>
              </a:rPr>
              <a:t>3 x 3 x 3 x 3 x 3</a:t>
            </a:r>
          </a:p>
        </p:txBody>
      </p:sp>
    </p:spTree>
    <p:extLst>
      <p:ext uri="{BB962C8B-B14F-4D97-AF65-F5344CB8AC3E}">
        <p14:creationId xmlns:p14="http://schemas.microsoft.com/office/powerpoint/2010/main" val="415894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2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139888"/>
            <a:ext cx="1454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888" y="1528449"/>
            <a:ext cx="34952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Examples of Factor 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put numbers in index and factor form?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6A87AF-A604-4AB6-BB2C-E3D769B8B34D}"/>
              </a:ext>
            </a:extLst>
          </p:cNvPr>
          <p:cNvSpPr txBox="1"/>
          <p:nvPr/>
        </p:nvSpPr>
        <p:spPr>
          <a:xfrm>
            <a:off x="509589" y="2641360"/>
            <a:ext cx="3728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5400" b="1" dirty="0">
                <a:solidFill>
                  <a:schemeClr val="accent5">
                    <a:lumMod val="75000"/>
                  </a:schemeClr>
                </a:solidFill>
                <a:latin typeface="CF School Handwriting" pitchFamily="2" charset="0"/>
              </a:rPr>
              <a:t>4 x 4 x 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9AB4C-C3A7-4F9B-999B-A0F3356451CC}"/>
              </a:ext>
            </a:extLst>
          </p:cNvPr>
          <p:cNvSpPr txBox="1"/>
          <p:nvPr/>
        </p:nvSpPr>
        <p:spPr>
          <a:xfrm>
            <a:off x="7510726" y="1503869"/>
            <a:ext cx="3288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Examples of Index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2A1E58-4287-43A4-BA94-C2709F414EFE}"/>
                  </a:ext>
                </a:extLst>
              </p:cNvPr>
              <p:cNvSpPr txBox="1"/>
              <p:nvPr/>
            </p:nvSpPr>
            <p:spPr>
              <a:xfrm>
                <a:off x="6563809" y="2641360"/>
                <a:ext cx="5182077" cy="942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F School Handwriting" pitchFamily="2" charset="0"/>
                            </a:rPr>
                          </m:ctrlPr>
                        </m:sSupPr>
                        <m:e>
                          <m:r>
                            <a:rPr lang="en-AU" sz="5400" b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F School Handwriting" pitchFamily="2" charset="0"/>
                            </a:rPr>
                            <m:t>𝟒</m:t>
                          </m:r>
                        </m:e>
                        <m:sup>
                          <m:r>
                            <a:rPr lang="en-AU" sz="5400" b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F School Handwriting" pitchFamily="2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5400" b="1" dirty="0">
                  <a:solidFill>
                    <a:schemeClr val="accent5">
                      <a:lumMod val="75000"/>
                    </a:schemeClr>
                  </a:solidFill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2A1E58-4287-43A4-BA94-C2709F414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809" y="2641360"/>
                <a:ext cx="5182077" cy="9420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84C1672-CEC3-4C51-9E06-9E6F8F457E2B}"/>
              </a:ext>
            </a:extLst>
          </p:cNvPr>
          <p:cNvSpPr txBox="1"/>
          <p:nvPr/>
        </p:nvSpPr>
        <p:spPr>
          <a:xfrm>
            <a:off x="509589" y="3723494"/>
            <a:ext cx="4251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5400" b="1" dirty="0">
                <a:solidFill>
                  <a:schemeClr val="accent3">
                    <a:lumMod val="75000"/>
                  </a:schemeClr>
                </a:solidFill>
                <a:latin typeface="CF School Handwriting" pitchFamily="2" charset="0"/>
              </a:rPr>
              <a:t>6 x 6 x 6 x 6 x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8AC035-4171-41C4-A46A-E054B3199A8E}"/>
                  </a:ext>
                </a:extLst>
              </p:cNvPr>
              <p:cNvSpPr txBox="1"/>
              <p:nvPr/>
            </p:nvSpPr>
            <p:spPr>
              <a:xfrm>
                <a:off x="6563809" y="3564690"/>
                <a:ext cx="5182077" cy="954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F School Handwriting" pitchFamily="2" charset="0"/>
                            </a:rPr>
                          </m:ctrlPr>
                        </m:sSupPr>
                        <m:e>
                          <m:r>
                            <a:rPr lang="en-AU" sz="5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n-AU" sz="5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AU" sz="5400" b="1" dirty="0">
                  <a:solidFill>
                    <a:schemeClr val="accent5">
                      <a:lumMod val="75000"/>
                    </a:schemeClr>
                  </a:solidFill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8AC035-4171-41C4-A46A-E054B3199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809" y="3564690"/>
                <a:ext cx="5182077" cy="9544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AF9B774-F5C3-4814-AD9A-ED2A97E5639A}"/>
              </a:ext>
            </a:extLst>
          </p:cNvPr>
          <p:cNvSpPr txBox="1"/>
          <p:nvPr/>
        </p:nvSpPr>
        <p:spPr>
          <a:xfrm>
            <a:off x="0" y="5057727"/>
            <a:ext cx="7419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4400" b="1" dirty="0">
                <a:solidFill>
                  <a:srgbClr val="00B050"/>
                </a:solidFill>
                <a:latin typeface="CF School Handwriting" pitchFamily="2" charset="0"/>
              </a:rPr>
              <a:t>2 x 2 x 2 x 2 x 2 x 2 x 2 x 2 x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364D45-F4CF-4462-B292-C60D4CA74769}"/>
                  </a:ext>
                </a:extLst>
              </p:cNvPr>
              <p:cNvSpPr txBox="1"/>
              <p:nvPr/>
            </p:nvSpPr>
            <p:spPr>
              <a:xfrm>
                <a:off x="7113466" y="4872740"/>
                <a:ext cx="4082761" cy="942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1" smtClean="0">
                              <a:solidFill>
                                <a:srgbClr val="00B050"/>
                              </a:solidFill>
                              <a:latin typeface="CF School Handwriting" pitchFamily="2" charset="0"/>
                            </a:rPr>
                          </m:ctrlPr>
                        </m:sSupPr>
                        <m:e>
                          <m:r>
                            <a:rPr lang="en-AU" sz="5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AU" sz="5400" b="1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sup>
                      </m:sSup>
                    </m:oMath>
                  </m:oMathPara>
                </a14:m>
                <a:endParaRPr lang="en-AU" sz="5400" b="1" dirty="0">
                  <a:solidFill>
                    <a:srgbClr val="00B050"/>
                  </a:solidFill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364D45-F4CF-4462-B292-C60D4CA74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466" y="4872740"/>
                <a:ext cx="4082761" cy="9420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02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7D3FAD-2D5C-4D78-B953-1CD01F796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56" r="24869"/>
          <a:stretch/>
        </p:blipFill>
        <p:spPr>
          <a:xfrm>
            <a:off x="1277258" y="0"/>
            <a:ext cx="358502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498218-CB03-4F21-AF2E-7B9D9D72A8AF}"/>
              </a:ext>
            </a:extLst>
          </p:cNvPr>
          <p:cNvSpPr txBox="1"/>
          <p:nvPr/>
        </p:nvSpPr>
        <p:spPr>
          <a:xfrm>
            <a:off x="5558495" y="535840"/>
            <a:ext cx="54723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4400" b="1" dirty="0">
                <a:solidFill>
                  <a:srgbClr val="00B050"/>
                </a:solidFill>
                <a:latin typeface="Kiwi School Handwriting" panose="00000500000000000000" pitchFamily="2" charset="0"/>
              </a:rPr>
              <a:t>How to work it out on the calculator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06190-03C8-451B-88B3-0D8F7F1D0426}"/>
              </a:ext>
            </a:extLst>
          </p:cNvPr>
          <p:cNvCxnSpPr>
            <a:cxnSpLocks/>
          </p:cNvCxnSpPr>
          <p:nvPr/>
        </p:nvCxnSpPr>
        <p:spPr>
          <a:xfrm flipH="1">
            <a:off x="3069773" y="3570514"/>
            <a:ext cx="283754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F2E9A-3997-4232-93DB-E4894957B633}"/>
                  </a:ext>
                </a:extLst>
              </p:cNvPr>
              <p:cNvSpPr txBox="1"/>
              <p:nvPr/>
            </p:nvSpPr>
            <p:spPr>
              <a:xfrm>
                <a:off x="5558495" y="2994170"/>
                <a:ext cx="6415791" cy="1152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sSup>
                      <m:sSupPr>
                        <m:ctrlPr>
                          <a:rPr lang="en-AU" sz="4000" b="1" smtClean="0">
                            <a:solidFill>
                              <a:schemeClr val="tx1"/>
                            </a:solidFill>
                            <a:latin typeface="CF School Handwriting" pitchFamily="2" charset="0"/>
                          </a:rPr>
                        </m:ctrlPr>
                      </m:sSupPr>
                      <m:e>
                        <m:r>
                          <a:rPr lang="en-AU" sz="4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AU" sz="4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4000" b="1" dirty="0">
                    <a:solidFill>
                      <a:srgbClr val="00B050"/>
                    </a:solidFill>
                    <a:latin typeface="CF School Handwriting" pitchFamily="2" charset="0"/>
                  </a:rPr>
                  <a:t> </a:t>
                </a:r>
                <a:r>
                  <a:rPr lang="en-AU" sz="2800" dirty="0"/>
                  <a:t>This will make any number to the power of two</a:t>
                </a:r>
                <a:endParaRPr lang="en-AU" sz="4000" dirty="0"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F2E9A-3997-4232-93DB-E4894957B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495" y="2994170"/>
                <a:ext cx="6415791" cy="1152688"/>
              </a:xfrm>
              <a:prstGeom prst="rect">
                <a:avLst/>
              </a:prstGeom>
              <a:blipFill>
                <a:blip r:embed="rId3"/>
                <a:stretch>
                  <a:fillRect b="-132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29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7D3FAD-2D5C-4D78-B953-1CD01F796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56" r="24869"/>
          <a:stretch/>
        </p:blipFill>
        <p:spPr>
          <a:xfrm>
            <a:off x="1277258" y="0"/>
            <a:ext cx="358502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498218-CB03-4F21-AF2E-7B9D9D72A8AF}"/>
              </a:ext>
            </a:extLst>
          </p:cNvPr>
          <p:cNvSpPr txBox="1"/>
          <p:nvPr/>
        </p:nvSpPr>
        <p:spPr>
          <a:xfrm>
            <a:off x="5558495" y="535840"/>
            <a:ext cx="54723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4400" b="1" dirty="0">
                <a:solidFill>
                  <a:srgbClr val="00B050"/>
                </a:solidFill>
                <a:latin typeface="Kiwi School Handwriting" panose="00000500000000000000" pitchFamily="2" charset="0"/>
              </a:rPr>
              <a:t>How to work it out on the calculator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006190-03C8-451B-88B3-0D8F7F1D0426}"/>
              </a:ext>
            </a:extLst>
          </p:cNvPr>
          <p:cNvCxnSpPr>
            <a:cxnSpLocks/>
          </p:cNvCxnSpPr>
          <p:nvPr/>
        </p:nvCxnSpPr>
        <p:spPr>
          <a:xfrm flipH="1">
            <a:off x="3541486" y="3570514"/>
            <a:ext cx="23658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F2E9A-3997-4232-93DB-E4894957B633}"/>
                  </a:ext>
                </a:extLst>
              </p:cNvPr>
              <p:cNvSpPr txBox="1"/>
              <p:nvPr/>
            </p:nvSpPr>
            <p:spPr>
              <a:xfrm>
                <a:off x="5558495" y="2994170"/>
                <a:ext cx="6415791" cy="1191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 xmlns:m="http://schemas.openxmlformats.org/officeDocument/2006/math">
                    <m:sSup>
                      <m:sSupPr>
                        <m:ctrlPr>
                          <a:rPr lang="en-AU" sz="4000" b="1" smtClean="0">
                            <a:solidFill>
                              <a:schemeClr val="tx1"/>
                            </a:solidFill>
                            <a:latin typeface="CF School Handwriting" pitchFamily="2" charset="0"/>
                          </a:rPr>
                        </m:ctrlPr>
                      </m:sSupPr>
                      <m:e>
                        <m:r>
                          <a:rPr lang="en-AU" sz="4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AU" sz="4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AU" sz="4000" b="1" dirty="0">
                    <a:solidFill>
                      <a:srgbClr val="00B050"/>
                    </a:solidFill>
                    <a:latin typeface="CF School Handwriting" pitchFamily="2" charset="0"/>
                  </a:rPr>
                  <a:t> </a:t>
                </a:r>
                <a:r>
                  <a:rPr lang="en-AU" sz="2800" dirty="0"/>
                  <a:t>This will make any number to the power of what you want</a:t>
                </a:r>
                <a:endParaRPr lang="en-AU" sz="4000" dirty="0"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9F2E9A-3997-4232-93DB-E4894957B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495" y="2994170"/>
                <a:ext cx="6415791" cy="1191480"/>
              </a:xfrm>
              <a:prstGeom prst="rect">
                <a:avLst/>
              </a:prstGeom>
              <a:blipFill>
                <a:blip r:embed="rId3"/>
                <a:stretch>
                  <a:fillRect b="-91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18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D4930613-A4DC-4EE6-A2C1-7C92CE731878}"/>
              </a:ext>
            </a:extLst>
          </p:cNvPr>
          <p:cNvSpPr txBox="1">
            <a:spLocks/>
          </p:cNvSpPr>
          <p:nvPr/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Card Indices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C6A9-2B45-430E-A35D-E0B2897A26AB}"/>
              </a:ext>
            </a:extLst>
          </p:cNvPr>
          <p:cNvSpPr txBox="1"/>
          <p:nvPr/>
        </p:nvSpPr>
        <p:spPr>
          <a:xfrm>
            <a:off x="1160665" y="1798584"/>
            <a:ext cx="100588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/>
              <a:t>I will hand out each person a playing card. </a:t>
            </a:r>
          </a:p>
          <a:p>
            <a:pPr defTabSz="914126"/>
            <a:endParaRPr lang="en-AU" sz="2800" dirty="0"/>
          </a:p>
          <a:p>
            <a:pPr defTabSz="914126"/>
            <a:r>
              <a:rPr lang="en-AU" sz="2800" dirty="0"/>
              <a:t>When I say go you need to find all the other people with the same card as you and write your numbers in index form and factor form on the board</a:t>
            </a:r>
          </a:p>
          <a:p>
            <a:pPr defTabSz="914126"/>
            <a:endParaRPr lang="en-AU" sz="2800" dirty="0"/>
          </a:p>
          <a:p>
            <a:pPr defTabSz="914126"/>
            <a:r>
              <a:rPr lang="en-AU" sz="2800" dirty="0"/>
              <a:t>Once you are done sit down on the floor at the back of the room.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328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0FEFC-0D8D-4470-AE35-C4FABAC15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04" y="1443749"/>
            <a:ext cx="5632903" cy="5078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E3D92-8DBD-4C1B-99CC-DFC4A1C71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78" y="2117099"/>
            <a:ext cx="7130657" cy="1544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F6AF55-3116-494B-A482-47103C3ED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04" y="3913858"/>
            <a:ext cx="5320532" cy="512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B6FF7-124C-4C48-AA27-1843273A2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04" y="4679576"/>
            <a:ext cx="6744094" cy="175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9181" y="1944434"/>
            <a:ext cx="5389390" cy="21921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5400" dirty="0">
                <a:latin typeface="Century Gothic" panose="020B0502020202020204" pitchFamily="34" charset="0"/>
              </a:rPr>
              <a:t>Complete the worksheet</a:t>
            </a:r>
          </a:p>
          <a:p>
            <a:pPr marL="0" indent="0" algn="ctr">
              <a:buNone/>
            </a:pPr>
            <a:endParaRPr lang="en-AU" sz="5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427</Words>
  <Application>Microsoft Office PowerPoint</Application>
  <PresentationFormat>Widescreen</PresentationFormat>
  <Paragraphs>80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CF School Handwriting</vt:lpstr>
      <vt:lpstr>Courier New</vt:lpstr>
      <vt:lpstr>DJB Fancy Nancy</vt:lpstr>
      <vt:lpstr>Kiwi School Handwriting</vt:lpstr>
      <vt:lpstr>Verdana</vt:lpstr>
      <vt:lpstr>Office Theme</vt:lpstr>
      <vt:lpstr>Vapor Trail</vt:lpstr>
      <vt:lpstr>New NOTEBOOK!!</vt:lpstr>
      <vt:lpstr>Indices</vt:lpstr>
      <vt:lpstr>Learning Intentions</vt:lpstr>
      <vt:lpstr>Power-write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NOTEBOOK!!</dc:title>
  <dc:creator>Nine Labuschagne</dc:creator>
  <cp:lastModifiedBy>Nine Labuschagne</cp:lastModifiedBy>
  <cp:revision>9</cp:revision>
  <dcterms:created xsi:type="dcterms:W3CDTF">2017-08-14T07:22:11Z</dcterms:created>
  <dcterms:modified xsi:type="dcterms:W3CDTF">2017-08-15T00:32:23Z</dcterms:modified>
</cp:coreProperties>
</file>