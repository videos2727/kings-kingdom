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8" r:id="rId2"/>
    <p:sldId id="263" r:id="rId3"/>
    <p:sldId id="264" r:id="rId4"/>
    <p:sldId id="270" r:id="rId5"/>
    <p:sldId id="269" r:id="rId6"/>
    <p:sldId id="266" r:id="rId7"/>
    <p:sldId id="267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64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Revision of last lesson</a:t>
            </a:r>
            <a:endParaRPr lang="en-A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AU" dirty="0" smtClean="0"/>
                  <a:t>Quickwrite</a:t>
                </a:r>
              </a:p>
              <a:p>
                <a:pPr marL="0" indent="0" algn="ctr">
                  <a:buNone/>
                </a:pPr>
                <a:r>
                  <a:rPr lang="en-AU" dirty="0" smtClean="0"/>
                  <a:t>What did you learn last lesson?</a:t>
                </a:r>
              </a:p>
              <a:p>
                <a:pPr marL="0" indent="0" algn="ctr">
                  <a:buNone/>
                </a:pPr>
                <a:r>
                  <a:rPr lang="en-AU" dirty="0"/>
                  <a:t> </a:t>
                </a:r>
                <a:endParaRPr lang="en-AU" dirty="0" smtClean="0"/>
              </a:p>
              <a:p>
                <a:pPr marL="0" indent="0" algn="ctr">
                  <a:buNone/>
                </a:pPr>
                <a:r>
                  <a:rPr lang="en-AU" dirty="0" smtClean="0"/>
                  <a:t>Hints:</a:t>
                </a:r>
              </a:p>
              <a:p>
                <a:pPr marL="0" indent="0" algn="ctr">
                  <a:buNone/>
                </a:pP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 ?</m:t>
                    </m:r>
                  </m:oMath>
                </a14:m>
                <a:endParaRPr lang="en-AU" b="0" dirty="0" smtClean="0"/>
              </a:p>
              <a:p>
                <a:pPr marL="0" indent="0" algn="ctr">
                  <a:buNone/>
                </a:pPr>
                <a:r>
                  <a:rPr lang="en-AU" dirty="0" smtClean="0"/>
                  <a:t>4x4x4x4x4 = ?</a:t>
                </a:r>
                <a:endParaRPr lang="en-AU" b="0" dirty="0" smtClean="0"/>
              </a:p>
              <a:p>
                <a:pPr marL="0" indent="0">
                  <a:buNone/>
                </a:pPr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36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 smtClean="0"/>
              <a:t>What numbers can I multiply to get…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45050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600" b="1" dirty="0" smtClean="0"/>
              <a:t>9</a:t>
            </a:r>
          </a:p>
          <a:p>
            <a:pPr marL="0" indent="0">
              <a:buNone/>
            </a:pPr>
            <a:endParaRPr lang="en-AU" sz="3600" b="1" dirty="0"/>
          </a:p>
          <a:p>
            <a:pPr marL="0" indent="0">
              <a:buNone/>
            </a:pPr>
            <a:endParaRPr lang="en-AU" sz="3600" b="1" dirty="0" smtClean="0"/>
          </a:p>
          <a:p>
            <a:pPr marL="0" indent="0">
              <a:buNone/>
            </a:pPr>
            <a:r>
              <a:rPr lang="en-AU" sz="3600" b="1" dirty="0" smtClean="0"/>
              <a:t>12  </a:t>
            </a:r>
          </a:p>
          <a:p>
            <a:pPr marL="0" indent="0">
              <a:buNone/>
            </a:pPr>
            <a:endParaRPr lang="en-AU" sz="3600" b="1" dirty="0"/>
          </a:p>
          <a:p>
            <a:pPr marL="0" indent="0">
              <a:buNone/>
            </a:pPr>
            <a:endParaRPr lang="en-AU" sz="3600" b="1" dirty="0" smtClean="0"/>
          </a:p>
          <a:p>
            <a:pPr marL="0" indent="0">
              <a:buNone/>
            </a:pPr>
            <a:r>
              <a:rPr lang="en-AU" sz="3600" b="1" dirty="0"/>
              <a:t>7</a:t>
            </a:r>
            <a:endParaRPr lang="en-AU" sz="36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195736" y="1611172"/>
            <a:ext cx="5760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1, 3 and 9</a:t>
            </a:r>
          </a:p>
          <a:p>
            <a:endParaRPr lang="en-AU" sz="3600" dirty="0" smtClean="0"/>
          </a:p>
          <a:p>
            <a:endParaRPr lang="en-AU" sz="3600" dirty="0"/>
          </a:p>
          <a:p>
            <a:r>
              <a:rPr lang="en-AU" sz="3600" dirty="0" smtClean="0"/>
              <a:t>1, 2, 3, 4, 6, and 12</a:t>
            </a:r>
          </a:p>
          <a:p>
            <a:endParaRPr lang="en-AU" sz="3600" dirty="0"/>
          </a:p>
          <a:p>
            <a:endParaRPr lang="en-AU" sz="3600" dirty="0" smtClean="0"/>
          </a:p>
          <a:p>
            <a:endParaRPr lang="en-AU" sz="3600" dirty="0"/>
          </a:p>
          <a:p>
            <a:r>
              <a:rPr lang="en-AU" sz="3600" dirty="0" smtClean="0"/>
              <a:t>1 and 7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975854" y="3189860"/>
            <a:ext cx="3244218" cy="208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7075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use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043158"/>
            <a:ext cx="18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_____?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975854" y="2054071"/>
            <a:ext cx="7047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factor of a number are the numbers that divide exactly into the number.</a:t>
            </a:r>
            <a:endParaRPr lang="en-AU" sz="24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564882" y="3214556"/>
            <a:ext cx="6124657" cy="285750"/>
          </a:xfrm>
          <a:prstGeom prst="rect">
            <a:avLst/>
          </a:prstGeom>
        </p:spPr>
        <p:txBody>
          <a:bodyPr>
            <a:normAutofit fontScale="3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 smtClean="0"/>
              <a:t>What numbers can I multiply to get…</a:t>
            </a:r>
            <a:endParaRPr lang="en-AU" b="1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195736" y="3547260"/>
            <a:ext cx="1167864" cy="18517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1800" b="1" dirty="0" smtClean="0"/>
              <a:t>9</a:t>
            </a:r>
          </a:p>
          <a:p>
            <a:pPr marL="0" indent="0">
              <a:buFont typeface="Arial" pitchFamily="34" charset="0"/>
              <a:buNone/>
            </a:pPr>
            <a:endParaRPr lang="en-AU" sz="1800" b="1" dirty="0" smtClean="0"/>
          </a:p>
          <a:p>
            <a:pPr marL="0" indent="0">
              <a:buFont typeface="Arial" pitchFamily="34" charset="0"/>
              <a:buNone/>
            </a:pPr>
            <a:r>
              <a:rPr lang="en-AU" sz="1800" b="1" dirty="0" smtClean="0"/>
              <a:t>12  </a:t>
            </a:r>
          </a:p>
          <a:p>
            <a:pPr marL="0" indent="0">
              <a:buFont typeface="Arial" pitchFamily="34" charset="0"/>
              <a:buNone/>
            </a:pPr>
            <a:endParaRPr lang="en-AU" sz="1800" b="1" dirty="0" smtClean="0"/>
          </a:p>
          <a:p>
            <a:pPr marL="0" indent="0">
              <a:buFont typeface="Arial" pitchFamily="34" charset="0"/>
              <a:buNone/>
            </a:pPr>
            <a:r>
              <a:rPr lang="en-AU" sz="1800" b="1" dirty="0" smtClean="0"/>
              <a:t>7</a:t>
            </a:r>
            <a:endParaRPr lang="en-AU" sz="18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776755" y="3547260"/>
            <a:ext cx="52529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1, 3 and 9</a:t>
            </a:r>
          </a:p>
          <a:p>
            <a:endParaRPr lang="en-AU" sz="1600" dirty="0" smtClean="0"/>
          </a:p>
          <a:p>
            <a:endParaRPr lang="en-AU" sz="1600" dirty="0"/>
          </a:p>
          <a:p>
            <a:r>
              <a:rPr lang="en-AU" sz="1600" dirty="0" smtClean="0"/>
              <a:t>1, 2, 3, 4, 6, and 12</a:t>
            </a:r>
          </a:p>
          <a:p>
            <a:endParaRPr lang="en-AU" sz="1600" dirty="0"/>
          </a:p>
          <a:p>
            <a:r>
              <a:rPr lang="en-AU" sz="1600" dirty="0" smtClean="0"/>
              <a:t>1 and 7</a:t>
            </a:r>
            <a:endParaRPr lang="en-A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053564" y="4128404"/>
            <a:ext cx="296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factors of 9 are 1, 3 and 9</a:t>
            </a:r>
            <a:endParaRPr lang="en-AU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3851920" y="3684972"/>
            <a:ext cx="2201644" cy="6471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429726" y="4473116"/>
            <a:ext cx="1294402" cy="11881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3597964" y="4941168"/>
            <a:ext cx="2774236" cy="7200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63600" y="5661248"/>
            <a:ext cx="332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factors of 12 and 7?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9672" y="156906"/>
            <a:ext cx="59143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Find the factors of…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4432" y="1052735"/>
            <a:ext cx="7704856" cy="6001643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3200" b="1" dirty="0" smtClean="0"/>
              <a:t>2 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3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4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5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6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7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8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9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10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11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12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13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14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15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16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17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18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19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20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21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22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23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24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25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26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27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28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29</a:t>
            </a:r>
          </a:p>
          <a:p>
            <a:pPr algn="ctr">
              <a:lnSpc>
                <a:spcPct val="150000"/>
              </a:lnSpc>
            </a:pPr>
            <a:r>
              <a:rPr lang="en-AU" sz="3200" b="1" dirty="0" smtClean="0"/>
              <a:t>30</a:t>
            </a:r>
          </a:p>
          <a:p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13432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7075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use factors?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043157"/>
            <a:ext cx="1637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_______?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975854" y="2077944"/>
            <a:ext cx="7047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highest common factor (HCF) if the biggest factor that two numbers have in common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2195736" y="3573016"/>
            <a:ext cx="337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factors of  9 and 12?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46" y="4293096"/>
            <a:ext cx="2313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9: 1, 3 and 9</a:t>
            </a:r>
          </a:p>
          <a:p>
            <a:endParaRPr lang="en-AU" dirty="0"/>
          </a:p>
          <a:p>
            <a:r>
              <a:rPr lang="en-AU" dirty="0" smtClean="0"/>
              <a:t>12: 1, 2, 3, 4, 6, and 12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1975854" y="5431401"/>
            <a:ext cx="4936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What’s the highest number they have in common?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2771800" y="6237312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The HCF of 9 and 12 is 3</a:t>
            </a:r>
            <a:endParaRPr lang="en-AU" b="1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3275856" y="4941168"/>
            <a:ext cx="1931226" cy="6748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2987824" y="4473116"/>
            <a:ext cx="2219258" cy="114295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26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Determine the HCF for…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419872" y="1550904"/>
            <a:ext cx="1845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/>
              <a:t>12 and 18</a:t>
            </a:r>
            <a:endParaRPr lang="en-AU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2708920"/>
            <a:ext cx="49784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STEP 1: </a:t>
            </a:r>
            <a:r>
              <a:rPr lang="en-AU" dirty="0" smtClean="0"/>
              <a:t>List the factors of each: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b="1" dirty="0" smtClean="0"/>
              <a:t>STEP 2: </a:t>
            </a:r>
            <a:r>
              <a:rPr lang="en-AU" dirty="0" smtClean="0"/>
              <a:t>Find the highest one they have in common: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5796136" y="2924944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12: 1, 2, 3, 4, 6 and 12</a:t>
            </a:r>
          </a:p>
          <a:p>
            <a:r>
              <a:rPr lang="en-AU" dirty="0" smtClean="0"/>
              <a:t>18: 1, 2, 3, 6, 9 and 18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947450" y="5317094"/>
            <a:ext cx="1848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The HCF is 6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61926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 smtClean="0"/>
              <a:t>Complete exercise 11.6 on page 146</a:t>
            </a:r>
            <a:endParaRPr lang="en-AU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619672" y="4077072"/>
            <a:ext cx="6807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 smtClean="0">
                <a:solidFill>
                  <a:srgbClr val="FF0000"/>
                </a:solidFill>
              </a:rPr>
              <a:t>It’s the bottom half of the page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569" y="116632"/>
            <a:ext cx="8229600" cy="1143000"/>
          </a:xfrm>
        </p:spPr>
        <p:txBody>
          <a:bodyPr/>
          <a:lstStyle/>
          <a:p>
            <a:r>
              <a:rPr lang="en-AU" b="1" dirty="0" smtClean="0"/>
              <a:t>Final question!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8208912" cy="38884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What is the highest common factor of…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sz="4400" b="1" dirty="0" smtClean="0"/>
              <a:t>15 and 20</a:t>
            </a:r>
          </a:p>
          <a:p>
            <a:pPr marL="0" indent="0" algn="ctr">
              <a:buNone/>
            </a:pPr>
            <a:endParaRPr lang="en-AU" sz="4400" b="1" dirty="0"/>
          </a:p>
          <a:p>
            <a:pPr marL="0" indent="0" algn="ctr">
              <a:buNone/>
            </a:pPr>
            <a:r>
              <a:rPr lang="en-AU" sz="4400" b="1" dirty="0" smtClean="0"/>
              <a:t>Hold up and many fingers as the answer</a:t>
            </a:r>
          </a:p>
        </p:txBody>
      </p:sp>
      <p:pic>
        <p:nvPicPr>
          <p:cNvPr id="1026" name="Picture 2" descr="C:\Users\e4075868\AppData\Local\Microsoft\Windows\Temporary Internet Files\Content.IE5\RP2BT71J\compter-sur-les-doigts-123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152"/>
            <a:ext cx="9144000" cy="233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376</Words>
  <Application>Microsoft Office PowerPoint</Application>
  <PresentationFormat>On-screen Show (4:3)</PresentationFormat>
  <Paragraphs>122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Revision of last lesson</vt:lpstr>
      <vt:lpstr>What numbers can I multiply to get…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question!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8</cp:revision>
  <dcterms:created xsi:type="dcterms:W3CDTF">2016-10-20T03:14:06Z</dcterms:created>
  <dcterms:modified xsi:type="dcterms:W3CDTF">2017-08-15T08:34:57Z</dcterms:modified>
</cp:coreProperties>
</file>