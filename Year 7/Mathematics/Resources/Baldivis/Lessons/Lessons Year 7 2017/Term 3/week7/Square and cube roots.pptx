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71" r:id="rId4"/>
    <p:sldId id="272" r:id="rId5"/>
    <p:sldId id="268" r:id="rId6"/>
    <p:sldId id="269" r:id="rId7"/>
    <p:sldId id="273" r:id="rId8"/>
    <p:sldId id="274" r:id="rId9"/>
    <p:sldId id="275" r:id="rId10"/>
    <p:sldId id="276" r:id="rId11"/>
    <p:sldId id="277" r:id="rId12"/>
    <p:sldId id="262" r:id="rId13"/>
    <p:sldId id="265" r:id="rId14"/>
    <p:sldId id="27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44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Find the square root of square numbers</a:t>
            </a:r>
            <a:endParaRPr lang="en-AU" dirty="0"/>
          </a:p>
        </p:txBody>
      </p:sp>
      <p:pic>
        <p:nvPicPr>
          <p:cNvPr id="2050" name="Picture 2" descr="C:\Users\e4075868\AppData\Local\Microsoft\Windows\Temporary Internet Files\Content.IE5\XU1FFWKB\SquarerootsSBSP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996952"/>
            <a:ext cx="5630078" cy="309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85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57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9590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46" t="-3311" r="-523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560653"/>
              </p:ext>
            </p:extLst>
          </p:nvPr>
        </p:nvGraphicFramePr>
        <p:xfrm>
          <a:off x="3347863" y="2977864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  <a:gridCol w="360040"/>
                <a:gridCol w="360040"/>
                <a:gridCol w="360040"/>
                <a:gridCol w="360040"/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69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3278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1213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94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49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9287" y="5669356"/>
            <a:ext cx="21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cube root?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287" y="4350681"/>
            <a:ext cx="252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cube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 three times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= 5 x 5 x 5 = 125 </a:t>
                </a:r>
              </a:p>
              <a:p>
                <a:r>
                  <a:rPr lang="en-AU" dirty="0" smtClean="0"/>
                  <a:t>125 is a cube number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847" t="-3289" r="-10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inverse operation to cubing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blipFill rotWithShape="1">
                <a:blip r:embed="rId5"/>
                <a:stretch>
                  <a:fillRect l="-1544" t="-4464" r="-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5579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Cube numbers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=1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×1×1=1</m:t>
                      </m:r>
                    </m:oMath>
                  </m:oMathPara>
                </a14:m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=2×2×2=</m:t>
                    </m:r>
                  </m:oMath>
                </a14:m>
                <a:r>
                  <a:rPr lang="en-AU" b="0" dirty="0" smtClean="0">
                    <a:ea typeface="Cambria Math"/>
                  </a:rPr>
                  <a:t>__</a:t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:endParaRPr lang="en-AU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Bauhaus 93" panose="04030905020B02020C02" pitchFamily="82" charset="0"/>
              </a:rPr>
              <a:t>Square root day</a:t>
            </a:r>
            <a:endParaRPr lang="en-AU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Math fans loved March 3, </a:t>
            </a:r>
            <a:r>
              <a:rPr lang="en-AU" dirty="0" smtClean="0"/>
              <a:t>2009 (3/3/09). </a:t>
            </a:r>
            <a:r>
              <a:rPr lang="en-AU" dirty="0"/>
              <a:t>It was called Square Root Day. Square Root Day happens only nine times in a century. Square Root Day is not an official holiday. Math lovers celebrate anyway</a:t>
            </a:r>
            <a:r>
              <a:rPr lang="en-AU" dirty="0" smtClean="0"/>
              <a:t>!</a:t>
            </a:r>
          </a:p>
          <a:p>
            <a:pPr marL="0" indent="0">
              <a:buNone/>
            </a:pPr>
            <a:r>
              <a:rPr lang="en-AU" dirty="0"/>
              <a:t>A California high school teacher named Ron Gordon created the day for </a:t>
            </a:r>
            <a:r>
              <a:rPr lang="en-AU" dirty="0" smtClean="0"/>
              <a:t>9/9/81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Bauhaus 93" panose="04030905020B02020C02" pitchFamily="82" charset="0"/>
              </a:rPr>
              <a:t>Square root day</a:t>
            </a:r>
            <a:endParaRPr lang="en-AU" dirty="0">
              <a:latin typeface="Bauhaus 93" panose="04030905020B02020C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Math fans loved March 3, 2009 (3/3/09). It was called Square Root Day. Square Root Day happens only nine times in a century. Square Root Day is not an official holiday. Math lovers celebrate anyway!</a:t>
            </a:r>
          </a:p>
          <a:p>
            <a:pPr marL="0" indent="0">
              <a:buNone/>
            </a:pPr>
            <a:r>
              <a:rPr lang="en-AU" sz="2400" dirty="0"/>
              <a:t>A California high school teacher named Ron Gordon created the day for 9/9/81</a:t>
            </a:r>
          </a:p>
          <a:p>
            <a:pPr marL="0" indent="0">
              <a:buNone/>
            </a:pPr>
            <a:r>
              <a:rPr lang="en-AU" dirty="0"/>
              <a:t>There was one last year (4/4/16)</a:t>
            </a:r>
          </a:p>
          <a:p>
            <a:pPr marL="0" indent="0">
              <a:buNone/>
            </a:pPr>
            <a:r>
              <a:rPr lang="en-AU" b="1" dirty="0"/>
              <a:t>When will the next square root day happen?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083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809</Words>
  <Application>Microsoft Office PowerPoint</Application>
  <PresentationFormat>On-screen Show (4:3)</PresentationFormat>
  <Paragraphs>157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Calculate the following</vt:lpstr>
      <vt:lpstr>Lesson objective</vt:lpstr>
      <vt:lpstr>Calculate the following</vt:lpstr>
      <vt:lpstr>Calculate the following</vt:lpstr>
      <vt:lpstr>PowerPoint Presentation</vt:lpstr>
      <vt:lpstr>PowerPoint Presentation</vt:lpstr>
      <vt:lpstr>PowerPoint Presentation</vt:lpstr>
      <vt:lpstr>PowerPoint Presentation</vt:lpstr>
      <vt:lpstr>Calculate the following</vt:lpstr>
      <vt:lpstr>Calculate the following</vt:lpstr>
      <vt:lpstr>PowerPoint Presentation</vt:lpstr>
      <vt:lpstr>Cube numbers</vt:lpstr>
      <vt:lpstr>Square root day</vt:lpstr>
      <vt:lpstr>Square root day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7</cp:revision>
  <dcterms:created xsi:type="dcterms:W3CDTF">2016-10-20T03:14:06Z</dcterms:created>
  <dcterms:modified xsi:type="dcterms:W3CDTF">2017-08-26T14:13:16Z</dcterms:modified>
</cp:coreProperties>
</file>