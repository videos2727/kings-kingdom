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7" r:id="rId2"/>
    <p:sldId id="258" r:id="rId3"/>
    <p:sldId id="261" r:id="rId4"/>
    <p:sldId id="271" r:id="rId5"/>
    <p:sldId id="267" r:id="rId6"/>
    <p:sldId id="265" r:id="rId7"/>
    <p:sldId id="272" r:id="rId8"/>
    <p:sldId id="268" r:id="rId9"/>
    <p:sldId id="266" r:id="rId10"/>
    <p:sldId id="273" r:id="rId11"/>
    <p:sldId id="269" r:id="rId12"/>
    <p:sldId id="270" r:id="rId13"/>
    <p:sldId id="274" r:id="rId14"/>
    <p:sldId id="275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72103-F54E-4A89-AEDE-A42FFC27AE53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CF4D5-10AC-4CA0-B66D-FC58452E44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6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72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17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39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990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600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60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487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23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40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093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709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2660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975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355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476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573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32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C537B-912A-4FF8-A79D-C540ACE63BA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3AA2-3B04-4289-B605-387EA62C03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23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5414" y="1337481"/>
            <a:ext cx="9448800" cy="208630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Interpreting Stem and Leaf Plots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7210" y="2348881"/>
            <a:ext cx="10817582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r>
              <a:rPr lang="en-AU" sz="4400" dirty="0">
                <a:latin typeface="Kiwi School Handwriting" panose="00000500000000000000" pitchFamily="2" charset="0"/>
              </a:rPr>
              <a:t>Find the mean, median, mode and range from stem and leaf plots</a:t>
            </a:r>
            <a:endParaRPr lang="en-US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320485"/>
            <a:ext cx="0" cy="55375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1590" y="152122"/>
            <a:ext cx="6184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Interpreting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3249" y="157613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852538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find the Mean?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73" y="860197"/>
            <a:ext cx="120006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mean, median, mode and range from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22610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13">
            <a:extLst>
              <a:ext uri="{FF2B5EF4-FFF2-40B4-BE49-F238E27FC236}">
                <a16:creationId xmlns:a16="http://schemas.microsoft.com/office/drawing/2014/main" id="{626499D9-5CD0-42E3-9791-E401EB55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5950" y="1481376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GB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  <a:r>
              <a:rPr lang="en-US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C1162CDF-FF40-4D73-8CDD-05DC4FAD5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142" y="2566504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1A5E02E0-0408-40E0-A17C-5E1032DA742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23933" y="3996861"/>
            <a:ext cx="317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7DF3E0F0-4979-4797-BB1D-E7F02275A40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497570" y="1275092"/>
            <a:ext cx="615553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F54EF94A-BE4D-4C8C-8F35-2E98ECCDA96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73818" y="1414793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7F7525D4-A1CD-447A-8810-8CEE1A65D38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92932" y="1533855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1   3   3   9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C1F98E8F-F43D-4476-9FEC-8359DE8209A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26194" y="2721305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0   5   6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E8A409F6-5B5A-4918-B761-20FE1E3431F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51593" y="3380118"/>
            <a:ext cx="615553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27" name="Line 5">
            <a:extLst>
              <a:ext uri="{FF2B5EF4-FFF2-40B4-BE49-F238E27FC236}">
                <a16:creationId xmlns:a16="http://schemas.microsoft.com/office/drawing/2014/main" id="{8A824868-8844-454B-91A9-900ED7855C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4068" y="2529595"/>
            <a:ext cx="3841483" cy="426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4697CB-E3A2-4F55-AEFC-0906DEE5D2D1}"/>
              </a:ext>
            </a:extLst>
          </p:cNvPr>
          <p:cNvSpPr txBox="1"/>
          <p:nvPr/>
        </p:nvSpPr>
        <p:spPr>
          <a:xfrm>
            <a:off x="1501824" y="2142035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Stem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9880A-2215-4D56-819A-690725AF3533}"/>
              </a:ext>
            </a:extLst>
          </p:cNvPr>
          <p:cNvSpPr txBox="1"/>
          <p:nvPr/>
        </p:nvSpPr>
        <p:spPr>
          <a:xfrm>
            <a:off x="3748123" y="2107446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Leaf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9617C90B-C98A-403E-A9CA-E4C173C24E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49859" y="-3093968"/>
            <a:ext cx="615553" cy="961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40, 44, 52, 53, 54, 61, 63, 63, 69, 70, 75, 76, 81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F3E8BE-3119-43B2-A13A-51273CE40D3B}"/>
              </a:ext>
            </a:extLst>
          </p:cNvPr>
          <p:cNvSpPr txBox="1"/>
          <p:nvPr/>
        </p:nvSpPr>
        <p:spPr>
          <a:xfrm>
            <a:off x="5800708" y="4616157"/>
            <a:ext cx="382029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2: Divide the total by the amount of numbers</a:t>
            </a:r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691B3D89-970B-4809-B85E-ADD5FBF4456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75743" y="778482"/>
            <a:ext cx="1107996" cy="632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40+44+52+53+54+61+63+63+69+70+75+76+81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GB" altLang="en-US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= 801</a:t>
            </a:r>
            <a:endParaRPr lang="en-US" altLang="en-US" sz="2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9549D1-F536-43BF-A30F-091AB4F20252}"/>
              </a:ext>
            </a:extLst>
          </p:cNvPr>
          <p:cNvSpPr txBox="1"/>
          <p:nvPr/>
        </p:nvSpPr>
        <p:spPr>
          <a:xfrm>
            <a:off x="6497234" y="2478341"/>
            <a:ext cx="382029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1: Add all the numbers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 Box 8">
                <a:extLst>
                  <a:ext uri="{FF2B5EF4-FFF2-40B4-BE49-F238E27FC236}">
                    <a16:creationId xmlns:a16="http://schemas.microsoft.com/office/drawing/2014/main" id="{3599E254-7308-4F36-AA18-8367B9833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9317425" y="4738357"/>
                <a:ext cx="970907" cy="24009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3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801</m:t>
                        </m:r>
                      </m:num>
                      <m:den>
                        <m:r>
                          <a:rPr lang="en-AU" altLang="en-US" sz="3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US" altLang="en-US" sz="3600" dirty="0">
                    <a:solidFill>
                      <a:schemeClr val="accent1">
                        <a:lumMod val="50000"/>
                      </a:schemeClr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Kristen ITC" panose="03050502040202030202" pitchFamily="66" charset="0"/>
                  </a:rPr>
                  <a:t> = 61.62</a:t>
                </a:r>
              </a:p>
            </p:txBody>
          </p:sp>
        </mc:Choice>
        <mc:Fallback>
          <p:sp>
            <p:nvSpPr>
              <p:cNvPr id="36" name="Text Box 8">
                <a:extLst>
                  <a:ext uri="{FF2B5EF4-FFF2-40B4-BE49-F238E27FC236}">
                    <a16:creationId xmlns:a16="http://schemas.microsoft.com/office/drawing/2014/main" id="{3599E254-7308-4F36-AA18-8367B9833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9317425" y="4738357"/>
                <a:ext cx="970907" cy="2400980"/>
              </a:xfrm>
              <a:prstGeom prst="rect">
                <a:avLst/>
              </a:prstGeom>
              <a:blipFill>
                <a:blip r:embed="rId2"/>
                <a:stretch>
                  <a:fillRect r="-3553" b="-132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3" grpId="0"/>
      <p:bldP spid="24" grpId="0"/>
      <p:bldP spid="25" grpId="0"/>
      <p:bldP spid="31" grpId="0"/>
      <p:bldP spid="32" grpId="0"/>
      <p:bldP spid="34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393AA-68BC-482F-9191-A3D1F4C4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14" y="116006"/>
            <a:ext cx="5215326" cy="67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3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1459F5D-2803-48EF-A562-09E2CDA96C81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94329-541A-42C6-A7CC-981C2692E470}"/>
              </a:ext>
            </a:extLst>
          </p:cNvPr>
          <p:cNvSpPr txBox="1"/>
          <p:nvPr/>
        </p:nvSpPr>
        <p:spPr>
          <a:xfrm>
            <a:off x="419398" y="1907129"/>
            <a:ext cx="1108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Find the mean of the following Stem and Leaf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E261F-C501-4AB6-BCA6-C31CECB4A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44" y="2664937"/>
            <a:ext cx="3773819" cy="2747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1FC4F-EA15-418D-891A-785F3932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54" y="2664937"/>
            <a:ext cx="3824967" cy="27475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0BEBF7-D5CD-4E1E-804F-A39E671BFEB2}"/>
                  </a:ext>
                </a:extLst>
              </p:cNvPr>
              <p:cNvSpPr txBox="1"/>
              <p:nvPr/>
            </p:nvSpPr>
            <p:spPr>
              <a:xfrm>
                <a:off x="2335230" y="5652733"/>
                <a:ext cx="1764245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𝟑𝟖𝟔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0BEBF7-D5CD-4E1E-804F-A39E671BF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230" y="5652733"/>
                <a:ext cx="1764245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14AFDE-6567-4C27-985D-DBFFCF2B2709}"/>
                  </a:ext>
                </a:extLst>
              </p:cNvPr>
              <p:cNvSpPr txBox="1"/>
              <p:nvPr/>
            </p:nvSpPr>
            <p:spPr>
              <a:xfrm>
                <a:off x="7897404" y="5652733"/>
                <a:ext cx="301241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𝟐𝟎𝟖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14AFDE-6567-4C27-985D-DBFFCF2B2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04" y="5652733"/>
                <a:ext cx="3012417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23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320485"/>
            <a:ext cx="0" cy="55375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1590" y="152122"/>
            <a:ext cx="6184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Interpreting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3249" y="157613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852538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find the Median?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73" y="860197"/>
            <a:ext cx="120006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mean, median, mode and range from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22610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 Box 10">
            <a:extLst>
              <a:ext uri="{FF2B5EF4-FFF2-40B4-BE49-F238E27FC236}">
                <a16:creationId xmlns:a16="http://schemas.microsoft.com/office/drawing/2014/main" id="{7F7525D4-A1CD-447A-8810-8CEE1A65D38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66985" y="1693671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1   3   3   9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9DF8A7-44A9-4986-81BE-99D17432B4DA}"/>
              </a:ext>
            </a:extLst>
          </p:cNvPr>
          <p:cNvGrpSpPr/>
          <p:nvPr/>
        </p:nvGrpSpPr>
        <p:grpSpPr>
          <a:xfrm>
            <a:off x="1648083" y="1611902"/>
            <a:ext cx="5853046" cy="3661065"/>
            <a:chOff x="1389208" y="2191668"/>
            <a:chExt cx="5853046" cy="3661065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1162CDF-FF40-4D73-8CDD-05DC4FAD5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526" y="2650726"/>
              <a:ext cx="0" cy="3030538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1A5E02E0-0408-40E0-A17C-5E1032DA7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123935" y="4081083"/>
              <a:ext cx="31765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4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5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6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7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8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7DF3E0F0-4979-4797-BB1D-E7F02275A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384954" y="1359314"/>
              <a:ext cx="615553" cy="321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F54EF94A-BE4D-4C8C-8F35-2E98ECCDA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61202" y="1499015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2   3   4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C1F98E8F-F43D-4476-9FEC-8359DE82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1951" y="2189403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0   5   6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E8A409F6-5B5A-4918-B761-20FE1E343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8975" y="3380118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1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8A824868-8844-454B-91A9-900ED7855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1452" y="2613817"/>
              <a:ext cx="3841483" cy="426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4697CB-E3A2-4F55-AEFC-0906DEE5D2D1}"/>
                </a:ext>
              </a:extLst>
            </p:cNvPr>
            <p:cNvSpPr txBox="1"/>
            <p:nvPr/>
          </p:nvSpPr>
          <p:spPr>
            <a:xfrm>
              <a:off x="1389208" y="2226257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Stem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B9880A-2215-4D56-819A-690725AF3533}"/>
                </a:ext>
              </a:extLst>
            </p:cNvPr>
            <p:cNvSpPr txBox="1"/>
            <p:nvPr/>
          </p:nvSpPr>
          <p:spPr>
            <a:xfrm>
              <a:off x="3635507" y="2191668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Leaf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09549D1-F536-43BF-A30F-091AB4F20252}"/>
              </a:ext>
            </a:extLst>
          </p:cNvPr>
          <p:cNvSpPr txBox="1"/>
          <p:nvPr/>
        </p:nvSpPr>
        <p:spPr>
          <a:xfrm>
            <a:off x="7039428" y="2918100"/>
            <a:ext cx="3820299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1: Find the middle number by counting down until you reach the middle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D4C026F-E6B5-461A-91E7-DEB766030AC8}"/>
              </a:ext>
            </a:extLst>
          </p:cNvPr>
          <p:cNvSpPr/>
          <p:nvPr/>
        </p:nvSpPr>
        <p:spPr>
          <a:xfrm>
            <a:off x="3693468" y="3392461"/>
            <a:ext cx="586854" cy="620426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919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393AA-68BC-482F-9191-A3D1F4C4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14" y="116006"/>
            <a:ext cx="5215326" cy="67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9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1459F5D-2803-48EF-A562-09E2CDA96C81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94329-541A-42C6-A7CC-981C2692E470}"/>
              </a:ext>
            </a:extLst>
          </p:cNvPr>
          <p:cNvSpPr txBox="1"/>
          <p:nvPr/>
        </p:nvSpPr>
        <p:spPr>
          <a:xfrm>
            <a:off x="419398" y="1854378"/>
            <a:ext cx="1108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Find the median of the following Stem and Leaf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E261F-C501-4AB6-BCA6-C31CECB4A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44" y="2664937"/>
            <a:ext cx="3773819" cy="2747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1FC4F-EA15-418D-891A-785F3932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54" y="2664937"/>
            <a:ext cx="3824967" cy="274751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FDC79A1-2BA7-432B-B28F-F8B915AAC29F}"/>
              </a:ext>
            </a:extLst>
          </p:cNvPr>
          <p:cNvSpPr/>
          <p:nvPr/>
        </p:nvSpPr>
        <p:spPr>
          <a:xfrm>
            <a:off x="3052023" y="3728479"/>
            <a:ext cx="586854" cy="620426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59133D-CFD8-48BE-B582-6939DB6672BD}"/>
              </a:ext>
            </a:extLst>
          </p:cNvPr>
          <p:cNvSpPr/>
          <p:nvPr/>
        </p:nvSpPr>
        <p:spPr>
          <a:xfrm>
            <a:off x="9264028" y="3728479"/>
            <a:ext cx="999087" cy="620426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/>
              <p:nvPr/>
            </p:nvSpPr>
            <p:spPr>
              <a:xfrm>
                <a:off x="7897404" y="5652733"/>
                <a:ext cx="3012417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04" y="5652733"/>
                <a:ext cx="3012417" cy="936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29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320485"/>
            <a:ext cx="0" cy="55375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1590" y="152122"/>
            <a:ext cx="6184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Interpreting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3249" y="157613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852538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find the Mode?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73" y="860197"/>
            <a:ext cx="120006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mean, median, mode and range from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22610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 Box 10">
            <a:extLst>
              <a:ext uri="{FF2B5EF4-FFF2-40B4-BE49-F238E27FC236}">
                <a16:creationId xmlns:a16="http://schemas.microsoft.com/office/drawing/2014/main" id="{7F7525D4-A1CD-447A-8810-8CEE1A65D38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67600" y="1626629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1   3   3   9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9DF8A7-44A9-4986-81BE-99D17432B4DA}"/>
              </a:ext>
            </a:extLst>
          </p:cNvPr>
          <p:cNvGrpSpPr/>
          <p:nvPr/>
        </p:nvGrpSpPr>
        <p:grpSpPr>
          <a:xfrm>
            <a:off x="1648083" y="1611902"/>
            <a:ext cx="5853046" cy="3661065"/>
            <a:chOff x="1389208" y="2191668"/>
            <a:chExt cx="5853046" cy="3661065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1162CDF-FF40-4D73-8CDD-05DC4FAD5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526" y="2650726"/>
              <a:ext cx="0" cy="3030538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1A5E02E0-0408-40E0-A17C-5E1032DA7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123935" y="4081083"/>
              <a:ext cx="31765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4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5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6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7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8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7DF3E0F0-4979-4797-BB1D-E7F02275A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384954" y="1359314"/>
              <a:ext cx="615553" cy="321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F54EF94A-BE4D-4C8C-8F35-2E98ECCDA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61202" y="1499015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2   3   4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C1F98E8F-F43D-4476-9FEC-8359DE82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1951" y="2189403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0   5   6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E8A409F6-5B5A-4918-B761-20FE1E343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8975" y="3380118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1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8A824868-8844-454B-91A9-900ED7855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1452" y="2613817"/>
              <a:ext cx="3841483" cy="426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4697CB-E3A2-4F55-AEFC-0906DEE5D2D1}"/>
                </a:ext>
              </a:extLst>
            </p:cNvPr>
            <p:cNvSpPr txBox="1"/>
            <p:nvPr/>
          </p:nvSpPr>
          <p:spPr>
            <a:xfrm>
              <a:off x="1389208" y="2226257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Stem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B9880A-2215-4D56-819A-690725AF3533}"/>
                </a:ext>
              </a:extLst>
            </p:cNvPr>
            <p:cNvSpPr txBox="1"/>
            <p:nvPr/>
          </p:nvSpPr>
          <p:spPr>
            <a:xfrm>
              <a:off x="3635507" y="2191668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Leaf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09549D1-F536-43BF-A30F-091AB4F20252}"/>
              </a:ext>
            </a:extLst>
          </p:cNvPr>
          <p:cNvSpPr txBox="1"/>
          <p:nvPr/>
        </p:nvSpPr>
        <p:spPr>
          <a:xfrm>
            <a:off x="7046296" y="1852784"/>
            <a:ext cx="382029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1: Find the number that occurs the most often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1D21EC-C72A-4F07-81C3-627A0FD3A242}"/>
              </a:ext>
            </a:extLst>
          </p:cNvPr>
          <p:cNvSpPr txBox="1"/>
          <p:nvPr/>
        </p:nvSpPr>
        <p:spPr>
          <a:xfrm>
            <a:off x="7046296" y="4385146"/>
            <a:ext cx="3820299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73 occurs the most often</a:t>
            </a:r>
          </a:p>
        </p:txBody>
      </p:sp>
    </p:spTree>
    <p:extLst>
      <p:ext uri="{BB962C8B-B14F-4D97-AF65-F5344CB8AC3E}">
        <p14:creationId xmlns:p14="http://schemas.microsoft.com/office/powerpoint/2010/main" val="404492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393AA-68BC-482F-9191-A3D1F4C4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14" y="116006"/>
            <a:ext cx="5215326" cy="67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5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1459F5D-2803-48EF-A562-09E2CDA96C81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94329-541A-42C6-A7CC-981C2692E470}"/>
              </a:ext>
            </a:extLst>
          </p:cNvPr>
          <p:cNvSpPr txBox="1"/>
          <p:nvPr/>
        </p:nvSpPr>
        <p:spPr>
          <a:xfrm>
            <a:off x="419398" y="1854378"/>
            <a:ext cx="1108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Find the mode of the following Stem and Leaf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E261F-C501-4AB6-BCA6-C31CECB4A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44" y="2664937"/>
            <a:ext cx="3773819" cy="2747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1FC4F-EA15-418D-891A-785F3932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54" y="2664937"/>
            <a:ext cx="3824967" cy="27475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/>
              <p:nvPr/>
            </p:nvSpPr>
            <p:spPr>
              <a:xfrm>
                <a:off x="2091846" y="5639656"/>
                <a:ext cx="30124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846" y="5639656"/>
                <a:ext cx="301241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E3BB2-B581-4105-BEA0-CEB00385AA7F}"/>
                  </a:ext>
                </a:extLst>
              </p:cNvPr>
              <p:cNvSpPr txBox="1"/>
              <p:nvPr/>
            </p:nvSpPr>
            <p:spPr>
              <a:xfrm>
                <a:off x="8493783" y="5639656"/>
                <a:ext cx="30124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𝒏𝒐𝒏𝒆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E3BB2-B581-4105-BEA0-CEB00385A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783" y="5639656"/>
                <a:ext cx="301241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24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320485"/>
            <a:ext cx="0" cy="55375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1590" y="152122"/>
            <a:ext cx="6184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Interpreting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3249" y="157613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852538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find the Range?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73" y="860197"/>
            <a:ext cx="120006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mean, median, mode and range from Stem and Leaf Plots?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22610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 Box 10">
            <a:extLst>
              <a:ext uri="{FF2B5EF4-FFF2-40B4-BE49-F238E27FC236}">
                <a16:creationId xmlns:a16="http://schemas.microsoft.com/office/drawing/2014/main" id="{7F7525D4-A1CD-447A-8810-8CEE1A65D38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67600" y="1626629"/>
            <a:ext cx="615553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1   3   3   9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9DF8A7-44A9-4986-81BE-99D17432B4DA}"/>
              </a:ext>
            </a:extLst>
          </p:cNvPr>
          <p:cNvGrpSpPr/>
          <p:nvPr/>
        </p:nvGrpSpPr>
        <p:grpSpPr>
          <a:xfrm>
            <a:off x="1648083" y="1611902"/>
            <a:ext cx="5853046" cy="3661065"/>
            <a:chOff x="1389208" y="2191668"/>
            <a:chExt cx="5853046" cy="3661065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1162CDF-FF40-4D73-8CDD-05DC4FAD5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526" y="2650726"/>
              <a:ext cx="0" cy="3030538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1A5E02E0-0408-40E0-A17C-5E1032DA7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123935" y="4081083"/>
              <a:ext cx="31765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4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5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6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7 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8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7DF3E0F0-4979-4797-BB1D-E7F02275A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384954" y="1359314"/>
              <a:ext cx="615553" cy="321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F54EF94A-BE4D-4C8C-8F35-2E98ECCDA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61202" y="1499015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2   3   4  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C1F98E8F-F43D-4476-9FEC-8359DE82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1951" y="2189403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0   5   6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E8A409F6-5B5A-4918-B761-20FE1E343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38975" y="3380118"/>
              <a:ext cx="615553" cy="41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Kristen ITC" panose="03050502040202030202" pitchFamily="66" charset="0"/>
                </a:rPr>
                <a:t>1 </a:t>
              </a:r>
              <a:endParaRPr lang="en-US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endParaRPr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8A824868-8844-454B-91A9-900ED7855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1452" y="2613817"/>
              <a:ext cx="3841483" cy="426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4697CB-E3A2-4F55-AEFC-0906DEE5D2D1}"/>
                </a:ext>
              </a:extLst>
            </p:cNvPr>
            <p:cNvSpPr txBox="1"/>
            <p:nvPr/>
          </p:nvSpPr>
          <p:spPr>
            <a:xfrm>
              <a:off x="1389208" y="2226257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Stem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B9880A-2215-4D56-819A-690725AF3533}"/>
                </a:ext>
              </a:extLst>
            </p:cNvPr>
            <p:cNvSpPr txBox="1"/>
            <p:nvPr/>
          </p:nvSpPr>
          <p:spPr>
            <a:xfrm>
              <a:off x="3635507" y="2191668"/>
              <a:ext cx="1720003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schemeClr val="accent2">
                      <a:lumMod val="50000"/>
                    </a:schemeClr>
                  </a:solidFill>
                  <a:latin typeface="Kiwi School Handwriting" panose="00000500000000000000" pitchFamily="2" charset="0"/>
                </a:rPr>
                <a:t>Leaf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09549D1-F536-43BF-A30F-091AB4F20252}"/>
              </a:ext>
            </a:extLst>
          </p:cNvPr>
          <p:cNvSpPr txBox="1"/>
          <p:nvPr/>
        </p:nvSpPr>
        <p:spPr>
          <a:xfrm>
            <a:off x="7046296" y="1852784"/>
            <a:ext cx="382029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1: Find the smallest number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1D21EC-C72A-4F07-81C3-627A0FD3A242}"/>
              </a:ext>
            </a:extLst>
          </p:cNvPr>
          <p:cNvSpPr txBox="1"/>
          <p:nvPr/>
        </p:nvSpPr>
        <p:spPr>
          <a:xfrm>
            <a:off x="7183070" y="2821713"/>
            <a:ext cx="3820299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40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F8F9FB-56FE-4221-8437-CE45697D3BCB}"/>
              </a:ext>
            </a:extLst>
          </p:cNvPr>
          <p:cNvSpPr txBox="1"/>
          <p:nvPr/>
        </p:nvSpPr>
        <p:spPr>
          <a:xfrm>
            <a:off x="7046294" y="3543896"/>
            <a:ext cx="382029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2: Find the largest number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21722E-A4E9-4638-8659-E4E6AA7CDFA1}"/>
              </a:ext>
            </a:extLst>
          </p:cNvPr>
          <p:cNvSpPr txBox="1"/>
          <p:nvPr/>
        </p:nvSpPr>
        <p:spPr>
          <a:xfrm>
            <a:off x="7046294" y="5101498"/>
            <a:ext cx="3820299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Step 3: Largest - smallest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584BD8-11A4-4BB7-AA57-60B5C26BBD21}"/>
              </a:ext>
            </a:extLst>
          </p:cNvPr>
          <p:cNvSpPr txBox="1"/>
          <p:nvPr/>
        </p:nvSpPr>
        <p:spPr>
          <a:xfrm>
            <a:off x="7183070" y="5693421"/>
            <a:ext cx="3820299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81 – 40 = 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20D996-8F90-498D-8391-D8BA16818DF3}"/>
              </a:ext>
            </a:extLst>
          </p:cNvPr>
          <p:cNvSpPr txBox="1"/>
          <p:nvPr/>
        </p:nvSpPr>
        <p:spPr>
          <a:xfrm>
            <a:off x="7183069" y="4489098"/>
            <a:ext cx="3820299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245047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6" grpId="0"/>
      <p:bldP spid="30" grpId="0"/>
      <p:bldP spid="31" grpId="0"/>
      <p:bldP spid="32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D393AA-68BC-482F-9191-A3D1F4C4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14" y="116006"/>
            <a:ext cx="5215326" cy="67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57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1459F5D-2803-48EF-A562-09E2CDA96C81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94329-541A-42C6-A7CC-981C2692E470}"/>
              </a:ext>
            </a:extLst>
          </p:cNvPr>
          <p:cNvSpPr txBox="1"/>
          <p:nvPr/>
        </p:nvSpPr>
        <p:spPr>
          <a:xfrm>
            <a:off x="419398" y="1854378"/>
            <a:ext cx="1108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Find the range of the following Stem and Leaf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E261F-C501-4AB6-BCA6-C31CECB4A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44" y="2664937"/>
            <a:ext cx="3773819" cy="2747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1FC4F-EA15-418D-891A-785F3932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54" y="2664937"/>
            <a:ext cx="3824967" cy="27475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/>
              <p:nvPr/>
            </p:nvSpPr>
            <p:spPr>
              <a:xfrm>
                <a:off x="1818891" y="5615491"/>
                <a:ext cx="30124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𝟓𝟑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F8E566-CB2F-4BB6-9192-92B4F5E74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891" y="5615491"/>
                <a:ext cx="301241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E3BB2-B581-4105-BEA0-CEB00385AA7F}"/>
                  </a:ext>
                </a:extLst>
              </p:cNvPr>
              <p:cNvSpPr txBox="1"/>
              <p:nvPr/>
            </p:nvSpPr>
            <p:spPr>
              <a:xfrm>
                <a:off x="7784099" y="5615491"/>
                <a:ext cx="30124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</m:oMath>
                  </m:oMathPara>
                </a14:m>
                <a:endParaRPr 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E3BB2-B581-4105-BEA0-CEB00385A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099" y="5615491"/>
                <a:ext cx="301241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61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18864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087" y="1161831"/>
            <a:ext cx="3168352" cy="5043676"/>
          </a:xfrm>
        </p:spPr>
        <p:txBody>
          <a:bodyPr>
            <a:normAutofit/>
          </a:bodyPr>
          <a:lstStyle/>
          <a:p>
            <a:r>
              <a:rPr lang="en-AU" sz="2800" dirty="0"/>
              <a:t>Complete the worksheet</a:t>
            </a:r>
          </a:p>
          <a:p>
            <a:endParaRPr lang="en-AU" sz="2800" dirty="0"/>
          </a:p>
          <a:p>
            <a:r>
              <a:rPr lang="en-AU" sz="2800" dirty="0"/>
              <a:t>Find the mean, median, rage and mode for each plot</a:t>
            </a:r>
          </a:p>
          <a:p>
            <a:endParaRPr lang="en-AU" sz="2800" dirty="0"/>
          </a:p>
          <a:p>
            <a:r>
              <a:rPr lang="en-AU" sz="2800" dirty="0"/>
              <a:t>Complete your summary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56</TotalTime>
  <Words>483</Words>
  <Application>Microsoft Office PowerPoint</Application>
  <PresentationFormat>Widescreen</PresentationFormat>
  <Paragraphs>123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Kristen ITC</vt:lpstr>
      <vt:lpstr>Vapor Trail</vt:lpstr>
      <vt:lpstr>Interpreting Stem and Leaf Plots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Interpreting Stem and Leaf Plots</dc:title>
  <dc:creator>Nine Labuschagne</dc:creator>
  <cp:lastModifiedBy>Nine Labuschagne</cp:lastModifiedBy>
  <cp:revision>16</cp:revision>
  <dcterms:created xsi:type="dcterms:W3CDTF">2017-08-01T00:08:11Z</dcterms:created>
  <dcterms:modified xsi:type="dcterms:W3CDTF">2017-08-01T01:04:36Z</dcterms:modified>
</cp:coreProperties>
</file>