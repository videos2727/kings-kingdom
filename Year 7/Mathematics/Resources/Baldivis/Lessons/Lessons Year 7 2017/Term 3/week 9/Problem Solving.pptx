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3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60"/>
  </p:normalViewPr>
  <p:slideViewPr>
    <p:cSldViewPr snapToGrid="0">
      <p:cViewPr varScale="1">
        <p:scale>
          <a:sx n="68" d="100"/>
          <a:sy n="68" d="100"/>
        </p:scale>
        <p:origin x="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5B095-4B40-4B16-8CEA-2815D7F93D91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77800-0DCC-4428-BEAD-23A421A642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775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25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09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70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2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95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3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928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466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413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2458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14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752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179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9655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6632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0276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547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8501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732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5097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23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3657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79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F975B-AFE7-41D2-A5EC-36DD6CDD4640}" type="datetimeFigureOut">
              <a:rPr lang="en-AU" smtClean="0"/>
              <a:t>13/09/2017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09957-E249-4328-8E5C-79C5DFF681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99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Problem Solving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0" indent="0">
              <a:buNone/>
            </a:pPr>
            <a:r>
              <a:rPr lang="en-AU" sz="3600" dirty="0"/>
              <a:t>How to solve logical problems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95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Problem Solving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720003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steps to solving a problem?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we solve logical problems?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8508" y="1432490"/>
            <a:ext cx="4274935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Problem: Solve for x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1: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Write out an equation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2: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Solve the equation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3: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Check your answer!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B55F82B-85DC-48DE-9989-CDF8D0DF4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345" y="1387627"/>
            <a:ext cx="3225730" cy="15508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29081E-C3B1-4E12-BA96-33AE08CB3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664" y="2576319"/>
            <a:ext cx="3717275" cy="900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A16BF8-5BCB-44D5-B9D2-6478D0C56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685" y="3258713"/>
            <a:ext cx="3314990" cy="168736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9D6593-D732-4E73-A5EA-79D745FBB083}"/>
              </a:ext>
            </a:extLst>
          </p:cNvPr>
          <p:cNvCxnSpPr>
            <a:cxnSpLocks/>
          </p:cNvCxnSpPr>
          <p:nvPr/>
        </p:nvCxnSpPr>
        <p:spPr>
          <a:xfrm flipH="1">
            <a:off x="6063889" y="3996651"/>
            <a:ext cx="2697162" cy="3864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852097B-81B6-48C2-ADD6-2911AAE5F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4472" y="4102393"/>
            <a:ext cx="3949487" cy="12243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59D4D67-B4E1-4BDC-B534-0C58393389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9407" y="5326734"/>
            <a:ext cx="3522705" cy="143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95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Problem Solving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720003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steps to solving a problem?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we solve logical problems?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8508" y="1432490"/>
            <a:ext cx="4274935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Problem: Solve for x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1: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Write out an equation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2: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Solve the equation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3: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Check your answer!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CA16BF8-5BCB-44D5-B9D2-6478D0C56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540" y="3258713"/>
            <a:ext cx="3314990" cy="168736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9D6593-D732-4E73-A5EA-79D745FBB083}"/>
              </a:ext>
            </a:extLst>
          </p:cNvPr>
          <p:cNvCxnSpPr>
            <a:cxnSpLocks/>
          </p:cNvCxnSpPr>
          <p:nvPr/>
        </p:nvCxnSpPr>
        <p:spPr>
          <a:xfrm flipH="1">
            <a:off x="6063889" y="3996651"/>
            <a:ext cx="2697162" cy="3864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F574DE6-24CF-4BEB-9B2A-EEC2D5A5E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291" y="1320485"/>
            <a:ext cx="3000351" cy="18604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2F8BBF-07ED-433B-A6EE-D89D44C49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1653" y="2565747"/>
            <a:ext cx="1766273" cy="10437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A473C1-9CF3-43A5-A7B6-436BAF7A49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1654" y="4133329"/>
            <a:ext cx="4060696" cy="12006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FABE3AE-EB1D-42A1-9866-907BB3595D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0920" y="5215456"/>
            <a:ext cx="4039040" cy="164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7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CE0A8-1495-40E8-80E0-EC9AEAD05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8673" y="1307869"/>
            <a:ext cx="5174673" cy="520931"/>
          </a:xfrm>
        </p:spPr>
        <p:txBody>
          <a:bodyPr/>
          <a:lstStyle/>
          <a:p>
            <a:r>
              <a:rPr lang="en-AU" dirty="0"/>
              <a:t>Complete the following problems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D0F57-10C5-4DA2-B256-8E2351D82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40" y="0"/>
            <a:ext cx="5303326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3D8520-7539-4E42-8751-33E293C79F59}"/>
              </a:ext>
            </a:extLst>
          </p:cNvPr>
          <p:cNvSpPr txBox="1"/>
          <p:nvPr/>
        </p:nvSpPr>
        <p:spPr>
          <a:xfrm>
            <a:off x="7015875" y="1970290"/>
            <a:ext cx="4274935" cy="19383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Remember:</a:t>
            </a:r>
          </a:p>
          <a:p>
            <a:pPr algn="ctr"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1: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Write out an equation</a:t>
            </a:r>
          </a:p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2: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Solve the equation</a:t>
            </a:r>
          </a:p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Step 3: 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Check your answer!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9102D9-8FFC-4DDC-9226-4578DF049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875" y="4277845"/>
            <a:ext cx="4540267" cy="231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516E-EC25-4A5D-9E40-8D402477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8" y="1858883"/>
            <a:ext cx="8610600" cy="3391990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B050"/>
                </a:solidFill>
              </a:rPr>
              <a:t>Pick a partner to work with</a:t>
            </a:r>
            <a:br>
              <a:rPr lang="en-AU" dirty="0"/>
            </a:br>
            <a:br>
              <a:rPr lang="en-AU" dirty="0"/>
            </a:br>
            <a:r>
              <a:rPr lang="en-AU" b="1" dirty="0">
                <a:solidFill>
                  <a:srgbClr val="7030A0"/>
                </a:solidFill>
              </a:rPr>
              <a:t>You may move to sit next to that person</a:t>
            </a:r>
          </a:p>
        </p:txBody>
      </p:sp>
    </p:spTree>
    <p:extLst>
      <p:ext uri="{BB962C8B-B14F-4D97-AF65-F5344CB8AC3E}">
        <p14:creationId xmlns:p14="http://schemas.microsoft.com/office/powerpoint/2010/main" val="213616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3642" y="667900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Problem solving skills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D8520-7539-4E42-8751-33E293C79F59}"/>
              </a:ext>
            </a:extLst>
          </p:cNvPr>
          <p:cNvSpPr txBox="1"/>
          <p:nvPr/>
        </p:nvSpPr>
        <p:spPr>
          <a:xfrm>
            <a:off x="2358404" y="1960928"/>
            <a:ext cx="7753070" cy="4401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You and your partner will work together to solve the following problems that the teacher is handing out.</a:t>
            </a:r>
          </a:p>
          <a:p>
            <a:pPr algn="ctr" defTabSz="914126"/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Try and get through as many as you can.</a:t>
            </a:r>
          </a:p>
          <a:p>
            <a:pPr algn="ctr" defTabSz="914126"/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Hint: draw diagrams, it will help you solve the problem</a:t>
            </a:r>
          </a:p>
          <a:p>
            <a:pPr algn="ctr" defTabSz="914126"/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Those that get the most correct will earn 20 vivo points each!!</a:t>
            </a:r>
          </a:p>
        </p:txBody>
      </p:sp>
    </p:spTree>
    <p:extLst>
      <p:ext uri="{BB962C8B-B14F-4D97-AF65-F5344CB8AC3E}">
        <p14:creationId xmlns:p14="http://schemas.microsoft.com/office/powerpoint/2010/main" val="424113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15</TotalTime>
  <Words>258</Words>
  <Application>Microsoft Office PowerPoint</Application>
  <PresentationFormat>Widescreen</PresentationFormat>
  <Paragraphs>70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DJB Fancy Nancy</vt:lpstr>
      <vt:lpstr>Kiwi School Handwriting</vt:lpstr>
      <vt:lpstr>Vapor Trail</vt:lpstr>
      <vt:lpstr>Problem Solving</vt:lpstr>
      <vt:lpstr>Learning Intentions</vt:lpstr>
      <vt:lpstr>PowerPoint Presentation</vt:lpstr>
      <vt:lpstr>PowerPoint Presentation</vt:lpstr>
      <vt:lpstr>PowerPoint Presentation</vt:lpstr>
      <vt:lpstr>Task</vt:lpstr>
      <vt:lpstr>Pick a partner to work with  You may move to sit next to that person</vt:lpstr>
      <vt:lpstr>Problem solving skills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</dc:title>
  <dc:creator>Nine Labuschagne</dc:creator>
  <cp:lastModifiedBy>Nine Labuschagne</cp:lastModifiedBy>
  <cp:revision>4</cp:revision>
  <dcterms:created xsi:type="dcterms:W3CDTF">2017-09-13T09:12:51Z</dcterms:created>
  <dcterms:modified xsi:type="dcterms:W3CDTF">2017-09-13T09:28:14Z</dcterms:modified>
</cp:coreProperties>
</file>