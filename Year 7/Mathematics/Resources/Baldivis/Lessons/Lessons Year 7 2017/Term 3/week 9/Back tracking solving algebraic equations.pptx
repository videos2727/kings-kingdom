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7" r:id="rId3"/>
    <p:sldId id="264" r:id="rId4"/>
    <p:sldId id="281" r:id="rId5"/>
    <p:sldId id="282" r:id="rId6"/>
    <p:sldId id="276" r:id="rId7"/>
    <p:sldId id="277" r:id="rId8"/>
    <p:sldId id="278" r:id="rId9"/>
    <p:sldId id="279" r:id="rId10"/>
    <p:sldId id="280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Magic Square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A magic square has all rows adding up to the same number</a:t>
            </a:r>
            <a:endParaRPr lang="en-AU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996952"/>
            <a:ext cx="24288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906072"/>
            <a:ext cx="5459176" cy="310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51920" y="2996952"/>
            <a:ext cx="216024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The magic number is 27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6250665" y="2992307"/>
            <a:ext cx="259900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The magic number is 165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chemeClr val="bg1"/>
                </a:solidFill>
              </a:rPr>
              <a:t>Solving Equations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solve a one-step equation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Able to solve a two-step equation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67544" y="285293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67544" y="4081991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85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33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Solving Equations with backtracking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</a:t>
            </a:r>
            <a:r>
              <a:rPr lang="en-GB" sz="2400" b="1" dirty="0"/>
              <a:t>How do I use the backtracking method to solve equations?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xmlns="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20506" y="128946"/>
            <a:ext cx="90772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Remember that the number of cubes in the box is equal to m</a:t>
            </a:r>
          </a:p>
          <a:p>
            <a:endParaRPr lang="en-AU" sz="2800" dirty="0"/>
          </a:p>
          <a:p>
            <a:r>
              <a:rPr lang="en-AU" sz="2800" dirty="0" smtClean="0"/>
              <a:t>If I add 3 cube to box how many cubes are in the box now?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394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24338" y="2760151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endParaRPr lang="en-AU" sz="3600" b="1" dirty="0" smtClean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r>
              <a:rPr lang="en-AU" sz="3600" b="1" dirty="0" smtClean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    +3      10</a:t>
            </a:r>
          </a:p>
          <a:p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r>
              <a:rPr lang="en-AU" sz="3600" b="1" dirty="0" smtClean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     -3      10</a:t>
            </a: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68494C8-B6D6-4427-8AE6-C64B378978F8}"/>
              </a:ext>
            </a:extLst>
          </p:cNvPr>
          <p:cNvGrpSpPr/>
          <p:nvPr/>
        </p:nvGrpSpPr>
        <p:grpSpPr>
          <a:xfrm>
            <a:off x="450378" y="2577893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xmlns="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8015" y="228985"/>
            <a:ext cx="9125985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/>
              <a:t>If we count how many are in the box now we find that there are 10 cubes in the box.</a:t>
            </a:r>
          </a:p>
          <a:p>
            <a:pPr>
              <a:lnSpc>
                <a:spcPct val="150000"/>
              </a:lnSpc>
            </a:pPr>
            <a:r>
              <a:rPr lang="en-AU" sz="2400" dirty="0" smtClean="0"/>
              <a:t>We are going to undo what we have done to work it out.</a:t>
            </a:r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 smtClean="0"/>
              <a:t>We added 3, so now we need to take away 3</a:t>
            </a:r>
            <a:endParaRPr lang="en-AU" sz="2400" dirty="0"/>
          </a:p>
        </p:txBody>
      </p:sp>
      <p:sp>
        <p:nvSpPr>
          <p:cNvPr id="10" name="Right Arrow 9"/>
          <p:cNvSpPr/>
          <p:nvPr/>
        </p:nvSpPr>
        <p:spPr>
          <a:xfrm>
            <a:off x="5208481" y="4055365"/>
            <a:ext cx="360040" cy="36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ight Arrow 10"/>
          <p:cNvSpPr/>
          <p:nvPr/>
        </p:nvSpPr>
        <p:spPr>
          <a:xfrm>
            <a:off x="6228184" y="4007959"/>
            <a:ext cx="360040" cy="36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ight Arrow 11"/>
          <p:cNvSpPr/>
          <p:nvPr/>
        </p:nvSpPr>
        <p:spPr>
          <a:xfrm flipH="1">
            <a:off x="6251313" y="5157192"/>
            <a:ext cx="336911" cy="36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ight Arrow 12"/>
          <p:cNvSpPr/>
          <p:nvPr/>
        </p:nvSpPr>
        <p:spPr>
          <a:xfrm flipH="1">
            <a:off x="5268950" y="5157192"/>
            <a:ext cx="336911" cy="365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52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+ 9 = 20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-</a:t>
            </a:r>
            <a:r>
              <a:rPr lang="en-GB" sz="4000" dirty="0" smtClean="0">
                <a:solidFill>
                  <a:schemeClr val="bg1"/>
                </a:solidFill>
              </a:rPr>
              <a:t>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11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11!!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6775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- 13 = 33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-13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46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46!!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4119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4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+ 7 = 27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loud Callout 18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19" name="Cloud Callou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4718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67944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1414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/>
      <p:bldP spid="24" grpId="0"/>
      <p:bldP spid="25" grpId="0" animBg="1"/>
      <p:bldP spid="26" grpId="0"/>
      <p:bldP spid="33" grpId="0"/>
      <p:bldP spid="34" grpId="0" animBg="1"/>
      <p:bldP spid="37" grpId="0"/>
      <p:bldP spid="38" grpId="0"/>
      <p:bldP spid="39" grpId="0" animBg="1"/>
      <p:bldP spid="40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20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– 15 = 85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720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23928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100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loud Callout 22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23" name="Cloud Callou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29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 animBg="1"/>
      <p:bldP spid="10" grpId="0"/>
      <p:bldP spid="12" grpId="0"/>
      <p:bldP spid="13" grpId="0" animBg="1"/>
      <p:bldP spid="16" grpId="0"/>
      <p:bldP spid="17" grpId="0"/>
      <p:bldP spid="18" grpId="0" animBg="1"/>
      <p:bldP spid="19" grpId="0"/>
      <p:bldP spid="21" grpId="0"/>
      <p:bldP spid="22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Solve the following equations, showing your working out</a:t>
            </a:r>
          </a:p>
          <a:p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a + 5 = 12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b – 6 = 20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c + 17 = 32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d – 9 = 36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e + 26 = 51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 smtClean="0"/>
                  <a:t>6)   2f + 3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4g – 15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7h – 20 = 15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 10i + 27 = 97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/>
                  <a:t> </a:t>
                </a:r>
                <a:r>
                  <a:rPr lang="en-GB" sz="3200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/>
                          </a:rPr>
                          <m:t>𝑗</m:t>
                        </m:r>
                      </m:num>
                      <m:den>
                        <m:r>
                          <a:rPr lang="en-GB" sz="32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3200" dirty="0" smtClean="0"/>
                  <a:t>  + 9 = 17</a:t>
                </a:r>
                <a:endParaRPr lang="en-GB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blipFill rotWithShape="1">
                <a:blip r:embed="rId2"/>
                <a:stretch>
                  <a:fillRect l="-4397" t="-2851" b="-2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59832" y="30689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a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59832" y="36258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b</a:t>
            </a:r>
            <a:r>
              <a:rPr lang="en-GB" sz="2800" dirty="0" smtClean="0">
                <a:solidFill>
                  <a:srgbClr val="FF0000"/>
                </a:solidFill>
              </a:rPr>
              <a:t> = 26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59832" y="41490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c</a:t>
            </a:r>
            <a:r>
              <a:rPr lang="en-GB" sz="2800" dirty="0" smtClean="0">
                <a:solidFill>
                  <a:srgbClr val="FF0000"/>
                </a:solidFill>
              </a:rPr>
              <a:t> = 15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7719" y="47059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d</a:t>
            </a:r>
            <a:r>
              <a:rPr lang="en-GB" sz="2800" dirty="0" smtClean="0">
                <a:solidFill>
                  <a:srgbClr val="FF0000"/>
                </a:solidFill>
              </a:rPr>
              <a:t> = 45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1752" y="522920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e</a:t>
            </a:r>
            <a:r>
              <a:rPr lang="en-GB" sz="2800" dirty="0" smtClean="0">
                <a:solidFill>
                  <a:srgbClr val="FF0000"/>
                </a:solidFill>
              </a:rPr>
              <a:t> = 25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40352" y="3062211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</a:t>
            </a:r>
            <a:r>
              <a:rPr lang="en-GB" sz="2800" dirty="0" smtClean="0">
                <a:solidFill>
                  <a:srgbClr val="FF0000"/>
                </a:solidFill>
              </a:rPr>
              <a:t> = 3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40352" y="357301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g = 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0352" y="407707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h = 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8239" y="458112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i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82272" y="515719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j = 40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0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Riddle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Two fathers and two sons sat down to eat eggs for breakfast. They ate exactly three eggs, each person had an egg. The riddle is for you to explain </a:t>
            </a:r>
            <a:r>
              <a:rPr lang="en-AU" dirty="0" smtClean="0"/>
              <a:t>how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Answer: There were 3 people Grandad, Dad and Son.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442</Words>
  <Application>Microsoft Office PowerPoint</Application>
  <PresentationFormat>On-screen Show (4:3)</PresentationFormat>
  <Paragraphs>117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Magic Square</vt:lpstr>
      <vt:lpstr>Solving Equations</vt:lpstr>
      <vt:lpstr>PowerPoint Presentation</vt:lpstr>
      <vt:lpstr>PowerPoint Presentation</vt:lpstr>
      <vt:lpstr>PowerPoint Presentation</vt:lpstr>
      <vt:lpstr>Solving equations</vt:lpstr>
      <vt:lpstr>Solving equations</vt:lpstr>
      <vt:lpstr>Solving equations</vt:lpstr>
      <vt:lpstr>Solving equations</vt:lpstr>
      <vt:lpstr>Solving Equations</vt:lpstr>
      <vt:lpstr>Riddle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7</cp:revision>
  <dcterms:created xsi:type="dcterms:W3CDTF">2016-10-20T03:14:06Z</dcterms:created>
  <dcterms:modified xsi:type="dcterms:W3CDTF">2017-09-10T12:25:09Z</dcterms:modified>
</cp:coreProperties>
</file>