
<file path=[Content_Types].xml><?xml version="1.0" encoding="utf-8"?>
<Types xmlns="http://schemas.openxmlformats.org/package/2006/content-types">
  <Default Extension="png" ContentType="image/png"/>
  <Default Extension="emf" ContentType="image/x-emf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60" r:id="rId2"/>
  </p:sldMasterIdLst>
  <p:notesMasterIdLst>
    <p:notesMasterId r:id="rId14"/>
  </p:notesMasterIdLst>
  <p:handoutMasterIdLst>
    <p:handoutMasterId r:id="rId15"/>
  </p:handoutMasterIdLst>
  <p:sldIdLst>
    <p:sldId id="256" r:id="rId3"/>
    <p:sldId id="267" r:id="rId4"/>
    <p:sldId id="273" r:id="rId5"/>
    <p:sldId id="274" r:id="rId6"/>
    <p:sldId id="275" r:id="rId7"/>
    <p:sldId id="276" r:id="rId8"/>
    <p:sldId id="277" r:id="rId9"/>
    <p:sldId id="279" r:id="rId10"/>
    <p:sldId id="278" r:id="rId11"/>
    <p:sldId id="280" r:id="rId12"/>
    <p:sldId id="281" r:id="rId13"/>
  </p:sldIdLst>
  <p:sldSz cx="12188825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5" pos="3839">
          <p15:clr>
            <a:srgbClr val="A4A3A4"/>
          </p15:clr>
        </p15:guide>
        <p15:guide id="6" pos="1007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73A0DAA-6AF3-43AB-8588-CEC1D06C72B9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84317" autoAdjust="0"/>
  </p:normalViewPr>
  <p:slideViewPr>
    <p:cSldViewPr showGuides="1">
      <p:cViewPr varScale="1">
        <p:scale>
          <a:sx n="57" d="100"/>
          <a:sy n="57" d="100"/>
        </p:scale>
        <p:origin x="618" y="78"/>
      </p:cViewPr>
      <p:guideLst>
        <p:guide orient="horz" pos="2160"/>
        <p:guide pos="3839"/>
        <p:guide pos="1007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howGuides="1">
      <p:cViewPr varScale="1">
        <p:scale>
          <a:sx n="63" d="100"/>
          <a:sy n="63" d="100"/>
        </p:scale>
        <p:origin x="2838" y="108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8.xml"/><Relationship Id="rId19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DB7646E-8811-423A-9C42-2CBFADA00A96}" type="datetimeFigureOut">
              <a:rPr lang="en-US" smtClean="0"/>
              <a:t>7/18/2017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4360E59-1627-4404-ACC5-51C744AB0F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622542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D677E230-58DD-43ED-96A1-552DDAB53532}" type="datetimeFigureOut">
              <a:rPr lang="en-US" smtClean="0"/>
              <a:pPr/>
              <a:t>7/18/2017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841221E5-7225-48EB-A4EE-420E7BFCF70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66699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2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2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2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2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2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Ask student to write questions for the notes. </a:t>
            </a:r>
          </a:p>
          <a:p>
            <a:r>
              <a:rPr lang="en-AU" dirty="0"/>
              <a:t>Model Chunking</a:t>
            </a:r>
            <a:r>
              <a:rPr lang="en-AU" baseline="0" dirty="0"/>
              <a:t> of notes.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717725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47583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Make</a:t>
            </a:r>
            <a:r>
              <a:rPr lang="en-AU" baseline="0" dirty="0"/>
              <a:t> groups of student with 4 or 5 students. </a:t>
            </a:r>
          </a:p>
          <a:p>
            <a:r>
              <a:rPr lang="en-AU" baseline="0" dirty="0"/>
              <a:t>Hand out a A3 sheet of number line and a sticky notes for the numbers.</a:t>
            </a:r>
          </a:p>
          <a:p>
            <a:r>
              <a:rPr lang="en-AU" baseline="0" dirty="0"/>
              <a:t>Ask students to put the number on sticky notes and place them on the number line. </a:t>
            </a:r>
          </a:p>
          <a:p>
            <a:r>
              <a:rPr lang="en-AU" baseline="0" dirty="0"/>
              <a:t>Ask them to write the numbers in the ascending order.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151722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Ask student to attempt this questions individually.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555984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Answer couple</a:t>
            </a:r>
            <a:r>
              <a:rPr lang="en-AU" baseline="0" dirty="0"/>
              <a:t> of questions for the student.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63445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 bwMode="ltGray">
          <a:xfrm>
            <a:off x="11579384" y="5638800"/>
            <a:ext cx="609441" cy="1219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 bwMode="gray">
          <a:xfrm>
            <a:off x="11274663" y="5638800"/>
            <a:ext cx="304721" cy="12192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 bwMode="ltGray">
          <a:xfrm>
            <a:off x="1218883" y="0"/>
            <a:ext cx="609441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 bwMode="gray">
          <a:xfrm>
            <a:off x="0" y="0"/>
            <a:ext cx="1218883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 bwMode="ltGray">
          <a:xfrm>
            <a:off x="0" y="5638800"/>
            <a:ext cx="12188825" cy="1219200"/>
          </a:xfrm>
          <a:prstGeom prst="rect">
            <a:avLst/>
          </a:prstGeom>
          <a:solidFill>
            <a:schemeClr val="accent1">
              <a:lumMod val="75000"/>
              <a:alpha val="5019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cxnSp>
        <p:nvCxnSpPr>
          <p:cNvPr id="13" name="Straight Connector 12"/>
          <p:cNvCxnSpPr/>
          <p:nvPr/>
        </p:nvCxnSpPr>
        <p:spPr bwMode="white">
          <a:xfrm>
            <a:off x="11573293" y="5638800"/>
            <a:ext cx="0" cy="121920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 bwMode="black">
          <a:xfrm>
            <a:off x="0" y="5643132"/>
            <a:ext cx="1216152" cy="1214868"/>
          </a:xfrm>
          <a:prstGeom prst="rect">
            <a:avLst/>
          </a:prstGeom>
          <a:solidFill>
            <a:schemeClr val="accent1">
              <a:lumMod val="50000"/>
              <a:alpha val="74902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cxnSp>
        <p:nvCxnSpPr>
          <p:cNvPr id="15" name="Straight Connector 14"/>
          <p:cNvCxnSpPr/>
          <p:nvPr/>
        </p:nvCxnSpPr>
        <p:spPr bwMode="white">
          <a:xfrm>
            <a:off x="1218884" y="0"/>
            <a:ext cx="0" cy="685800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 bwMode="white">
          <a:xfrm>
            <a:off x="0" y="5631204"/>
            <a:ext cx="1828325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Pi"/>
          <p:cNvSpPr>
            <a:spLocks/>
          </p:cNvSpPr>
          <p:nvPr/>
        </p:nvSpPr>
        <p:spPr bwMode="white">
          <a:xfrm>
            <a:off x="276462" y="6032500"/>
            <a:ext cx="593189" cy="519176"/>
          </a:xfrm>
          <a:custGeom>
            <a:avLst/>
            <a:gdLst>
              <a:gd name="T0" fmla="*/ 411 w 426"/>
              <a:gd name="T1" fmla="*/ 0 h 372"/>
              <a:gd name="T2" fmla="*/ 90 w 426"/>
              <a:gd name="T3" fmla="*/ 0 h 372"/>
              <a:gd name="T4" fmla="*/ 3 w 426"/>
              <a:gd name="T5" fmla="*/ 64 h 372"/>
              <a:gd name="T6" fmla="*/ 12 w 426"/>
              <a:gd name="T7" fmla="*/ 83 h 372"/>
              <a:gd name="T8" fmla="*/ 17 w 426"/>
              <a:gd name="T9" fmla="*/ 83 h 372"/>
              <a:gd name="T10" fmla="*/ 31 w 426"/>
              <a:gd name="T11" fmla="*/ 73 h 372"/>
              <a:gd name="T12" fmla="*/ 90 w 426"/>
              <a:gd name="T13" fmla="*/ 30 h 372"/>
              <a:gd name="T14" fmla="*/ 131 w 426"/>
              <a:gd name="T15" fmla="*/ 30 h 372"/>
              <a:gd name="T16" fmla="*/ 61 w 426"/>
              <a:gd name="T17" fmla="*/ 334 h 372"/>
              <a:gd name="T18" fmla="*/ 61 w 426"/>
              <a:gd name="T19" fmla="*/ 355 h 372"/>
              <a:gd name="T20" fmla="*/ 72 w 426"/>
              <a:gd name="T21" fmla="*/ 359 h 372"/>
              <a:gd name="T22" fmla="*/ 83 w 426"/>
              <a:gd name="T23" fmla="*/ 355 h 372"/>
              <a:gd name="T24" fmla="*/ 161 w 426"/>
              <a:gd name="T25" fmla="*/ 30 h 372"/>
              <a:gd name="T26" fmla="*/ 272 w 426"/>
              <a:gd name="T27" fmla="*/ 30 h 372"/>
              <a:gd name="T28" fmla="*/ 253 w 426"/>
              <a:gd name="T29" fmla="*/ 270 h 372"/>
              <a:gd name="T30" fmla="*/ 277 w 426"/>
              <a:gd name="T31" fmla="*/ 355 h 372"/>
              <a:gd name="T32" fmla="*/ 322 w 426"/>
              <a:gd name="T33" fmla="*/ 372 h 372"/>
              <a:gd name="T34" fmla="*/ 335 w 426"/>
              <a:gd name="T35" fmla="*/ 371 h 372"/>
              <a:gd name="T36" fmla="*/ 417 w 426"/>
              <a:gd name="T37" fmla="*/ 280 h 372"/>
              <a:gd name="T38" fmla="*/ 406 w 426"/>
              <a:gd name="T39" fmla="*/ 262 h 372"/>
              <a:gd name="T40" fmla="*/ 388 w 426"/>
              <a:gd name="T41" fmla="*/ 273 h 372"/>
              <a:gd name="T42" fmla="*/ 331 w 426"/>
              <a:gd name="T43" fmla="*/ 341 h 372"/>
              <a:gd name="T44" fmla="*/ 298 w 426"/>
              <a:gd name="T45" fmla="*/ 333 h 372"/>
              <a:gd name="T46" fmla="*/ 283 w 426"/>
              <a:gd name="T47" fmla="*/ 272 h 372"/>
              <a:gd name="T48" fmla="*/ 302 w 426"/>
              <a:gd name="T49" fmla="*/ 30 h 372"/>
              <a:gd name="T50" fmla="*/ 411 w 426"/>
              <a:gd name="T51" fmla="*/ 30 h 372"/>
              <a:gd name="T52" fmla="*/ 426 w 426"/>
              <a:gd name="T53" fmla="*/ 15 h 372"/>
              <a:gd name="T54" fmla="*/ 411 w 426"/>
              <a:gd name="T55" fmla="*/ 0 h 3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</a:cxnLst>
            <a:rect l="0" t="0" r="r" b="b"/>
            <a:pathLst>
              <a:path w="426" h="372">
                <a:moveTo>
                  <a:pt x="411" y="0"/>
                </a:moveTo>
                <a:cubicBezTo>
                  <a:pt x="90" y="0"/>
                  <a:pt x="90" y="0"/>
                  <a:pt x="90" y="0"/>
                </a:cubicBezTo>
                <a:cubicBezTo>
                  <a:pt x="25" y="0"/>
                  <a:pt x="4" y="61"/>
                  <a:pt x="3" y="64"/>
                </a:cubicBezTo>
                <a:cubicBezTo>
                  <a:pt x="0" y="71"/>
                  <a:pt x="4" y="80"/>
                  <a:pt x="12" y="83"/>
                </a:cubicBezTo>
                <a:cubicBezTo>
                  <a:pt x="14" y="83"/>
                  <a:pt x="15" y="83"/>
                  <a:pt x="17" y="83"/>
                </a:cubicBezTo>
                <a:cubicBezTo>
                  <a:pt x="23" y="83"/>
                  <a:pt x="29" y="80"/>
                  <a:pt x="31" y="73"/>
                </a:cubicBezTo>
                <a:cubicBezTo>
                  <a:pt x="31" y="73"/>
                  <a:pt x="46" y="30"/>
                  <a:pt x="90" y="30"/>
                </a:cubicBezTo>
                <a:cubicBezTo>
                  <a:pt x="131" y="30"/>
                  <a:pt x="131" y="30"/>
                  <a:pt x="131" y="30"/>
                </a:cubicBezTo>
                <a:cubicBezTo>
                  <a:pt x="129" y="83"/>
                  <a:pt x="118" y="274"/>
                  <a:pt x="61" y="334"/>
                </a:cubicBezTo>
                <a:cubicBezTo>
                  <a:pt x="55" y="340"/>
                  <a:pt x="55" y="350"/>
                  <a:pt x="61" y="355"/>
                </a:cubicBezTo>
                <a:cubicBezTo>
                  <a:pt x="64" y="358"/>
                  <a:pt x="68" y="359"/>
                  <a:pt x="72" y="359"/>
                </a:cubicBezTo>
                <a:cubicBezTo>
                  <a:pt x="76" y="359"/>
                  <a:pt x="80" y="358"/>
                  <a:pt x="83" y="355"/>
                </a:cubicBezTo>
                <a:cubicBezTo>
                  <a:pt x="148" y="286"/>
                  <a:pt x="159" y="84"/>
                  <a:pt x="161" y="30"/>
                </a:cubicBezTo>
                <a:cubicBezTo>
                  <a:pt x="272" y="30"/>
                  <a:pt x="272" y="30"/>
                  <a:pt x="272" y="30"/>
                </a:cubicBezTo>
                <a:cubicBezTo>
                  <a:pt x="253" y="270"/>
                  <a:pt x="253" y="270"/>
                  <a:pt x="253" y="270"/>
                </a:cubicBezTo>
                <a:cubicBezTo>
                  <a:pt x="253" y="272"/>
                  <a:pt x="248" y="327"/>
                  <a:pt x="277" y="355"/>
                </a:cubicBezTo>
                <a:cubicBezTo>
                  <a:pt x="289" y="366"/>
                  <a:pt x="304" y="372"/>
                  <a:pt x="322" y="372"/>
                </a:cubicBezTo>
                <a:cubicBezTo>
                  <a:pt x="326" y="372"/>
                  <a:pt x="330" y="372"/>
                  <a:pt x="335" y="371"/>
                </a:cubicBezTo>
                <a:cubicBezTo>
                  <a:pt x="398" y="362"/>
                  <a:pt x="416" y="283"/>
                  <a:pt x="417" y="280"/>
                </a:cubicBezTo>
                <a:cubicBezTo>
                  <a:pt x="419" y="271"/>
                  <a:pt x="414" y="264"/>
                  <a:pt x="406" y="262"/>
                </a:cubicBezTo>
                <a:cubicBezTo>
                  <a:pt x="398" y="260"/>
                  <a:pt x="390" y="265"/>
                  <a:pt x="388" y="273"/>
                </a:cubicBezTo>
                <a:cubicBezTo>
                  <a:pt x="388" y="274"/>
                  <a:pt x="373" y="335"/>
                  <a:pt x="331" y="341"/>
                </a:cubicBezTo>
                <a:cubicBezTo>
                  <a:pt x="316" y="343"/>
                  <a:pt x="306" y="341"/>
                  <a:pt x="298" y="333"/>
                </a:cubicBezTo>
                <a:cubicBezTo>
                  <a:pt x="282" y="318"/>
                  <a:pt x="282" y="284"/>
                  <a:pt x="283" y="272"/>
                </a:cubicBezTo>
                <a:cubicBezTo>
                  <a:pt x="302" y="30"/>
                  <a:pt x="302" y="30"/>
                  <a:pt x="302" y="30"/>
                </a:cubicBezTo>
                <a:cubicBezTo>
                  <a:pt x="411" y="30"/>
                  <a:pt x="411" y="30"/>
                  <a:pt x="411" y="30"/>
                </a:cubicBezTo>
                <a:cubicBezTo>
                  <a:pt x="419" y="30"/>
                  <a:pt x="426" y="24"/>
                  <a:pt x="426" y="15"/>
                </a:cubicBezTo>
                <a:cubicBezTo>
                  <a:pt x="426" y="7"/>
                  <a:pt x="419" y="0"/>
                  <a:pt x="411" y="0"/>
                </a:cubicBezTo>
                <a:close/>
              </a:path>
            </a:pathLst>
          </a:custGeom>
          <a:solidFill>
            <a:schemeClr val="bg1"/>
          </a:solidFill>
          <a:ln>
            <a:solidFill>
              <a:schemeClr val="bg1"/>
            </a:solidFill>
          </a:ln>
          <a:extLst/>
        </p:spPr>
        <p:txBody>
          <a:bodyPr vert="horz" wrap="square" lIns="121899" tIns="60949" rIns="121899" bIns="60949" numCol="1" anchor="t" anchorCtr="0" compatLnSpc="1">
            <a:prstTxWarp prst="textNoShape">
              <a:avLst/>
            </a:prstTxWarp>
          </a:bodyPr>
          <a:lstStyle/>
          <a:p>
            <a:endParaRPr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28669" y="1600200"/>
            <a:ext cx="8329031" cy="2680127"/>
          </a:xfrm>
        </p:spPr>
        <p:txBody>
          <a:bodyPr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28669" y="4344915"/>
            <a:ext cx="7516442" cy="1116085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32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C2C6F8EA-316C-41DE-B9A4-EDCC3A85ED9A}" type="datetimeFigureOut">
              <a:rPr lang="en-US" smtClean="0"/>
              <a:pPr/>
              <a:t>7/18/2017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Add a footer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66412" y="6356351"/>
            <a:ext cx="609441" cy="365125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7DC1BBB0-96F0-4077-A278-0F3FB5C104D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79559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C6F8EA-316C-41DE-B9A4-EDCC3A85ED9A}" type="datetimeFigureOut">
              <a:rPr lang="en-US"/>
              <a:t>7/18/2017</a:t>
            </a:fld>
            <a:endParaRPr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  <a:endParaRPr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1BBB0-96F0-4077-A278-0F3FB5C104D3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855328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/>
          <p:cNvSpPr/>
          <p:nvPr/>
        </p:nvSpPr>
        <p:spPr bwMode="black">
          <a:xfrm>
            <a:off x="11579384" y="5638800"/>
            <a:ext cx="609441" cy="1219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 bwMode="gray">
          <a:xfrm>
            <a:off x="11274663" y="5638800"/>
            <a:ext cx="304721" cy="12192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 bwMode="gray">
          <a:xfrm>
            <a:off x="1216152" y="5638800"/>
            <a:ext cx="609441" cy="1219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 bwMode="ltGray">
          <a:xfrm>
            <a:off x="0" y="5638800"/>
            <a:ext cx="12188825" cy="1219200"/>
          </a:xfrm>
          <a:prstGeom prst="rect">
            <a:avLst/>
          </a:prstGeom>
          <a:solidFill>
            <a:schemeClr val="accent1">
              <a:lumMod val="75000"/>
              <a:alpha val="5019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cxnSp>
        <p:nvCxnSpPr>
          <p:cNvPr id="22" name="Straight Connector 21"/>
          <p:cNvCxnSpPr/>
          <p:nvPr/>
        </p:nvCxnSpPr>
        <p:spPr bwMode="white">
          <a:xfrm>
            <a:off x="11573293" y="5638800"/>
            <a:ext cx="0" cy="121920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 bwMode="black">
          <a:xfrm>
            <a:off x="0" y="5643132"/>
            <a:ext cx="1216152" cy="1214868"/>
          </a:xfrm>
          <a:prstGeom prst="rect">
            <a:avLst/>
          </a:prstGeom>
          <a:solidFill>
            <a:schemeClr val="accent1">
              <a:lumMod val="50000"/>
              <a:alpha val="74902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sp>
        <p:nvSpPr>
          <p:cNvPr id="18" name="Pi"/>
          <p:cNvSpPr>
            <a:spLocks/>
          </p:cNvSpPr>
          <p:nvPr/>
        </p:nvSpPr>
        <p:spPr bwMode="white">
          <a:xfrm>
            <a:off x="276462" y="6032500"/>
            <a:ext cx="593189" cy="519176"/>
          </a:xfrm>
          <a:custGeom>
            <a:avLst/>
            <a:gdLst>
              <a:gd name="T0" fmla="*/ 411 w 426"/>
              <a:gd name="T1" fmla="*/ 0 h 372"/>
              <a:gd name="T2" fmla="*/ 90 w 426"/>
              <a:gd name="T3" fmla="*/ 0 h 372"/>
              <a:gd name="T4" fmla="*/ 3 w 426"/>
              <a:gd name="T5" fmla="*/ 64 h 372"/>
              <a:gd name="T6" fmla="*/ 12 w 426"/>
              <a:gd name="T7" fmla="*/ 83 h 372"/>
              <a:gd name="T8" fmla="*/ 17 w 426"/>
              <a:gd name="T9" fmla="*/ 83 h 372"/>
              <a:gd name="T10" fmla="*/ 31 w 426"/>
              <a:gd name="T11" fmla="*/ 73 h 372"/>
              <a:gd name="T12" fmla="*/ 90 w 426"/>
              <a:gd name="T13" fmla="*/ 30 h 372"/>
              <a:gd name="T14" fmla="*/ 131 w 426"/>
              <a:gd name="T15" fmla="*/ 30 h 372"/>
              <a:gd name="T16" fmla="*/ 61 w 426"/>
              <a:gd name="T17" fmla="*/ 334 h 372"/>
              <a:gd name="T18" fmla="*/ 61 w 426"/>
              <a:gd name="T19" fmla="*/ 355 h 372"/>
              <a:gd name="T20" fmla="*/ 72 w 426"/>
              <a:gd name="T21" fmla="*/ 359 h 372"/>
              <a:gd name="T22" fmla="*/ 83 w 426"/>
              <a:gd name="T23" fmla="*/ 355 h 372"/>
              <a:gd name="T24" fmla="*/ 161 w 426"/>
              <a:gd name="T25" fmla="*/ 30 h 372"/>
              <a:gd name="T26" fmla="*/ 272 w 426"/>
              <a:gd name="T27" fmla="*/ 30 h 372"/>
              <a:gd name="T28" fmla="*/ 253 w 426"/>
              <a:gd name="T29" fmla="*/ 270 h 372"/>
              <a:gd name="T30" fmla="*/ 277 w 426"/>
              <a:gd name="T31" fmla="*/ 355 h 372"/>
              <a:gd name="T32" fmla="*/ 322 w 426"/>
              <a:gd name="T33" fmla="*/ 372 h 372"/>
              <a:gd name="T34" fmla="*/ 335 w 426"/>
              <a:gd name="T35" fmla="*/ 371 h 372"/>
              <a:gd name="T36" fmla="*/ 417 w 426"/>
              <a:gd name="T37" fmla="*/ 280 h 372"/>
              <a:gd name="T38" fmla="*/ 406 w 426"/>
              <a:gd name="T39" fmla="*/ 262 h 372"/>
              <a:gd name="T40" fmla="*/ 388 w 426"/>
              <a:gd name="T41" fmla="*/ 273 h 372"/>
              <a:gd name="T42" fmla="*/ 331 w 426"/>
              <a:gd name="T43" fmla="*/ 341 h 372"/>
              <a:gd name="T44" fmla="*/ 298 w 426"/>
              <a:gd name="T45" fmla="*/ 333 h 372"/>
              <a:gd name="T46" fmla="*/ 283 w 426"/>
              <a:gd name="T47" fmla="*/ 272 h 372"/>
              <a:gd name="T48" fmla="*/ 302 w 426"/>
              <a:gd name="T49" fmla="*/ 30 h 372"/>
              <a:gd name="T50" fmla="*/ 411 w 426"/>
              <a:gd name="T51" fmla="*/ 30 h 372"/>
              <a:gd name="T52" fmla="*/ 426 w 426"/>
              <a:gd name="T53" fmla="*/ 15 h 372"/>
              <a:gd name="T54" fmla="*/ 411 w 426"/>
              <a:gd name="T55" fmla="*/ 0 h 3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</a:cxnLst>
            <a:rect l="0" t="0" r="r" b="b"/>
            <a:pathLst>
              <a:path w="426" h="372">
                <a:moveTo>
                  <a:pt x="411" y="0"/>
                </a:moveTo>
                <a:cubicBezTo>
                  <a:pt x="90" y="0"/>
                  <a:pt x="90" y="0"/>
                  <a:pt x="90" y="0"/>
                </a:cubicBezTo>
                <a:cubicBezTo>
                  <a:pt x="25" y="0"/>
                  <a:pt x="4" y="61"/>
                  <a:pt x="3" y="64"/>
                </a:cubicBezTo>
                <a:cubicBezTo>
                  <a:pt x="0" y="71"/>
                  <a:pt x="4" y="80"/>
                  <a:pt x="12" y="83"/>
                </a:cubicBezTo>
                <a:cubicBezTo>
                  <a:pt x="14" y="83"/>
                  <a:pt x="15" y="83"/>
                  <a:pt x="17" y="83"/>
                </a:cubicBezTo>
                <a:cubicBezTo>
                  <a:pt x="23" y="83"/>
                  <a:pt x="29" y="80"/>
                  <a:pt x="31" y="73"/>
                </a:cubicBezTo>
                <a:cubicBezTo>
                  <a:pt x="31" y="73"/>
                  <a:pt x="46" y="30"/>
                  <a:pt x="90" y="30"/>
                </a:cubicBezTo>
                <a:cubicBezTo>
                  <a:pt x="131" y="30"/>
                  <a:pt x="131" y="30"/>
                  <a:pt x="131" y="30"/>
                </a:cubicBezTo>
                <a:cubicBezTo>
                  <a:pt x="129" y="83"/>
                  <a:pt x="118" y="274"/>
                  <a:pt x="61" y="334"/>
                </a:cubicBezTo>
                <a:cubicBezTo>
                  <a:pt x="55" y="340"/>
                  <a:pt x="55" y="350"/>
                  <a:pt x="61" y="355"/>
                </a:cubicBezTo>
                <a:cubicBezTo>
                  <a:pt x="64" y="358"/>
                  <a:pt x="68" y="359"/>
                  <a:pt x="72" y="359"/>
                </a:cubicBezTo>
                <a:cubicBezTo>
                  <a:pt x="76" y="359"/>
                  <a:pt x="80" y="358"/>
                  <a:pt x="83" y="355"/>
                </a:cubicBezTo>
                <a:cubicBezTo>
                  <a:pt x="148" y="286"/>
                  <a:pt x="159" y="84"/>
                  <a:pt x="161" y="30"/>
                </a:cubicBezTo>
                <a:cubicBezTo>
                  <a:pt x="272" y="30"/>
                  <a:pt x="272" y="30"/>
                  <a:pt x="272" y="30"/>
                </a:cubicBezTo>
                <a:cubicBezTo>
                  <a:pt x="253" y="270"/>
                  <a:pt x="253" y="270"/>
                  <a:pt x="253" y="270"/>
                </a:cubicBezTo>
                <a:cubicBezTo>
                  <a:pt x="253" y="272"/>
                  <a:pt x="248" y="327"/>
                  <a:pt x="277" y="355"/>
                </a:cubicBezTo>
                <a:cubicBezTo>
                  <a:pt x="289" y="366"/>
                  <a:pt x="304" y="372"/>
                  <a:pt x="322" y="372"/>
                </a:cubicBezTo>
                <a:cubicBezTo>
                  <a:pt x="326" y="372"/>
                  <a:pt x="330" y="372"/>
                  <a:pt x="335" y="371"/>
                </a:cubicBezTo>
                <a:cubicBezTo>
                  <a:pt x="398" y="362"/>
                  <a:pt x="416" y="283"/>
                  <a:pt x="417" y="280"/>
                </a:cubicBezTo>
                <a:cubicBezTo>
                  <a:pt x="419" y="271"/>
                  <a:pt x="414" y="264"/>
                  <a:pt x="406" y="262"/>
                </a:cubicBezTo>
                <a:cubicBezTo>
                  <a:pt x="398" y="260"/>
                  <a:pt x="390" y="265"/>
                  <a:pt x="388" y="273"/>
                </a:cubicBezTo>
                <a:cubicBezTo>
                  <a:pt x="388" y="274"/>
                  <a:pt x="373" y="335"/>
                  <a:pt x="331" y="341"/>
                </a:cubicBezTo>
                <a:cubicBezTo>
                  <a:pt x="316" y="343"/>
                  <a:pt x="306" y="341"/>
                  <a:pt x="298" y="333"/>
                </a:cubicBezTo>
                <a:cubicBezTo>
                  <a:pt x="282" y="318"/>
                  <a:pt x="282" y="284"/>
                  <a:pt x="283" y="272"/>
                </a:cubicBezTo>
                <a:cubicBezTo>
                  <a:pt x="302" y="30"/>
                  <a:pt x="302" y="30"/>
                  <a:pt x="302" y="30"/>
                </a:cubicBezTo>
                <a:cubicBezTo>
                  <a:pt x="411" y="30"/>
                  <a:pt x="411" y="30"/>
                  <a:pt x="411" y="30"/>
                </a:cubicBezTo>
                <a:cubicBezTo>
                  <a:pt x="419" y="30"/>
                  <a:pt x="426" y="24"/>
                  <a:pt x="426" y="15"/>
                </a:cubicBezTo>
                <a:cubicBezTo>
                  <a:pt x="426" y="7"/>
                  <a:pt x="419" y="0"/>
                  <a:pt x="411" y="0"/>
                </a:cubicBezTo>
                <a:close/>
              </a:path>
            </a:pathLst>
          </a:custGeom>
          <a:solidFill>
            <a:schemeClr val="bg1"/>
          </a:solidFill>
          <a:ln>
            <a:solidFill>
              <a:schemeClr val="bg1"/>
            </a:solidFill>
          </a:ln>
          <a:extLst/>
        </p:spPr>
        <p:txBody>
          <a:bodyPr vert="horz" wrap="square" lIns="121899" tIns="60949" rIns="121899" bIns="60949" numCol="1" anchor="t" anchorCtr="0" compatLnSpc="1">
            <a:prstTxWarp prst="textNoShape">
              <a:avLst/>
            </a:prstTxWarp>
          </a:bodyPr>
          <a:lstStyle/>
          <a:p>
            <a:endParaRPr/>
          </a:p>
        </p:txBody>
      </p:sp>
      <p:cxnSp>
        <p:nvCxnSpPr>
          <p:cNvPr id="23" name="Straight Connector 22"/>
          <p:cNvCxnSpPr/>
          <p:nvPr/>
        </p:nvCxnSpPr>
        <p:spPr bwMode="white">
          <a:xfrm>
            <a:off x="1216152" y="5638800"/>
            <a:ext cx="0" cy="121920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Rectangle 25"/>
          <p:cNvSpPr/>
          <p:nvPr/>
        </p:nvSpPr>
        <p:spPr bwMode="black">
          <a:xfrm>
            <a:off x="11579384" y="0"/>
            <a:ext cx="609441" cy="609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 bwMode="gray">
          <a:xfrm>
            <a:off x="11274663" y="0"/>
            <a:ext cx="304721" cy="6096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 bwMode="gray">
          <a:xfrm>
            <a:off x="1218883" y="0"/>
            <a:ext cx="609441" cy="609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-2" y="0"/>
            <a:ext cx="1218883" cy="6096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 bwMode="ltGray">
          <a:xfrm>
            <a:off x="0" y="0"/>
            <a:ext cx="12188825" cy="609600"/>
          </a:xfrm>
          <a:prstGeom prst="rect">
            <a:avLst/>
          </a:prstGeom>
          <a:solidFill>
            <a:schemeClr val="accent1">
              <a:lumMod val="75000"/>
              <a:alpha val="5019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cxnSp>
        <p:nvCxnSpPr>
          <p:cNvPr id="31" name="Straight Connector 30"/>
          <p:cNvCxnSpPr/>
          <p:nvPr/>
        </p:nvCxnSpPr>
        <p:spPr bwMode="white">
          <a:xfrm>
            <a:off x="11573293" y="0"/>
            <a:ext cx="0" cy="60960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Rectangle 31"/>
          <p:cNvSpPr/>
          <p:nvPr/>
        </p:nvSpPr>
        <p:spPr bwMode="black">
          <a:xfrm>
            <a:off x="0" y="0"/>
            <a:ext cx="1216152" cy="609600"/>
          </a:xfrm>
          <a:prstGeom prst="rect">
            <a:avLst/>
          </a:prstGeom>
          <a:solidFill>
            <a:schemeClr val="accent1">
              <a:lumMod val="50000"/>
              <a:alpha val="74902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cxnSp>
        <p:nvCxnSpPr>
          <p:cNvPr id="33" name="Straight Connector 32"/>
          <p:cNvCxnSpPr/>
          <p:nvPr/>
        </p:nvCxnSpPr>
        <p:spPr bwMode="white">
          <a:xfrm>
            <a:off x="1218884" y="0"/>
            <a:ext cx="0" cy="60960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98613" y="1600201"/>
            <a:ext cx="8283272" cy="2654064"/>
          </a:xfrm>
        </p:spPr>
        <p:txBody>
          <a:bodyPr anchor="b">
            <a:normAutofit/>
          </a:bodyPr>
          <a:lstStyle>
            <a:lvl1pPr algn="l">
              <a:defRPr sz="5400" b="0" cap="none" baseline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98613" y="4259996"/>
            <a:ext cx="7264623" cy="1150203"/>
          </a:xfrm>
        </p:spPr>
        <p:txBody>
          <a:bodyPr anchor="t">
            <a:normAutofit/>
          </a:bodyPr>
          <a:lstStyle>
            <a:lvl1pPr marL="0" indent="0">
              <a:spcBef>
                <a:spcPts val="0"/>
              </a:spcBef>
              <a:buNone/>
              <a:defRPr sz="32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C2C6F8EA-316C-41DE-B9A4-EDCC3A85ED9A}" type="datetimeFigureOut">
              <a:rPr lang="en-US" smtClean="0"/>
              <a:pPr/>
              <a:t>7/18/2017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Add a footer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66571" y="6356351"/>
            <a:ext cx="609441" cy="365125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7DC1BBB0-96F0-4077-A278-0F3FB5C104D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44675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93436" y="1600200"/>
            <a:ext cx="4814586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61651" y="1600200"/>
            <a:ext cx="4814586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 baseline="0"/>
            </a:lvl6pPr>
            <a:lvl7pPr>
              <a:defRPr sz="1800" baseline="0"/>
            </a:lvl7pPr>
            <a:lvl8pPr>
              <a:defRPr sz="1800" baseline="0"/>
            </a:lvl8pPr>
            <a:lvl9pPr>
              <a:defRPr sz="1800" baseline="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C6F8EA-316C-41DE-B9A4-EDCC3A85ED9A}" type="datetimeFigureOut">
              <a:rPr lang="en-US"/>
              <a:t>7/18/2017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  <a:endParaRPr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1BBB0-96F0-4077-A278-0F3FB5C104D3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391137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93436" y="1499616"/>
            <a:ext cx="4818888" cy="938784"/>
          </a:xfrm>
        </p:spPr>
        <p:txBody>
          <a:bodyPr anchor="b">
            <a:noAutofit/>
          </a:bodyPr>
          <a:lstStyle>
            <a:lvl1pPr marL="0" indent="0">
              <a:spcBef>
                <a:spcPts val="0"/>
              </a:spcBef>
              <a:buNone/>
              <a:defRPr sz="2400" b="0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93436" y="2514706"/>
            <a:ext cx="4814586" cy="3657493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 baseline="0"/>
            </a:lvl8pPr>
            <a:lvl9pPr>
              <a:defRPr sz="1600" baseline="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57349" y="1499616"/>
            <a:ext cx="4818888" cy="938784"/>
          </a:xfrm>
        </p:spPr>
        <p:txBody>
          <a:bodyPr anchor="b">
            <a:noAutofit/>
          </a:bodyPr>
          <a:lstStyle>
            <a:lvl1pPr marL="0" indent="0">
              <a:spcBef>
                <a:spcPts val="0"/>
              </a:spcBef>
              <a:buNone/>
              <a:defRPr sz="2400" b="0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57349" y="2514600"/>
            <a:ext cx="4818888" cy="3655568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C6F8EA-316C-41DE-B9A4-EDCC3A85ED9A}" type="datetimeFigureOut">
              <a:rPr lang="en-US"/>
              <a:t>7/18/2017</a:t>
            </a:fld>
            <a:endParaRPr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  <a:endParaRPr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1BBB0-96F0-4077-A278-0F3FB5C104D3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383580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C6F8EA-316C-41DE-B9A4-EDCC3A85ED9A}" type="datetimeFigureOut">
              <a:rPr lang="en-US"/>
              <a:t>7/18/2017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  <a:endParaRPr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1BBB0-96F0-4077-A278-0F3FB5C104D3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1635788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 bwMode="ltGray">
          <a:xfrm>
            <a:off x="626239" y="0"/>
            <a:ext cx="304721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lvl="0" algn="ctr"/>
            <a:endParaRPr/>
          </a:p>
        </p:txBody>
      </p:sp>
      <p:sp>
        <p:nvSpPr>
          <p:cNvPr id="6" name="Rectangle 5"/>
          <p:cNvSpPr/>
          <p:nvPr/>
        </p:nvSpPr>
        <p:spPr bwMode="gray">
          <a:xfrm>
            <a:off x="0" y="0"/>
            <a:ext cx="609441" cy="6858000"/>
          </a:xfrm>
          <a:prstGeom prst="rect">
            <a:avLst/>
          </a:prstGeom>
          <a:solidFill>
            <a:schemeClr val="accent1">
              <a:lumMod val="75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lvl="0" algn="ctr"/>
            <a:endParaRPr/>
          </a:p>
        </p:txBody>
      </p:sp>
      <p:cxnSp>
        <p:nvCxnSpPr>
          <p:cNvPr id="7" name="Straight Connector 6"/>
          <p:cNvCxnSpPr/>
          <p:nvPr/>
        </p:nvCxnSpPr>
        <p:spPr bwMode="white">
          <a:xfrm>
            <a:off x="617143" y="0"/>
            <a:ext cx="0" cy="685800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 bwMode="gray">
          <a:xfrm>
            <a:off x="10969942" y="0"/>
            <a:ext cx="922621" cy="6858000"/>
          </a:xfrm>
          <a:prstGeom prst="rect">
            <a:avLst/>
          </a:prstGeom>
          <a:solidFill>
            <a:schemeClr val="accent1">
              <a:lumMod val="75000"/>
              <a:alpha val="8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lvl="0" algn="ctr"/>
            <a:endParaRPr/>
          </a:p>
        </p:txBody>
      </p:sp>
      <p:sp>
        <p:nvSpPr>
          <p:cNvPr id="9" name="Rectangle 8"/>
          <p:cNvSpPr/>
          <p:nvPr/>
        </p:nvSpPr>
        <p:spPr bwMode="black">
          <a:xfrm>
            <a:off x="11892563" y="0"/>
            <a:ext cx="304721" cy="6858000"/>
          </a:xfrm>
          <a:prstGeom prst="rect">
            <a:avLst/>
          </a:pr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lvl="0" algn="ctr"/>
            <a:endParaRPr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C6F8EA-316C-41DE-B9A4-EDCC3A85ED9A}" type="datetimeFigureOut">
              <a:rPr lang="en-US"/>
              <a:t>7/18/2017</a:t>
            </a:fld>
            <a:endParaRPr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DC1BBB0-96F0-4077-A278-0F3FB5C104D3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83816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 bwMode="gray">
          <a:xfrm>
            <a:off x="621792" y="0"/>
            <a:ext cx="4147717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lvl="0" algn="ctr"/>
            <a:endParaRPr/>
          </a:p>
        </p:txBody>
      </p:sp>
      <p:sp>
        <p:nvSpPr>
          <p:cNvPr id="9" name="Rectangle 8"/>
          <p:cNvSpPr/>
          <p:nvPr/>
        </p:nvSpPr>
        <p:spPr bwMode="ltGray">
          <a:xfrm>
            <a:off x="0" y="0"/>
            <a:ext cx="609441" cy="6858000"/>
          </a:xfrm>
          <a:prstGeom prst="rect">
            <a:avLst/>
          </a:prstGeom>
          <a:solidFill>
            <a:schemeClr val="accent1">
              <a:lumMod val="75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lvl="0" algn="ctr"/>
            <a:endParaRPr/>
          </a:p>
        </p:txBody>
      </p:sp>
      <p:cxnSp>
        <p:nvCxnSpPr>
          <p:cNvPr id="10" name="Straight Connector 9"/>
          <p:cNvCxnSpPr/>
          <p:nvPr/>
        </p:nvCxnSpPr>
        <p:spPr bwMode="white">
          <a:xfrm>
            <a:off x="621792" y="0"/>
            <a:ext cx="0" cy="685800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 bwMode="gray">
          <a:xfrm>
            <a:off x="11884104" y="0"/>
            <a:ext cx="304721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lvl="0"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white">
          <a:xfrm>
            <a:off x="1074240" y="381000"/>
            <a:ext cx="3293422" cy="1371600"/>
          </a:xfrm>
        </p:spPr>
        <p:txBody>
          <a:bodyPr anchor="b">
            <a:normAutofit/>
          </a:bodyPr>
          <a:lstStyle>
            <a:lvl1pPr algn="l">
              <a:defRPr sz="2800" b="0" cap="all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0251" y="482600"/>
            <a:ext cx="6195986" cy="56896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 baseline="0"/>
            </a:lvl8pPr>
            <a:lvl9pPr>
              <a:defRPr sz="1800" baseline="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white">
          <a:xfrm>
            <a:off x="1074240" y="1828800"/>
            <a:ext cx="3293422" cy="4343400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C6F8EA-316C-41DE-B9A4-EDCC3A85ED9A}" type="datetimeFigureOut">
              <a:rPr lang="en-US"/>
              <a:t>7/18/2017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  <a:endParaRPr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1BBB0-96F0-4077-A278-0F3FB5C104D3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180431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 bwMode="gray">
          <a:xfrm>
            <a:off x="0" y="0"/>
            <a:ext cx="609441" cy="6858000"/>
          </a:xfrm>
          <a:prstGeom prst="rect">
            <a:avLst/>
          </a:prstGeom>
          <a:solidFill>
            <a:schemeClr val="accent1">
              <a:lumMod val="75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lvl="0" algn="ctr"/>
            <a:endParaRPr/>
          </a:p>
        </p:txBody>
      </p:sp>
      <p:sp>
        <p:nvSpPr>
          <p:cNvPr id="8" name="Rectangle 7"/>
          <p:cNvSpPr/>
          <p:nvPr/>
        </p:nvSpPr>
        <p:spPr bwMode="black">
          <a:xfrm>
            <a:off x="11884104" y="0"/>
            <a:ext cx="304721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lvl="0" algn="ctr"/>
            <a:endParaRPr/>
          </a:p>
        </p:txBody>
      </p:sp>
      <p:sp>
        <p:nvSpPr>
          <p:cNvPr id="9" name="Rectangle 8"/>
          <p:cNvSpPr/>
          <p:nvPr/>
        </p:nvSpPr>
        <p:spPr bwMode="ltGray">
          <a:xfrm>
            <a:off x="4875530" y="0"/>
            <a:ext cx="7017034" cy="6858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lvl="0"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4240" y="381000"/>
            <a:ext cx="3293422" cy="1371600"/>
          </a:xfrm>
        </p:spPr>
        <p:txBody>
          <a:bodyPr anchor="b">
            <a:normAutofit/>
          </a:bodyPr>
          <a:lstStyle>
            <a:lvl1pPr algn="l">
              <a:defRPr sz="2800" b="0" cap="all" baseline="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Picture Placeholder 2" descr="An empty placeholder to add an image. Click on the placeholder and select the image that you wish to add"/>
          <p:cNvSpPr>
            <a:spLocks noGrp="1"/>
          </p:cNvSpPr>
          <p:nvPr>
            <p:ph type="pic" idx="1"/>
          </p:nvPr>
        </p:nvSpPr>
        <p:spPr bwMode="auto">
          <a:xfrm>
            <a:off x="5180251" y="482600"/>
            <a:ext cx="6195986" cy="5689600"/>
          </a:xfrm>
          <a:ln w="19050">
            <a:solidFill>
              <a:schemeClr val="bg1"/>
            </a:solidFill>
          </a:ln>
        </p:spPr>
        <p:txBody>
          <a:bodyPr>
            <a:normAutofit/>
          </a:bodyPr>
          <a:lstStyle>
            <a:lvl1pPr marL="0" indent="0">
              <a:buNone/>
              <a:defRPr sz="2800" baseline="0">
                <a:solidFill>
                  <a:schemeClr val="tx2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74240" y="1828800"/>
            <a:ext cx="3293422" cy="4343400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C2C6F8EA-316C-41DE-B9A4-EDCC3A85ED9A}" type="datetimeFigureOut">
              <a:rPr lang="en-US" smtClean="0"/>
              <a:pPr/>
              <a:t>7/18/2017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Add a footer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7DC1BBB0-96F0-4077-A278-0F3FB5C104D3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 bwMode="white">
          <a:xfrm>
            <a:off x="11879867" y="0"/>
            <a:ext cx="0" cy="685800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739002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C6F8EA-316C-41DE-B9A4-EDCC3A85ED9A}" type="datetimeFigureOut">
              <a:rPr lang="en-US"/>
              <a:t>7/18/2017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  <a:endParaRPr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1BBB0-96F0-4077-A278-0F3FB5C104D3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408808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black">
          <a:xfrm>
            <a:off x="11884104" y="0"/>
            <a:ext cx="304721" cy="6858000"/>
          </a:xfrm>
          <a:prstGeom prst="rect">
            <a:avLst/>
          </a:pr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lvl="0" algn="ctr"/>
            <a:endParaRPr/>
          </a:p>
        </p:txBody>
      </p:sp>
      <p:sp>
        <p:nvSpPr>
          <p:cNvPr id="8" name="Rectangle 7"/>
          <p:cNvSpPr/>
          <p:nvPr/>
        </p:nvSpPr>
        <p:spPr bwMode="ltGray">
          <a:xfrm>
            <a:off x="617143" y="0"/>
            <a:ext cx="609441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 bwMode="gray">
          <a:xfrm>
            <a:off x="0" y="0"/>
            <a:ext cx="609441" cy="6858000"/>
          </a:xfrm>
          <a:prstGeom prst="rect">
            <a:avLst/>
          </a:prstGeom>
          <a:solidFill>
            <a:schemeClr val="accent1">
              <a:lumMod val="75000"/>
              <a:alpha val="87843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 bwMode="black">
          <a:xfrm>
            <a:off x="617143" y="736219"/>
            <a:ext cx="609441" cy="609600"/>
          </a:xfrm>
          <a:prstGeom prst="rect">
            <a:avLst/>
          </a:prstGeom>
          <a:solidFill>
            <a:schemeClr val="accent1">
              <a:lumMod val="50000"/>
              <a:alpha val="74902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1" name="Straight Connector 10"/>
          <p:cNvCxnSpPr/>
          <p:nvPr/>
        </p:nvCxnSpPr>
        <p:spPr bwMode="white">
          <a:xfrm>
            <a:off x="617143" y="736219"/>
            <a:ext cx="609441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 bwMode="white">
          <a:xfrm>
            <a:off x="617143" y="1345819"/>
            <a:ext cx="609441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Pi"/>
          <p:cNvSpPr>
            <a:spLocks/>
          </p:cNvSpPr>
          <p:nvPr/>
        </p:nvSpPr>
        <p:spPr bwMode="white">
          <a:xfrm rot="5400000">
            <a:off x="756095" y="898102"/>
            <a:ext cx="336023" cy="294097"/>
          </a:xfrm>
          <a:custGeom>
            <a:avLst/>
            <a:gdLst>
              <a:gd name="T0" fmla="*/ 411 w 426"/>
              <a:gd name="T1" fmla="*/ 0 h 372"/>
              <a:gd name="T2" fmla="*/ 90 w 426"/>
              <a:gd name="T3" fmla="*/ 0 h 372"/>
              <a:gd name="T4" fmla="*/ 3 w 426"/>
              <a:gd name="T5" fmla="*/ 64 h 372"/>
              <a:gd name="T6" fmla="*/ 12 w 426"/>
              <a:gd name="T7" fmla="*/ 83 h 372"/>
              <a:gd name="T8" fmla="*/ 17 w 426"/>
              <a:gd name="T9" fmla="*/ 83 h 372"/>
              <a:gd name="T10" fmla="*/ 31 w 426"/>
              <a:gd name="T11" fmla="*/ 73 h 372"/>
              <a:gd name="T12" fmla="*/ 90 w 426"/>
              <a:gd name="T13" fmla="*/ 30 h 372"/>
              <a:gd name="T14" fmla="*/ 131 w 426"/>
              <a:gd name="T15" fmla="*/ 30 h 372"/>
              <a:gd name="T16" fmla="*/ 61 w 426"/>
              <a:gd name="T17" fmla="*/ 334 h 372"/>
              <a:gd name="T18" fmla="*/ 61 w 426"/>
              <a:gd name="T19" fmla="*/ 355 h 372"/>
              <a:gd name="T20" fmla="*/ 72 w 426"/>
              <a:gd name="T21" fmla="*/ 359 h 372"/>
              <a:gd name="T22" fmla="*/ 83 w 426"/>
              <a:gd name="T23" fmla="*/ 355 h 372"/>
              <a:gd name="T24" fmla="*/ 161 w 426"/>
              <a:gd name="T25" fmla="*/ 30 h 372"/>
              <a:gd name="T26" fmla="*/ 272 w 426"/>
              <a:gd name="T27" fmla="*/ 30 h 372"/>
              <a:gd name="T28" fmla="*/ 253 w 426"/>
              <a:gd name="T29" fmla="*/ 270 h 372"/>
              <a:gd name="T30" fmla="*/ 277 w 426"/>
              <a:gd name="T31" fmla="*/ 355 h 372"/>
              <a:gd name="T32" fmla="*/ 322 w 426"/>
              <a:gd name="T33" fmla="*/ 372 h 372"/>
              <a:gd name="T34" fmla="*/ 335 w 426"/>
              <a:gd name="T35" fmla="*/ 371 h 372"/>
              <a:gd name="T36" fmla="*/ 417 w 426"/>
              <a:gd name="T37" fmla="*/ 280 h 372"/>
              <a:gd name="T38" fmla="*/ 406 w 426"/>
              <a:gd name="T39" fmla="*/ 262 h 372"/>
              <a:gd name="T40" fmla="*/ 388 w 426"/>
              <a:gd name="T41" fmla="*/ 273 h 372"/>
              <a:gd name="T42" fmla="*/ 331 w 426"/>
              <a:gd name="T43" fmla="*/ 341 h 372"/>
              <a:gd name="T44" fmla="*/ 298 w 426"/>
              <a:gd name="T45" fmla="*/ 333 h 372"/>
              <a:gd name="T46" fmla="*/ 283 w 426"/>
              <a:gd name="T47" fmla="*/ 272 h 372"/>
              <a:gd name="T48" fmla="*/ 302 w 426"/>
              <a:gd name="T49" fmla="*/ 30 h 372"/>
              <a:gd name="T50" fmla="*/ 411 w 426"/>
              <a:gd name="T51" fmla="*/ 30 h 372"/>
              <a:gd name="T52" fmla="*/ 426 w 426"/>
              <a:gd name="T53" fmla="*/ 15 h 372"/>
              <a:gd name="T54" fmla="*/ 411 w 426"/>
              <a:gd name="T55" fmla="*/ 0 h 3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</a:cxnLst>
            <a:rect l="0" t="0" r="r" b="b"/>
            <a:pathLst>
              <a:path w="426" h="372">
                <a:moveTo>
                  <a:pt x="411" y="0"/>
                </a:moveTo>
                <a:cubicBezTo>
                  <a:pt x="90" y="0"/>
                  <a:pt x="90" y="0"/>
                  <a:pt x="90" y="0"/>
                </a:cubicBezTo>
                <a:cubicBezTo>
                  <a:pt x="25" y="0"/>
                  <a:pt x="4" y="61"/>
                  <a:pt x="3" y="64"/>
                </a:cubicBezTo>
                <a:cubicBezTo>
                  <a:pt x="0" y="71"/>
                  <a:pt x="4" y="80"/>
                  <a:pt x="12" y="83"/>
                </a:cubicBezTo>
                <a:cubicBezTo>
                  <a:pt x="14" y="83"/>
                  <a:pt x="15" y="83"/>
                  <a:pt x="17" y="83"/>
                </a:cubicBezTo>
                <a:cubicBezTo>
                  <a:pt x="23" y="83"/>
                  <a:pt x="29" y="80"/>
                  <a:pt x="31" y="73"/>
                </a:cubicBezTo>
                <a:cubicBezTo>
                  <a:pt x="31" y="73"/>
                  <a:pt x="46" y="30"/>
                  <a:pt x="90" y="30"/>
                </a:cubicBezTo>
                <a:cubicBezTo>
                  <a:pt x="131" y="30"/>
                  <a:pt x="131" y="30"/>
                  <a:pt x="131" y="30"/>
                </a:cubicBezTo>
                <a:cubicBezTo>
                  <a:pt x="129" y="83"/>
                  <a:pt x="118" y="274"/>
                  <a:pt x="61" y="334"/>
                </a:cubicBezTo>
                <a:cubicBezTo>
                  <a:pt x="55" y="340"/>
                  <a:pt x="55" y="350"/>
                  <a:pt x="61" y="355"/>
                </a:cubicBezTo>
                <a:cubicBezTo>
                  <a:pt x="64" y="358"/>
                  <a:pt x="68" y="359"/>
                  <a:pt x="72" y="359"/>
                </a:cubicBezTo>
                <a:cubicBezTo>
                  <a:pt x="76" y="359"/>
                  <a:pt x="80" y="358"/>
                  <a:pt x="83" y="355"/>
                </a:cubicBezTo>
                <a:cubicBezTo>
                  <a:pt x="148" y="286"/>
                  <a:pt x="159" y="84"/>
                  <a:pt x="161" y="30"/>
                </a:cubicBezTo>
                <a:cubicBezTo>
                  <a:pt x="272" y="30"/>
                  <a:pt x="272" y="30"/>
                  <a:pt x="272" y="30"/>
                </a:cubicBezTo>
                <a:cubicBezTo>
                  <a:pt x="253" y="270"/>
                  <a:pt x="253" y="270"/>
                  <a:pt x="253" y="270"/>
                </a:cubicBezTo>
                <a:cubicBezTo>
                  <a:pt x="253" y="272"/>
                  <a:pt x="248" y="327"/>
                  <a:pt x="277" y="355"/>
                </a:cubicBezTo>
                <a:cubicBezTo>
                  <a:pt x="289" y="366"/>
                  <a:pt x="304" y="372"/>
                  <a:pt x="322" y="372"/>
                </a:cubicBezTo>
                <a:cubicBezTo>
                  <a:pt x="326" y="372"/>
                  <a:pt x="330" y="372"/>
                  <a:pt x="335" y="371"/>
                </a:cubicBezTo>
                <a:cubicBezTo>
                  <a:pt x="398" y="362"/>
                  <a:pt x="416" y="283"/>
                  <a:pt x="417" y="280"/>
                </a:cubicBezTo>
                <a:cubicBezTo>
                  <a:pt x="419" y="271"/>
                  <a:pt x="414" y="264"/>
                  <a:pt x="406" y="262"/>
                </a:cubicBezTo>
                <a:cubicBezTo>
                  <a:pt x="398" y="260"/>
                  <a:pt x="390" y="265"/>
                  <a:pt x="388" y="273"/>
                </a:cubicBezTo>
                <a:cubicBezTo>
                  <a:pt x="388" y="274"/>
                  <a:pt x="373" y="335"/>
                  <a:pt x="331" y="341"/>
                </a:cubicBezTo>
                <a:cubicBezTo>
                  <a:pt x="316" y="343"/>
                  <a:pt x="306" y="341"/>
                  <a:pt x="298" y="333"/>
                </a:cubicBezTo>
                <a:cubicBezTo>
                  <a:pt x="282" y="318"/>
                  <a:pt x="282" y="284"/>
                  <a:pt x="283" y="272"/>
                </a:cubicBezTo>
                <a:cubicBezTo>
                  <a:pt x="302" y="30"/>
                  <a:pt x="302" y="30"/>
                  <a:pt x="302" y="30"/>
                </a:cubicBezTo>
                <a:cubicBezTo>
                  <a:pt x="411" y="30"/>
                  <a:pt x="411" y="30"/>
                  <a:pt x="411" y="30"/>
                </a:cubicBezTo>
                <a:cubicBezTo>
                  <a:pt x="419" y="30"/>
                  <a:pt x="426" y="24"/>
                  <a:pt x="426" y="15"/>
                </a:cubicBezTo>
                <a:cubicBezTo>
                  <a:pt x="426" y="7"/>
                  <a:pt x="419" y="0"/>
                  <a:pt x="411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/>
          </a:p>
        </p:txBody>
      </p:sp>
      <p:cxnSp>
        <p:nvCxnSpPr>
          <p:cNvPr id="14" name="Straight Connector 13"/>
          <p:cNvCxnSpPr/>
          <p:nvPr/>
        </p:nvCxnSpPr>
        <p:spPr bwMode="white">
          <a:xfrm>
            <a:off x="617143" y="0"/>
            <a:ext cx="0" cy="685800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99612" y="685800"/>
            <a:ext cx="1787526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598613" y="685800"/>
            <a:ext cx="7848599" cy="5486400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C6F8EA-316C-41DE-B9A4-EDCC3A85ED9A}" type="datetimeFigureOut">
              <a:rPr lang="en-US"/>
              <a:t>7/18/2017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  <a:endParaRPr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1BBB0-96F0-4077-A278-0F3FB5C104D3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128176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162" y="2130426"/>
            <a:ext cx="10360501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324" y="3886200"/>
            <a:ext cx="8532178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18/07/2017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03075467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18/07/2017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05457582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2833" y="4406901"/>
            <a:ext cx="10360501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2833" y="2906713"/>
            <a:ext cx="10360501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18/07/2017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17361169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441" y="1600201"/>
            <a:ext cx="5383398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5986" y="1600201"/>
            <a:ext cx="5383398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18/07/2017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971292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441" y="1535113"/>
            <a:ext cx="5385514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441" y="2174875"/>
            <a:ext cx="5385514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1754" y="1535113"/>
            <a:ext cx="538763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1754" y="2174875"/>
            <a:ext cx="538763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18/07/2017</a:t>
            </a:fld>
            <a:endParaRPr lang="en-AU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44538302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18/07/2017</a:t>
            </a:fld>
            <a:endParaRPr lang="en-AU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05037728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18/07/2017</a:t>
            </a:fld>
            <a:endParaRPr lang="en-AU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45648735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442" y="273050"/>
            <a:ext cx="4010039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5492" y="273051"/>
            <a:ext cx="6813892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442" y="1435101"/>
            <a:ext cx="4010039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18/07/2017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20276945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095" y="4800600"/>
            <a:ext cx="7313295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095" y="612775"/>
            <a:ext cx="7313295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095" y="5367338"/>
            <a:ext cx="7313295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18/07/2017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91069671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18/07/2017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01115103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6898" y="274639"/>
            <a:ext cx="2742486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441" y="274639"/>
            <a:ext cx="802431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18/07/2017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9910144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gray">
          <a:xfrm>
            <a:off x="11884104" y="0"/>
            <a:ext cx="304721" cy="6858000"/>
          </a:xfrm>
          <a:prstGeom prst="rect">
            <a:avLst/>
          </a:pr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lvl="0" algn="ctr"/>
            <a:endParaRPr/>
          </a:p>
        </p:txBody>
      </p:sp>
      <p:sp>
        <p:nvSpPr>
          <p:cNvPr id="8" name="Rectangle 7"/>
          <p:cNvSpPr/>
          <p:nvPr/>
        </p:nvSpPr>
        <p:spPr bwMode="ltGray">
          <a:xfrm>
            <a:off x="617143" y="0"/>
            <a:ext cx="609441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 bwMode="gray">
          <a:xfrm>
            <a:off x="0" y="0"/>
            <a:ext cx="609441" cy="6858000"/>
          </a:xfrm>
          <a:prstGeom prst="rect">
            <a:avLst/>
          </a:prstGeom>
          <a:solidFill>
            <a:schemeClr val="accent1">
              <a:lumMod val="75000"/>
              <a:alpha val="87843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 bwMode="black">
          <a:xfrm>
            <a:off x="617143" y="736219"/>
            <a:ext cx="609441" cy="609600"/>
          </a:xfrm>
          <a:prstGeom prst="rect">
            <a:avLst/>
          </a:prstGeom>
          <a:solidFill>
            <a:schemeClr val="accent1">
              <a:lumMod val="50000"/>
              <a:alpha val="74902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4" name="Straight Connector 13"/>
          <p:cNvCxnSpPr/>
          <p:nvPr/>
        </p:nvCxnSpPr>
        <p:spPr bwMode="white">
          <a:xfrm>
            <a:off x="617143" y="736219"/>
            <a:ext cx="609441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 bwMode="white">
          <a:xfrm>
            <a:off x="617143" y="1345819"/>
            <a:ext cx="609441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Pi"/>
          <p:cNvSpPr>
            <a:spLocks/>
          </p:cNvSpPr>
          <p:nvPr/>
        </p:nvSpPr>
        <p:spPr bwMode="white">
          <a:xfrm>
            <a:off x="756095" y="898102"/>
            <a:ext cx="336023" cy="294097"/>
          </a:xfrm>
          <a:custGeom>
            <a:avLst/>
            <a:gdLst>
              <a:gd name="T0" fmla="*/ 411 w 426"/>
              <a:gd name="T1" fmla="*/ 0 h 372"/>
              <a:gd name="T2" fmla="*/ 90 w 426"/>
              <a:gd name="T3" fmla="*/ 0 h 372"/>
              <a:gd name="T4" fmla="*/ 3 w 426"/>
              <a:gd name="T5" fmla="*/ 64 h 372"/>
              <a:gd name="T6" fmla="*/ 12 w 426"/>
              <a:gd name="T7" fmla="*/ 83 h 372"/>
              <a:gd name="T8" fmla="*/ 17 w 426"/>
              <a:gd name="T9" fmla="*/ 83 h 372"/>
              <a:gd name="T10" fmla="*/ 31 w 426"/>
              <a:gd name="T11" fmla="*/ 73 h 372"/>
              <a:gd name="T12" fmla="*/ 90 w 426"/>
              <a:gd name="T13" fmla="*/ 30 h 372"/>
              <a:gd name="T14" fmla="*/ 131 w 426"/>
              <a:gd name="T15" fmla="*/ 30 h 372"/>
              <a:gd name="T16" fmla="*/ 61 w 426"/>
              <a:gd name="T17" fmla="*/ 334 h 372"/>
              <a:gd name="T18" fmla="*/ 61 w 426"/>
              <a:gd name="T19" fmla="*/ 355 h 372"/>
              <a:gd name="T20" fmla="*/ 72 w 426"/>
              <a:gd name="T21" fmla="*/ 359 h 372"/>
              <a:gd name="T22" fmla="*/ 83 w 426"/>
              <a:gd name="T23" fmla="*/ 355 h 372"/>
              <a:gd name="T24" fmla="*/ 161 w 426"/>
              <a:gd name="T25" fmla="*/ 30 h 372"/>
              <a:gd name="T26" fmla="*/ 272 w 426"/>
              <a:gd name="T27" fmla="*/ 30 h 372"/>
              <a:gd name="T28" fmla="*/ 253 w 426"/>
              <a:gd name="T29" fmla="*/ 270 h 372"/>
              <a:gd name="T30" fmla="*/ 277 w 426"/>
              <a:gd name="T31" fmla="*/ 355 h 372"/>
              <a:gd name="T32" fmla="*/ 322 w 426"/>
              <a:gd name="T33" fmla="*/ 372 h 372"/>
              <a:gd name="T34" fmla="*/ 335 w 426"/>
              <a:gd name="T35" fmla="*/ 371 h 372"/>
              <a:gd name="T36" fmla="*/ 417 w 426"/>
              <a:gd name="T37" fmla="*/ 280 h 372"/>
              <a:gd name="T38" fmla="*/ 406 w 426"/>
              <a:gd name="T39" fmla="*/ 262 h 372"/>
              <a:gd name="T40" fmla="*/ 388 w 426"/>
              <a:gd name="T41" fmla="*/ 273 h 372"/>
              <a:gd name="T42" fmla="*/ 331 w 426"/>
              <a:gd name="T43" fmla="*/ 341 h 372"/>
              <a:gd name="T44" fmla="*/ 298 w 426"/>
              <a:gd name="T45" fmla="*/ 333 h 372"/>
              <a:gd name="T46" fmla="*/ 283 w 426"/>
              <a:gd name="T47" fmla="*/ 272 h 372"/>
              <a:gd name="T48" fmla="*/ 302 w 426"/>
              <a:gd name="T49" fmla="*/ 30 h 372"/>
              <a:gd name="T50" fmla="*/ 411 w 426"/>
              <a:gd name="T51" fmla="*/ 30 h 372"/>
              <a:gd name="T52" fmla="*/ 426 w 426"/>
              <a:gd name="T53" fmla="*/ 15 h 372"/>
              <a:gd name="T54" fmla="*/ 411 w 426"/>
              <a:gd name="T55" fmla="*/ 0 h 3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</a:cxnLst>
            <a:rect l="0" t="0" r="r" b="b"/>
            <a:pathLst>
              <a:path w="426" h="372">
                <a:moveTo>
                  <a:pt x="411" y="0"/>
                </a:moveTo>
                <a:cubicBezTo>
                  <a:pt x="90" y="0"/>
                  <a:pt x="90" y="0"/>
                  <a:pt x="90" y="0"/>
                </a:cubicBezTo>
                <a:cubicBezTo>
                  <a:pt x="25" y="0"/>
                  <a:pt x="4" y="61"/>
                  <a:pt x="3" y="64"/>
                </a:cubicBezTo>
                <a:cubicBezTo>
                  <a:pt x="0" y="71"/>
                  <a:pt x="4" y="80"/>
                  <a:pt x="12" y="83"/>
                </a:cubicBezTo>
                <a:cubicBezTo>
                  <a:pt x="14" y="83"/>
                  <a:pt x="15" y="83"/>
                  <a:pt x="17" y="83"/>
                </a:cubicBezTo>
                <a:cubicBezTo>
                  <a:pt x="23" y="83"/>
                  <a:pt x="29" y="80"/>
                  <a:pt x="31" y="73"/>
                </a:cubicBezTo>
                <a:cubicBezTo>
                  <a:pt x="31" y="73"/>
                  <a:pt x="46" y="30"/>
                  <a:pt x="90" y="30"/>
                </a:cubicBezTo>
                <a:cubicBezTo>
                  <a:pt x="131" y="30"/>
                  <a:pt x="131" y="30"/>
                  <a:pt x="131" y="30"/>
                </a:cubicBezTo>
                <a:cubicBezTo>
                  <a:pt x="129" y="83"/>
                  <a:pt x="118" y="274"/>
                  <a:pt x="61" y="334"/>
                </a:cubicBezTo>
                <a:cubicBezTo>
                  <a:pt x="55" y="340"/>
                  <a:pt x="55" y="350"/>
                  <a:pt x="61" y="355"/>
                </a:cubicBezTo>
                <a:cubicBezTo>
                  <a:pt x="64" y="358"/>
                  <a:pt x="68" y="359"/>
                  <a:pt x="72" y="359"/>
                </a:cubicBezTo>
                <a:cubicBezTo>
                  <a:pt x="76" y="359"/>
                  <a:pt x="80" y="358"/>
                  <a:pt x="83" y="355"/>
                </a:cubicBezTo>
                <a:cubicBezTo>
                  <a:pt x="148" y="286"/>
                  <a:pt x="159" y="84"/>
                  <a:pt x="161" y="30"/>
                </a:cubicBezTo>
                <a:cubicBezTo>
                  <a:pt x="272" y="30"/>
                  <a:pt x="272" y="30"/>
                  <a:pt x="272" y="30"/>
                </a:cubicBezTo>
                <a:cubicBezTo>
                  <a:pt x="253" y="270"/>
                  <a:pt x="253" y="270"/>
                  <a:pt x="253" y="270"/>
                </a:cubicBezTo>
                <a:cubicBezTo>
                  <a:pt x="253" y="272"/>
                  <a:pt x="248" y="327"/>
                  <a:pt x="277" y="355"/>
                </a:cubicBezTo>
                <a:cubicBezTo>
                  <a:pt x="289" y="366"/>
                  <a:pt x="304" y="372"/>
                  <a:pt x="322" y="372"/>
                </a:cubicBezTo>
                <a:cubicBezTo>
                  <a:pt x="326" y="372"/>
                  <a:pt x="330" y="372"/>
                  <a:pt x="335" y="371"/>
                </a:cubicBezTo>
                <a:cubicBezTo>
                  <a:pt x="398" y="362"/>
                  <a:pt x="416" y="283"/>
                  <a:pt x="417" y="280"/>
                </a:cubicBezTo>
                <a:cubicBezTo>
                  <a:pt x="419" y="271"/>
                  <a:pt x="414" y="264"/>
                  <a:pt x="406" y="262"/>
                </a:cubicBezTo>
                <a:cubicBezTo>
                  <a:pt x="398" y="260"/>
                  <a:pt x="390" y="265"/>
                  <a:pt x="388" y="273"/>
                </a:cubicBezTo>
                <a:cubicBezTo>
                  <a:pt x="388" y="274"/>
                  <a:pt x="373" y="335"/>
                  <a:pt x="331" y="341"/>
                </a:cubicBezTo>
                <a:cubicBezTo>
                  <a:pt x="316" y="343"/>
                  <a:pt x="306" y="341"/>
                  <a:pt x="298" y="333"/>
                </a:cubicBezTo>
                <a:cubicBezTo>
                  <a:pt x="282" y="318"/>
                  <a:pt x="282" y="284"/>
                  <a:pt x="283" y="272"/>
                </a:cubicBezTo>
                <a:cubicBezTo>
                  <a:pt x="302" y="30"/>
                  <a:pt x="302" y="30"/>
                  <a:pt x="302" y="30"/>
                </a:cubicBezTo>
                <a:cubicBezTo>
                  <a:pt x="411" y="30"/>
                  <a:pt x="411" y="30"/>
                  <a:pt x="411" y="30"/>
                </a:cubicBezTo>
                <a:cubicBezTo>
                  <a:pt x="419" y="30"/>
                  <a:pt x="426" y="24"/>
                  <a:pt x="426" y="15"/>
                </a:cubicBezTo>
                <a:cubicBezTo>
                  <a:pt x="426" y="7"/>
                  <a:pt x="419" y="0"/>
                  <a:pt x="411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/>
          </a:p>
        </p:txBody>
      </p:sp>
      <p:cxnSp>
        <p:nvCxnSpPr>
          <p:cNvPr id="16" name="Straight Connector 15"/>
          <p:cNvCxnSpPr/>
          <p:nvPr/>
        </p:nvCxnSpPr>
        <p:spPr bwMode="white">
          <a:xfrm>
            <a:off x="617143" y="0"/>
            <a:ext cx="0" cy="685800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593436" y="177800"/>
            <a:ext cx="9782801" cy="123983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93436" y="1600200"/>
            <a:ext cx="9782801" cy="4572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180250" y="6356351"/>
            <a:ext cx="121888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cap="all" baseline="0">
                <a:solidFill>
                  <a:schemeClr val="tx1"/>
                </a:solidFill>
              </a:defRPr>
            </a:lvl1pPr>
          </a:lstStyle>
          <a:p>
            <a:fld id="{C2C6F8EA-316C-41DE-B9A4-EDCC3A85ED9A}" type="datetimeFigureOut">
              <a:rPr lang="en-US" smtClean="0"/>
              <a:pPr/>
              <a:t>7/18/2017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595933" y="6356351"/>
            <a:ext cx="39740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cap="all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Add a footer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66796" y="6356351"/>
            <a:ext cx="60944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cap="all" baseline="0">
                <a:solidFill>
                  <a:schemeClr val="tx1"/>
                </a:solidFill>
              </a:defRPr>
            </a:lvl1pPr>
          </a:lstStyle>
          <a:p>
            <a:fld id="{7DC1BBB0-96F0-4077-A278-0F3FB5C104D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43223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>
              <a:lumMod val="75000"/>
            </a:schemeClr>
          </a:solidFill>
          <a:latin typeface="+mj-lt"/>
          <a:ea typeface="+mj-ea"/>
          <a:cs typeface="+mj-cs"/>
        </a:defRPr>
      </a:lvl1pPr>
    </p:titleStyle>
    <p:bodyStyle>
      <a:lvl1pPr marL="246888" indent="-246888" algn="l" defTabSz="914400" rtl="0" eaLnBrk="1" latinLnBrk="0" hangingPunct="1">
        <a:lnSpc>
          <a:spcPct val="90000"/>
        </a:lnSpc>
        <a:spcBef>
          <a:spcPts val="1400"/>
        </a:spcBef>
        <a:buFont typeface="Euphemia" pitchFamily="34" charset="0"/>
        <a:buChar char="›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12648" indent="-246888" algn="l" defTabSz="914400" rtl="0" eaLnBrk="1" latinLnBrk="0" hangingPunct="1">
        <a:lnSpc>
          <a:spcPct val="90000"/>
        </a:lnSpc>
        <a:spcBef>
          <a:spcPts val="600"/>
        </a:spcBef>
        <a:buFont typeface="Euphemia" pitchFamily="34" charset="0"/>
        <a:buChar char="–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78408" indent="-246888" algn="l" defTabSz="914400" rtl="0" eaLnBrk="1" latinLnBrk="0" hangingPunct="1">
        <a:lnSpc>
          <a:spcPct val="90000"/>
        </a:lnSpc>
        <a:spcBef>
          <a:spcPts val="600"/>
        </a:spcBef>
        <a:buFont typeface="Euphemia" pitchFamily="34" charset="0"/>
        <a:buChar char="›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344168" indent="-246888" algn="l" defTabSz="914400" rtl="0" eaLnBrk="1" latinLnBrk="0" hangingPunct="1">
        <a:lnSpc>
          <a:spcPct val="90000"/>
        </a:lnSpc>
        <a:spcBef>
          <a:spcPts val="600"/>
        </a:spcBef>
        <a:buFont typeface="Arial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709928" indent="-246888" algn="l" defTabSz="914400" rtl="0" eaLnBrk="1" latinLnBrk="0" hangingPunct="1">
        <a:lnSpc>
          <a:spcPct val="90000"/>
        </a:lnSpc>
        <a:spcBef>
          <a:spcPts val="600"/>
        </a:spcBef>
        <a:buFont typeface="Euphemia" pitchFamily="34" charset="0"/>
        <a:buChar char="›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075688" indent="-246888" algn="l" defTabSz="914400" rtl="0" eaLnBrk="1" latinLnBrk="0" hangingPunct="1">
        <a:lnSpc>
          <a:spcPct val="90000"/>
        </a:lnSpc>
        <a:spcBef>
          <a:spcPts val="600"/>
        </a:spcBef>
        <a:buFont typeface="Euphemia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441448" indent="-246888" algn="l" defTabSz="914400" rtl="0" eaLnBrk="1" latinLnBrk="0" hangingPunct="1">
        <a:lnSpc>
          <a:spcPct val="90000"/>
        </a:lnSpc>
        <a:spcBef>
          <a:spcPts val="600"/>
        </a:spcBef>
        <a:buFont typeface="Euphemia" pitchFamily="34" charset="0"/>
        <a:buChar char="›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807208" indent="-246888" algn="l" defTabSz="914400" rtl="0" eaLnBrk="1" latinLnBrk="0" hangingPunct="1">
        <a:lnSpc>
          <a:spcPct val="90000"/>
        </a:lnSpc>
        <a:spcBef>
          <a:spcPts val="600"/>
        </a:spcBef>
        <a:buFont typeface="Euphemia" pitchFamily="34" charset="0"/>
        <a:buChar char="–"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172968" indent="-246888" algn="l" defTabSz="914400" rtl="0" eaLnBrk="1" latinLnBrk="0" hangingPunct="1">
        <a:lnSpc>
          <a:spcPct val="90000"/>
        </a:lnSpc>
        <a:spcBef>
          <a:spcPts val="600"/>
        </a:spcBef>
        <a:buFont typeface="Euphemia" pitchFamily="34" charset="0"/>
        <a:buChar char="›"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39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441" y="274638"/>
            <a:ext cx="10969943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441" y="1600201"/>
            <a:ext cx="10969943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441" y="6356351"/>
            <a:ext cx="284405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3B91B3-E50F-4EFF-8D5F-21DA810ECD9F}" type="datetimeFigureOut">
              <a:rPr lang="en-AU" smtClean="0"/>
              <a:t>18/07/2017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4515" y="6356351"/>
            <a:ext cx="385979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5325" y="6356351"/>
            <a:ext cx="284405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9612752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Relationship Id="rId5" Type="http://schemas.openxmlformats.org/officeDocument/2006/relationships/image" Target="http://www.mathgoodies.com/lessons/vol5/images/no_line10.gif" TargetMode="External"/><Relationship Id="rId4" Type="http://schemas.openxmlformats.org/officeDocument/2006/relationships/image" Target="../media/image11.gi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gi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12.png"/><Relationship Id="rId4" Type="http://schemas.openxmlformats.org/officeDocument/2006/relationships/image" Target="http://www.mathgoodies.com/lessons/vol5/images/no_line10.gif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Ordering Integers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err="1"/>
              <a:t>Mr</a:t>
            </a:r>
            <a:r>
              <a:rPr lang="en-US" dirty="0"/>
              <a:t> Parekh</a:t>
            </a:r>
          </a:p>
        </p:txBody>
      </p:sp>
    </p:spTree>
    <p:extLst>
      <p:ext uri="{BB962C8B-B14F-4D97-AF65-F5344CB8AC3E}">
        <p14:creationId xmlns:p14="http://schemas.microsoft.com/office/powerpoint/2010/main" val="5067614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>
          <a:xfrm>
            <a:off x="1593436" y="163945"/>
            <a:ext cx="9782801" cy="1239837"/>
          </a:xfrm>
        </p:spPr>
        <p:txBody>
          <a:bodyPr/>
          <a:lstStyle/>
          <a:p>
            <a:r>
              <a:rPr lang="en-US" dirty="0"/>
              <a:t>Learning Objectives</a:t>
            </a:r>
          </a:p>
        </p:txBody>
      </p:sp>
      <p:sp>
        <p:nvSpPr>
          <p:cNvPr id="14" name="Content Placeholder 1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AU" dirty="0"/>
              <a:t>Students will be able to,</a:t>
            </a:r>
          </a:p>
          <a:p>
            <a:r>
              <a:rPr lang="en-AU" dirty="0"/>
              <a:t>Order integers in ascending and descending orders.</a:t>
            </a:r>
          </a:p>
          <a:p>
            <a:r>
              <a:rPr lang="en-AU" dirty="0"/>
              <a:t>Plot given numbers on the number line.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04263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133972" y="332657"/>
            <a:ext cx="7772400" cy="1470025"/>
          </a:xfrm>
        </p:spPr>
        <p:txBody>
          <a:bodyPr/>
          <a:lstStyle/>
          <a:p>
            <a:r>
              <a:rPr lang="en-AU" dirty="0"/>
              <a:t>Coordinates</a:t>
            </a:r>
            <a:br>
              <a:rPr lang="en-AU" dirty="0"/>
            </a:br>
            <a:r>
              <a:rPr lang="en-AU" dirty="0"/>
              <a:t>Interactive Notebook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57276" y="4828158"/>
            <a:ext cx="8532178" cy="1752600"/>
          </a:xfrm>
        </p:spPr>
        <p:txBody>
          <a:bodyPr>
            <a:normAutofit fontScale="85000" lnSpcReduction="20000"/>
          </a:bodyPr>
          <a:lstStyle/>
          <a:p>
            <a:pPr algn="l"/>
            <a:r>
              <a:rPr lang="en-AU" dirty="0"/>
              <a:t>Name </a:t>
            </a:r>
          </a:p>
          <a:p>
            <a:pPr algn="l"/>
            <a:r>
              <a:rPr lang="en-AU" dirty="0"/>
              <a:t>Class </a:t>
            </a:r>
          </a:p>
          <a:p>
            <a:pPr algn="l"/>
            <a:r>
              <a:rPr lang="en-AU" dirty="0"/>
              <a:t>Teacher </a:t>
            </a:r>
          </a:p>
          <a:p>
            <a:pPr algn="l"/>
            <a:r>
              <a:rPr lang="en-AU" dirty="0"/>
              <a:t>Term 1 Semester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70877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prstClr val="black"/>
                </a:solidFill>
                <a:latin typeface="Calibri"/>
              </a:rPr>
              <a:t>1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/>
              <p:cNvSpPr txBox="1"/>
              <p:nvPr/>
            </p:nvSpPr>
            <p:spPr>
              <a:xfrm>
                <a:off x="2007208" y="548680"/>
                <a:ext cx="1368152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8800" i="1">
                          <a:solidFill>
                            <a:srgbClr val="7030A0"/>
                          </a:solidFill>
                          <a:latin typeface="Cambria Math"/>
                          <a:ea typeface="Cambria Math"/>
                        </a:rPr>
                        <m:t>×</m:t>
                      </m:r>
                    </m:oMath>
                  </m:oMathPara>
                </a14:m>
                <a:endParaRPr lang="en-AU" sz="8800" dirty="0">
                  <a:solidFill>
                    <a:srgbClr val="7030A0"/>
                  </a:solidFill>
                  <a:latin typeface="Calibri"/>
                </a:endParaRPr>
              </a:p>
            </p:txBody>
          </p:sp>
        </mc:Choice>
        <mc:Fallback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07208" y="548680"/>
                <a:ext cx="1368152" cy="144655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3646140" y="1884135"/>
                <a:ext cx="1368152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8800" i="1">
                          <a:solidFill>
                            <a:srgbClr val="00FF00"/>
                          </a:solidFill>
                          <a:latin typeface="Cambria Math"/>
                          <a:ea typeface="Cambria Math"/>
                        </a:rPr>
                        <m:t>÷</m:t>
                      </m:r>
                    </m:oMath>
                  </m:oMathPara>
                </a14:m>
                <a:endParaRPr lang="en-AU" sz="8800" dirty="0">
                  <a:solidFill>
                    <a:srgbClr val="00FF00"/>
                  </a:solidFill>
                  <a:latin typeface="Calibri"/>
                </a:endParaRPr>
              </a:p>
            </p:txBody>
          </p:sp>
        </mc:Choice>
        <mc:Fallback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46140" y="1884135"/>
                <a:ext cx="1368152" cy="144655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5830056" y="3572848"/>
                <a:ext cx="1368152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8800" i="1">
                          <a:solidFill>
                            <a:srgbClr val="FF0000"/>
                          </a:solidFill>
                          <a:latin typeface="Cambria Math"/>
                        </a:rPr>
                        <m:t>7</m:t>
                      </m:r>
                    </m:oMath>
                  </m:oMathPara>
                </a14:m>
                <a:endParaRPr lang="en-AU" sz="8800" dirty="0">
                  <a:solidFill>
                    <a:srgbClr val="FF0000"/>
                  </a:solidFill>
                  <a:latin typeface="Calibri"/>
                </a:endParaRPr>
              </a:p>
            </p:txBody>
          </p:sp>
        </mc:Choice>
        <mc:Fallback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30056" y="3572848"/>
                <a:ext cx="1368152" cy="144655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8182644" y="2708920"/>
                <a:ext cx="1368152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8800" i="1">
                          <a:solidFill>
                            <a:srgbClr val="00B050"/>
                          </a:solidFill>
                          <a:latin typeface="Cambria Math"/>
                        </a:rPr>
                        <m:t>−</m:t>
                      </m:r>
                    </m:oMath>
                  </m:oMathPara>
                </a14:m>
                <a:endParaRPr lang="en-AU" sz="8800" dirty="0">
                  <a:solidFill>
                    <a:srgbClr val="00B050"/>
                  </a:solidFill>
                  <a:latin typeface="Calibri"/>
                </a:endParaRPr>
              </a:p>
            </p:txBody>
          </p:sp>
        </mc:Choice>
        <mc:Fallback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82644" y="2708920"/>
                <a:ext cx="1368152" cy="144655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/>
              <p:cNvSpPr txBox="1"/>
              <p:nvPr/>
            </p:nvSpPr>
            <p:spPr>
              <a:xfrm>
                <a:off x="5830056" y="1902233"/>
                <a:ext cx="1368152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8800" i="1">
                          <a:solidFill>
                            <a:srgbClr val="0070C0"/>
                          </a:solidFill>
                          <a:latin typeface="Cambria Math"/>
                        </a:rPr>
                        <m:t>+</m:t>
                      </m:r>
                    </m:oMath>
                  </m:oMathPara>
                </a14:m>
                <a:endParaRPr lang="en-AU" sz="8800" dirty="0">
                  <a:solidFill>
                    <a:srgbClr val="0070C0"/>
                  </a:solidFill>
                  <a:latin typeface="Calibri"/>
                </a:endParaRPr>
              </a:p>
            </p:txBody>
          </p:sp>
        </mc:Choice>
        <mc:Fallback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30056" y="1902233"/>
                <a:ext cx="1368152" cy="144655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/>
              <p:cNvSpPr txBox="1"/>
              <p:nvPr/>
            </p:nvSpPr>
            <p:spPr>
              <a:xfrm>
                <a:off x="8758708" y="437585"/>
                <a:ext cx="1368152" cy="19938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6600" i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6600" i="1">
                              <a:solidFill>
                                <a:srgbClr val="FFFF00"/>
                              </a:solidFill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lang="en-AU" sz="6600" i="1">
                              <a:solidFill>
                                <a:srgbClr val="FFFF00"/>
                              </a:solidFill>
                              <a:latin typeface="Cambria Math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AU" sz="6600" dirty="0">
                  <a:solidFill>
                    <a:prstClr val="black"/>
                  </a:solidFill>
                  <a:latin typeface="Calibri"/>
                </a:endParaRPr>
              </a:p>
            </p:txBody>
          </p:sp>
        </mc:Choice>
        <mc:Fallback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58708" y="437585"/>
                <a:ext cx="1368152" cy="1993816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/>
              <p:cNvSpPr txBox="1"/>
              <p:nvPr/>
            </p:nvSpPr>
            <p:spPr>
              <a:xfrm>
                <a:off x="1593912" y="2482957"/>
                <a:ext cx="1368152" cy="19938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66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6600" i="1">
                              <a:solidFill>
                                <a:srgbClr val="C00000"/>
                              </a:solidFill>
                              <a:latin typeface="Cambria Math"/>
                            </a:rPr>
                            <m:t>3</m:t>
                          </m:r>
                        </m:num>
                        <m:den>
                          <m:r>
                            <a:rPr lang="en-AU" sz="6600" i="1">
                              <a:solidFill>
                                <a:srgbClr val="C00000"/>
                              </a:solidFill>
                              <a:latin typeface="Cambria Math"/>
                            </a:rPr>
                            <m:t>5</m:t>
                          </m:r>
                        </m:den>
                      </m:f>
                    </m:oMath>
                  </m:oMathPara>
                </a14:m>
                <a:endParaRPr lang="en-AU" sz="6600" dirty="0">
                  <a:solidFill>
                    <a:prstClr val="black"/>
                  </a:solidFill>
                  <a:latin typeface="Calibri"/>
                </a:endParaRPr>
              </a:p>
            </p:txBody>
          </p:sp>
        </mc:Choice>
        <mc:Fallback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93912" y="2482957"/>
                <a:ext cx="1368152" cy="1993816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/>
              <p:cNvSpPr txBox="1"/>
              <p:nvPr/>
            </p:nvSpPr>
            <p:spPr>
              <a:xfrm>
                <a:off x="8866720" y="3909817"/>
                <a:ext cx="1368152" cy="11079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66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6600" i="1">
                              <a:solidFill>
                                <a:srgbClr val="002060"/>
                              </a:solidFill>
                              <a:latin typeface="Cambria Math"/>
                            </a:rPr>
                            <m:t>5</m:t>
                          </m:r>
                        </m:e>
                        <m:sup>
                          <m:r>
                            <a:rPr lang="en-AU" sz="6600" i="1">
                              <a:solidFill>
                                <a:srgbClr val="002060"/>
                              </a:solidFill>
                              <a:latin typeface="Cambria Math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AU" sz="6600" dirty="0">
                  <a:solidFill>
                    <a:prstClr val="black"/>
                  </a:solidFill>
                  <a:latin typeface="Calibri"/>
                </a:endParaRPr>
              </a:p>
            </p:txBody>
          </p:sp>
        </mc:Choice>
        <mc:Fallback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66720" y="3909817"/>
                <a:ext cx="1368152" cy="1107996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/>
              <p:cNvSpPr txBox="1"/>
              <p:nvPr/>
            </p:nvSpPr>
            <p:spPr>
              <a:xfrm>
                <a:off x="7174532" y="4797152"/>
                <a:ext cx="1368152" cy="12276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n-AU" sz="66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AU" sz="6600" i="1">
                              <a:solidFill>
                                <a:prstClr val="black"/>
                              </a:solidFill>
                              <a:latin typeface="Cambria Math"/>
                            </a:rPr>
                            <m:t>9</m:t>
                          </m:r>
                        </m:e>
                      </m:rad>
                    </m:oMath>
                  </m:oMathPara>
                </a14:m>
                <a:endParaRPr lang="en-AU" sz="6600" dirty="0">
                  <a:solidFill>
                    <a:prstClr val="black"/>
                  </a:solidFill>
                  <a:latin typeface="Calibri"/>
                </a:endParaRPr>
              </a:p>
            </p:txBody>
          </p:sp>
        </mc:Choice>
        <mc:Fallback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74532" y="4797152"/>
                <a:ext cx="1368152" cy="1227644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250627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6022493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649438" y="648469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>
                <a:solidFill>
                  <a:prstClr val="black"/>
                </a:solidFill>
                <a:latin typeface="Calibri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78304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prstClr val="black"/>
                </a:solidFill>
                <a:latin typeface="Calibri"/>
              </a:rPr>
              <a:t>3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117748" y="620688"/>
            <a:ext cx="5904746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1411123" y="405058"/>
            <a:ext cx="39685" cy="6264302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2100060" y="5803"/>
            <a:ext cx="9320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>
                <a:solidFill>
                  <a:prstClr val="black"/>
                </a:solidFill>
                <a:latin typeface="Calibri"/>
              </a:rPr>
              <a:t>Contents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4670" y="314641"/>
            <a:ext cx="58086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>
                <a:solidFill>
                  <a:prstClr val="black"/>
                </a:solidFill>
                <a:latin typeface="Calibri"/>
              </a:rPr>
              <a:t>Page</a:t>
            </a:r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2422004" y="405058"/>
            <a:ext cx="17314" cy="6264302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699153" y="344751"/>
            <a:ext cx="57650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>
                <a:solidFill>
                  <a:prstClr val="black"/>
                </a:solidFill>
                <a:latin typeface="Calibri"/>
              </a:rPr>
              <a:t>Date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35095" y="344357"/>
            <a:ext cx="13988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>
                <a:solidFill>
                  <a:prstClr val="black"/>
                </a:solidFill>
                <a:latin typeface="Calibri"/>
              </a:rPr>
              <a:t>Description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32828" y="83635"/>
            <a:ext cx="25922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>
                <a:solidFill>
                  <a:prstClr val="black"/>
                </a:solidFill>
                <a:latin typeface="Calibri"/>
              </a:rPr>
              <a:t>Glossary or Formula Page</a:t>
            </a:r>
          </a:p>
        </p:txBody>
      </p:sp>
    </p:spTree>
    <p:extLst>
      <p:ext uri="{BB962C8B-B14F-4D97-AF65-F5344CB8AC3E}">
        <p14:creationId xmlns:p14="http://schemas.microsoft.com/office/powerpoint/2010/main" val="15154573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6022493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6044262" y="923330"/>
            <a:ext cx="6166331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6022493" y="1552750"/>
            <a:ext cx="6166331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6094501" y="5742548"/>
            <a:ext cx="6094324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7390556" y="1566084"/>
            <a:ext cx="0" cy="4176464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6058497" y="0"/>
            <a:ext cx="43195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prstClr val="black"/>
                </a:solidFill>
                <a:latin typeface="Calibri"/>
              </a:rPr>
              <a:t>24</a:t>
            </a:r>
          </a:p>
          <a:p>
            <a:r>
              <a:rPr lang="en-AU" dirty="0">
                <a:solidFill>
                  <a:prstClr val="black"/>
                </a:solidFill>
                <a:latin typeface="Calibri"/>
              </a:rPr>
              <a:t>7</a:t>
            </a:r>
          </a:p>
          <a:p>
            <a:r>
              <a:rPr lang="en-AU" dirty="0">
                <a:solidFill>
                  <a:prstClr val="black"/>
                </a:solidFill>
                <a:latin typeface="Calibri"/>
              </a:rPr>
              <a:t>30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94501" y="970881"/>
            <a:ext cx="19112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>
                <a:solidFill>
                  <a:prstClr val="black"/>
                </a:solidFill>
                <a:latin typeface="Calibri"/>
              </a:rPr>
              <a:t>Essential Question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90163" y="1566084"/>
            <a:ext cx="7352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>
                <a:solidFill>
                  <a:prstClr val="black"/>
                </a:solidFill>
                <a:latin typeface="Calibri"/>
              </a:rPr>
              <a:t>Notes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44262" y="1566085"/>
            <a:ext cx="11278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>
                <a:solidFill>
                  <a:prstClr val="black"/>
                </a:solidFill>
                <a:latin typeface="Calibri"/>
              </a:rPr>
              <a:t>Questions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94501" y="5742549"/>
            <a:ext cx="10770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>
                <a:solidFill>
                  <a:prstClr val="black"/>
                </a:solidFill>
                <a:latin typeface="Calibri"/>
              </a:rPr>
              <a:t>Summary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73659" y="142494"/>
            <a:ext cx="72968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000" dirty="0">
                <a:solidFill>
                  <a:prstClr val="black"/>
                </a:solidFill>
                <a:latin typeface="Calibri"/>
              </a:rPr>
              <a:t>Tasks</a:t>
            </a:r>
          </a:p>
        </p:txBody>
      </p:sp>
    </p:spTree>
    <p:extLst>
      <p:ext uri="{BB962C8B-B14F-4D97-AF65-F5344CB8AC3E}">
        <p14:creationId xmlns:p14="http://schemas.microsoft.com/office/powerpoint/2010/main" val="22165325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270877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prstClr val="black"/>
                </a:solidFill>
                <a:latin typeface="Calibri"/>
              </a:rPr>
              <a:t> 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822594"/>
            <a:ext cx="12188825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-19781" y="1500143"/>
            <a:ext cx="12188825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-19781" y="-33167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>
                <a:solidFill>
                  <a:prstClr val="black"/>
                </a:solidFill>
                <a:latin typeface="Calibri"/>
              </a:rPr>
              <a:t>24</a:t>
            </a:r>
          </a:p>
          <a:p>
            <a:r>
              <a:rPr lang="en-AU" sz="1600" dirty="0">
                <a:solidFill>
                  <a:prstClr val="black"/>
                </a:solidFill>
                <a:latin typeface="Calibri"/>
              </a:rPr>
              <a:t>7</a:t>
            </a:r>
          </a:p>
          <a:p>
            <a:r>
              <a:rPr lang="en-AU" sz="1600" dirty="0">
                <a:solidFill>
                  <a:prstClr val="black"/>
                </a:solidFill>
                <a:latin typeface="Calibri"/>
              </a:rPr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3358108" y="1500143"/>
            <a:ext cx="0" cy="5529257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56283" y="118992"/>
            <a:ext cx="13578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>
                <a:solidFill>
                  <a:prstClr val="black"/>
                </a:solidFill>
                <a:latin typeface="Calibri"/>
              </a:rPr>
              <a:t>Integers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53676" y="-9068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solidFill>
                  <a:prstClr val="black"/>
                </a:solidFill>
                <a:latin typeface="Calibri"/>
              </a:rPr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0" y="92617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solidFill>
                  <a:prstClr val="black"/>
                </a:solidFill>
                <a:latin typeface="Calibri"/>
              </a:rPr>
              <a:t>EQ – What are integers and how do I know which one is bigger?</a:t>
            </a:r>
          </a:p>
        </p:txBody>
      </p:sp>
      <p:pic>
        <p:nvPicPr>
          <p:cNvPr id="26" name="Picture 2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06180" y="1612446"/>
            <a:ext cx="6480720" cy="1650749"/>
          </a:xfrm>
          <a:prstGeom prst="rect">
            <a:avLst/>
          </a:prstGeom>
        </p:spPr>
      </p:pic>
      <p:pic>
        <p:nvPicPr>
          <p:cNvPr id="27" name="Picture 4" descr="[IMAGE]"/>
          <p:cNvPicPr>
            <a:picLocks noChangeAspect="1" noChangeArrowheads="1"/>
          </p:cNvPicPr>
          <p:nvPr/>
        </p:nvPicPr>
        <p:blipFill>
          <a:blip r:embed="rId4" r:link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41284" y="4736456"/>
            <a:ext cx="7924800" cy="911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8" name="AutoShape 5"/>
          <p:cNvSpPr>
            <a:spLocks noChangeArrowheads="1"/>
          </p:cNvSpPr>
          <p:nvPr/>
        </p:nvSpPr>
        <p:spPr bwMode="auto">
          <a:xfrm>
            <a:off x="7803684" y="5650856"/>
            <a:ext cx="3810000" cy="838200"/>
          </a:xfrm>
          <a:prstGeom prst="rightArrow">
            <a:avLst>
              <a:gd name="adj1" fmla="val 50000"/>
              <a:gd name="adj2" fmla="val 113636"/>
            </a:avLst>
          </a:prstGeom>
          <a:solidFill>
            <a:srgbClr val="00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9" name="Rectangle 6"/>
          <p:cNvSpPr>
            <a:spLocks noChangeArrowheads="1"/>
          </p:cNvSpPr>
          <p:nvPr/>
        </p:nvSpPr>
        <p:spPr bwMode="auto">
          <a:xfrm>
            <a:off x="8565684" y="5879456"/>
            <a:ext cx="12509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Positive</a:t>
            </a:r>
          </a:p>
        </p:txBody>
      </p:sp>
      <p:sp>
        <p:nvSpPr>
          <p:cNvPr id="30" name="AutoShape 7"/>
          <p:cNvSpPr>
            <a:spLocks noChangeArrowheads="1"/>
          </p:cNvSpPr>
          <p:nvPr/>
        </p:nvSpPr>
        <p:spPr bwMode="auto">
          <a:xfrm>
            <a:off x="4146084" y="5650856"/>
            <a:ext cx="3657600" cy="838200"/>
          </a:xfrm>
          <a:prstGeom prst="leftArrow">
            <a:avLst>
              <a:gd name="adj1" fmla="val 50000"/>
              <a:gd name="adj2" fmla="val 109091"/>
            </a:avLst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1" name="Rectangle 8"/>
          <p:cNvSpPr>
            <a:spLocks noChangeArrowheads="1"/>
          </p:cNvSpPr>
          <p:nvPr/>
        </p:nvSpPr>
        <p:spPr bwMode="auto">
          <a:xfrm>
            <a:off x="5822484" y="5879456"/>
            <a:ext cx="13874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Negative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50178" y="3458742"/>
            <a:ext cx="821590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Integers can be put on a number line.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Positive integers are on the right side of the zero.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Negative integers  are on the left side of the zero.</a:t>
            </a: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3841284" y="5157192"/>
            <a:ext cx="3693288" cy="49048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/>
          <p:cNvSpPr/>
          <p:nvPr/>
        </p:nvSpPr>
        <p:spPr>
          <a:xfrm>
            <a:off x="8017747" y="5172967"/>
            <a:ext cx="3693288" cy="49048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09025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xit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4" dur="150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150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14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2" presetClass="exit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6" dur="1500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0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1500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14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1" grpId="0"/>
      <p:bldP spid="32" grpId="0" uiExpand="1" build="p"/>
      <p:bldP spid="33" grpId="0" animBg="1"/>
      <p:bldP spid="34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222823" y="4642372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prstClr val="black"/>
                </a:solidFill>
                <a:latin typeface="Calibri"/>
              </a:rPr>
              <a:t> 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822594"/>
            <a:ext cx="12188825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-19781" y="1500143"/>
            <a:ext cx="12188825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-19781" y="-33167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>
                <a:solidFill>
                  <a:prstClr val="black"/>
                </a:solidFill>
                <a:latin typeface="Calibri"/>
              </a:rPr>
              <a:t>24</a:t>
            </a:r>
          </a:p>
          <a:p>
            <a:r>
              <a:rPr lang="en-AU" sz="1600" dirty="0">
                <a:solidFill>
                  <a:prstClr val="black"/>
                </a:solidFill>
                <a:latin typeface="Calibri"/>
              </a:rPr>
              <a:t>7</a:t>
            </a:r>
          </a:p>
          <a:p>
            <a:r>
              <a:rPr lang="en-AU" sz="1600" dirty="0">
                <a:solidFill>
                  <a:prstClr val="black"/>
                </a:solidFill>
                <a:latin typeface="Calibri"/>
              </a:rPr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3358108" y="1500143"/>
            <a:ext cx="0" cy="5529257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56283" y="118992"/>
            <a:ext cx="13578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>
                <a:solidFill>
                  <a:prstClr val="black"/>
                </a:solidFill>
                <a:latin typeface="Calibri"/>
              </a:rPr>
              <a:t>Integers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53676" y="-9068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solidFill>
                  <a:prstClr val="black"/>
                </a:solidFill>
                <a:latin typeface="Calibri"/>
              </a:rPr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0" y="92617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solidFill>
                  <a:prstClr val="black"/>
                </a:solidFill>
                <a:latin typeface="Calibri"/>
              </a:rPr>
              <a:t>EQ – What are integers and how do I know which one is bigger?</a:t>
            </a:r>
          </a:p>
        </p:txBody>
      </p:sp>
      <p:pic>
        <p:nvPicPr>
          <p:cNvPr id="27" name="Picture 4" descr="[IMAGE]"/>
          <p:cNvPicPr>
            <a:picLocks noChangeAspect="1" noChangeArrowheads="1"/>
          </p:cNvPicPr>
          <p:nvPr/>
        </p:nvPicPr>
        <p:blipFill>
          <a:blip r:embed="rId3" r:link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93230" y="2890160"/>
            <a:ext cx="7924800" cy="911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8" name="AutoShape 5"/>
          <p:cNvSpPr>
            <a:spLocks noChangeArrowheads="1"/>
          </p:cNvSpPr>
          <p:nvPr/>
        </p:nvSpPr>
        <p:spPr bwMode="auto">
          <a:xfrm>
            <a:off x="7755630" y="3804560"/>
            <a:ext cx="3810000" cy="838200"/>
          </a:xfrm>
          <a:prstGeom prst="rightArrow">
            <a:avLst>
              <a:gd name="adj1" fmla="val 50000"/>
              <a:gd name="adj2" fmla="val 113636"/>
            </a:avLst>
          </a:prstGeom>
          <a:solidFill>
            <a:srgbClr val="00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9" name="Rectangle 6"/>
          <p:cNvSpPr>
            <a:spLocks noChangeArrowheads="1"/>
          </p:cNvSpPr>
          <p:nvPr/>
        </p:nvSpPr>
        <p:spPr bwMode="auto">
          <a:xfrm>
            <a:off x="8517630" y="4033160"/>
            <a:ext cx="12509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Positive</a:t>
            </a:r>
          </a:p>
        </p:txBody>
      </p:sp>
      <p:sp>
        <p:nvSpPr>
          <p:cNvPr id="30" name="AutoShape 7"/>
          <p:cNvSpPr>
            <a:spLocks noChangeArrowheads="1"/>
          </p:cNvSpPr>
          <p:nvPr/>
        </p:nvSpPr>
        <p:spPr bwMode="auto">
          <a:xfrm>
            <a:off x="4098030" y="3804560"/>
            <a:ext cx="3657600" cy="838200"/>
          </a:xfrm>
          <a:prstGeom prst="leftArrow">
            <a:avLst>
              <a:gd name="adj1" fmla="val 50000"/>
              <a:gd name="adj2" fmla="val 109091"/>
            </a:avLst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1" name="Rectangle 8"/>
          <p:cNvSpPr>
            <a:spLocks noChangeArrowheads="1"/>
          </p:cNvSpPr>
          <p:nvPr/>
        </p:nvSpPr>
        <p:spPr bwMode="auto">
          <a:xfrm>
            <a:off x="5774430" y="4033160"/>
            <a:ext cx="13874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Negative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02124" y="1612446"/>
            <a:ext cx="821590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Integers can be put on a number line.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Positive integers are on the right side of the zero.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Negative integers  are on the left side of the zero.</a:t>
            </a: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0" name="TextBox 19"/>
              <p:cNvSpPr txBox="1"/>
              <p:nvPr/>
            </p:nvSpPr>
            <p:spPr>
              <a:xfrm>
                <a:off x="3508093" y="4827038"/>
                <a:ext cx="8215905" cy="15696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Integers on the right are larger than the integers on the left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AU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3 is greater than -2 :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3</m:t>
                    </m:r>
                    <m:r>
                      <a:rPr lang="en-AU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Verdana" panose="020B0604030504040204" pitchFamily="34" charset="0"/>
                      </a:rPr>
                      <m:t>&gt;</m:t>
                    </m:r>
                    <m:r>
                      <a:rPr lang="en-AU" sz="2400" b="0" i="1" smtClean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−2</m:t>
                    </m:r>
                  </m:oMath>
                </a14:m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AU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-2 is less than 1 :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−2</m:t>
                    </m:r>
                    <m:r>
                      <a:rPr lang="en-AU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Verdana" panose="020B0604030504040204" pitchFamily="34" charset="0"/>
                      </a:rPr>
                      <m:t>&lt;1</m:t>
                    </m:r>
                  </m:oMath>
                </a14:m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</mc:Choice>
        <mc:Fallback>
          <p:sp>
            <p:nvSpPr>
              <p:cNvPr id="20" name="Text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08093" y="4827038"/>
                <a:ext cx="8215905" cy="1569660"/>
              </a:xfrm>
              <a:prstGeom prst="rect">
                <a:avLst/>
              </a:prstGeom>
              <a:blipFill>
                <a:blip r:embed="rId5"/>
                <a:stretch>
                  <a:fillRect l="-1113" t="-3113" b="-77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713720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500"/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1500"/>
                                        <p:tgtEl>
                                          <p:spTgt spid="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Activity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AU" dirty="0"/>
              <a:t>Place the following numbers on the number line and arrange the number in the ascending order (smallest to largest).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98268" y="3068960"/>
            <a:ext cx="3096344" cy="34209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0723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Independent Practice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AU" dirty="0"/>
              <a:t>Arrange this group of number in the ascending order (Smallest to largest). 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66220" y="2501939"/>
            <a:ext cx="3456384" cy="36294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68203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Guided Practice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AU" dirty="0"/>
              <a:t>Copy each pair of numbers and place the correct &lt; or &gt; between them.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3"/>
          <a:srcRect l="6666" t="4536" r="10000" b="4341"/>
          <a:stretch/>
        </p:blipFill>
        <p:spPr>
          <a:xfrm>
            <a:off x="5158308" y="2708920"/>
            <a:ext cx="1800200" cy="3960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83052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Closure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Exit pass. </a:t>
            </a:r>
          </a:p>
          <a:p>
            <a:r>
              <a:rPr lang="en-AU" dirty="0"/>
              <a:t>Complete the summary.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7802587"/>
      </p:ext>
    </p:extLst>
  </p:cSld>
  <p:clrMapOvr>
    <a:masterClrMapping/>
  </p:clrMapOvr>
</p:sld>
</file>

<file path=ppt/theme/theme1.xml><?xml version="1.0" encoding="utf-8"?>
<a:theme xmlns:a="http://schemas.openxmlformats.org/drawingml/2006/main" name="Math 16x9">
  <a:themeElements>
    <a:clrScheme name="Math_16x9">
      <a:dk1>
        <a:srgbClr val="465562"/>
      </a:dk1>
      <a:lt1>
        <a:srgbClr val="FFFFFF"/>
      </a:lt1>
      <a:dk2>
        <a:srgbClr val="000000"/>
      </a:dk2>
      <a:lt2>
        <a:srgbClr val="F2ECE2"/>
      </a:lt2>
      <a:accent1>
        <a:srgbClr val="9BAAB7"/>
      </a:accent1>
      <a:accent2>
        <a:srgbClr val="B8D082"/>
      </a:accent2>
      <a:accent3>
        <a:srgbClr val="EFDB85"/>
      </a:accent3>
      <a:accent4>
        <a:srgbClr val="E8A565"/>
      </a:accent4>
      <a:accent5>
        <a:srgbClr val="BC9AAE"/>
      </a:accent5>
      <a:accent6>
        <a:srgbClr val="BABABA"/>
      </a:accent6>
      <a:hlink>
        <a:srgbClr val="8FC48C"/>
      </a:hlink>
      <a:folHlink>
        <a:srgbClr val="969696"/>
      </a:folHlink>
    </a:clrScheme>
    <a:fontScheme name="Euphemia">
      <a:majorFont>
        <a:latin typeface="Euphemia"/>
        <a:ea typeface=""/>
        <a:cs typeface=""/>
      </a:majorFont>
      <a:minorFont>
        <a:latin typeface="Euphem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th education presentation with Pi  (widescreen).potx" id="{DF132673-7A8C-4FB7-A35E-0123B6C0D98B}" vid="{CCAAB50D-2EF2-4925-80C2-C83131AE58A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Math_16x9">
      <a:dk1>
        <a:srgbClr val="465562"/>
      </a:dk1>
      <a:lt1>
        <a:srgbClr val="FFFFFF"/>
      </a:lt1>
      <a:dk2>
        <a:srgbClr val="000000"/>
      </a:dk2>
      <a:lt2>
        <a:srgbClr val="F2ECE2"/>
      </a:lt2>
      <a:accent1>
        <a:srgbClr val="9BAAB7"/>
      </a:accent1>
      <a:accent2>
        <a:srgbClr val="B8D082"/>
      </a:accent2>
      <a:accent3>
        <a:srgbClr val="EFDB85"/>
      </a:accent3>
      <a:accent4>
        <a:srgbClr val="E8A565"/>
      </a:accent4>
      <a:accent5>
        <a:srgbClr val="BC9AAE"/>
      </a:accent5>
      <a:accent6>
        <a:srgbClr val="BABABA"/>
      </a:accent6>
      <a:hlink>
        <a:srgbClr val="8FC48C"/>
      </a:hlink>
      <a:folHlink>
        <a:srgbClr val="A97C96"/>
      </a:folHlink>
    </a:clrScheme>
    <a:fontScheme name="Euphemia">
      <a:majorFont>
        <a:latin typeface="Euphemia"/>
        <a:ea typeface=""/>
        <a:cs typeface=""/>
      </a:majorFont>
      <a:minorFont>
        <a:latin typeface="Euphem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Math_16x9">
      <a:dk1>
        <a:srgbClr val="465562"/>
      </a:dk1>
      <a:lt1>
        <a:srgbClr val="FFFFFF"/>
      </a:lt1>
      <a:dk2>
        <a:srgbClr val="000000"/>
      </a:dk2>
      <a:lt2>
        <a:srgbClr val="F2ECE2"/>
      </a:lt2>
      <a:accent1>
        <a:srgbClr val="9BAAB7"/>
      </a:accent1>
      <a:accent2>
        <a:srgbClr val="B8D082"/>
      </a:accent2>
      <a:accent3>
        <a:srgbClr val="EFDB85"/>
      </a:accent3>
      <a:accent4>
        <a:srgbClr val="E8A565"/>
      </a:accent4>
      <a:accent5>
        <a:srgbClr val="BC9AAE"/>
      </a:accent5>
      <a:accent6>
        <a:srgbClr val="BABABA"/>
      </a:accent6>
      <a:hlink>
        <a:srgbClr val="8FC48C"/>
      </a:hlink>
      <a:folHlink>
        <a:srgbClr val="A97C96"/>
      </a:folHlink>
    </a:clrScheme>
    <a:fontScheme name="Euphemia">
      <a:majorFont>
        <a:latin typeface="Euphemia"/>
        <a:ea typeface=""/>
        <a:cs typeface=""/>
      </a:majorFont>
      <a:minorFont>
        <a:latin typeface="Euphem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Math education presentation with Pi  (widescreen)(2)</Template>
  <TotalTime>523</TotalTime>
  <Words>371</Words>
  <Application>Microsoft Office PowerPoint</Application>
  <PresentationFormat>Custom</PresentationFormat>
  <Paragraphs>85</Paragraphs>
  <Slides>11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Arial</vt:lpstr>
      <vt:lpstr>Calibri</vt:lpstr>
      <vt:lpstr>Cambria Math</vt:lpstr>
      <vt:lpstr>Euphemia</vt:lpstr>
      <vt:lpstr>Verdana</vt:lpstr>
      <vt:lpstr>Math 16x9</vt:lpstr>
      <vt:lpstr>Office Theme</vt:lpstr>
      <vt:lpstr>Ordering Integers</vt:lpstr>
      <vt:lpstr>Learning Objectives</vt:lpstr>
      <vt:lpstr>Coordinates Interactive Notebook</vt:lpstr>
      <vt:lpstr>PowerPoint Presentation</vt:lpstr>
      <vt:lpstr>PowerPoint Presentation</vt:lpstr>
      <vt:lpstr>PowerPoint Presentation</vt:lpstr>
      <vt:lpstr>PowerPoint Presentation</vt:lpstr>
      <vt:lpstr>Activity </vt:lpstr>
      <vt:lpstr>Independent Practice</vt:lpstr>
      <vt:lpstr>Guided Practice</vt:lpstr>
      <vt:lpstr>Closure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Integers Interactive Notebook</dc:title>
  <dc:creator>Saad Parekh</dc:creator>
  <cp:lastModifiedBy>Saad Parekh</cp:lastModifiedBy>
  <cp:revision>16</cp:revision>
  <dcterms:created xsi:type="dcterms:W3CDTF">2017-07-18T00:18:37Z</dcterms:created>
  <dcterms:modified xsi:type="dcterms:W3CDTF">2017-07-18T09:02:22Z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nternalTags">
    <vt:lpwstr/>
  </property>
  <property fmtid="{D5CDD505-2E9C-101B-9397-08002B2CF9AE}" pid="3" name="ContentTypeId">
    <vt:lpwstr>0x010100AA3F7D94069FF64A86F7DFF56D60E3BE</vt:lpwstr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CampaignTags">
    <vt:lpwstr/>
  </property>
  <property fmtid="{D5CDD505-2E9C-101B-9397-08002B2CF9AE}" pid="7" name="ScenarioTags">
    <vt:lpwstr/>
  </property>
</Properties>
</file>