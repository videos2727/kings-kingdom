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6D1BD-C5B1-4337-A6CD-DEDADFE99225}" type="datetimeFigureOut">
              <a:rPr lang="en-AU" smtClean="0"/>
              <a:t>20/07/2017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31573-92E8-43F9-9E4D-72B00DCA88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78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5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9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2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69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8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7/20/2017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0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7/20/2017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6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DE6118-2437-4B30-8E3C-4D2BE6020583}" type="datetimeFigureOut">
              <a:rPr lang="en-US" smtClean="0"/>
              <a:pPr/>
              <a:t>7/20/2017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6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7/20/2017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8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5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7/20/2017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http://www.mathgoodies.com/lessons/vol5/images/no_line10.gif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http://www.mathgoodies.com/lessons/vol5/images/no_line10.gi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6A22-073F-4E2B-B2D1-2E0482F0C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cap="none" dirty="0"/>
              <a:t>Adding and Subtracting </a:t>
            </a:r>
            <a:r>
              <a:rPr lang="en-AU" dirty="0"/>
              <a:t>I</a:t>
            </a:r>
            <a:r>
              <a:rPr lang="en-AU" cap="none" dirty="0"/>
              <a:t>ntegers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AAB36-3758-42D4-A132-F5FD6DD5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44" y="5715000"/>
            <a:ext cx="10058400" cy="1143000"/>
          </a:xfrm>
        </p:spPr>
        <p:txBody>
          <a:bodyPr>
            <a:normAutofit/>
          </a:bodyPr>
          <a:lstStyle/>
          <a:p>
            <a:r>
              <a:rPr lang="en-AU" sz="2800" dirty="0"/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91A26-E114-4D29-96D0-666B3A60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pic>
        <p:nvPicPr>
          <p:cNvPr id="4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82" y="2406279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587FB02-F7F9-4FA9-8511-BE11E6591130}"/>
              </a:ext>
            </a:extLst>
          </p:cNvPr>
          <p:cNvGrpSpPr/>
          <p:nvPr/>
        </p:nvGrpSpPr>
        <p:grpSpPr>
          <a:xfrm>
            <a:off x="2627434" y="3548528"/>
            <a:ext cx="7467600" cy="838200"/>
            <a:chOff x="4099618" y="3804560"/>
            <a:chExt cx="7467600" cy="838200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314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48939" y="2800268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Which direction do we go?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03E1F7-8286-4A96-A897-6F1E608E11DF}"/>
              </a:ext>
            </a:extLst>
          </p:cNvPr>
          <p:cNvSpPr txBox="1"/>
          <p:nvPr/>
        </p:nvSpPr>
        <p:spPr>
          <a:xfrm>
            <a:off x="3753684" y="3328416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Subtraction we go left!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83A902-E211-492E-A6F3-961C3AA60955}"/>
              </a:ext>
            </a:extLst>
          </p:cNvPr>
          <p:cNvSpPr txBox="1"/>
          <p:nvPr/>
        </p:nvSpPr>
        <p:spPr>
          <a:xfrm>
            <a:off x="8020884" y="3308099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Addition we go right!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B2AC7-0C68-4BAB-9386-82800B464A43}"/>
              </a:ext>
            </a:extLst>
          </p:cNvPr>
          <p:cNvSpPr txBox="1"/>
          <p:nvPr/>
        </p:nvSpPr>
        <p:spPr>
          <a:xfrm>
            <a:off x="269839" y="4672584"/>
            <a:ext cx="23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integers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B7353-2452-432D-BE9B-BD65B6502754}"/>
              </a:ext>
            </a:extLst>
          </p:cNvPr>
          <p:cNvSpPr txBox="1"/>
          <p:nvPr/>
        </p:nvSpPr>
        <p:spPr>
          <a:xfrm>
            <a:off x="3909563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+ 2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C2125-8363-4321-AA3C-B9D1E07539DF}"/>
              </a:ext>
            </a:extLst>
          </p:cNvPr>
          <p:cNvSpPr txBox="1"/>
          <p:nvPr/>
        </p:nvSpPr>
        <p:spPr>
          <a:xfrm>
            <a:off x="8509630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5 - 2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6D866-A1B7-497F-80A3-E3F8A1A55371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right 2 </a:t>
            </a:r>
          </a:p>
          <a:p>
            <a:endParaRPr lang="en-AU" dirty="0"/>
          </a:p>
          <a:p>
            <a:r>
              <a:rPr lang="en-AU" dirty="0"/>
              <a:t>Get to 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ACBF6AC-3D53-48BA-8AF4-90AE4CFF67F7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6C8375-9B39-4D8C-9595-97C5F369B2F0}"/>
              </a:ext>
            </a:extLst>
          </p:cNvPr>
          <p:cNvSpPr/>
          <p:nvPr/>
        </p:nvSpPr>
        <p:spPr>
          <a:xfrm>
            <a:off x="10149298" y="2949365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5B148-D9AC-4636-8FD1-CF30CFA061E7}"/>
              </a:ext>
            </a:extLst>
          </p:cNvPr>
          <p:cNvSpPr txBox="1"/>
          <p:nvPr/>
        </p:nvSpPr>
        <p:spPr>
          <a:xfrm>
            <a:off x="8357160" y="5041916"/>
            <a:ext cx="2162484" cy="12003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left 2 </a:t>
            </a:r>
          </a:p>
          <a:p>
            <a:endParaRPr lang="en-AU" dirty="0"/>
          </a:p>
          <a:p>
            <a:r>
              <a:rPr lang="en-AU" dirty="0"/>
              <a:t>Get to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EB0549-1988-45D6-9E38-C3E418678230}"/>
              </a:ext>
            </a:extLst>
          </p:cNvPr>
          <p:cNvSpPr/>
          <p:nvPr/>
        </p:nvSpPr>
        <p:spPr>
          <a:xfrm>
            <a:off x="9362257" y="3156224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889AD68-3B84-443A-B67C-8BF7E4945D5D}"/>
              </a:ext>
            </a:extLst>
          </p:cNvPr>
          <p:cNvSpPr/>
          <p:nvPr/>
        </p:nvSpPr>
        <p:spPr>
          <a:xfrm>
            <a:off x="8748212" y="3170556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EF546-3282-408C-86D1-B474B27E9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51" y="3554825"/>
            <a:ext cx="2185508" cy="25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4" grpId="0"/>
      <p:bldP spid="15" grpId="0"/>
      <p:bldP spid="35" grpId="0"/>
      <p:bldP spid="16" grpId="0"/>
      <p:bldP spid="17" grpId="0"/>
      <p:bldP spid="36" grpId="0"/>
      <p:bldP spid="18" grpId="0" animBg="1"/>
      <p:bldP spid="19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adding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3!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76B8B9-8A6C-4F0E-82B4-2350F58EB9FE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7CF890-2C95-4E5F-B5AB-EBC8558F5050}"/>
              </a:ext>
            </a:extLst>
          </p:cNvPr>
          <p:cNvSpPr/>
          <p:nvPr/>
        </p:nvSpPr>
        <p:spPr>
          <a:xfrm>
            <a:off x="8714557" y="2981917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 +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120032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-2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-4!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A30B4E-311C-46BF-87A1-066F4C996135}"/>
              </a:ext>
            </a:extLst>
          </p:cNvPr>
          <p:cNvSpPr/>
          <p:nvPr/>
        </p:nvSpPr>
        <p:spPr>
          <a:xfrm>
            <a:off x="6891530" y="2957566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31E907-0E6B-4D73-B53A-E09E5B0F42A2}"/>
              </a:ext>
            </a:extLst>
          </p:cNvPr>
          <p:cNvSpPr/>
          <p:nvPr/>
        </p:nvSpPr>
        <p:spPr>
          <a:xfrm>
            <a:off x="6199145" y="2964062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19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E7EEC-E186-47EA-9EA1-10C7B203C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66" t="30947" r="27704" b="24973"/>
          <a:stretch/>
        </p:blipFill>
        <p:spPr>
          <a:xfrm>
            <a:off x="473288" y="1090808"/>
            <a:ext cx="8028426" cy="360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2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subtracting with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-3 - 2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-3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-5!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76B8B9-8A6C-4F0E-82B4-2350F58EB9FE}"/>
              </a:ext>
            </a:extLst>
          </p:cNvPr>
          <p:cNvSpPr/>
          <p:nvPr/>
        </p:nvSpPr>
        <p:spPr>
          <a:xfrm>
            <a:off x="5815918" y="2905781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37CF890-2C95-4E5F-B5AB-EBC8558F5050}"/>
              </a:ext>
            </a:extLst>
          </p:cNvPr>
          <p:cNvSpPr/>
          <p:nvPr/>
        </p:nvSpPr>
        <p:spPr>
          <a:xfrm>
            <a:off x="6545811" y="2911000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-4 -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120032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-4 and go to the </a:t>
            </a:r>
            <a:r>
              <a:rPr lang="en-AU" b="1" dirty="0"/>
              <a:t>right </a:t>
            </a:r>
            <a:r>
              <a:rPr lang="en-AU" dirty="0"/>
              <a:t>2 </a:t>
            </a:r>
          </a:p>
          <a:p>
            <a:endParaRPr lang="en-AU" dirty="0"/>
          </a:p>
          <a:p>
            <a:r>
              <a:rPr lang="en-AU" dirty="0"/>
              <a:t>Get to -2!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3A30B4E-311C-46BF-87A1-066F4C996135}"/>
              </a:ext>
            </a:extLst>
          </p:cNvPr>
          <p:cNvSpPr/>
          <p:nvPr/>
        </p:nvSpPr>
        <p:spPr>
          <a:xfrm>
            <a:off x="6199145" y="3219846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31E907-0E6B-4D73-B53A-E09E5B0F42A2}"/>
              </a:ext>
            </a:extLst>
          </p:cNvPr>
          <p:cNvSpPr/>
          <p:nvPr/>
        </p:nvSpPr>
        <p:spPr>
          <a:xfrm>
            <a:off x="6971700" y="3233163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A230FC-9375-4D00-95FD-F084E82126C2}"/>
              </a:ext>
            </a:extLst>
          </p:cNvPr>
          <p:cNvGrpSpPr/>
          <p:nvPr/>
        </p:nvGrpSpPr>
        <p:grpSpPr>
          <a:xfrm>
            <a:off x="9249508" y="2912750"/>
            <a:ext cx="2789461" cy="1518573"/>
            <a:chOff x="9249508" y="2912750"/>
            <a:chExt cx="2789461" cy="151857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104453-2801-4978-8D13-AB9353778996}"/>
                </a:ext>
              </a:extLst>
            </p:cNvPr>
            <p:cNvSpPr/>
            <p:nvPr/>
          </p:nvSpPr>
          <p:spPr>
            <a:xfrm>
              <a:off x="9249508" y="4264772"/>
              <a:ext cx="298938" cy="166551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1BFF258-5500-455D-8CCF-53BDEF6F4DE0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9398977" y="3690805"/>
              <a:ext cx="993531" cy="573967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E6070B1-085D-4D4A-878F-21660446A682}"/>
                </a:ext>
              </a:extLst>
            </p:cNvPr>
            <p:cNvSpPr txBox="1"/>
            <p:nvPr/>
          </p:nvSpPr>
          <p:spPr>
            <a:xfrm>
              <a:off x="10415689" y="2912750"/>
              <a:ext cx="1623280" cy="923330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dirty="0"/>
                <a:t>Two negatives become a positive!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04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19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7C796-89E6-47C8-8F24-3FE444C2A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01" t="58860" r="25638" b="19875"/>
          <a:stretch/>
        </p:blipFill>
        <p:spPr>
          <a:xfrm>
            <a:off x="228599" y="1346244"/>
            <a:ext cx="11074802" cy="230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4B546-7867-4F2D-8157-EB1B2822F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3" t="29220" r="26197" b="51348"/>
          <a:stretch/>
        </p:blipFill>
        <p:spPr>
          <a:xfrm>
            <a:off x="228599" y="4163438"/>
            <a:ext cx="10962791" cy="213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805149-B95E-4BBF-9456-59914B2F3BAF}"/>
              </a:ext>
            </a:extLst>
          </p:cNvPr>
          <p:cNvSpPr txBox="1"/>
          <p:nvPr/>
        </p:nvSpPr>
        <p:spPr>
          <a:xfrm>
            <a:off x="7499838" y="145915"/>
            <a:ext cx="4237893" cy="923330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Beginner</a:t>
            </a:r>
            <a:r>
              <a:rPr lang="en-AU" dirty="0"/>
              <a:t> – pick 4 from each section </a:t>
            </a:r>
          </a:p>
          <a:p>
            <a:r>
              <a:rPr lang="en-AU" b="1" dirty="0"/>
              <a:t>Intermediate</a:t>
            </a:r>
            <a:r>
              <a:rPr lang="en-AU" dirty="0"/>
              <a:t> – pick 8 from each</a:t>
            </a:r>
          </a:p>
          <a:p>
            <a:r>
              <a:rPr lang="en-AU" b="1" dirty="0"/>
              <a:t>Advanced</a:t>
            </a:r>
            <a:r>
              <a:rPr lang="en-AU" dirty="0"/>
              <a:t> – do all of them!</a:t>
            </a:r>
          </a:p>
        </p:txBody>
      </p:sp>
    </p:spTree>
    <p:extLst>
      <p:ext uri="{BB962C8B-B14F-4D97-AF65-F5344CB8AC3E}">
        <p14:creationId xmlns:p14="http://schemas.microsoft.com/office/powerpoint/2010/main" val="41908517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190</TotalTime>
  <Words>321</Words>
  <Application>Microsoft Office PowerPoint</Application>
  <PresentationFormat>Widescreen</PresentationFormat>
  <Paragraphs>79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Calibri Light</vt:lpstr>
      <vt:lpstr>Retrospect</vt:lpstr>
      <vt:lpstr>Adding and Subtracting Integers</vt:lpstr>
      <vt:lpstr>Review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Integers</dc:title>
  <dc:creator>E4092707</dc:creator>
  <cp:lastModifiedBy>E4092707</cp:lastModifiedBy>
  <cp:revision>8</cp:revision>
  <dcterms:created xsi:type="dcterms:W3CDTF">2017-07-19T07:13:19Z</dcterms:created>
  <dcterms:modified xsi:type="dcterms:W3CDTF">2017-07-20T00:11:09Z</dcterms:modified>
</cp:coreProperties>
</file>