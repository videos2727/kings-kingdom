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  <p:sldMasterId id="2147483660" r:id="rId3"/>
  </p:sldMasterIdLst>
  <p:notesMasterIdLst>
    <p:notesMasterId r:id="rId10"/>
  </p:notesMasterIdLst>
  <p:handoutMasterIdLst>
    <p:handoutMasterId r:id="rId11"/>
  </p:handoutMasterIdLst>
  <p:sldIdLst>
    <p:sldId id="256" r:id="rId4"/>
    <p:sldId id="267" r:id="rId5"/>
    <p:sldId id="273" r:id="rId6"/>
    <p:sldId id="274" r:id="rId7"/>
    <p:sldId id="275" r:id="rId8"/>
    <p:sldId id="276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133" autoAdjust="0"/>
  </p:normalViewPr>
  <p:slideViewPr>
    <p:cSldViewPr showGuides="1">
      <p:cViewPr varScale="1">
        <p:scale>
          <a:sx n="57" d="100"/>
          <a:sy n="57" d="100"/>
        </p:scale>
        <p:origin x="1176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7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2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F8EA-316C-41DE-B9A4-EDCC3A85ED9A}" type="datetimeFigureOut">
              <a:rPr lang="en-US"/>
              <a:pPr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C6F8EA-316C-41DE-B9A4-EDCC3A85ED9A}" type="datetimeFigureOut">
              <a:rPr lang="en-US"/>
              <a:pPr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6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6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3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6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1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2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1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5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C2C6F8EA-316C-41DE-B9A4-EDCC3A85ED9A}" type="datetimeFigureOut">
              <a:rPr lang="en-US"/>
              <a:pPr/>
              <a:t>7/26/2017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2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Dot Plots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Parekh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Students will be able to</a:t>
            </a:r>
          </a:p>
          <a:p>
            <a:r>
              <a:rPr lang="en-AU" dirty="0"/>
              <a:t>construct a dot plot given a data set.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26322" y="812869"/>
            <a:ext cx="12188825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0242" y="130178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46" y="16052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696338" y="1298662"/>
            <a:ext cx="5586" cy="46275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8502" y="174908"/>
            <a:ext cx="242412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799" dirty="0">
                <a:solidFill>
                  <a:prstClr val="black"/>
                </a:solidFill>
                <a:latin typeface="Calibri" panose="020F0502020204030204"/>
              </a:rPr>
              <a:t>Displaying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772" y="204437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00" y="2276872"/>
            <a:ext cx="17200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What are dot plots?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46" y="843370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EQ – What is a dot plot and how do I make one?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8022" y="22727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Dot plots are constructed by putting a dot for each data item above a scale.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89700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500" y="5926043"/>
            <a:ext cx="1523995" cy="461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Summary: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22" y="1373469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Displaying a data allows reader easily see the patterns in the data. Data can be displayed in dot plots, column plots, picture graphs etc.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84" y="2721312"/>
            <a:ext cx="3301628" cy="31211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78022" y="2813129"/>
            <a:ext cx="6821241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Each dot represents one data value. 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many families have 2 children?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What is the most common number of children in a family?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9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26322" y="812869"/>
            <a:ext cx="12188825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0242" y="130178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46" y="16052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696338" y="1298662"/>
            <a:ext cx="5586" cy="46275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8502" y="174908"/>
            <a:ext cx="242412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Displaying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772" y="204437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09" y="1373469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 I create a dot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46" y="843370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 – What is a dot plot and how do I make one?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845302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500" y="5926043"/>
            <a:ext cx="1523995" cy="461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22" y="1373469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1: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following list shows ages of the students in the group: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12, 12, 13, 12, 12, 11, 12, 11, 12, 12, 11, 11, 12, 13, 12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8022" y="2607695"/>
            <a:ext cx="5324502" cy="3169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Process: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200" dirty="0">
                <a:solidFill>
                  <a:prstClr val="black"/>
                </a:solidFill>
                <a:latin typeface="Calibri" panose="020F0502020204030204"/>
              </a:rPr>
              <a:t>Step 1 : Draw a number line from the lowest value to highest value. Leave room able the scale for the dots.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200" dirty="0">
                <a:solidFill>
                  <a:prstClr val="black"/>
                </a:solidFill>
                <a:latin typeface="Calibri" panose="020F0502020204030204"/>
              </a:rPr>
              <a:t>Step 2: Put dots for each number on the scale.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200" dirty="0">
                <a:solidFill>
                  <a:prstClr val="black"/>
                </a:solidFill>
                <a:latin typeface="Calibri" panose="020F0502020204030204"/>
              </a:rPr>
              <a:t>Step 3 : Label the number line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039012" y="5229200"/>
            <a:ext cx="3456000" cy="0"/>
          </a:xfrm>
          <a:prstGeom prst="line">
            <a:avLst/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686700" y="5159624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838828" y="5159624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990956" y="515719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70676" y="532391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9514793" y="53371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12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666920" y="532778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13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9784828" y="4997629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869348" y="2204864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784828" y="4862632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2349996" y="2230504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936956" y="5013176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2805452" y="2204864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784828" y="4720199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3211692" y="2230503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784828" y="4573628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3668077" y="2210709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632700" y="5004266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174979" y="2230503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784828" y="4437832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605844" y="2230503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635800" y="4862632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5091459" y="2230769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517425" y="2215406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998073" y="2241046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6379121" y="2215406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6859769" y="2241046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328279" y="2211582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7808927" y="2237222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251532" y="2204864"/>
            <a:ext cx="264624" cy="2244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632700" y="4712661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632700" y="4566090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9784828" y="4285251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9784828" y="4146833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9784828" y="4011037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9784828" y="3858456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0936956" y="4869160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1423003" y="5268408"/>
            <a:ext cx="67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0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7" grpId="0" uiExpand="1" build="p"/>
      <p:bldP spid="18" grpId="0"/>
      <p:bldP spid="27" grpId="0"/>
      <p:bldP spid="28" grpId="0"/>
      <p:bldP spid="20" grpId="0" animBg="1"/>
      <p:bldP spid="34" grpId="0" animBg="1"/>
      <p:bldP spid="37" grpId="0" animBg="1"/>
      <p:bldP spid="39" grpId="0" animBg="1"/>
      <p:bldP spid="43" grpId="0" animBg="1"/>
      <p:bldP spid="45" grpId="0" animBg="1"/>
      <p:bldP spid="47" grpId="0" animBg="1"/>
      <p:bldP spid="49" grpId="0" animBg="1"/>
      <p:bldP spid="59" grpId="0" animBg="1"/>
      <p:bldP spid="60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436" y="1628800"/>
            <a:ext cx="9782801" cy="4572000"/>
          </a:xfrm>
        </p:spPr>
        <p:txBody>
          <a:bodyPr/>
          <a:lstStyle/>
          <a:p>
            <a:r>
              <a:rPr lang="en-AU" dirty="0"/>
              <a:t>Dr Dwyer textbook, </a:t>
            </a:r>
            <a:r>
              <a:rPr lang="en-AU" dirty="0" err="1"/>
              <a:t>pg</a:t>
            </a:r>
            <a:r>
              <a:rPr lang="en-AU" dirty="0"/>
              <a:t> 194, Exercise 14.5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7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280</Words>
  <Application>Microsoft Office PowerPoint</Application>
  <PresentationFormat>Custom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Euphemia</vt:lpstr>
      <vt:lpstr>Math 16x9</vt:lpstr>
      <vt:lpstr>Office Theme</vt:lpstr>
      <vt:lpstr>Dot Plots</vt:lpstr>
      <vt:lpstr>Learning Intentions</vt:lpstr>
      <vt:lpstr>PowerPoint Presentation</vt:lpstr>
      <vt:lpstr>PowerPoint Presentation</vt:lpstr>
      <vt:lpstr>Task</vt:lpstr>
      <vt:lpstr>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2017-07-26T07:18:33Z</dcterms:created>
  <dcterms:modified xsi:type="dcterms:W3CDTF">2017-07-26T08:51:47Z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