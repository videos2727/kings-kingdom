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63" r:id="rId4"/>
    <p:sldId id="260" r:id="rId5"/>
    <p:sldId id="259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6B772-8B25-4F5A-B79C-33D49EB171FE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BCC96-75EE-4733-B535-E2EC611A31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62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8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4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19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86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80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16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748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70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14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41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88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2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09CB81-3EB5-4121-A2AC-A77E7C7B1F8A}" type="datetimeFigureOut">
              <a:rPr lang="en-AU" smtClean="0"/>
              <a:t>30/07/2017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9551D67-EDE0-4E36-AB6F-5A177E9A8640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00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F1A8-FEF4-48F6-804C-60262AA49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Data Measure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CC5C8-D030-4836-AF89-488FD27E81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Part 2: median and Mean</a:t>
            </a:r>
          </a:p>
          <a:p>
            <a:endParaRPr lang="en-AU" dirty="0"/>
          </a:p>
          <a:p>
            <a:r>
              <a:rPr lang="en-AU" dirty="0" err="1"/>
              <a:t>Ms.Latham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296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957B-EC16-4288-8598-21A7358A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 from previous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400E-C3B0-426D-B169-D4EFCEE8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AU" sz="2000" i="1" dirty="0"/>
              <a:t>Discuss with your partner which words match the definitions. </a:t>
            </a:r>
          </a:p>
          <a:p>
            <a:endParaRPr lang="en-AU" i="1" dirty="0"/>
          </a:p>
          <a:p>
            <a:pPr lvl="1"/>
            <a:r>
              <a:rPr lang="en-AU" i="1" dirty="0"/>
              <a:t>A. Maximum</a:t>
            </a:r>
          </a:p>
          <a:p>
            <a:pPr lvl="1"/>
            <a:endParaRPr lang="en-AU" i="1" dirty="0"/>
          </a:p>
          <a:p>
            <a:pPr lvl="1"/>
            <a:r>
              <a:rPr lang="en-AU" i="1" dirty="0"/>
              <a:t>B. Minimum</a:t>
            </a:r>
          </a:p>
          <a:p>
            <a:pPr lvl="1"/>
            <a:endParaRPr lang="en-AU" i="1" dirty="0"/>
          </a:p>
          <a:p>
            <a:pPr lvl="1"/>
            <a:r>
              <a:rPr lang="en-AU" i="1" dirty="0"/>
              <a:t>C. Range</a:t>
            </a:r>
          </a:p>
          <a:p>
            <a:pPr lvl="1"/>
            <a:endParaRPr lang="en-AU" i="1" dirty="0"/>
          </a:p>
          <a:p>
            <a:pPr lvl="1"/>
            <a:r>
              <a:rPr lang="en-AU" i="1" dirty="0"/>
              <a:t>D. Mode</a:t>
            </a:r>
          </a:p>
          <a:p>
            <a:endParaRPr lang="en-AU" i="1" dirty="0"/>
          </a:p>
          <a:p>
            <a:endParaRPr lang="en-AU" sz="2000" i="1" dirty="0"/>
          </a:p>
          <a:p>
            <a:endParaRPr lang="en-AU" i="1" dirty="0"/>
          </a:p>
          <a:p>
            <a:r>
              <a:rPr lang="en-AU" sz="2000" i="1" dirty="0"/>
              <a:t>1. </a:t>
            </a:r>
            <a:r>
              <a:rPr lang="en-AU" i="1" dirty="0"/>
              <a:t>Smallest number in the dataset</a:t>
            </a:r>
          </a:p>
          <a:p>
            <a:endParaRPr lang="en-AU" sz="2000" i="1" dirty="0"/>
          </a:p>
          <a:p>
            <a:r>
              <a:rPr lang="en-AU" sz="2000" i="1" dirty="0"/>
              <a:t>2. Most frequent number in the dataset</a:t>
            </a:r>
          </a:p>
          <a:p>
            <a:endParaRPr lang="en-AU" i="1" dirty="0"/>
          </a:p>
          <a:p>
            <a:r>
              <a:rPr lang="en-AU" i="1" dirty="0"/>
              <a:t>3. the distance between the minimum and maximum</a:t>
            </a:r>
          </a:p>
          <a:p>
            <a:endParaRPr lang="en-AU" sz="2000" i="1" dirty="0"/>
          </a:p>
          <a:p>
            <a:r>
              <a:rPr lang="en-AU" sz="2000" i="1" dirty="0"/>
              <a:t>4. largest number in the dataset</a:t>
            </a:r>
          </a:p>
        </p:txBody>
      </p:sp>
    </p:spTree>
    <p:extLst>
      <p:ext uri="{BB962C8B-B14F-4D97-AF65-F5344CB8AC3E}">
        <p14:creationId xmlns:p14="http://schemas.microsoft.com/office/powerpoint/2010/main" val="423760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957B-EC16-4288-8598-21A7358A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 from previous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400E-C3B0-426D-B169-D4EFCEE8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AU" sz="2000" i="1" dirty="0"/>
              <a:t>Discuss with your partner which words match the definitions. </a:t>
            </a:r>
          </a:p>
          <a:p>
            <a:endParaRPr lang="en-AU" i="1" dirty="0"/>
          </a:p>
          <a:p>
            <a:pPr lvl="1"/>
            <a:r>
              <a:rPr lang="en-AU" i="1" dirty="0"/>
              <a:t>A. Maximum</a:t>
            </a:r>
          </a:p>
          <a:p>
            <a:pPr lvl="1"/>
            <a:endParaRPr lang="en-AU" i="1" dirty="0"/>
          </a:p>
          <a:p>
            <a:pPr lvl="1"/>
            <a:r>
              <a:rPr lang="en-AU" i="1" dirty="0"/>
              <a:t>B. Minimum</a:t>
            </a:r>
          </a:p>
          <a:p>
            <a:pPr lvl="1"/>
            <a:endParaRPr lang="en-AU" i="1" dirty="0"/>
          </a:p>
          <a:p>
            <a:pPr lvl="1"/>
            <a:r>
              <a:rPr lang="en-AU" i="1" dirty="0"/>
              <a:t>C. Range</a:t>
            </a:r>
          </a:p>
          <a:p>
            <a:pPr lvl="1"/>
            <a:endParaRPr lang="en-AU" i="1" dirty="0"/>
          </a:p>
          <a:p>
            <a:pPr lvl="1"/>
            <a:r>
              <a:rPr lang="en-AU" i="1" dirty="0"/>
              <a:t>D. Mode</a:t>
            </a:r>
          </a:p>
          <a:p>
            <a:endParaRPr lang="en-AU" i="1" dirty="0"/>
          </a:p>
          <a:p>
            <a:endParaRPr lang="en-AU" sz="2000" i="1" dirty="0"/>
          </a:p>
          <a:p>
            <a:endParaRPr lang="en-AU" i="1" dirty="0"/>
          </a:p>
          <a:p>
            <a:r>
              <a:rPr lang="en-AU" sz="2000" i="1" dirty="0"/>
              <a:t>1. </a:t>
            </a:r>
            <a:r>
              <a:rPr lang="en-AU" i="1" dirty="0"/>
              <a:t>Smallest number in the dataset</a:t>
            </a:r>
          </a:p>
          <a:p>
            <a:endParaRPr lang="en-AU" sz="2000" i="1" dirty="0"/>
          </a:p>
          <a:p>
            <a:r>
              <a:rPr lang="en-AU" sz="2000" i="1" dirty="0"/>
              <a:t>2. Most frequent number in the dataset</a:t>
            </a:r>
          </a:p>
          <a:p>
            <a:endParaRPr lang="en-AU" i="1" dirty="0"/>
          </a:p>
          <a:p>
            <a:r>
              <a:rPr lang="en-AU" i="1" dirty="0"/>
              <a:t>3. the distance between the minimum and maximum</a:t>
            </a:r>
          </a:p>
          <a:p>
            <a:endParaRPr lang="en-AU" sz="2000" i="1" dirty="0"/>
          </a:p>
          <a:p>
            <a:r>
              <a:rPr lang="en-AU" sz="2000" i="1" dirty="0"/>
              <a:t>4. largest number in the dataset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CEDD62-DBD6-45B2-8CAA-DD6069334F3C}"/>
              </a:ext>
            </a:extLst>
          </p:cNvPr>
          <p:cNvCxnSpPr/>
          <p:nvPr/>
        </p:nvCxnSpPr>
        <p:spPr>
          <a:xfrm>
            <a:off x="2796466" y="2982897"/>
            <a:ext cx="3213717" cy="20596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2AF462-FE5D-4DF7-8990-82E2F3525163}"/>
              </a:ext>
            </a:extLst>
          </p:cNvPr>
          <p:cNvCxnSpPr>
            <a:cxnSpLocks/>
          </p:cNvCxnSpPr>
          <p:nvPr/>
        </p:nvCxnSpPr>
        <p:spPr>
          <a:xfrm flipV="1">
            <a:off x="2734322" y="2476870"/>
            <a:ext cx="3275861" cy="10653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8333E8-65C0-47BA-8DBF-2E23150ECA29}"/>
              </a:ext>
            </a:extLst>
          </p:cNvPr>
          <p:cNvCxnSpPr>
            <a:cxnSpLocks/>
          </p:cNvCxnSpPr>
          <p:nvPr/>
        </p:nvCxnSpPr>
        <p:spPr>
          <a:xfrm>
            <a:off x="2636668" y="4128117"/>
            <a:ext cx="337351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BCAFC1-7BD0-436B-AB7E-B796143E6C37}"/>
              </a:ext>
            </a:extLst>
          </p:cNvPr>
          <p:cNvCxnSpPr>
            <a:cxnSpLocks/>
          </p:cNvCxnSpPr>
          <p:nvPr/>
        </p:nvCxnSpPr>
        <p:spPr>
          <a:xfrm flipV="1">
            <a:off x="2476870" y="3338004"/>
            <a:ext cx="3471169" cy="14293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9C10CF-E9F2-4EF4-800E-96B61E80E739}"/>
              </a:ext>
            </a:extLst>
          </p:cNvPr>
          <p:cNvSpPr txBox="1"/>
          <p:nvPr/>
        </p:nvSpPr>
        <p:spPr>
          <a:xfrm>
            <a:off x="2290439" y="5499762"/>
            <a:ext cx="850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Practice:</a:t>
            </a:r>
            <a:r>
              <a:rPr lang="en-AU" dirty="0"/>
              <a:t>    3, 4, 4, 5, 7, 8, 8, 8, 10</a:t>
            </a:r>
          </a:p>
        </p:txBody>
      </p:sp>
    </p:spTree>
    <p:extLst>
      <p:ext uri="{BB962C8B-B14F-4D97-AF65-F5344CB8AC3E}">
        <p14:creationId xmlns:p14="http://schemas.microsoft.com/office/powerpoint/2010/main" val="103227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90987"/>
            <a:ext cx="5248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Data Measure – Median and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What does median and mean tell us about a dataset?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ACCDE-157F-4A6B-9C19-7F1BCA0C7867}"/>
              </a:ext>
            </a:extLst>
          </p:cNvPr>
          <p:cNvSpPr txBox="1"/>
          <p:nvPr/>
        </p:nvSpPr>
        <p:spPr>
          <a:xfrm>
            <a:off x="269839" y="1919856"/>
            <a:ext cx="3038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median?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B9A894-375F-4FDC-A5A7-7EB2EECF95AC}"/>
              </a:ext>
            </a:extLst>
          </p:cNvPr>
          <p:cNvSpPr txBox="1"/>
          <p:nvPr/>
        </p:nvSpPr>
        <p:spPr>
          <a:xfrm>
            <a:off x="3543183" y="1815688"/>
            <a:ext cx="4119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middle number when the data is in order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242733-5ED8-450F-9C2A-5B7401093666}"/>
              </a:ext>
            </a:extLst>
          </p:cNvPr>
          <p:cNvSpPr txBox="1"/>
          <p:nvPr/>
        </p:nvSpPr>
        <p:spPr>
          <a:xfrm>
            <a:off x="278639" y="3562626"/>
            <a:ext cx="2570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mean?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F1809C-951E-4D69-9695-249A973BE3BD}"/>
              </a:ext>
            </a:extLst>
          </p:cNvPr>
          <p:cNvSpPr txBox="1"/>
          <p:nvPr/>
        </p:nvSpPr>
        <p:spPr>
          <a:xfrm>
            <a:off x="4016598" y="4156331"/>
            <a:ext cx="411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89C98-0FB1-4C80-80A3-A49E52A0DE09}"/>
              </a:ext>
            </a:extLst>
          </p:cNvPr>
          <p:cNvSpPr txBox="1"/>
          <p:nvPr/>
        </p:nvSpPr>
        <p:spPr>
          <a:xfrm>
            <a:off x="3434280" y="3823322"/>
            <a:ext cx="52838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(also called the </a:t>
            </a:r>
            <a:r>
              <a:rPr lang="en-AU" sz="2400" b="1" dirty="0"/>
              <a:t>average</a:t>
            </a:r>
            <a:r>
              <a:rPr lang="en-AU" sz="2400" dirty="0"/>
              <a:t>)</a:t>
            </a:r>
          </a:p>
          <a:p>
            <a:r>
              <a:rPr lang="en-AU" sz="2400" dirty="0"/>
              <a:t>The mean describes the middle of all the numbers. </a:t>
            </a:r>
          </a:p>
          <a:p>
            <a:r>
              <a:rPr lang="en-AU" sz="2400" dirty="0"/>
              <a:t>First you add all of the numbers together and then divide by how many numbers there are.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BB488-3170-4D3C-A07E-EF35077BBA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44" t="35015" r="41375" b="41414"/>
          <a:stretch/>
        </p:blipFill>
        <p:spPr>
          <a:xfrm>
            <a:off x="7984917" y="1612445"/>
            <a:ext cx="3671002" cy="1895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CAB0C-F051-450E-B4D1-B2123CF4B7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944" t="54020" r="48923" b="19612"/>
          <a:stretch/>
        </p:blipFill>
        <p:spPr>
          <a:xfrm>
            <a:off x="8953965" y="3704416"/>
            <a:ext cx="3057521" cy="25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197F-33CC-4642-97AD-718C6BD5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2" y="30014"/>
            <a:ext cx="10058400" cy="734183"/>
          </a:xfrm>
        </p:spPr>
        <p:txBody>
          <a:bodyPr/>
          <a:lstStyle/>
          <a:p>
            <a:r>
              <a:rPr lang="en-AU" dirty="0"/>
              <a:t>Guided 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C5516-2273-4497-8FCF-2F0D7A5D8C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0" t="45037" r="12584" b="48593"/>
          <a:stretch/>
        </p:blipFill>
        <p:spPr>
          <a:xfrm>
            <a:off x="1176742" y="1649272"/>
            <a:ext cx="8249920" cy="4368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837689-FEBC-472B-89D4-8FCAE3BDCDB3}"/>
              </a:ext>
            </a:extLst>
          </p:cNvPr>
          <p:cNvSpPr txBox="1"/>
          <p:nvPr/>
        </p:nvSpPr>
        <p:spPr>
          <a:xfrm>
            <a:off x="386080" y="764197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median: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083E0-2D37-4593-85ED-7459BC2A3C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17" t="63992" r="20833" b="30571"/>
          <a:stretch/>
        </p:blipFill>
        <p:spPr>
          <a:xfrm>
            <a:off x="1176742" y="3640338"/>
            <a:ext cx="7833360" cy="3728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D8D671-292D-4055-ABA2-5FBB17BE9E98}"/>
              </a:ext>
            </a:extLst>
          </p:cNvPr>
          <p:cNvSpPr txBox="1"/>
          <p:nvPr/>
        </p:nvSpPr>
        <p:spPr>
          <a:xfrm>
            <a:off x="374102" y="3060577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mean:</a:t>
            </a:r>
          </a:p>
        </p:txBody>
      </p:sp>
    </p:spTree>
    <p:extLst>
      <p:ext uri="{BB962C8B-B14F-4D97-AF65-F5344CB8AC3E}">
        <p14:creationId xmlns:p14="http://schemas.microsoft.com/office/powerpoint/2010/main" val="38471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4CDF-1FAF-4CA7-A0CC-566B6D43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84296"/>
            <a:ext cx="5486400" cy="914400"/>
          </a:xfrm>
        </p:spPr>
        <p:txBody>
          <a:bodyPr/>
          <a:lstStyle/>
          <a:p>
            <a:r>
              <a:rPr lang="en-AU" dirty="0"/>
              <a:t>Independent practice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7FB93B-9F8B-4A91-BF85-661D850C5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750" t="50586" r="12584" b="43621"/>
          <a:stretch/>
        </p:blipFill>
        <p:spPr>
          <a:xfrm>
            <a:off x="1046163" y="1717040"/>
            <a:ext cx="10058400" cy="484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68D36-E4E5-4026-AFB4-FA50E2651644}"/>
              </a:ext>
            </a:extLst>
          </p:cNvPr>
          <p:cNvSpPr txBox="1"/>
          <p:nvPr/>
        </p:nvSpPr>
        <p:spPr>
          <a:xfrm>
            <a:off x="314960" y="1249402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median: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EC608-155F-43A5-A9D1-5EB05A6102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17" t="68782" r="20833" b="26222"/>
          <a:stretch/>
        </p:blipFill>
        <p:spPr>
          <a:xfrm>
            <a:off x="1046163" y="3737499"/>
            <a:ext cx="7833360" cy="342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7A690-CEE6-4396-ABD2-BF78DD05237D}"/>
              </a:ext>
            </a:extLst>
          </p:cNvPr>
          <p:cNvSpPr txBox="1"/>
          <p:nvPr/>
        </p:nvSpPr>
        <p:spPr>
          <a:xfrm>
            <a:off x="374102" y="3060577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mean:</a:t>
            </a:r>
          </a:p>
        </p:txBody>
      </p:sp>
    </p:spTree>
    <p:extLst>
      <p:ext uri="{BB962C8B-B14F-4D97-AF65-F5344CB8AC3E}">
        <p14:creationId xmlns:p14="http://schemas.microsoft.com/office/powerpoint/2010/main" val="23860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629F-3BF9-4821-B764-1A1B05FF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in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AF578-9142-4DEB-94F1-DFDE8A74C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2800" dirty="0"/>
          </a:p>
          <a:p>
            <a:r>
              <a:rPr lang="en-AU" sz="2800" dirty="0"/>
              <a:t>In pairs you will race to calculate the data measures (mean, median, mode, range, min, and max) from a set of cards. </a:t>
            </a:r>
          </a:p>
          <a:p>
            <a:r>
              <a:rPr lang="en-AU" sz="2800" dirty="0"/>
              <a:t>You will compete against the pair nearest you and keep track of the points. </a:t>
            </a:r>
          </a:p>
        </p:txBody>
      </p:sp>
    </p:spTree>
    <p:extLst>
      <p:ext uri="{BB962C8B-B14F-4D97-AF65-F5344CB8AC3E}">
        <p14:creationId xmlns:p14="http://schemas.microsoft.com/office/powerpoint/2010/main" val="5515294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3950</TotalTime>
  <Words>304</Words>
  <Application>Microsoft Office PowerPoint</Application>
  <PresentationFormat>Widescreen</PresentationFormat>
  <Paragraphs>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Data Measure</vt:lpstr>
      <vt:lpstr>Review from previous lesson</vt:lpstr>
      <vt:lpstr>Review from previous lesson</vt:lpstr>
      <vt:lpstr>PowerPoint Presentation</vt:lpstr>
      <vt:lpstr>Guided Practice</vt:lpstr>
      <vt:lpstr>Independent practice</vt:lpstr>
      <vt:lpstr>Practice in pairs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Measure</dc:title>
  <dc:creator>E4092707</dc:creator>
  <cp:lastModifiedBy>E4092707</cp:lastModifiedBy>
  <cp:revision>13</cp:revision>
  <dcterms:created xsi:type="dcterms:W3CDTF">2017-07-23T09:27:29Z</dcterms:created>
  <dcterms:modified xsi:type="dcterms:W3CDTF">2017-07-30T12:38:09Z</dcterms:modified>
</cp:coreProperties>
</file>