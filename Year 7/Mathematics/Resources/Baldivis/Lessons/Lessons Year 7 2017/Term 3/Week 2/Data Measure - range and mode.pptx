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 autoAdjust="0"/>
    <p:restoredTop sz="94660"/>
  </p:normalViewPr>
  <p:slideViewPr>
    <p:cSldViewPr snapToGrid="0">
      <p:cViewPr>
        <p:scale>
          <a:sx n="70" d="100"/>
          <a:sy n="70" d="100"/>
        </p:scale>
        <p:origin x="936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6B772-8B25-4F5A-B79C-33D49EB171FE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BCC96-75EE-4733-B535-E2EC611A31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62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89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80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4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19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86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80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16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748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70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14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41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88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2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09CB81-3EB5-4121-A2AC-A77E7C7B1F8A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00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F1A8-FEF4-48F6-804C-60262AA49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Data Measure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CC5C8-D030-4836-AF89-488FD27E81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Part 1: Range and Mode</a:t>
            </a:r>
          </a:p>
          <a:p>
            <a:endParaRPr lang="en-AU" dirty="0"/>
          </a:p>
          <a:p>
            <a:r>
              <a:rPr lang="en-AU" dirty="0" err="1"/>
              <a:t>Ms.Latham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296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957B-EC16-4288-8598-21A7358A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Quickwrite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400E-C3B0-426D-B169-D4EFCEE8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On your left hand side of your page (task side) do a </a:t>
            </a:r>
            <a:r>
              <a:rPr lang="en-AU" dirty="0" err="1"/>
              <a:t>quickwrite</a:t>
            </a:r>
            <a:r>
              <a:rPr lang="en-AU" dirty="0"/>
              <a:t> for 2 minutes about data. </a:t>
            </a:r>
          </a:p>
          <a:p>
            <a:endParaRPr lang="en-AU" dirty="0"/>
          </a:p>
          <a:p>
            <a:r>
              <a:rPr lang="en-AU" dirty="0"/>
              <a:t>A few prompts to start your </a:t>
            </a:r>
            <a:r>
              <a:rPr lang="en-AU" dirty="0" err="1"/>
              <a:t>quickwrite</a:t>
            </a:r>
            <a:r>
              <a:rPr lang="en-AU" dirty="0"/>
              <a:t>:</a:t>
            </a:r>
          </a:p>
          <a:p>
            <a:endParaRPr lang="en-AU" dirty="0"/>
          </a:p>
          <a:p>
            <a:pPr lvl="7">
              <a:buFont typeface="Arial" panose="020B0604020202020204" pitchFamily="34" charset="0"/>
              <a:buChar char="•"/>
            </a:pPr>
            <a:r>
              <a:rPr lang="en-AU" sz="2000" i="1" dirty="0"/>
              <a:t>Why do we collect data?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AU" sz="2000" i="1" dirty="0"/>
              <a:t>When is data useful?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AU" sz="2000" i="1" dirty="0"/>
              <a:t>When have you collected data?</a:t>
            </a:r>
          </a:p>
        </p:txBody>
      </p:sp>
    </p:spTree>
    <p:extLst>
      <p:ext uri="{BB962C8B-B14F-4D97-AF65-F5344CB8AC3E}">
        <p14:creationId xmlns:p14="http://schemas.microsoft.com/office/powerpoint/2010/main" val="423760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AF7A-4831-400A-9002-A17E4E5A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 - Talk -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A9522-973D-4FDE-9643-8E9354391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2400" dirty="0"/>
          </a:p>
          <a:p>
            <a:r>
              <a:rPr lang="en-AU" sz="2400" dirty="0"/>
              <a:t>Everyone stand up and in groups of 3-4 read out your </a:t>
            </a:r>
            <a:r>
              <a:rPr lang="en-AU" sz="2400" dirty="0" err="1"/>
              <a:t>quickwrite</a:t>
            </a:r>
            <a:r>
              <a:rPr lang="en-AU" sz="2400" dirty="0"/>
              <a:t> and then sit down and listen to the rest of the group share. </a:t>
            </a:r>
          </a:p>
          <a:p>
            <a:endParaRPr lang="en-AU" sz="2400" dirty="0"/>
          </a:p>
          <a:p>
            <a:r>
              <a:rPr lang="en-AU" sz="2400" dirty="0"/>
              <a:t>After everyone in your group is sitting down again, add at least one more point to your </a:t>
            </a:r>
            <a:r>
              <a:rPr lang="en-AU" sz="2400" dirty="0" err="1"/>
              <a:t>quickwrite</a:t>
            </a:r>
            <a:r>
              <a:rPr lang="en-A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228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90987"/>
            <a:ext cx="5048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Data Measure – Range and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does range and mode tell us about a dataset?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557871" y="2218782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data measures?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590790" y="2173835"/>
            <a:ext cx="695656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There are four data measures (range, mode, median, and mean) they help us to summarise and make sense of the data.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ACCDE-157F-4A6B-9C19-7F1BCA0C7867}"/>
              </a:ext>
            </a:extLst>
          </p:cNvPr>
          <p:cNvSpPr txBox="1"/>
          <p:nvPr/>
        </p:nvSpPr>
        <p:spPr>
          <a:xfrm>
            <a:off x="557871" y="3558938"/>
            <a:ext cx="257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maximum number?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B9A894-375F-4FDC-A5A7-7EB2EECF95AC}"/>
              </a:ext>
            </a:extLst>
          </p:cNvPr>
          <p:cNvSpPr txBox="1"/>
          <p:nvPr/>
        </p:nvSpPr>
        <p:spPr>
          <a:xfrm>
            <a:off x="4016599" y="3625074"/>
            <a:ext cx="411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largest number in the dataset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242733-5ED8-450F-9C2A-5B7401093666}"/>
              </a:ext>
            </a:extLst>
          </p:cNvPr>
          <p:cNvSpPr txBox="1"/>
          <p:nvPr/>
        </p:nvSpPr>
        <p:spPr>
          <a:xfrm>
            <a:off x="511548" y="4912467"/>
            <a:ext cx="257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minimum number?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F1809C-951E-4D69-9695-249A973BE3BD}"/>
              </a:ext>
            </a:extLst>
          </p:cNvPr>
          <p:cNvSpPr txBox="1"/>
          <p:nvPr/>
        </p:nvSpPr>
        <p:spPr>
          <a:xfrm>
            <a:off x="4060422" y="5050966"/>
            <a:ext cx="411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smallest number in the dataset</a:t>
            </a:r>
          </a:p>
        </p:txBody>
      </p:sp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90987"/>
            <a:ext cx="5048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Data Measure – Range and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does range and mode tell us about a dataset?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ACCDE-157F-4A6B-9C19-7F1BCA0C7867}"/>
              </a:ext>
            </a:extLst>
          </p:cNvPr>
          <p:cNvSpPr txBox="1"/>
          <p:nvPr/>
        </p:nvSpPr>
        <p:spPr>
          <a:xfrm>
            <a:off x="441459" y="2017791"/>
            <a:ext cx="256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range tell us?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580C1-03F7-4610-9E4E-0F76A6CBE828}"/>
              </a:ext>
            </a:extLst>
          </p:cNvPr>
          <p:cNvSpPr txBox="1"/>
          <p:nvPr/>
        </p:nvSpPr>
        <p:spPr>
          <a:xfrm>
            <a:off x="3553989" y="1889900"/>
            <a:ext cx="7462545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Range describes how spread out the data 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distance from the smallest number to the largest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It is the maximum number subtracting the minimum number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62078-D135-4AFC-AC6A-7E5BE57E9D99}"/>
              </a:ext>
            </a:extLst>
          </p:cNvPr>
          <p:cNvSpPr txBox="1"/>
          <p:nvPr/>
        </p:nvSpPr>
        <p:spPr>
          <a:xfrm>
            <a:off x="608237" y="3598472"/>
            <a:ext cx="260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mode tell us?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1C0E7-A6A0-49A4-8181-83036B4C141A}"/>
              </a:ext>
            </a:extLst>
          </p:cNvPr>
          <p:cNvSpPr txBox="1"/>
          <p:nvPr/>
        </p:nvSpPr>
        <p:spPr>
          <a:xfrm>
            <a:off x="3553989" y="3444786"/>
            <a:ext cx="5903650" cy="6463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Mode describes the middle of the data. It is the score that occurs the most often.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74375-9C90-41B3-A35A-BBF39568352C}"/>
              </a:ext>
            </a:extLst>
          </p:cNvPr>
          <p:cNvSpPr txBox="1"/>
          <p:nvPr/>
        </p:nvSpPr>
        <p:spPr>
          <a:xfrm>
            <a:off x="908826" y="4527040"/>
            <a:ext cx="200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0D23B-E2E2-4C6E-93D0-47D4D68D2CEA}"/>
              </a:ext>
            </a:extLst>
          </p:cNvPr>
          <p:cNvSpPr txBox="1"/>
          <p:nvPr/>
        </p:nvSpPr>
        <p:spPr>
          <a:xfrm>
            <a:off x="3833184" y="4527040"/>
            <a:ext cx="5965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1, 1, 4, 6, 6, 7, 8, 11, 12, 12, 12, 15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9CBEB3-AA84-4FA1-B4C7-E8054363A640}"/>
              </a:ext>
            </a:extLst>
          </p:cNvPr>
          <p:cNvSpPr txBox="1"/>
          <p:nvPr/>
        </p:nvSpPr>
        <p:spPr>
          <a:xfrm>
            <a:off x="3710865" y="5015883"/>
            <a:ext cx="2627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Minimum number : 1</a:t>
            </a:r>
          </a:p>
          <a:p>
            <a:r>
              <a:rPr lang="en-AU" dirty="0"/>
              <a:t>Maximum number : 15</a:t>
            </a:r>
          </a:p>
          <a:p>
            <a:r>
              <a:rPr lang="en-AU" dirty="0"/>
              <a:t>	</a:t>
            </a:r>
            <a:r>
              <a:rPr lang="en-AU" b="1" dirty="0">
                <a:solidFill>
                  <a:srgbClr val="FF0000"/>
                </a:solidFill>
              </a:rPr>
              <a:t>Range : 15 - 1 =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33BE5-71C8-4704-AF75-257251075CC2}"/>
              </a:ext>
            </a:extLst>
          </p:cNvPr>
          <p:cNvSpPr txBox="1"/>
          <p:nvPr/>
        </p:nvSpPr>
        <p:spPr>
          <a:xfrm>
            <a:off x="7794594" y="5015883"/>
            <a:ext cx="322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Mode : 12 (occurs three times)</a:t>
            </a:r>
          </a:p>
        </p:txBody>
      </p:sp>
    </p:spTree>
    <p:extLst>
      <p:ext uri="{BB962C8B-B14F-4D97-AF65-F5344CB8AC3E}">
        <p14:creationId xmlns:p14="http://schemas.microsoft.com/office/powerpoint/2010/main" val="337242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3" grpId="0"/>
      <p:bldP spid="5" grpId="0" animBg="1"/>
      <p:bldP spid="8" grpId="0"/>
      <p:bldP spid="16" grpId="0"/>
      <p:bldP spid="17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197F-33CC-4642-97AD-718C6BD5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2" y="30014"/>
            <a:ext cx="10058400" cy="734183"/>
          </a:xfrm>
        </p:spPr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71A79-AE7A-4617-B9C4-1BC55639572A}"/>
              </a:ext>
            </a:extLst>
          </p:cNvPr>
          <p:cNvSpPr txBox="1"/>
          <p:nvPr/>
        </p:nvSpPr>
        <p:spPr>
          <a:xfrm>
            <a:off x="446973" y="764198"/>
            <a:ext cx="10918371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Minimum</a:t>
            </a:r>
          </a:p>
          <a:p>
            <a:endParaRPr lang="en-AU" dirty="0"/>
          </a:p>
          <a:p>
            <a:r>
              <a:rPr lang="en-AU" dirty="0"/>
              <a:t>Maximum</a:t>
            </a:r>
          </a:p>
          <a:p>
            <a:endParaRPr lang="en-AU" dirty="0"/>
          </a:p>
          <a:p>
            <a:r>
              <a:rPr lang="en-AU" dirty="0"/>
              <a:t>Range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Minimum</a:t>
            </a:r>
          </a:p>
          <a:p>
            <a:endParaRPr lang="en-AU" dirty="0"/>
          </a:p>
          <a:p>
            <a:r>
              <a:rPr lang="en-AU" dirty="0"/>
              <a:t>Maximum</a:t>
            </a:r>
          </a:p>
          <a:p>
            <a:endParaRPr lang="en-AU" dirty="0"/>
          </a:p>
          <a:p>
            <a:r>
              <a:rPr lang="en-AU" dirty="0"/>
              <a:t>Range</a:t>
            </a:r>
          </a:p>
          <a:p>
            <a:endParaRPr lang="en-AU" dirty="0"/>
          </a:p>
          <a:p>
            <a:r>
              <a:rPr lang="en-AU" dirty="0"/>
              <a:t>Mode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73C75-2A1C-44B9-B680-6049499ABBC5}"/>
              </a:ext>
            </a:extLst>
          </p:cNvPr>
          <p:cNvSpPr txBox="1"/>
          <p:nvPr/>
        </p:nvSpPr>
        <p:spPr>
          <a:xfrm>
            <a:off x="446973" y="755508"/>
            <a:ext cx="466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4, 7, 15, 15, 23, 31, 43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02FE3-0325-4833-B6BF-C36041AFC41B}"/>
              </a:ext>
            </a:extLst>
          </p:cNvPr>
          <p:cNvSpPr txBox="1"/>
          <p:nvPr/>
        </p:nvSpPr>
        <p:spPr>
          <a:xfrm>
            <a:off x="446973" y="3252842"/>
            <a:ext cx="466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2, 7, 2, 6, 3, 2, 6, 7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1B9D7-82B6-439C-9055-CC7536BDC91C}"/>
              </a:ext>
            </a:extLst>
          </p:cNvPr>
          <p:cNvSpPr txBox="1"/>
          <p:nvPr/>
        </p:nvSpPr>
        <p:spPr>
          <a:xfrm>
            <a:off x="7492833" y="3252842"/>
            <a:ext cx="466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2, 2, 2, 3, 6, 6, 7, 7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209937-BD9D-46A8-AEEC-C7C6A7E94697}"/>
              </a:ext>
            </a:extLst>
          </p:cNvPr>
          <p:cNvGrpSpPr/>
          <p:nvPr/>
        </p:nvGrpSpPr>
        <p:grpSpPr>
          <a:xfrm>
            <a:off x="4666866" y="3155262"/>
            <a:ext cx="2492470" cy="464288"/>
            <a:chOff x="4666866" y="3155262"/>
            <a:chExt cx="2492470" cy="46428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D3E677-0353-4269-8A64-D2AABA278A23}"/>
                </a:ext>
              </a:extLst>
            </p:cNvPr>
            <p:cNvCxnSpPr/>
            <p:nvPr/>
          </p:nvCxnSpPr>
          <p:spPr>
            <a:xfrm>
              <a:off x="4666866" y="3619550"/>
              <a:ext cx="215501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29FBCC-F57B-4457-8A55-564284A30764}"/>
                </a:ext>
              </a:extLst>
            </p:cNvPr>
            <p:cNvSpPr txBox="1"/>
            <p:nvPr/>
          </p:nvSpPr>
          <p:spPr>
            <a:xfrm>
              <a:off x="4775364" y="3155262"/>
              <a:ext cx="2383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Put in order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71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197F-33CC-4642-97AD-718C6BD5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45" y="204187"/>
            <a:ext cx="10058400" cy="734183"/>
          </a:xfrm>
        </p:spPr>
        <p:txBody>
          <a:bodyPr/>
          <a:lstStyle/>
          <a:p>
            <a:r>
              <a:rPr lang="en-AU" dirty="0"/>
              <a:t>Independent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5E724-9E12-4143-8AF8-BC07F909DA8B}"/>
              </a:ext>
            </a:extLst>
          </p:cNvPr>
          <p:cNvSpPr txBox="1"/>
          <p:nvPr/>
        </p:nvSpPr>
        <p:spPr>
          <a:xfrm>
            <a:off x="598714" y="1915886"/>
            <a:ext cx="10722428" cy="280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4400" dirty="0"/>
              <a:t>Page 192 Exercise 14.1 and 14.2</a:t>
            </a:r>
          </a:p>
          <a:p>
            <a:endParaRPr lang="en-AU" sz="4400" dirty="0"/>
          </a:p>
          <a:p>
            <a:endParaRPr lang="en-AU" sz="4400" dirty="0"/>
          </a:p>
          <a:p>
            <a:r>
              <a:rPr lang="en-AU" sz="4400" dirty="0"/>
              <a:t>And complete your summary</a:t>
            </a:r>
          </a:p>
        </p:txBody>
      </p:sp>
    </p:spTree>
    <p:extLst>
      <p:ext uri="{BB962C8B-B14F-4D97-AF65-F5344CB8AC3E}">
        <p14:creationId xmlns:p14="http://schemas.microsoft.com/office/powerpoint/2010/main" val="354778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2400</TotalTime>
  <Words>408</Words>
  <Application>Microsoft Office PowerPoint</Application>
  <PresentationFormat>Widescreen</PresentationFormat>
  <Paragraphs>84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Data Measure</vt:lpstr>
      <vt:lpstr>Quickwrite</vt:lpstr>
      <vt:lpstr>Up - Talk - Down</vt:lpstr>
      <vt:lpstr>PowerPoint Presentation</vt:lpstr>
      <vt:lpstr>PowerPoint Presentation</vt:lpstr>
      <vt:lpstr>Guided Practice</vt:lpstr>
      <vt:lpstr>Independent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Measure</dc:title>
  <dc:creator>E4092707</dc:creator>
  <cp:lastModifiedBy>E4092707</cp:lastModifiedBy>
  <cp:revision>7</cp:revision>
  <dcterms:created xsi:type="dcterms:W3CDTF">2017-07-23T09:27:29Z</dcterms:created>
  <dcterms:modified xsi:type="dcterms:W3CDTF">2017-07-25T01:28:07Z</dcterms:modified>
</cp:coreProperties>
</file>