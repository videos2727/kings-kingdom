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3" r:id="rId2"/>
    <p:sldId id="264" r:id="rId3"/>
    <p:sldId id="257" r:id="rId4"/>
    <p:sldId id="258" r:id="rId5"/>
    <p:sldId id="260" r:id="rId6"/>
    <p:sldId id="269" r:id="rId7"/>
    <p:sldId id="266" r:id="rId8"/>
    <p:sldId id="271" r:id="rId9"/>
    <p:sldId id="262" r:id="rId10"/>
    <p:sldId id="272" r:id="rId11"/>
    <p:sldId id="270" r:id="rId1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54" autoAdjust="0"/>
    <p:restoredTop sz="94671" autoAdjust="0"/>
  </p:normalViewPr>
  <p:slideViewPr>
    <p:cSldViewPr>
      <p:cViewPr varScale="1">
        <p:scale>
          <a:sx n="93" d="100"/>
          <a:sy n="93" d="100"/>
        </p:scale>
        <p:origin x="-90" y="-9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2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21/07/2017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Give</a:t>
            </a:r>
            <a:r>
              <a:rPr lang="en-AU" baseline="0" dirty="0" smtClean="0"/>
              <a:t> them time to write what they know on the left hand side.</a:t>
            </a:r>
            <a:endParaRPr lang="en-AU" baseline="0" dirty="0"/>
          </a:p>
          <a:p>
            <a:r>
              <a:rPr lang="en-AU" baseline="0" dirty="0" smtClean="0"/>
              <a:t>How you get the info off them is up to you, TPS, popcorn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</a:t>
            </a:r>
            <a:r>
              <a:rPr lang="en-AU" baseline="0" dirty="0" smtClean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34270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Input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41963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Input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41963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Check</a:t>
            </a:r>
            <a:r>
              <a:rPr lang="en-AU" baseline="0" dirty="0" smtClean="0"/>
              <a:t>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68848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They will be plotting points to draw a picture of a Kangaroo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57112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baseline="0" dirty="0" smtClean="0"/>
              <a:t>In  groups of 3 to 4 students will work together to complete the picture, by following the instructions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66939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There will</a:t>
            </a:r>
            <a:r>
              <a:rPr lang="en-AU" baseline="0" dirty="0" smtClean="0"/>
              <a:t> be a hand out for each group with the </a:t>
            </a:r>
            <a:r>
              <a:rPr lang="en-AU" baseline="0" smtClean="0"/>
              <a:t>instructions also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8792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21/07/2017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21/07/2017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21/07/2017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21/07/2017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21/07/2017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21/07/2017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21/07/2017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21/07/2017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21/07/2017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21/07/2017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21/07/2017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21/07/2017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err="1" smtClean="0">
                <a:latin typeface="Algerian" panose="04020705040A02060702" pitchFamily="82" charset="0"/>
              </a:rPr>
              <a:t>Quickwrite</a:t>
            </a:r>
            <a:endParaRPr lang="en-AU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What do you know about plotting points on a graph.</a:t>
            </a:r>
          </a:p>
          <a:p>
            <a:pPr marL="0" indent="0">
              <a:buNone/>
            </a:pPr>
            <a:r>
              <a:rPr lang="en-AU" dirty="0" smtClean="0"/>
              <a:t>You have 2 minutes to write all you can remember</a:t>
            </a:r>
            <a:endParaRPr lang="en-AU" dirty="0" smtClean="0"/>
          </a:p>
        </p:txBody>
      </p:sp>
      <p:pic>
        <p:nvPicPr>
          <p:cNvPr id="6146" name="Picture 2" descr="C:\Users\e4075868\AppData\Local\Microsoft\Windows\Temporary Internet Files\Content.IE5\RP2BT71J\Writing-writing-31277215-579-612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240" y="2787774"/>
            <a:ext cx="2092451" cy="2211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5" y="4866501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73554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3762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12298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195736" y="1401407"/>
            <a:ext cx="0" cy="383442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7" y="303498"/>
            <a:ext cx="24410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Cartesian plane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7976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79757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How can we plot points on the Cartesian plane?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Lesson objective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By the end of this lesson you will be able to;</a:t>
            </a:r>
          </a:p>
          <a:p>
            <a:pPr>
              <a:buFontTx/>
              <a:buChar char="-"/>
            </a:pPr>
            <a:r>
              <a:rPr lang="en-AU" dirty="0" smtClean="0"/>
              <a:t>Identify the four quadrants in the Cartesian plane</a:t>
            </a:r>
          </a:p>
          <a:p>
            <a:pPr>
              <a:buFontTx/>
              <a:buChar char="-"/>
            </a:pPr>
            <a:r>
              <a:rPr lang="en-AU" dirty="0" smtClean="0"/>
              <a:t>Plot and identify points on the Cartesian Plane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67979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Success Criteria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You will know you are successful in achieving the objective by</a:t>
            </a:r>
            <a:r>
              <a:rPr lang="en-AU" dirty="0" smtClean="0"/>
              <a:t>…</a:t>
            </a:r>
          </a:p>
          <a:p>
            <a:pPr marL="0" indent="0">
              <a:buNone/>
            </a:pPr>
            <a:r>
              <a:rPr lang="en-AU" dirty="0" smtClean="0"/>
              <a:t>- Plot points on the </a:t>
            </a:r>
            <a:r>
              <a:rPr lang="en-AU" dirty="0"/>
              <a:t>C</a:t>
            </a:r>
            <a:r>
              <a:rPr lang="en-AU" dirty="0" smtClean="0"/>
              <a:t>artesian plane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09397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5" y="4866501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73554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3762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12298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267744" y="1437624"/>
            <a:ext cx="0" cy="383442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7" y="303498"/>
            <a:ext cx="24378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Cartesian Plane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7976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79757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EQ- How </a:t>
            </a:r>
            <a:r>
              <a:rPr lang="en-AU" sz="2400" dirty="0"/>
              <a:t>can we plot points on the Cartesian plane?</a:t>
            </a:r>
            <a:endParaRPr lang="en-AU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0321" y="1635646"/>
            <a:ext cx="2667000" cy="232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4132825" y="4221183"/>
                <a:ext cx="26797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1" i="1" smtClean="0">
                          <a:latin typeface="Cambria Math"/>
                        </a:rPr>
                        <m:t>𝑪𝒐𝒐𝒓𝒅𝒊𝒏𝒂𝒕𝒆𝒔</m:t>
                      </m:r>
                      <m:r>
                        <a:rPr lang="en-AU" b="1" i="1" smtClean="0">
                          <a:latin typeface="Cambria Math"/>
                        </a:rPr>
                        <m:t> </m:t>
                      </m:r>
                      <m:r>
                        <a:rPr lang="en-AU" b="1" i="1" smtClean="0">
                          <a:latin typeface="Cambria Math"/>
                        </a:rPr>
                        <m:t>𝒂𝒓𝒆</m:t>
                      </m:r>
                      <m:r>
                        <a:rPr lang="en-AU" b="1" i="1" smtClean="0">
                          <a:latin typeface="Cambria Math"/>
                        </a:rPr>
                        <m:t> </m:t>
                      </m:r>
                      <m:d>
                        <m:dPr>
                          <m:ctrlPr>
                            <a:rPr lang="en-AU" b="1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1" i="1" smtClean="0">
                              <a:latin typeface="Cambria Math"/>
                            </a:rPr>
                            <m:t>𝒙</m:t>
                          </m:r>
                          <m:r>
                            <a:rPr lang="en-AU" b="1" i="1" smtClean="0">
                              <a:latin typeface="Cambria Math"/>
                            </a:rPr>
                            <m:t>,</m:t>
                          </m:r>
                          <m:r>
                            <a:rPr lang="en-AU" b="1" i="1" smtClean="0">
                              <a:latin typeface="Cambria Math"/>
                            </a:rPr>
                            <m:t>𝒚</m:t>
                          </m:r>
                        </m:e>
                      </m:d>
                    </m:oMath>
                  </m:oMathPara>
                </a14:m>
                <a:endParaRPr lang="en-AU" b="1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2825" y="4221183"/>
                <a:ext cx="2679773" cy="369332"/>
              </a:xfrm>
              <a:prstGeom prst="rect">
                <a:avLst/>
              </a:prstGeom>
              <a:blipFill rotWithShape="1">
                <a:blip r:embed="rId4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119514" y="1635646"/>
            <a:ext cx="20042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the four quadrants?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300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5" y="4866501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73554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3762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12298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267744" y="1437624"/>
            <a:ext cx="0" cy="383442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7" y="303498"/>
            <a:ext cx="24378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Cartesian Plane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7976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79757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EQ- How </a:t>
            </a:r>
            <a:r>
              <a:rPr lang="en-AU" sz="2400" dirty="0"/>
              <a:t>can we plot points on the Cartesian plane?</a:t>
            </a:r>
            <a:endParaRPr lang="en-AU" sz="2400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1506561"/>
            <a:ext cx="5159031" cy="3696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7170" y="1506561"/>
            <a:ext cx="21237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you plot points on the </a:t>
            </a:r>
            <a:r>
              <a:rPr lang="en-AU" dirty="0" err="1" smtClean="0"/>
              <a:t>cartesian</a:t>
            </a:r>
            <a:r>
              <a:rPr lang="en-AU" dirty="0" smtClean="0"/>
              <a:t> plane?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21659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09487" y="0"/>
            <a:ext cx="5760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 smtClean="0"/>
              <a:t>What are the Coordinates?</a:t>
            </a:r>
            <a:endParaRPr lang="en-AU" sz="40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7525" y="707886"/>
            <a:ext cx="6024563" cy="431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1609487" y="2355726"/>
            <a:ext cx="762152" cy="7920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Rectangle 3"/>
          <p:cNvSpPr/>
          <p:nvPr/>
        </p:nvSpPr>
        <p:spPr>
          <a:xfrm>
            <a:off x="6300192" y="1851670"/>
            <a:ext cx="1069935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/>
          <p:cNvSpPr/>
          <p:nvPr/>
        </p:nvSpPr>
        <p:spPr>
          <a:xfrm>
            <a:off x="1609487" y="4371950"/>
            <a:ext cx="946289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/>
          <p:cNvSpPr/>
          <p:nvPr/>
        </p:nvSpPr>
        <p:spPr>
          <a:xfrm>
            <a:off x="6444208" y="3939902"/>
            <a:ext cx="925919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9543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7704" y="634539"/>
            <a:ext cx="56172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>
                <a:latin typeface="Algerian" panose="04020705040A02060702" pitchFamily="82" charset="0"/>
              </a:rPr>
              <a:t>Complete the practice sheet</a:t>
            </a:r>
            <a:endParaRPr lang="en-AU" sz="2800" dirty="0">
              <a:latin typeface="Algerian" panose="04020705040A02060702" pitchFamily="8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97874" y="1995686"/>
            <a:ext cx="34906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REMEMBER  X-axis first (horizontal)</a:t>
            </a:r>
            <a:endParaRPr lang="en-AU" dirty="0"/>
          </a:p>
        </p:txBody>
      </p:sp>
      <p:pic>
        <p:nvPicPr>
          <p:cNvPr id="7170" name="Picture 2" descr="C:\Users\e4075868\AppData\Local\Microsoft\Windows\Temporary Internet Files\Content.IE5\MID6V2CD\writing_clipart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7445" y="2245207"/>
            <a:ext cx="2715004" cy="2629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4326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Cartesian Plane Competition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n-AU" dirty="0" smtClean="0"/>
              <a:t>Place a sticker on the correct coordinate and connect the dots.</a:t>
            </a:r>
          </a:p>
          <a:p>
            <a:pPr>
              <a:buFontTx/>
              <a:buChar char="-"/>
            </a:pPr>
            <a:r>
              <a:rPr lang="en-AU" dirty="0" smtClean="0"/>
              <a:t>Work as a team to finish fastest</a:t>
            </a:r>
          </a:p>
          <a:p>
            <a:pPr>
              <a:buFontTx/>
              <a:buChar char="-"/>
            </a:pPr>
            <a:r>
              <a:rPr lang="en-AU" dirty="0" smtClean="0"/>
              <a:t>The team that finishes first wins!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426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>
                <a:latin typeface="Algerian" panose="04020705040A02060702" pitchFamily="82" charset="0"/>
              </a:rPr>
              <a:t>Instructions</a:t>
            </a:r>
            <a:endParaRPr lang="en-AU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>
            <a:noAutofit/>
          </a:bodyPr>
          <a:lstStyle/>
          <a:p>
            <a:pPr marL="0" indent="0">
              <a:buNone/>
            </a:pPr>
            <a:r>
              <a:rPr lang="en-AU" sz="1100" b="1" dirty="0" smtClean="0"/>
              <a:t>Start</a:t>
            </a:r>
            <a:r>
              <a:rPr lang="en-AU" sz="1100" dirty="0" smtClean="0"/>
              <a:t> </a:t>
            </a:r>
            <a:r>
              <a:rPr lang="en-AU" sz="1100" dirty="0"/>
              <a:t>(10,0) , (10,3) , (8,3) , (6,5) , (2,5) , (1,6) , (2,6) , (2,11) , (</a:t>
            </a:r>
            <a:r>
              <a:rPr lang="en-AU" sz="1100" dirty="0" smtClean="0"/>
              <a:t>1,12), (1,16</a:t>
            </a:r>
            <a:r>
              <a:rPr lang="en-AU" sz="1100" dirty="0"/>
              <a:t>) , </a:t>
            </a:r>
            <a:r>
              <a:rPr lang="en-AU" sz="1100" dirty="0" smtClean="0"/>
              <a:t>(</a:t>
            </a:r>
            <a:r>
              <a:rPr lang="en-AU" sz="1100" dirty="0"/>
              <a:t>2,17) , (2,26) , (3,25) , (4,26) , (5,25) , (6,26) , (7,25) , (8,26) , (9,25) , </a:t>
            </a:r>
            <a:r>
              <a:rPr lang="en-AU" sz="1100" dirty="0" smtClean="0"/>
              <a:t>(</a:t>
            </a:r>
            <a:r>
              <a:rPr lang="en-AU" sz="1100" dirty="0"/>
              <a:t>10,26) , (11,25) , (12,26) , (13,25) , (14,26) , (15,25) , (16,26) , (17,25) , </a:t>
            </a:r>
            <a:r>
              <a:rPr lang="en-AU" sz="1100" dirty="0" smtClean="0"/>
              <a:t>(</a:t>
            </a:r>
            <a:r>
              <a:rPr lang="en-AU" sz="1100" dirty="0"/>
              <a:t>18,26) , (18,15) , (17,4) , (16,3) , (16,0)</a:t>
            </a:r>
            <a:r>
              <a:rPr lang="en-AU" sz="1100" b="1" dirty="0"/>
              <a:t> Stop </a:t>
            </a:r>
            <a:endParaRPr lang="en-AU" sz="1100" b="1" dirty="0" smtClean="0"/>
          </a:p>
          <a:p>
            <a:pPr marL="0" indent="0">
              <a:buNone/>
            </a:pPr>
            <a:endParaRPr lang="en-AU" sz="1100" dirty="0"/>
          </a:p>
          <a:p>
            <a:pPr marL="0" indent="0">
              <a:buNone/>
            </a:pPr>
            <a:r>
              <a:rPr lang="en-AU" sz="1100" b="1" dirty="0"/>
              <a:t>Start</a:t>
            </a:r>
            <a:r>
              <a:rPr lang="en-AU" sz="1100" dirty="0"/>
              <a:t> (8,11) , (6,13) , (6,16) , (7,18) , (9,19) , (11,19) , (13,18) , (14,16) , (13,12) , </a:t>
            </a:r>
            <a:r>
              <a:rPr lang="en-AU" sz="1100" dirty="0" smtClean="0"/>
              <a:t>(</a:t>
            </a:r>
            <a:r>
              <a:rPr lang="en-AU" sz="1100" dirty="0"/>
              <a:t>10,11) , (9,11) </a:t>
            </a:r>
            <a:r>
              <a:rPr lang="en-AU" sz="1100" b="1" dirty="0"/>
              <a:t>Stop</a:t>
            </a:r>
            <a:r>
              <a:rPr lang="en-AU" sz="1100" dirty="0"/>
              <a:t> </a:t>
            </a:r>
            <a:endParaRPr lang="en-AU" sz="1100" dirty="0" smtClean="0"/>
          </a:p>
          <a:p>
            <a:pPr marL="0" indent="0">
              <a:buNone/>
            </a:pPr>
            <a:endParaRPr lang="en-AU" sz="1100" dirty="0"/>
          </a:p>
          <a:p>
            <a:pPr marL="0" indent="0">
              <a:buNone/>
            </a:pPr>
            <a:r>
              <a:rPr lang="en-AU" sz="1100" b="1" dirty="0"/>
              <a:t>Start</a:t>
            </a:r>
            <a:r>
              <a:rPr lang="en-AU" sz="1100" dirty="0"/>
              <a:t> (6,9) , (5,8) , (4,8) , (3,9) , (3,10) , (4,11) , (5,11) , (6,12) , (7,12) </a:t>
            </a:r>
            <a:r>
              <a:rPr lang="en-AU" sz="1100" b="1" dirty="0"/>
              <a:t>Stop </a:t>
            </a:r>
            <a:endParaRPr lang="en-AU" sz="1100" b="1" dirty="0" smtClean="0"/>
          </a:p>
          <a:p>
            <a:pPr marL="0" indent="0">
              <a:buNone/>
            </a:pPr>
            <a:endParaRPr lang="en-AU" sz="1100" dirty="0"/>
          </a:p>
          <a:p>
            <a:pPr marL="0" indent="0">
              <a:buNone/>
            </a:pPr>
            <a:r>
              <a:rPr lang="en-AU" sz="1100" b="1" dirty="0"/>
              <a:t>Start </a:t>
            </a:r>
            <a:r>
              <a:rPr lang="en-AU" sz="1100" dirty="0"/>
              <a:t>(6,17) , (5,18) , (4,18) , (2,17) </a:t>
            </a:r>
            <a:r>
              <a:rPr lang="en-AU" sz="1100" b="1" dirty="0"/>
              <a:t>Stop </a:t>
            </a:r>
            <a:endParaRPr lang="en-AU" sz="1100" b="1" dirty="0" smtClean="0"/>
          </a:p>
          <a:p>
            <a:pPr marL="0" indent="0">
              <a:buNone/>
            </a:pPr>
            <a:endParaRPr lang="en-AU" sz="1100" dirty="0"/>
          </a:p>
          <a:p>
            <a:pPr marL="0" indent="0">
              <a:buNone/>
            </a:pPr>
            <a:r>
              <a:rPr lang="en-AU" sz="1100" b="1" dirty="0"/>
              <a:t>Start</a:t>
            </a:r>
            <a:r>
              <a:rPr lang="en-AU" sz="1100" dirty="0"/>
              <a:t> (3,11) , (2,11) </a:t>
            </a:r>
            <a:r>
              <a:rPr lang="en-AU" sz="1100" b="1" dirty="0"/>
              <a:t>Stop </a:t>
            </a:r>
            <a:endParaRPr lang="en-AU" sz="1100" b="1" dirty="0" smtClean="0"/>
          </a:p>
          <a:p>
            <a:pPr marL="0" indent="0" algn="ctr">
              <a:buNone/>
            </a:pPr>
            <a:endParaRPr lang="en-AU" sz="1100" dirty="0" smtClean="0"/>
          </a:p>
          <a:p>
            <a:pPr marL="0" indent="0" algn="ctr">
              <a:buNone/>
            </a:pPr>
            <a:endParaRPr lang="en-AU" sz="1100" dirty="0"/>
          </a:p>
          <a:p>
            <a:pPr marL="0" indent="0" algn="ctr">
              <a:buNone/>
            </a:pPr>
            <a:endParaRPr lang="en-AU" sz="1100" dirty="0"/>
          </a:p>
          <a:p>
            <a:pPr marL="0" indent="0" algn="r">
              <a:buNone/>
            </a:pPr>
            <a:r>
              <a:rPr lang="en-AU" sz="1100" b="1" dirty="0"/>
              <a:t>Start</a:t>
            </a:r>
            <a:r>
              <a:rPr lang="en-AU" sz="1100" dirty="0"/>
              <a:t> (7,5) , (10,5) , (11,6) , (13,6) , (14,5) </a:t>
            </a:r>
            <a:r>
              <a:rPr lang="en-AU" sz="1100" b="1" dirty="0"/>
              <a:t>Stop </a:t>
            </a:r>
            <a:endParaRPr lang="en-AU" sz="1100" b="1" dirty="0" smtClean="0"/>
          </a:p>
          <a:p>
            <a:pPr marL="0" indent="0" algn="r">
              <a:buNone/>
            </a:pPr>
            <a:endParaRPr lang="en-AU" sz="1100" dirty="0"/>
          </a:p>
          <a:p>
            <a:pPr marL="0" indent="0" algn="r">
              <a:buNone/>
            </a:pPr>
            <a:r>
              <a:rPr lang="en-AU" sz="1100" b="1" dirty="0"/>
              <a:t>Start</a:t>
            </a:r>
            <a:r>
              <a:rPr lang="en-AU" sz="1100" dirty="0"/>
              <a:t> (13,7) , (13,6) </a:t>
            </a:r>
            <a:r>
              <a:rPr lang="en-AU" sz="1100" b="1" dirty="0"/>
              <a:t>Stop </a:t>
            </a:r>
            <a:endParaRPr lang="en-AU" sz="1100" b="1" dirty="0" smtClean="0"/>
          </a:p>
          <a:p>
            <a:pPr marL="0" indent="0" algn="r">
              <a:buNone/>
            </a:pPr>
            <a:endParaRPr lang="en-AU" sz="1100" dirty="0"/>
          </a:p>
          <a:p>
            <a:pPr marL="0" indent="0" algn="r">
              <a:buNone/>
            </a:pPr>
            <a:r>
              <a:rPr lang="en-AU" sz="1100" b="1" dirty="0"/>
              <a:t>Start</a:t>
            </a:r>
            <a:r>
              <a:rPr lang="en-AU" sz="1100" dirty="0"/>
              <a:t> (17,11) , (18,12) , (19,11) , (19,9) , (18,8) , (17,8) , (16,9) </a:t>
            </a:r>
            <a:r>
              <a:rPr lang="en-AU" sz="1100" b="1" dirty="0"/>
              <a:t>Stop </a:t>
            </a:r>
            <a:endParaRPr lang="en-AU" sz="1100" b="1" dirty="0" smtClean="0"/>
          </a:p>
          <a:p>
            <a:pPr marL="0" indent="0" algn="r">
              <a:buNone/>
            </a:pPr>
            <a:endParaRPr lang="en-AU" sz="1100" dirty="0" smtClean="0"/>
          </a:p>
          <a:p>
            <a:pPr marL="0" indent="0" algn="r">
              <a:buNone/>
            </a:pPr>
            <a:r>
              <a:rPr lang="en-AU" sz="1100" dirty="0" smtClean="0"/>
              <a:t>Big </a:t>
            </a:r>
            <a:r>
              <a:rPr lang="en-AU" sz="1100" dirty="0"/>
              <a:t>dot at (4,15) </a:t>
            </a:r>
            <a:endParaRPr lang="en-AU" sz="1100" dirty="0" smtClean="0"/>
          </a:p>
          <a:p>
            <a:pPr marL="0" indent="0" algn="r">
              <a:buNone/>
            </a:pPr>
            <a:endParaRPr lang="en-AU" sz="1100" dirty="0"/>
          </a:p>
          <a:p>
            <a:pPr marL="0" indent="0" algn="r">
              <a:buNone/>
            </a:pPr>
            <a:r>
              <a:rPr lang="en-AU" sz="1100" dirty="0"/>
              <a:t>Big dot at (11,15)</a:t>
            </a:r>
          </a:p>
        </p:txBody>
      </p:sp>
      <p:cxnSp>
        <p:nvCxnSpPr>
          <p:cNvPr id="5" name="Straight Connector 4"/>
          <p:cNvCxnSpPr>
            <a:stCxn id="3" idx="0"/>
            <a:endCxn id="3" idx="2"/>
          </p:cNvCxnSpPr>
          <p:nvPr/>
        </p:nvCxnSpPr>
        <p:spPr>
          <a:xfrm>
            <a:off x="4572000" y="1200151"/>
            <a:ext cx="0" cy="33944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669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Image result for coordinate pu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1530" y="169485"/>
            <a:ext cx="4104456" cy="4679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3840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3407</TotalTime>
  <Words>601</Words>
  <Application>Microsoft Office PowerPoint</Application>
  <PresentationFormat>On-screen Show (16:9)</PresentationFormat>
  <Paragraphs>82</Paragraphs>
  <Slides>11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Quickwrite</vt:lpstr>
      <vt:lpstr>PowerPoint Presentation</vt:lpstr>
      <vt:lpstr>Lesson objective</vt:lpstr>
      <vt:lpstr>Success Criteria</vt:lpstr>
      <vt:lpstr>PowerPoint Presentation</vt:lpstr>
      <vt:lpstr>PowerPoint Presentation</vt:lpstr>
      <vt:lpstr>PowerPoint Presentation</vt:lpstr>
      <vt:lpstr>PowerPoint Presentation</vt:lpstr>
      <vt:lpstr>Cartesian Plane Competition</vt:lpstr>
      <vt:lpstr>Instructions</vt:lpstr>
      <vt:lpstr>PowerPoint Presentation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MORGAN Adam</cp:lastModifiedBy>
  <cp:revision>12</cp:revision>
  <dcterms:created xsi:type="dcterms:W3CDTF">2016-10-20T03:14:06Z</dcterms:created>
  <dcterms:modified xsi:type="dcterms:W3CDTF">2017-07-23T14:25:00Z</dcterms:modified>
</cp:coreProperties>
</file>