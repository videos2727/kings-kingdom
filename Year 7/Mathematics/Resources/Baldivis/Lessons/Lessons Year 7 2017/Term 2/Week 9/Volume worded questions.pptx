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2" r:id="rId2"/>
    <p:sldId id="257" r:id="rId3"/>
    <p:sldId id="264" r:id="rId4"/>
    <p:sldId id="271" r:id="rId5"/>
    <p:sldId id="262" r:id="rId6"/>
    <p:sldId id="265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453" autoAdjust="0"/>
  </p:normalViewPr>
  <p:slideViewPr>
    <p:cSldViewPr>
      <p:cViewPr varScale="1">
        <p:scale>
          <a:sx n="100" d="100"/>
          <a:sy n="100" d="100"/>
        </p:scale>
        <p:origin x="946" y="1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E61455-C0C2-429A-9480-547E5E3E7B65}" type="doc">
      <dgm:prSet loTypeId="urn:diagrams.loki3.com/VaryingWidthList" loCatId="list" qsTypeId="urn:microsoft.com/office/officeart/2005/8/quickstyle/simple1" qsCatId="simple" csTypeId="urn:microsoft.com/office/officeart/2005/8/colors/colorful2" csCatId="colorful" phldr="1"/>
      <dgm:spPr/>
    </dgm:pt>
    <dgm:pt modelId="{56AE70EF-A3D9-4A9A-BC5E-5EF6172693F5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14B97633-3195-43AB-9AF2-F3BC760B81A6}" type="parTrans" cxnId="{182336C8-683B-4446-B6A4-EFE702F90DBB}">
      <dgm:prSet/>
      <dgm:spPr/>
      <dgm:t>
        <a:bodyPr/>
        <a:lstStyle/>
        <a:p>
          <a:endParaRPr lang="en-US"/>
        </a:p>
      </dgm:t>
    </dgm:pt>
    <dgm:pt modelId="{3718692F-9EE6-47D3-9055-6BB3CF60E473}" type="sibTrans" cxnId="{182336C8-683B-4446-B6A4-EFE702F90DBB}">
      <dgm:prSet/>
      <dgm:spPr/>
      <dgm:t>
        <a:bodyPr/>
        <a:lstStyle/>
        <a:p>
          <a:endParaRPr lang="en-US"/>
        </a:p>
      </dgm:t>
    </dgm:pt>
    <dgm:pt modelId="{1FDC7E54-336A-417B-BEFB-92E101A66659}">
      <dgm:prSet phldrT="[Text]"/>
      <dgm:spPr/>
      <dgm:t>
        <a:bodyPr/>
        <a:lstStyle/>
        <a:p>
          <a:r>
            <a:rPr lang="en-US" dirty="0"/>
            <a:t>U</a:t>
          </a:r>
        </a:p>
      </dgm:t>
    </dgm:pt>
    <dgm:pt modelId="{024DD89E-1288-4510-AB7B-809B5D01CCCC}" type="parTrans" cxnId="{0F1A89DE-CADB-499C-A05F-3BC51C044F87}">
      <dgm:prSet/>
      <dgm:spPr/>
      <dgm:t>
        <a:bodyPr/>
        <a:lstStyle/>
        <a:p>
          <a:endParaRPr lang="en-US"/>
        </a:p>
      </dgm:t>
    </dgm:pt>
    <dgm:pt modelId="{9B6A5834-611F-4E10-AF46-50BD9E5159B0}" type="sibTrans" cxnId="{0F1A89DE-CADB-499C-A05F-3BC51C044F87}">
      <dgm:prSet/>
      <dgm:spPr/>
      <dgm:t>
        <a:bodyPr/>
        <a:lstStyle/>
        <a:p>
          <a:endParaRPr lang="en-US"/>
        </a:p>
      </dgm:t>
    </dgm:pt>
    <dgm:pt modelId="{F504743F-0275-4DBB-875F-919DCDFF938E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6916E4BC-EE05-4293-91E9-6C76781BEFC6}" type="parTrans" cxnId="{047EFAFE-4328-4B41-A45A-4A9CDBE9F356}">
      <dgm:prSet/>
      <dgm:spPr/>
      <dgm:t>
        <a:bodyPr/>
        <a:lstStyle/>
        <a:p>
          <a:endParaRPr lang="en-US"/>
        </a:p>
      </dgm:t>
    </dgm:pt>
    <dgm:pt modelId="{BD6F799C-C32E-4821-9E4E-5D65AB9C808F}" type="sibTrans" cxnId="{047EFAFE-4328-4B41-A45A-4A9CDBE9F356}">
      <dgm:prSet/>
      <dgm:spPr/>
      <dgm:t>
        <a:bodyPr/>
        <a:lstStyle/>
        <a:p>
          <a:endParaRPr lang="en-US"/>
        </a:p>
      </dgm:t>
    </dgm:pt>
    <dgm:pt modelId="{644E33D3-7E63-4A04-BE5D-8C9F69138C17}">
      <dgm:prSet phldrT="[Text]"/>
      <dgm:spPr/>
      <dgm:t>
        <a:bodyPr/>
        <a:lstStyle/>
        <a:p>
          <a:r>
            <a:rPr lang="en-US" dirty="0"/>
            <a:t>E</a:t>
          </a:r>
        </a:p>
      </dgm:t>
    </dgm:pt>
    <dgm:pt modelId="{09C08A52-9F35-482D-AB5F-7E4EB4E40576}" type="parTrans" cxnId="{6CBD58F3-B4A9-4889-BB3D-98957C4C9642}">
      <dgm:prSet/>
      <dgm:spPr/>
      <dgm:t>
        <a:bodyPr/>
        <a:lstStyle/>
        <a:p>
          <a:endParaRPr lang="en-US"/>
        </a:p>
      </dgm:t>
    </dgm:pt>
    <dgm:pt modelId="{D62E7959-4040-458F-8192-D4619C191B0F}" type="sibTrans" cxnId="{6CBD58F3-B4A9-4889-BB3D-98957C4C9642}">
      <dgm:prSet/>
      <dgm:spPr/>
      <dgm:t>
        <a:bodyPr/>
        <a:lstStyle/>
        <a:p>
          <a:endParaRPr lang="en-US"/>
        </a:p>
      </dgm:t>
    </dgm:pt>
    <dgm:pt modelId="{4EBB697B-86C2-4917-9AFB-96806C906826}">
      <dgm:prSet phldrT="[Text]"/>
      <dgm:spPr/>
      <dgm:t>
        <a:bodyPr/>
        <a:lstStyle/>
        <a:p>
          <a:r>
            <a:rPr lang="en-US" dirty="0"/>
            <a:t>S</a:t>
          </a:r>
        </a:p>
      </dgm:t>
    </dgm:pt>
    <dgm:pt modelId="{CFFE1FE2-DDFE-418E-B1D2-9C329D712FBD}" type="parTrans" cxnId="{CF5B1CFF-61F3-4899-A26D-DA45B2624384}">
      <dgm:prSet/>
      <dgm:spPr/>
      <dgm:t>
        <a:bodyPr/>
        <a:lstStyle/>
        <a:p>
          <a:endParaRPr lang="en-US"/>
        </a:p>
      </dgm:t>
    </dgm:pt>
    <dgm:pt modelId="{71F61426-719A-4E4F-B55D-6BDBA262617A}" type="sibTrans" cxnId="{CF5B1CFF-61F3-4899-A26D-DA45B2624384}">
      <dgm:prSet/>
      <dgm:spPr/>
      <dgm:t>
        <a:bodyPr/>
        <a:lstStyle/>
        <a:p>
          <a:endParaRPr lang="en-US"/>
        </a:p>
      </dgm:t>
    </dgm:pt>
    <dgm:pt modelId="{79F696F5-D35E-412E-B00F-ADA68A466FFC}" type="pres">
      <dgm:prSet presAssocID="{EFE61455-C0C2-429A-9480-547E5E3E7B65}" presName="Name0" presStyleCnt="0">
        <dgm:presLayoutVars>
          <dgm:resizeHandles/>
        </dgm:presLayoutVars>
      </dgm:prSet>
      <dgm:spPr/>
    </dgm:pt>
    <dgm:pt modelId="{0FAC5118-7C1C-4F2E-9762-13B01C975AE2}" type="pres">
      <dgm:prSet presAssocID="{56AE70EF-A3D9-4A9A-BC5E-5EF6172693F5}" presName="text" presStyleLbl="node1" presStyleIdx="0" presStyleCnt="5">
        <dgm:presLayoutVars>
          <dgm:bulletEnabled val="1"/>
        </dgm:presLayoutVars>
      </dgm:prSet>
      <dgm:spPr/>
    </dgm:pt>
    <dgm:pt modelId="{471D6CF8-F035-4A96-8D51-F8F17724E61A}" type="pres">
      <dgm:prSet presAssocID="{3718692F-9EE6-47D3-9055-6BB3CF60E473}" presName="space" presStyleCnt="0"/>
      <dgm:spPr/>
    </dgm:pt>
    <dgm:pt modelId="{BB31E2B2-D116-4D83-A302-188361CBF0A9}" type="pres">
      <dgm:prSet presAssocID="{1FDC7E54-336A-417B-BEFB-92E101A66659}" presName="text" presStyleLbl="node1" presStyleIdx="1" presStyleCnt="5">
        <dgm:presLayoutVars>
          <dgm:bulletEnabled val="1"/>
        </dgm:presLayoutVars>
      </dgm:prSet>
      <dgm:spPr/>
    </dgm:pt>
    <dgm:pt modelId="{743D0488-C079-4C29-978F-FEC3C28B9218}" type="pres">
      <dgm:prSet presAssocID="{9B6A5834-611F-4E10-AF46-50BD9E5159B0}" presName="space" presStyleCnt="0"/>
      <dgm:spPr/>
    </dgm:pt>
    <dgm:pt modelId="{364778CA-1708-4AF7-947D-678D3A0CABA7}" type="pres">
      <dgm:prSet presAssocID="{F504743F-0275-4DBB-875F-919DCDFF938E}" presName="text" presStyleLbl="node1" presStyleIdx="2" presStyleCnt="5">
        <dgm:presLayoutVars>
          <dgm:bulletEnabled val="1"/>
        </dgm:presLayoutVars>
      </dgm:prSet>
      <dgm:spPr/>
    </dgm:pt>
    <dgm:pt modelId="{48574A5D-9DAA-423A-8845-E0B3FBD08E86}" type="pres">
      <dgm:prSet presAssocID="{BD6F799C-C32E-4821-9E4E-5D65AB9C808F}" presName="space" presStyleCnt="0"/>
      <dgm:spPr/>
    </dgm:pt>
    <dgm:pt modelId="{F2AF1DD1-D134-4FC1-8BED-4D797172FD6F}" type="pres">
      <dgm:prSet presAssocID="{644E33D3-7E63-4A04-BE5D-8C9F69138C17}" presName="text" presStyleLbl="node1" presStyleIdx="3" presStyleCnt="5">
        <dgm:presLayoutVars>
          <dgm:bulletEnabled val="1"/>
        </dgm:presLayoutVars>
      </dgm:prSet>
      <dgm:spPr/>
    </dgm:pt>
    <dgm:pt modelId="{D310C0C2-2612-43C9-A0C9-D199F49C992F}" type="pres">
      <dgm:prSet presAssocID="{D62E7959-4040-458F-8192-D4619C191B0F}" presName="space" presStyleCnt="0"/>
      <dgm:spPr/>
    </dgm:pt>
    <dgm:pt modelId="{7C9858FA-4B93-4F6B-9651-95EE20558CBA}" type="pres">
      <dgm:prSet presAssocID="{4EBB697B-86C2-4917-9AFB-96806C906826}" presName="text" presStyleLbl="node1" presStyleIdx="4" presStyleCnt="5">
        <dgm:presLayoutVars>
          <dgm:bulletEnabled val="1"/>
        </dgm:presLayoutVars>
      </dgm:prSet>
      <dgm:spPr/>
    </dgm:pt>
  </dgm:ptLst>
  <dgm:cxnLst>
    <dgm:cxn modelId="{9768580C-1A78-410D-A8AA-17E9D9842EFC}" type="presOf" srcId="{EFE61455-C0C2-429A-9480-547E5E3E7B65}" destId="{79F696F5-D35E-412E-B00F-ADA68A466FFC}" srcOrd="0" destOrd="0" presId="urn:diagrams.loki3.com/VaryingWidthList"/>
    <dgm:cxn modelId="{94292099-4C92-4B4C-BE8F-6638AFB67368}" type="presOf" srcId="{1FDC7E54-336A-417B-BEFB-92E101A66659}" destId="{BB31E2B2-D116-4D83-A302-188361CBF0A9}" srcOrd="0" destOrd="0" presId="urn:diagrams.loki3.com/VaryingWidthList"/>
    <dgm:cxn modelId="{9E0C05A1-1C19-4F9B-AF8C-CE864F0F3093}" type="presOf" srcId="{4EBB697B-86C2-4917-9AFB-96806C906826}" destId="{7C9858FA-4B93-4F6B-9651-95EE20558CBA}" srcOrd="0" destOrd="0" presId="urn:diagrams.loki3.com/VaryingWidthList"/>
    <dgm:cxn modelId="{CD4129B9-48A0-4D18-8E4B-F9D44C951C23}" type="presOf" srcId="{56AE70EF-A3D9-4A9A-BC5E-5EF6172693F5}" destId="{0FAC5118-7C1C-4F2E-9762-13B01C975AE2}" srcOrd="0" destOrd="0" presId="urn:diagrams.loki3.com/VaryingWidthList"/>
    <dgm:cxn modelId="{182336C8-683B-4446-B6A4-EFE702F90DBB}" srcId="{EFE61455-C0C2-429A-9480-547E5E3E7B65}" destId="{56AE70EF-A3D9-4A9A-BC5E-5EF6172693F5}" srcOrd="0" destOrd="0" parTransId="{14B97633-3195-43AB-9AF2-F3BC760B81A6}" sibTransId="{3718692F-9EE6-47D3-9055-6BB3CF60E473}"/>
    <dgm:cxn modelId="{764F53DB-0908-4B8B-8C90-996EDE20D706}" type="presOf" srcId="{644E33D3-7E63-4A04-BE5D-8C9F69138C17}" destId="{F2AF1DD1-D134-4FC1-8BED-4D797172FD6F}" srcOrd="0" destOrd="0" presId="urn:diagrams.loki3.com/VaryingWidthList"/>
    <dgm:cxn modelId="{0F1A89DE-CADB-499C-A05F-3BC51C044F87}" srcId="{EFE61455-C0C2-429A-9480-547E5E3E7B65}" destId="{1FDC7E54-336A-417B-BEFB-92E101A66659}" srcOrd="1" destOrd="0" parTransId="{024DD89E-1288-4510-AB7B-809B5D01CCCC}" sibTransId="{9B6A5834-611F-4E10-AF46-50BD9E5159B0}"/>
    <dgm:cxn modelId="{76FBE7EE-85FF-4CF1-8EDC-166AAFF7FDCF}" type="presOf" srcId="{F504743F-0275-4DBB-875F-919DCDFF938E}" destId="{364778CA-1708-4AF7-947D-678D3A0CABA7}" srcOrd="0" destOrd="0" presId="urn:diagrams.loki3.com/VaryingWidthList"/>
    <dgm:cxn modelId="{6CBD58F3-B4A9-4889-BB3D-98957C4C9642}" srcId="{EFE61455-C0C2-429A-9480-547E5E3E7B65}" destId="{644E33D3-7E63-4A04-BE5D-8C9F69138C17}" srcOrd="3" destOrd="0" parTransId="{09C08A52-9F35-482D-AB5F-7E4EB4E40576}" sibTransId="{D62E7959-4040-458F-8192-D4619C191B0F}"/>
    <dgm:cxn modelId="{047EFAFE-4328-4B41-A45A-4A9CDBE9F356}" srcId="{EFE61455-C0C2-429A-9480-547E5E3E7B65}" destId="{F504743F-0275-4DBB-875F-919DCDFF938E}" srcOrd="2" destOrd="0" parTransId="{6916E4BC-EE05-4293-91E9-6C76781BEFC6}" sibTransId="{BD6F799C-C32E-4821-9E4E-5D65AB9C808F}"/>
    <dgm:cxn modelId="{CF5B1CFF-61F3-4899-A26D-DA45B2624384}" srcId="{EFE61455-C0C2-429A-9480-547E5E3E7B65}" destId="{4EBB697B-86C2-4917-9AFB-96806C906826}" srcOrd="4" destOrd="0" parTransId="{CFFE1FE2-DDFE-418E-B1D2-9C329D712FBD}" sibTransId="{71F61426-719A-4E4F-B55D-6BDBA262617A}"/>
    <dgm:cxn modelId="{D53A1002-7659-475F-A5DB-D666D10F80CC}" type="presParOf" srcId="{79F696F5-D35E-412E-B00F-ADA68A466FFC}" destId="{0FAC5118-7C1C-4F2E-9762-13B01C975AE2}" srcOrd="0" destOrd="0" presId="urn:diagrams.loki3.com/VaryingWidthList"/>
    <dgm:cxn modelId="{EDADAF44-62CA-42F5-8AE2-9CFE4E4A556D}" type="presParOf" srcId="{79F696F5-D35E-412E-B00F-ADA68A466FFC}" destId="{471D6CF8-F035-4A96-8D51-F8F17724E61A}" srcOrd="1" destOrd="0" presId="urn:diagrams.loki3.com/VaryingWidthList"/>
    <dgm:cxn modelId="{B46E8DA0-469F-4BAE-9AA9-2E662E91FBF8}" type="presParOf" srcId="{79F696F5-D35E-412E-B00F-ADA68A466FFC}" destId="{BB31E2B2-D116-4D83-A302-188361CBF0A9}" srcOrd="2" destOrd="0" presId="urn:diagrams.loki3.com/VaryingWidthList"/>
    <dgm:cxn modelId="{CC276F83-82BE-4790-BF3A-6CD81A659023}" type="presParOf" srcId="{79F696F5-D35E-412E-B00F-ADA68A466FFC}" destId="{743D0488-C079-4C29-978F-FEC3C28B9218}" srcOrd="3" destOrd="0" presId="urn:diagrams.loki3.com/VaryingWidthList"/>
    <dgm:cxn modelId="{398371DB-EC38-49BE-8AC4-E6BB0858E12B}" type="presParOf" srcId="{79F696F5-D35E-412E-B00F-ADA68A466FFC}" destId="{364778CA-1708-4AF7-947D-678D3A0CABA7}" srcOrd="4" destOrd="0" presId="urn:diagrams.loki3.com/VaryingWidthList"/>
    <dgm:cxn modelId="{EA550BC1-5738-4B6A-B5B0-59A70B68A319}" type="presParOf" srcId="{79F696F5-D35E-412E-B00F-ADA68A466FFC}" destId="{48574A5D-9DAA-423A-8845-E0B3FBD08E86}" srcOrd="5" destOrd="0" presId="urn:diagrams.loki3.com/VaryingWidthList"/>
    <dgm:cxn modelId="{8B464997-54CD-432B-90AB-03C05D1E0A65}" type="presParOf" srcId="{79F696F5-D35E-412E-B00F-ADA68A466FFC}" destId="{F2AF1DD1-D134-4FC1-8BED-4D797172FD6F}" srcOrd="6" destOrd="0" presId="urn:diagrams.loki3.com/VaryingWidthList"/>
    <dgm:cxn modelId="{543B0F5C-2C51-422E-B465-71502C845CD7}" type="presParOf" srcId="{79F696F5-D35E-412E-B00F-ADA68A466FFC}" destId="{D310C0C2-2612-43C9-A0C9-D199F49C992F}" srcOrd="7" destOrd="0" presId="urn:diagrams.loki3.com/VaryingWidthList"/>
    <dgm:cxn modelId="{5DEAAFC9-3A4C-4747-8CC7-13B6A19A8121}" type="presParOf" srcId="{79F696F5-D35E-412E-B00F-ADA68A466FFC}" destId="{7C9858FA-4B93-4F6B-9651-95EE20558CBA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E61455-C0C2-429A-9480-547E5E3E7B65}" type="doc">
      <dgm:prSet loTypeId="urn:diagrams.loki3.com/VaryingWidthList" loCatId="list" qsTypeId="urn:microsoft.com/office/officeart/2005/8/quickstyle/simple1" qsCatId="simple" csTypeId="urn:microsoft.com/office/officeart/2005/8/colors/colorful2" csCatId="colorful" phldr="1"/>
      <dgm:spPr/>
    </dgm:pt>
    <dgm:pt modelId="{56AE70EF-A3D9-4A9A-BC5E-5EF6172693F5}">
      <dgm:prSet phldrT="[Text]"/>
      <dgm:spPr/>
      <dgm:t>
        <a:bodyPr/>
        <a:lstStyle/>
        <a:p>
          <a:r>
            <a:rPr lang="en-US" dirty="0"/>
            <a:t>C</a:t>
          </a:r>
        </a:p>
      </dgm:t>
    </dgm:pt>
    <dgm:pt modelId="{14B97633-3195-43AB-9AF2-F3BC760B81A6}" type="parTrans" cxnId="{182336C8-683B-4446-B6A4-EFE702F90DBB}">
      <dgm:prSet/>
      <dgm:spPr/>
      <dgm:t>
        <a:bodyPr/>
        <a:lstStyle/>
        <a:p>
          <a:endParaRPr lang="en-US"/>
        </a:p>
      </dgm:t>
    </dgm:pt>
    <dgm:pt modelId="{3718692F-9EE6-47D3-9055-6BB3CF60E473}" type="sibTrans" cxnId="{182336C8-683B-4446-B6A4-EFE702F90DBB}">
      <dgm:prSet/>
      <dgm:spPr/>
      <dgm:t>
        <a:bodyPr/>
        <a:lstStyle/>
        <a:p>
          <a:endParaRPr lang="en-US"/>
        </a:p>
      </dgm:t>
    </dgm:pt>
    <dgm:pt modelId="{1FDC7E54-336A-417B-BEFB-92E101A66659}">
      <dgm:prSet phldrT="[Text]"/>
      <dgm:spPr/>
      <dgm:t>
        <a:bodyPr/>
        <a:lstStyle/>
        <a:p>
          <a:r>
            <a:rPr lang="en-US" dirty="0"/>
            <a:t>U</a:t>
          </a:r>
        </a:p>
      </dgm:t>
    </dgm:pt>
    <dgm:pt modelId="{024DD89E-1288-4510-AB7B-809B5D01CCCC}" type="parTrans" cxnId="{0F1A89DE-CADB-499C-A05F-3BC51C044F87}">
      <dgm:prSet/>
      <dgm:spPr/>
      <dgm:t>
        <a:bodyPr/>
        <a:lstStyle/>
        <a:p>
          <a:endParaRPr lang="en-US"/>
        </a:p>
      </dgm:t>
    </dgm:pt>
    <dgm:pt modelId="{9B6A5834-611F-4E10-AF46-50BD9E5159B0}" type="sibTrans" cxnId="{0F1A89DE-CADB-499C-A05F-3BC51C044F87}">
      <dgm:prSet/>
      <dgm:spPr/>
      <dgm:t>
        <a:bodyPr/>
        <a:lstStyle/>
        <a:p>
          <a:endParaRPr lang="en-US"/>
        </a:p>
      </dgm:t>
    </dgm:pt>
    <dgm:pt modelId="{F504743F-0275-4DBB-875F-919DCDFF938E}">
      <dgm:prSet phldrT="[Text]"/>
      <dgm:spPr/>
      <dgm:t>
        <a:bodyPr/>
        <a:lstStyle/>
        <a:p>
          <a:r>
            <a:rPr lang="en-US" dirty="0"/>
            <a:t>B</a:t>
          </a:r>
        </a:p>
      </dgm:t>
    </dgm:pt>
    <dgm:pt modelId="{6916E4BC-EE05-4293-91E9-6C76781BEFC6}" type="parTrans" cxnId="{047EFAFE-4328-4B41-A45A-4A9CDBE9F356}">
      <dgm:prSet/>
      <dgm:spPr/>
      <dgm:t>
        <a:bodyPr/>
        <a:lstStyle/>
        <a:p>
          <a:endParaRPr lang="en-US"/>
        </a:p>
      </dgm:t>
    </dgm:pt>
    <dgm:pt modelId="{BD6F799C-C32E-4821-9E4E-5D65AB9C808F}" type="sibTrans" cxnId="{047EFAFE-4328-4B41-A45A-4A9CDBE9F356}">
      <dgm:prSet/>
      <dgm:spPr/>
      <dgm:t>
        <a:bodyPr/>
        <a:lstStyle/>
        <a:p>
          <a:endParaRPr lang="en-US"/>
        </a:p>
      </dgm:t>
    </dgm:pt>
    <dgm:pt modelId="{644E33D3-7E63-4A04-BE5D-8C9F69138C17}">
      <dgm:prSet phldrT="[Text]"/>
      <dgm:spPr/>
      <dgm:t>
        <a:bodyPr/>
        <a:lstStyle/>
        <a:p>
          <a:r>
            <a:rPr lang="en-US" dirty="0"/>
            <a:t>E</a:t>
          </a:r>
        </a:p>
      </dgm:t>
    </dgm:pt>
    <dgm:pt modelId="{09C08A52-9F35-482D-AB5F-7E4EB4E40576}" type="parTrans" cxnId="{6CBD58F3-B4A9-4889-BB3D-98957C4C9642}">
      <dgm:prSet/>
      <dgm:spPr/>
      <dgm:t>
        <a:bodyPr/>
        <a:lstStyle/>
        <a:p>
          <a:endParaRPr lang="en-US"/>
        </a:p>
      </dgm:t>
    </dgm:pt>
    <dgm:pt modelId="{D62E7959-4040-458F-8192-D4619C191B0F}" type="sibTrans" cxnId="{6CBD58F3-B4A9-4889-BB3D-98957C4C9642}">
      <dgm:prSet/>
      <dgm:spPr/>
      <dgm:t>
        <a:bodyPr/>
        <a:lstStyle/>
        <a:p>
          <a:endParaRPr lang="en-US"/>
        </a:p>
      </dgm:t>
    </dgm:pt>
    <dgm:pt modelId="{4EBB697B-86C2-4917-9AFB-96806C906826}">
      <dgm:prSet phldrT="[Text]"/>
      <dgm:spPr/>
      <dgm:t>
        <a:bodyPr/>
        <a:lstStyle/>
        <a:p>
          <a:r>
            <a:rPr lang="en-US" dirty="0"/>
            <a:t>S</a:t>
          </a:r>
        </a:p>
      </dgm:t>
    </dgm:pt>
    <dgm:pt modelId="{CFFE1FE2-DDFE-418E-B1D2-9C329D712FBD}" type="parTrans" cxnId="{CF5B1CFF-61F3-4899-A26D-DA45B2624384}">
      <dgm:prSet/>
      <dgm:spPr/>
      <dgm:t>
        <a:bodyPr/>
        <a:lstStyle/>
        <a:p>
          <a:endParaRPr lang="en-US"/>
        </a:p>
      </dgm:t>
    </dgm:pt>
    <dgm:pt modelId="{71F61426-719A-4E4F-B55D-6BDBA262617A}" type="sibTrans" cxnId="{CF5B1CFF-61F3-4899-A26D-DA45B2624384}">
      <dgm:prSet/>
      <dgm:spPr/>
      <dgm:t>
        <a:bodyPr/>
        <a:lstStyle/>
        <a:p>
          <a:endParaRPr lang="en-US"/>
        </a:p>
      </dgm:t>
    </dgm:pt>
    <dgm:pt modelId="{79F696F5-D35E-412E-B00F-ADA68A466FFC}" type="pres">
      <dgm:prSet presAssocID="{EFE61455-C0C2-429A-9480-547E5E3E7B65}" presName="Name0" presStyleCnt="0">
        <dgm:presLayoutVars>
          <dgm:resizeHandles/>
        </dgm:presLayoutVars>
      </dgm:prSet>
      <dgm:spPr/>
    </dgm:pt>
    <dgm:pt modelId="{0FAC5118-7C1C-4F2E-9762-13B01C975AE2}" type="pres">
      <dgm:prSet presAssocID="{56AE70EF-A3D9-4A9A-BC5E-5EF6172693F5}" presName="text" presStyleLbl="node1" presStyleIdx="0" presStyleCnt="5">
        <dgm:presLayoutVars>
          <dgm:bulletEnabled val="1"/>
        </dgm:presLayoutVars>
      </dgm:prSet>
      <dgm:spPr/>
    </dgm:pt>
    <dgm:pt modelId="{471D6CF8-F035-4A96-8D51-F8F17724E61A}" type="pres">
      <dgm:prSet presAssocID="{3718692F-9EE6-47D3-9055-6BB3CF60E473}" presName="space" presStyleCnt="0"/>
      <dgm:spPr/>
    </dgm:pt>
    <dgm:pt modelId="{BB31E2B2-D116-4D83-A302-188361CBF0A9}" type="pres">
      <dgm:prSet presAssocID="{1FDC7E54-336A-417B-BEFB-92E101A66659}" presName="text" presStyleLbl="node1" presStyleIdx="1" presStyleCnt="5">
        <dgm:presLayoutVars>
          <dgm:bulletEnabled val="1"/>
        </dgm:presLayoutVars>
      </dgm:prSet>
      <dgm:spPr/>
    </dgm:pt>
    <dgm:pt modelId="{743D0488-C079-4C29-978F-FEC3C28B9218}" type="pres">
      <dgm:prSet presAssocID="{9B6A5834-611F-4E10-AF46-50BD9E5159B0}" presName="space" presStyleCnt="0"/>
      <dgm:spPr/>
    </dgm:pt>
    <dgm:pt modelId="{364778CA-1708-4AF7-947D-678D3A0CABA7}" type="pres">
      <dgm:prSet presAssocID="{F504743F-0275-4DBB-875F-919DCDFF938E}" presName="text" presStyleLbl="node1" presStyleIdx="2" presStyleCnt="5">
        <dgm:presLayoutVars>
          <dgm:bulletEnabled val="1"/>
        </dgm:presLayoutVars>
      </dgm:prSet>
      <dgm:spPr/>
    </dgm:pt>
    <dgm:pt modelId="{48574A5D-9DAA-423A-8845-E0B3FBD08E86}" type="pres">
      <dgm:prSet presAssocID="{BD6F799C-C32E-4821-9E4E-5D65AB9C808F}" presName="space" presStyleCnt="0"/>
      <dgm:spPr/>
    </dgm:pt>
    <dgm:pt modelId="{F2AF1DD1-D134-4FC1-8BED-4D797172FD6F}" type="pres">
      <dgm:prSet presAssocID="{644E33D3-7E63-4A04-BE5D-8C9F69138C17}" presName="text" presStyleLbl="node1" presStyleIdx="3" presStyleCnt="5">
        <dgm:presLayoutVars>
          <dgm:bulletEnabled val="1"/>
        </dgm:presLayoutVars>
      </dgm:prSet>
      <dgm:spPr/>
    </dgm:pt>
    <dgm:pt modelId="{D310C0C2-2612-43C9-A0C9-D199F49C992F}" type="pres">
      <dgm:prSet presAssocID="{D62E7959-4040-458F-8192-D4619C191B0F}" presName="space" presStyleCnt="0"/>
      <dgm:spPr/>
    </dgm:pt>
    <dgm:pt modelId="{7C9858FA-4B93-4F6B-9651-95EE20558CBA}" type="pres">
      <dgm:prSet presAssocID="{4EBB697B-86C2-4917-9AFB-96806C906826}" presName="text" presStyleLbl="node1" presStyleIdx="4" presStyleCnt="5">
        <dgm:presLayoutVars>
          <dgm:bulletEnabled val="1"/>
        </dgm:presLayoutVars>
      </dgm:prSet>
      <dgm:spPr/>
    </dgm:pt>
  </dgm:ptLst>
  <dgm:cxnLst>
    <dgm:cxn modelId="{9768580C-1A78-410D-A8AA-17E9D9842EFC}" type="presOf" srcId="{EFE61455-C0C2-429A-9480-547E5E3E7B65}" destId="{79F696F5-D35E-412E-B00F-ADA68A466FFC}" srcOrd="0" destOrd="0" presId="urn:diagrams.loki3.com/VaryingWidthList"/>
    <dgm:cxn modelId="{94292099-4C92-4B4C-BE8F-6638AFB67368}" type="presOf" srcId="{1FDC7E54-336A-417B-BEFB-92E101A66659}" destId="{BB31E2B2-D116-4D83-A302-188361CBF0A9}" srcOrd="0" destOrd="0" presId="urn:diagrams.loki3.com/VaryingWidthList"/>
    <dgm:cxn modelId="{9E0C05A1-1C19-4F9B-AF8C-CE864F0F3093}" type="presOf" srcId="{4EBB697B-86C2-4917-9AFB-96806C906826}" destId="{7C9858FA-4B93-4F6B-9651-95EE20558CBA}" srcOrd="0" destOrd="0" presId="urn:diagrams.loki3.com/VaryingWidthList"/>
    <dgm:cxn modelId="{CD4129B9-48A0-4D18-8E4B-F9D44C951C23}" type="presOf" srcId="{56AE70EF-A3D9-4A9A-BC5E-5EF6172693F5}" destId="{0FAC5118-7C1C-4F2E-9762-13B01C975AE2}" srcOrd="0" destOrd="0" presId="urn:diagrams.loki3.com/VaryingWidthList"/>
    <dgm:cxn modelId="{182336C8-683B-4446-B6A4-EFE702F90DBB}" srcId="{EFE61455-C0C2-429A-9480-547E5E3E7B65}" destId="{56AE70EF-A3D9-4A9A-BC5E-5EF6172693F5}" srcOrd="0" destOrd="0" parTransId="{14B97633-3195-43AB-9AF2-F3BC760B81A6}" sibTransId="{3718692F-9EE6-47D3-9055-6BB3CF60E473}"/>
    <dgm:cxn modelId="{764F53DB-0908-4B8B-8C90-996EDE20D706}" type="presOf" srcId="{644E33D3-7E63-4A04-BE5D-8C9F69138C17}" destId="{F2AF1DD1-D134-4FC1-8BED-4D797172FD6F}" srcOrd="0" destOrd="0" presId="urn:diagrams.loki3.com/VaryingWidthList"/>
    <dgm:cxn modelId="{0F1A89DE-CADB-499C-A05F-3BC51C044F87}" srcId="{EFE61455-C0C2-429A-9480-547E5E3E7B65}" destId="{1FDC7E54-336A-417B-BEFB-92E101A66659}" srcOrd="1" destOrd="0" parTransId="{024DD89E-1288-4510-AB7B-809B5D01CCCC}" sibTransId="{9B6A5834-611F-4E10-AF46-50BD9E5159B0}"/>
    <dgm:cxn modelId="{76FBE7EE-85FF-4CF1-8EDC-166AAFF7FDCF}" type="presOf" srcId="{F504743F-0275-4DBB-875F-919DCDFF938E}" destId="{364778CA-1708-4AF7-947D-678D3A0CABA7}" srcOrd="0" destOrd="0" presId="urn:diagrams.loki3.com/VaryingWidthList"/>
    <dgm:cxn modelId="{6CBD58F3-B4A9-4889-BB3D-98957C4C9642}" srcId="{EFE61455-C0C2-429A-9480-547E5E3E7B65}" destId="{644E33D3-7E63-4A04-BE5D-8C9F69138C17}" srcOrd="3" destOrd="0" parTransId="{09C08A52-9F35-482D-AB5F-7E4EB4E40576}" sibTransId="{D62E7959-4040-458F-8192-D4619C191B0F}"/>
    <dgm:cxn modelId="{047EFAFE-4328-4B41-A45A-4A9CDBE9F356}" srcId="{EFE61455-C0C2-429A-9480-547E5E3E7B65}" destId="{F504743F-0275-4DBB-875F-919DCDFF938E}" srcOrd="2" destOrd="0" parTransId="{6916E4BC-EE05-4293-91E9-6C76781BEFC6}" sibTransId="{BD6F799C-C32E-4821-9E4E-5D65AB9C808F}"/>
    <dgm:cxn modelId="{CF5B1CFF-61F3-4899-A26D-DA45B2624384}" srcId="{EFE61455-C0C2-429A-9480-547E5E3E7B65}" destId="{4EBB697B-86C2-4917-9AFB-96806C906826}" srcOrd="4" destOrd="0" parTransId="{CFFE1FE2-DDFE-418E-B1D2-9C329D712FBD}" sibTransId="{71F61426-719A-4E4F-B55D-6BDBA262617A}"/>
    <dgm:cxn modelId="{D53A1002-7659-475F-A5DB-D666D10F80CC}" type="presParOf" srcId="{79F696F5-D35E-412E-B00F-ADA68A466FFC}" destId="{0FAC5118-7C1C-4F2E-9762-13B01C975AE2}" srcOrd="0" destOrd="0" presId="urn:diagrams.loki3.com/VaryingWidthList"/>
    <dgm:cxn modelId="{EDADAF44-62CA-42F5-8AE2-9CFE4E4A556D}" type="presParOf" srcId="{79F696F5-D35E-412E-B00F-ADA68A466FFC}" destId="{471D6CF8-F035-4A96-8D51-F8F17724E61A}" srcOrd="1" destOrd="0" presId="urn:diagrams.loki3.com/VaryingWidthList"/>
    <dgm:cxn modelId="{B46E8DA0-469F-4BAE-9AA9-2E662E91FBF8}" type="presParOf" srcId="{79F696F5-D35E-412E-B00F-ADA68A466FFC}" destId="{BB31E2B2-D116-4D83-A302-188361CBF0A9}" srcOrd="2" destOrd="0" presId="urn:diagrams.loki3.com/VaryingWidthList"/>
    <dgm:cxn modelId="{CC276F83-82BE-4790-BF3A-6CD81A659023}" type="presParOf" srcId="{79F696F5-D35E-412E-B00F-ADA68A466FFC}" destId="{743D0488-C079-4C29-978F-FEC3C28B9218}" srcOrd="3" destOrd="0" presId="urn:diagrams.loki3.com/VaryingWidthList"/>
    <dgm:cxn modelId="{398371DB-EC38-49BE-8AC4-E6BB0858E12B}" type="presParOf" srcId="{79F696F5-D35E-412E-B00F-ADA68A466FFC}" destId="{364778CA-1708-4AF7-947D-678D3A0CABA7}" srcOrd="4" destOrd="0" presId="urn:diagrams.loki3.com/VaryingWidthList"/>
    <dgm:cxn modelId="{EA550BC1-5738-4B6A-B5B0-59A70B68A319}" type="presParOf" srcId="{79F696F5-D35E-412E-B00F-ADA68A466FFC}" destId="{48574A5D-9DAA-423A-8845-E0B3FBD08E86}" srcOrd="5" destOrd="0" presId="urn:diagrams.loki3.com/VaryingWidthList"/>
    <dgm:cxn modelId="{8B464997-54CD-432B-90AB-03C05D1E0A65}" type="presParOf" srcId="{79F696F5-D35E-412E-B00F-ADA68A466FFC}" destId="{F2AF1DD1-D134-4FC1-8BED-4D797172FD6F}" srcOrd="6" destOrd="0" presId="urn:diagrams.loki3.com/VaryingWidthList"/>
    <dgm:cxn modelId="{543B0F5C-2C51-422E-B465-71502C845CD7}" type="presParOf" srcId="{79F696F5-D35E-412E-B00F-ADA68A466FFC}" destId="{D310C0C2-2612-43C9-A0C9-D199F49C992F}" srcOrd="7" destOrd="0" presId="urn:diagrams.loki3.com/VaryingWidthList"/>
    <dgm:cxn modelId="{5DEAAFC9-3A4C-4747-8CC7-13B6A19A8121}" type="presParOf" srcId="{79F696F5-D35E-412E-B00F-ADA68A466FFC}" destId="{7C9858FA-4B93-4F6B-9651-95EE20558CBA}" srcOrd="8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C5118-7C1C-4F2E-9762-13B01C975AE2}">
      <dsp:nvSpPr>
        <dsp:cNvPr id="0" name=""/>
        <dsp:cNvSpPr/>
      </dsp:nvSpPr>
      <dsp:spPr>
        <a:xfrm>
          <a:off x="65254" y="1183"/>
          <a:ext cx="720000" cy="517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</a:t>
          </a:r>
        </a:p>
      </dsp:txBody>
      <dsp:txXfrm>
        <a:off x="65254" y="1183"/>
        <a:ext cx="720000" cy="517639"/>
      </dsp:txXfrm>
    </dsp:sp>
    <dsp:sp modelId="{BB31E2B2-D116-4D83-A302-188361CBF0A9}">
      <dsp:nvSpPr>
        <dsp:cNvPr id="0" name=""/>
        <dsp:cNvSpPr/>
      </dsp:nvSpPr>
      <dsp:spPr>
        <a:xfrm>
          <a:off x="65254" y="544705"/>
          <a:ext cx="720000" cy="517639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</a:t>
          </a:r>
        </a:p>
      </dsp:txBody>
      <dsp:txXfrm>
        <a:off x="65254" y="544705"/>
        <a:ext cx="720000" cy="517639"/>
      </dsp:txXfrm>
    </dsp:sp>
    <dsp:sp modelId="{364778CA-1708-4AF7-947D-678D3A0CABA7}">
      <dsp:nvSpPr>
        <dsp:cNvPr id="0" name=""/>
        <dsp:cNvSpPr/>
      </dsp:nvSpPr>
      <dsp:spPr>
        <a:xfrm>
          <a:off x="65254" y="1088226"/>
          <a:ext cx="720000" cy="517639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B</a:t>
          </a:r>
        </a:p>
      </dsp:txBody>
      <dsp:txXfrm>
        <a:off x="65254" y="1088226"/>
        <a:ext cx="720000" cy="517639"/>
      </dsp:txXfrm>
    </dsp:sp>
    <dsp:sp modelId="{F2AF1DD1-D134-4FC1-8BED-4D797172FD6F}">
      <dsp:nvSpPr>
        <dsp:cNvPr id="0" name=""/>
        <dsp:cNvSpPr/>
      </dsp:nvSpPr>
      <dsp:spPr>
        <a:xfrm>
          <a:off x="65254" y="1631747"/>
          <a:ext cx="720000" cy="517639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</a:t>
          </a:r>
        </a:p>
      </dsp:txBody>
      <dsp:txXfrm>
        <a:off x="65254" y="1631747"/>
        <a:ext cx="720000" cy="517639"/>
      </dsp:txXfrm>
    </dsp:sp>
    <dsp:sp modelId="{7C9858FA-4B93-4F6B-9651-95EE20558CBA}">
      <dsp:nvSpPr>
        <dsp:cNvPr id="0" name=""/>
        <dsp:cNvSpPr/>
      </dsp:nvSpPr>
      <dsp:spPr>
        <a:xfrm>
          <a:off x="65254" y="2175268"/>
          <a:ext cx="720000" cy="51763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</a:t>
          </a:r>
        </a:p>
      </dsp:txBody>
      <dsp:txXfrm>
        <a:off x="65254" y="2175268"/>
        <a:ext cx="720000" cy="5176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AC5118-7C1C-4F2E-9762-13B01C975AE2}">
      <dsp:nvSpPr>
        <dsp:cNvPr id="0" name=""/>
        <dsp:cNvSpPr/>
      </dsp:nvSpPr>
      <dsp:spPr>
        <a:xfrm>
          <a:off x="65254" y="1183"/>
          <a:ext cx="720000" cy="517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</a:t>
          </a:r>
        </a:p>
      </dsp:txBody>
      <dsp:txXfrm>
        <a:off x="65254" y="1183"/>
        <a:ext cx="720000" cy="517639"/>
      </dsp:txXfrm>
    </dsp:sp>
    <dsp:sp modelId="{BB31E2B2-D116-4D83-A302-188361CBF0A9}">
      <dsp:nvSpPr>
        <dsp:cNvPr id="0" name=""/>
        <dsp:cNvSpPr/>
      </dsp:nvSpPr>
      <dsp:spPr>
        <a:xfrm>
          <a:off x="65254" y="544705"/>
          <a:ext cx="720000" cy="517639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</a:t>
          </a:r>
        </a:p>
      </dsp:txBody>
      <dsp:txXfrm>
        <a:off x="65254" y="544705"/>
        <a:ext cx="720000" cy="517639"/>
      </dsp:txXfrm>
    </dsp:sp>
    <dsp:sp modelId="{364778CA-1708-4AF7-947D-678D3A0CABA7}">
      <dsp:nvSpPr>
        <dsp:cNvPr id="0" name=""/>
        <dsp:cNvSpPr/>
      </dsp:nvSpPr>
      <dsp:spPr>
        <a:xfrm>
          <a:off x="65254" y="1088226"/>
          <a:ext cx="720000" cy="517639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B</a:t>
          </a:r>
        </a:p>
      </dsp:txBody>
      <dsp:txXfrm>
        <a:off x="65254" y="1088226"/>
        <a:ext cx="720000" cy="517639"/>
      </dsp:txXfrm>
    </dsp:sp>
    <dsp:sp modelId="{F2AF1DD1-D134-4FC1-8BED-4D797172FD6F}">
      <dsp:nvSpPr>
        <dsp:cNvPr id="0" name=""/>
        <dsp:cNvSpPr/>
      </dsp:nvSpPr>
      <dsp:spPr>
        <a:xfrm>
          <a:off x="65254" y="1631747"/>
          <a:ext cx="720000" cy="517639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E</a:t>
          </a:r>
        </a:p>
      </dsp:txBody>
      <dsp:txXfrm>
        <a:off x="65254" y="1631747"/>
        <a:ext cx="720000" cy="517639"/>
      </dsp:txXfrm>
    </dsp:sp>
    <dsp:sp modelId="{7C9858FA-4B93-4F6B-9651-95EE20558CBA}">
      <dsp:nvSpPr>
        <dsp:cNvPr id="0" name=""/>
        <dsp:cNvSpPr/>
      </dsp:nvSpPr>
      <dsp:spPr>
        <a:xfrm>
          <a:off x="65254" y="2175268"/>
          <a:ext cx="720000" cy="51763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</a:t>
          </a:r>
        </a:p>
      </dsp:txBody>
      <dsp:txXfrm>
        <a:off x="65254" y="2175268"/>
        <a:ext cx="720000" cy="5176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the kids write down all of this and stop every step of the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5353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the kids write down all of this and stop every step of the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9240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22/06/2017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solve volume word problems?</a:t>
            </a:r>
          </a:p>
        </p:txBody>
      </p:sp>
    </p:spTree>
    <p:extLst>
      <p:ext uri="{BB962C8B-B14F-4D97-AF65-F5344CB8AC3E}">
        <p14:creationId xmlns:p14="http://schemas.microsoft.com/office/powerpoint/2010/main" val="359442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Solve volume word problems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solve volume word problems?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9777" y="3003798"/>
            <a:ext cx="1440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CUBES strategy?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B1C0199-E5C1-4C8C-8338-5692EE7384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0200397"/>
              </p:ext>
            </p:extLst>
          </p:nvPr>
        </p:nvGraphicFramePr>
        <p:xfrm>
          <a:off x="2699792" y="2283718"/>
          <a:ext cx="850509" cy="2694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5046BB2-B38D-4B17-9187-1A4D849D2504}"/>
              </a:ext>
            </a:extLst>
          </p:cNvPr>
          <p:cNvSpPr txBox="1"/>
          <p:nvPr/>
        </p:nvSpPr>
        <p:spPr>
          <a:xfrm>
            <a:off x="3593046" y="228828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Circle key numbers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F4F4A-409C-4BEA-807E-07E635BE47D2}"/>
              </a:ext>
            </a:extLst>
          </p:cNvPr>
          <p:cNvSpPr txBox="1"/>
          <p:nvPr/>
        </p:nvSpPr>
        <p:spPr>
          <a:xfrm>
            <a:off x="323528" y="1563638"/>
            <a:ext cx="144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#1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1E40E-E87A-4258-A17D-909D952DBF21}"/>
              </a:ext>
            </a:extLst>
          </p:cNvPr>
          <p:cNvSpPr txBox="1"/>
          <p:nvPr/>
        </p:nvSpPr>
        <p:spPr>
          <a:xfrm>
            <a:off x="2123728" y="1491630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bin has a base of 22 cm by 22 cm and height 64 cm. How many litres of water would the bin hold (1000 cm³ = 1 L)?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5915E-1C68-4CB4-8FB6-C80DFB4F4DE4}"/>
              </a:ext>
            </a:extLst>
          </p:cNvPr>
          <p:cNvSpPr txBox="1"/>
          <p:nvPr/>
        </p:nvSpPr>
        <p:spPr>
          <a:xfrm>
            <a:off x="3593046" y="292468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Underline the questions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7B33F-3FAD-46C7-B6C5-B8829AB71223}"/>
              </a:ext>
            </a:extLst>
          </p:cNvPr>
          <p:cNvSpPr txBox="1"/>
          <p:nvPr/>
        </p:nvSpPr>
        <p:spPr>
          <a:xfrm>
            <a:off x="3593046" y="3437275"/>
            <a:ext cx="313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Box any math action words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B988A3-E993-4752-AA1D-EFA94C0CB530}"/>
              </a:ext>
            </a:extLst>
          </p:cNvPr>
          <p:cNvSpPr txBox="1"/>
          <p:nvPr/>
        </p:nvSpPr>
        <p:spPr>
          <a:xfrm>
            <a:off x="3593046" y="4055725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Evaluate (what steps do I take?)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01530F-48FE-41CA-852F-705C36629206}"/>
              </a:ext>
            </a:extLst>
          </p:cNvPr>
          <p:cNvSpPr txBox="1"/>
          <p:nvPr/>
        </p:nvSpPr>
        <p:spPr>
          <a:xfrm>
            <a:off x="3419872" y="4583956"/>
            <a:ext cx="283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Solve and check – Your turn!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F2B80A-BF52-4579-B6FB-75F71B4CA285}"/>
              </a:ext>
            </a:extLst>
          </p:cNvPr>
          <p:cNvSpPr/>
          <p:nvPr/>
        </p:nvSpPr>
        <p:spPr>
          <a:xfrm>
            <a:off x="3995936" y="1563638"/>
            <a:ext cx="288032" cy="25115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B8CC02-3186-4E52-BC53-6E971F9ED56A}"/>
              </a:ext>
            </a:extLst>
          </p:cNvPr>
          <p:cNvSpPr/>
          <p:nvPr/>
        </p:nvSpPr>
        <p:spPr>
          <a:xfrm>
            <a:off x="4874611" y="1548028"/>
            <a:ext cx="288032" cy="25115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96F904-DDA3-45E4-B602-4FB31AD19571}"/>
              </a:ext>
            </a:extLst>
          </p:cNvPr>
          <p:cNvSpPr/>
          <p:nvPr/>
        </p:nvSpPr>
        <p:spPr>
          <a:xfrm>
            <a:off x="6516216" y="1563638"/>
            <a:ext cx="288032" cy="25115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6361089-0BE9-4745-820E-305F13875467}"/>
              </a:ext>
            </a:extLst>
          </p:cNvPr>
          <p:cNvSpPr/>
          <p:nvPr/>
        </p:nvSpPr>
        <p:spPr>
          <a:xfrm>
            <a:off x="5313458" y="1785506"/>
            <a:ext cx="1781120" cy="388946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8D52FCF-1613-4665-AF3C-9AAB906FDFD4}"/>
              </a:ext>
            </a:extLst>
          </p:cNvPr>
          <p:cNvCxnSpPr/>
          <p:nvPr/>
        </p:nvCxnSpPr>
        <p:spPr>
          <a:xfrm>
            <a:off x="7236296" y="1799185"/>
            <a:ext cx="864096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96EBB3-C420-4266-A247-60F1C15B49AF}"/>
              </a:ext>
            </a:extLst>
          </p:cNvPr>
          <p:cNvCxnSpPr>
            <a:cxnSpLocks/>
          </p:cNvCxnSpPr>
          <p:nvPr/>
        </p:nvCxnSpPr>
        <p:spPr>
          <a:xfrm>
            <a:off x="2241572" y="2137961"/>
            <a:ext cx="3007658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E1D5ACF-76A4-49AD-B05A-4418C8A25016}"/>
              </a:ext>
            </a:extLst>
          </p:cNvPr>
          <p:cNvSpPr/>
          <p:nvPr/>
        </p:nvSpPr>
        <p:spPr>
          <a:xfrm>
            <a:off x="4572000" y="1563638"/>
            <a:ext cx="302611" cy="25115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EE21CE-BDD1-42F3-8F5E-03CC97FF0B4A}"/>
              </a:ext>
            </a:extLst>
          </p:cNvPr>
          <p:cNvSpPr/>
          <p:nvPr/>
        </p:nvSpPr>
        <p:spPr>
          <a:xfrm>
            <a:off x="5891820" y="1551097"/>
            <a:ext cx="624396" cy="25115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28BC54-FA3B-4F46-9745-618674E46563}"/>
              </a:ext>
            </a:extLst>
          </p:cNvPr>
          <p:cNvSpPr/>
          <p:nvPr/>
        </p:nvSpPr>
        <p:spPr>
          <a:xfrm>
            <a:off x="4874611" y="1815096"/>
            <a:ext cx="460607" cy="24881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2F77A3-D64A-49D9-AF92-1B544BA4AFD7}"/>
              </a:ext>
            </a:extLst>
          </p:cNvPr>
          <p:cNvSpPr/>
          <p:nvPr/>
        </p:nvSpPr>
        <p:spPr>
          <a:xfrm>
            <a:off x="6364708" y="1854762"/>
            <a:ext cx="129748" cy="213114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3C52F7-68CF-44BC-A5AD-F82E1DCE3A2D}"/>
              </a:ext>
            </a:extLst>
          </p:cNvPr>
          <p:cNvSpPr txBox="1"/>
          <p:nvPr/>
        </p:nvSpPr>
        <p:spPr>
          <a:xfrm>
            <a:off x="6652970" y="2591029"/>
            <a:ext cx="1725894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sz="1400" dirty="0"/>
              <a:t>Draw a diagram</a:t>
            </a:r>
          </a:p>
          <a:p>
            <a:pPr marL="342900" indent="-342900">
              <a:buAutoNum type="arabicPeriod"/>
            </a:pPr>
            <a:r>
              <a:rPr lang="en-AU" sz="1400" dirty="0"/>
              <a:t>Find the volume</a:t>
            </a:r>
          </a:p>
          <a:p>
            <a:pPr marL="342900" indent="-342900">
              <a:buAutoNum type="arabicPeriod"/>
            </a:pPr>
            <a:r>
              <a:rPr lang="en-AU" sz="1400" dirty="0"/>
              <a:t>Convert the units from cm³ to 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E3704C-85D6-460D-A793-B011ECCEE3C8}"/>
              </a:ext>
            </a:extLst>
          </p:cNvPr>
          <p:cNvSpPr txBox="1"/>
          <p:nvPr/>
        </p:nvSpPr>
        <p:spPr>
          <a:xfrm>
            <a:off x="6349276" y="4500183"/>
            <a:ext cx="273630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22cm x 22cm x 64 cm = 30,967 cm³</a:t>
            </a:r>
          </a:p>
          <a:p>
            <a:r>
              <a:rPr lang="en-AU" sz="1400" dirty="0"/>
              <a:t>30,967 cm³ ÷ 1000 = </a:t>
            </a:r>
            <a:r>
              <a:rPr lang="en-AU" sz="1400" dirty="0">
                <a:solidFill>
                  <a:srgbClr val="FF0000"/>
                </a:solidFill>
              </a:rPr>
              <a:t>30.967 L</a:t>
            </a:r>
            <a:r>
              <a:rPr lang="en-AU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8" grpId="0">
        <p:bldAsOne/>
      </p:bldGraphic>
      <p:bldP spid="13" grpId="0"/>
      <p:bldP spid="14" grpId="0"/>
      <p:bldP spid="15" grpId="0"/>
      <p:bldP spid="17" grpId="0"/>
      <p:bldP spid="18" grpId="0"/>
      <p:bldP spid="19" grpId="0"/>
      <p:bldP spid="16" grpId="0" animBg="1"/>
      <p:bldP spid="22" grpId="0" animBg="1"/>
      <p:bldP spid="23" grpId="0" animBg="1"/>
      <p:bldP spid="24" grpId="0" animBg="1"/>
      <p:bldP spid="28" grpId="0" animBg="1"/>
      <p:bldP spid="30" grpId="0" animBg="1"/>
      <p:bldP spid="31" grpId="0" animBg="1"/>
      <p:bldP spid="32" grpId="0" animBg="1"/>
      <p:bldP spid="29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solve volume word problems?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B1C0199-E5C1-4C8C-8338-5692EE738428}"/>
              </a:ext>
            </a:extLst>
          </p:cNvPr>
          <p:cNvGraphicFramePr/>
          <p:nvPr/>
        </p:nvGraphicFramePr>
        <p:xfrm>
          <a:off x="2699792" y="2283718"/>
          <a:ext cx="850509" cy="2694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5046BB2-B38D-4B17-9187-1A4D849D2504}"/>
              </a:ext>
            </a:extLst>
          </p:cNvPr>
          <p:cNvSpPr txBox="1"/>
          <p:nvPr/>
        </p:nvSpPr>
        <p:spPr>
          <a:xfrm>
            <a:off x="3593046" y="228828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Circle key numbers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8F4F4A-409C-4BEA-807E-07E635BE47D2}"/>
              </a:ext>
            </a:extLst>
          </p:cNvPr>
          <p:cNvSpPr txBox="1"/>
          <p:nvPr/>
        </p:nvSpPr>
        <p:spPr>
          <a:xfrm>
            <a:off x="323528" y="1563638"/>
            <a:ext cx="144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#2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1E40E-E87A-4258-A17D-909D952DBF21}"/>
              </a:ext>
            </a:extLst>
          </p:cNvPr>
          <p:cNvSpPr txBox="1"/>
          <p:nvPr/>
        </p:nvSpPr>
        <p:spPr>
          <a:xfrm>
            <a:off x="2123728" y="1491630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milk carton has a base of 10 cm by 10 cm and a height of 20 cm. How many litres of milk will the carton hold (1000 cm3 = 1 L)?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5915E-1C68-4CB4-8FB6-C80DFB4F4DE4}"/>
              </a:ext>
            </a:extLst>
          </p:cNvPr>
          <p:cNvSpPr txBox="1"/>
          <p:nvPr/>
        </p:nvSpPr>
        <p:spPr>
          <a:xfrm>
            <a:off x="3593046" y="292468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Underline the questions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37B33F-3FAD-46C7-B6C5-B8829AB71223}"/>
              </a:ext>
            </a:extLst>
          </p:cNvPr>
          <p:cNvSpPr txBox="1"/>
          <p:nvPr/>
        </p:nvSpPr>
        <p:spPr>
          <a:xfrm>
            <a:off x="3593046" y="3437275"/>
            <a:ext cx="313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Box any math action words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B988A3-E993-4752-AA1D-EFA94C0CB530}"/>
              </a:ext>
            </a:extLst>
          </p:cNvPr>
          <p:cNvSpPr txBox="1"/>
          <p:nvPr/>
        </p:nvSpPr>
        <p:spPr>
          <a:xfrm>
            <a:off x="3593046" y="4055725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Evaluate (what steps do I take?)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01530F-48FE-41CA-852F-705C36629206}"/>
              </a:ext>
            </a:extLst>
          </p:cNvPr>
          <p:cNvSpPr txBox="1"/>
          <p:nvPr/>
        </p:nvSpPr>
        <p:spPr>
          <a:xfrm>
            <a:off x="3419872" y="4583956"/>
            <a:ext cx="283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Solve and check – Your turn!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7F2B80A-BF52-4579-B6FB-75F71B4CA285}"/>
              </a:ext>
            </a:extLst>
          </p:cNvPr>
          <p:cNvSpPr/>
          <p:nvPr/>
        </p:nvSpPr>
        <p:spPr>
          <a:xfrm>
            <a:off x="4750986" y="1554387"/>
            <a:ext cx="288032" cy="25115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B8CC02-3186-4E52-BC53-6E971F9ED56A}"/>
              </a:ext>
            </a:extLst>
          </p:cNvPr>
          <p:cNvSpPr/>
          <p:nvPr/>
        </p:nvSpPr>
        <p:spPr>
          <a:xfrm>
            <a:off x="5603789" y="1554387"/>
            <a:ext cx="288032" cy="25115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96F904-DDA3-45E4-B602-4FB31AD19571}"/>
              </a:ext>
            </a:extLst>
          </p:cNvPr>
          <p:cNvSpPr/>
          <p:nvPr/>
        </p:nvSpPr>
        <p:spPr>
          <a:xfrm>
            <a:off x="7666276" y="1548028"/>
            <a:ext cx="284252" cy="266767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6361089-0BE9-4745-820E-305F13875467}"/>
              </a:ext>
            </a:extLst>
          </p:cNvPr>
          <p:cNvSpPr/>
          <p:nvPr/>
        </p:nvSpPr>
        <p:spPr>
          <a:xfrm>
            <a:off x="6297337" y="1769783"/>
            <a:ext cx="1781120" cy="388946"/>
          </a:xfrm>
          <a:prstGeom prst="ellipse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96EBB3-C420-4266-A247-60F1C15B49AF}"/>
              </a:ext>
            </a:extLst>
          </p:cNvPr>
          <p:cNvCxnSpPr>
            <a:cxnSpLocks/>
          </p:cNvCxnSpPr>
          <p:nvPr/>
        </p:nvCxnSpPr>
        <p:spPr>
          <a:xfrm>
            <a:off x="2241572" y="2137961"/>
            <a:ext cx="4107704" cy="0"/>
          </a:xfrm>
          <a:prstGeom prst="line">
            <a:avLst/>
          </a:pr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E1D5ACF-76A4-49AD-B05A-4418C8A25016}"/>
              </a:ext>
            </a:extLst>
          </p:cNvPr>
          <p:cNvSpPr/>
          <p:nvPr/>
        </p:nvSpPr>
        <p:spPr>
          <a:xfrm>
            <a:off x="5341693" y="1562342"/>
            <a:ext cx="302611" cy="25115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EE21CE-BDD1-42F3-8F5E-03CC97FF0B4A}"/>
              </a:ext>
            </a:extLst>
          </p:cNvPr>
          <p:cNvSpPr/>
          <p:nvPr/>
        </p:nvSpPr>
        <p:spPr>
          <a:xfrm>
            <a:off x="6769478" y="1541460"/>
            <a:ext cx="624396" cy="25115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28BC54-FA3B-4F46-9745-618674E46563}"/>
              </a:ext>
            </a:extLst>
          </p:cNvPr>
          <p:cNvSpPr/>
          <p:nvPr/>
        </p:nvSpPr>
        <p:spPr>
          <a:xfrm>
            <a:off x="5819516" y="1822592"/>
            <a:ext cx="460607" cy="248817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2F77A3-D64A-49D9-AF92-1B544BA4AFD7}"/>
              </a:ext>
            </a:extLst>
          </p:cNvPr>
          <p:cNvSpPr/>
          <p:nvPr/>
        </p:nvSpPr>
        <p:spPr>
          <a:xfrm>
            <a:off x="7341023" y="1849316"/>
            <a:ext cx="129748" cy="213114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3C52F7-68CF-44BC-A5AD-F82E1DCE3A2D}"/>
              </a:ext>
            </a:extLst>
          </p:cNvPr>
          <p:cNvSpPr txBox="1"/>
          <p:nvPr/>
        </p:nvSpPr>
        <p:spPr>
          <a:xfrm>
            <a:off x="6652970" y="2591029"/>
            <a:ext cx="1725894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sz="1400" dirty="0"/>
              <a:t>Draw a diagram</a:t>
            </a:r>
          </a:p>
          <a:p>
            <a:pPr marL="342900" indent="-342900">
              <a:buAutoNum type="arabicPeriod"/>
            </a:pPr>
            <a:r>
              <a:rPr lang="en-AU" sz="1400" dirty="0"/>
              <a:t>Find the volume</a:t>
            </a:r>
          </a:p>
          <a:p>
            <a:pPr marL="342900" indent="-342900">
              <a:buAutoNum type="arabicPeriod"/>
            </a:pPr>
            <a:r>
              <a:rPr lang="en-AU" sz="1400" dirty="0"/>
              <a:t>Convert the units from cm³ to 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E3704C-85D6-460D-A793-B011ECCEE3C8}"/>
              </a:ext>
            </a:extLst>
          </p:cNvPr>
          <p:cNvSpPr txBox="1"/>
          <p:nvPr/>
        </p:nvSpPr>
        <p:spPr>
          <a:xfrm>
            <a:off x="6349276" y="4500183"/>
            <a:ext cx="2736304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400" dirty="0"/>
              <a:t>10cm x 10cm x 20cm = 2,000 cm³</a:t>
            </a:r>
          </a:p>
          <a:p>
            <a:r>
              <a:rPr lang="en-AU" sz="1400" dirty="0"/>
              <a:t>2,000 cm³ ÷ 1000 = </a:t>
            </a:r>
            <a:r>
              <a:rPr lang="en-AU" sz="1400" dirty="0">
                <a:solidFill>
                  <a:srgbClr val="FF0000"/>
                </a:solidFill>
              </a:rPr>
              <a:t>2 L</a:t>
            </a:r>
            <a:r>
              <a:rPr lang="en-AU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54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1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P spid="13" grpId="0"/>
      <p:bldP spid="14" grpId="0"/>
      <p:bldP spid="15" grpId="0"/>
      <p:bldP spid="17" grpId="0"/>
      <p:bldP spid="18" grpId="0"/>
      <p:bldP spid="19" grpId="0"/>
      <p:bldP spid="16" grpId="0" animBg="1"/>
      <p:bldP spid="22" grpId="0" animBg="1"/>
      <p:bldP spid="23" grpId="0" animBg="1"/>
      <p:bldP spid="24" grpId="0" animBg="1"/>
      <p:bldP spid="28" grpId="0" animBg="1"/>
      <p:bldP spid="30" grpId="0" animBg="1"/>
      <p:bldP spid="31" grpId="0" animBg="1"/>
      <p:bldP spid="32" grpId="0" animBg="1"/>
      <p:bldP spid="29" grpId="0" animBg="1"/>
      <p:bldP spid="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e4075868\AppData\Local\Microsoft\Windows\Temporary Internet Files\Content.IE5\JODDZX2B\Axonometric_10_cubes.svg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773" y="3363838"/>
            <a:ext cx="1638432" cy="153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Ex. 8.3 page 106</a:t>
            </a:r>
          </a:p>
          <a:p>
            <a:pPr marL="0" indent="0" algn="ctr">
              <a:buNone/>
            </a:pPr>
            <a:r>
              <a:rPr lang="en-AU" dirty="0"/>
              <a:t>(we have already done question 1)</a:t>
            </a:r>
          </a:p>
        </p:txBody>
      </p:sp>
      <p:pic>
        <p:nvPicPr>
          <p:cNvPr id="5122" name="Picture 2" descr="C:\Users\e4075868\AppData\Local\Microsoft\Windows\Temporary Internet Files\Content.IE5\J801ZEEM\colored-cubes-6061-large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699542"/>
            <a:ext cx="1404136" cy="114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75868\AppData\Local\Microsoft\Windows\Temporary Internet Files\Content.IE5\JODDZX2B\Rubik_cube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5" y="-154324"/>
            <a:ext cx="2510413" cy="251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e4075868\AppData\Local\Microsoft\Windows\Temporary Internet Files\Content.IE5\4JPRA91W\melting-ice-cube-2791-large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91028"/>
            <a:ext cx="1407188" cy="83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/>
              <a:t>Your summary is your exit pass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330</Words>
  <Application>Microsoft Office PowerPoint</Application>
  <PresentationFormat>On-screen Show (16:9)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Lesson objective</vt:lpstr>
      <vt:lpstr>PowerPoint Presentation</vt:lpstr>
      <vt:lpstr>PowerPoint Presentation</vt:lpstr>
      <vt:lpstr>Practice</vt:lpstr>
      <vt:lpstr>Closure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E4092707</cp:lastModifiedBy>
  <cp:revision>15</cp:revision>
  <dcterms:created xsi:type="dcterms:W3CDTF">2016-10-20T03:14:06Z</dcterms:created>
  <dcterms:modified xsi:type="dcterms:W3CDTF">2017-06-22T10:19:12Z</dcterms:modified>
</cp:coreProperties>
</file>