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68" r:id="rId3"/>
    <p:sldId id="269" r:id="rId4"/>
    <p:sldId id="270" r:id="rId5"/>
    <p:sldId id="259" r:id="rId6"/>
    <p:sldId id="260" r:id="rId7"/>
    <p:sldId id="261" r:id="rId8"/>
    <p:sldId id="264" r:id="rId9"/>
    <p:sldId id="271" r:id="rId10"/>
    <p:sldId id="266" r:id="rId11"/>
    <p:sldId id="272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0DA79-DA75-4B9C-BD16-CCA91998683E}" type="datetimeFigureOut">
              <a:rPr lang="en-AU" smtClean="0"/>
              <a:t>20/04/2017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C38D3-B96B-4DDB-8B3F-44CBA4EF64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3847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2655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Share with students what they are learning or will be able to do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Why the lesson is important</a:t>
            </a:r>
            <a:r>
              <a:rPr lang="en-AU" dirty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754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students the opportunity to practise with teacher guidance 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Provide immediate and specific feedback with knowledge of results</a:t>
            </a:r>
            <a:r>
              <a:rPr lang="en-AU" dirty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135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students the opportunity to practise with teacher guidance 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Provide immediate and specific feedback with knowledge of results</a:t>
            </a:r>
            <a:r>
              <a:rPr lang="en-AU" dirty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63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students the opportunity to practise with teacher guidance 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Provide immediate and specific feedback with knowledge of results</a:t>
            </a:r>
            <a:r>
              <a:rPr lang="en-AU" dirty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82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students the opportunity to practise with teacher guidance </a:t>
            </a:r>
          </a:p>
          <a:p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Provide immediate and specific feedback with knowledge of results</a:t>
            </a:r>
            <a:r>
              <a:rPr lang="en-AU" dirty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062E57-5D8C-CE44-A5F7-DA463BC86E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69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E0E0-506B-4236-8D96-886A90C7AB55}" type="datetimeFigureOut">
              <a:rPr lang="en-AU" smtClean="0"/>
              <a:t>20/04/2017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6777F-BF6D-4EF9-83B4-124F01F40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831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E0E0-506B-4236-8D96-886A90C7AB55}" type="datetimeFigureOut">
              <a:rPr lang="en-AU" smtClean="0"/>
              <a:t>20/04/2017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6777F-BF6D-4EF9-83B4-124F01F40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3973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E0E0-506B-4236-8D96-886A90C7AB55}" type="datetimeFigureOut">
              <a:rPr lang="en-AU" smtClean="0"/>
              <a:t>20/04/2017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6777F-BF6D-4EF9-83B4-124F01F40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774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E0E0-506B-4236-8D96-886A90C7AB55}" type="datetimeFigureOut">
              <a:rPr lang="en-AU" smtClean="0"/>
              <a:t>20/04/2017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6777F-BF6D-4EF9-83B4-124F01F40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790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E0E0-506B-4236-8D96-886A90C7AB55}" type="datetimeFigureOut">
              <a:rPr lang="en-AU" smtClean="0"/>
              <a:t>20/04/2017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6777F-BF6D-4EF9-83B4-124F01F40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8337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E0E0-506B-4236-8D96-886A90C7AB55}" type="datetimeFigureOut">
              <a:rPr lang="en-AU" smtClean="0"/>
              <a:t>20/04/2017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6777F-BF6D-4EF9-83B4-124F01F40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992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E0E0-506B-4236-8D96-886A90C7AB55}" type="datetimeFigureOut">
              <a:rPr lang="en-AU" smtClean="0"/>
              <a:t>20/04/2017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6777F-BF6D-4EF9-83B4-124F01F40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338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E0E0-506B-4236-8D96-886A90C7AB55}" type="datetimeFigureOut">
              <a:rPr lang="en-AU" smtClean="0"/>
              <a:t>20/04/2017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6777F-BF6D-4EF9-83B4-124F01F40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2400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E0E0-506B-4236-8D96-886A90C7AB55}" type="datetimeFigureOut">
              <a:rPr lang="en-AU" smtClean="0"/>
              <a:t>20/04/2017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6777F-BF6D-4EF9-83B4-124F01F40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016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E0E0-506B-4236-8D96-886A90C7AB55}" type="datetimeFigureOut">
              <a:rPr lang="en-AU" smtClean="0"/>
              <a:t>20/04/2017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6777F-BF6D-4EF9-83B4-124F01F40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9813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0E0E0-506B-4236-8D96-886A90C7AB55}" type="datetimeFigureOut">
              <a:rPr lang="en-AU" smtClean="0"/>
              <a:t>20/04/2017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6777F-BF6D-4EF9-83B4-124F01F40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213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0E0E0-506B-4236-8D96-886A90C7AB55}" type="datetimeFigureOut">
              <a:rPr lang="en-AU" smtClean="0"/>
              <a:t>20/04/2017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6777F-BF6D-4EF9-83B4-124F01F40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2615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034487"/>
          </a:xfrm>
        </p:spPr>
        <p:txBody>
          <a:bodyPr>
            <a:noAutofit/>
          </a:bodyPr>
          <a:lstStyle/>
          <a:p>
            <a:r>
              <a:rPr lang="en-US" sz="3600" b="1" dirty="0"/>
              <a:t>Year</a:t>
            </a:r>
            <a:r>
              <a:rPr lang="en-US" sz="3600" dirty="0"/>
              <a:t> 7</a:t>
            </a:r>
          </a:p>
          <a:p>
            <a:r>
              <a:rPr lang="en-US" sz="3600" dirty="0"/>
              <a:t>Week 6</a:t>
            </a:r>
          </a:p>
          <a:p>
            <a:r>
              <a:rPr lang="en-US" sz="3600" dirty="0"/>
              <a:t>Lesson 1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619535" y="521862"/>
            <a:ext cx="9144000" cy="2387600"/>
          </a:xfrm>
        </p:spPr>
        <p:txBody>
          <a:bodyPr>
            <a:normAutofit/>
          </a:bodyPr>
          <a:lstStyle/>
          <a:p>
            <a:r>
              <a:rPr lang="en-AU" sz="9600" dirty="0">
                <a:solidFill>
                  <a:srgbClr val="002060"/>
                </a:solidFill>
                <a:latin typeface="Batman Beat the hell Outta Me" panose="00000400000000000000" pitchFamily="2" charset="0"/>
              </a:rPr>
              <a:t>BIMDAS</a:t>
            </a:r>
          </a:p>
        </p:txBody>
      </p:sp>
    </p:spTree>
    <p:extLst>
      <p:ext uri="{BB962C8B-B14F-4D97-AF65-F5344CB8AC3E}">
        <p14:creationId xmlns:p14="http://schemas.microsoft.com/office/powerpoint/2010/main" val="1296339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9536" y="548680"/>
            <a:ext cx="8373616" cy="5400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400" dirty="0"/>
              <a:t>We are setting up a </a:t>
            </a:r>
            <a:r>
              <a:rPr lang="en-US" sz="4400" b="1" dirty="0"/>
              <a:t>NEW</a:t>
            </a:r>
            <a:r>
              <a:rPr lang="en-US" sz="4400" dirty="0"/>
              <a:t> section of your interactive notebooks for the next topic!</a:t>
            </a:r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r>
              <a:rPr lang="en-US" sz="4400" dirty="0"/>
              <a:t>From your last page of the previous notebook skip one page and we will set up the new notebook. </a:t>
            </a:r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r>
              <a:rPr lang="en-US" sz="4400" dirty="0">
                <a:solidFill>
                  <a:srgbClr val="FF0000"/>
                </a:solidFill>
              </a:rPr>
              <a:t>You will have the page numbers start over again!</a:t>
            </a:r>
          </a:p>
          <a:p>
            <a:pPr marL="0" indent="0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784644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9576" y="260649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AU" dirty="0">
                <a:latin typeface="Arial Rounded MT Bold" panose="020F0704030504030204" pitchFamily="34" charset="0"/>
              </a:rPr>
              <a:t>My Algebra</a:t>
            </a:r>
            <a:br>
              <a:rPr lang="en-AU" dirty="0">
                <a:latin typeface="Arial Rounded MT Bold" panose="020F0704030504030204" pitchFamily="34" charset="0"/>
              </a:rPr>
            </a:br>
            <a:r>
              <a:rPr lang="en-AU" dirty="0">
                <a:latin typeface="Arial Rounded MT Bold" panose="020F0704030504030204" pitchFamily="34" charset="0"/>
              </a:rPr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2305" y="4739856"/>
            <a:ext cx="6400800" cy="1752600"/>
          </a:xfrm>
        </p:spPr>
        <p:txBody>
          <a:bodyPr>
            <a:normAutofit lnSpcReduction="10000"/>
          </a:bodyPr>
          <a:lstStyle/>
          <a:p>
            <a:pPr algn="l"/>
            <a:r>
              <a:rPr lang="en-AU" dirty="0"/>
              <a:t>Name:</a:t>
            </a:r>
          </a:p>
          <a:p>
            <a:pPr algn="l"/>
            <a:r>
              <a:rPr lang="en-AU" dirty="0"/>
              <a:t>Class: 7 - 2 </a:t>
            </a:r>
          </a:p>
          <a:p>
            <a:pPr algn="l"/>
            <a:r>
              <a:rPr lang="en-AU" dirty="0"/>
              <a:t>Teacher: Miss L </a:t>
            </a:r>
          </a:p>
          <a:p>
            <a:pPr algn="l"/>
            <a:r>
              <a:rPr lang="en-AU" dirty="0"/>
              <a:t>Term 2 Semester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948" y="2883679"/>
            <a:ext cx="3183284" cy="37138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576" y="2142958"/>
            <a:ext cx="6233491" cy="249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17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 flipH="1">
            <a:off x="6024082" y="0"/>
            <a:ext cx="1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524001" y="620688"/>
            <a:ext cx="450008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620688"/>
            <a:ext cx="0" cy="62373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5521" y="260648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3647728" y="620688"/>
            <a:ext cx="20082" cy="623731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8" y="260648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32656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0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2238034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012" y="206725"/>
            <a:ext cx="11655188" cy="707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cmpd="sng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Last Lesson Recap</a:t>
            </a:r>
          </a:p>
        </p:txBody>
      </p:sp>
    </p:spTree>
    <p:extLst>
      <p:ext uri="{BB962C8B-B14F-4D97-AF65-F5344CB8AC3E}">
        <p14:creationId xmlns:p14="http://schemas.microsoft.com/office/powerpoint/2010/main" val="1206172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070" y="206725"/>
            <a:ext cx="11791664" cy="707886"/>
          </a:xfrm>
          <a:prstGeom prst="rect">
            <a:avLst/>
          </a:prstGeom>
          <a:solidFill>
            <a:srgbClr val="EFC9DF"/>
          </a:solidFill>
          <a:ln w="19050" cmpd="sng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Lesson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30907" y="1492624"/>
            <a:ext cx="85119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By the end of the lesson I will:</a:t>
            </a:r>
          </a:p>
          <a:p>
            <a:endParaRPr lang="en-AU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3600" dirty="0"/>
              <a:t>Know how to use BIMDAS to help work out equations</a:t>
            </a:r>
          </a:p>
        </p:txBody>
      </p:sp>
    </p:spTree>
    <p:extLst>
      <p:ext uri="{BB962C8B-B14F-4D97-AF65-F5344CB8AC3E}">
        <p14:creationId xmlns:p14="http://schemas.microsoft.com/office/powerpoint/2010/main" val="2246857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do you use BIMDAS to work out equations?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559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Order of Operations</a:t>
            </a:r>
            <a:endParaRPr lang="en-AU" sz="2400" dirty="0">
              <a:latin typeface="Chalkboard"/>
              <a:cs typeface="Chalkboard"/>
            </a:endParaRPr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2968487" y="1060559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009" y="1793787"/>
            <a:ext cx="2862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latin typeface="Chalkboard"/>
                <a:cs typeface="Chalkboard"/>
              </a:rPr>
              <a:t>What does BIMDAS stand for?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6061" y="1183401"/>
            <a:ext cx="76429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halkboard"/>
                <a:cs typeface="Chalkboard"/>
              </a:rPr>
              <a:t>BIMDAS is the order in which you work out the equation:</a:t>
            </a:r>
          </a:p>
          <a:p>
            <a:endParaRPr lang="en-AU" sz="2400" dirty="0">
              <a:latin typeface="Chalkboard"/>
              <a:cs typeface="Chalkboard"/>
            </a:endParaRPr>
          </a:p>
          <a:p>
            <a:r>
              <a:rPr lang="en-AU" sz="2400" dirty="0">
                <a:latin typeface="Chalkboard"/>
                <a:cs typeface="Chalkboard"/>
              </a:rPr>
              <a:t>B – Brackets		( )</a:t>
            </a:r>
          </a:p>
          <a:p>
            <a:r>
              <a:rPr lang="en-AU" sz="2400" dirty="0">
                <a:latin typeface="Chalkboard"/>
                <a:cs typeface="Chalkboard"/>
              </a:rPr>
              <a:t>I – Indices		5</a:t>
            </a:r>
            <a:r>
              <a:rPr lang="en-AU" sz="2400" baseline="30000" dirty="0">
                <a:latin typeface="Chalkboard"/>
                <a:cs typeface="Chalkboard"/>
              </a:rPr>
              <a:t>3</a:t>
            </a:r>
          </a:p>
          <a:p>
            <a:r>
              <a:rPr lang="en-AU" sz="2400" dirty="0">
                <a:latin typeface="Chalkboard"/>
                <a:cs typeface="Chalkboard"/>
              </a:rPr>
              <a:t>M – Multiplication	x </a:t>
            </a:r>
          </a:p>
          <a:p>
            <a:r>
              <a:rPr lang="en-AU" sz="2400" dirty="0">
                <a:latin typeface="Chalkboard"/>
                <a:cs typeface="Chalkboard"/>
              </a:rPr>
              <a:t>D – Division		</a:t>
            </a:r>
            <a:r>
              <a:rPr lang="en-AU" dirty="0"/>
              <a:t>÷</a:t>
            </a:r>
          </a:p>
          <a:p>
            <a:r>
              <a:rPr lang="en-AU" sz="2400" dirty="0">
                <a:latin typeface="Chalkboard"/>
                <a:cs typeface="Chalkboard"/>
              </a:rPr>
              <a:t>A – Addition		+</a:t>
            </a:r>
          </a:p>
          <a:p>
            <a:r>
              <a:rPr lang="en-AU" sz="2400" dirty="0">
                <a:latin typeface="Chalkboard"/>
                <a:cs typeface="Chalkboard"/>
              </a:rPr>
              <a:t>S – Subtraction	-</a:t>
            </a:r>
          </a:p>
          <a:p>
            <a:r>
              <a:rPr lang="en-AU" sz="2400" dirty="0">
                <a:latin typeface="Chalkboard"/>
                <a:cs typeface="Chalkboard"/>
              </a:rPr>
              <a:t> </a:t>
            </a:r>
          </a:p>
          <a:p>
            <a:endParaRPr lang="en-AU" sz="2400" dirty="0">
              <a:latin typeface="Chalkboard"/>
              <a:cs typeface="Chalkboard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/>
          <a:srcRect l="24348" t="36515" r="31196" b="31585"/>
          <a:stretch/>
        </p:blipFill>
        <p:spPr>
          <a:xfrm>
            <a:off x="6109253" y="4185419"/>
            <a:ext cx="6082748" cy="245392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 rot="1230029">
            <a:off x="7463039" y="3016813"/>
            <a:ext cx="30259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>
                <a:solidFill>
                  <a:srgbClr val="002060"/>
                </a:solidFill>
                <a:latin typeface="Chalkboard"/>
                <a:cs typeface="Chalkboard"/>
              </a:rPr>
              <a:t>Which cat is correct??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58817" y="2358887"/>
            <a:ext cx="3220279" cy="350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/>
          <p:cNvSpPr/>
          <p:nvPr/>
        </p:nvSpPr>
        <p:spPr>
          <a:xfrm>
            <a:off x="3458817" y="2709779"/>
            <a:ext cx="3220279" cy="350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/>
          <p:cNvSpPr/>
          <p:nvPr/>
        </p:nvSpPr>
        <p:spPr>
          <a:xfrm>
            <a:off x="3458817" y="3060671"/>
            <a:ext cx="3220279" cy="350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/>
          <p:cNvSpPr/>
          <p:nvPr/>
        </p:nvSpPr>
        <p:spPr>
          <a:xfrm>
            <a:off x="3458817" y="3402316"/>
            <a:ext cx="3220279" cy="350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/>
          <p:cNvSpPr/>
          <p:nvPr/>
        </p:nvSpPr>
        <p:spPr>
          <a:xfrm>
            <a:off x="3458817" y="3738935"/>
            <a:ext cx="3220279" cy="3508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8898836" y="3959279"/>
            <a:ext cx="3293164" cy="2917746"/>
          </a:xfrm>
          <a:prstGeom prst="ellipse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3"/>
          <a:srcRect l="33969" t="40046" r="31204" b="27535"/>
          <a:stretch/>
        </p:blipFill>
        <p:spPr>
          <a:xfrm>
            <a:off x="0" y="4312688"/>
            <a:ext cx="4863548" cy="254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35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8365" y="206725"/>
            <a:ext cx="11737074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cmpd="sng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18365" y="1192696"/>
                <a:ext cx="8793113" cy="535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AU" sz="1200" dirty="0"/>
              </a:p>
              <a:p>
                <a:pPr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5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5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AU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en-AU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</m:t>
                      </m:r>
                    </m:oMath>
                  </m:oMathPara>
                </a14:m>
                <a:endParaRPr lang="en-AU" sz="54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1800"/>
                  </a:spcAft>
                </a:pPr>
                <a:r>
                  <a:rPr lang="en-AU" sz="5400" dirty="0"/>
                  <a:t> </a:t>
                </a:r>
                <a14:m>
                  <m:oMath xmlns:m="http://schemas.openxmlformats.org/officeDocument/2006/math">
                    <m:r>
                      <a:rPr lang="en-AU" sz="5400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AU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</m:oMath>
                </a14:m>
                <a:endParaRPr lang="en-AU" sz="54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5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5400" b="0" dirty="0"/>
              </a:p>
              <a:p>
                <a:pPr>
                  <a:spcAft>
                    <a:spcPts val="1800"/>
                  </a:spcAft>
                </a:pPr>
                <a:endParaRPr lang="en-AU" sz="5400" dirty="0"/>
              </a:p>
              <a:p>
                <a:pPr>
                  <a:spcAft>
                    <a:spcPts val="1800"/>
                  </a:spcAft>
                </a:pPr>
                <a:endParaRPr lang="en-AU" sz="54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65" y="1192696"/>
                <a:ext cx="8793113" cy="53553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>
            <a:off x="1338470" y="2001078"/>
            <a:ext cx="0" cy="54333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cxnSpLocks/>
          </p:cNvCxnSpPr>
          <p:nvPr/>
        </p:nvCxnSpPr>
        <p:spPr>
          <a:xfrm flipH="1">
            <a:off x="2657063" y="2133600"/>
            <a:ext cx="602972" cy="41081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060174" y="2339008"/>
            <a:ext cx="1898375" cy="10933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545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8365" y="206725"/>
            <a:ext cx="11737074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cmpd="sng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18365" y="1192696"/>
                <a:ext cx="8793113" cy="6979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AU" sz="1200" dirty="0"/>
              </a:p>
              <a:p>
                <a:pPr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5×6−(4+2)÷3+2</m:t>
                      </m:r>
                      <m:r>
                        <a:rPr lang="en-AU" sz="5400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AU" sz="5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×6−6÷3+2</m:t>
                      </m:r>
                      <m:r>
                        <a:rPr lang="en-AU" sz="5400" b="0" i="1" smtClean="0">
                          <a:latin typeface="Cambria Math" panose="02040503050406030204" pitchFamily="18" charset="0"/>
                        </a:rPr>
                        <m:t>=30−2+2</m:t>
                      </m:r>
                    </m:oMath>
                  </m:oMathPara>
                </a14:m>
                <a:endParaRPr lang="en-AU" sz="5400" b="0" dirty="0"/>
              </a:p>
              <a:p>
                <a:pPr>
                  <a:spcAft>
                    <a:spcPts val="1800"/>
                  </a:spcAft>
                </a:pPr>
                <a:r>
                  <a:rPr lang="en-AU" sz="5400" dirty="0"/>
                  <a:t>=  </a:t>
                </a:r>
                <a:endParaRPr lang="en-AU" sz="5400" b="0" dirty="0"/>
              </a:p>
              <a:p>
                <a:pPr>
                  <a:spcAft>
                    <a:spcPts val="1800"/>
                  </a:spcAft>
                </a:pPr>
                <a:endParaRPr lang="en-AU" sz="5400" b="0" dirty="0"/>
              </a:p>
              <a:p>
                <a:pPr>
                  <a:spcAft>
                    <a:spcPts val="1800"/>
                  </a:spcAft>
                </a:pPr>
                <a:endParaRPr lang="en-AU" sz="5400" dirty="0"/>
              </a:p>
              <a:p>
                <a:pPr>
                  <a:spcAft>
                    <a:spcPts val="1800"/>
                  </a:spcAft>
                </a:pPr>
                <a:endParaRPr lang="en-AU" sz="54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65" y="1192696"/>
                <a:ext cx="8793113" cy="6979090"/>
              </a:xfrm>
              <a:prstGeom prst="rect">
                <a:avLst/>
              </a:prstGeom>
              <a:blipFill>
                <a:blip r:embed="rId3"/>
                <a:stretch>
                  <a:fillRect l="-37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>
            <a:cxnSpLocks/>
          </p:cNvCxnSpPr>
          <p:nvPr/>
        </p:nvCxnSpPr>
        <p:spPr>
          <a:xfrm flipH="1">
            <a:off x="3737113" y="2080592"/>
            <a:ext cx="162341" cy="43732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cxnSpLocks/>
          </p:cNvCxnSpPr>
          <p:nvPr/>
        </p:nvCxnSpPr>
        <p:spPr>
          <a:xfrm flipH="1">
            <a:off x="1762539" y="2902226"/>
            <a:ext cx="251792" cy="33130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43610" y="2327397"/>
            <a:ext cx="5711688" cy="811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H="1">
            <a:off x="3001617" y="2948112"/>
            <a:ext cx="897837" cy="3423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</p:cNvCxnSpPr>
          <p:nvPr/>
        </p:nvCxnSpPr>
        <p:spPr>
          <a:xfrm flipH="1">
            <a:off x="4237381" y="2902226"/>
            <a:ext cx="1421297" cy="55943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43610" y="3145861"/>
            <a:ext cx="5711688" cy="811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454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069" y="206725"/>
            <a:ext cx="11832609" cy="707886"/>
          </a:xfrm>
          <a:prstGeom prst="rect">
            <a:avLst/>
          </a:prstGeom>
          <a:solidFill>
            <a:srgbClr val="FDEADA"/>
          </a:solidFill>
          <a:ln w="19050" cmpd="sng">
            <a:solidFill>
              <a:srgbClr val="E46C0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Task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5543" t="19309" r="30217" b="58458"/>
          <a:stretch/>
        </p:blipFill>
        <p:spPr>
          <a:xfrm>
            <a:off x="191068" y="1099932"/>
            <a:ext cx="11832609" cy="230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74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069" y="206725"/>
            <a:ext cx="11832609" cy="707886"/>
          </a:xfrm>
          <a:prstGeom prst="rect">
            <a:avLst/>
          </a:prstGeom>
          <a:solidFill>
            <a:srgbClr val="FDEADA"/>
          </a:solidFill>
          <a:ln w="19050" cmpd="sng">
            <a:solidFill>
              <a:srgbClr val="E46C0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Task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5435" t="64355" r="22173" b="13412"/>
          <a:stretch/>
        </p:blipFill>
        <p:spPr>
          <a:xfrm>
            <a:off x="191069" y="1046921"/>
            <a:ext cx="11819103" cy="204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37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4716" y="206725"/>
            <a:ext cx="11778017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mpd="sng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halkboard"/>
                <a:cs typeface="Chalkboard"/>
              </a:rPr>
              <a:t>Exit Ticket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6178" y="1834734"/>
            <a:ext cx="102550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Complete the Exit Ticket and give to me at the door when you leave</a:t>
            </a:r>
          </a:p>
        </p:txBody>
      </p:sp>
    </p:spTree>
    <p:extLst>
      <p:ext uri="{BB962C8B-B14F-4D97-AF65-F5344CB8AC3E}">
        <p14:creationId xmlns:p14="http://schemas.microsoft.com/office/powerpoint/2010/main" val="658307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295</Words>
  <Application>Microsoft Office PowerPoint</Application>
  <PresentationFormat>Widescreen</PresentationFormat>
  <Paragraphs>73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Rounded MT Bold</vt:lpstr>
      <vt:lpstr>Batman Beat the hell Outta Me</vt:lpstr>
      <vt:lpstr>Calibri</vt:lpstr>
      <vt:lpstr>Calibri Light</vt:lpstr>
      <vt:lpstr>Cambria Math</vt:lpstr>
      <vt:lpstr>Chalkboard</vt:lpstr>
      <vt:lpstr>Office Theme</vt:lpstr>
      <vt:lpstr>BIMDAS</vt:lpstr>
      <vt:lpstr>PowerPoint Presentation</vt:lpstr>
      <vt:lpstr>My Algebra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BIMDAS</dc:title>
  <dc:creator>Nine Labuschagne</dc:creator>
  <cp:lastModifiedBy>Nine Labuschagne</cp:lastModifiedBy>
  <cp:revision>14</cp:revision>
  <dcterms:created xsi:type="dcterms:W3CDTF">2017-04-20T02:29:54Z</dcterms:created>
  <dcterms:modified xsi:type="dcterms:W3CDTF">2017-04-20T05:49:16Z</dcterms:modified>
</cp:coreProperties>
</file>