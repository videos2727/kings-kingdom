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3948" autoAdjust="0"/>
  </p:normalViewPr>
  <p:slideViewPr>
    <p:cSldViewPr snapToGrid="0">
      <p:cViewPr varScale="1">
        <p:scale>
          <a:sx n="72" d="100"/>
          <a:sy n="72" d="100"/>
        </p:scale>
        <p:origin x="13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1F93D-514A-44DD-B9D4-6912429947E3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92337-9207-4844-9450-47AF373211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4442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James Wilson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C92337-9207-4844-9450-47AF373211A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760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433497"/>
            <a:ext cx="6858000" cy="826591"/>
          </a:xfrm>
        </p:spPr>
        <p:txBody>
          <a:bodyPr/>
          <a:lstStyle/>
          <a:p>
            <a:r>
              <a:rPr lang="en-AU" dirty="0"/>
              <a:t>Revision for the fraction test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0336" y="1596646"/>
            <a:ext cx="6858000" cy="1379802"/>
          </a:xfrm>
        </p:spPr>
        <p:txBody>
          <a:bodyPr/>
          <a:lstStyle/>
          <a:p>
            <a:r>
              <a:rPr lang="en-AU" dirty="0"/>
              <a:t>Quick write -  What have we learned to do with fractions?</a:t>
            </a:r>
          </a:p>
          <a:p>
            <a:r>
              <a:rPr lang="en-AU" dirty="0"/>
              <a:t>Share your thoughts with your neighbour and then be prepared to share.</a:t>
            </a:r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Simplifying fractions and equivalent fractions</a:t>
            </a:r>
            <a:br>
              <a:rPr lang="en-AU" dirty="0"/>
            </a:b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08759"/>
                <a:ext cx="7886700" cy="24596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What is a HCF?</a:t>
                </a:r>
              </a:p>
              <a:p>
                <a:pPr marL="0" indent="0">
                  <a:buNone/>
                </a:pPr>
                <a:r>
                  <a:rPr lang="en-AU" dirty="0"/>
                  <a:t>Find the HCF of 12 and 8.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Using the HCF, how can we 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08759"/>
                <a:ext cx="7886700" cy="2459631"/>
              </a:xfrm>
              <a:blipFill>
                <a:blip r:embed="rId2"/>
                <a:stretch>
                  <a:fillRect l="-927" t="-2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69795" y="3266915"/>
                <a:ext cx="7404409" cy="1016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Simplify the following.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AU" sz="2800" dirty="0"/>
                  <a:t> 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800" dirty="0"/>
                  <a:t>	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AU" sz="2800" dirty="0"/>
                  <a:t>	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95" y="3266915"/>
                <a:ext cx="7404409" cy="1016753"/>
              </a:xfrm>
              <a:prstGeom prst="rect">
                <a:avLst/>
              </a:prstGeom>
              <a:blipFill>
                <a:blip r:embed="rId3"/>
                <a:stretch>
                  <a:fillRect l="-741" t="-3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6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104636"/>
          </a:xfrm>
        </p:spPr>
        <p:txBody>
          <a:bodyPr/>
          <a:lstStyle/>
          <a:p>
            <a:r>
              <a:rPr lang="en-AU" dirty="0"/>
              <a:t>Compare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3323" y="952642"/>
                <a:ext cx="4088316" cy="725152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AU" dirty="0"/>
                  <a:t>Which fraction is larger?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3323" y="952642"/>
                <a:ext cx="4088316" cy="725152"/>
              </a:xfrm>
              <a:blipFill>
                <a:blip r:embed="rId2"/>
                <a:stretch>
                  <a:fillRect l="-14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677794"/>
            <a:ext cx="4505325" cy="3162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8650" y="3468029"/>
            <a:ext cx="3597662" cy="446049"/>
          </a:xfrm>
          <a:prstGeom prst="rect">
            <a:avLst/>
          </a:prstGeom>
          <a:solidFill>
            <a:srgbClr val="FF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628650" y="4394045"/>
            <a:ext cx="3162765" cy="446049"/>
          </a:xfrm>
          <a:prstGeom prst="rect">
            <a:avLst/>
          </a:prstGeom>
          <a:solidFill>
            <a:srgbClr val="FF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5936863" y="1315218"/>
                <a:ext cx="4088316" cy="35963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dirty="0"/>
                  <a:t>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ow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try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these</m:t>
                    </m:r>
                  </m:oMath>
                </a14:m>
                <a:endParaRPr lang="en-AU" sz="2400" b="0" i="0" dirty="0">
                  <a:latin typeface="Cambria Math" panose="02040503050406030204" pitchFamily="18" charset="0"/>
                </a:endParaRPr>
              </a:p>
              <a:p>
                <a:endParaRPr lang="en-AU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/>
                  <a:t> 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/>
                  <a:t> 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/>
                  <a:t> 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863" y="1315218"/>
                <a:ext cx="4088316" cy="3596390"/>
              </a:xfrm>
              <a:prstGeom prst="rect">
                <a:avLst/>
              </a:prstGeom>
              <a:blipFill>
                <a:blip r:embed="rId4"/>
                <a:stretch>
                  <a:fillRect l="-1788" t="-8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79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Mixed to Improper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9895"/>
                <a:ext cx="7886700" cy="1153266"/>
              </a:xfrm>
            </p:spPr>
            <p:txBody>
              <a:bodyPr/>
              <a:lstStyle/>
              <a:p>
                <a:r>
                  <a:rPr lang="en-AU" dirty="0"/>
                  <a:t>How do you 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to a mixed number?</a:t>
                </a:r>
              </a:p>
              <a:p>
                <a:r>
                  <a:rPr lang="en-AU" dirty="0"/>
                  <a:t>How do you convert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dirty="0"/>
                  <a:t> to an improper fraction?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9895"/>
                <a:ext cx="7886700" cy="1153266"/>
              </a:xfrm>
              <a:blipFill>
                <a:blip r:embed="rId2"/>
                <a:stretch>
                  <a:fillRect l="-773" t="-15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11530" y="2606040"/>
                <a:ext cx="7429500" cy="2893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Convert the following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/>
                  <a:t>							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sz="2400" dirty="0"/>
                  <a:t> 		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30" y="2606040"/>
                <a:ext cx="7429500" cy="2893421"/>
              </a:xfrm>
              <a:prstGeom prst="rect">
                <a:avLst/>
              </a:prstGeom>
              <a:blipFill>
                <a:blip r:embed="rId3"/>
                <a:stretch>
                  <a:fillRect l="-1231" t="-12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9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1391"/>
            <a:ext cx="7886700" cy="747289"/>
          </a:xfrm>
        </p:spPr>
        <p:txBody>
          <a:bodyPr/>
          <a:lstStyle/>
          <a:p>
            <a:r>
              <a:rPr lang="en-AU" dirty="0"/>
              <a:t>Adding and subtracting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88670" y="801196"/>
                <a:ext cx="7886700" cy="18733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/>
                  <a:t>How do we add  fractions?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lang="en-AU" sz="2800" dirty="0"/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13  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What is a LCM?</a:t>
                </a:r>
              </a:p>
              <a:p>
                <a:pPr marL="0" indent="0">
                  <a:buNone/>
                </a:pPr>
                <a:r>
                  <a:rPr lang="en-AU" dirty="0"/>
                  <a:t>What if the denominator is different?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8670" y="801196"/>
                <a:ext cx="7886700" cy="1873356"/>
              </a:xfrm>
              <a:blipFill>
                <a:blip r:embed="rId2"/>
                <a:stretch>
                  <a:fillRect l="-927" t="-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948690" y="2572778"/>
                <a:ext cx="5520690" cy="27313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Add or subtract the following.</a:t>
                </a:r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/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AU" sz="2800" dirty="0"/>
                  <a:t>		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2800" dirty="0"/>
                  <a:t>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  </m:t>
                        </m:r>
                      </m:den>
                    </m:f>
                  </m:oMath>
                </a14:m>
                <a:endParaRPr lang="en-AU" sz="2800" dirty="0"/>
              </a:p>
              <a:p>
                <a:endParaRPr lang="en-AU" sz="2800" dirty="0"/>
              </a:p>
              <a:p>
                <a:endParaRPr lang="en-AU" sz="28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AU" sz="2800" dirty="0"/>
                  <a:t>			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800" dirty="0"/>
                  <a:t>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90" y="2572778"/>
                <a:ext cx="5520690" cy="2731389"/>
              </a:xfrm>
              <a:prstGeom prst="rect">
                <a:avLst/>
              </a:prstGeom>
              <a:blipFill>
                <a:blip r:embed="rId3"/>
                <a:stretch>
                  <a:fillRect l="-994" t="-1116" b="-22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0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Multiply and Divide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98444"/>
                <a:ext cx="7886700" cy="2010516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How do we multiply Fractions?</a:t>
                </a:r>
              </a:p>
              <a:p>
                <a:r>
                  <a:rPr lang="en-AU" dirty="0"/>
                  <a:t>What extra step do we do to divide fractions?</a:t>
                </a:r>
              </a:p>
              <a:p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sz="2400" dirty="0"/>
                  <a:t> 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400" dirty="0"/>
                  <a:t>  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98444"/>
                <a:ext cx="7886700" cy="2010516"/>
              </a:xfrm>
              <a:blipFill>
                <a:blip r:embed="rId2"/>
                <a:stretch>
                  <a:fillRect l="-773" t="-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28650" y="3046007"/>
                <a:ext cx="6640830" cy="207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Multiply or divide the following.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sz="2400" dirty="0"/>
                  <a:t> 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/>
                  <a:t>						6  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/>
                  <a:t> 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/>
                  <a:t>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sz="2400" dirty="0"/>
                  <a:t>  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46007"/>
                <a:ext cx="6640830" cy="2070375"/>
              </a:xfrm>
              <a:prstGeom prst="rect">
                <a:avLst/>
              </a:prstGeom>
              <a:blipFill>
                <a:blip r:embed="rId3"/>
                <a:stretch>
                  <a:fillRect l="-734" t="-17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8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76" y="-156117"/>
            <a:ext cx="8850002" cy="1104636"/>
          </a:xfrm>
        </p:spPr>
        <p:txBody>
          <a:bodyPr/>
          <a:lstStyle/>
          <a:p>
            <a:r>
              <a:rPr lang="en-AU" dirty="0"/>
              <a:t>Now lets try the chapter review. (Page 85 – ex 6.13)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97" y="721625"/>
            <a:ext cx="5977286" cy="47967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3296" y="636608"/>
            <a:ext cx="3148314" cy="49655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398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76" y="317112"/>
            <a:ext cx="5629275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9005" y="4917687"/>
            <a:ext cx="818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Remember – you are allowed a page of notes (back and front)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8329" y="211525"/>
            <a:ext cx="3148314" cy="4783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461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1807</TotalTime>
  <Words>216</Words>
  <Application>Microsoft Office PowerPoint</Application>
  <PresentationFormat>On-screen Show (16:10)</PresentationFormat>
  <Paragraphs>52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Revision for the fraction test </vt:lpstr>
      <vt:lpstr>Simplifying fractions and equivalent fractions </vt:lpstr>
      <vt:lpstr>Compare Fractions</vt:lpstr>
      <vt:lpstr>Mixed to Improper Fractions</vt:lpstr>
      <vt:lpstr>Adding and subtracting Fractions</vt:lpstr>
      <vt:lpstr>Multiply and Divide Fractions</vt:lpstr>
      <vt:lpstr>Now lets try the chapter review. (Page 85 – ex 6.13)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for the fraction test</dc:title>
  <dc:creator>E4007446</dc:creator>
  <cp:lastModifiedBy>E4007446</cp:lastModifiedBy>
  <cp:revision>10</cp:revision>
  <dcterms:created xsi:type="dcterms:W3CDTF">2017-05-28T06:17:39Z</dcterms:created>
  <dcterms:modified xsi:type="dcterms:W3CDTF">2017-05-29T12:25:05Z</dcterms:modified>
</cp:coreProperties>
</file>