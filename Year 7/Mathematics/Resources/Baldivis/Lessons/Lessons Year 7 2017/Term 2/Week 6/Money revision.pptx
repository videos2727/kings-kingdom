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50895-849D-4DF7-A01A-108BF8EC9AA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A6ACF-1B37-4437-84B1-15500E40D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778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err="1" smtClean="0"/>
              <a:t>Quickwrite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A6ACF-1B37-4437-84B1-15500E40DE2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358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Go</a:t>
            </a:r>
            <a:r>
              <a:rPr lang="en-AU" baseline="0" dirty="0" smtClean="0"/>
              <a:t> through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A6ACF-1B37-4437-84B1-15500E40DE2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164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Go through several questions with</a:t>
            </a:r>
            <a:r>
              <a:rPr lang="en-AU" baseline="0" dirty="0" smtClean="0"/>
              <a:t> the class.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CA6ACF-1B37-4437-84B1-15500E40DE2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790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50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32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60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800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867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08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332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05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531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934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50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90EBF-D795-4053-9474-A012AE23A40B}" type="datetimeFigureOut">
              <a:rPr lang="en-AU" smtClean="0"/>
              <a:t>29/05/2017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56285-DC37-403A-AD3C-CF58018A3E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50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Money revision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Test on Friday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08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Previous lesson review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2" y="2132856"/>
            <a:ext cx="8933741" cy="1747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790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What do you remember about these topics?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GST:</a:t>
            </a:r>
          </a:p>
          <a:p>
            <a:pPr marL="0" indent="0">
              <a:buNone/>
            </a:pPr>
            <a:r>
              <a:rPr lang="en-AU" dirty="0" smtClean="0"/>
              <a:t> </a:t>
            </a:r>
          </a:p>
          <a:p>
            <a:pPr marL="0" indent="0">
              <a:buNone/>
            </a:pPr>
            <a:r>
              <a:rPr lang="en-AU" dirty="0" smtClean="0"/>
              <a:t>Best buy: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Discounts: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3514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do you remember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GST: goods and services tax</a:t>
            </a:r>
          </a:p>
          <a:p>
            <a:r>
              <a:rPr lang="en-AU" dirty="0" smtClean="0"/>
              <a:t>Best buy: comparing the prices of different sized items to determine which is the best value for money</a:t>
            </a:r>
          </a:p>
          <a:p>
            <a:r>
              <a:rPr lang="en-AU" dirty="0" smtClean="0"/>
              <a:t>Discounts: find a percentage of a number and take it away from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8843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61 and 62 Chapter review</a:t>
            </a:r>
          </a:p>
          <a:p>
            <a:endParaRPr lang="en-AU" dirty="0"/>
          </a:p>
          <a:p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12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87</Words>
  <Application>Microsoft Office PowerPoint</Application>
  <PresentationFormat>On-screen Show (4:3)</PresentationFormat>
  <Paragraphs>22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Money revision</vt:lpstr>
      <vt:lpstr>Previous lesson review</vt:lpstr>
      <vt:lpstr>What do you remember about these topics?</vt:lpstr>
      <vt:lpstr>What do you remember</vt:lpstr>
      <vt:lpstr>Practice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Adam</dc:creator>
  <cp:lastModifiedBy>MORGAN Adam</cp:lastModifiedBy>
  <cp:revision>4</cp:revision>
  <dcterms:created xsi:type="dcterms:W3CDTF">2017-05-29T07:03:22Z</dcterms:created>
  <dcterms:modified xsi:type="dcterms:W3CDTF">2017-05-29T08:12:25Z</dcterms:modified>
</cp:coreProperties>
</file>