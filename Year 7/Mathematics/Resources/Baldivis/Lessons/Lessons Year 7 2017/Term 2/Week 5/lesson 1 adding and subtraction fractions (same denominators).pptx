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3" r:id="rId2"/>
    <p:sldId id="269" r:id="rId3"/>
    <p:sldId id="270" r:id="rId4"/>
    <p:sldId id="271" r:id="rId5"/>
    <p:sldId id="272" r:id="rId6"/>
    <p:sldId id="257" r:id="rId7"/>
    <p:sldId id="264" r:id="rId8"/>
    <p:sldId id="266" r:id="rId9"/>
    <p:sldId id="268" r:id="rId10"/>
    <p:sldId id="262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21/05/2017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</a:p>
          <a:p>
            <a:r>
              <a:rPr lang="en-AU" dirty="0" smtClean="0"/>
              <a:t>Complete in left</a:t>
            </a:r>
            <a:r>
              <a:rPr lang="en-AU" baseline="0" dirty="0" smtClean="0"/>
              <a:t> hand side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8735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</a:t>
            </a:r>
            <a:r>
              <a:rPr lang="en-AU" baseline="0" dirty="0" smtClean="0"/>
              <a:t>understanding/Guided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Independent practice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21/05/2017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21/05/2017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21/05/2017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21/05/2017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Fraction Mini Quiz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AU" dirty="0" smtClean="0"/>
                  <a:t>What is the Numerator?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dirty="0" smtClean="0"/>
                  <a:t>What is the Denominator?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dirty="0" smtClean="0"/>
                  <a:t>Write three fractions equivalent to</a:t>
                </a:r>
                <a:r>
                  <a:rPr lang="en-AU" sz="4400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44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sz="4400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AU" sz="4400" b="0" i="1" smtClean="0">
                            <a:latin typeface="Cambria Math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4400" dirty="0" smtClean="0"/>
                  <a:t>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dirty="0" smtClean="0"/>
                  <a:t>Put these fractions in ascending order</a:t>
                </a:r>
              </a:p>
              <a:p>
                <a:pPr marL="0" indent="0">
                  <a:buNone/>
                </a:pPr>
                <a:r>
                  <a:rPr lang="en-AU" dirty="0" smtClean="0"/>
                  <a:t>              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   ,    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   ,    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den>
                    </m:f>
                  </m:oMath>
                </a14:m>
                <a:endParaRPr lang="en-AU" dirty="0" smtClean="0"/>
              </a:p>
              <a:p>
                <a:pPr marL="742950" indent="-742950">
                  <a:buFont typeface="+mj-lt"/>
                  <a:buAutoNum type="arabicPeriod"/>
                </a:pPr>
                <a:endParaRPr lang="en-AU" sz="4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926" t="-20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AU" dirty="0" smtClean="0"/>
                  <a:t>What is the Numerator? 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The number on top of the fraction</a:t>
                </a:r>
                <a:endParaRPr lang="en-AU" dirty="0">
                  <a:solidFill>
                    <a:srgbClr val="FF0000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dirty="0"/>
                  <a:t>What is the Denominator</a:t>
                </a:r>
                <a:r>
                  <a:rPr lang="en-AU" dirty="0" smtClean="0"/>
                  <a:t>? 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The number on the bottom of the fraction</a:t>
                </a:r>
                <a:endParaRPr lang="en-AU" dirty="0">
                  <a:solidFill>
                    <a:srgbClr val="FF0000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dirty="0"/>
                  <a:t>Write three fractions equivalent to</a:t>
                </a:r>
                <a:r>
                  <a:rPr lang="en-AU" sz="4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4400" i="1">
                            <a:latin typeface="Cambria Math"/>
                          </a:rPr>
                        </m:ctrlPr>
                      </m:fPr>
                      <m:num>
                        <m:r>
                          <a:rPr lang="en-AU" sz="4400" i="1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AU" sz="4400" i="1">
                            <a:latin typeface="Cambria Math"/>
                          </a:rPr>
                          <m:t>5</m:t>
                        </m:r>
                      </m:den>
                    </m:f>
                    <m:r>
                      <a:rPr lang="en-AU" sz="4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4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4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4</m:t>
                        </m:r>
                      </m:num>
                      <m:den>
                        <m:r>
                          <a:rPr lang="en-AU" sz="4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10</m:t>
                        </m:r>
                      </m:den>
                    </m:f>
                    <m:r>
                      <a:rPr lang="en-AU" sz="44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4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4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6</m:t>
                        </m:r>
                      </m:num>
                      <m:den>
                        <m:r>
                          <a:rPr lang="en-AU" sz="4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15</m:t>
                        </m:r>
                      </m:den>
                    </m:f>
                    <m:r>
                      <a:rPr lang="en-AU" sz="44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4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4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8</m:t>
                        </m:r>
                      </m:num>
                      <m:den>
                        <m:r>
                          <a:rPr lang="en-AU" sz="4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20</m:t>
                        </m:r>
                      </m:den>
                    </m:f>
                    <m:r>
                      <a:rPr lang="en-AU" sz="4400" b="0" i="1" smtClean="0">
                        <a:solidFill>
                          <a:srgbClr val="FF0000"/>
                        </a:solidFill>
                        <a:latin typeface="Cambria Math"/>
                      </a:rPr>
                      <m:t>=…</m:t>
                    </m:r>
                  </m:oMath>
                </a14:m>
                <a:r>
                  <a:rPr lang="en-AU" sz="4400" dirty="0" smtClean="0">
                    <a:solidFill>
                      <a:srgbClr val="FF0000"/>
                    </a:solidFill>
                  </a:rPr>
                  <a:t> </a:t>
                </a:r>
                <a:endParaRPr lang="en-AU" sz="44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dirty="0"/>
                  <a:t>Put these fractions in ascending order</a:t>
                </a:r>
              </a:p>
              <a:p>
                <a:pPr marL="0" indent="0">
                  <a:buNone/>
                </a:pPr>
                <a:r>
                  <a:rPr lang="en-AU" dirty="0"/>
                  <a:t>                     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dirty="0">
                    <a:solidFill>
                      <a:srgbClr val="FF0000"/>
                    </a:solidFill>
                  </a:rPr>
                  <a:t>  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/>
                          </a:rPr>
                          <m:t>5</m:t>
                        </m:r>
                      </m:num>
                      <m:den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/>
                          </a:rPr>
                          <m:t>10</m:t>
                        </m:r>
                      </m:den>
                    </m:f>
                    <m:r>
                      <a:rPr lang="en-AU" i="1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AU" i="1">
                        <a:solidFill>
                          <a:srgbClr val="FF0000"/>
                        </a:solidFill>
                        <a:latin typeface="Cambria Math"/>
                      </a:rPr>
                      <m:t>  </m:t>
                    </m:r>
                    <m:f>
                      <m:fPr>
                        <m:ctrlPr>
                          <a:rPr lang="en-AU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/>
                          </a:rPr>
                          <m:t>4</m:t>
                        </m:r>
                      </m:num>
                      <m:den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i="1">
                        <a:solidFill>
                          <a:srgbClr val="FF0000"/>
                        </a:solidFill>
                        <a:latin typeface="Cambria Math"/>
                      </a:rPr>
                      <m:t>       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04" t="-36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9182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rial Rounded MT Bold" panose="020F0704030504030204" pitchFamily="34" charset="0"/>
              </a:rPr>
              <a:t>Which is correct?</a:t>
            </a:r>
            <a:endParaRPr lang="en-AU" dirty="0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259632" y="1934618"/>
                <a:ext cx="2204450" cy="11330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AU" sz="36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AU" sz="36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AU" sz="36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1934618"/>
                <a:ext cx="2204450" cy="113306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5364088" y="1934618"/>
                <a:ext cx="2204450" cy="11294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AU" sz="36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AU" sz="36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1934618"/>
                <a:ext cx="2204450" cy="112947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3995936" y="2235617"/>
            <a:ext cx="724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800" dirty="0" smtClean="0"/>
              <a:t>or</a:t>
            </a:r>
            <a:endParaRPr lang="en-AU" sz="4800" dirty="0"/>
          </a:p>
        </p:txBody>
      </p:sp>
      <p:sp>
        <p:nvSpPr>
          <p:cNvPr id="8" name="TextBox 7"/>
          <p:cNvSpPr txBox="1"/>
          <p:nvPr/>
        </p:nvSpPr>
        <p:spPr>
          <a:xfrm>
            <a:off x="1297436" y="4394066"/>
            <a:ext cx="69545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 smtClean="0"/>
              <a:t>Write down why you picked your answer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487584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3761743" y="1098759"/>
                <a:ext cx="792088" cy="79208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1743" y="1098759"/>
                <a:ext cx="792088" cy="79208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3761743" y="1890847"/>
                <a:ext cx="792088" cy="79208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1743" y="1890847"/>
                <a:ext cx="792088" cy="792088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/>
              <p:cNvSpPr/>
              <p:nvPr/>
            </p:nvSpPr>
            <p:spPr>
              <a:xfrm>
                <a:off x="4553831" y="1890847"/>
                <a:ext cx="792088" cy="79208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3831" y="1890847"/>
                <a:ext cx="792088" cy="792088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/>
              <p:cNvSpPr/>
              <p:nvPr/>
            </p:nvSpPr>
            <p:spPr>
              <a:xfrm>
                <a:off x="4553831" y="1098759"/>
                <a:ext cx="792088" cy="79208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3831" y="1098759"/>
                <a:ext cx="792088" cy="792088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419649" y="5013176"/>
                <a:ext cx="3060453" cy="11294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AU" sz="36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AU" sz="36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AU" sz="36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649" y="5013176"/>
                <a:ext cx="3060453" cy="112947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3761743" y="1098759"/>
                <a:ext cx="792088" cy="792088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1743" y="1098759"/>
                <a:ext cx="792088" cy="792088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/>
              <p:cNvSpPr/>
              <p:nvPr/>
            </p:nvSpPr>
            <p:spPr>
              <a:xfrm>
                <a:off x="4563106" y="1098759"/>
                <a:ext cx="792088" cy="792088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3106" y="1098759"/>
                <a:ext cx="792088" cy="792088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683568" y="4382610"/>
            <a:ext cx="8100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We start with one quarter and if we add another quarter we now have two quarters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51597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animBg="1"/>
      <p:bldP spid="18" grpId="0" animBg="1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5220072" y="1628800"/>
            <a:ext cx="2520280" cy="18722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rial Rounded MT Bold" panose="020F0704030504030204" pitchFamily="34" charset="0"/>
              </a:rPr>
              <a:t>Which is correct?</a:t>
            </a:r>
            <a:endParaRPr lang="en-AU" dirty="0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259632" y="1934618"/>
                <a:ext cx="2204450" cy="11330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AU" sz="36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AU" sz="36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AU" sz="36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1934618"/>
                <a:ext cx="2204450" cy="113306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5364088" y="1934618"/>
                <a:ext cx="2204450" cy="11294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AU" sz="36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sz="36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AU" sz="36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36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1934618"/>
                <a:ext cx="2204450" cy="112947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3995936" y="2235617"/>
            <a:ext cx="724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800" dirty="0" smtClean="0"/>
              <a:t>or</a:t>
            </a:r>
            <a:endParaRPr lang="en-AU" sz="48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043608" y="1772816"/>
            <a:ext cx="2520280" cy="144016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1259632" y="1772816"/>
            <a:ext cx="2204450" cy="144016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4098" name="Picture 2" descr="C:\Users\e4075868\AppData\Local\Microsoft\Windows\Temporary Internet Files\Content.IE5\J801ZEEM\Kliponious-green-tick[1]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6395" y="3861048"/>
            <a:ext cx="1762802" cy="2017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844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Lesson objective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By the end of this lesson you will be able to;</a:t>
            </a:r>
          </a:p>
          <a:p>
            <a:pPr marL="0" indent="0">
              <a:buNone/>
            </a:pPr>
            <a:r>
              <a:rPr lang="en-AU" dirty="0" smtClean="0"/>
              <a:t>- </a:t>
            </a:r>
            <a:r>
              <a:rPr lang="en-AU" dirty="0" smtClean="0"/>
              <a:t>Add and subtract fractions with like denominators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05172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Describe how to add and subtract fractions with like denominators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172369" y="2141134"/>
            <a:ext cx="69716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You can only add and subtract fractions when they have the same denominator.</a:t>
            </a:r>
          </a:p>
          <a:p>
            <a:endParaRPr lang="en-AU" dirty="0"/>
          </a:p>
          <a:p>
            <a:r>
              <a:rPr lang="en-AU" dirty="0" smtClean="0"/>
              <a:t>When the denominator is the same add or subtract the numerators, then simplify your answer when possible.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 flipH="1">
            <a:off x="0" y="2132856"/>
            <a:ext cx="18719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When can you add and subtract fractions?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744581" y="3484783"/>
                <a:ext cx="1024639" cy="32301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10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10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5+3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10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8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10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581" y="3484783"/>
                <a:ext cx="1024639" cy="323011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6804247" y="3613905"/>
                <a:ext cx="1024639" cy="32316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a:rPr lang="en-AU" i="1">
                              <a:latin typeface="Cambria Math"/>
                            </a:rPr>
                            <m:t>10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AU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i="1">
                              <a:latin typeface="Cambria Math"/>
                            </a:rPr>
                            <m:t>10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/>
                            </a:rPr>
                            <m:t>5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AU" i="1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i="1">
                              <a:latin typeface="Cambria Math"/>
                            </a:rPr>
                            <m:t>10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en-AU" i="1">
                              <a:latin typeface="Cambria Math"/>
                            </a:rPr>
                            <m:t>10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247" y="3613905"/>
                <a:ext cx="1024639" cy="323165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 rot="19854614">
            <a:off x="2268329" y="3671280"/>
            <a:ext cx="1455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 smtClean="0">
                <a:solidFill>
                  <a:srgbClr val="7030A0"/>
                </a:solidFill>
              </a:rPr>
              <a:t>Examples</a:t>
            </a:r>
            <a:r>
              <a:rPr lang="en-AU" dirty="0" smtClean="0"/>
              <a:t>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Try these</a:t>
            </a:r>
            <a:endParaRPr lang="en-AU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587740" y="1733047"/>
                <a:ext cx="1263487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7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12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12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7740" y="1733047"/>
                <a:ext cx="1263487" cy="61093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1725762" y="4089510"/>
                <a:ext cx="1011815" cy="6117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762" y="4089510"/>
                <a:ext cx="1011815" cy="61177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383579" y="1721737"/>
                <a:ext cx="1263487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9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20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11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20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3579" y="1721737"/>
                <a:ext cx="1263487" cy="6127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5383579" y="4077072"/>
                <a:ext cx="1263487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19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30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12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30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3579" y="4077072"/>
                <a:ext cx="1263487" cy="6127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C:\Users\e4075868\AppData\Local\Microsoft\Windows\Temporary Internet Files\Content.IE5\JODDZX2B\lrg_Boy_Thinking_1[1]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4689804"/>
            <a:ext cx="1978114" cy="1978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Answers</a:t>
            </a:r>
            <a:endParaRPr lang="en-AU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587740" y="1733047"/>
                <a:ext cx="1584087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7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12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12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9</m:t>
                          </m:r>
                        </m:num>
                        <m:den>
                          <m:r>
                            <a:rPr lang="en-AU" b="0" i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7740" y="1733047"/>
                <a:ext cx="1584087" cy="61093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1725762" y="4089510"/>
                <a:ext cx="1199367" cy="6127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762" y="4089510"/>
                <a:ext cx="1199367" cy="61279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383579" y="1721737"/>
                <a:ext cx="2013693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9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20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11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20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20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20</m:t>
                          </m:r>
                        </m:den>
                      </m:f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3579" y="1721737"/>
                <a:ext cx="2013693" cy="6127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5383579" y="4077072"/>
                <a:ext cx="1584087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19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30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12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30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7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30</m:t>
                          </m:r>
                        </m:den>
                      </m:f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3579" y="4077072"/>
                <a:ext cx="1584087" cy="6127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C:\Users\e4075868\AppData\Local\Microsoft\Windows\Temporary Internet Files\Content.IE5\4JPRA91W\objectif4[1]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3264" y="2062210"/>
            <a:ext cx="2226346" cy="2226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745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Practice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976" y="1916832"/>
            <a:ext cx="6905575" cy="1830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304" y="4344267"/>
            <a:ext cx="6629400" cy="178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043608" y="1563518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Adding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1230304" y="3991843"/>
            <a:ext cx="1254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Subtracting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Exit pass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Write your summary answering the EQ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smtClean="0"/>
              <a:t>“Describe </a:t>
            </a:r>
            <a:r>
              <a:rPr lang="en-AU" dirty="0"/>
              <a:t>how to add and subtract </a:t>
            </a:r>
            <a:r>
              <a:rPr lang="en-AU" dirty="0" smtClean="0"/>
              <a:t>fractions with </a:t>
            </a:r>
            <a:r>
              <a:rPr lang="en-AU" smtClean="0"/>
              <a:t>like denominators”</a:t>
            </a: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508</Words>
  <Application>Microsoft Office PowerPoint</Application>
  <PresentationFormat>On-screen Show (4:3)</PresentationFormat>
  <Paragraphs>79</Paragraphs>
  <Slides>11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Fraction Mini Quiz</vt:lpstr>
      <vt:lpstr>Answers</vt:lpstr>
      <vt:lpstr>Which is correct?</vt:lpstr>
      <vt:lpstr>PowerPoint Presentation</vt:lpstr>
      <vt:lpstr>Which is correct?</vt:lpstr>
      <vt:lpstr>Lesson objective</vt:lpstr>
      <vt:lpstr>PowerPoint Presentation</vt:lpstr>
      <vt:lpstr>PowerPoint Presentation</vt:lpstr>
      <vt:lpstr>PowerPoint Presentation</vt:lpstr>
      <vt:lpstr>Practice</vt:lpstr>
      <vt:lpstr>Exit pass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</cp:lastModifiedBy>
  <cp:revision>11</cp:revision>
  <dcterms:created xsi:type="dcterms:W3CDTF">2016-10-20T03:14:06Z</dcterms:created>
  <dcterms:modified xsi:type="dcterms:W3CDTF">2017-05-21T06:04:19Z</dcterms:modified>
</cp:coreProperties>
</file>