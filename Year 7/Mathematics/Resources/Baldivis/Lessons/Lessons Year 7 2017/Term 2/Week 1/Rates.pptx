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0" r:id="rId4"/>
    <p:sldId id="261" r:id="rId5"/>
    <p:sldId id="262" r:id="rId6"/>
    <p:sldId id="274" r:id="rId7"/>
    <p:sldId id="273" r:id="rId8"/>
    <p:sldId id="272" r:id="rId9"/>
    <p:sldId id="275" r:id="rId10"/>
    <p:sldId id="276" r:id="rId11"/>
    <p:sldId id="277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871" autoAdjust="0"/>
  </p:normalViewPr>
  <p:slideViewPr>
    <p:cSldViewPr>
      <p:cViewPr>
        <p:scale>
          <a:sx n="70" d="100"/>
          <a:sy n="70" d="100"/>
        </p:scale>
        <p:origin x="1386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3B831-A380-430A-B75E-D4F0D104AA1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B384F-B7BA-48E2-BF58-AFB01A2C91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030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help structure the </a:t>
            </a:r>
            <a:r>
              <a:rPr lang="en-US" dirty="0" err="1"/>
              <a:t>quickwrite</a:t>
            </a:r>
            <a:r>
              <a:rPr lang="en-US" dirty="0"/>
              <a:t> if students need prompting</a:t>
            </a:r>
            <a:r>
              <a:rPr lang="en-US" baseline="0" dirty="0"/>
              <a:t> – what was your process of solving rates??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5B384F-B7BA-48E2-BF58-AFB01A2C91CF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98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8122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42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904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58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6363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09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462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788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5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3802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3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7DFE5-32D4-4885-B469-A6C8D531D6A7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8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/>
              <a:t>My Money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5445224"/>
            <a:ext cx="2170956" cy="545506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Ms. Latham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44824"/>
            <a:ext cx="3851920" cy="25693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2564904"/>
            <a:ext cx="2204864" cy="220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620688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620688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2238034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18247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4251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91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What are rates and how are they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2204864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are rates?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5735" y="2132856"/>
            <a:ext cx="7102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rate is a comparison of quantities of different kinds.</a:t>
            </a:r>
          </a:p>
        </p:txBody>
      </p:sp>
    </p:spTree>
    <p:extLst>
      <p:ext uri="{BB962C8B-B14F-4D97-AF65-F5344CB8AC3E}">
        <p14:creationId xmlns:p14="http://schemas.microsoft.com/office/powerpoint/2010/main" val="293286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91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What are rates and how are they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2204864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are rates?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5735" y="2132856"/>
            <a:ext cx="7102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rate is a comparison of quantities of different kinds.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9752" y="3212976"/>
            <a:ext cx="5400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Some examples of rates are:</a:t>
            </a:r>
          </a:p>
          <a:p>
            <a:r>
              <a:rPr lang="en-US" sz="2800" dirty="0"/>
              <a:t>Rent – Dollars per week.</a:t>
            </a:r>
          </a:p>
          <a:p>
            <a:r>
              <a:rPr lang="en-US" sz="2800" dirty="0"/>
              <a:t>Call costs – Dollars per minute. </a:t>
            </a:r>
          </a:p>
          <a:p>
            <a:endParaRPr lang="en-US" dirty="0"/>
          </a:p>
        </p:txBody>
      </p:sp>
      <p:pic>
        <p:nvPicPr>
          <p:cNvPr id="13" name="Picture 12" descr="&lt;strong&gt;House&lt;/strong&gt; Illustration Clipart Free Stock Photo - Public Domain Picture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5" y="3768532"/>
            <a:ext cx="1905458" cy="1515072"/>
          </a:xfrm>
          <a:prstGeom prst="rect">
            <a:avLst/>
          </a:prstGeom>
        </p:spPr>
      </p:pic>
      <p:pic>
        <p:nvPicPr>
          <p:cNvPr id="15" name="Picture 14" descr="WHHHSMediaCenter - Mobile Tools and Ap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936" y="2676479"/>
            <a:ext cx="15906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9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91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What are rates and how are they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2204864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are rates?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5735" y="2132856"/>
            <a:ext cx="7102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rate is a comparison of quantities of different kinds.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9752" y="3035861"/>
            <a:ext cx="597666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Some examples of rates are:</a:t>
            </a:r>
          </a:p>
          <a:p>
            <a:r>
              <a:rPr lang="en-US" sz="2800" dirty="0"/>
              <a:t>Rent – Dollars per week.</a:t>
            </a:r>
          </a:p>
          <a:p>
            <a:r>
              <a:rPr lang="en-US" sz="2800" dirty="0"/>
              <a:t>Call costs – Dollars per minute.</a:t>
            </a:r>
          </a:p>
          <a:p>
            <a:endParaRPr lang="en-US" sz="2800" dirty="0"/>
          </a:p>
          <a:p>
            <a:endParaRPr lang="en-US" dirty="0"/>
          </a:p>
        </p:txBody>
      </p:sp>
      <p:pic>
        <p:nvPicPr>
          <p:cNvPr id="13" name="Picture 12" descr="&lt;strong&gt;House&lt;/strong&gt; Illustration Clipart Free Stock Photo - Public Domain Picture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5" y="3768532"/>
            <a:ext cx="1905458" cy="1515072"/>
          </a:xfrm>
          <a:prstGeom prst="rect">
            <a:avLst/>
          </a:prstGeom>
        </p:spPr>
      </p:pic>
      <p:pic>
        <p:nvPicPr>
          <p:cNvPr id="15" name="Picture 14" descr="WHHHSMediaCenter - Mobile Tools and Ap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676" y="2733695"/>
            <a:ext cx="1590675" cy="1714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90602" y="4750361"/>
            <a:ext cx="691276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Example: It costs you $0.40 per minute for local calls on your mobile phone.  </a:t>
            </a:r>
          </a:p>
          <a:p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  $0.40 per minute or $0.40/minute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3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206084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91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rates and how are they used?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53" y="2369984"/>
            <a:ext cx="25343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do I simplify rates?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9469" y="2025745"/>
            <a:ext cx="6552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What we know </a:t>
            </a:r>
            <a:r>
              <a:rPr lang="en-US" sz="3200" dirty="0"/>
              <a:t>→$30 for 6 Kilograms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774360" y="4328002"/>
                <a:ext cx="6552728" cy="826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Now divide both sides by 6 </a:t>
                </a:r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$30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  </a:t>
                </a:r>
                <a:r>
                  <a:rPr lang="en-US" sz="2400" dirty="0"/>
                  <a:t>for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6 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𝑘𝑔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360" y="4328002"/>
                <a:ext cx="6552728" cy="826060"/>
              </a:xfrm>
              <a:prstGeom prst="rect">
                <a:avLst/>
              </a:prstGeom>
              <a:blipFill>
                <a:blip r:embed="rId2"/>
                <a:stretch>
                  <a:fillRect l="-1395" b="-1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843808" y="5274280"/>
            <a:ext cx="6552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=$5 for 1 kilogram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808" y="5959264"/>
            <a:ext cx="6552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=$5/kg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1760" y="2859043"/>
            <a:ext cx="655272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What we want to know </a:t>
            </a:r>
            <a:r>
              <a:rPr lang="en-US" sz="2800" dirty="0"/>
              <a:t>→ </a:t>
            </a:r>
            <a:r>
              <a:rPr lang="en-US" sz="2400" dirty="0">
                <a:solidFill>
                  <a:srgbClr val="FF0000"/>
                </a:solidFill>
              </a:rPr>
              <a:t>How much money for one kilo?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5786" y="3798375"/>
            <a:ext cx="6948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to get from 6 kg to 1 kg?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0033" y="3831756"/>
            <a:ext cx="17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(divide by 6)</a:t>
            </a:r>
          </a:p>
        </p:txBody>
      </p:sp>
    </p:spTree>
    <p:extLst>
      <p:ext uri="{BB962C8B-B14F-4D97-AF65-F5344CB8AC3E}">
        <p14:creationId xmlns:p14="http://schemas.microsoft.com/office/powerpoint/2010/main" val="383522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8" grpId="0"/>
      <p:bldP spid="13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88640"/>
            <a:ext cx="2160240" cy="523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LHS -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783868"/>
            <a:ext cx="8532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Try these questions by yourself then check with a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512" y="1726649"/>
            <a:ext cx="4348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1. Simplify $18 for 9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32" y="1726649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2. Simplify $75 for 15 boxes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4581128"/>
            <a:ext cx="8260128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</a:rPr>
              <a:t>Extra: If 5 kg of potatoes costs $5.95 how much does 7 kg cost?</a:t>
            </a:r>
          </a:p>
        </p:txBody>
      </p:sp>
    </p:spTree>
    <p:extLst>
      <p:ext uri="{BB962C8B-B14F-4D97-AF65-F5344CB8AC3E}">
        <p14:creationId xmlns:p14="http://schemas.microsoft.com/office/powerpoint/2010/main" val="2681735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88640"/>
            <a:ext cx="2160240" cy="523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LHS -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783868"/>
            <a:ext cx="8532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Try these questions by yourself then check with a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907" y="1518957"/>
            <a:ext cx="4348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1. Simplify $18 for 9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9029" y="1468674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2. Simplify $75 for 15 boxes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512" y="4302876"/>
            <a:ext cx="8260128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</a:rPr>
              <a:t>Extra: If 5 kg of potatoes costs $5.95 how much does 7 kg cost?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69349" y="1980622"/>
            <a:ext cx="4774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do we get from 9 minutes to 1 minute?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649706"/>
            <a:ext cx="3096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Divide by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548172" y="2499202"/>
                <a:ext cx="2589042" cy="716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$18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𝑚𝑖𝑛𝑢𝑡𝑒𝑠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172" y="2499202"/>
                <a:ext cx="2589042" cy="7160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724128" y="3621372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$5 for 1 box or $5/box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5675" y="1916900"/>
            <a:ext cx="4774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do we get from 15 boxes to 1 box?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1980" y="2550743"/>
            <a:ext cx="3096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Divide by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951584" y="2407189"/>
                <a:ext cx="2422330" cy="716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$75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15 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𝑏𝑜𝑥𝑒𝑠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584" y="2407189"/>
                <a:ext cx="2422330" cy="7160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02433" y="3731238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$2 for 1 minute or $2/minute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6729" y="4738413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5 kg for $5.95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2865" y="520007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Divide by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235790" y="5218264"/>
                <a:ext cx="1689885" cy="716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$5.95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790" y="5218264"/>
                <a:ext cx="1689885" cy="7160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096344" y="6118931"/>
            <a:ext cx="18869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1 kg for $1.19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9029" y="6358387"/>
            <a:ext cx="1604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Multiply by 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4961" y="6101584"/>
            <a:ext cx="1886991" cy="461665"/>
          </a:xfrm>
          <a:prstGeom prst="rect">
            <a:avLst/>
          </a:prstGeom>
          <a:ln w="57150">
            <a:solidFill>
              <a:srgbClr val="FFFF00"/>
            </a:solidFill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7 kg for $8.33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5091251" y="6332271"/>
            <a:ext cx="152044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21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9" grpId="0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91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What are rates and how are they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2204864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are rates used?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1692" y="2247009"/>
            <a:ext cx="7102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rate allows us to compare prices and can help us find the cost of a different amount</a:t>
            </a:r>
          </a:p>
        </p:txBody>
      </p:sp>
      <p:pic>
        <p:nvPicPr>
          <p:cNvPr id="8" name="Picture 7" descr="Icon &lt;strong&gt;corn&lt;/strong&gt; cob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489278"/>
            <a:ext cx="2057400" cy="1714500"/>
          </a:xfrm>
          <a:prstGeom prst="rect">
            <a:avLst/>
          </a:prstGeom>
        </p:spPr>
      </p:pic>
      <p:pic>
        <p:nvPicPr>
          <p:cNvPr id="13" name="Picture 12" descr="Icon &lt;strong&gt;corn&lt;/strong&gt; cob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306" y="3790091"/>
            <a:ext cx="2057400" cy="1714500"/>
          </a:xfrm>
          <a:prstGeom prst="rect">
            <a:avLst/>
          </a:prstGeom>
        </p:spPr>
      </p:pic>
      <p:pic>
        <p:nvPicPr>
          <p:cNvPr id="14" name="Picture 13" descr="Icon &lt;strong&gt;corn&lt;/strong&gt; cob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940" y="3408182"/>
            <a:ext cx="2057400" cy="1714500"/>
          </a:xfrm>
          <a:prstGeom prst="rect">
            <a:avLst/>
          </a:prstGeom>
        </p:spPr>
      </p:pic>
      <p:pic>
        <p:nvPicPr>
          <p:cNvPr id="15" name="Picture 14" descr="Icon &lt;strong&gt;corn&lt;/strong&gt; cob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816" y="2852936"/>
            <a:ext cx="2057400" cy="1714500"/>
          </a:xfrm>
          <a:prstGeom prst="rect">
            <a:avLst/>
          </a:prstGeom>
        </p:spPr>
      </p:pic>
      <p:pic>
        <p:nvPicPr>
          <p:cNvPr id="16" name="Picture 15" descr="Icon &lt;strong&gt;corn&lt;/strong&gt; cob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116" y="3068837"/>
            <a:ext cx="2057400" cy="1714500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>
            <a:off x="4139952" y="4783337"/>
            <a:ext cx="152044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88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dirty="0">
                <a:solidFill>
                  <a:srgbClr val="00B05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593" y="140493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err="1"/>
              <a:t>Quickwrite</a:t>
            </a:r>
            <a:r>
              <a:rPr lang="en-AU" dirty="0"/>
              <a:t> – 2 minutes write a summary for todays lesson </a:t>
            </a:r>
          </a:p>
          <a:p>
            <a:pPr marL="0" indent="0">
              <a:buNone/>
            </a:pPr>
            <a:r>
              <a:rPr lang="en-AU" sz="2800" dirty="0"/>
              <a:t>A few ideas to get started: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What was your process of solving rates?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What is the purpose of rates?</a:t>
            </a:r>
            <a:endParaRPr lang="en-AU" sz="28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615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2585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272537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560</Words>
  <Application>Microsoft Office PowerPoint</Application>
  <PresentationFormat>On-screen Show (4:3)</PresentationFormat>
  <Paragraphs>131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My Money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Probability Interactive Notebook</dc:title>
  <dc:creator>MCALLISTER Robert</dc:creator>
  <cp:lastModifiedBy>Alexandria Latham</cp:lastModifiedBy>
  <cp:revision>25</cp:revision>
  <dcterms:created xsi:type="dcterms:W3CDTF">2016-02-28T07:23:20Z</dcterms:created>
  <dcterms:modified xsi:type="dcterms:W3CDTF">2017-04-24T07:08:35Z</dcterms:modified>
</cp:coreProperties>
</file>