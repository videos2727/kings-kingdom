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68" r:id="rId3"/>
    <p:sldId id="257" r:id="rId4"/>
    <p:sldId id="264" r:id="rId5"/>
    <p:sldId id="269" r:id="rId6"/>
    <p:sldId id="267" r:id="rId7"/>
    <p:sldId id="262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They don’t</a:t>
            </a:r>
            <a:r>
              <a:rPr lang="en-AU" baseline="0" dirty="0" smtClean="0"/>
              <a:t> need to copy everything down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7336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</a:t>
            </a:r>
            <a:r>
              <a:rPr lang="en-AU" dirty="0" smtClean="0"/>
              <a:t>practice</a:t>
            </a:r>
          </a:p>
          <a:p>
            <a:r>
              <a:rPr lang="en-AU" dirty="0" smtClean="0"/>
              <a:t>Go through the solutions with</a:t>
            </a:r>
            <a:r>
              <a:rPr lang="en-AU" baseline="0" dirty="0" smtClean="0"/>
              <a:t> the students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>
                <a:latin typeface="Andalus" panose="02020603050405020304" pitchFamily="18" charset="-78"/>
                <a:cs typeface="Andalus" panose="02020603050405020304" pitchFamily="18" charset="-78"/>
              </a:rPr>
              <a:t>I need 30 lollies</a:t>
            </a:r>
            <a:endParaRPr lang="en-AU" b="1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You can buy a 10 pack for $6 and a 15 pack is $8.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How many packets of each does do I need to buy to get 30 lollipops? How much will it cost?</a:t>
            </a:r>
            <a:endParaRPr lang="en-AU" dirty="0" smtClean="0"/>
          </a:p>
        </p:txBody>
      </p:sp>
      <p:pic>
        <p:nvPicPr>
          <p:cNvPr id="1026" name="Picture 2" descr="C:\Users\e4075868\AppData\Local\Microsoft\Windows\Temporary Internet Files\Content.IE5\J801ZEEM\5027161428_f762af4ce5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16632"/>
            <a:ext cx="2335808" cy="175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4075868\AppData\Local\Microsoft\Windows\Temporary Internet Files\Content.IE5\RP2BT71J\lolly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482145"/>
            <a:ext cx="1112823" cy="2106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4075868\AppData\Local\Microsoft\Windows\Temporary Internet Files\Content.IE5\RP2BT71J\lolly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482145"/>
            <a:ext cx="1112823" cy="2106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75868\AppData\Local\Microsoft\Windows\Temporary Internet Files\Content.IE5\RP2BT71J\lolly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453157"/>
            <a:ext cx="1112823" cy="2106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 smtClean="0">
                <a:latin typeface="Andalus" panose="02020603050405020304" pitchFamily="18" charset="-78"/>
                <a:cs typeface="Andalus" panose="02020603050405020304" pitchFamily="18" charset="-78"/>
              </a:rPr>
              <a:t>I </a:t>
            </a:r>
            <a:r>
              <a:rPr lang="en-AU" b="1" smtClean="0">
                <a:latin typeface="Andalus" panose="02020603050405020304" pitchFamily="18" charset="-78"/>
                <a:cs typeface="Andalus" panose="02020603050405020304" pitchFamily="18" charset="-78"/>
              </a:rPr>
              <a:t>need 30 lollies</a:t>
            </a:r>
            <a:endParaRPr lang="en-AU" b="1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81563" y="184497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AU" dirty="0" smtClean="0"/>
          </a:p>
          <a:p>
            <a:pPr marL="0" indent="0">
              <a:buFont typeface="Arial" pitchFamily="34" charset="0"/>
              <a:buNone/>
            </a:pPr>
            <a:r>
              <a:rPr lang="en-AU" dirty="0" smtClean="0"/>
              <a:t>You can buy a 10 pack for $6 and a 15 pack is $8.</a:t>
            </a:r>
          </a:p>
          <a:p>
            <a:pPr marL="0" indent="0">
              <a:buFont typeface="Arial" pitchFamily="34" charset="0"/>
              <a:buNone/>
            </a:pPr>
            <a:endParaRPr lang="en-AU" dirty="0" smtClean="0"/>
          </a:p>
          <a:p>
            <a:pPr marL="0" indent="0">
              <a:buFont typeface="Arial" pitchFamily="34" charset="0"/>
              <a:buNone/>
            </a:pPr>
            <a:r>
              <a:rPr lang="en-AU" dirty="0" smtClean="0"/>
              <a:t>How many packets of each does do I need to buy to get 30 lollipops? How much will it cost?</a:t>
            </a:r>
            <a:endParaRPr lang="en-AU" dirty="0" smtClean="0"/>
          </a:p>
        </p:txBody>
      </p:sp>
      <p:pic>
        <p:nvPicPr>
          <p:cNvPr id="6" name="Picture 2" descr="C:\Users\e4075868\AppData\Local\Microsoft\Windows\Temporary Internet Files\Content.IE5\J801ZEEM\5027161428_f762af4ce5_z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16632"/>
            <a:ext cx="2335808" cy="175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975228" y="5135341"/>
            <a:ext cx="7800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The answer is to buy two 15 packs, which costs $16</a:t>
            </a:r>
            <a:endParaRPr lang="en-AU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86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>
              <a:buNone/>
            </a:pPr>
            <a:r>
              <a:rPr lang="en-AU" dirty="0" smtClean="0"/>
              <a:t>- </a:t>
            </a:r>
            <a:r>
              <a:rPr lang="en-AU" dirty="0" smtClean="0"/>
              <a:t>Compare the price of different items to determine which is the best value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5051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37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Best buy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avoid being ripped off?</a:t>
            </a:r>
            <a:endParaRPr lang="en-AU" sz="2400" dirty="0"/>
          </a:p>
        </p:txBody>
      </p:sp>
      <p:sp>
        <p:nvSpPr>
          <p:cNvPr id="13" name="Rectangle 12"/>
          <p:cNvSpPr/>
          <p:nvPr/>
        </p:nvSpPr>
        <p:spPr>
          <a:xfrm>
            <a:off x="2143725" y="2060848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dirty="0"/>
              <a:t>The unitary method is a useful method for comparing one rate with another rate.</a:t>
            </a:r>
          </a:p>
        </p:txBody>
      </p:sp>
      <p:sp>
        <p:nvSpPr>
          <p:cNvPr id="14" name="TextBox 4"/>
          <p:cNvSpPr txBox="1"/>
          <p:nvPr/>
        </p:nvSpPr>
        <p:spPr>
          <a:xfrm>
            <a:off x="1950516" y="2969458"/>
            <a:ext cx="7072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b="1" dirty="0">
                <a:solidFill>
                  <a:srgbClr val="FF0000"/>
                </a:solidFill>
              </a:rPr>
              <a:t>Step 1 – Find the unit rates for a single quantity </a:t>
            </a:r>
            <a:r>
              <a:rPr lang="en-AU" sz="2000" b="1" dirty="0" smtClean="0">
                <a:solidFill>
                  <a:srgbClr val="FF0000"/>
                </a:solidFill>
              </a:rPr>
              <a:t>and compare the results</a:t>
            </a:r>
            <a:br>
              <a:rPr lang="en-AU" sz="2000" b="1" dirty="0" smtClean="0">
                <a:solidFill>
                  <a:srgbClr val="FF0000"/>
                </a:solidFill>
              </a:rPr>
            </a:br>
            <a:endParaRPr lang="en-AU" sz="2000" b="1" dirty="0" smtClean="0">
              <a:solidFill>
                <a:srgbClr val="FF000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03" y="4653136"/>
            <a:ext cx="8509222" cy="140311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88896" y="3682043"/>
            <a:ext cx="4891339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dirty="0"/>
              <a:t>Find the rate for one in each of the following: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95051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5616" y="404664"/>
            <a:ext cx="1437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Best buy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avoid being ripped off?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2147686" y="2194003"/>
            <a:ext cx="5760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compare prices you don’t have to use the unitary method as long as you make them the same unit like cost for 100g ($/100g)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686" y="3204199"/>
            <a:ext cx="603885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3059832" y="5013176"/>
            <a:ext cx="3801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best buy would be the $6 for 300g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66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12" y="1173651"/>
            <a:ext cx="7286119" cy="3650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07" y="2860915"/>
            <a:ext cx="7073949" cy="3913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23" y="4500804"/>
            <a:ext cx="7268954" cy="3517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55776" y="297522"/>
            <a:ext cx="4416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 smtClean="0"/>
              <a:t>Which is the best buy?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AU" dirty="0" smtClean="0"/>
              <a:t>Page 54 </a:t>
            </a:r>
          </a:p>
          <a:p>
            <a:pPr algn="ctr"/>
            <a:r>
              <a:rPr lang="en-AU" dirty="0" smtClean="0"/>
              <a:t>Exercise 4.5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Summary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err="1" smtClean="0"/>
              <a:t>Quickwrite</a:t>
            </a:r>
            <a:r>
              <a:rPr lang="en-AU" dirty="0" smtClean="0"/>
              <a:t>:</a:t>
            </a:r>
            <a:endParaRPr lang="en-AU" dirty="0"/>
          </a:p>
          <a:p>
            <a:pPr marL="0" indent="0">
              <a:buNone/>
            </a:pPr>
            <a:r>
              <a:rPr lang="en-AU" dirty="0" smtClean="0"/>
              <a:t>What are the steps to calculating best buy?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Share with pair: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Share with the class: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306</Words>
  <Application>Microsoft Office PowerPoint</Application>
  <PresentationFormat>On-screen Show (4:3)</PresentationFormat>
  <Paragraphs>59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 need 30 lollies</vt:lpstr>
      <vt:lpstr>PowerPoint Presentation</vt:lpstr>
      <vt:lpstr>Lesson objective</vt:lpstr>
      <vt:lpstr>PowerPoint Presentation</vt:lpstr>
      <vt:lpstr>PowerPoint Presentation</vt:lpstr>
      <vt:lpstr>PowerPoint Presentation</vt:lpstr>
      <vt:lpstr>Practice</vt:lpstr>
      <vt:lpstr>Summary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8</cp:revision>
  <dcterms:created xsi:type="dcterms:W3CDTF">2016-10-20T03:14:06Z</dcterms:created>
  <dcterms:modified xsi:type="dcterms:W3CDTF">2017-04-24T07:42:27Z</dcterms:modified>
</cp:coreProperties>
</file>