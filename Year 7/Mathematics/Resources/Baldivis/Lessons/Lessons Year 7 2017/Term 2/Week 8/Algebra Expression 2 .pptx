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75" r:id="rId10"/>
    <p:sldId id="271" r:id="rId11"/>
    <p:sldId id="278" r:id="rId12"/>
    <p:sldId id="270" r:id="rId13"/>
    <p:sldId id="281" r:id="rId14"/>
    <p:sldId id="269" r:id="rId15"/>
    <p:sldId id="280" r:id="rId16"/>
    <p:sldId id="272" r:id="rId17"/>
    <p:sldId id="279" r:id="rId18"/>
    <p:sldId id="273" r:id="rId19"/>
    <p:sldId id="276" r:id="rId20"/>
    <p:sldId id="274" r:id="rId21"/>
    <p:sldId id="277" r:id="rId22"/>
    <p:sldId id="282" r:id="rId23"/>
    <p:sldId id="283" r:id="rId24"/>
    <p:sldId id="284" r:id="rId25"/>
    <p:sldId id="285" r:id="rId26"/>
    <p:sldId id="302" r:id="rId27"/>
    <p:sldId id="287" r:id="rId28"/>
    <p:sldId id="301" r:id="rId29"/>
    <p:sldId id="288" r:id="rId30"/>
    <p:sldId id="303" r:id="rId31"/>
    <p:sldId id="289" r:id="rId32"/>
    <p:sldId id="304" r:id="rId33"/>
    <p:sldId id="290" r:id="rId34"/>
    <p:sldId id="305" r:id="rId35"/>
    <p:sldId id="291" r:id="rId36"/>
    <p:sldId id="306" r:id="rId37"/>
    <p:sldId id="292" r:id="rId38"/>
    <p:sldId id="307" r:id="rId39"/>
    <p:sldId id="293" r:id="rId40"/>
    <p:sldId id="308" r:id="rId41"/>
    <p:sldId id="294" r:id="rId42"/>
    <p:sldId id="309" r:id="rId43"/>
    <p:sldId id="295" r:id="rId44"/>
    <p:sldId id="310" r:id="rId45"/>
    <p:sldId id="296" r:id="rId46"/>
    <p:sldId id="311" r:id="rId47"/>
    <p:sldId id="312" r:id="rId48"/>
    <p:sldId id="313" r:id="rId49"/>
    <p:sldId id="31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C08"/>
    <a:srgbClr val="A50021"/>
    <a:srgbClr val="800080"/>
    <a:srgbClr val="FFCCFF"/>
    <a:srgbClr val="FF3300"/>
    <a:srgbClr val="FFFF66"/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87638" autoAdjust="0"/>
  </p:normalViewPr>
  <p:slideViewPr>
    <p:cSldViewPr snapToGrid="0">
      <p:cViewPr>
        <p:scale>
          <a:sx n="45" d="100"/>
          <a:sy n="45" d="100"/>
        </p:scale>
        <p:origin x="129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945C9-44DC-4CC5-9C0E-780E74684A75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5FA9E-68E8-472A-837D-561854B8A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508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50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pair will need a whiteboard and marker and try to have them work without their glossaries</a:t>
            </a:r>
            <a:r>
              <a:rPr lang="en-US" baseline="0" dirty="0"/>
              <a:t> initially.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58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</a:t>
            </a:r>
            <a:r>
              <a:rPr lang="en-US" baseline="0" dirty="0"/>
              <a:t> pair will need a </a:t>
            </a:r>
            <a:r>
              <a:rPr lang="en-US" baseline="0" dirty="0" err="1"/>
              <a:t>dwyer</a:t>
            </a:r>
            <a:r>
              <a:rPr lang="en-US" baseline="0" dirty="0"/>
              <a:t> text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790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up while the students are working as a reference.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9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87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16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62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65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1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07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23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345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89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26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521AC-A83B-4F32-9230-AC882130CCD6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0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Rounded MT Bold" panose="020F0704030504030204" pitchFamily="34" charset="0"/>
              </a:rPr>
              <a:t>My Algebra</a:t>
            </a:r>
            <a:br>
              <a:rPr lang="en-AU" dirty="0">
                <a:latin typeface="Arial Rounded MT Bold" panose="020F0704030504030204" pitchFamily="34" charset="0"/>
              </a:rPr>
            </a:br>
            <a:r>
              <a:rPr lang="en-AU" dirty="0"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305" y="5867400"/>
            <a:ext cx="6400800" cy="625056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Ms. Latham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948" y="2883679"/>
            <a:ext cx="3183284" cy="37138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2142958"/>
            <a:ext cx="6233491" cy="24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2" y="1128720"/>
            <a:ext cx="11655188" cy="572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33CCFF"/>
          </a:solidFill>
          <a:ln w="38100" cmpd="sng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1310640"/>
            <a:ext cx="9020033" cy="5308524"/>
          </a:xfrm>
        </p:spPr>
        <p:txBody>
          <a:bodyPr/>
          <a:lstStyle/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TODAY – </a:t>
            </a:r>
            <a:r>
              <a:rPr lang="en-AU" b="1" dirty="0">
                <a:solidFill>
                  <a:schemeClr val="bg1"/>
                </a:solidFill>
              </a:rPr>
              <a:t>Review</a:t>
            </a:r>
            <a:r>
              <a:rPr lang="en-AU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We are tying in all of our knowledge so far!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r>
              <a:rPr lang="en-AU" sz="3200" dirty="0">
                <a:solidFill>
                  <a:schemeClr val="bg1"/>
                </a:solidFill>
              </a:rPr>
              <a:t>Practice writing mathematical expressions from words</a:t>
            </a:r>
          </a:p>
          <a:p>
            <a:r>
              <a:rPr lang="en-AU" sz="3200" dirty="0">
                <a:solidFill>
                  <a:schemeClr val="bg1"/>
                </a:solidFill>
              </a:rPr>
              <a:t>Practice substitution</a:t>
            </a:r>
          </a:p>
          <a:p>
            <a:r>
              <a:rPr lang="en-AU" sz="3200" dirty="0">
                <a:solidFill>
                  <a:schemeClr val="bg1"/>
                </a:solidFill>
              </a:rPr>
              <a:t>Using our knowledge of commutative law and associative law comment on the expressions</a:t>
            </a:r>
          </a:p>
        </p:txBody>
      </p:sp>
    </p:spTree>
    <p:extLst>
      <p:ext uri="{BB962C8B-B14F-4D97-AF65-F5344CB8AC3E}">
        <p14:creationId xmlns:p14="http://schemas.microsoft.com/office/powerpoint/2010/main" val="1450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Activity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In pairs, working together you will match the word that shows on the screen to the correct operation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Then the answer will be revealed on the screen and your pair will earn a point. Keep track of your points!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Perfect &lt;strong&gt;Score&lt;/strong&gt; by mazeo - A perfect &lt;strong&gt;score&lt;/strong&gt;, A+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037" y="3583040"/>
            <a:ext cx="2558563" cy="327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3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136508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52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157597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33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23742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09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641905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01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177502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23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16600" dirty="0"/>
              <a:t>Decreased By</a:t>
            </a:r>
          </a:p>
        </p:txBody>
      </p:sp>
    </p:spTree>
    <p:extLst>
      <p:ext uri="{BB962C8B-B14F-4D97-AF65-F5344CB8AC3E}">
        <p14:creationId xmlns:p14="http://schemas.microsoft.com/office/powerpoint/2010/main" val="266343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25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16600" dirty="0"/>
              <a:t>Increased By</a:t>
            </a:r>
          </a:p>
        </p:txBody>
      </p:sp>
    </p:spTree>
    <p:extLst>
      <p:ext uri="{BB962C8B-B14F-4D97-AF65-F5344CB8AC3E}">
        <p14:creationId xmlns:p14="http://schemas.microsoft.com/office/powerpoint/2010/main" val="83795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0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Quotient</a:t>
            </a:r>
          </a:p>
        </p:txBody>
      </p:sp>
    </p:spTree>
    <p:extLst>
      <p:ext uri="{BB962C8B-B14F-4D97-AF65-F5344CB8AC3E}">
        <p14:creationId xmlns:p14="http://schemas.microsoft.com/office/powerpoint/2010/main" val="3550166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202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Less Than</a:t>
            </a:r>
          </a:p>
        </p:txBody>
      </p:sp>
    </p:spTree>
    <p:extLst>
      <p:ext uri="{BB962C8B-B14F-4D97-AF65-F5344CB8AC3E}">
        <p14:creationId xmlns:p14="http://schemas.microsoft.com/office/powerpoint/2010/main" val="2282590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9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39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326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Add up your scores!</a:t>
            </a:r>
          </a:p>
        </p:txBody>
      </p:sp>
    </p:spTree>
    <p:extLst>
      <p:ext uri="{BB962C8B-B14F-4D97-AF65-F5344CB8AC3E}">
        <p14:creationId xmlns:p14="http://schemas.microsoft.com/office/powerpoint/2010/main" val="502587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&lt;strong&gt;Check_Mark&lt;/strong&gt;_and_Box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3" r="26743" b="-1"/>
          <a:stretch/>
        </p:blipFill>
        <p:spPr>
          <a:xfrm>
            <a:off x="-1" y="3725"/>
            <a:ext cx="5504917" cy="6850548"/>
          </a:xfrm>
          <a:prstGeom prst="rect">
            <a:avLst/>
          </a:prstGeom>
        </p:spPr>
      </p:pic>
      <p:pic>
        <p:nvPicPr>
          <p:cNvPr id="9" name="Picture 8">
            <a:extLst/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1267" y="-291091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2</a:t>
            </a:r>
            <a:r>
              <a:rPr lang="en-US" baseline="30000" dirty="0">
                <a:solidFill>
                  <a:srgbClr val="000000"/>
                </a:solidFill>
              </a:rPr>
              <a:t>nd</a:t>
            </a:r>
            <a:r>
              <a:rPr lang="en-US" dirty="0">
                <a:solidFill>
                  <a:srgbClr val="000000"/>
                </a:solidFill>
              </a:rPr>
              <a:t>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2484" y="871870"/>
            <a:ext cx="6634716" cy="555019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In pairs, working together you will turn the sentence into a mathematical expression using letters and symbols </a:t>
            </a:r>
          </a:p>
          <a:p>
            <a:pPr marL="0" indent="0">
              <a:buNone/>
            </a:pPr>
            <a:endParaRPr lang="en-US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Then the answer will be revealed on the screen and your pair will earn a point. Keep track of your points!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02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986" y="2411080"/>
            <a:ext cx="117720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Use (n) to represent number</a:t>
            </a:r>
          </a:p>
        </p:txBody>
      </p:sp>
    </p:spTree>
    <p:extLst>
      <p:ext uri="{BB962C8B-B14F-4D97-AF65-F5344CB8AC3E}">
        <p14:creationId xmlns:p14="http://schemas.microsoft.com/office/powerpoint/2010/main" val="4052494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number plus 5 </a:t>
            </a:r>
          </a:p>
        </p:txBody>
      </p:sp>
    </p:spTree>
    <p:extLst>
      <p:ext uri="{BB962C8B-B14F-4D97-AF65-F5344CB8AC3E}">
        <p14:creationId xmlns:p14="http://schemas.microsoft.com/office/powerpoint/2010/main" val="326432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+ 5 </a:t>
            </a:r>
          </a:p>
        </p:txBody>
      </p:sp>
    </p:spTree>
    <p:extLst>
      <p:ext uri="{BB962C8B-B14F-4D97-AF65-F5344CB8AC3E}">
        <p14:creationId xmlns:p14="http://schemas.microsoft.com/office/powerpoint/2010/main" val="1344822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increased by 7 </a:t>
            </a:r>
          </a:p>
        </p:txBody>
      </p:sp>
    </p:spTree>
    <p:extLst>
      <p:ext uri="{BB962C8B-B14F-4D97-AF65-F5344CB8AC3E}">
        <p14:creationId xmlns:p14="http://schemas.microsoft.com/office/powerpoint/2010/main" val="4205909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+ 7 </a:t>
            </a:r>
          </a:p>
        </p:txBody>
      </p:sp>
    </p:spTree>
    <p:extLst>
      <p:ext uri="{BB962C8B-B14F-4D97-AF65-F5344CB8AC3E}">
        <p14:creationId xmlns:p14="http://schemas.microsoft.com/office/powerpoint/2010/main" val="444649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number decreased by 3 </a:t>
            </a:r>
          </a:p>
        </p:txBody>
      </p:sp>
    </p:spTree>
    <p:extLst>
      <p:ext uri="{BB962C8B-B14F-4D97-AF65-F5344CB8AC3E}">
        <p14:creationId xmlns:p14="http://schemas.microsoft.com/office/powerpoint/2010/main" val="4134461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- 3 </a:t>
            </a:r>
          </a:p>
        </p:txBody>
      </p:sp>
    </p:spTree>
    <p:extLst>
      <p:ext uri="{BB962C8B-B14F-4D97-AF65-F5344CB8AC3E}">
        <p14:creationId xmlns:p14="http://schemas.microsoft.com/office/powerpoint/2010/main" val="2908608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The sum of a number and 12 </a:t>
            </a:r>
          </a:p>
        </p:txBody>
      </p:sp>
    </p:spTree>
    <p:extLst>
      <p:ext uri="{BB962C8B-B14F-4D97-AF65-F5344CB8AC3E}">
        <p14:creationId xmlns:p14="http://schemas.microsoft.com/office/powerpoint/2010/main" val="401803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+ 12 </a:t>
            </a:r>
          </a:p>
        </p:txBody>
      </p:sp>
    </p:spTree>
    <p:extLst>
      <p:ext uri="{BB962C8B-B14F-4D97-AF65-F5344CB8AC3E}">
        <p14:creationId xmlns:p14="http://schemas.microsoft.com/office/powerpoint/2010/main" val="3460130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The product of a number and 65 </a:t>
            </a:r>
          </a:p>
        </p:txBody>
      </p:sp>
    </p:spTree>
    <p:extLst>
      <p:ext uri="{BB962C8B-B14F-4D97-AF65-F5344CB8AC3E}">
        <p14:creationId xmlns:p14="http://schemas.microsoft.com/office/powerpoint/2010/main" val="256551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× 65 </a:t>
            </a:r>
          </a:p>
        </p:txBody>
      </p:sp>
    </p:spTree>
    <p:extLst>
      <p:ext uri="{BB962C8B-B14F-4D97-AF65-F5344CB8AC3E}">
        <p14:creationId xmlns:p14="http://schemas.microsoft.com/office/powerpoint/2010/main" val="834351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Double a number </a:t>
            </a:r>
          </a:p>
        </p:txBody>
      </p:sp>
    </p:spTree>
    <p:extLst>
      <p:ext uri="{BB962C8B-B14F-4D97-AF65-F5344CB8AC3E}">
        <p14:creationId xmlns:p14="http://schemas.microsoft.com/office/powerpoint/2010/main" val="1846993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× 2 </a:t>
            </a:r>
          </a:p>
        </p:txBody>
      </p:sp>
    </p:spTree>
    <p:extLst>
      <p:ext uri="{BB962C8B-B14F-4D97-AF65-F5344CB8AC3E}">
        <p14:creationId xmlns:p14="http://schemas.microsoft.com/office/powerpoint/2010/main" val="3216073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Half of a number </a:t>
            </a:r>
          </a:p>
        </p:txBody>
      </p:sp>
    </p:spTree>
    <p:extLst>
      <p:ext uri="{BB962C8B-B14F-4D97-AF65-F5344CB8AC3E}">
        <p14:creationId xmlns:p14="http://schemas.microsoft.com/office/powerpoint/2010/main" val="846020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÷ 2 </a:t>
            </a:r>
          </a:p>
        </p:txBody>
      </p:sp>
    </p:spTree>
    <p:extLst>
      <p:ext uri="{BB962C8B-B14F-4D97-AF65-F5344CB8AC3E}">
        <p14:creationId xmlns:p14="http://schemas.microsoft.com/office/powerpoint/2010/main" val="1382117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6 less than a number </a:t>
            </a:r>
          </a:p>
        </p:txBody>
      </p:sp>
    </p:spTree>
    <p:extLst>
      <p:ext uri="{BB962C8B-B14F-4D97-AF65-F5344CB8AC3E}">
        <p14:creationId xmlns:p14="http://schemas.microsoft.com/office/powerpoint/2010/main" val="1103755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- 6 </a:t>
            </a:r>
          </a:p>
        </p:txBody>
      </p:sp>
    </p:spTree>
    <p:extLst>
      <p:ext uri="{BB962C8B-B14F-4D97-AF65-F5344CB8AC3E}">
        <p14:creationId xmlns:p14="http://schemas.microsoft.com/office/powerpoint/2010/main" val="540224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number increased by 43 </a:t>
            </a:r>
          </a:p>
        </p:txBody>
      </p:sp>
    </p:spTree>
    <p:extLst>
      <p:ext uri="{BB962C8B-B14F-4D97-AF65-F5344CB8AC3E}">
        <p14:creationId xmlns:p14="http://schemas.microsoft.com/office/powerpoint/2010/main" val="2514718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+ 43 </a:t>
            </a:r>
          </a:p>
        </p:txBody>
      </p:sp>
    </p:spTree>
    <p:extLst>
      <p:ext uri="{BB962C8B-B14F-4D97-AF65-F5344CB8AC3E}">
        <p14:creationId xmlns:p14="http://schemas.microsoft.com/office/powerpoint/2010/main" val="1067870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number take away 10 </a:t>
            </a:r>
          </a:p>
        </p:txBody>
      </p:sp>
    </p:spTree>
    <p:extLst>
      <p:ext uri="{BB962C8B-B14F-4D97-AF65-F5344CB8AC3E}">
        <p14:creationId xmlns:p14="http://schemas.microsoft.com/office/powerpoint/2010/main" val="2695302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- 10 </a:t>
            </a:r>
          </a:p>
        </p:txBody>
      </p:sp>
    </p:spTree>
    <p:extLst>
      <p:ext uri="{BB962C8B-B14F-4D97-AF65-F5344CB8AC3E}">
        <p14:creationId xmlns:p14="http://schemas.microsoft.com/office/powerpoint/2010/main" val="1418539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/>
              <a:t>A number by 7 </a:t>
            </a:r>
          </a:p>
        </p:txBody>
      </p:sp>
    </p:spTree>
    <p:extLst>
      <p:ext uri="{BB962C8B-B14F-4D97-AF65-F5344CB8AC3E}">
        <p14:creationId xmlns:p14="http://schemas.microsoft.com/office/powerpoint/2010/main" val="36038384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/>
              <a:t>n × 7 </a:t>
            </a:r>
          </a:p>
        </p:txBody>
      </p:sp>
    </p:spTree>
    <p:extLst>
      <p:ext uri="{BB962C8B-B14F-4D97-AF65-F5344CB8AC3E}">
        <p14:creationId xmlns:p14="http://schemas.microsoft.com/office/powerpoint/2010/main" val="1321504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Add up your scores!</a:t>
            </a:r>
          </a:p>
        </p:txBody>
      </p:sp>
    </p:spTree>
    <p:extLst>
      <p:ext uri="{BB962C8B-B14F-4D97-AF65-F5344CB8AC3E}">
        <p14:creationId xmlns:p14="http://schemas.microsoft.com/office/powerpoint/2010/main" val="3569604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&lt;strong&gt;math&lt;/strong&gt;_symbol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r="560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7552267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7540" y="-442949"/>
            <a:ext cx="6254496" cy="1828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Activity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6" y="1679944"/>
            <a:ext cx="6901310" cy="45014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Return your whiteboards</a:t>
            </a:r>
          </a:p>
          <a:p>
            <a:r>
              <a:rPr lang="en-US" sz="4000" dirty="0">
                <a:solidFill>
                  <a:schemeClr val="bg1"/>
                </a:solidFill>
              </a:rPr>
              <a:t>In pairs or individually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Working on Exercise 7.7 and Exercise 7.8 page 94</a:t>
            </a: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We will do the first question together</a:t>
            </a:r>
          </a:p>
        </p:txBody>
      </p:sp>
    </p:spTree>
    <p:extLst>
      <p:ext uri="{BB962C8B-B14F-4D97-AF65-F5344CB8AC3E}">
        <p14:creationId xmlns:p14="http://schemas.microsoft.com/office/powerpoint/2010/main" val="3790621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46" y="-297047"/>
            <a:ext cx="10515600" cy="1325563"/>
          </a:xfrm>
        </p:spPr>
        <p:txBody>
          <a:bodyPr/>
          <a:lstStyle/>
          <a:p>
            <a:r>
              <a:rPr lang="en-US" dirty="0"/>
              <a:t>Exercise 7.7 page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46" y="786809"/>
            <a:ext cx="11153554" cy="58904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i="1" dirty="0">
                <a:solidFill>
                  <a:srgbClr val="002060"/>
                </a:solidFill>
              </a:rPr>
              <a:t>For every question these 3 parts need to be done. </a:t>
            </a:r>
          </a:p>
          <a:p>
            <a:pPr marL="0" indent="0">
              <a:buNone/>
            </a:pPr>
            <a:endParaRPr lang="en-US" sz="36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 1  - y plus seven </a:t>
            </a:r>
            <a:r>
              <a:rPr lang="en-US" b="1" dirty="0"/>
              <a:t>and</a:t>
            </a:r>
            <a:r>
              <a:rPr lang="en-US" dirty="0"/>
              <a:t> seven plus y </a:t>
            </a:r>
          </a:p>
          <a:p>
            <a:pPr marL="0" indent="0">
              <a:buNone/>
            </a:pPr>
            <a:endParaRPr lang="en-US" sz="3500" dirty="0"/>
          </a:p>
          <a:p>
            <a:pPr marL="514350" indent="-514350" algn="ctr">
              <a:buAutoNum type="alphaLcParenR"/>
            </a:pPr>
            <a:r>
              <a:rPr lang="en-US" sz="3500" dirty="0"/>
              <a:t>y + 7 </a:t>
            </a:r>
            <a:r>
              <a:rPr lang="en-US" sz="3500" b="1" dirty="0"/>
              <a:t>and</a:t>
            </a:r>
            <a:r>
              <a:rPr lang="en-US" sz="3500" dirty="0"/>
              <a:t> 7 + y </a:t>
            </a:r>
          </a:p>
          <a:p>
            <a:pPr marL="0" indent="0" algn="ctr">
              <a:buNone/>
            </a:pPr>
            <a:endParaRPr lang="en-US" sz="3500" dirty="0"/>
          </a:p>
          <a:p>
            <a:pPr marL="514350" indent="-514350" algn="ctr">
              <a:buAutoNum type="alphaLcParenR"/>
            </a:pPr>
            <a:r>
              <a:rPr lang="en-US" sz="3500" dirty="0"/>
              <a:t>Put the value for 5 in for y </a:t>
            </a:r>
          </a:p>
          <a:p>
            <a:pPr marL="0" indent="0" algn="ctr">
              <a:buNone/>
            </a:pPr>
            <a:r>
              <a:rPr lang="en-US" sz="3500" dirty="0"/>
              <a:t>	</a:t>
            </a:r>
            <a:r>
              <a:rPr lang="en-US" sz="3500" dirty="0">
                <a:highlight>
                  <a:srgbClr val="FFFF00"/>
                </a:highlight>
              </a:rPr>
              <a:t>5</a:t>
            </a:r>
            <a:r>
              <a:rPr lang="en-US" sz="3500" dirty="0"/>
              <a:t>+7 = 12 </a:t>
            </a:r>
          </a:p>
          <a:p>
            <a:pPr marL="0" indent="0" algn="ctr">
              <a:buNone/>
            </a:pPr>
            <a:r>
              <a:rPr lang="en-US" sz="3500" dirty="0"/>
              <a:t>	7+</a:t>
            </a:r>
            <a:r>
              <a:rPr lang="en-US" sz="3500" dirty="0">
                <a:highlight>
                  <a:srgbClr val="FFFF00"/>
                </a:highlight>
              </a:rPr>
              <a:t>5</a:t>
            </a:r>
            <a:r>
              <a:rPr lang="en-US" sz="3500" dirty="0"/>
              <a:t> = 12</a:t>
            </a:r>
          </a:p>
          <a:p>
            <a:pPr marL="0" indent="0" algn="ctr">
              <a:buNone/>
            </a:pPr>
            <a:endParaRPr lang="en-US" sz="3500" dirty="0"/>
          </a:p>
          <a:p>
            <a:pPr marL="0" indent="0" algn="ctr">
              <a:buNone/>
            </a:pPr>
            <a:r>
              <a:rPr lang="en-US" sz="3500" dirty="0"/>
              <a:t>c) y + 7 and 7 + y is commutative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4710" t="24641" r="9825" b="55661"/>
          <a:stretch/>
        </p:blipFill>
        <p:spPr>
          <a:xfrm>
            <a:off x="295939" y="1437259"/>
            <a:ext cx="12211548" cy="158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7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440</Words>
  <Application>Microsoft Office PowerPoint</Application>
  <PresentationFormat>Widescreen</PresentationFormat>
  <Paragraphs>128</Paragraphs>
  <Slides>49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Arial Rounded MT Bold</vt:lpstr>
      <vt:lpstr>Calibri</vt:lpstr>
      <vt:lpstr>Calibri Light</vt:lpstr>
      <vt:lpstr>Cambria Math</vt:lpstr>
      <vt:lpstr>Chalkboard</vt:lpstr>
      <vt:lpstr>Office Theme</vt:lpstr>
      <vt:lpstr>My Algebra Interactive Notebook</vt:lpstr>
      <vt:lpstr>PowerPoint Presentation</vt:lpstr>
      <vt:lpstr>1st Activity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Word:</vt:lpstr>
      <vt:lpstr>Answer: </vt:lpstr>
      <vt:lpstr>PowerPoint Presentation</vt:lpstr>
      <vt:lpstr>2nd Activity</vt:lpstr>
      <vt:lpstr>PowerPoint Presentation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Sentence:</vt:lpstr>
      <vt:lpstr>Expression:</vt:lpstr>
      <vt:lpstr>PowerPoint Presentation</vt:lpstr>
      <vt:lpstr>3rd Activity </vt:lpstr>
      <vt:lpstr>Exercise 7.7 page 94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Algebra Interactive Notebook</dc:title>
  <dc:creator>Nine Labuschagne</dc:creator>
  <cp:lastModifiedBy>Alexandria Latham</cp:lastModifiedBy>
  <cp:revision>35</cp:revision>
  <dcterms:created xsi:type="dcterms:W3CDTF">2017-06-07T01:11:15Z</dcterms:created>
  <dcterms:modified xsi:type="dcterms:W3CDTF">2017-06-14T12:11:04Z</dcterms:modified>
</cp:coreProperties>
</file>