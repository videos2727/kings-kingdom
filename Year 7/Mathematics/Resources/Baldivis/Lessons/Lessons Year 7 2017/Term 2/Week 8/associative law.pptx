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9" r:id="rId3"/>
    <p:sldId id="264" r:id="rId4"/>
    <p:sldId id="266" r:id="rId5"/>
    <p:sldId id="271" r:id="rId6"/>
    <p:sldId id="270" r:id="rId7"/>
    <p:sldId id="268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Class discussion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7854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Add to their notes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109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BIMDAS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628799"/>
            <a:ext cx="2959199" cy="446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340768"/>
            <a:ext cx="3024336" cy="456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64088" y="1268760"/>
            <a:ext cx="550151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 smtClean="0">
                <a:solidFill>
                  <a:srgbClr val="FF0000"/>
                </a:solidFill>
              </a:rPr>
              <a:t>2</a:t>
            </a:r>
            <a:br>
              <a:rPr lang="en-AU" sz="2800" dirty="0" smtClean="0">
                <a:solidFill>
                  <a:srgbClr val="FF0000"/>
                </a:solidFill>
              </a:rPr>
            </a:br>
            <a:r>
              <a:rPr lang="en-AU" sz="2800" dirty="0" smtClean="0">
                <a:solidFill>
                  <a:srgbClr val="FF0000"/>
                </a:solidFill>
              </a:rPr>
              <a:t>15</a:t>
            </a:r>
          </a:p>
          <a:p>
            <a:pPr>
              <a:lnSpc>
                <a:spcPct val="150000"/>
              </a:lnSpc>
            </a:pPr>
            <a:r>
              <a:rPr lang="en-AU" sz="2800" dirty="0" smtClean="0">
                <a:solidFill>
                  <a:srgbClr val="FF0000"/>
                </a:solidFill>
              </a:rPr>
              <a:t>15</a:t>
            </a:r>
          </a:p>
          <a:p>
            <a:pPr>
              <a:lnSpc>
                <a:spcPct val="150000"/>
              </a:lnSpc>
            </a:pPr>
            <a:r>
              <a:rPr lang="en-AU" sz="2800" dirty="0" smtClean="0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AU" sz="2800" dirty="0" smtClean="0">
                <a:solidFill>
                  <a:srgbClr val="FF000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AU" sz="2800" dirty="0" smtClean="0">
                <a:solidFill>
                  <a:srgbClr val="FF0000"/>
                </a:solidFill>
              </a:rPr>
              <a:t>27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3869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9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Associative law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Which of the four operations are associative?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060848"/>
            <a:ext cx="37909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461257"/>
            <a:ext cx="3581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8829" y="260648"/>
            <a:ext cx="8643777" cy="14773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Investigate: </a:t>
            </a:r>
          </a:p>
          <a:p>
            <a:pPr algn="ctr"/>
            <a:r>
              <a:rPr lang="en-US" sz="3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Which of the four operations are associative</a:t>
            </a:r>
            <a:endParaRPr lang="en-US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" y="2492896"/>
            <a:ext cx="9141621" cy="3014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319" y="908720"/>
            <a:ext cx="872518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Which operations are associative?</a:t>
            </a:r>
            <a:endParaRPr lang="en-US" sz="54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964" y="2663046"/>
            <a:ext cx="4400292" cy="133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52886" y="4581128"/>
            <a:ext cx="51420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about Subtraction, Multiplication and division?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How do you know this?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631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26" y="1844824"/>
            <a:ext cx="8153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88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7971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239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Associative law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Which of the four operations are associative?</a:t>
            </a:r>
            <a:endParaRPr lang="en-AU" sz="2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060848"/>
            <a:ext cx="37909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461257"/>
            <a:ext cx="3581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636367"/>
            <a:ext cx="7164288" cy="163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8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Add this to your notes and write your summary.</a:t>
            </a:r>
            <a:endParaRPr lang="en-AU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33" y="2780928"/>
            <a:ext cx="8153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95</Words>
  <Application>Microsoft Office PowerPoint</Application>
  <PresentationFormat>On-screen Show (4:3)</PresentationFormat>
  <Paragraphs>41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BIMDAS</vt:lpstr>
      <vt:lpstr>Answers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5</cp:revision>
  <dcterms:created xsi:type="dcterms:W3CDTF">2016-10-20T03:14:06Z</dcterms:created>
  <dcterms:modified xsi:type="dcterms:W3CDTF">2017-06-14T14:20:16Z</dcterms:modified>
</cp:coreProperties>
</file>