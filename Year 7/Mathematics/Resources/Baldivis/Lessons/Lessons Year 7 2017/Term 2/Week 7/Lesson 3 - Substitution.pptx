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A50021"/>
    <a:srgbClr val="FFCCFF"/>
    <a:srgbClr val="FF3300"/>
    <a:srgbClr val="FFFF66"/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073" autoAdjust="0"/>
  </p:normalViewPr>
  <p:slideViewPr>
    <p:cSldViewPr snapToGrid="0">
      <p:cViewPr varScale="1">
        <p:scale>
          <a:sx n="66" d="100"/>
          <a:sy n="66" d="100"/>
        </p:scale>
        <p:origin x="33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945C9-44DC-4CC5-9C0E-780E74684A75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5FA9E-68E8-472A-837D-561854B8A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508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504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a sticky note to cover the x with 4. The students will be doing this for their Task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5188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a sticky note to cover the x with 4. The students will be doing this for their Task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0960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10Ticks worksheet page 330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8993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87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16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62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65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6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15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307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023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3453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89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0269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521AC-A83B-4F32-9230-AC882130CCD6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C2E7D-3560-43DF-9893-44BC43C53A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0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576" y="260649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Rounded MT Bold" panose="020F0704030504030204" pitchFamily="34" charset="0"/>
              </a:rPr>
              <a:t>My Algebra</a:t>
            </a:r>
            <a:br>
              <a:rPr lang="en-AU" dirty="0">
                <a:latin typeface="Arial Rounded MT Bold" panose="020F0704030504030204" pitchFamily="34" charset="0"/>
              </a:rPr>
            </a:br>
            <a:r>
              <a:rPr lang="en-AU" dirty="0">
                <a:latin typeface="Arial Rounded MT Bold" panose="020F0704030504030204" pitchFamily="34" charset="0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305" y="4739856"/>
            <a:ext cx="6400800" cy="1752600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Name:</a:t>
            </a:r>
          </a:p>
          <a:p>
            <a:pPr algn="l"/>
            <a:r>
              <a:rPr lang="en-AU" dirty="0"/>
              <a:t>Class: 7 - 2 </a:t>
            </a:r>
          </a:p>
          <a:p>
            <a:pPr algn="l"/>
            <a:r>
              <a:rPr lang="en-AU" dirty="0"/>
              <a:t>Teacher: Miss L </a:t>
            </a:r>
          </a:p>
          <a:p>
            <a:pPr algn="l"/>
            <a:r>
              <a:rPr lang="en-AU" dirty="0"/>
              <a:t>Term 2 Semester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948" y="2883679"/>
            <a:ext cx="3183284" cy="37138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6" y="2142958"/>
            <a:ext cx="6233491" cy="249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989" y="1128721"/>
            <a:ext cx="7885342" cy="572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33CCFF"/>
          </a:solidFill>
          <a:ln w="38100" cmpd="sng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Lesson Objectives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251880" y="1419368"/>
            <a:ext cx="7301553" cy="5199796"/>
          </a:xfrm>
        </p:spPr>
        <p:txBody>
          <a:bodyPr/>
          <a:lstStyle/>
          <a:p>
            <a:pPr marL="514350" indent="-514350">
              <a:buAutoNum type="arabicPeriod"/>
            </a:pPr>
            <a:endParaRPr lang="en-AU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endParaRPr lang="en-AU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AU" sz="3200" dirty="0">
                <a:solidFill>
                  <a:schemeClr val="bg1"/>
                </a:solidFill>
              </a:rPr>
              <a:t>Replace variables like x and y with numbers</a:t>
            </a:r>
          </a:p>
        </p:txBody>
      </p:sp>
    </p:spTree>
    <p:extLst>
      <p:ext uri="{BB962C8B-B14F-4D97-AF65-F5344CB8AC3E}">
        <p14:creationId xmlns:p14="http://schemas.microsoft.com/office/powerpoint/2010/main" val="1450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H</a:t>
            </a:r>
            <a:r>
              <a:rPr lang="en-AU" sz="2400" b="1" dirty="0"/>
              <a:t>ow do we substitute letters for numbers?</a:t>
            </a:r>
            <a:endParaRPr lang="en-AU" sz="2400" b="1" dirty="0"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Algebra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595" y="2014086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substitution?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0078" y="1749101"/>
            <a:ext cx="77998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When you replace a variable such as </a:t>
            </a:r>
            <a:r>
              <a:rPr lang="en-US" sz="3600" b="1" dirty="0">
                <a:solidFill>
                  <a:srgbClr val="00B050"/>
                </a:solidFill>
                <a:latin typeface="Curlz MT" panose="04040404050702020202" pitchFamily="82" charset="0"/>
              </a:rPr>
              <a:t>x</a:t>
            </a:r>
            <a:r>
              <a:rPr lang="en-US" sz="2800" dirty="0"/>
              <a:t> and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Curlz MT" panose="04040404050702020202" pitchFamily="82" charset="0"/>
              </a:rPr>
              <a:t>y </a:t>
            </a:r>
            <a:r>
              <a:rPr lang="en-US" sz="2800" dirty="0"/>
              <a:t>with a number</a:t>
            </a:r>
            <a:r>
              <a:rPr lang="en-US" sz="2800" b="1" dirty="0"/>
              <a:t> </a:t>
            </a:r>
            <a:r>
              <a:rPr lang="en-US" sz="2800" dirty="0"/>
              <a:t> </a:t>
            </a:r>
            <a:endParaRPr lang="en-AU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018" y="3241147"/>
            <a:ext cx="7080254" cy="29003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95145" y="4383315"/>
            <a:ext cx="1542455" cy="1627549"/>
          </a:xfrm>
          <a:prstGeom prst="rect">
            <a:avLst/>
          </a:prstGeom>
          <a:solidFill>
            <a:srgbClr val="D4EFFC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927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373" y="2578579"/>
            <a:ext cx="7767715" cy="3507241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H</a:t>
            </a:r>
            <a:r>
              <a:rPr lang="en-AU" sz="2400" b="1" dirty="0"/>
              <a:t>ow do we substitute letters for numbers?</a:t>
            </a:r>
            <a:endParaRPr lang="en-AU" sz="2400" b="1" dirty="0"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Algebra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96" y="1196343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substitution?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3623" y="1073232"/>
            <a:ext cx="77998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When you replace a variable such as </a:t>
            </a:r>
            <a:r>
              <a:rPr lang="en-US" sz="3600" b="1" dirty="0">
                <a:solidFill>
                  <a:srgbClr val="00B050"/>
                </a:solidFill>
                <a:latin typeface="Curlz MT" panose="04040404050702020202" pitchFamily="82" charset="0"/>
              </a:rPr>
              <a:t>x</a:t>
            </a:r>
            <a:r>
              <a:rPr lang="en-US" sz="2800" dirty="0"/>
              <a:t> and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Curlz MT" panose="04040404050702020202" pitchFamily="82" charset="0"/>
              </a:rPr>
              <a:t>y </a:t>
            </a:r>
            <a:r>
              <a:rPr lang="en-US" sz="2800" dirty="0"/>
              <a:t>with a number</a:t>
            </a:r>
            <a:r>
              <a:rPr lang="en-US" sz="2800" b="1" dirty="0"/>
              <a:t> </a:t>
            </a:r>
            <a:r>
              <a:rPr lang="en-US" sz="2800" dirty="0"/>
              <a:t> </a:t>
            </a:r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7314365" y="3857051"/>
            <a:ext cx="2700492" cy="2006720"/>
          </a:xfrm>
          <a:prstGeom prst="rect">
            <a:avLst/>
          </a:prstGeom>
          <a:solidFill>
            <a:srgbClr val="D4EFFC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168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FFFF66"/>
          </a:solidFill>
          <a:ln w="38100" cmpd="sng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012" y="1058718"/>
            <a:ext cx="116551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Find the value of each of the following algebraic expressions given that </a:t>
            </a:r>
          </a:p>
          <a:p>
            <a:pPr algn="ctr"/>
            <a:r>
              <a:rPr lang="en-US" sz="2800" b="1" dirty="0">
                <a:solidFill>
                  <a:srgbClr val="00B050"/>
                </a:solidFill>
              </a:rPr>
              <a:t>x = 4   </a:t>
            </a:r>
            <a:r>
              <a:rPr lang="en-US" sz="2800" dirty="0"/>
              <a:t>and</a:t>
            </a:r>
            <a:r>
              <a:rPr lang="en-US" sz="2800" b="1" dirty="0">
                <a:solidFill>
                  <a:srgbClr val="00B050"/>
                </a:solidFill>
              </a:rPr>
              <a:t>   y = 9</a:t>
            </a:r>
            <a:endParaRPr lang="en-AU" sz="28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32012" y="2156932"/>
                <a:ext cx="5878502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b="0" dirty="0"/>
              </a:p>
              <a:p>
                <a:pPr/>
                <a:endParaRPr lang="en-AU" sz="4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AU" sz="4000" b="0" dirty="0"/>
              </a:p>
              <a:p>
                <a:endParaRPr lang="en-AU" sz="4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AU" sz="4000" b="0" dirty="0"/>
              </a:p>
              <a:p>
                <a:endParaRPr lang="en-AU" sz="4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4000" b="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12" y="2156932"/>
                <a:ext cx="5878502" cy="44012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110514" y="2156932"/>
                <a:ext cx="5878502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4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4000" b="0" dirty="0"/>
              </a:p>
              <a:p>
                <a:pPr/>
                <a:endParaRPr lang="en-AU" sz="4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b="0" dirty="0"/>
              </a:p>
              <a:p>
                <a:endParaRPr lang="en-AU" sz="4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AU" sz="4000" b="0" dirty="0"/>
              </a:p>
              <a:p>
                <a:endParaRPr lang="en-AU" sz="4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4000" b="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514" y="2156932"/>
                <a:ext cx="5878502" cy="4401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54" y="3154990"/>
            <a:ext cx="165735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077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7498" y="250268"/>
            <a:ext cx="11655188" cy="707886"/>
          </a:xfrm>
          <a:prstGeom prst="rect">
            <a:avLst/>
          </a:prstGeom>
          <a:solidFill>
            <a:srgbClr val="FFCCFF"/>
          </a:solidFill>
          <a:ln w="38100" cmpd="sng">
            <a:solidFill>
              <a:srgbClr val="A5002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784" y="1363915"/>
            <a:ext cx="116551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Complete the worksheet using your whiteboard marker and laminated square to substitute in the numbers. Then complete the </a:t>
            </a:r>
            <a:r>
              <a:rPr lang="en-US" sz="2800" dirty="0" err="1"/>
              <a:t>colouring</a:t>
            </a:r>
            <a:r>
              <a:rPr lang="en-US" sz="2800" dirty="0"/>
              <a:t> sheet.</a:t>
            </a:r>
          </a:p>
          <a:p>
            <a:pPr algn="ctr"/>
            <a:endParaRPr lang="en-US" sz="2800" b="1" dirty="0">
              <a:solidFill>
                <a:srgbClr val="00B050"/>
              </a:solidFill>
            </a:endParaRPr>
          </a:p>
          <a:p>
            <a:pPr algn="ctr"/>
            <a:endParaRPr lang="en-US" sz="2800" b="1" dirty="0">
              <a:solidFill>
                <a:srgbClr val="00B050"/>
              </a:solidFill>
            </a:endParaRPr>
          </a:p>
          <a:p>
            <a:pPr algn="ctr"/>
            <a:r>
              <a:rPr lang="en-US" sz="2800" b="1" dirty="0">
                <a:solidFill>
                  <a:srgbClr val="800080"/>
                </a:solidFill>
              </a:rPr>
              <a:t>Once your have finished – Complete your summary</a:t>
            </a:r>
            <a:endParaRPr lang="en-AU" sz="2800" b="1" dirty="0">
              <a:solidFill>
                <a:srgbClr val="80008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7582"/>
          <a:stretch/>
        </p:blipFill>
        <p:spPr>
          <a:xfrm>
            <a:off x="4602735" y="3719541"/>
            <a:ext cx="3211286" cy="313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5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223</Words>
  <Application>Microsoft Office PowerPoint</Application>
  <PresentationFormat>Widescreen</PresentationFormat>
  <Paragraphs>54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Cambria Math</vt:lpstr>
      <vt:lpstr>Chalkboard</vt:lpstr>
      <vt:lpstr>Curlz MT</vt:lpstr>
      <vt:lpstr>Office Theme</vt:lpstr>
      <vt:lpstr>My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Algebra Interactive Notebook</dc:title>
  <dc:creator>Nine Labuschagne</dc:creator>
  <cp:lastModifiedBy>Nine Labuschagne</cp:lastModifiedBy>
  <cp:revision>14</cp:revision>
  <dcterms:created xsi:type="dcterms:W3CDTF">2017-06-07T01:11:15Z</dcterms:created>
  <dcterms:modified xsi:type="dcterms:W3CDTF">2017-06-07T07:44:52Z</dcterms:modified>
</cp:coreProperties>
</file>