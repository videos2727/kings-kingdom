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8" r:id="rId3"/>
    <p:sldId id="274" r:id="rId4"/>
    <p:sldId id="269" r:id="rId5"/>
    <p:sldId id="271" r:id="rId6"/>
    <p:sldId id="272" r:id="rId7"/>
    <p:sldId id="277" r:id="rId8"/>
    <p:sldId id="276" r:id="rId9"/>
    <p:sldId id="275" r:id="rId10"/>
    <p:sldId id="278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41" autoAdjust="0"/>
  </p:normalViewPr>
  <p:slideViewPr>
    <p:cSldViewPr>
      <p:cViewPr varScale="1">
        <p:scale>
          <a:sx n="59" d="100"/>
          <a:sy n="59" d="100"/>
        </p:scale>
        <p:origin x="17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</a:t>
            </a:r>
            <a:r>
              <a:rPr lang="en-AU" baseline="0" dirty="0"/>
              <a:t> </a:t>
            </a:r>
            <a:r>
              <a:rPr lang="en-AU" baseline="0"/>
              <a:t>the fraction of the day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5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41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8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6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10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5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Once</a:t>
            </a:r>
            <a:r>
              <a:rPr lang="en-AU" baseline="0" dirty="0"/>
              <a:t> they have drawn the fraction, get them to hold up there answer so you can see they have the correct answer. If you have time do more fractions.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15/05/2017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Fraction of the 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/>
                  <a:t>Today’s fraction is</a:t>
                </a:r>
              </a:p>
              <a:p>
                <a:pPr marL="0" indent="0">
                  <a:buNone/>
                </a:pPr>
                <a:br>
                  <a:rPr lang="en-A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  <a:p>
                <a:pPr marL="0" indent="0">
                  <a:buNone/>
                </a:pPr>
                <a:endParaRPr lang="en-AU" sz="6600" dirty="0"/>
              </a:p>
              <a:p>
                <a:pPr marL="0" indent="0">
                  <a:buNone/>
                </a:pPr>
                <a:r>
                  <a:rPr lang="en-AU" sz="2400" dirty="0"/>
                  <a:t>Complete the worksheet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852" t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Setup new INB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Cover page</a:t>
            </a:r>
          </a:p>
          <a:p>
            <a:r>
              <a:rPr lang="en-AU" dirty="0"/>
              <a:t>Contents</a:t>
            </a:r>
          </a:p>
          <a:p>
            <a:r>
              <a:rPr lang="en-AU" dirty="0"/>
              <a:t>Glossary/ formula page</a:t>
            </a:r>
          </a:p>
          <a:p>
            <a:r>
              <a:rPr lang="en-AU" dirty="0"/>
              <a:t>Cornell notes ready to begin</a:t>
            </a:r>
          </a:p>
        </p:txBody>
      </p:sp>
    </p:spTree>
    <p:extLst>
      <p:ext uri="{BB962C8B-B14F-4D97-AF65-F5344CB8AC3E}">
        <p14:creationId xmlns:p14="http://schemas.microsoft.com/office/powerpoint/2010/main" val="34647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u="sng" dirty="0">
                <a:solidFill>
                  <a:srgbClr val="002060"/>
                </a:solidFill>
              </a:rPr>
              <a:t>Fraction Terminology </a:t>
            </a:r>
            <a:r>
              <a:rPr lang="en-US" sz="5400" b="1" dirty="0">
                <a:solidFill>
                  <a:srgbClr val="002060"/>
                </a:solidFill>
              </a:rPr>
              <a:t>revision</a:t>
            </a:r>
          </a:p>
          <a:p>
            <a:pPr marL="0" indent="0" algn="ctr">
              <a:buNone/>
            </a:pPr>
            <a:endParaRPr lang="en-US" sz="54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(these are the notes from term 1, do not write them down)</a:t>
            </a:r>
          </a:p>
        </p:txBody>
      </p:sp>
    </p:spTree>
    <p:extLst>
      <p:ext uri="{BB962C8B-B14F-4D97-AF65-F5344CB8AC3E}">
        <p14:creationId xmlns:p14="http://schemas.microsoft.com/office/powerpoint/2010/main" val="78948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7359" y="1916832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4287" y="517265"/>
            <a:ext cx="5579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35951"/>
            <a:ext cx="9054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Correctly identify and describe the numerator and denominator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000" dirty="0">
                <a:solidFill>
                  <a:prstClr val="black"/>
                </a:solidFill>
              </a:rPr>
              <a:t>What is the denominator?</a:t>
            </a: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r>
              <a:rPr lang="en-AU" sz="2000" dirty="0">
                <a:solidFill>
                  <a:prstClr val="black"/>
                </a:solidFill>
              </a:rPr>
              <a:t>What is the numerator?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25726" y="2143288"/>
                <a:ext cx="6536692" cy="4257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000" u="sng" dirty="0">
                    <a:solidFill>
                      <a:prstClr val="black"/>
                    </a:solidFill>
                  </a:rPr>
                  <a:t>The denominator goes below the fraction line </a:t>
                </a:r>
                <a:r>
                  <a:rPr lang="en-AU" sz="2000" dirty="0">
                    <a:solidFill>
                      <a:prstClr val="black"/>
                    </a:solidFill>
                  </a:rPr>
                  <a:t>and tells us how many pieces the whole has been divided into.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000" u="sng" dirty="0">
                    <a:solidFill>
                      <a:prstClr val="black"/>
                    </a:solidFill>
                  </a:rPr>
                  <a:t>The numerator sits above the fraction line </a:t>
                </a:r>
                <a:r>
                  <a:rPr lang="en-AU" sz="2000" dirty="0">
                    <a:solidFill>
                      <a:prstClr val="black"/>
                    </a:solidFill>
                  </a:rPr>
                  <a:t>and says how many parts of the whole have been shaded or selected.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		      					</a:t>
                </a:r>
                <a:r>
                  <a:rPr lang="en-AU" sz="2400" dirty="0">
                    <a:solidFill>
                      <a:srgbClr val="C00000"/>
                    </a:solidFill>
                  </a:rPr>
                  <a:t>Numerator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726" y="2143288"/>
                <a:ext cx="6536692" cy="4257512"/>
              </a:xfrm>
              <a:prstGeom prst="rect">
                <a:avLst/>
              </a:prstGeom>
              <a:blipFill rotWithShape="1">
                <a:blip r:embed="rId3"/>
                <a:stretch>
                  <a:fillRect l="-1026" t="-716" r="-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3922" y="6400800"/>
            <a:ext cx="39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p:sp>
        <p:nvSpPr>
          <p:cNvPr id="7" name="Oval 6"/>
          <p:cNvSpPr/>
          <p:nvPr/>
        </p:nvSpPr>
        <p:spPr>
          <a:xfrm>
            <a:off x="5370491" y="4868214"/>
            <a:ext cx="647163" cy="70833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156176" y="4952450"/>
            <a:ext cx="792088" cy="150626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89571" y="6056837"/>
            <a:ext cx="1062597" cy="1428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366303" y="5747192"/>
            <a:ext cx="647163" cy="70833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/>
          <p:cNvSpPr txBox="1"/>
          <p:nvPr/>
        </p:nvSpPr>
        <p:spPr>
          <a:xfrm>
            <a:off x="2537067" y="5576552"/>
            <a:ext cx="18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0070C0"/>
                </a:solidFill>
              </a:rPr>
              <a:t>Denominator</a:t>
            </a:r>
          </a:p>
        </p:txBody>
      </p:sp>
    </p:spTree>
    <p:extLst>
      <p:ext uri="{BB962C8B-B14F-4D97-AF65-F5344CB8AC3E}">
        <p14:creationId xmlns:p14="http://schemas.microsoft.com/office/powerpoint/2010/main" val="6023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7359" y="1916832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" y="97179"/>
            <a:ext cx="557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Title: Different types of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9" y="1065326"/>
            <a:ext cx="9054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Identify and describe the three types of fractions proper, improper and mixed numerals.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  <a:p>
            <a:endParaRPr lang="en-AU" sz="8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20145" y="1954655"/>
                <a:ext cx="6536692" cy="462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0070C0"/>
                    </a:solidFill>
                  </a:rPr>
                  <a:t>Proper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srgbClr val="0070C0"/>
                    </a:solidFill>
                  </a:rPr>
                  <a:t>fractions</a:t>
                </a:r>
                <a:r>
                  <a:rPr lang="en-AU" sz="2400" dirty="0">
                    <a:solidFill>
                      <a:prstClr val="black"/>
                    </a:solidFill>
                  </a:rPr>
                  <a:t> have a numerator that is less than the denominator. 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7030A0"/>
                    </a:solidFill>
                  </a:rPr>
                  <a:t>Improper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srgbClr val="7030A0"/>
                    </a:solidFill>
                  </a:rPr>
                  <a:t>fractions</a:t>
                </a:r>
                <a:r>
                  <a:rPr lang="en-AU" sz="2400" dirty="0">
                    <a:solidFill>
                      <a:prstClr val="black"/>
                    </a:solidFill>
                  </a:rPr>
                  <a:t> have a numerator that is more than the denominator. 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C00000"/>
                    </a:solidFill>
                  </a:rPr>
                  <a:t>Mixed numerals </a:t>
                </a:r>
                <a:r>
                  <a:rPr lang="en-AU" sz="2400" dirty="0"/>
                  <a:t>have</a:t>
                </a:r>
                <a:r>
                  <a:rPr lang="en-AU" sz="2400" dirty="0">
                    <a:solidFill>
                      <a:srgbClr val="C00000"/>
                    </a:solidFill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a whole part and a fraction part. 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     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48" b="-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3922" y="6400800"/>
            <a:ext cx="39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8" y="2356063"/>
            <a:ext cx="23829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What is a proper fraction?</a:t>
            </a:r>
          </a:p>
          <a:p>
            <a:endParaRPr lang="en-AU" sz="2200" dirty="0"/>
          </a:p>
          <a:p>
            <a:endParaRPr lang="en-AU" sz="1200" dirty="0"/>
          </a:p>
          <a:p>
            <a:endParaRPr lang="en-AU" sz="1200" dirty="0"/>
          </a:p>
          <a:p>
            <a:endParaRPr lang="en-AU" sz="1200" dirty="0"/>
          </a:p>
          <a:p>
            <a:r>
              <a:rPr lang="en-AU" sz="2200" dirty="0"/>
              <a:t>What is an improper fraction?</a:t>
            </a:r>
          </a:p>
          <a:p>
            <a:endParaRPr lang="en-AU" sz="2200" dirty="0"/>
          </a:p>
          <a:p>
            <a:endParaRPr lang="en-AU" sz="2200" dirty="0"/>
          </a:p>
          <a:p>
            <a:r>
              <a:rPr lang="en-AU" sz="2200" dirty="0"/>
              <a:t>What is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69065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269901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925" y="1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9902" y="0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69902" y="571500"/>
                <a:ext cx="6874099" cy="576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200" dirty="0">
                  <a:solidFill>
                    <a:srgbClr val="0070C0"/>
                  </a:solidFill>
                </a:endParaRPr>
              </a:p>
              <a:p>
                <a:r>
                  <a:rPr lang="en-AU" sz="2200" dirty="0">
                    <a:solidFill>
                      <a:srgbClr val="0070C0"/>
                    </a:solidFill>
                  </a:rPr>
                  <a:t>Mixed numeral </a:t>
                </a:r>
                <a:r>
                  <a:rPr lang="en-AU" sz="22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sz="2200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200" dirty="0">
                    <a:solidFill>
                      <a:prstClr val="black"/>
                    </a:solidFill>
                  </a:rPr>
                  <a:t> is made up of 1 whole plus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 we can write this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1200" dirty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Now try converting 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200" dirty="0">
                    <a:solidFill>
                      <a:prstClr val="black"/>
                    </a:solidFill>
                  </a:rPr>
                  <a:t> to an improper fraction</a:t>
                </a: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srgbClr val="7030A0"/>
                    </a:solidFill>
                  </a:rPr>
                  <a:t>Improper fraction </a:t>
                </a:r>
                <a:r>
                  <a:rPr lang="en-AU" sz="2200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need to divide the numerator by the denominator and </a:t>
                </a:r>
                <a:r>
                  <a:rPr lang="en-AU" sz="2200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writethe</a:t>
                </a:r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remainder as  a proper fraction.</a:t>
                </a:r>
              </a:p>
              <a:p>
                <a:r>
                  <a:rPr lang="en-AU" sz="2200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12 remainder 2	=12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Now try converting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AU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to a mixed numeral</a:t>
                </a: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902" y="571500"/>
                <a:ext cx="6874099" cy="5763694"/>
              </a:xfrm>
              <a:prstGeom prst="rect">
                <a:avLst/>
              </a:prstGeom>
              <a:blipFill rotWithShape="1">
                <a:blip r:embed="rId2"/>
                <a:stretch>
                  <a:fillRect l="-1064" r="-7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1926" y="714375"/>
            <a:ext cx="20619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926" y="714376"/>
            <a:ext cx="206191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r>
              <a:rPr lang="en-AU" sz="2200" dirty="0"/>
              <a:t>How do we convert a mixed numeral to an improper fraction?</a:t>
            </a:r>
          </a:p>
          <a:p>
            <a:endParaRPr lang="en-AU" sz="2200" dirty="0"/>
          </a:p>
          <a:p>
            <a:endParaRPr lang="en-AU" sz="2200" dirty="0"/>
          </a:p>
          <a:p>
            <a:endParaRPr lang="en-AU" sz="2200" dirty="0"/>
          </a:p>
          <a:p>
            <a:endParaRPr lang="en-AU" sz="2200" dirty="0"/>
          </a:p>
          <a:p>
            <a:endParaRPr lang="en-AU" sz="2200" dirty="0"/>
          </a:p>
          <a:p>
            <a:r>
              <a:rPr lang="en-AU" sz="2200" dirty="0"/>
              <a:t>How do we convert an improper fraction to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58706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2420888"/>
            <a:ext cx="727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/>
              <a:t>Now we are starting our notes for today </a:t>
            </a:r>
          </a:p>
        </p:txBody>
      </p:sp>
    </p:spTree>
    <p:extLst>
      <p:ext uri="{BB962C8B-B14F-4D97-AF65-F5344CB8AC3E}">
        <p14:creationId xmlns:p14="http://schemas.microsoft.com/office/powerpoint/2010/main" val="29020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7359" y="1916832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" y="97179"/>
            <a:ext cx="557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Title: 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9" y="1065326"/>
            <a:ext cx="9054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Revise fraction of a quantity and how to simplify fractions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  <a:p>
            <a:endParaRPr lang="en-AU" sz="8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420144" y="1954655"/>
                <a:ext cx="8488559" cy="5598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prstClr val="black"/>
                    </a:solidFill>
                  </a:rPr>
                  <a:t>Notes: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  <a:highlight>
                      <a:srgbClr val="FFFF00"/>
                    </a:highlight>
                  </a:rPr>
                  <a:t>Example 1 </a:t>
                </a:r>
                <a:r>
                  <a:rPr lang="en-AU" sz="2400" dirty="0">
                    <a:solidFill>
                      <a:prstClr val="black"/>
                    </a:solidFill>
                  </a:rPr>
                  <a:t>: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of $10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÷3=3.333</m:t>
                      </m:r>
                    </m:oMath>
                  </m:oMathPara>
                </a14:m>
                <a:endParaRPr lang="en-US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endParaRPr lang="en-US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endParaRPr lang="en-US" sz="24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solidFill>
                      <a:prstClr val="black"/>
                    </a:solidFill>
                    <a:highlight>
                      <a:srgbClr val="FFFF00"/>
                    </a:highlight>
                    <a:ea typeface="Cambria Math" panose="02040503050406030204" pitchFamily="18" charset="0"/>
                  </a:rPr>
                  <a:t>Example 2 :  </a:t>
                </a:r>
                <a:r>
                  <a:rPr lang="en-US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of $10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:pPr/>
                <a:r>
                  <a:rPr lang="en-US" sz="2400" dirty="0">
                    <a:solidFill>
                      <a:prstClr val="black"/>
                    </a:solidFill>
                  </a:rPr>
                  <a:t>We know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→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÷3=3.333</m:t>
                    </m:r>
                  </m:oMath>
                </a14:m>
                <a:endParaRPr lang="en-US" sz="24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/>
                <a:r>
                  <a:rPr 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How many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? 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3.333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=6.66666</m:t>
                    </m:r>
                  </m:oMath>
                </a14:m>
                <a:endParaRPr lang="en-US" sz="240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endParaRPr lang="en-US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44" y="1954655"/>
                <a:ext cx="8488559" cy="5598649"/>
              </a:xfrm>
              <a:prstGeom prst="rect">
                <a:avLst/>
              </a:prstGeom>
              <a:blipFill>
                <a:blip r:embed="rId3"/>
                <a:stretch>
                  <a:fillRect l="-1078" t="-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1843" y="2944610"/>
            <a:ext cx="23829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find the fraction of a quantity?</a:t>
            </a:r>
          </a:p>
          <a:p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98551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side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Find 2/5 of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¼ of 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Extra hard! Find 5/8 of 26</a:t>
            </a:r>
          </a:p>
        </p:txBody>
      </p:sp>
    </p:spTree>
    <p:extLst>
      <p:ext uri="{BB962C8B-B14F-4D97-AF65-F5344CB8AC3E}">
        <p14:creationId xmlns:p14="http://schemas.microsoft.com/office/powerpoint/2010/main" val="75626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75656" y="1894317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" y="97179"/>
            <a:ext cx="557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Title: Introduction to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9" y="1065326"/>
            <a:ext cx="9054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Revise fraction of a quantity and how to simplify fractions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  <a:p>
            <a:endParaRPr lang="en-AU" sz="8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5656" y="1879011"/>
            <a:ext cx="7778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1843" y="2944610"/>
            <a:ext cx="22330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simplify fractions?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75656" y="2407925"/>
            <a:ext cx="345667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Step 1 : Find the largest number that can go into </a:t>
            </a:r>
            <a:r>
              <a:rPr lang="en-AU" sz="2400" b="1" dirty="0">
                <a:solidFill>
                  <a:prstClr val="black"/>
                </a:solidFill>
              </a:rPr>
              <a:t>BOTH</a:t>
            </a:r>
            <a:r>
              <a:rPr lang="en-AU" sz="2400" dirty="0">
                <a:solidFill>
                  <a:prstClr val="black"/>
                </a:solidFill>
              </a:rPr>
              <a:t> numbers. (This is called the HCF or highest common factor) 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Step 2: Divide both numbers by the HCF 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Step 3: Re-write the fraction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746918" y="1981782"/>
                <a:ext cx="2692162" cy="962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solidFill>
                      <a:schemeClr val="accent2">
                        <a:lumMod val="75000"/>
                      </a:schemeClr>
                    </a:solidFill>
                  </a:rPr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4000" b="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918" y="1981782"/>
                <a:ext cx="2692162" cy="962828"/>
              </a:xfrm>
              <a:prstGeom prst="rect">
                <a:avLst/>
              </a:prstGeom>
              <a:blipFill>
                <a:blip r:embed="rId3"/>
                <a:stretch>
                  <a:fillRect l="-4762" b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865277" y="2966406"/>
                <a:ext cx="4242203" cy="3510513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3 can be divided by 1 and </a:t>
                </a:r>
                <a:r>
                  <a:rPr lang="en-US" sz="2400" b="1" dirty="0">
                    <a:highlight>
                      <a:srgbClr val="FFFF00"/>
                    </a:highlight>
                  </a:rPr>
                  <a:t>3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9 can be divided by 1, </a:t>
                </a:r>
                <a:r>
                  <a:rPr lang="en-US" sz="2400" b="1" dirty="0">
                    <a:highlight>
                      <a:srgbClr val="FFFF00"/>
                    </a:highlight>
                  </a:rPr>
                  <a:t>3</a:t>
                </a:r>
                <a:r>
                  <a:rPr lang="en-US" sz="2400" b="1" dirty="0"/>
                  <a:t>, and 9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3 is the HCF</a:t>
                </a:r>
              </a:p>
              <a:p>
                <a:endParaRPr lang="en-US" sz="24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sz="32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277" y="2966406"/>
                <a:ext cx="4242203" cy="3510513"/>
              </a:xfrm>
              <a:prstGeom prst="rect">
                <a:avLst/>
              </a:prstGeom>
              <a:blipFill>
                <a:blip r:embed="rId4"/>
                <a:stretch>
                  <a:fillRect l="-2006" t="-121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10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Draw the following Fraction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800" b="1" dirty="0">
                <a:solidFill>
                  <a:srgbClr val="FF0000"/>
                </a:solidFill>
              </a:rPr>
              <a:t>Complete your Simplifying Fractions handout and glue it into your book!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3268</TotalTime>
  <Words>439</Words>
  <Application>Microsoft Office PowerPoint</Application>
  <PresentationFormat>On-screen Show (4:3)</PresentationFormat>
  <Paragraphs>145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Aharoni</vt:lpstr>
      <vt:lpstr>Algerian</vt:lpstr>
      <vt:lpstr>Arial</vt:lpstr>
      <vt:lpstr>Calibri</vt:lpstr>
      <vt:lpstr>Cambria Math</vt:lpstr>
      <vt:lpstr>Wingdings</vt:lpstr>
      <vt:lpstr>Office Theme</vt:lpstr>
      <vt:lpstr>Fraction of the Day</vt:lpstr>
      <vt:lpstr>Setup new INB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side Practice</vt:lpstr>
      <vt:lpstr>PowerPoint Presentation</vt:lpstr>
      <vt:lpstr>Draw the following Fraction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Alexandria Latham</cp:lastModifiedBy>
  <cp:revision>11</cp:revision>
  <dcterms:created xsi:type="dcterms:W3CDTF">2016-10-20T03:14:06Z</dcterms:created>
  <dcterms:modified xsi:type="dcterms:W3CDTF">2017-05-15T00:07:50Z</dcterms:modified>
</cp:coreProperties>
</file>