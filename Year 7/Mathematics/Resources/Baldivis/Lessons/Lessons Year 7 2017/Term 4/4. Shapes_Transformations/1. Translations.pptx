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9" r:id="rId3"/>
    <p:sldId id="264" r:id="rId4"/>
    <p:sldId id="267" r:id="rId5"/>
    <p:sldId id="268" r:id="rId6"/>
    <p:sldId id="266" r:id="rId7"/>
    <p:sldId id="26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30/11/2017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Eight 8s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How can you add eight 8's to get the number 1,000? (only use addition</a:t>
            </a:r>
            <a:r>
              <a:rPr lang="en-AU" dirty="0" smtClean="0"/>
              <a:t>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err="1" smtClean="0"/>
              <a:t>Eg</a:t>
            </a:r>
            <a:r>
              <a:rPr lang="en-AU" dirty="0" smtClean="0"/>
              <a:t> 88+8+888….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You can use a calculator to check your answer</a:t>
            </a:r>
            <a:endParaRPr lang="en-AU" dirty="0"/>
          </a:p>
          <a:p>
            <a:pPr marL="0" indent="0">
              <a:buNone/>
            </a:pPr>
            <a:r>
              <a:rPr lang="en-AU" dirty="0"/>
              <a:t/>
            </a:r>
            <a:br>
              <a:rPr lang="en-AU" dirty="0"/>
            </a:br>
            <a:endParaRPr lang="en-AU" dirty="0"/>
          </a:p>
          <a:p>
            <a:pPr marL="0" indent="0">
              <a:buNone/>
            </a:pPr>
            <a:endParaRPr lang="en-AU" dirty="0" smtClean="0"/>
          </a:p>
        </p:txBody>
      </p:sp>
      <p:pic>
        <p:nvPicPr>
          <p:cNvPr id="3074" name="Picture 2" descr="C:\Users\e4075868\AppData\Local\Microsoft\Windows\Temporary Internet Files\Content.IE5\J801ZEEM\1337286-1255-Cartoon-Character-Happy-Numbers-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2420888"/>
            <a:ext cx="1591072" cy="159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e4075868\AppData\Local\Microsoft\Windows\Temporary Internet Files\Content.IE5\RP2BT71J\2000_08_51_web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85" y="5157192"/>
            <a:ext cx="1061864" cy="159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75868\AppData\Local\Microsoft\Windows\Temporary Internet Files\Content.IE5\MID6V2CD\8ball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35" y="116632"/>
            <a:ext cx="1245614" cy="124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e4075868\AppData\Local\Microsoft\Windows\Temporary Internet Files\Content.IE5\J801ZEEM\Dale_88_Logo[1]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5213174"/>
            <a:ext cx="2448322" cy="167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AU" dirty="0" smtClean="0"/>
              <a:t>The Answer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AU" sz="6600" dirty="0" smtClean="0">
              <a:latin typeface="Bernard MT Condensed" panose="02050806060905020404" pitchFamily="18" charset="0"/>
            </a:endParaRPr>
          </a:p>
          <a:p>
            <a:pPr marL="0" indent="0" algn="ctr">
              <a:buNone/>
            </a:pPr>
            <a:r>
              <a:rPr lang="en-AU" sz="6600" dirty="0" smtClean="0">
                <a:latin typeface="Bernard MT Condensed" panose="02050806060905020404" pitchFamily="18" charset="0"/>
              </a:rPr>
              <a:t>8+8+8+88+888= 1000</a:t>
            </a:r>
            <a:endParaRPr lang="en-AU" sz="6600" dirty="0"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02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1360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27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Translations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draw and describe translations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 flipH="1">
            <a:off x="2506627" y="2173319"/>
            <a:ext cx="6290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translation is a SLIDE transformation, where every point is moved the each same distance either left, right, up or down.</a:t>
            </a:r>
            <a:endParaRPr lang="en-AU" dirty="0"/>
          </a:p>
        </p:txBody>
      </p:sp>
      <p:sp>
        <p:nvSpPr>
          <p:cNvPr id="8" name="Isosceles Triangle 7"/>
          <p:cNvSpPr/>
          <p:nvPr/>
        </p:nvSpPr>
        <p:spPr>
          <a:xfrm>
            <a:off x="2627784" y="3982407"/>
            <a:ext cx="1440160" cy="130836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Isosceles Triangle 15"/>
          <p:cNvSpPr/>
          <p:nvPr/>
        </p:nvSpPr>
        <p:spPr>
          <a:xfrm>
            <a:off x="4932040" y="3982407"/>
            <a:ext cx="1440160" cy="130836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Arrow Connector 17"/>
          <p:cNvCxnSpPr>
            <a:stCxn id="8" idx="4"/>
            <a:endCxn id="16" idx="4"/>
          </p:cNvCxnSpPr>
          <p:nvPr/>
        </p:nvCxnSpPr>
        <p:spPr>
          <a:xfrm>
            <a:off x="4067944" y="5290771"/>
            <a:ext cx="230425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0"/>
            <a:endCxn id="16" idx="0"/>
          </p:cNvCxnSpPr>
          <p:nvPr/>
        </p:nvCxnSpPr>
        <p:spPr>
          <a:xfrm>
            <a:off x="3347864" y="3982407"/>
            <a:ext cx="230425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83968" y="3694375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3cm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372936" y="5716457"/>
            <a:ext cx="64343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translation right 3cm.</a:t>
            </a:r>
          </a:p>
          <a:p>
            <a:endParaRPr lang="en-AU" dirty="0"/>
          </a:p>
          <a:p>
            <a:r>
              <a:rPr lang="en-AU" dirty="0" smtClean="0"/>
              <a:t>Every point on the triangle needs to move exactly 3 cm to the right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4922980" y="5302916"/>
            <a:ext cx="583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3cm</a:t>
            </a:r>
          </a:p>
          <a:p>
            <a:endParaRPr lang="en-AU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2627784" y="5290771"/>
            <a:ext cx="230425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63888" y="500273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3cm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/>
      <p:bldP spid="23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9712" y="204612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Describe the translation</a:t>
            </a:r>
            <a:endParaRPr lang="en-AU" sz="4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499" y="1056414"/>
            <a:ext cx="6663457" cy="2571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90" y="3789040"/>
            <a:ext cx="7858125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9712" y="204612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Describe the translation</a:t>
            </a:r>
            <a:endParaRPr lang="en-AU" sz="44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499" y="1056414"/>
            <a:ext cx="6663457" cy="2571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838" y="3861048"/>
            <a:ext cx="772477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964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Translation Activity</a:t>
            </a:r>
            <a:endParaRPr lang="en-A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268760"/>
            <a:ext cx="5112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You will need</a:t>
            </a:r>
          </a:p>
          <a:p>
            <a:pPr marL="285750" indent="-285750">
              <a:buFontTx/>
              <a:buChar char="-"/>
            </a:pPr>
            <a:r>
              <a:rPr lang="en-AU" sz="2400" dirty="0" smtClean="0"/>
              <a:t>A shape </a:t>
            </a:r>
          </a:p>
          <a:p>
            <a:pPr marL="285750" indent="-285750">
              <a:buFontTx/>
              <a:buChar char="-"/>
            </a:pPr>
            <a:r>
              <a:rPr lang="en-AU" sz="2400" dirty="0" smtClean="0"/>
              <a:t>Graph paper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4311" y="2708919"/>
            <a:ext cx="91959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 smtClean="0"/>
              <a:t>Start in the top left corner and trace around your shape.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Slide your shape 5 boxes to the right and trace around it.</a:t>
            </a:r>
          </a:p>
          <a:p>
            <a:pPr marL="342900" indent="-342900">
              <a:buAutoNum type="arabicPeriod"/>
            </a:pPr>
            <a:r>
              <a:rPr lang="en-AU" dirty="0" smtClean="0"/>
              <a:t>Check that you have translated it correctly (each corner needs to have moved exactly 5boxes)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Now translate your shape down 10 boxes   (check each corner)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Translate your shape 2 boxes left and 4 boxes up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Complete the practice 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THINK, PAIR, SHARE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What is a translation?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Write this as your summary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219</Words>
  <Application>Microsoft Office PowerPoint</Application>
  <PresentationFormat>On-screen Show (4:3)</PresentationFormat>
  <Paragraphs>57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Eight 8s</vt:lpstr>
      <vt:lpstr>The Answer</vt:lpstr>
      <vt:lpstr>PowerPoint Presentation</vt:lpstr>
      <vt:lpstr>PowerPoint Presentation</vt:lpstr>
      <vt:lpstr>PowerPoint Presentation</vt:lpstr>
      <vt:lpstr>PowerPoint Presentation</vt:lpstr>
      <vt:lpstr>Practice</vt:lpstr>
      <vt:lpstr>THINK, PAIR, SHARE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13</cp:revision>
  <dcterms:created xsi:type="dcterms:W3CDTF">2016-10-20T03:14:06Z</dcterms:created>
  <dcterms:modified xsi:type="dcterms:W3CDTF">2017-12-01T00:11:45Z</dcterms:modified>
</cp:coreProperties>
</file>