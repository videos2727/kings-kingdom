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9906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0" d="100"/>
          <a:sy n="50" d="100"/>
        </p:scale>
        <p:origin x="23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908F-A97D-4527-8C9E-03B856FFC3AD}" type="datetimeFigureOut">
              <a:rPr lang="en-AU" smtClean="0"/>
              <a:t>8/12/2017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F325-C7A1-4D3F-91D0-17BA0BED79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0949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908F-A97D-4527-8C9E-03B856FFC3AD}" type="datetimeFigureOut">
              <a:rPr lang="en-AU" smtClean="0"/>
              <a:t>8/12/2017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F325-C7A1-4D3F-91D0-17BA0BED79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8724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908F-A97D-4527-8C9E-03B856FFC3AD}" type="datetimeFigureOut">
              <a:rPr lang="en-AU" smtClean="0"/>
              <a:t>8/12/2017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F325-C7A1-4D3F-91D0-17BA0BED79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5236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908F-A97D-4527-8C9E-03B856FFC3AD}" type="datetimeFigureOut">
              <a:rPr lang="en-AU" smtClean="0"/>
              <a:t>8/12/2017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F325-C7A1-4D3F-91D0-17BA0BED79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3976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908F-A97D-4527-8C9E-03B856FFC3AD}" type="datetimeFigureOut">
              <a:rPr lang="en-AU" smtClean="0"/>
              <a:t>8/12/2017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F325-C7A1-4D3F-91D0-17BA0BED79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2439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908F-A97D-4527-8C9E-03B856FFC3AD}" type="datetimeFigureOut">
              <a:rPr lang="en-AU" smtClean="0"/>
              <a:t>8/12/2017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F325-C7A1-4D3F-91D0-17BA0BED79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9480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908F-A97D-4527-8C9E-03B856FFC3AD}" type="datetimeFigureOut">
              <a:rPr lang="en-AU" smtClean="0"/>
              <a:t>8/12/2017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F325-C7A1-4D3F-91D0-17BA0BED79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5967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908F-A97D-4527-8C9E-03B856FFC3AD}" type="datetimeFigureOut">
              <a:rPr lang="en-AU" smtClean="0"/>
              <a:t>8/12/2017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F325-C7A1-4D3F-91D0-17BA0BED79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9817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908F-A97D-4527-8C9E-03B856FFC3AD}" type="datetimeFigureOut">
              <a:rPr lang="en-AU" smtClean="0"/>
              <a:t>8/12/2017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F325-C7A1-4D3F-91D0-17BA0BED79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2177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908F-A97D-4527-8C9E-03B856FFC3AD}" type="datetimeFigureOut">
              <a:rPr lang="en-AU" smtClean="0"/>
              <a:t>8/12/2017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F325-C7A1-4D3F-91D0-17BA0BED79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687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908F-A97D-4527-8C9E-03B856FFC3AD}" type="datetimeFigureOut">
              <a:rPr lang="en-AU" smtClean="0"/>
              <a:t>8/12/2017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1F325-C7A1-4D3F-91D0-17BA0BED79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8745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F908F-A97D-4527-8C9E-03B856FFC3AD}" type="datetimeFigureOut">
              <a:rPr lang="en-AU" smtClean="0"/>
              <a:t>8/12/2017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1F325-C7A1-4D3F-91D0-17BA0BED79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569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81B8C-EB1E-4428-9216-665B26073B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D075BD-0864-4BBB-A32A-3487084755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F9166F-5FD7-43C6-BE33-D8F6FE933E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920744" y="1399908"/>
            <a:ext cx="8875652" cy="662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161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4BBDD-05E9-414B-B8F3-B90209988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C8CB7-97C2-4E31-9F91-DE4BEE08E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80E81FB-CE8D-4803-8F56-E87915BB7769}"/>
              </a:ext>
            </a:extLst>
          </p:cNvPr>
          <p:cNvGrpSpPr/>
          <p:nvPr/>
        </p:nvGrpSpPr>
        <p:grpSpPr>
          <a:xfrm>
            <a:off x="620612" y="604599"/>
            <a:ext cx="2087564" cy="1797050"/>
            <a:chOff x="620612" y="604599"/>
            <a:chExt cx="2087564" cy="1797050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2A496FA7-D362-4941-8C7E-DC826B8544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F0CB557F-6E7B-42BB-9B17-0EB8F85C6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39F9E81F-00DB-4549-9939-25FC0622B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3C879C27-B513-45E5-9F84-D15EBF6BF6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15E0EF60-498E-4D8E-8DC2-E6996CA24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DC13CE17-7BF8-4E8B-B1E5-C829D5A5B9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7AD4E458-5FE4-4C78-9DAE-F5E327D6F1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BA2845C7-E067-4148-93F4-E6AFCB632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673F7FBD-900E-426F-8CB0-6B183DD05C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B91B9D98-58A1-413B-A249-071CAD783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8F8BF02E-20D2-4FB6-AFE2-7956CDCE7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C688A876-A617-4E35-8F73-20D4761BA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Rectangle 17">
              <a:extLst>
                <a:ext uri="{FF2B5EF4-FFF2-40B4-BE49-F238E27FC236}">
                  <a16:creationId xmlns:a16="http://schemas.microsoft.com/office/drawing/2014/main" id="{ECEB1BE4-07F6-4F9B-9A3E-2F6891513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3BF1DE7E-6C95-44DF-8A75-853AB87CC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Rectangle 19">
              <a:extLst>
                <a:ext uri="{FF2B5EF4-FFF2-40B4-BE49-F238E27FC236}">
                  <a16:creationId xmlns:a16="http://schemas.microsoft.com/office/drawing/2014/main" id="{B575A472-D96C-42B6-96F6-5744C4ABD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C2F09A57-F227-409E-AD6D-6A8028F10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428FBD50-24CD-4078-9CE4-A08373CD5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26807065-0BF7-4F28-A4A4-004BD1F7E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D9728BAD-CC7B-46F5-8888-34DD3E82D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582A2943-5109-401C-AB16-1611D46DA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E3973FA0-FC8B-4C23-9D95-0596A4FB5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BC325D58-B1B5-4E50-BF96-C431FAD29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4DDA32E3-2F91-43AB-B5F9-F553E9B9B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Rectangle 28">
              <a:extLst>
                <a:ext uri="{FF2B5EF4-FFF2-40B4-BE49-F238E27FC236}">
                  <a16:creationId xmlns:a16="http://schemas.microsoft.com/office/drawing/2014/main" id="{D3AA01BE-C7BB-4E33-8121-2DAB13605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Rectangle 29">
              <a:extLst>
                <a:ext uri="{FF2B5EF4-FFF2-40B4-BE49-F238E27FC236}">
                  <a16:creationId xmlns:a16="http://schemas.microsoft.com/office/drawing/2014/main" id="{93296449-51B8-4A94-A9F1-61165E835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Rectangle 31">
              <a:extLst>
                <a:ext uri="{FF2B5EF4-FFF2-40B4-BE49-F238E27FC236}">
                  <a16:creationId xmlns:a16="http://schemas.microsoft.com/office/drawing/2014/main" id="{B5455C46-28B9-40B8-B9D2-99D8316F7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Rectangle 32">
              <a:extLst>
                <a:ext uri="{FF2B5EF4-FFF2-40B4-BE49-F238E27FC236}">
                  <a16:creationId xmlns:a16="http://schemas.microsoft.com/office/drawing/2014/main" id="{75375085-9B5D-40DF-BB79-18D4BAD91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Rectangle 33">
              <a:extLst>
                <a:ext uri="{FF2B5EF4-FFF2-40B4-BE49-F238E27FC236}">
                  <a16:creationId xmlns:a16="http://schemas.microsoft.com/office/drawing/2014/main" id="{DDBFC623-13F6-4062-9494-EE9E1F909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Rectangle 34">
              <a:extLst>
                <a:ext uri="{FF2B5EF4-FFF2-40B4-BE49-F238E27FC236}">
                  <a16:creationId xmlns:a16="http://schemas.microsoft.com/office/drawing/2014/main" id="{A48E6673-1D4F-438B-A70A-DD9F37067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Rectangle 35">
              <a:extLst>
                <a:ext uri="{FF2B5EF4-FFF2-40B4-BE49-F238E27FC236}">
                  <a16:creationId xmlns:a16="http://schemas.microsoft.com/office/drawing/2014/main" id="{6FCE5BBD-6E48-4722-B023-CE2F4451CF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Rectangle 36">
              <a:extLst>
                <a:ext uri="{FF2B5EF4-FFF2-40B4-BE49-F238E27FC236}">
                  <a16:creationId xmlns:a16="http://schemas.microsoft.com/office/drawing/2014/main" id="{13704866-AC34-4C48-A7B7-CECCFA128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Rectangle 37">
              <a:extLst>
                <a:ext uri="{FF2B5EF4-FFF2-40B4-BE49-F238E27FC236}">
                  <a16:creationId xmlns:a16="http://schemas.microsoft.com/office/drawing/2014/main" id="{D8810897-B566-42A8-8CFA-252379310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Rectangle 38">
              <a:extLst>
                <a:ext uri="{FF2B5EF4-FFF2-40B4-BE49-F238E27FC236}">
                  <a16:creationId xmlns:a16="http://schemas.microsoft.com/office/drawing/2014/main" id="{4DE8E74B-9CB6-45AF-9A51-2DCEF362B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Rectangle 39">
              <a:extLst>
                <a:ext uri="{FF2B5EF4-FFF2-40B4-BE49-F238E27FC236}">
                  <a16:creationId xmlns:a16="http://schemas.microsoft.com/office/drawing/2014/main" id="{EBF07AC8-D411-440B-8B37-7593C19C1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Rectangle 40">
              <a:extLst>
                <a:ext uri="{FF2B5EF4-FFF2-40B4-BE49-F238E27FC236}">
                  <a16:creationId xmlns:a16="http://schemas.microsoft.com/office/drawing/2014/main" id="{8BFA3603-3A00-421E-B4CD-A79F149DC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Rectangle 41">
              <a:extLst>
                <a:ext uri="{FF2B5EF4-FFF2-40B4-BE49-F238E27FC236}">
                  <a16:creationId xmlns:a16="http://schemas.microsoft.com/office/drawing/2014/main" id="{5C2811F3-AB06-40FE-A6B6-854E5FC3FF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" name="Rectangle 42">
              <a:extLst>
                <a:ext uri="{FF2B5EF4-FFF2-40B4-BE49-F238E27FC236}">
                  <a16:creationId xmlns:a16="http://schemas.microsoft.com/office/drawing/2014/main" id="{64F5E51C-5A7D-4659-96A3-360E8C340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" name="Rectangle 43">
              <a:extLst>
                <a:ext uri="{FF2B5EF4-FFF2-40B4-BE49-F238E27FC236}">
                  <a16:creationId xmlns:a16="http://schemas.microsoft.com/office/drawing/2014/main" id="{3C823364-4E10-493D-BB1E-C8FCFDC218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Rectangle 44">
              <a:extLst>
                <a:ext uri="{FF2B5EF4-FFF2-40B4-BE49-F238E27FC236}">
                  <a16:creationId xmlns:a16="http://schemas.microsoft.com/office/drawing/2014/main" id="{3C1397D4-AD9C-4601-9D8A-8441A2B39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Rectangle 45">
              <a:extLst>
                <a:ext uri="{FF2B5EF4-FFF2-40B4-BE49-F238E27FC236}">
                  <a16:creationId xmlns:a16="http://schemas.microsoft.com/office/drawing/2014/main" id="{F11CA0F0-3479-4117-8BB6-0157D3A31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Rectangle 46">
              <a:extLst>
                <a:ext uri="{FF2B5EF4-FFF2-40B4-BE49-F238E27FC236}">
                  <a16:creationId xmlns:a16="http://schemas.microsoft.com/office/drawing/2014/main" id="{6BAEB28C-DA92-4914-A78D-EA075655E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Rectangle 47">
              <a:extLst>
                <a:ext uri="{FF2B5EF4-FFF2-40B4-BE49-F238E27FC236}">
                  <a16:creationId xmlns:a16="http://schemas.microsoft.com/office/drawing/2014/main" id="{81E48E72-7103-4AD2-A1AC-A06D17DF4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Rectangle 48">
              <a:extLst>
                <a:ext uri="{FF2B5EF4-FFF2-40B4-BE49-F238E27FC236}">
                  <a16:creationId xmlns:a16="http://schemas.microsoft.com/office/drawing/2014/main" id="{FDFA51D8-91EF-4F79-B4DE-18962ACE4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Rectangle 49">
              <a:extLst>
                <a:ext uri="{FF2B5EF4-FFF2-40B4-BE49-F238E27FC236}">
                  <a16:creationId xmlns:a16="http://schemas.microsoft.com/office/drawing/2014/main" id="{B38A058F-5F00-49E9-9E80-BFD11D0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Rectangle 50">
              <a:extLst>
                <a:ext uri="{FF2B5EF4-FFF2-40B4-BE49-F238E27FC236}">
                  <a16:creationId xmlns:a16="http://schemas.microsoft.com/office/drawing/2014/main" id="{5F23626E-685D-49D1-83D4-4044A9E87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Rectangle 51">
              <a:extLst>
                <a:ext uri="{FF2B5EF4-FFF2-40B4-BE49-F238E27FC236}">
                  <a16:creationId xmlns:a16="http://schemas.microsoft.com/office/drawing/2014/main" id="{2DCB7F4C-FC0D-4FFC-9820-A47C22FF0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1" name="Rectangle 52">
              <a:extLst>
                <a:ext uri="{FF2B5EF4-FFF2-40B4-BE49-F238E27FC236}">
                  <a16:creationId xmlns:a16="http://schemas.microsoft.com/office/drawing/2014/main" id="{7EE86FBE-51B8-44AB-BBB1-9FA06777DB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Rectangle 53">
              <a:extLst>
                <a:ext uri="{FF2B5EF4-FFF2-40B4-BE49-F238E27FC236}">
                  <a16:creationId xmlns:a16="http://schemas.microsoft.com/office/drawing/2014/main" id="{AC910131-BE60-4A2D-9EA9-734428A19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Rectangle 54">
              <a:extLst>
                <a:ext uri="{FF2B5EF4-FFF2-40B4-BE49-F238E27FC236}">
                  <a16:creationId xmlns:a16="http://schemas.microsoft.com/office/drawing/2014/main" id="{F0933D6D-4592-452B-983B-FFF64BC41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" name="Rectangle 55">
              <a:extLst>
                <a:ext uri="{FF2B5EF4-FFF2-40B4-BE49-F238E27FC236}">
                  <a16:creationId xmlns:a16="http://schemas.microsoft.com/office/drawing/2014/main" id="{D0D7B3CF-AF56-44C8-BFA3-A3032FD2D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" name="Rectangle 58">
              <a:extLst>
                <a:ext uri="{FF2B5EF4-FFF2-40B4-BE49-F238E27FC236}">
                  <a16:creationId xmlns:a16="http://schemas.microsoft.com/office/drawing/2014/main" id="{E8755373-9EBA-4E3F-8CB2-5052CC05D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" name="Rectangle 59">
              <a:extLst>
                <a:ext uri="{FF2B5EF4-FFF2-40B4-BE49-F238E27FC236}">
                  <a16:creationId xmlns:a16="http://schemas.microsoft.com/office/drawing/2014/main" id="{D00C8296-9F3D-4422-BFFD-A97DBC8607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7" name="Rectangle 60">
              <a:extLst>
                <a:ext uri="{FF2B5EF4-FFF2-40B4-BE49-F238E27FC236}">
                  <a16:creationId xmlns:a16="http://schemas.microsoft.com/office/drawing/2014/main" id="{531C7593-8300-4DB3-9A54-DEBA1BB9E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Rectangle 61">
              <a:extLst>
                <a:ext uri="{FF2B5EF4-FFF2-40B4-BE49-F238E27FC236}">
                  <a16:creationId xmlns:a16="http://schemas.microsoft.com/office/drawing/2014/main" id="{FFEE73E0-41A9-4076-9AED-C66AAA7CC1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9" name="Rectangle 62">
              <a:extLst>
                <a:ext uri="{FF2B5EF4-FFF2-40B4-BE49-F238E27FC236}">
                  <a16:creationId xmlns:a16="http://schemas.microsoft.com/office/drawing/2014/main" id="{316D1ADA-4B8A-4457-A63F-2AE0A313E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0" name="Rectangle 63">
              <a:extLst>
                <a:ext uri="{FF2B5EF4-FFF2-40B4-BE49-F238E27FC236}">
                  <a16:creationId xmlns:a16="http://schemas.microsoft.com/office/drawing/2014/main" id="{C3C834D1-3EFA-465A-B12C-512921E85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Rectangle 64">
              <a:extLst>
                <a:ext uri="{FF2B5EF4-FFF2-40B4-BE49-F238E27FC236}">
                  <a16:creationId xmlns:a16="http://schemas.microsoft.com/office/drawing/2014/main" id="{1B26DE7E-226A-4DD0-AB3C-F05DCEEFF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Rectangle 65">
              <a:extLst>
                <a:ext uri="{FF2B5EF4-FFF2-40B4-BE49-F238E27FC236}">
                  <a16:creationId xmlns:a16="http://schemas.microsoft.com/office/drawing/2014/main" id="{D1EC3B73-3340-4DC0-B4F3-BBF054730C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" name="Rectangle 66">
              <a:extLst>
                <a:ext uri="{FF2B5EF4-FFF2-40B4-BE49-F238E27FC236}">
                  <a16:creationId xmlns:a16="http://schemas.microsoft.com/office/drawing/2014/main" id="{55BB75F6-04A8-47A8-AA7C-040D42103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" name="Rectangle 67">
              <a:extLst>
                <a:ext uri="{FF2B5EF4-FFF2-40B4-BE49-F238E27FC236}">
                  <a16:creationId xmlns:a16="http://schemas.microsoft.com/office/drawing/2014/main" id="{0CAA01D1-A8AB-4CC5-A996-6EF2270FD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Rectangle 68">
              <a:extLst>
                <a:ext uri="{FF2B5EF4-FFF2-40B4-BE49-F238E27FC236}">
                  <a16:creationId xmlns:a16="http://schemas.microsoft.com/office/drawing/2014/main" id="{BD307C7B-9CEE-4AE3-B92F-FECAF1EFB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" name="Rectangle 69">
              <a:extLst>
                <a:ext uri="{FF2B5EF4-FFF2-40B4-BE49-F238E27FC236}">
                  <a16:creationId xmlns:a16="http://schemas.microsoft.com/office/drawing/2014/main" id="{28A8F025-0650-4856-B19E-896FA9D7A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" name="Rectangle 70">
              <a:extLst>
                <a:ext uri="{FF2B5EF4-FFF2-40B4-BE49-F238E27FC236}">
                  <a16:creationId xmlns:a16="http://schemas.microsoft.com/office/drawing/2014/main" id="{30E64230-A72F-4BE0-8F66-CD6A528DF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" name="Rectangle 71">
              <a:extLst>
                <a:ext uri="{FF2B5EF4-FFF2-40B4-BE49-F238E27FC236}">
                  <a16:creationId xmlns:a16="http://schemas.microsoft.com/office/drawing/2014/main" id="{4B976AF9-8B45-4C43-8B43-4D72DBA23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Rectangle 72">
              <a:extLst>
                <a:ext uri="{FF2B5EF4-FFF2-40B4-BE49-F238E27FC236}">
                  <a16:creationId xmlns:a16="http://schemas.microsoft.com/office/drawing/2014/main" id="{E86BDAD9-DC4A-42A1-A947-1B95A5AEC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" name="Rectangle 73">
              <a:extLst>
                <a:ext uri="{FF2B5EF4-FFF2-40B4-BE49-F238E27FC236}">
                  <a16:creationId xmlns:a16="http://schemas.microsoft.com/office/drawing/2014/main" id="{0EEB2C9A-C3A1-467F-A291-1671808CD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" name="Rectangle 74">
              <a:extLst>
                <a:ext uri="{FF2B5EF4-FFF2-40B4-BE49-F238E27FC236}">
                  <a16:creationId xmlns:a16="http://schemas.microsoft.com/office/drawing/2014/main" id="{E44BDA65-6F06-44B6-9750-89238B7C7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Rectangle 75">
              <a:extLst>
                <a:ext uri="{FF2B5EF4-FFF2-40B4-BE49-F238E27FC236}">
                  <a16:creationId xmlns:a16="http://schemas.microsoft.com/office/drawing/2014/main" id="{BBD6CBF6-D321-4217-9241-0AAAD14EB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Rectangle 76">
              <a:extLst>
                <a:ext uri="{FF2B5EF4-FFF2-40B4-BE49-F238E27FC236}">
                  <a16:creationId xmlns:a16="http://schemas.microsoft.com/office/drawing/2014/main" id="{24323F08-3230-46ED-A55E-48E5F1546B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" name="Rectangle 77">
              <a:extLst>
                <a:ext uri="{FF2B5EF4-FFF2-40B4-BE49-F238E27FC236}">
                  <a16:creationId xmlns:a16="http://schemas.microsoft.com/office/drawing/2014/main" id="{DE019AE6-AFBC-4EE6-A17E-DD696ED911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" name="Rectangle 78">
              <a:extLst>
                <a:ext uri="{FF2B5EF4-FFF2-40B4-BE49-F238E27FC236}">
                  <a16:creationId xmlns:a16="http://schemas.microsoft.com/office/drawing/2014/main" id="{82E35845-F313-4368-BD7C-575AD05B8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" name="Rectangle 79">
              <a:extLst>
                <a:ext uri="{FF2B5EF4-FFF2-40B4-BE49-F238E27FC236}">
                  <a16:creationId xmlns:a16="http://schemas.microsoft.com/office/drawing/2014/main" id="{C02958AA-1155-4C3F-844D-8047BB666E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" name="Rectangle 80">
              <a:extLst>
                <a:ext uri="{FF2B5EF4-FFF2-40B4-BE49-F238E27FC236}">
                  <a16:creationId xmlns:a16="http://schemas.microsoft.com/office/drawing/2014/main" id="{11E28672-4B34-46F7-88D2-83873F12B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" name="Rectangle 81">
              <a:extLst>
                <a:ext uri="{FF2B5EF4-FFF2-40B4-BE49-F238E27FC236}">
                  <a16:creationId xmlns:a16="http://schemas.microsoft.com/office/drawing/2014/main" id="{E7AB0796-D30D-46BE-8765-6F3E37DA6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" name="Rectangle 82">
              <a:extLst>
                <a:ext uri="{FF2B5EF4-FFF2-40B4-BE49-F238E27FC236}">
                  <a16:creationId xmlns:a16="http://schemas.microsoft.com/office/drawing/2014/main" id="{2E12E6A5-907B-433E-A95B-9AA3E1575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" name="Rectangle 84">
              <a:extLst>
                <a:ext uri="{FF2B5EF4-FFF2-40B4-BE49-F238E27FC236}">
                  <a16:creationId xmlns:a16="http://schemas.microsoft.com/office/drawing/2014/main" id="{124BEC63-9EF0-4303-921F-8F72381FF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1" name="Rectangle 85">
              <a:extLst>
                <a:ext uri="{FF2B5EF4-FFF2-40B4-BE49-F238E27FC236}">
                  <a16:creationId xmlns:a16="http://schemas.microsoft.com/office/drawing/2014/main" id="{D7594895-1D08-4136-9511-2A58BE400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2" name="Rectangle 86">
              <a:extLst>
                <a:ext uri="{FF2B5EF4-FFF2-40B4-BE49-F238E27FC236}">
                  <a16:creationId xmlns:a16="http://schemas.microsoft.com/office/drawing/2014/main" id="{EDBAE63C-A255-4655-B571-74FA75C8F7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3" name="Rectangle 87">
              <a:extLst>
                <a:ext uri="{FF2B5EF4-FFF2-40B4-BE49-F238E27FC236}">
                  <a16:creationId xmlns:a16="http://schemas.microsoft.com/office/drawing/2014/main" id="{8B7BFDF1-AF0D-45E0-9693-17A0D9F30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4" name="Rectangle 88">
              <a:extLst>
                <a:ext uri="{FF2B5EF4-FFF2-40B4-BE49-F238E27FC236}">
                  <a16:creationId xmlns:a16="http://schemas.microsoft.com/office/drawing/2014/main" id="{C9CB4BE9-30DF-43CF-8E83-6238B8D14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5" name="Rectangle 89">
              <a:extLst>
                <a:ext uri="{FF2B5EF4-FFF2-40B4-BE49-F238E27FC236}">
                  <a16:creationId xmlns:a16="http://schemas.microsoft.com/office/drawing/2014/main" id="{009438F5-0CBF-4B6A-B42E-4D4427480C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6" name="Rectangle 90">
              <a:extLst>
                <a:ext uri="{FF2B5EF4-FFF2-40B4-BE49-F238E27FC236}">
                  <a16:creationId xmlns:a16="http://schemas.microsoft.com/office/drawing/2014/main" id="{4DDC06A4-FCE8-454A-81DF-E8E83485FA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7" name="Rectangle 91">
              <a:extLst>
                <a:ext uri="{FF2B5EF4-FFF2-40B4-BE49-F238E27FC236}">
                  <a16:creationId xmlns:a16="http://schemas.microsoft.com/office/drawing/2014/main" id="{08782AC4-D5E7-4E0D-9E44-CA6F60D107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8" name="Rectangle 92">
              <a:extLst>
                <a:ext uri="{FF2B5EF4-FFF2-40B4-BE49-F238E27FC236}">
                  <a16:creationId xmlns:a16="http://schemas.microsoft.com/office/drawing/2014/main" id="{8CAD1C87-CFB1-4DD7-AFD7-07F5E3E2B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9" name="Rectangle 93">
              <a:extLst>
                <a:ext uri="{FF2B5EF4-FFF2-40B4-BE49-F238E27FC236}">
                  <a16:creationId xmlns:a16="http://schemas.microsoft.com/office/drawing/2014/main" id="{BEB78FAA-5441-4C98-A727-E1CCDAF2D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0" name="Rectangle 94">
              <a:extLst>
                <a:ext uri="{FF2B5EF4-FFF2-40B4-BE49-F238E27FC236}">
                  <a16:creationId xmlns:a16="http://schemas.microsoft.com/office/drawing/2014/main" id="{6F2DB41A-4986-4DF6-AFE7-546AD5DA9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1" name="Rectangle 95">
              <a:extLst>
                <a:ext uri="{FF2B5EF4-FFF2-40B4-BE49-F238E27FC236}">
                  <a16:creationId xmlns:a16="http://schemas.microsoft.com/office/drawing/2014/main" id="{0B9A2E04-7085-4895-8311-CA51D9815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2" name="Rectangle 96">
              <a:extLst>
                <a:ext uri="{FF2B5EF4-FFF2-40B4-BE49-F238E27FC236}">
                  <a16:creationId xmlns:a16="http://schemas.microsoft.com/office/drawing/2014/main" id="{4182EADC-F27C-4941-B3AB-62589AEDA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3" name="Rectangle 97">
              <a:extLst>
                <a:ext uri="{FF2B5EF4-FFF2-40B4-BE49-F238E27FC236}">
                  <a16:creationId xmlns:a16="http://schemas.microsoft.com/office/drawing/2014/main" id="{A5323C74-7865-4010-8BC0-562F10CA6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4" name="Rectangle 98">
              <a:extLst>
                <a:ext uri="{FF2B5EF4-FFF2-40B4-BE49-F238E27FC236}">
                  <a16:creationId xmlns:a16="http://schemas.microsoft.com/office/drawing/2014/main" id="{B83913E3-2D42-4D58-8515-34569B8A8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5" name="Rectangle 99">
              <a:extLst>
                <a:ext uri="{FF2B5EF4-FFF2-40B4-BE49-F238E27FC236}">
                  <a16:creationId xmlns:a16="http://schemas.microsoft.com/office/drawing/2014/main" id="{3036D7A6-80A3-4506-B787-73743091A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6" name="Rectangle 100">
              <a:extLst>
                <a:ext uri="{FF2B5EF4-FFF2-40B4-BE49-F238E27FC236}">
                  <a16:creationId xmlns:a16="http://schemas.microsoft.com/office/drawing/2014/main" id="{6A5C0558-42AC-4676-BCE6-E9F75D0F1D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7" name="Rectangle 101">
              <a:extLst>
                <a:ext uri="{FF2B5EF4-FFF2-40B4-BE49-F238E27FC236}">
                  <a16:creationId xmlns:a16="http://schemas.microsoft.com/office/drawing/2014/main" id="{7AEBC8DA-6DD3-425E-B50A-EAD1A7FFC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8" name="Rectangle 102">
              <a:extLst>
                <a:ext uri="{FF2B5EF4-FFF2-40B4-BE49-F238E27FC236}">
                  <a16:creationId xmlns:a16="http://schemas.microsoft.com/office/drawing/2014/main" id="{83A5D0AF-7B0A-49CB-8B63-BBE0C1E38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9" name="Rectangle 103">
              <a:extLst>
                <a:ext uri="{FF2B5EF4-FFF2-40B4-BE49-F238E27FC236}">
                  <a16:creationId xmlns:a16="http://schemas.microsoft.com/office/drawing/2014/main" id="{AC1104E6-532A-45CF-AB41-EBD606AA6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0" name="Rectangle 104">
              <a:extLst>
                <a:ext uri="{FF2B5EF4-FFF2-40B4-BE49-F238E27FC236}">
                  <a16:creationId xmlns:a16="http://schemas.microsoft.com/office/drawing/2014/main" id="{26D1F2E6-44C0-477E-B689-40BA6470E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1" name="Rectangle 105">
              <a:extLst>
                <a:ext uri="{FF2B5EF4-FFF2-40B4-BE49-F238E27FC236}">
                  <a16:creationId xmlns:a16="http://schemas.microsoft.com/office/drawing/2014/main" id="{091F9387-B666-4111-B60F-77E37B7D5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2" name="Rectangle 106">
              <a:extLst>
                <a:ext uri="{FF2B5EF4-FFF2-40B4-BE49-F238E27FC236}">
                  <a16:creationId xmlns:a16="http://schemas.microsoft.com/office/drawing/2014/main" id="{843003CE-A2F8-47E3-B953-A13746F7F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3" name="Rectangle 107">
              <a:extLst>
                <a:ext uri="{FF2B5EF4-FFF2-40B4-BE49-F238E27FC236}">
                  <a16:creationId xmlns:a16="http://schemas.microsoft.com/office/drawing/2014/main" id="{9B076871-52F1-48C0-BCB1-5E2301B52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4" name="Rectangle 108">
              <a:extLst>
                <a:ext uri="{FF2B5EF4-FFF2-40B4-BE49-F238E27FC236}">
                  <a16:creationId xmlns:a16="http://schemas.microsoft.com/office/drawing/2014/main" id="{5BF07E61-24D5-43E4-BD6F-A88F54757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9923DAA3-39FF-4745-929C-A6D0D16AB270}"/>
              </a:ext>
            </a:extLst>
          </p:cNvPr>
          <p:cNvCxnSpPr/>
          <p:nvPr/>
        </p:nvCxnSpPr>
        <p:spPr>
          <a:xfrm>
            <a:off x="1657375" y="604599"/>
            <a:ext cx="0" cy="17970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ight Triangle 105">
            <a:extLst>
              <a:ext uri="{FF2B5EF4-FFF2-40B4-BE49-F238E27FC236}">
                <a16:creationId xmlns:a16="http://schemas.microsoft.com/office/drawing/2014/main" id="{60133FCC-3A4D-4E44-85B5-2AE5E489AADE}"/>
              </a:ext>
            </a:extLst>
          </p:cNvPr>
          <p:cNvSpPr/>
          <p:nvPr/>
        </p:nvSpPr>
        <p:spPr>
          <a:xfrm>
            <a:off x="829266" y="784216"/>
            <a:ext cx="625962" cy="1437816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A5A6A9F-306B-4D7E-AD37-CF7DE79ED592}"/>
              </a:ext>
            </a:extLst>
          </p:cNvPr>
          <p:cNvGrpSpPr/>
          <p:nvPr/>
        </p:nvGrpSpPr>
        <p:grpSpPr>
          <a:xfrm>
            <a:off x="3573016" y="570564"/>
            <a:ext cx="2087564" cy="1797050"/>
            <a:chOff x="620612" y="604599"/>
            <a:chExt cx="2087564" cy="1797050"/>
          </a:xfrm>
        </p:grpSpPr>
        <p:sp>
          <p:nvSpPr>
            <p:cNvPr id="108" name="Rectangle 5">
              <a:extLst>
                <a:ext uri="{FF2B5EF4-FFF2-40B4-BE49-F238E27FC236}">
                  <a16:creationId xmlns:a16="http://schemas.microsoft.com/office/drawing/2014/main" id="{87296A8B-FAB0-47FB-B385-E9D2B55E4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9" name="Rectangle 6">
              <a:extLst>
                <a:ext uri="{FF2B5EF4-FFF2-40B4-BE49-F238E27FC236}">
                  <a16:creationId xmlns:a16="http://schemas.microsoft.com/office/drawing/2014/main" id="{648D21D3-7B33-4942-8E86-0F2F2BA91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0" name="Rectangle 7">
              <a:extLst>
                <a:ext uri="{FF2B5EF4-FFF2-40B4-BE49-F238E27FC236}">
                  <a16:creationId xmlns:a16="http://schemas.microsoft.com/office/drawing/2014/main" id="{75F3E2C4-7B65-4B1F-BAFF-ACA541FE7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1" name="Rectangle 8">
              <a:extLst>
                <a:ext uri="{FF2B5EF4-FFF2-40B4-BE49-F238E27FC236}">
                  <a16:creationId xmlns:a16="http://schemas.microsoft.com/office/drawing/2014/main" id="{F9A41AC3-F308-45A3-ADFD-9CD50AFAF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2" name="Rectangle 9">
              <a:extLst>
                <a:ext uri="{FF2B5EF4-FFF2-40B4-BE49-F238E27FC236}">
                  <a16:creationId xmlns:a16="http://schemas.microsoft.com/office/drawing/2014/main" id="{48D0ABF0-B5D5-42EC-8277-F799E5B05A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3" name="Rectangle 10">
              <a:extLst>
                <a:ext uri="{FF2B5EF4-FFF2-40B4-BE49-F238E27FC236}">
                  <a16:creationId xmlns:a16="http://schemas.microsoft.com/office/drawing/2014/main" id="{0483A737-BEAB-4D4B-9F16-DCD0FDEE6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4" name="Rectangle 11">
              <a:extLst>
                <a:ext uri="{FF2B5EF4-FFF2-40B4-BE49-F238E27FC236}">
                  <a16:creationId xmlns:a16="http://schemas.microsoft.com/office/drawing/2014/main" id="{4258CBCC-68DF-4786-AEC3-FB8A9CE36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5" name="Rectangle 12">
              <a:extLst>
                <a:ext uri="{FF2B5EF4-FFF2-40B4-BE49-F238E27FC236}">
                  <a16:creationId xmlns:a16="http://schemas.microsoft.com/office/drawing/2014/main" id="{FDB5FB01-3E7C-4DD0-ADB2-DB95F5D6F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6" name="Rectangle 13">
              <a:extLst>
                <a:ext uri="{FF2B5EF4-FFF2-40B4-BE49-F238E27FC236}">
                  <a16:creationId xmlns:a16="http://schemas.microsoft.com/office/drawing/2014/main" id="{94F73389-9672-4BEF-B48A-F8E86C02E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7" name="Rectangle 14">
              <a:extLst>
                <a:ext uri="{FF2B5EF4-FFF2-40B4-BE49-F238E27FC236}">
                  <a16:creationId xmlns:a16="http://schemas.microsoft.com/office/drawing/2014/main" id="{EBEC79C0-1F49-45E2-9452-82FCE5EB3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8" name="Rectangle 15">
              <a:extLst>
                <a:ext uri="{FF2B5EF4-FFF2-40B4-BE49-F238E27FC236}">
                  <a16:creationId xmlns:a16="http://schemas.microsoft.com/office/drawing/2014/main" id="{1496963E-FAC3-419F-BE0E-33BDBBFD4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9" name="Rectangle 16">
              <a:extLst>
                <a:ext uri="{FF2B5EF4-FFF2-40B4-BE49-F238E27FC236}">
                  <a16:creationId xmlns:a16="http://schemas.microsoft.com/office/drawing/2014/main" id="{BEF0AE9B-7669-45E4-BBE0-BFC8CAF83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0" name="Rectangle 17">
              <a:extLst>
                <a:ext uri="{FF2B5EF4-FFF2-40B4-BE49-F238E27FC236}">
                  <a16:creationId xmlns:a16="http://schemas.microsoft.com/office/drawing/2014/main" id="{6EE4113D-36EE-45A8-9DC1-3BB7105A57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1" name="Rectangle 18">
              <a:extLst>
                <a:ext uri="{FF2B5EF4-FFF2-40B4-BE49-F238E27FC236}">
                  <a16:creationId xmlns:a16="http://schemas.microsoft.com/office/drawing/2014/main" id="{64BF9DE7-A9F5-44E1-8138-663F0D99D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2" name="Rectangle 19">
              <a:extLst>
                <a:ext uri="{FF2B5EF4-FFF2-40B4-BE49-F238E27FC236}">
                  <a16:creationId xmlns:a16="http://schemas.microsoft.com/office/drawing/2014/main" id="{8DA92746-AE2E-461F-AB3E-DEF856BD2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3" name="Rectangle 20">
              <a:extLst>
                <a:ext uri="{FF2B5EF4-FFF2-40B4-BE49-F238E27FC236}">
                  <a16:creationId xmlns:a16="http://schemas.microsoft.com/office/drawing/2014/main" id="{C5E6B3FD-E55A-47C0-A25A-0CF4867954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4" name="Rectangle 21">
              <a:extLst>
                <a:ext uri="{FF2B5EF4-FFF2-40B4-BE49-F238E27FC236}">
                  <a16:creationId xmlns:a16="http://schemas.microsoft.com/office/drawing/2014/main" id="{C299D832-FDE8-41EB-852A-605ADC399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5" name="Rectangle 22">
              <a:extLst>
                <a:ext uri="{FF2B5EF4-FFF2-40B4-BE49-F238E27FC236}">
                  <a16:creationId xmlns:a16="http://schemas.microsoft.com/office/drawing/2014/main" id="{5C76C875-30F4-4FAD-BBD8-6E00662A6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6" name="Rectangle 23">
              <a:extLst>
                <a:ext uri="{FF2B5EF4-FFF2-40B4-BE49-F238E27FC236}">
                  <a16:creationId xmlns:a16="http://schemas.microsoft.com/office/drawing/2014/main" id="{5ECC9D34-7978-4CD3-9266-BD708DFA6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7" name="Rectangle 24">
              <a:extLst>
                <a:ext uri="{FF2B5EF4-FFF2-40B4-BE49-F238E27FC236}">
                  <a16:creationId xmlns:a16="http://schemas.microsoft.com/office/drawing/2014/main" id="{602AA395-9009-410D-B628-C24001BB9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8" name="Rectangle 25">
              <a:extLst>
                <a:ext uri="{FF2B5EF4-FFF2-40B4-BE49-F238E27FC236}">
                  <a16:creationId xmlns:a16="http://schemas.microsoft.com/office/drawing/2014/main" id="{94DE450C-ADAF-41C2-B22B-146A65213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9" name="Rectangle 26">
              <a:extLst>
                <a:ext uri="{FF2B5EF4-FFF2-40B4-BE49-F238E27FC236}">
                  <a16:creationId xmlns:a16="http://schemas.microsoft.com/office/drawing/2014/main" id="{97A77263-41E2-41DD-8107-7B8CB4CB3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0" name="Rectangle 27">
              <a:extLst>
                <a:ext uri="{FF2B5EF4-FFF2-40B4-BE49-F238E27FC236}">
                  <a16:creationId xmlns:a16="http://schemas.microsoft.com/office/drawing/2014/main" id="{555E1203-D5AF-4027-9E00-CCAC7F9D8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1" name="Rectangle 28">
              <a:extLst>
                <a:ext uri="{FF2B5EF4-FFF2-40B4-BE49-F238E27FC236}">
                  <a16:creationId xmlns:a16="http://schemas.microsoft.com/office/drawing/2014/main" id="{E4966827-A992-4CE6-A897-F8C03BAF5F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2" name="Rectangle 29">
              <a:extLst>
                <a:ext uri="{FF2B5EF4-FFF2-40B4-BE49-F238E27FC236}">
                  <a16:creationId xmlns:a16="http://schemas.microsoft.com/office/drawing/2014/main" id="{4C2C7A99-ED0D-44F3-BFA8-9075DBE4A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3" name="Rectangle 31">
              <a:extLst>
                <a:ext uri="{FF2B5EF4-FFF2-40B4-BE49-F238E27FC236}">
                  <a16:creationId xmlns:a16="http://schemas.microsoft.com/office/drawing/2014/main" id="{2861CC65-7F67-4751-BEE4-EECC31C87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4" name="Rectangle 32">
              <a:extLst>
                <a:ext uri="{FF2B5EF4-FFF2-40B4-BE49-F238E27FC236}">
                  <a16:creationId xmlns:a16="http://schemas.microsoft.com/office/drawing/2014/main" id="{ADE1DF3B-7C80-46E2-A40D-ECDD7DC382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5" name="Rectangle 33">
              <a:extLst>
                <a:ext uri="{FF2B5EF4-FFF2-40B4-BE49-F238E27FC236}">
                  <a16:creationId xmlns:a16="http://schemas.microsoft.com/office/drawing/2014/main" id="{4B89CC62-2C1F-4B15-B7C3-ED31ADB16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6" name="Rectangle 34">
              <a:extLst>
                <a:ext uri="{FF2B5EF4-FFF2-40B4-BE49-F238E27FC236}">
                  <a16:creationId xmlns:a16="http://schemas.microsoft.com/office/drawing/2014/main" id="{D941A3A0-C791-4ED0-8118-72DA119F7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7" name="Rectangle 35">
              <a:extLst>
                <a:ext uri="{FF2B5EF4-FFF2-40B4-BE49-F238E27FC236}">
                  <a16:creationId xmlns:a16="http://schemas.microsoft.com/office/drawing/2014/main" id="{BC54466B-0192-443C-877E-EEE4124C5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8" name="Rectangle 36">
              <a:extLst>
                <a:ext uri="{FF2B5EF4-FFF2-40B4-BE49-F238E27FC236}">
                  <a16:creationId xmlns:a16="http://schemas.microsoft.com/office/drawing/2014/main" id="{A6CD22D4-C08D-4F3B-87A7-34AD97A40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9" name="Rectangle 37">
              <a:extLst>
                <a:ext uri="{FF2B5EF4-FFF2-40B4-BE49-F238E27FC236}">
                  <a16:creationId xmlns:a16="http://schemas.microsoft.com/office/drawing/2014/main" id="{061EC74F-2D7D-484F-9D71-E41F9AE69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0" name="Rectangle 38">
              <a:extLst>
                <a:ext uri="{FF2B5EF4-FFF2-40B4-BE49-F238E27FC236}">
                  <a16:creationId xmlns:a16="http://schemas.microsoft.com/office/drawing/2014/main" id="{85910829-C77E-4AFF-B300-9AAF6F2E1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1" name="Rectangle 39">
              <a:extLst>
                <a:ext uri="{FF2B5EF4-FFF2-40B4-BE49-F238E27FC236}">
                  <a16:creationId xmlns:a16="http://schemas.microsoft.com/office/drawing/2014/main" id="{40CBB6E2-4F71-4F38-84A1-A6DF5FDD3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2" name="Rectangle 40">
              <a:extLst>
                <a:ext uri="{FF2B5EF4-FFF2-40B4-BE49-F238E27FC236}">
                  <a16:creationId xmlns:a16="http://schemas.microsoft.com/office/drawing/2014/main" id="{8ECDBB9A-0B93-4B5B-87C5-886494BB9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3" name="Rectangle 41">
              <a:extLst>
                <a:ext uri="{FF2B5EF4-FFF2-40B4-BE49-F238E27FC236}">
                  <a16:creationId xmlns:a16="http://schemas.microsoft.com/office/drawing/2014/main" id="{A89F1401-ED83-454E-9CE3-D4991BE7D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4" name="Rectangle 42">
              <a:extLst>
                <a:ext uri="{FF2B5EF4-FFF2-40B4-BE49-F238E27FC236}">
                  <a16:creationId xmlns:a16="http://schemas.microsoft.com/office/drawing/2014/main" id="{0E24ADAF-9E7F-42B3-83DF-8AF42F3CED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5" name="Rectangle 43">
              <a:extLst>
                <a:ext uri="{FF2B5EF4-FFF2-40B4-BE49-F238E27FC236}">
                  <a16:creationId xmlns:a16="http://schemas.microsoft.com/office/drawing/2014/main" id="{1DCE4ACB-E4D3-414D-8593-C18E25178F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6" name="Rectangle 44">
              <a:extLst>
                <a:ext uri="{FF2B5EF4-FFF2-40B4-BE49-F238E27FC236}">
                  <a16:creationId xmlns:a16="http://schemas.microsoft.com/office/drawing/2014/main" id="{1E765C37-819D-4059-A43E-CBDC8DE04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7" name="Rectangle 45">
              <a:extLst>
                <a:ext uri="{FF2B5EF4-FFF2-40B4-BE49-F238E27FC236}">
                  <a16:creationId xmlns:a16="http://schemas.microsoft.com/office/drawing/2014/main" id="{B329BD0A-CC1F-4FA9-9C5F-F90260F7C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8" name="Rectangle 46">
              <a:extLst>
                <a:ext uri="{FF2B5EF4-FFF2-40B4-BE49-F238E27FC236}">
                  <a16:creationId xmlns:a16="http://schemas.microsoft.com/office/drawing/2014/main" id="{ABD53D5D-8EE1-40F5-90BC-C0CA4C879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9" name="Rectangle 47">
              <a:extLst>
                <a:ext uri="{FF2B5EF4-FFF2-40B4-BE49-F238E27FC236}">
                  <a16:creationId xmlns:a16="http://schemas.microsoft.com/office/drawing/2014/main" id="{E8F15B68-9A45-4D5A-AF11-AD6AFB7C4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0" name="Rectangle 48">
              <a:extLst>
                <a:ext uri="{FF2B5EF4-FFF2-40B4-BE49-F238E27FC236}">
                  <a16:creationId xmlns:a16="http://schemas.microsoft.com/office/drawing/2014/main" id="{9CB93D73-72F8-40EC-8461-ED77BB02F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1" name="Rectangle 49">
              <a:extLst>
                <a:ext uri="{FF2B5EF4-FFF2-40B4-BE49-F238E27FC236}">
                  <a16:creationId xmlns:a16="http://schemas.microsoft.com/office/drawing/2014/main" id="{DCFD4B9B-233D-43C5-A9E3-5962AF63F7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2" name="Rectangle 50">
              <a:extLst>
                <a:ext uri="{FF2B5EF4-FFF2-40B4-BE49-F238E27FC236}">
                  <a16:creationId xmlns:a16="http://schemas.microsoft.com/office/drawing/2014/main" id="{FD2993C5-FC08-4EE9-9360-114922FE6A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3" name="Rectangle 51">
              <a:extLst>
                <a:ext uri="{FF2B5EF4-FFF2-40B4-BE49-F238E27FC236}">
                  <a16:creationId xmlns:a16="http://schemas.microsoft.com/office/drawing/2014/main" id="{6C6A7187-B479-4171-B4BC-25656FCCF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4" name="Rectangle 52">
              <a:extLst>
                <a:ext uri="{FF2B5EF4-FFF2-40B4-BE49-F238E27FC236}">
                  <a16:creationId xmlns:a16="http://schemas.microsoft.com/office/drawing/2014/main" id="{087875C1-EA0C-4A15-A0A8-99854BE7B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5" name="Rectangle 53">
              <a:extLst>
                <a:ext uri="{FF2B5EF4-FFF2-40B4-BE49-F238E27FC236}">
                  <a16:creationId xmlns:a16="http://schemas.microsoft.com/office/drawing/2014/main" id="{CEFB00C4-BB56-4E64-ABE4-AF7DA15B1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6" name="Rectangle 54">
              <a:extLst>
                <a:ext uri="{FF2B5EF4-FFF2-40B4-BE49-F238E27FC236}">
                  <a16:creationId xmlns:a16="http://schemas.microsoft.com/office/drawing/2014/main" id="{3BBD1CC4-89AE-4E05-B980-1C4B9F3F5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7" name="Rectangle 55">
              <a:extLst>
                <a:ext uri="{FF2B5EF4-FFF2-40B4-BE49-F238E27FC236}">
                  <a16:creationId xmlns:a16="http://schemas.microsoft.com/office/drawing/2014/main" id="{AA9369AB-D98F-484F-9E96-644341349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8" name="Rectangle 58">
              <a:extLst>
                <a:ext uri="{FF2B5EF4-FFF2-40B4-BE49-F238E27FC236}">
                  <a16:creationId xmlns:a16="http://schemas.microsoft.com/office/drawing/2014/main" id="{8A8226AF-B42D-4EF5-8104-09AF3C60A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9" name="Rectangle 59">
              <a:extLst>
                <a:ext uri="{FF2B5EF4-FFF2-40B4-BE49-F238E27FC236}">
                  <a16:creationId xmlns:a16="http://schemas.microsoft.com/office/drawing/2014/main" id="{5EB53415-DC27-4CC2-AFC8-1B574A0EA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0" name="Rectangle 60">
              <a:extLst>
                <a:ext uri="{FF2B5EF4-FFF2-40B4-BE49-F238E27FC236}">
                  <a16:creationId xmlns:a16="http://schemas.microsoft.com/office/drawing/2014/main" id="{1E5256AF-C4B6-4371-A97B-1214BB456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1" name="Rectangle 61">
              <a:extLst>
                <a:ext uri="{FF2B5EF4-FFF2-40B4-BE49-F238E27FC236}">
                  <a16:creationId xmlns:a16="http://schemas.microsoft.com/office/drawing/2014/main" id="{1F8A12B9-49F8-4C2B-8C34-78B4D105A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2" name="Rectangle 62">
              <a:extLst>
                <a:ext uri="{FF2B5EF4-FFF2-40B4-BE49-F238E27FC236}">
                  <a16:creationId xmlns:a16="http://schemas.microsoft.com/office/drawing/2014/main" id="{B2CAA678-BC48-46C7-A952-DCEE5264E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3" name="Rectangle 63">
              <a:extLst>
                <a:ext uri="{FF2B5EF4-FFF2-40B4-BE49-F238E27FC236}">
                  <a16:creationId xmlns:a16="http://schemas.microsoft.com/office/drawing/2014/main" id="{D2C1274D-DE7D-4817-9D61-D91A01D8F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4" name="Rectangle 64">
              <a:extLst>
                <a:ext uri="{FF2B5EF4-FFF2-40B4-BE49-F238E27FC236}">
                  <a16:creationId xmlns:a16="http://schemas.microsoft.com/office/drawing/2014/main" id="{999A0467-FD82-47DD-BA80-5170D86EFB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5" name="Rectangle 65">
              <a:extLst>
                <a:ext uri="{FF2B5EF4-FFF2-40B4-BE49-F238E27FC236}">
                  <a16:creationId xmlns:a16="http://schemas.microsoft.com/office/drawing/2014/main" id="{9948EC05-F39B-41C9-8FAD-18D92EC1E7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6" name="Rectangle 66">
              <a:extLst>
                <a:ext uri="{FF2B5EF4-FFF2-40B4-BE49-F238E27FC236}">
                  <a16:creationId xmlns:a16="http://schemas.microsoft.com/office/drawing/2014/main" id="{73433254-27EF-4D83-BCED-864E9E629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7" name="Rectangle 67">
              <a:extLst>
                <a:ext uri="{FF2B5EF4-FFF2-40B4-BE49-F238E27FC236}">
                  <a16:creationId xmlns:a16="http://schemas.microsoft.com/office/drawing/2014/main" id="{AA9DB1E8-DDCA-4E00-AEFD-FF60AB081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8" name="Rectangle 68">
              <a:extLst>
                <a:ext uri="{FF2B5EF4-FFF2-40B4-BE49-F238E27FC236}">
                  <a16:creationId xmlns:a16="http://schemas.microsoft.com/office/drawing/2014/main" id="{F896B639-82C6-485C-927E-FECE1EE1F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9" name="Rectangle 69">
              <a:extLst>
                <a:ext uri="{FF2B5EF4-FFF2-40B4-BE49-F238E27FC236}">
                  <a16:creationId xmlns:a16="http://schemas.microsoft.com/office/drawing/2014/main" id="{20F00207-3FD6-4902-AC9D-6CC7359314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0" name="Rectangle 70">
              <a:extLst>
                <a:ext uri="{FF2B5EF4-FFF2-40B4-BE49-F238E27FC236}">
                  <a16:creationId xmlns:a16="http://schemas.microsoft.com/office/drawing/2014/main" id="{24712D14-FB19-4A4C-B7AF-2ABC4A826A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1" name="Rectangle 71">
              <a:extLst>
                <a:ext uri="{FF2B5EF4-FFF2-40B4-BE49-F238E27FC236}">
                  <a16:creationId xmlns:a16="http://schemas.microsoft.com/office/drawing/2014/main" id="{614C4E49-8DAB-48F0-BF55-8A6A095755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2" name="Rectangle 72">
              <a:extLst>
                <a:ext uri="{FF2B5EF4-FFF2-40B4-BE49-F238E27FC236}">
                  <a16:creationId xmlns:a16="http://schemas.microsoft.com/office/drawing/2014/main" id="{0059710A-8537-432F-99F0-114E0ADF84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3" name="Rectangle 73">
              <a:extLst>
                <a:ext uri="{FF2B5EF4-FFF2-40B4-BE49-F238E27FC236}">
                  <a16:creationId xmlns:a16="http://schemas.microsoft.com/office/drawing/2014/main" id="{27A248A2-125E-415E-9F7A-29169AB10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4" name="Rectangle 74">
              <a:extLst>
                <a:ext uri="{FF2B5EF4-FFF2-40B4-BE49-F238E27FC236}">
                  <a16:creationId xmlns:a16="http://schemas.microsoft.com/office/drawing/2014/main" id="{B4D9749F-B4D3-4839-9615-0311E3D3C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5" name="Rectangle 75">
              <a:extLst>
                <a:ext uri="{FF2B5EF4-FFF2-40B4-BE49-F238E27FC236}">
                  <a16:creationId xmlns:a16="http://schemas.microsoft.com/office/drawing/2014/main" id="{38420081-C21A-4414-A2ED-940C0DC0C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6" name="Rectangle 76">
              <a:extLst>
                <a:ext uri="{FF2B5EF4-FFF2-40B4-BE49-F238E27FC236}">
                  <a16:creationId xmlns:a16="http://schemas.microsoft.com/office/drawing/2014/main" id="{12B33DDE-CE7C-4E10-9F17-B768D59A5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7" name="Rectangle 77">
              <a:extLst>
                <a:ext uri="{FF2B5EF4-FFF2-40B4-BE49-F238E27FC236}">
                  <a16:creationId xmlns:a16="http://schemas.microsoft.com/office/drawing/2014/main" id="{5F1E13E7-E1DE-43D3-9A86-46C8D540C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8" name="Rectangle 78">
              <a:extLst>
                <a:ext uri="{FF2B5EF4-FFF2-40B4-BE49-F238E27FC236}">
                  <a16:creationId xmlns:a16="http://schemas.microsoft.com/office/drawing/2014/main" id="{BF0FAA95-A032-4C3D-8BD1-4A4D2C4F6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9" name="Rectangle 79">
              <a:extLst>
                <a:ext uri="{FF2B5EF4-FFF2-40B4-BE49-F238E27FC236}">
                  <a16:creationId xmlns:a16="http://schemas.microsoft.com/office/drawing/2014/main" id="{1120D7DD-4C80-4334-88D3-E54F0ADE2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0" name="Rectangle 80">
              <a:extLst>
                <a:ext uri="{FF2B5EF4-FFF2-40B4-BE49-F238E27FC236}">
                  <a16:creationId xmlns:a16="http://schemas.microsoft.com/office/drawing/2014/main" id="{1AF96D47-B78D-4B47-89EA-C6E8C22651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1" name="Rectangle 81">
              <a:extLst>
                <a:ext uri="{FF2B5EF4-FFF2-40B4-BE49-F238E27FC236}">
                  <a16:creationId xmlns:a16="http://schemas.microsoft.com/office/drawing/2014/main" id="{4B34E1BA-0CA9-43D7-BA43-217101B69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2" name="Rectangle 82">
              <a:extLst>
                <a:ext uri="{FF2B5EF4-FFF2-40B4-BE49-F238E27FC236}">
                  <a16:creationId xmlns:a16="http://schemas.microsoft.com/office/drawing/2014/main" id="{67B0D3FD-912A-4DFD-A1B9-2C23C16B3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3" name="Rectangle 84">
              <a:extLst>
                <a:ext uri="{FF2B5EF4-FFF2-40B4-BE49-F238E27FC236}">
                  <a16:creationId xmlns:a16="http://schemas.microsoft.com/office/drawing/2014/main" id="{5F807F9D-9026-4EC8-B93A-1F5E489009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4" name="Rectangle 85">
              <a:extLst>
                <a:ext uri="{FF2B5EF4-FFF2-40B4-BE49-F238E27FC236}">
                  <a16:creationId xmlns:a16="http://schemas.microsoft.com/office/drawing/2014/main" id="{0BB0F7CB-19EB-4AE3-9865-01CD687B06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5" name="Rectangle 86">
              <a:extLst>
                <a:ext uri="{FF2B5EF4-FFF2-40B4-BE49-F238E27FC236}">
                  <a16:creationId xmlns:a16="http://schemas.microsoft.com/office/drawing/2014/main" id="{4F10561A-AF20-4E26-8195-E3C75C98F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6" name="Rectangle 87">
              <a:extLst>
                <a:ext uri="{FF2B5EF4-FFF2-40B4-BE49-F238E27FC236}">
                  <a16:creationId xmlns:a16="http://schemas.microsoft.com/office/drawing/2014/main" id="{5D2AA993-EAF7-48BD-BE67-7B3396DDA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7" name="Rectangle 88">
              <a:extLst>
                <a:ext uri="{FF2B5EF4-FFF2-40B4-BE49-F238E27FC236}">
                  <a16:creationId xmlns:a16="http://schemas.microsoft.com/office/drawing/2014/main" id="{7B09DA94-660A-4FC4-A79E-D0AD748F8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8" name="Rectangle 89">
              <a:extLst>
                <a:ext uri="{FF2B5EF4-FFF2-40B4-BE49-F238E27FC236}">
                  <a16:creationId xmlns:a16="http://schemas.microsoft.com/office/drawing/2014/main" id="{1CBA292A-1B56-4CDF-885C-CC7F7D2E6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9" name="Rectangle 90">
              <a:extLst>
                <a:ext uri="{FF2B5EF4-FFF2-40B4-BE49-F238E27FC236}">
                  <a16:creationId xmlns:a16="http://schemas.microsoft.com/office/drawing/2014/main" id="{55B3CBF0-F5AD-4EA2-B7A4-5B501B831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0" name="Rectangle 91">
              <a:extLst>
                <a:ext uri="{FF2B5EF4-FFF2-40B4-BE49-F238E27FC236}">
                  <a16:creationId xmlns:a16="http://schemas.microsoft.com/office/drawing/2014/main" id="{49219692-DE3B-40B2-B43C-DED3F83AE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1" name="Rectangle 92">
              <a:extLst>
                <a:ext uri="{FF2B5EF4-FFF2-40B4-BE49-F238E27FC236}">
                  <a16:creationId xmlns:a16="http://schemas.microsoft.com/office/drawing/2014/main" id="{1A55EB68-E55A-403A-B169-C7CB653B62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2" name="Rectangle 93">
              <a:extLst>
                <a:ext uri="{FF2B5EF4-FFF2-40B4-BE49-F238E27FC236}">
                  <a16:creationId xmlns:a16="http://schemas.microsoft.com/office/drawing/2014/main" id="{64A9A2EA-F26C-47E9-BD82-D77587600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3" name="Rectangle 94">
              <a:extLst>
                <a:ext uri="{FF2B5EF4-FFF2-40B4-BE49-F238E27FC236}">
                  <a16:creationId xmlns:a16="http://schemas.microsoft.com/office/drawing/2014/main" id="{5AAC1CC3-CA96-4B46-9DEF-683AA9022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4" name="Rectangle 95">
              <a:extLst>
                <a:ext uri="{FF2B5EF4-FFF2-40B4-BE49-F238E27FC236}">
                  <a16:creationId xmlns:a16="http://schemas.microsoft.com/office/drawing/2014/main" id="{9BDDC51A-9006-483E-B28A-2435EF45E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5" name="Rectangle 96">
              <a:extLst>
                <a:ext uri="{FF2B5EF4-FFF2-40B4-BE49-F238E27FC236}">
                  <a16:creationId xmlns:a16="http://schemas.microsoft.com/office/drawing/2014/main" id="{C7FF5E5B-29A1-47E7-9AA9-98DE6180E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6" name="Rectangle 97">
              <a:extLst>
                <a:ext uri="{FF2B5EF4-FFF2-40B4-BE49-F238E27FC236}">
                  <a16:creationId xmlns:a16="http://schemas.microsoft.com/office/drawing/2014/main" id="{BA5AF697-0E8E-47F1-88D0-1850C41C1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7" name="Rectangle 98">
              <a:extLst>
                <a:ext uri="{FF2B5EF4-FFF2-40B4-BE49-F238E27FC236}">
                  <a16:creationId xmlns:a16="http://schemas.microsoft.com/office/drawing/2014/main" id="{A67F0845-E78B-47FD-80E5-D68DB62973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8" name="Rectangle 99">
              <a:extLst>
                <a:ext uri="{FF2B5EF4-FFF2-40B4-BE49-F238E27FC236}">
                  <a16:creationId xmlns:a16="http://schemas.microsoft.com/office/drawing/2014/main" id="{D6069634-6960-4610-9E71-9E31101B7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9" name="Rectangle 100">
              <a:extLst>
                <a:ext uri="{FF2B5EF4-FFF2-40B4-BE49-F238E27FC236}">
                  <a16:creationId xmlns:a16="http://schemas.microsoft.com/office/drawing/2014/main" id="{D6A03555-06DF-40C5-84C2-98F6E3708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0" name="Rectangle 101">
              <a:extLst>
                <a:ext uri="{FF2B5EF4-FFF2-40B4-BE49-F238E27FC236}">
                  <a16:creationId xmlns:a16="http://schemas.microsoft.com/office/drawing/2014/main" id="{C9D792E0-4899-4630-B6BF-E9B46FAF0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1" name="Rectangle 102">
              <a:extLst>
                <a:ext uri="{FF2B5EF4-FFF2-40B4-BE49-F238E27FC236}">
                  <a16:creationId xmlns:a16="http://schemas.microsoft.com/office/drawing/2014/main" id="{2889496A-0FE5-4D1D-94E3-54F4610CED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2" name="Rectangle 103">
              <a:extLst>
                <a:ext uri="{FF2B5EF4-FFF2-40B4-BE49-F238E27FC236}">
                  <a16:creationId xmlns:a16="http://schemas.microsoft.com/office/drawing/2014/main" id="{EB5B58EB-9E58-4889-9F7D-E8BFDC2F3C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3" name="Rectangle 104">
              <a:extLst>
                <a:ext uri="{FF2B5EF4-FFF2-40B4-BE49-F238E27FC236}">
                  <a16:creationId xmlns:a16="http://schemas.microsoft.com/office/drawing/2014/main" id="{9F80FEF6-8CD0-466C-B024-3BABA36A1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4" name="Rectangle 105">
              <a:extLst>
                <a:ext uri="{FF2B5EF4-FFF2-40B4-BE49-F238E27FC236}">
                  <a16:creationId xmlns:a16="http://schemas.microsoft.com/office/drawing/2014/main" id="{C5D8B372-86FB-43CC-B869-03412E263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5" name="Rectangle 106">
              <a:extLst>
                <a:ext uri="{FF2B5EF4-FFF2-40B4-BE49-F238E27FC236}">
                  <a16:creationId xmlns:a16="http://schemas.microsoft.com/office/drawing/2014/main" id="{8EE1047D-D313-4231-83B2-73C8FCEF1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6" name="Rectangle 107">
              <a:extLst>
                <a:ext uri="{FF2B5EF4-FFF2-40B4-BE49-F238E27FC236}">
                  <a16:creationId xmlns:a16="http://schemas.microsoft.com/office/drawing/2014/main" id="{D1EE3B8E-DBDA-456F-B866-564BBF5E2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7" name="Rectangle 108">
              <a:extLst>
                <a:ext uri="{FF2B5EF4-FFF2-40B4-BE49-F238E27FC236}">
                  <a16:creationId xmlns:a16="http://schemas.microsoft.com/office/drawing/2014/main" id="{8CDB2614-CC64-4AE4-803E-301E714B8B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D90C5483-287F-49BF-9CB3-201674000278}"/>
              </a:ext>
            </a:extLst>
          </p:cNvPr>
          <p:cNvCxnSpPr/>
          <p:nvPr/>
        </p:nvCxnSpPr>
        <p:spPr>
          <a:xfrm>
            <a:off x="4609779" y="570564"/>
            <a:ext cx="0" cy="17970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Diamond 208">
            <a:extLst>
              <a:ext uri="{FF2B5EF4-FFF2-40B4-BE49-F238E27FC236}">
                <a16:creationId xmlns:a16="http://schemas.microsoft.com/office/drawing/2014/main" id="{A8A36998-E263-466D-9A3B-67EBD42111CF}"/>
              </a:ext>
            </a:extLst>
          </p:cNvPr>
          <p:cNvSpPr/>
          <p:nvPr/>
        </p:nvSpPr>
        <p:spPr>
          <a:xfrm>
            <a:off x="3573016" y="750181"/>
            <a:ext cx="417308" cy="1437816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3CC71DCD-8F70-4F51-88DB-A78904464C19}"/>
              </a:ext>
            </a:extLst>
          </p:cNvPr>
          <p:cNvGrpSpPr/>
          <p:nvPr/>
        </p:nvGrpSpPr>
        <p:grpSpPr>
          <a:xfrm>
            <a:off x="620612" y="2588084"/>
            <a:ext cx="2087564" cy="1797050"/>
            <a:chOff x="620612" y="604599"/>
            <a:chExt cx="2087564" cy="1797050"/>
          </a:xfrm>
        </p:grpSpPr>
        <p:sp>
          <p:nvSpPr>
            <p:cNvPr id="211" name="Rectangle 5">
              <a:extLst>
                <a:ext uri="{FF2B5EF4-FFF2-40B4-BE49-F238E27FC236}">
                  <a16:creationId xmlns:a16="http://schemas.microsoft.com/office/drawing/2014/main" id="{5C2A62C2-096C-4344-B1A0-B677E2B8B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2" name="Rectangle 6">
              <a:extLst>
                <a:ext uri="{FF2B5EF4-FFF2-40B4-BE49-F238E27FC236}">
                  <a16:creationId xmlns:a16="http://schemas.microsoft.com/office/drawing/2014/main" id="{4F38CC69-FC39-4AAA-875B-B3A33F98D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3" name="Rectangle 7">
              <a:extLst>
                <a:ext uri="{FF2B5EF4-FFF2-40B4-BE49-F238E27FC236}">
                  <a16:creationId xmlns:a16="http://schemas.microsoft.com/office/drawing/2014/main" id="{99D1079A-5C59-4E2F-B806-A44F64296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4" name="Rectangle 8">
              <a:extLst>
                <a:ext uri="{FF2B5EF4-FFF2-40B4-BE49-F238E27FC236}">
                  <a16:creationId xmlns:a16="http://schemas.microsoft.com/office/drawing/2014/main" id="{F9C6B34E-D672-4E79-AE92-702CEF26E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5" name="Rectangle 9">
              <a:extLst>
                <a:ext uri="{FF2B5EF4-FFF2-40B4-BE49-F238E27FC236}">
                  <a16:creationId xmlns:a16="http://schemas.microsoft.com/office/drawing/2014/main" id="{BCC690CB-098F-4DA1-8701-7B7D7536C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6" name="Rectangle 10">
              <a:extLst>
                <a:ext uri="{FF2B5EF4-FFF2-40B4-BE49-F238E27FC236}">
                  <a16:creationId xmlns:a16="http://schemas.microsoft.com/office/drawing/2014/main" id="{08FD2D73-C9BA-4205-A297-DBD6347FCE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7" name="Rectangle 11">
              <a:extLst>
                <a:ext uri="{FF2B5EF4-FFF2-40B4-BE49-F238E27FC236}">
                  <a16:creationId xmlns:a16="http://schemas.microsoft.com/office/drawing/2014/main" id="{D308F313-9A19-4F6C-B65A-79AF6E9AF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8" name="Rectangle 12">
              <a:extLst>
                <a:ext uri="{FF2B5EF4-FFF2-40B4-BE49-F238E27FC236}">
                  <a16:creationId xmlns:a16="http://schemas.microsoft.com/office/drawing/2014/main" id="{F3F1ED40-3627-4A5B-AB16-EB582261B1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9" name="Rectangle 13">
              <a:extLst>
                <a:ext uri="{FF2B5EF4-FFF2-40B4-BE49-F238E27FC236}">
                  <a16:creationId xmlns:a16="http://schemas.microsoft.com/office/drawing/2014/main" id="{81AD04CD-121A-4C3D-85D6-95B0F5A67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0" name="Rectangle 14">
              <a:extLst>
                <a:ext uri="{FF2B5EF4-FFF2-40B4-BE49-F238E27FC236}">
                  <a16:creationId xmlns:a16="http://schemas.microsoft.com/office/drawing/2014/main" id="{B73B3892-2DB3-4ADE-BC6B-276811317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1" name="Rectangle 15">
              <a:extLst>
                <a:ext uri="{FF2B5EF4-FFF2-40B4-BE49-F238E27FC236}">
                  <a16:creationId xmlns:a16="http://schemas.microsoft.com/office/drawing/2014/main" id="{82541EC7-D37A-4595-A7CA-001BFF931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2" name="Rectangle 16">
              <a:extLst>
                <a:ext uri="{FF2B5EF4-FFF2-40B4-BE49-F238E27FC236}">
                  <a16:creationId xmlns:a16="http://schemas.microsoft.com/office/drawing/2014/main" id="{37F0F012-DEC5-4BB9-BEB0-43307021E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3" name="Rectangle 17">
              <a:extLst>
                <a:ext uri="{FF2B5EF4-FFF2-40B4-BE49-F238E27FC236}">
                  <a16:creationId xmlns:a16="http://schemas.microsoft.com/office/drawing/2014/main" id="{0BBCEC0A-2668-45FF-A34E-0D2BAE5DE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4" name="Rectangle 18">
              <a:extLst>
                <a:ext uri="{FF2B5EF4-FFF2-40B4-BE49-F238E27FC236}">
                  <a16:creationId xmlns:a16="http://schemas.microsoft.com/office/drawing/2014/main" id="{104769A3-2338-41AF-A331-4265FEBA1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5" name="Rectangle 19">
              <a:extLst>
                <a:ext uri="{FF2B5EF4-FFF2-40B4-BE49-F238E27FC236}">
                  <a16:creationId xmlns:a16="http://schemas.microsoft.com/office/drawing/2014/main" id="{992B3569-A69D-40C8-A52D-E243B21C3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6" name="Rectangle 20">
              <a:extLst>
                <a:ext uri="{FF2B5EF4-FFF2-40B4-BE49-F238E27FC236}">
                  <a16:creationId xmlns:a16="http://schemas.microsoft.com/office/drawing/2014/main" id="{06E870AC-F43F-4F67-A0D1-BAD5D8BFF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7" name="Rectangle 21">
              <a:extLst>
                <a:ext uri="{FF2B5EF4-FFF2-40B4-BE49-F238E27FC236}">
                  <a16:creationId xmlns:a16="http://schemas.microsoft.com/office/drawing/2014/main" id="{4E23AC13-79BB-4678-8EDB-BBA8528FA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8" name="Rectangle 22">
              <a:extLst>
                <a:ext uri="{FF2B5EF4-FFF2-40B4-BE49-F238E27FC236}">
                  <a16:creationId xmlns:a16="http://schemas.microsoft.com/office/drawing/2014/main" id="{8ED68A52-2A71-435A-B3B3-0DFFC6AF3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9" name="Rectangle 23">
              <a:extLst>
                <a:ext uri="{FF2B5EF4-FFF2-40B4-BE49-F238E27FC236}">
                  <a16:creationId xmlns:a16="http://schemas.microsoft.com/office/drawing/2014/main" id="{51C2DF85-08A7-49F9-9950-18D1C6D3C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0" name="Rectangle 24">
              <a:extLst>
                <a:ext uri="{FF2B5EF4-FFF2-40B4-BE49-F238E27FC236}">
                  <a16:creationId xmlns:a16="http://schemas.microsoft.com/office/drawing/2014/main" id="{CED97AFB-B7DF-44B3-94C4-8CFC8A796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1" name="Rectangle 25">
              <a:extLst>
                <a:ext uri="{FF2B5EF4-FFF2-40B4-BE49-F238E27FC236}">
                  <a16:creationId xmlns:a16="http://schemas.microsoft.com/office/drawing/2014/main" id="{55789681-BAA4-41CC-B89F-CF9DD8B09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2" name="Rectangle 26">
              <a:extLst>
                <a:ext uri="{FF2B5EF4-FFF2-40B4-BE49-F238E27FC236}">
                  <a16:creationId xmlns:a16="http://schemas.microsoft.com/office/drawing/2014/main" id="{020ADF13-9C87-4F98-B70A-B361CF842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3" name="Rectangle 27">
              <a:extLst>
                <a:ext uri="{FF2B5EF4-FFF2-40B4-BE49-F238E27FC236}">
                  <a16:creationId xmlns:a16="http://schemas.microsoft.com/office/drawing/2014/main" id="{A8B18484-5EB3-4AFE-92A5-9193BD7D8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4" name="Rectangle 28">
              <a:extLst>
                <a:ext uri="{FF2B5EF4-FFF2-40B4-BE49-F238E27FC236}">
                  <a16:creationId xmlns:a16="http://schemas.microsoft.com/office/drawing/2014/main" id="{41BF3E78-B1CB-430C-A9A7-15F678A4E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5" name="Rectangle 29">
              <a:extLst>
                <a:ext uri="{FF2B5EF4-FFF2-40B4-BE49-F238E27FC236}">
                  <a16:creationId xmlns:a16="http://schemas.microsoft.com/office/drawing/2014/main" id="{97025D35-DCEF-4D37-9ED1-EFED8A7808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6" name="Rectangle 31">
              <a:extLst>
                <a:ext uri="{FF2B5EF4-FFF2-40B4-BE49-F238E27FC236}">
                  <a16:creationId xmlns:a16="http://schemas.microsoft.com/office/drawing/2014/main" id="{9464234B-2A48-48E3-985E-3915A7DA24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7" name="Rectangle 32">
              <a:extLst>
                <a:ext uri="{FF2B5EF4-FFF2-40B4-BE49-F238E27FC236}">
                  <a16:creationId xmlns:a16="http://schemas.microsoft.com/office/drawing/2014/main" id="{BFEBF18C-4274-4FBC-B737-CD3407BAEF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8" name="Rectangle 33">
              <a:extLst>
                <a:ext uri="{FF2B5EF4-FFF2-40B4-BE49-F238E27FC236}">
                  <a16:creationId xmlns:a16="http://schemas.microsoft.com/office/drawing/2014/main" id="{AE4F0C75-045C-42DC-95E2-2732C367A4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9" name="Rectangle 34">
              <a:extLst>
                <a:ext uri="{FF2B5EF4-FFF2-40B4-BE49-F238E27FC236}">
                  <a16:creationId xmlns:a16="http://schemas.microsoft.com/office/drawing/2014/main" id="{F371CA99-28EF-4EA6-8526-54C50051D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0" name="Rectangle 35">
              <a:extLst>
                <a:ext uri="{FF2B5EF4-FFF2-40B4-BE49-F238E27FC236}">
                  <a16:creationId xmlns:a16="http://schemas.microsoft.com/office/drawing/2014/main" id="{382A2DE2-6E35-4922-82DF-61A2329DF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1" name="Rectangle 36">
              <a:extLst>
                <a:ext uri="{FF2B5EF4-FFF2-40B4-BE49-F238E27FC236}">
                  <a16:creationId xmlns:a16="http://schemas.microsoft.com/office/drawing/2014/main" id="{28C4D971-79D6-4D84-A153-C5AC28ABC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2" name="Rectangle 37">
              <a:extLst>
                <a:ext uri="{FF2B5EF4-FFF2-40B4-BE49-F238E27FC236}">
                  <a16:creationId xmlns:a16="http://schemas.microsoft.com/office/drawing/2014/main" id="{AC9154F4-084E-4DA9-9E94-4D127C3BC0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3" name="Rectangle 38">
              <a:extLst>
                <a:ext uri="{FF2B5EF4-FFF2-40B4-BE49-F238E27FC236}">
                  <a16:creationId xmlns:a16="http://schemas.microsoft.com/office/drawing/2014/main" id="{5CDF4ED0-6165-4B78-9565-644E28B43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4" name="Rectangle 39">
              <a:extLst>
                <a:ext uri="{FF2B5EF4-FFF2-40B4-BE49-F238E27FC236}">
                  <a16:creationId xmlns:a16="http://schemas.microsoft.com/office/drawing/2014/main" id="{0C4581F5-8715-41DB-B522-583EDBCC0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5" name="Rectangle 40">
              <a:extLst>
                <a:ext uri="{FF2B5EF4-FFF2-40B4-BE49-F238E27FC236}">
                  <a16:creationId xmlns:a16="http://schemas.microsoft.com/office/drawing/2014/main" id="{D95FC790-B954-4548-96E1-3D8DAEAD5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6" name="Rectangle 41">
              <a:extLst>
                <a:ext uri="{FF2B5EF4-FFF2-40B4-BE49-F238E27FC236}">
                  <a16:creationId xmlns:a16="http://schemas.microsoft.com/office/drawing/2014/main" id="{B046362B-6C00-41A2-A69C-F7E83AF06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7" name="Rectangle 42">
              <a:extLst>
                <a:ext uri="{FF2B5EF4-FFF2-40B4-BE49-F238E27FC236}">
                  <a16:creationId xmlns:a16="http://schemas.microsoft.com/office/drawing/2014/main" id="{4C183821-6722-4945-B4F7-9AF32CD246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8" name="Rectangle 43">
              <a:extLst>
                <a:ext uri="{FF2B5EF4-FFF2-40B4-BE49-F238E27FC236}">
                  <a16:creationId xmlns:a16="http://schemas.microsoft.com/office/drawing/2014/main" id="{2564A56F-5845-4D29-AAEA-BB94463CA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9" name="Rectangle 44">
              <a:extLst>
                <a:ext uri="{FF2B5EF4-FFF2-40B4-BE49-F238E27FC236}">
                  <a16:creationId xmlns:a16="http://schemas.microsoft.com/office/drawing/2014/main" id="{4517E4A3-6D1D-43A3-A510-4884CD38F6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0" name="Rectangle 45">
              <a:extLst>
                <a:ext uri="{FF2B5EF4-FFF2-40B4-BE49-F238E27FC236}">
                  <a16:creationId xmlns:a16="http://schemas.microsoft.com/office/drawing/2014/main" id="{510CF6EC-DAD8-432F-BA70-25D9C74B1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1" name="Rectangle 46">
              <a:extLst>
                <a:ext uri="{FF2B5EF4-FFF2-40B4-BE49-F238E27FC236}">
                  <a16:creationId xmlns:a16="http://schemas.microsoft.com/office/drawing/2014/main" id="{93D26153-3FAB-43EF-BE88-54224C367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2" name="Rectangle 47">
              <a:extLst>
                <a:ext uri="{FF2B5EF4-FFF2-40B4-BE49-F238E27FC236}">
                  <a16:creationId xmlns:a16="http://schemas.microsoft.com/office/drawing/2014/main" id="{E2756357-6019-4611-BA8E-CFB576E5B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3" name="Rectangle 48">
              <a:extLst>
                <a:ext uri="{FF2B5EF4-FFF2-40B4-BE49-F238E27FC236}">
                  <a16:creationId xmlns:a16="http://schemas.microsoft.com/office/drawing/2014/main" id="{25FA3115-1479-4CF8-995C-7EBB1A97D4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4" name="Rectangle 49">
              <a:extLst>
                <a:ext uri="{FF2B5EF4-FFF2-40B4-BE49-F238E27FC236}">
                  <a16:creationId xmlns:a16="http://schemas.microsoft.com/office/drawing/2014/main" id="{7CBD127C-A02E-4C3C-8960-51E40650E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5" name="Rectangle 50">
              <a:extLst>
                <a:ext uri="{FF2B5EF4-FFF2-40B4-BE49-F238E27FC236}">
                  <a16:creationId xmlns:a16="http://schemas.microsoft.com/office/drawing/2014/main" id="{D5ADF2FF-9C22-4104-B81F-100C10DDE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6" name="Rectangle 51">
              <a:extLst>
                <a:ext uri="{FF2B5EF4-FFF2-40B4-BE49-F238E27FC236}">
                  <a16:creationId xmlns:a16="http://schemas.microsoft.com/office/drawing/2014/main" id="{AA569F62-626B-4AF3-86F4-55EC76E8A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7" name="Rectangle 52">
              <a:extLst>
                <a:ext uri="{FF2B5EF4-FFF2-40B4-BE49-F238E27FC236}">
                  <a16:creationId xmlns:a16="http://schemas.microsoft.com/office/drawing/2014/main" id="{15FF49EC-F600-4E69-AB31-ACA18479B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8" name="Rectangle 53">
              <a:extLst>
                <a:ext uri="{FF2B5EF4-FFF2-40B4-BE49-F238E27FC236}">
                  <a16:creationId xmlns:a16="http://schemas.microsoft.com/office/drawing/2014/main" id="{568CC054-FA9F-422A-B8DE-825F5EB00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9" name="Rectangle 54">
              <a:extLst>
                <a:ext uri="{FF2B5EF4-FFF2-40B4-BE49-F238E27FC236}">
                  <a16:creationId xmlns:a16="http://schemas.microsoft.com/office/drawing/2014/main" id="{70CDD605-EEAF-4E6B-A3BE-7FD0FF176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0" name="Rectangle 55">
              <a:extLst>
                <a:ext uri="{FF2B5EF4-FFF2-40B4-BE49-F238E27FC236}">
                  <a16:creationId xmlns:a16="http://schemas.microsoft.com/office/drawing/2014/main" id="{39E1E002-51FD-4D82-9EA1-12CEBF5B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1" name="Rectangle 58">
              <a:extLst>
                <a:ext uri="{FF2B5EF4-FFF2-40B4-BE49-F238E27FC236}">
                  <a16:creationId xmlns:a16="http://schemas.microsoft.com/office/drawing/2014/main" id="{462B2230-B188-45BA-A325-E36C5B2FD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2" name="Rectangle 59">
              <a:extLst>
                <a:ext uri="{FF2B5EF4-FFF2-40B4-BE49-F238E27FC236}">
                  <a16:creationId xmlns:a16="http://schemas.microsoft.com/office/drawing/2014/main" id="{B0D7E604-5319-4F4C-AD72-25CCDA79D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3" name="Rectangle 60">
              <a:extLst>
                <a:ext uri="{FF2B5EF4-FFF2-40B4-BE49-F238E27FC236}">
                  <a16:creationId xmlns:a16="http://schemas.microsoft.com/office/drawing/2014/main" id="{F65D6D66-3B4F-44F0-B739-9F460C7739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4" name="Rectangle 61">
              <a:extLst>
                <a:ext uri="{FF2B5EF4-FFF2-40B4-BE49-F238E27FC236}">
                  <a16:creationId xmlns:a16="http://schemas.microsoft.com/office/drawing/2014/main" id="{2B5CDDEA-AEBD-40A4-B925-5B73EC427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5" name="Rectangle 62">
              <a:extLst>
                <a:ext uri="{FF2B5EF4-FFF2-40B4-BE49-F238E27FC236}">
                  <a16:creationId xmlns:a16="http://schemas.microsoft.com/office/drawing/2014/main" id="{69BF1F39-3AE7-4B9C-A29F-2A258516A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6" name="Rectangle 63">
              <a:extLst>
                <a:ext uri="{FF2B5EF4-FFF2-40B4-BE49-F238E27FC236}">
                  <a16:creationId xmlns:a16="http://schemas.microsoft.com/office/drawing/2014/main" id="{2A477453-2EC3-4676-BA14-20D869807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7" name="Rectangle 64">
              <a:extLst>
                <a:ext uri="{FF2B5EF4-FFF2-40B4-BE49-F238E27FC236}">
                  <a16:creationId xmlns:a16="http://schemas.microsoft.com/office/drawing/2014/main" id="{09A5C8BD-04BC-46F9-96B0-1F3BEAE91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8" name="Rectangle 65">
              <a:extLst>
                <a:ext uri="{FF2B5EF4-FFF2-40B4-BE49-F238E27FC236}">
                  <a16:creationId xmlns:a16="http://schemas.microsoft.com/office/drawing/2014/main" id="{651387A2-72DD-4852-B47F-85351A8DF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9" name="Rectangle 66">
              <a:extLst>
                <a:ext uri="{FF2B5EF4-FFF2-40B4-BE49-F238E27FC236}">
                  <a16:creationId xmlns:a16="http://schemas.microsoft.com/office/drawing/2014/main" id="{15FB98FD-9AF9-45AF-89E6-80E2CC6E2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0" name="Rectangle 67">
              <a:extLst>
                <a:ext uri="{FF2B5EF4-FFF2-40B4-BE49-F238E27FC236}">
                  <a16:creationId xmlns:a16="http://schemas.microsoft.com/office/drawing/2014/main" id="{ECE55B2F-291B-493C-8D89-5345FB1C9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1" name="Rectangle 68">
              <a:extLst>
                <a:ext uri="{FF2B5EF4-FFF2-40B4-BE49-F238E27FC236}">
                  <a16:creationId xmlns:a16="http://schemas.microsoft.com/office/drawing/2014/main" id="{FE7EDD5A-0A6C-46B6-8F2B-9FFFC2091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2" name="Rectangle 69">
              <a:extLst>
                <a:ext uri="{FF2B5EF4-FFF2-40B4-BE49-F238E27FC236}">
                  <a16:creationId xmlns:a16="http://schemas.microsoft.com/office/drawing/2014/main" id="{DF54EBD3-CA8C-48D4-8156-513FEF0D8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3" name="Rectangle 70">
              <a:extLst>
                <a:ext uri="{FF2B5EF4-FFF2-40B4-BE49-F238E27FC236}">
                  <a16:creationId xmlns:a16="http://schemas.microsoft.com/office/drawing/2014/main" id="{C6F7A48B-23BE-4604-866F-E503F7875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4" name="Rectangle 71">
              <a:extLst>
                <a:ext uri="{FF2B5EF4-FFF2-40B4-BE49-F238E27FC236}">
                  <a16:creationId xmlns:a16="http://schemas.microsoft.com/office/drawing/2014/main" id="{3ADE4F37-3D6A-4005-B34B-A2E8DA4D3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5" name="Rectangle 72">
              <a:extLst>
                <a:ext uri="{FF2B5EF4-FFF2-40B4-BE49-F238E27FC236}">
                  <a16:creationId xmlns:a16="http://schemas.microsoft.com/office/drawing/2014/main" id="{41601EFF-31E0-4383-82DC-A9E024FB9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6" name="Rectangle 73">
              <a:extLst>
                <a:ext uri="{FF2B5EF4-FFF2-40B4-BE49-F238E27FC236}">
                  <a16:creationId xmlns:a16="http://schemas.microsoft.com/office/drawing/2014/main" id="{39D98B3C-7A26-430E-8FA6-4C5BFC693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7" name="Rectangle 74">
              <a:extLst>
                <a:ext uri="{FF2B5EF4-FFF2-40B4-BE49-F238E27FC236}">
                  <a16:creationId xmlns:a16="http://schemas.microsoft.com/office/drawing/2014/main" id="{0C8E6515-78F6-40EA-90E2-0B3EB78C8B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8" name="Rectangle 75">
              <a:extLst>
                <a:ext uri="{FF2B5EF4-FFF2-40B4-BE49-F238E27FC236}">
                  <a16:creationId xmlns:a16="http://schemas.microsoft.com/office/drawing/2014/main" id="{8E547DDE-C259-4355-B185-7CB93A7B0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9" name="Rectangle 76">
              <a:extLst>
                <a:ext uri="{FF2B5EF4-FFF2-40B4-BE49-F238E27FC236}">
                  <a16:creationId xmlns:a16="http://schemas.microsoft.com/office/drawing/2014/main" id="{B52BE01E-FA50-4C95-B668-1502F9B2C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0" name="Rectangle 77">
              <a:extLst>
                <a:ext uri="{FF2B5EF4-FFF2-40B4-BE49-F238E27FC236}">
                  <a16:creationId xmlns:a16="http://schemas.microsoft.com/office/drawing/2014/main" id="{69A47951-BD2F-4252-97A1-7B7E953AD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1" name="Rectangle 78">
              <a:extLst>
                <a:ext uri="{FF2B5EF4-FFF2-40B4-BE49-F238E27FC236}">
                  <a16:creationId xmlns:a16="http://schemas.microsoft.com/office/drawing/2014/main" id="{164F18BE-1779-4AA8-BEE4-7C454AD39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2" name="Rectangle 79">
              <a:extLst>
                <a:ext uri="{FF2B5EF4-FFF2-40B4-BE49-F238E27FC236}">
                  <a16:creationId xmlns:a16="http://schemas.microsoft.com/office/drawing/2014/main" id="{B123B2EC-E2D9-46F0-8D2E-6B632232C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3" name="Rectangle 80">
              <a:extLst>
                <a:ext uri="{FF2B5EF4-FFF2-40B4-BE49-F238E27FC236}">
                  <a16:creationId xmlns:a16="http://schemas.microsoft.com/office/drawing/2014/main" id="{B248F274-0831-46DF-9E01-049712347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4" name="Rectangle 81">
              <a:extLst>
                <a:ext uri="{FF2B5EF4-FFF2-40B4-BE49-F238E27FC236}">
                  <a16:creationId xmlns:a16="http://schemas.microsoft.com/office/drawing/2014/main" id="{DEAB158E-E778-4CFB-AE1F-4F5264268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5" name="Rectangle 82">
              <a:extLst>
                <a:ext uri="{FF2B5EF4-FFF2-40B4-BE49-F238E27FC236}">
                  <a16:creationId xmlns:a16="http://schemas.microsoft.com/office/drawing/2014/main" id="{3CFD2146-E28A-4218-805E-8240B1440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6" name="Rectangle 84">
              <a:extLst>
                <a:ext uri="{FF2B5EF4-FFF2-40B4-BE49-F238E27FC236}">
                  <a16:creationId xmlns:a16="http://schemas.microsoft.com/office/drawing/2014/main" id="{FF83F0BE-E3BB-452C-8D59-C0A07AD8E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7" name="Rectangle 85">
              <a:extLst>
                <a:ext uri="{FF2B5EF4-FFF2-40B4-BE49-F238E27FC236}">
                  <a16:creationId xmlns:a16="http://schemas.microsoft.com/office/drawing/2014/main" id="{720CACE6-65A5-45B9-914F-CF89CE77C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8" name="Rectangle 86">
              <a:extLst>
                <a:ext uri="{FF2B5EF4-FFF2-40B4-BE49-F238E27FC236}">
                  <a16:creationId xmlns:a16="http://schemas.microsoft.com/office/drawing/2014/main" id="{3A9D4EA4-38E6-4076-B482-6E53DCF60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9" name="Rectangle 87">
              <a:extLst>
                <a:ext uri="{FF2B5EF4-FFF2-40B4-BE49-F238E27FC236}">
                  <a16:creationId xmlns:a16="http://schemas.microsoft.com/office/drawing/2014/main" id="{4BF7AD2D-5365-40A7-9227-80F90CA4E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0" name="Rectangle 88">
              <a:extLst>
                <a:ext uri="{FF2B5EF4-FFF2-40B4-BE49-F238E27FC236}">
                  <a16:creationId xmlns:a16="http://schemas.microsoft.com/office/drawing/2014/main" id="{E5B2C830-5972-4A95-A3E6-688BDF2C43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1" name="Rectangle 89">
              <a:extLst>
                <a:ext uri="{FF2B5EF4-FFF2-40B4-BE49-F238E27FC236}">
                  <a16:creationId xmlns:a16="http://schemas.microsoft.com/office/drawing/2014/main" id="{E7C7F30C-9DE9-496A-B073-AAEFA0FE4D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2" name="Rectangle 90">
              <a:extLst>
                <a:ext uri="{FF2B5EF4-FFF2-40B4-BE49-F238E27FC236}">
                  <a16:creationId xmlns:a16="http://schemas.microsoft.com/office/drawing/2014/main" id="{7DA866C7-2C2F-4E00-B074-4ACEEE30F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3" name="Rectangle 91">
              <a:extLst>
                <a:ext uri="{FF2B5EF4-FFF2-40B4-BE49-F238E27FC236}">
                  <a16:creationId xmlns:a16="http://schemas.microsoft.com/office/drawing/2014/main" id="{4E0B8B60-EA48-4B4B-AEC6-A5F9B6D49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4" name="Rectangle 92">
              <a:extLst>
                <a:ext uri="{FF2B5EF4-FFF2-40B4-BE49-F238E27FC236}">
                  <a16:creationId xmlns:a16="http://schemas.microsoft.com/office/drawing/2014/main" id="{B1E6F83D-AF2C-4E17-8257-84A64BB3A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5" name="Rectangle 93">
              <a:extLst>
                <a:ext uri="{FF2B5EF4-FFF2-40B4-BE49-F238E27FC236}">
                  <a16:creationId xmlns:a16="http://schemas.microsoft.com/office/drawing/2014/main" id="{54E4EC07-540A-431F-86CB-7E50894F4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6" name="Rectangle 94">
              <a:extLst>
                <a:ext uri="{FF2B5EF4-FFF2-40B4-BE49-F238E27FC236}">
                  <a16:creationId xmlns:a16="http://schemas.microsoft.com/office/drawing/2014/main" id="{ADE28839-30EA-40A9-9811-4ECDEAB25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7" name="Rectangle 95">
              <a:extLst>
                <a:ext uri="{FF2B5EF4-FFF2-40B4-BE49-F238E27FC236}">
                  <a16:creationId xmlns:a16="http://schemas.microsoft.com/office/drawing/2014/main" id="{F2DD3255-BD21-4F7E-80D6-52E272034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8" name="Rectangle 96">
              <a:extLst>
                <a:ext uri="{FF2B5EF4-FFF2-40B4-BE49-F238E27FC236}">
                  <a16:creationId xmlns:a16="http://schemas.microsoft.com/office/drawing/2014/main" id="{6DF8DD01-E75D-400E-A4CA-9C46F8D41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9" name="Rectangle 97">
              <a:extLst>
                <a:ext uri="{FF2B5EF4-FFF2-40B4-BE49-F238E27FC236}">
                  <a16:creationId xmlns:a16="http://schemas.microsoft.com/office/drawing/2014/main" id="{BAB5441B-60F8-4498-BF5F-2E1CA14C4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0" name="Rectangle 98">
              <a:extLst>
                <a:ext uri="{FF2B5EF4-FFF2-40B4-BE49-F238E27FC236}">
                  <a16:creationId xmlns:a16="http://schemas.microsoft.com/office/drawing/2014/main" id="{578B0B64-3C1A-41EC-B88A-0729EA428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1" name="Rectangle 99">
              <a:extLst>
                <a:ext uri="{FF2B5EF4-FFF2-40B4-BE49-F238E27FC236}">
                  <a16:creationId xmlns:a16="http://schemas.microsoft.com/office/drawing/2014/main" id="{E7E7AF35-7FBF-4ADE-B765-8B74231D7E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2" name="Rectangle 100">
              <a:extLst>
                <a:ext uri="{FF2B5EF4-FFF2-40B4-BE49-F238E27FC236}">
                  <a16:creationId xmlns:a16="http://schemas.microsoft.com/office/drawing/2014/main" id="{00856D1C-9269-4A3C-A223-D7D3B6453F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3" name="Rectangle 101">
              <a:extLst>
                <a:ext uri="{FF2B5EF4-FFF2-40B4-BE49-F238E27FC236}">
                  <a16:creationId xmlns:a16="http://schemas.microsoft.com/office/drawing/2014/main" id="{9A92A6AA-6E3B-4FD0-BE87-D5FA08DA6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4" name="Rectangle 102">
              <a:extLst>
                <a:ext uri="{FF2B5EF4-FFF2-40B4-BE49-F238E27FC236}">
                  <a16:creationId xmlns:a16="http://schemas.microsoft.com/office/drawing/2014/main" id="{83BDB6EC-001A-49AF-A54E-BEC9FFDB2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5" name="Rectangle 103">
              <a:extLst>
                <a:ext uri="{FF2B5EF4-FFF2-40B4-BE49-F238E27FC236}">
                  <a16:creationId xmlns:a16="http://schemas.microsoft.com/office/drawing/2014/main" id="{35DB49D6-8542-4FE2-BF3F-CB920C5B3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6" name="Rectangle 104">
              <a:extLst>
                <a:ext uri="{FF2B5EF4-FFF2-40B4-BE49-F238E27FC236}">
                  <a16:creationId xmlns:a16="http://schemas.microsoft.com/office/drawing/2014/main" id="{109CF9AF-D244-4778-A8D4-28F59082F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7" name="Rectangle 105">
              <a:extLst>
                <a:ext uri="{FF2B5EF4-FFF2-40B4-BE49-F238E27FC236}">
                  <a16:creationId xmlns:a16="http://schemas.microsoft.com/office/drawing/2014/main" id="{ABEC82B3-567E-45FA-82A6-CA5F5AC5A9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8" name="Rectangle 106">
              <a:extLst>
                <a:ext uri="{FF2B5EF4-FFF2-40B4-BE49-F238E27FC236}">
                  <a16:creationId xmlns:a16="http://schemas.microsoft.com/office/drawing/2014/main" id="{43B93E5C-E210-4189-8C7B-72B53E252E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9" name="Rectangle 107">
              <a:extLst>
                <a:ext uri="{FF2B5EF4-FFF2-40B4-BE49-F238E27FC236}">
                  <a16:creationId xmlns:a16="http://schemas.microsoft.com/office/drawing/2014/main" id="{F0C88A78-D6C0-416D-8EDC-8D500305C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0" name="Rectangle 108">
              <a:extLst>
                <a:ext uri="{FF2B5EF4-FFF2-40B4-BE49-F238E27FC236}">
                  <a16:creationId xmlns:a16="http://schemas.microsoft.com/office/drawing/2014/main" id="{BFBEA329-8D48-4C4B-9878-DB596D143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69B13554-811E-401E-AD51-F1D851CDD60E}"/>
              </a:ext>
            </a:extLst>
          </p:cNvPr>
          <p:cNvCxnSpPr/>
          <p:nvPr/>
        </p:nvCxnSpPr>
        <p:spPr>
          <a:xfrm>
            <a:off x="1657375" y="2588084"/>
            <a:ext cx="0" cy="17970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E3371C8E-C88D-4A2E-9DD0-B117B842C1A5}"/>
              </a:ext>
            </a:extLst>
          </p:cNvPr>
          <p:cNvGrpSpPr/>
          <p:nvPr/>
        </p:nvGrpSpPr>
        <p:grpSpPr>
          <a:xfrm>
            <a:off x="3573016" y="2554049"/>
            <a:ext cx="2087564" cy="1797050"/>
            <a:chOff x="620612" y="604599"/>
            <a:chExt cx="2087564" cy="1797050"/>
          </a:xfrm>
        </p:grpSpPr>
        <p:sp>
          <p:nvSpPr>
            <p:cNvPr id="313" name="Rectangle 5">
              <a:extLst>
                <a:ext uri="{FF2B5EF4-FFF2-40B4-BE49-F238E27FC236}">
                  <a16:creationId xmlns:a16="http://schemas.microsoft.com/office/drawing/2014/main" id="{958FB170-E0C9-4F37-B3AD-1AFEC4D8D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4" name="Rectangle 6">
              <a:extLst>
                <a:ext uri="{FF2B5EF4-FFF2-40B4-BE49-F238E27FC236}">
                  <a16:creationId xmlns:a16="http://schemas.microsoft.com/office/drawing/2014/main" id="{0F7BEE3A-430E-410C-8110-130EF3415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5" name="Rectangle 7">
              <a:extLst>
                <a:ext uri="{FF2B5EF4-FFF2-40B4-BE49-F238E27FC236}">
                  <a16:creationId xmlns:a16="http://schemas.microsoft.com/office/drawing/2014/main" id="{0B9250E7-E200-44B7-A3F6-EF5AB92DB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6" name="Rectangle 8">
              <a:extLst>
                <a:ext uri="{FF2B5EF4-FFF2-40B4-BE49-F238E27FC236}">
                  <a16:creationId xmlns:a16="http://schemas.microsoft.com/office/drawing/2014/main" id="{6FEBF9BF-7FE6-4719-BB0F-FC06B4CD1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7" name="Rectangle 9">
              <a:extLst>
                <a:ext uri="{FF2B5EF4-FFF2-40B4-BE49-F238E27FC236}">
                  <a16:creationId xmlns:a16="http://schemas.microsoft.com/office/drawing/2014/main" id="{360FC97E-C616-40E4-AF12-8A86BBBFC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8" name="Rectangle 10">
              <a:extLst>
                <a:ext uri="{FF2B5EF4-FFF2-40B4-BE49-F238E27FC236}">
                  <a16:creationId xmlns:a16="http://schemas.microsoft.com/office/drawing/2014/main" id="{65363B72-0A0D-4BEF-B5B4-22F7A17642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9" name="Rectangle 11">
              <a:extLst>
                <a:ext uri="{FF2B5EF4-FFF2-40B4-BE49-F238E27FC236}">
                  <a16:creationId xmlns:a16="http://schemas.microsoft.com/office/drawing/2014/main" id="{315E94F1-9DBF-43DD-8688-221B14CD5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0" name="Rectangle 12">
              <a:extLst>
                <a:ext uri="{FF2B5EF4-FFF2-40B4-BE49-F238E27FC236}">
                  <a16:creationId xmlns:a16="http://schemas.microsoft.com/office/drawing/2014/main" id="{5060D25F-BC4C-4F8F-8FE8-6C2578550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1" name="Rectangle 13">
              <a:extLst>
                <a:ext uri="{FF2B5EF4-FFF2-40B4-BE49-F238E27FC236}">
                  <a16:creationId xmlns:a16="http://schemas.microsoft.com/office/drawing/2014/main" id="{78DF1B6E-F1C2-40B6-AE26-D700BB6D4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2" name="Rectangle 14">
              <a:extLst>
                <a:ext uri="{FF2B5EF4-FFF2-40B4-BE49-F238E27FC236}">
                  <a16:creationId xmlns:a16="http://schemas.microsoft.com/office/drawing/2014/main" id="{4008284F-9E0E-41F9-B41D-B5EB0FB5C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3" name="Rectangle 15">
              <a:extLst>
                <a:ext uri="{FF2B5EF4-FFF2-40B4-BE49-F238E27FC236}">
                  <a16:creationId xmlns:a16="http://schemas.microsoft.com/office/drawing/2014/main" id="{51071735-B8E9-4ABE-B607-9B08E36FF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4" name="Rectangle 16">
              <a:extLst>
                <a:ext uri="{FF2B5EF4-FFF2-40B4-BE49-F238E27FC236}">
                  <a16:creationId xmlns:a16="http://schemas.microsoft.com/office/drawing/2014/main" id="{ED38EF03-914C-4A35-8E52-AC9594F3C6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5" name="Rectangle 17">
              <a:extLst>
                <a:ext uri="{FF2B5EF4-FFF2-40B4-BE49-F238E27FC236}">
                  <a16:creationId xmlns:a16="http://schemas.microsoft.com/office/drawing/2014/main" id="{DCCE59D4-B831-4D77-9EE4-00B3784B8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6" name="Rectangle 18">
              <a:extLst>
                <a:ext uri="{FF2B5EF4-FFF2-40B4-BE49-F238E27FC236}">
                  <a16:creationId xmlns:a16="http://schemas.microsoft.com/office/drawing/2014/main" id="{C78897CD-4E5E-496B-9800-4A3424C45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7" name="Rectangle 19">
              <a:extLst>
                <a:ext uri="{FF2B5EF4-FFF2-40B4-BE49-F238E27FC236}">
                  <a16:creationId xmlns:a16="http://schemas.microsoft.com/office/drawing/2014/main" id="{D5D2CB79-463B-4C68-B155-D2FA5F34B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8" name="Rectangle 20">
              <a:extLst>
                <a:ext uri="{FF2B5EF4-FFF2-40B4-BE49-F238E27FC236}">
                  <a16:creationId xmlns:a16="http://schemas.microsoft.com/office/drawing/2014/main" id="{C5E926C4-0C86-44F4-9731-C71B9370B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9" name="Rectangle 21">
              <a:extLst>
                <a:ext uri="{FF2B5EF4-FFF2-40B4-BE49-F238E27FC236}">
                  <a16:creationId xmlns:a16="http://schemas.microsoft.com/office/drawing/2014/main" id="{2084817B-BD83-44BA-9ED0-3EDA870D6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0" name="Rectangle 22">
              <a:extLst>
                <a:ext uri="{FF2B5EF4-FFF2-40B4-BE49-F238E27FC236}">
                  <a16:creationId xmlns:a16="http://schemas.microsoft.com/office/drawing/2014/main" id="{28D8756B-93B4-4AAC-BEDA-39BA7240D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1" name="Rectangle 23">
              <a:extLst>
                <a:ext uri="{FF2B5EF4-FFF2-40B4-BE49-F238E27FC236}">
                  <a16:creationId xmlns:a16="http://schemas.microsoft.com/office/drawing/2014/main" id="{C0D00766-B19C-4CB0-9F33-FDE941C9D6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2" name="Rectangle 24">
              <a:extLst>
                <a:ext uri="{FF2B5EF4-FFF2-40B4-BE49-F238E27FC236}">
                  <a16:creationId xmlns:a16="http://schemas.microsoft.com/office/drawing/2014/main" id="{FFF1A792-6AD1-4492-AB71-4ED38CDD0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3" name="Rectangle 25">
              <a:extLst>
                <a:ext uri="{FF2B5EF4-FFF2-40B4-BE49-F238E27FC236}">
                  <a16:creationId xmlns:a16="http://schemas.microsoft.com/office/drawing/2014/main" id="{C9E8E38E-999F-4373-B175-ADE85F075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4" name="Rectangle 26">
              <a:extLst>
                <a:ext uri="{FF2B5EF4-FFF2-40B4-BE49-F238E27FC236}">
                  <a16:creationId xmlns:a16="http://schemas.microsoft.com/office/drawing/2014/main" id="{14BF2CEF-6BE2-41FB-8379-78BE066D6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5" name="Rectangle 27">
              <a:extLst>
                <a:ext uri="{FF2B5EF4-FFF2-40B4-BE49-F238E27FC236}">
                  <a16:creationId xmlns:a16="http://schemas.microsoft.com/office/drawing/2014/main" id="{6F56B61D-F9C1-43EF-B8F6-FF3DAFC6E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6" name="Rectangle 28">
              <a:extLst>
                <a:ext uri="{FF2B5EF4-FFF2-40B4-BE49-F238E27FC236}">
                  <a16:creationId xmlns:a16="http://schemas.microsoft.com/office/drawing/2014/main" id="{6353D478-FC83-4901-9456-E0E289C5C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7" name="Rectangle 29">
              <a:extLst>
                <a:ext uri="{FF2B5EF4-FFF2-40B4-BE49-F238E27FC236}">
                  <a16:creationId xmlns:a16="http://schemas.microsoft.com/office/drawing/2014/main" id="{BA517072-F8D2-401C-AAC4-A9993D2256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8" name="Rectangle 31">
              <a:extLst>
                <a:ext uri="{FF2B5EF4-FFF2-40B4-BE49-F238E27FC236}">
                  <a16:creationId xmlns:a16="http://schemas.microsoft.com/office/drawing/2014/main" id="{6D8385F7-8F20-45E0-84FD-ECFDDD045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9" name="Rectangle 32">
              <a:extLst>
                <a:ext uri="{FF2B5EF4-FFF2-40B4-BE49-F238E27FC236}">
                  <a16:creationId xmlns:a16="http://schemas.microsoft.com/office/drawing/2014/main" id="{F747E1C2-6C5A-415D-8D30-AA7979DEF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0" name="Rectangle 33">
              <a:extLst>
                <a:ext uri="{FF2B5EF4-FFF2-40B4-BE49-F238E27FC236}">
                  <a16:creationId xmlns:a16="http://schemas.microsoft.com/office/drawing/2014/main" id="{1617C623-2D18-4200-AA25-721C4A6D1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1" name="Rectangle 34">
              <a:extLst>
                <a:ext uri="{FF2B5EF4-FFF2-40B4-BE49-F238E27FC236}">
                  <a16:creationId xmlns:a16="http://schemas.microsoft.com/office/drawing/2014/main" id="{BE05876F-4E80-457C-99E7-E64902AE1E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2" name="Rectangle 35">
              <a:extLst>
                <a:ext uri="{FF2B5EF4-FFF2-40B4-BE49-F238E27FC236}">
                  <a16:creationId xmlns:a16="http://schemas.microsoft.com/office/drawing/2014/main" id="{7B4DA287-E698-4B6B-A6B8-159BAD0E3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3" name="Rectangle 36">
              <a:extLst>
                <a:ext uri="{FF2B5EF4-FFF2-40B4-BE49-F238E27FC236}">
                  <a16:creationId xmlns:a16="http://schemas.microsoft.com/office/drawing/2014/main" id="{31065921-A9F6-4594-B3AD-128059FAB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4" name="Rectangle 37">
              <a:extLst>
                <a:ext uri="{FF2B5EF4-FFF2-40B4-BE49-F238E27FC236}">
                  <a16:creationId xmlns:a16="http://schemas.microsoft.com/office/drawing/2014/main" id="{F9D37519-4EC1-4352-917A-6F25CCC34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5" name="Rectangle 38">
              <a:extLst>
                <a:ext uri="{FF2B5EF4-FFF2-40B4-BE49-F238E27FC236}">
                  <a16:creationId xmlns:a16="http://schemas.microsoft.com/office/drawing/2014/main" id="{B39D5F61-DABB-479E-A125-B48307A1C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6" name="Rectangle 39">
              <a:extLst>
                <a:ext uri="{FF2B5EF4-FFF2-40B4-BE49-F238E27FC236}">
                  <a16:creationId xmlns:a16="http://schemas.microsoft.com/office/drawing/2014/main" id="{6356E8A7-F892-4FA7-BDD0-8BC63DFD2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7" name="Rectangle 40">
              <a:extLst>
                <a:ext uri="{FF2B5EF4-FFF2-40B4-BE49-F238E27FC236}">
                  <a16:creationId xmlns:a16="http://schemas.microsoft.com/office/drawing/2014/main" id="{6DFA11F2-ADED-4ED7-909E-06B83F3E7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8" name="Rectangle 41">
              <a:extLst>
                <a:ext uri="{FF2B5EF4-FFF2-40B4-BE49-F238E27FC236}">
                  <a16:creationId xmlns:a16="http://schemas.microsoft.com/office/drawing/2014/main" id="{A02111CC-FCC1-4D42-87E9-A72DE10D7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9" name="Rectangle 42">
              <a:extLst>
                <a:ext uri="{FF2B5EF4-FFF2-40B4-BE49-F238E27FC236}">
                  <a16:creationId xmlns:a16="http://schemas.microsoft.com/office/drawing/2014/main" id="{0096D092-2D8D-4633-AD4E-44B808E64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0" name="Rectangle 43">
              <a:extLst>
                <a:ext uri="{FF2B5EF4-FFF2-40B4-BE49-F238E27FC236}">
                  <a16:creationId xmlns:a16="http://schemas.microsoft.com/office/drawing/2014/main" id="{3D7B808F-B3BD-46E6-92CA-9D559F746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1" name="Rectangle 44">
              <a:extLst>
                <a:ext uri="{FF2B5EF4-FFF2-40B4-BE49-F238E27FC236}">
                  <a16:creationId xmlns:a16="http://schemas.microsoft.com/office/drawing/2014/main" id="{F66948EE-0223-4043-AB59-78ADA7715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2" name="Rectangle 45">
              <a:extLst>
                <a:ext uri="{FF2B5EF4-FFF2-40B4-BE49-F238E27FC236}">
                  <a16:creationId xmlns:a16="http://schemas.microsoft.com/office/drawing/2014/main" id="{21692DC7-F039-4194-879F-99EDED6858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3" name="Rectangle 46">
              <a:extLst>
                <a:ext uri="{FF2B5EF4-FFF2-40B4-BE49-F238E27FC236}">
                  <a16:creationId xmlns:a16="http://schemas.microsoft.com/office/drawing/2014/main" id="{9FC4F80F-16BC-476A-B691-C138646299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4" name="Rectangle 47">
              <a:extLst>
                <a:ext uri="{FF2B5EF4-FFF2-40B4-BE49-F238E27FC236}">
                  <a16:creationId xmlns:a16="http://schemas.microsoft.com/office/drawing/2014/main" id="{ACE3D6B7-CF9A-40ED-9C3A-D5CE74248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5" name="Rectangle 48">
              <a:extLst>
                <a:ext uri="{FF2B5EF4-FFF2-40B4-BE49-F238E27FC236}">
                  <a16:creationId xmlns:a16="http://schemas.microsoft.com/office/drawing/2014/main" id="{911F96FC-BFDD-4675-B081-81B85258D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6" name="Rectangle 49">
              <a:extLst>
                <a:ext uri="{FF2B5EF4-FFF2-40B4-BE49-F238E27FC236}">
                  <a16:creationId xmlns:a16="http://schemas.microsoft.com/office/drawing/2014/main" id="{F37C56AE-6802-4181-B912-E2A5BE311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7" name="Rectangle 50">
              <a:extLst>
                <a:ext uri="{FF2B5EF4-FFF2-40B4-BE49-F238E27FC236}">
                  <a16:creationId xmlns:a16="http://schemas.microsoft.com/office/drawing/2014/main" id="{6B2AE79C-2128-4F71-BC58-173B37F631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8" name="Rectangle 51">
              <a:extLst>
                <a:ext uri="{FF2B5EF4-FFF2-40B4-BE49-F238E27FC236}">
                  <a16:creationId xmlns:a16="http://schemas.microsoft.com/office/drawing/2014/main" id="{900FCBF9-3DEE-4651-A919-8953584AB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9" name="Rectangle 52">
              <a:extLst>
                <a:ext uri="{FF2B5EF4-FFF2-40B4-BE49-F238E27FC236}">
                  <a16:creationId xmlns:a16="http://schemas.microsoft.com/office/drawing/2014/main" id="{6E67E553-CD09-4152-88E6-84177EF8C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0" name="Rectangle 53">
              <a:extLst>
                <a:ext uri="{FF2B5EF4-FFF2-40B4-BE49-F238E27FC236}">
                  <a16:creationId xmlns:a16="http://schemas.microsoft.com/office/drawing/2014/main" id="{1BF0F5CE-A428-4B67-AD6A-31499FE421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1" name="Rectangle 54">
              <a:extLst>
                <a:ext uri="{FF2B5EF4-FFF2-40B4-BE49-F238E27FC236}">
                  <a16:creationId xmlns:a16="http://schemas.microsoft.com/office/drawing/2014/main" id="{7FFFFD17-6A6E-4F31-B58C-C56134A34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2" name="Rectangle 55">
              <a:extLst>
                <a:ext uri="{FF2B5EF4-FFF2-40B4-BE49-F238E27FC236}">
                  <a16:creationId xmlns:a16="http://schemas.microsoft.com/office/drawing/2014/main" id="{72A37F6B-14A1-4E42-98DA-FA0DAE5D0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3" name="Rectangle 58">
              <a:extLst>
                <a:ext uri="{FF2B5EF4-FFF2-40B4-BE49-F238E27FC236}">
                  <a16:creationId xmlns:a16="http://schemas.microsoft.com/office/drawing/2014/main" id="{17A43EC1-E5E9-4643-B735-53565B9E6B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4" name="Rectangle 59">
              <a:extLst>
                <a:ext uri="{FF2B5EF4-FFF2-40B4-BE49-F238E27FC236}">
                  <a16:creationId xmlns:a16="http://schemas.microsoft.com/office/drawing/2014/main" id="{142A374B-9D5B-4F7D-A9D7-7E55414E6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5" name="Rectangle 60">
              <a:extLst>
                <a:ext uri="{FF2B5EF4-FFF2-40B4-BE49-F238E27FC236}">
                  <a16:creationId xmlns:a16="http://schemas.microsoft.com/office/drawing/2014/main" id="{EF89FBEF-EF23-4734-A671-8D631C738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6" name="Rectangle 61">
              <a:extLst>
                <a:ext uri="{FF2B5EF4-FFF2-40B4-BE49-F238E27FC236}">
                  <a16:creationId xmlns:a16="http://schemas.microsoft.com/office/drawing/2014/main" id="{8A8F011E-30A9-4660-8D6A-125901001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7" name="Rectangle 62">
              <a:extLst>
                <a:ext uri="{FF2B5EF4-FFF2-40B4-BE49-F238E27FC236}">
                  <a16:creationId xmlns:a16="http://schemas.microsoft.com/office/drawing/2014/main" id="{4AB2FBB5-A2A3-430B-815B-7433DD9CC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8" name="Rectangle 63">
              <a:extLst>
                <a:ext uri="{FF2B5EF4-FFF2-40B4-BE49-F238E27FC236}">
                  <a16:creationId xmlns:a16="http://schemas.microsoft.com/office/drawing/2014/main" id="{A7DEDFC2-9DE2-4481-88A4-46129EB38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9" name="Rectangle 64">
              <a:extLst>
                <a:ext uri="{FF2B5EF4-FFF2-40B4-BE49-F238E27FC236}">
                  <a16:creationId xmlns:a16="http://schemas.microsoft.com/office/drawing/2014/main" id="{6B74367F-955D-4DF2-B9AA-3474A49C31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0" name="Rectangle 65">
              <a:extLst>
                <a:ext uri="{FF2B5EF4-FFF2-40B4-BE49-F238E27FC236}">
                  <a16:creationId xmlns:a16="http://schemas.microsoft.com/office/drawing/2014/main" id="{EF6B314C-5ACC-4D0D-B3B5-8601D40F17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1" name="Rectangle 66">
              <a:extLst>
                <a:ext uri="{FF2B5EF4-FFF2-40B4-BE49-F238E27FC236}">
                  <a16:creationId xmlns:a16="http://schemas.microsoft.com/office/drawing/2014/main" id="{628D7E85-5E36-4485-84E2-6E1F82146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2" name="Rectangle 67">
              <a:extLst>
                <a:ext uri="{FF2B5EF4-FFF2-40B4-BE49-F238E27FC236}">
                  <a16:creationId xmlns:a16="http://schemas.microsoft.com/office/drawing/2014/main" id="{E26E52E7-C66C-4EB5-9F0F-787BBFD33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3" name="Rectangle 68">
              <a:extLst>
                <a:ext uri="{FF2B5EF4-FFF2-40B4-BE49-F238E27FC236}">
                  <a16:creationId xmlns:a16="http://schemas.microsoft.com/office/drawing/2014/main" id="{484C68D8-FB92-417F-9CEA-6967F5405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4" name="Rectangle 69">
              <a:extLst>
                <a:ext uri="{FF2B5EF4-FFF2-40B4-BE49-F238E27FC236}">
                  <a16:creationId xmlns:a16="http://schemas.microsoft.com/office/drawing/2014/main" id="{84EB9AFE-AA64-4D23-BA93-E89890F26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5" name="Rectangle 70">
              <a:extLst>
                <a:ext uri="{FF2B5EF4-FFF2-40B4-BE49-F238E27FC236}">
                  <a16:creationId xmlns:a16="http://schemas.microsoft.com/office/drawing/2014/main" id="{A4739238-DB5D-423F-B4BF-073273797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6" name="Rectangle 71">
              <a:extLst>
                <a:ext uri="{FF2B5EF4-FFF2-40B4-BE49-F238E27FC236}">
                  <a16:creationId xmlns:a16="http://schemas.microsoft.com/office/drawing/2014/main" id="{A59583E7-B862-4D46-A728-9545FD1A9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7" name="Rectangle 72">
              <a:extLst>
                <a:ext uri="{FF2B5EF4-FFF2-40B4-BE49-F238E27FC236}">
                  <a16:creationId xmlns:a16="http://schemas.microsoft.com/office/drawing/2014/main" id="{BB9BDB02-9504-4EEE-ABF3-1507D82E1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8" name="Rectangle 73">
              <a:extLst>
                <a:ext uri="{FF2B5EF4-FFF2-40B4-BE49-F238E27FC236}">
                  <a16:creationId xmlns:a16="http://schemas.microsoft.com/office/drawing/2014/main" id="{7A50CD61-4DE4-4170-8EA0-0B235B3A5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9" name="Rectangle 74">
              <a:extLst>
                <a:ext uri="{FF2B5EF4-FFF2-40B4-BE49-F238E27FC236}">
                  <a16:creationId xmlns:a16="http://schemas.microsoft.com/office/drawing/2014/main" id="{902E025E-8BBA-4FAF-861F-E60F0FC76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0" name="Rectangle 75">
              <a:extLst>
                <a:ext uri="{FF2B5EF4-FFF2-40B4-BE49-F238E27FC236}">
                  <a16:creationId xmlns:a16="http://schemas.microsoft.com/office/drawing/2014/main" id="{85CF4869-B8D3-40C3-82AC-141CC210A8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1" name="Rectangle 76">
              <a:extLst>
                <a:ext uri="{FF2B5EF4-FFF2-40B4-BE49-F238E27FC236}">
                  <a16:creationId xmlns:a16="http://schemas.microsoft.com/office/drawing/2014/main" id="{A25D4B79-6CCB-4578-8D96-FC313E5BD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2" name="Rectangle 77">
              <a:extLst>
                <a:ext uri="{FF2B5EF4-FFF2-40B4-BE49-F238E27FC236}">
                  <a16:creationId xmlns:a16="http://schemas.microsoft.com/office/drawing/2014/main" id="{99ADA745-1E51-4265-8C0E-0D92C729F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3" name="Rectangle 78">
              <a:extLst>
                <a:ext uri="{FF2B5EF4-FFF2-40B4-BE49-F238E27FC236}">
                  <a16:creationId xmlns:a16="http://schemas.microsoft.com/office/drawing/2014/main" id="{D5B3E133-C049-4A9F-9DC8-DDAD5EA2D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4" name="Rectangle 79">
              <a:extLst>
                <a:ext uri="{FF2B5EF4-FFF2-40B4-BE49-F238E27FC236}">
                  <a16:creationId xmlns:a16="http://schemas.microsoft.com/office/drawing/2014/main" id="{B6D02721-5EED-4CC6-92DD-91C803E31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5" name="Rectangle 80">
              <a:extLst>
                <a:ext uri="{FF2B5EF4-FFF2-40B4-BE49-F238E27FC236}">
                  <a16:creationId xmlns:a16="http://schemas.microsoft.com/office/drawing/2014/main" id="{00EF8722-CE5E-4D7C-B0B7-307ED7E4A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6" name="Rectangle 81">
              <a:extLst>
                <a:ext uri="{FF2B5EF4-FFF2-40B4-BE49-F238E27FC236}">
                  <a16:creationId xmlns:a16="http://schemas.microsoft.com/office/drawing/2014/main" id="{96157F5A-128A-4E0E-8587-E9F3294DCF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7" name="Rectangle 82">
              <a:extLst>
                <a:ext uri="{FF2B5EF4-FFF2-40B4-BE49-F238E27FC236}">
                  <a16:creationId xmlns:a16="http://schemas.microsoft.com/office/drawing/2014/main" id="{160B0DE1-FD06-4ECF-A91B-4D261F6EE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8" name="Rectangle 84">
              <a:extLst>
                <a:ext uri="{FF2B5EF4-FFF2-40B4-BE49-F238E27FC236}">
                  <a16:creationId xmlns:a16="http://schemas.microsoft.com/office/drawing/2014/main" id="{563C27B2-A443-4544-AF37-4BD38A2B3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9" name="Rectangle 85">
              <a:extLst>
                <a:ext uri="{FF2B5EF4-FFF2-40B4-BE49-F238E27FC236}">
                  <a16:creationId xmlns:a16="http://schemas.microsoft.com/office/drawing/2014/main" id="{FCC637D0-246C-4E28-84C1-348EB67D4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0" name="Rectangle 86">
              <a:extLst>
                <a:ext uri="{FF2B5EF4-FFF2-40B4-BE49-F238E27FC236}">
                  <a16:creationId xmlns:a16="http://schemas.microsoft.com/office/drawing/2014/main" id="{913BEE37-8488-403B-A37C-E6D2D475F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1" name="Rectangle 87">
              <a:extLst>
                <a:ext uri="{FF2B5EF4-FFF2-40B4-BE49-F238E27FC236}">
                  <a16:creationId xmlns:a16="http://schemas.microsoft.com/office/drawing/2014/main" id="{7B465D1D-B56E-4129-B6E9-355201CA1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2" name="Rectangle 88">
              <a:extLst>
                <a:ext uri="{FF2B5EF4-FFF2-40B4-BE49-F238E27FC236}">
                  <a16:creationId xmlns:a16="http://schemas.microsoft.com/office/drawing/2014/main" id="{9D1928A9-FE60-4F29-A82D-F3854D2D0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3" name="Rectangle 89">
              <a:extLst>
                <a:ext uri="{FF2B5EF4-FFF2-40B4-BE49-F238E27FC236}">
                  <a16:creationId xmlns:a16="http://schemas.microsoft.com/office/drawing/2014/main" id="{A9D8D4EE-5450-44B2-B582-1B74B42D3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4" name="Rectangle 90">
              <a:extLst>
                <a:ext uri="{FF2B5EF4-FFF2-40B4-BE49-F238E27FC236}">
                  <a16:creationId xmlns:a16="http://schemas.microsoft.com/office/drawing/2014/main" id="{CD9D6D3E-9CC7-4407-AA37-439F8ED51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5" name="Rectangle 91">
              <a:extLst>
                <a:ext uri="{FF2B5EF4-FFF2-40B4-BE49-F238E27FC236}">
                  <a16:creationId xmlns:a16="http://schemas.microsoft.com/office/drawing/2014/main" id="{4D70B54B-2F12-4796-9629-8134A5400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6" name="Rectangle 92">
              <a:extLst>
                <a:ext uri="{FF2B5EF4-FFF2-40B4-BE49-F238E27FC236}">
                  <a16:creationId xmlns:a16="http://schemas.microsoft.com/office/drawing/2014/main" id="{574E9A17-C06C-45E3-A691-CA96AB051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7" name="Rectangle 93">
              <a:extLst>
                <a:ext uri="{FF2B5EF4-FFF2-40B4-BE49-F238E27FC236}">
                  <a16:creationId xmlns:a16="http://schemas.microsoft.com/office/drawing/2014/main" id="{9E3FFA15-B95D-4125-B0CD-5B8693553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8" name="Rectangle 94">
              <a:extLst>
                <a:ext uri="{FF2B5EF4-FFF2-40B4-BE49-F238E27FC236}">
                  <a16:creationId xmlns:a16="http://schemas.microsoft.com/office/drawing/2014/main" id="{FB490508-2C41-4B12-9808-E286F487E5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9" name="Rectangle 95">
              <a:extLst>
                <a:ext uri="{FF2B5EF4-FFF2-40B4-BE49-F238E27FC236}">
                  <a16:creationId xmlns:a16="http://schemas.microsoft.com/office/drawing/2014/main" id="{E8219D5C-77CE-458B-B0FF-65314CA177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0" name="Rectangle 96">
              <a:extLst>
                <a:ext uri="{FF2B5EF4-FFF2-40B4-BE49-F238E27FC236}">
                  <a16:creationId xmlns:a16="http://schemas.microsoft.com/office/drawing/2014/main" id="{62DB4475-5EDA-4E8D-A24A-E3E0CC9AF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1" name="Rectangle 97">
              <a:extLst>
                <a:ext uri="{FF2B5EF4-FFF2-40B4-BE49-F238E27FC236}">
                  <a16:creationId xmlns:a16="http://schemas.microsoft.com/office/drawing/2014/main" id="{C26E95B3-570E-479F-BCB9-9BB6C0364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2" name="Rectangle 98">
              <a:extLst>
                <a:ext uri="{FF2B5EF4-FFF2-40B4-BE49-F238E27FC236}">
                  <a16:creationId xmlns:a16="http://schemas.microsoft.com/office/drawing/2014/main" id="{5BD9257B-C717-423C-9FEB-B6B169FB9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3" name="Rectangle 99">
              <a:extLst>
                <a:ext uri="{FF2B5EF4-FFF2-40B4-BE49-F238E27FC236}">
                  <a16:creationId xmlns:a16="http://schemas.microsoft.com/office/drawing/2014/main" id="{73F572BE-2092-4972-A6FB-8F424A435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4" name="Rectangle 100">
              <a:extLst>
                <a:ext uri="{FF2B5EF4-FFF2-40B4-BE49-F238E27FC236}">
                  <a16:creationId xmlns:a16="http://schemas.microsoft.com/office/drawing/2014/main" id="{A2C40C6B-BB8A-4770-A5A2-701DF3026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5" name="Rectangle 101">
              <a:extLst>
                <a:ext uri="{FF2B5EF4-FFF2-40B4-BE49-F238E27FC236}">
                  <a16:creationId xmlns:a16="http://schemas.microsoft.com/office/drawing/2014/main" id="{22F84F52-D6B6-4196-A3D9-3ADEB5EC3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6" name="Rectangle 102">
              <a:extLst>
                <a:ext uri="{FF2B5EF4-FFF2-40B4-BE49-F238E27FC236}">
                  <a16:creationId xmlns:a16="http://schemas.microsoft.com/office/drawing/2014/main" id="{27ED4D05-414F-40E9-B35E-4DA7AF382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7" name="Rectangle 103">
              <a:extLst>
                <a:ext uri="{FF2B5EF4-FFF2-40B4-BE49-F238E27FC236}">
                  <a16:creationId xmlns:a16="http://schemas.microsoft.com/office/drawing/2014/main" id="{2F4F3EB2-6495-40C6-A9FA-85FE6A443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8" name="Rectangle 104">
              <a:extLst>
                <a:ext uri="{FF2B5EF4-FFF2-40B4-BE49-F238E27FC236}">
                  <a16:creationId xmlns:a16="http://schemas.microsoft.com/office/drawing/2014/main" id="{9EA1760A-1884-48C6-9963-00B42BD89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9" name="Rectangle 105">
              <a:extLst>
                <a:ext uri="{FF2B5EF4-FFF2-40B4-BE49-F238E27FC236}">
                  <a16:creationId xmlns:a16="http://schemas.microsoft.com/office/drawing/2014/main" id="{04FCF968-5492-4082-914D-83CCB87BD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0" name="Rectangle 106">
              <a:extLst>
                <a:ext uri="{FF2B5EF4-FFF2-40B4-BE49-F238E27FC236}">
                  <a16:creationId xmlns:a16="http://schemas.microsoft.com/office/drawing/2014/main" id="{1280FAAB-03D3-4589-8CAE-2102E1C01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1" name="Rectangle 107">
              <a:extLst>
                <a:ext uri="{FF2B5EF4-FFF2-40B4-BE49-F238E27FC236}">
                  <a16:creationId xmlns:a16="http://schemas.microsoft.com/office/drawing/2014/main" id="{36A8A670-7E89-4A78-9237-0A681D2C0C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2" name="Rectangle 108">
              <a:extLst>
                <a:ext uri="{FF2B5EF4-FFF2-40B4-BE49-F238E27FC236}">
                  <a16:creationId xmlns:a16="http://schemas.microsoft.com/office/drawing/2014/main" id="{BE2BE60B-04AA-4D4E-B4F7-003B0B0B4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413" name="Straight Connector 412">
            <a:extLst>
              <a:ext uri="{FF2B5EF4-FFF2-40B4-BE49-F238E27FC236}">
                <a16:creationId xmlns:a16="http://schemas.microsoft.com/office/drawing/2014/main" id="{59F8B196-8C71-4A0B-BB20-0C2BB42A7060}"/>
              </a:ext>
            </a:extLst>
          </p:cNvPr>
          <p:cNvCxnSpPr/>
          <p:nvPr/>
        </p:nvCxnSpPr>
        <p:spPr>
          <a:xfrm>
            <a:off x="4609779" y="2554049"/>
            <a:ext cx="0" cy="17970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4" name="Down Arrow 531">
            <a:extLst>
              <a:ext uri="{FF2B5EF4-FFF2-40B4-BE49-F238E27FC236}">
                <a16:creationId xmlns:a16="http://schemas.microsoft.com/office/drawing/2014/main" id="{05F0B911-4E25-4293-AE39-4BCC72EB7B3E}"/>
              </a:ext>
            </a:extLst>
          </p:cNvPr>
          <p:cNvSpPr/>
          <p:nvPr/>
        </p:nvSpPr>
        <p:spPr>
          <a:xfrm>
            <a:off x="829266" y="2947318"/>
            <a:ext cx="625962" cy="1403781"/>
          </a:xfrm>
          <a:prstGeom prst="downArrow">
            <a:avLst>
              <a:gd name="adj1" fmla="val 31740"/>
              <a:gd name="adj2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2B5C9BF1-6C39-48DA-8FA8-C69B874016F6}"/>
              </a:ext>
            </a:extLst>
          </p:cNvPr>
          <p:cNvCxnSpPr/>
          <p:nvPr/>
        </p:nvCxnSpPr>
        <p:spPr>
          <a:xfrm flipV="1">
            <a:off x="4200119" y="3632191"/>
            <a:ext cx="0" cy="7189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FEB3ED91-0DA1-43C0-A032-36EA3E56CE0A}"/>
              </a:ext>
            </a:extLst>
          </p:cNvPr>
          <p:cNvCxnSpPr/>
          <p:nvPr/>
        </p:nvCxnSpPr>
        <p:spPr>
          <a:xfrm flipH="1">
            <a:off x="3781670" y="3632191"/>
            <a:ext cx="41730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F708E817-0B06-4CD2-ABAC-0818901A7ED5}"/>
              </a:ext>
            </a:extLst>
          </p:cNvPr>
          <p:cNvCxnSpPr/>
          <p:nvPr/>
        </p:nvCxnSpPr>
        <p:spPr>
          <a:xfrm flipV="1">
            <a:off x="3781670" y="3276662"/>
            <a:ext cx="417308" cy="3592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Straight Connector 417">
            <a:extLst>
              <a:ext uri="{FF2B5EF4-FFF2-40B4-BE49-F238E27FC236}">
                <a16:creationId xmlns:a16="http://schemas.microsoft.com/office/drawing/2014/main" id="{E8831D97-BE13-4813-A064-616D971534DA}"/>
              </a:ext>
            </a:extLst>
          </p:cNvPr>
          <p:cNvCxnSpPr/>
          <p:nvPr/>
        </p:nvCxnSpPr>
        <p:spPr>
          <a:xfrm>
            <a:off x="3789040" y="2915816"/>
            <a:ext cx="417308" cy="3592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D2BCA867-9C6C-4730-8F85-6F9B5BB332EA}"/>
              </a:ext>
            </a:extLst>
          </p:cNvPr>
          <p:cNvCxnSpPr/>
          <p:nvPr/>
        </p:nvCxnSpPr>
        <p:spPr>
          <a:xfrm>
            <a:off x="4198978" y="4355291"/>
            <a:ext cx="41080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4D3FA65A-CB2D-4599-9C48-E5B5334E3E15}"/>
              </a:ext>
            </a:extLst>
          </p:cNvPr>
          <p:cNvCxnSpPr/>
          <p:nvPr/>
        </p:nvCxnSpPr>
        <p:spPr>
          <a:xfrm flipV="1">
            <a:off x="3781670" y="2554049"/>
            <a:ext cx="417308" cy="3592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Straight Connector 420">
            <a:extLst>
              <a:ext uri="{FF2B5EF4-FFF2-40B4-BE49-F238E27FC236}">
                <a16:creationId xmlns:a16="http://schemas.microsoft.com/office/drawing/2014/main" id="{9EFE6488-5802-4B47-837F-E92808FFF510}"/>
              </a:ext>
            </a:extLst>
          </p:cNvPr>
          <p:cNvCxnSpPr/>
          <p:nvPr/>
        </p:nvCxnSpPr>
        <p:spPr>
          <a:xfrm>
            <a:off x="4189453" y="2563574"/>
            <a:ext cx="41080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2" name="Group 421">
            <a:extLst>
              <a:ext uri="{FF2B5EF4-FFF2-40B4-BE49-F238E27FC236}">
                <a16:creationId xmlns:a16="http://schemas.microsoft.com/office/drawing/2014/main" id="{29F533A3-46F6-489E-AB7C-1049747CD0F5}"/>
              </a:ext>
            </a:extLst>
          </p:cNvPr>
          <p:cNvGrpSpPr/>
          <p:nvPr/>
        </p:nvGrpSpPr>
        <p:grpSpPr>
          <a:xfrm>
            <a:off x="620688" y="4748755"/>
            <a:ext cx="2087564" cy="1797050"/>
            <a:chOff x="620612" y="604599"/>
            <a:chExt cx="2087564" cy="1797050"/>
          </a:xfrm>
        </p:grpSpPr>
        <p:sp>
          <p:nvSpPr>
            <p:cNvPr id="423" name="Rectangle 5">
              <a:extLst>
                <a:ext uri="{FF2B5EF4-FFF2-40B4-BE49-F238E27FC236}">
                  <a16:creationId xmlns:a16="http://schemas.microsoft.com/office/drawing/2014/main" id="{8526538B-1840-42D2-AA54-7062EDAD6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4" name="Rectangle 6">
              <a:extLst>
                <a:ext uri="{FF2B5EF4-FFF2-40B4-BE49-F238E27FC236}">
                  <a16:creationId xmlns:a16="http://schemas.microsoft.com/office/drawing/2014/main" id="{2552F9DF-E979-426B-A7ED-558499AA8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5" name="Rectangle 7">
              <a:extLst>
                <a:ext uri="{FF2B5EF4-FFF2-40B4-BE49-F238E27FC236}">
                  <a16:creationId xmlns:a16="http://schemas.microsoft.com/office/drawing/2014/main" id="{CFF9D53C-D2B8-4306-8565-60AB9E497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6" name="Rectangle 8">
              <a:extLst>
                <a:ext uri="{FF2B5EF4-FFF2-40B4-BE49-F238E27FC236}">
                  <a16:creationId xmlns:a16="http://schemas.microsoft.com/office/drawing/2014/main" id="{4EADCC5B-AD62-436B-AEC6-045AC7FE0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7" name="Rectangle 9">
              <a:extLst>
                <a:ext uri="{FF2B5EF4-FFF2-40B4-BE49-F238E27FC236}">
                  <a16:creationId xmlns:a16="http://schemas.microsoft.com/office/drawing/2014/main" id="{2623F8B0-D54B-4CF2-83DD-BADEA2B07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8" name="Rectangle 10">
              <a:extLst>
                <a:ext uri="{FF2B5EF4-FFF2-40B4-BE49-F238E27FC236}">
                  <a16:creationId xmlns:a16="http://schemas.microsoft.com/office/drawing/2014/main" id="{89317D18-C7B7-40C7-8B9E-4041CECDC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9" name="Rectangle 11">
              <a:extLst>
                <a:ext uri="{FF2B5EF4-FFF2-40B4-BE49-F238E27FC236}">
                  <a16:creationId xmlns:a16="http://schemas.microsoft.com/office/drawing/2014/main" id="{24FAD358-BC29-4129-9E7B-15A2BCF59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0" name="Rectangle 12">
              <a:extLst>
                <a:ext uri="{FF2B5EF4-FFF2-40B4-BE49-F238E27FC236}">
                  <a16:creationId xmlns:a16="http://schemas.microsoft.com/office/drawing/2014/main" id="{7B1B32B2-2C6F-427C-A772-9A0137C82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1" name="Rectangle 13">
              <a:extLst>
                <a:ext uri="{FF2B5EF4-FFF2-40B4-BE49-F238E27FC236}">
                  <a16:creationId xmlns:a16="http://schemas.microsoft.com/office/drawing/2014/main" id="{4C868CAE-A856-4463-97AF-418BD50F7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2" name="Rectangle 14">
              <a:extLst>
                <a:ext uri="{FF2B5EF4-FFF2-40B4-BE49-F238E27FC236}">
                  <a16:creationId xmlns:a16="http://schemas.microsoft.com/office/drawing/2014/main" id="{494086CC-3376-489B-AD78-A9A9E7EDE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3" name="Rectangle 15">
              <a:extLst>
                <a:ext uri="{FF2B5EF4-FFF2-40B4-BE49-F238E27FC236}">
                  <a16:creationId xmlns:a16="http://schemas.microsoft.com/office/drawing/2014/main" id="{B4A3F084-8DC9-4B4F-99FB-BFEE7EF8E0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4" name="Rectangle 16">
              <a:extLst>
                <a:ext uri="{FF2B5EF4-FFF2-40B4-BE49-F238E27FC236}">
                  <a16:creationId xmlns:a16="http://schemas.microsoft.com/office/drawing/2014/main" id="{009C6FF9-722F-4CAE-95EF-6771059ADF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5" name="Rectangle 17">
              <a:extLst>
                <a:ext uri="{FF2B5EF4-FFF2-40B4-BE49-F238E27FC236}">
                  <a16:creationId xmlns:a16="http://schemas.microsoft.com/office/drawing/2014/main" id="{EDCA44D0-F0A6-4D7D-A876-42DADEFED7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6" name="Rectangle 18">
              <a:extLst>
                <a:ext uri="{FF2B5EF4-FFF2-40B4-BE49-F238E27FC236}">
                  <a16:creationId xmlns:a16="http://schemas.microsoft.com/office/drawing/2014/main" id="{32AA84F3-1FBE-4853-BCBC-25A7FEC0C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7" name="Rectangle 19">
              <a:extLst>
                <a:ext uri="{FF2B5EF4-FFF2-40B4-BE49-F238E27FC236}">
                  <a16:creationId xmlns:a16="http://schemas.microsoft.com/office/drawing/2014/main" id="{12CAA49E-5047-4BA5-8D09-72238E56D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8" name="Rectangle 20">
              <a:extLst>
                <a:ext uri="{FF2B5EF4-FFF2-40B4-BE49-F238E27FC236}">
                  <a16:creationId xmlns:a16="http://schemas.microsoft.com/office/drawing/2014/main" id="{28493D23-FA61-43AE-8BFB-FA5BD9588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9" name="Rectangle 21">
              <a:extLst>
                <a:ext uri="{FF2B5EF4-FFF2-40B4-BE49-F238E27FC236}">
                  <a16:creationId xmlns:a16="http://schemas.microsoft.com/office/drawing/2014/main" id="{86A5A9A4-58DC-4FCC-AB42-AFC10112F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0" name="Rectangle 22">
              <a:extLst>
                <a:ext uri="{FF2B5EF4-FFF2-40B4-BE49-F238E27FC236}">
                  <a16:creationId xmlns:a16="http://schemas.microsoft.com/office/drawing/2014/main" id="{6C0F2015-E405-4D26-85D7-577C85E861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1" name="Rectangle 23">
              <a:extLst>
                <a:ext uri="{FF2B5EF4-FFF2-40B4-BE49-F238E27FC236}">
                  <a16:creationId xmlns:a16="http://schemas.microsoft.com/office/drawing/2014/main" id="{5BF41854-2CAE-4DEA-AEF5-FF54A3F31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2" name="Rectangle 24">
              <a:extLst>
                <a:ext uri="{FF2B5EF4-FFF2-40B4-BE49-F238E27FC236}">
                  <a16:creationId xmlns:a16="http://schemas.microsoft.com/office/drawing/2014/main" id="{40A40FCE-2CFE-46BA-86AB-9050B9918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3" name="Rectangle 25">
              <a:extLst>
                <a:ext uri="{FF2B5EF4-FFF2-40B4-BE49-F238E27FC236}">
                  <a16:creationId xmlns:a16="http://schemas.microsoft.com/office/drawing/2014/main" id="{B3FD857B-130E-49FB-B1F7-538010C67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4" name="Rectangle 26">
              <a:extLst>
                <a:ext uri="{FF2B5EF4-FFF2-40B4-BE49-F238E27FC236}">
                  <a16:creationId xmlns:a16="http://schemas.microsoft.com/office/drawing/2014/main" id="{A023215D-01EA-4F46-B79B-FC7E7EC6C1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5" name="Rectangle 27">
              <a:extLst>
                <a:ext uri="{FF2B5EF4-FFF2-40B4-BE49-F238E27FC236}">
                  <a16:creationId xmlns:a16="http://schemas.microsoft.com/office/drawing/2014/main" id="{10D4C532-D2F6-4C55-B43D-E2B454D3E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6" name="Rectangle 28">
              <a:extLst>
                <a:ext uri="{FF2B5EF4-FFF2-40B4-BE49-F238E27FC236}">
                  <a16:creationId xmlns:a16="http://schemas.microsoft.com/office/drawing/2014/main" id="{BCD00F93-B0B7-4F57-B9D2-756412009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7" name="Rectangle 29">
              <a:extLst>
                <a:ext uri="{FF2B5EF4-FFF2-40B4-BE49-F238E27FC236}">
                  <a16:creationId xmlns:a16="http://schemas.microsoft.com/office/drawing/2014/main" id="{72467235-7F92-4040-8F8F-1AF5FCBCD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8" name="Rectangle 31">
              <a:extLst>
                <a:ext uri="{FF2B5EF4-FFF2-40B4-BE49-F238E27FC236}">
                  <a16:creationId xmlns:a16="http://schemas.microsoft.com/office/drawing/2014/main" id="{BEAACCB4-F04C-41C6-8EEF-2DC2F2A0F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9" name="Rectangle 32">
              <a:extLst>
                <a:ext uri="{FF2B5EF4-FFF2-40B4-BE49-F238E27FC236}">
                  <a16:creationId xmlns:a16="http://schemas.microsoft.com/office/drawing/2014/main" id="{890C8441-FB6B-4AB8-B193-CBB3BE1F5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0" name="Rectangle 33">
              <a:extLst>
                <a:ext uri="{FF2B5EF4-FFF2-40B4-BE49-F238E27FC236}">
                  <a16:creationId xmlns:a16="http://schemas.microsoft.com/office/drawing/2014/main" id="{102F86DC-1173-4D3D-91ED-52B50F2D2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1" name="Rectangle 34">
              <a:extLst>
                <a:ext uri="{FF2B5EF4-FFF2-40B4-BE49-F238E27FC236}">
                  <a16:creationId xmlns:a16="http://schemas.microsoft.com/office/drawing/2014/main" id="{91E3AA44-1F2C-438C-A825-1F94D2FD7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2" name="Rectangle 35">
              <a:extLst>
                <a:ext uri="{FF2B5EF4-FFF2-40B4-BE49-F238E27FC236}">
                  <a16:creationId xmlns:a16="http://schemas.microsoft.com/office/drawing/2014/main" id="{A6FE15A1-5E36-4A52-9803-67B6ECBE8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3" name="Rectangle 36">
              <a:extLst>
                <a:ext uri="{FF2B5EF4-FFF2-40B4-BE49-F238E27FC236}">
                  <a16:creationId xmlns:a16="http://schemas.microsoft.com/office/drawing/2014/main" id="{797D3123-C831-4449-8B1A-27D4A9330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4" name="Rectangle 37">
              <a:extLst>
                <a:ext uri="{FF2B5EF4-FFF2-40B4-BE49-F238E27FC236}">
                  <a16:creationId xmlns:a16="http://schemas.microsoft.com/office/drawing/2014/main" id="{508EFBB6-C0D1-4C90-AAEF-8B486FDC5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5" name="Rectangle 38">
              <a:extLst>
                <a:ext uri="{FF2B5EF4-FFF2-40B4-BE49-F238E27FC236}">
                  <a16:creationId xmlns:a16="http://schemas.microsoft.com/office/drawing/2014/main" id="{60F7F2EE-208F-4ECF-9BE8-74FAD923F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6" name="Rectangle 39">
              <a:extLst>
                <a:ext uri="{FF2B5EF4-FFF2-40B4-BE49-F238E27FC236}">
                  <a16:creationId xmlns:a16="http://schemas.microsoft.com/office/drawing/2014/main" id="{E1D5EDAF-4E3C-427D-B4E4-EB2C3E019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7" name="Rectangle 40">
              <a:extLst>
                <a:ext uri="{FF2B5EF4-FFF2-40B4-BE49-F238E27FC236}">
                  <a16:creationId xmlns:a16="http://schemas.microsoft.com/office/drawing/2014/main" id="{443A2DEF-FFF7-4740-84A1-BBDF4C430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8" name="Rectangle 41">
              <a:extLst>
                <a:ext uri="{FF2B5EF4-FFF2-40B4-BE49-F238E27FC236}">
                  <a16:creationId xmlns:a16="http://schemas.microsoft.com/office/drawing/2014/main" id="{FAAB769C-F934-460B-83A6-AD0A5DC43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9" name="Rectangle 42">
              <a:extLst>
                <a:ext uri="{FF2B5EF4-FFF2-40B4-BE49-F238E27FC236}">
                  <a16:creationId xmlns:a16="http://schemas.microsoft.com/office/drawing/2014/main" id="{4BB9BBA7-392B-418B-AEB7-96E50DF66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0" name="Rectangle 43">
              <a:extLst>
                <a:ext uri="{FF2B5EF4-FFF2-40B4-BE49-F238E27FC236}">
                  <a16:creationId xmlns:a16="http://schemas.microsoft.com/office/drawing/2014/main" id="{00A0A5B5-260E-4224-8897-31AD56D07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1" name="Rectangle 44">
              <a:extLst>
                <a:ext uri="{FF2B5EF4-FFF2-40B4-BE49-F238E27FC236}">
                  <a16:creationId xmlns:a16="http://schemas.microsoft.com/office/drawing/2014/main" id="{FA1F41DD-1651-4211-B830-CC1147145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2" name="Rectangle 45">
              <a:extLst>
                <a:ext uri="{FF2B5EF4-FFF2-40B4-BE49-F238E27FC236}">
                  <a16:creationId xmlns:a16="http://schemas.microsoft.com/office/drawing/2014/main" id="{F03DEC5A-B19A-49AB-B92F-C818AC4D6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3" name="Rectangle 46">
              <a:extLst>
                <a:ext uri="{FF2B5EF4-FFF2-40B4-BE49-F238E27FC236}">
                  <a16:creationId xmlns:a16="http://schemas.microsoft.com/office/drawing/2014/main" id="{5FB5CB38-17FC-48A6-AE45-61ADE12D6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4" name="Rectangle 47">
              <a:extLst>
                <a:ext uri="{FF2B5EF4-FFF2-40B4-BE49-F238E27FC236}">
                  <a16:creationId xmlns:a16="http://schemas.microsoft.com/office/drawing/2014/main" id="{04E906BB-48B8-4C62-B504-F0E3745CC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5" name="Rectangle 48">
              <a:extLst>
                <a:ext uri="{FF2B5EF4-FFF2-40B4-BE49-F238E27FC236}">
                  <a16:creationId xmlns:a16="http://schemas.microsoft.com/office/drawing/2014/main" id="{92110FCD-A8F0-4EB6-8EB3-4B7552797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6" name="Rectangle 49">
              <a:extLst>
                <a:ext uri="{FF2B5EF4-FFF2-40B4-BE49-F238E27FC236}">
                  <a16:creationId xmlns:a16="http://schemas.microsoft.com/office/drawing/2014/main" id="{C8F5EA56-BC27-43B4-9086-BEED70623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7" name="Rectangle 50">
              <a:extLst>
                <a:ext uri="{FF2B5EF4-FFF2-40B4-BE49-F238E27FC236}">
                  <a16:creationId xmlns:a16="http://schemas.microsoft.com/office/drawing/2014/main" id="{01F983EB-0661-4150-A866-D61C0B29A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8" name="Rectangle 51">
              <a:extLst>
                <a:ext uri="{FF2B5EF4-FFF2-40B4-BE49-F238E27FC236}">
                  <a16:creationId xmlns:a16="http://schemas.microsoft.com/office/drawing/2014/main" id="{76B8FD91-1DFD-47C7-B6DE-4D906FDB5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9" name="Rectangle 52">
              <a:extLst>
                <a:ext uri="{FF2B5EF4-FFF2-40B4-BE49-F238E27FC236}">
                  <a16:creationId xmlns:a16="http://schemas.microsoft.com/office/drawing/2014/main" id="{3CCB9770-35BD-4848-94BE-F07CEA457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0" name="Rectangle 53">
              <a:extLst>
                <a:ext uri="{FF2B5EF4-FFF2-40B4-BE49-F238E27FC236}">
                  <a16:creationId xmlns:a16="http://schemas.microsoft.com/office/drawing/2014/main" id="{6D1A7271-3BDB-4893-B3A8-E4ECA88C9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1" name="Rectangle 54">
              <a:extLst>
                <a:ext uri="{FF2B5EF4-FFF2-40B4-BE49-F238E27FC236}">
                  <a16:creationId xmlns:a16="http://schemas.microsoft.com/office/drawing/2014/main" id="{3EFAB81E-DA3B-4F53-AA19-494BBC958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2" name="Rectangle 55">
              <a:extLst>
                <a:ext uri="{FF2B5EF4-FFF2-40B4-BE49-F238E27FC236}">
                  <a16:creationId xmlns:a16="http://schemas.microsoft.com/office/drawing/2014/main" id="{C23D9474-F4E4-4252-9FA2-6D28DDC1B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3" name="Rectangle 58">
              <a:extLst>
                <a:ext uri="{FF2B5EF4-FFF2-40B4-BE49-F238E27FC236}">
                  <a16:creationId xmlns:a16="http://schemas.microsoft.com/office/drawing/2014/main" id="{D6F2E8A1-9037-498A-9AB3-9D9BEA457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4" name="Rectangle 59">
              <a:extLst>
                <a:ext uri="{FF2B5EF4-FFF2-40B4-BE49-F238E27FC236}">
                  <a16:creationId xmlns:a16="http://schemas.microsoft.com/office/drawing/2014/main" id="{8E20DC37-05EE-431E-B70E-59A9ED711E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5" name="Rectangle 60">
              <a:extLst>
                <a:ext uri="{FF2B5EF4-FFF2-40B4-BE49-F238E27FC236}">
                  <a16:creationId xmlns:a16="http://schemas.microsoft.com/office/drawing/2014/main" id="{D27D6553-CCA4-416A-A232-6BA5C3BAA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6" name="Rectangle 61">
              <a:extLst>
                <a:ext uri="{FF2B5EF4-FFF2-40B4-BE49-F238E27FC236}">
                  <a16:creationId xmlns:a16="http://schemas.microsoft.com/office/drawing/2014/main" id="{5001844A-E263-46AC-8306-E4AD6E7D7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7" name="Rectangle 62">
              <a:extLst>
                <a:ext uri="{FF2B5EF4-FFF2-40B4-BE49-F238E27FC236}">
                  <a16:creationId xmlns:a16="http://schemas.microsoft.com/office/drawing/2014/main" id="{013DA66D-D155-4382-8DBF-87D19C136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8" name="Rectangle 63">
              <a:extLst>
                <a:ext uri="{FF2B5EF4-FFF2-40B4-BE49-F238E27FC236}">
                  <a16:creationId xmlns:a16="http://schemas.microsoft.com/office/drawing/2014/main" id="{2AD278BB-C52A-4909-BDB2-38779340D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9" name="Rectangle 64">
              <a:extLst>
                <a:ext uri="{FF2B5EF4-FFF2-40B4-BE49-F238E27FC236}">
                  <a16:creationId xmlns:a16="http://schemas.microsoft.com/office/drawing/2014/main" id="{68B0744C-4963-4B73-A103-DE3AA1643C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0" name="Rectangle 65">
              <a:extLst>
                <a:ext uri="{FF2B5EF4-FFF2-40B4-BE49-F238E27FC236}">
                  <a16:creationId xmlns:a16="http://schemas.microsoft.com/office/drawing/2014/main" id="{C3D855FE-482D-47B0-9F7F-F4F90BA7C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1" name="Rectangle 66">
              <a:extLst>
                <a:ext uri="{FF2B5EF4-FFF2-40B4-BE49-F238E27FC236}">
                  <a16:creationId xmlns:a16="http://schemas.microsoft.com/office/drawing/2014/main" id="{A42449BE-EEF4-4F85-AD36-61386FDA7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2" name="Rectangle 67">
              <a:extLst>
                <a:ext uri="{FF2B5EF4-FFF2-40B4-BE49-F238E27FC236}">
                  <a16:creationId xmlns:a16="http://schemas.microsoft.com/office/drawing/2014/main" id="{F7C97028-AD41-4AAF-8C99-8E249CFB9D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3" name="Rectangle 68">
              <a:extLst>
                <a:ext uri="{FF2B5EF4-FFF2-40B4-BE49-F238E27FC236}">
                  <a16:creationId xmlns:a16="http://schemas.microsoft.com/office/drawing/2014/main" id="{1F9DB2B6-3008-44ED-8EED-311ECFCAD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4" name="Rectangle 69">
              <a:extLst>
                <a:ext uri="{FF2B5EF4-FFF2-40B4-BE49-F238E27FC236}">
                  <a16:creationId xmlns:a16="http://schemas.microsoft.com/office/drawing/2014/main" id="{88A7DB4E-CF30-403A-97F0-D796752F5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5" name="Rectangle 70">
              <a:extLst>
                <a:ext uri="{FF2B5EF4-FFF2-40B4-BE49-F238E27FC236}">
                  <a16:creationId xmlns:a16="http://schemas.microsoft.com/office/drawing/2014/main" id="{B1EC581F-4965-4A25-93C2-2E48DF5989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6" name="Rectangle 71">
              <a:extLst>
                <a:ext uri="{FF2B5EF4-FFF2-40B4-BE49-F238E27FC236}">
                  <a16:creationId xmlns:a16="http://schemas.microsoft.com/office/drawing/2014/main" id="{4DCBBEAB-0765-4955-A028-FE4F03BFF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7" name="Rectangle 72">
              <a:extLst>
                <a:ext uri="{FF2B5EF4-FFF2-40B4-BE49-F238E27FC236}">
                  <a16:creationId xmlns:a16="http://schemas.microsoft.com/office/drawing/2014/main" id="{A3DB70D9-BE09-4B11-86D1-9910B1FCB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8" name="Rectangle 73">
              <a:extLst>
                <a:ext uri="{FF2B5EF4-FFF2-40B4-BE49-F238E27FC236}">
                  <a16:creationId xmlns:a16="http://schemas.microsoft.com/office/drawing/2014/main" id="{0CA27E80-3FC6-472F-9D94-376C47989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9" name="Rectangle 74">
              <a:extLst>
                <a:ext uri="{FF2B5EF4-FFF2-40B4-BE49-F238E27FC236}">
                  <a16:creationId xmlns:a16="http://schemas.microsoft.com/office/drawing/2014/main" id="{E5E28FC4-DDD7-4A64-ACCB-E14874FAE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90" name="Rectangle 75">
              <a:extLst>
                <a:ext uri="{FF2B5EF4-FFF2-40B4-BE49-F238E27FC236}">
                  <a16:creationId xmlns:a16="http://schemas.microsoft.com/office/drawing/2014/main" id="{D8BF8305-F850-4CA9-8890-47B423DED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91" name="Rectangle 76">
              <a:extLst>
                <a:ext uri="{FF2B5EF4-FFF2-40B4-BE49-F238E27FC236}">
                  <a16:creationId xmlns:a16="http://schemas.microsoft.com/office/drawing/2014/main" id="{8D17AA51-D191-42F9-B751-0986850B9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92" name="Rectangle 77">
              <a:extLst>
                <a:ext uri="{FF2B5EF4-FFF2-40B4-BE49-F238E27FC236}">
                  <a16:creationId xmlns:a16="http://schemas.microsoft.com/office/drawing/2014/main" id="{6F35E7DF-E864-4BCC-9307-A14E1A74B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93" name="Rectangle 78">
              <a:extLst>
                <a:ext uri="{FF2B5EF4-FFF2-40B4-BE49-F238E27FC236}">
                  <a16:creationId xmlns:a16="http://schemas.microsoft.com/office/drawing/2014/main" id="{7A1BF6BD-1FC0-4D6D-AFCC-C0A7C7110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94" name="Rectangle 79">
              <a:extLst>
                <a:ext uri="{FF2B5EF4-FFF2-40B4-BE49-F238E27FC236}">
                  <a16:creationId xmlns:a16="http://schemas.microsoft.com/office/drawing/2014/main" id="{FE9EDE3F-6881-433E-8A5A-49D959851D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95" name="Rectangle 80">
              <a:extLst>
                <a:ext uri="{FF2B5EF4-FFF2-40B4-BE49-F238E27FC236}">
                  <a16:creationId xmlns:a16="http://schemas.microsoft.com/office/drawing/2014/main" id="{F7C0375D-A757-4464-B4AD-4569B9760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96" name="Rectangle 81">
              <a:extLst>
                <a:ext uri="{FF2B5EF4-FFF2-40B4-BE49-F238E27FC236}">
                  <a16:creationId xmlns:a16="http://schemas.microsoft.com/office/drawing/2014/main" id="{E1016041-CB28-44BF-BB22-5D2EA5023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97" name="Rectangle 82">
              <a:extLst>
                <a:ext uri="{FF2B5EF4-FFF2-40B4-BE49-F238E27FC236}">
                  <a16:creationId xmlns:a16="http://schemas.microsoft.com/office/drawing/2014/main" id="{DE7B8E07-1488-4A4A-9545-D94C1A4F2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98" name="Rectangle 84">
              <a:extLst>
                <a:ext uri="{FF2B5EF4-FFF2-40B4-BE49-F238E27FC236}">
                  <a16:creationId xmlns:a16="http://schemas.microsoft.com/office/drawing/2014/main" id="{415074D4-5A40-4E6A-9F3E-45A0819FB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99" name="Rectangle 85">
              <a:extLst>
                <a:ext uri="{FF2B5EF4-FFF2-40B4-BE49-F238E27FC236}">
                  <a16:creationId xmlns:a16="http://schemas.microsoft.com/office/drawing/2014/main" id="{99358B00-9CAC-4FAE-A799-9C7A5E9AC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0" name="Rectangle 86">
              <a:extLst>
                <a:ext uri="{FF2B5EF4-FFF2-40B4-BE49-F238E27FC236}">
                  <a16:creationId xmlns:a16="http://schemas.microsoft.com/office/drawing/2014/main" id="{C4D93423-E197-4CF6-AC89-FA5646B16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1" name="Rectangle 87">
              <a:extLst>
                <a:ext uri="{FF2B5EF4-FFF2-40B4-BE49-F238E27FC236}">
                  <a16:creationId xmlns:a16="http://schemas.microsoft.com/office/drawing/2014/main" id="{BC7CD61D-D744-4F6B-ADDE-2ECC8E420F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2" name="Rectangle 88">
              <a:extLst>
                <a:ext uri="{FF2B5EF4-FFF2-40B4-BE49-F238E27FC236}">
                  <a16:creationId xmlns:a16="http://schemas.microsoft.com/office/drawing/2014/main" id="{1FEC990B-1204-43FA-8863-9603A1AC0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3" name="Rectangle 89">
              <a:extLst>
                <a:ext uri="{FF2B5EF4-FFF2-40B4-BE49-F238E27FC236}">
                  <a16:creationId xmlns:a16="http://schemas.microsoft.com/office/drawing/2014/main" id="{BD168F2B-19E3-41A4-A7AA-D5CAEF13A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4" name="Rectangle 90">
              <a:extLst>
                <a:ext uri="{FF2B5EF4-FFF2-40B4-BE49-F238E27FC236}">
                  <a16:creationId xmlns:a16="http://schemas.microsoft.com/office/drawing/2014/main" id="{07927E71-5976-4906-82D6-1A6DFD1E7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5" name="Rectangle 91">
              <a:extLst>
                <a:ext uri="{FF2B5EF4-FFF2-40B4-BE49-F238E27FC236}">
                  <a16:creationId xmlns:a16="http://schemas.microsoft.com/office/drawing/2014/main" id="{A8D334BC-5290-4858-B7EC-EAF1E5243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6" name="Rectangle 92">
              <a:extLst>
                <a:ext uri="{FF2B5EF4-FFF2-40B4-BE49-F238E27FC236}">
                  <a16:creationId xmlns:a16="http://schemas.microsoft.com/office/drawing/2014/main" id="{4C61F8FA-6DC3-4215-9D7C-6A581CA31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7" name="Rectangle 93">
              <a:extLst>
                <a:ext uri="{FF2B5EF4-FFF2-40B4-BE49-F238E27FC236}">
                  <a16:creationId xmlns:a16="http://schemas.microsoft.com/office/drawing/2014/main" id="{CE870DEA-D1F9-42C7-9599-ADB0EF3E4A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8" name="Rectangle 94">
              <a:extLst>
                <a:ext uri="{FF2B5EF4-FFF2-40B4-BE49-F238E27FC236}">
                  <a16:creationId xmlns:a16="http://schemas.microsoft.com/office/drawing/2014/main" id="{C6E08350-E788-4255-91F1-CE9BAF204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9" name="Rectangle 95">
              <a:extLst>
                <a:ext uri="{FF2B5EF4-FFF2-40B4-BE49-F238E27FC236}">
                  <a16:creationId xmlns:a16="http://schemas.microsoft.com/office/drawing/2014/main" id="{08A39898-FE76-42FB-AB6B-9DEDE1F3F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10" name="Rectangle 96">
              <a:extLst>
                <a:ext uri="{FF2B5EF4-FFF2-40B4-BE49-F238E27FC236}">
                  <a16:creationId xmlns:a16="http://schemas.microsoft.com/office/drawing/2014/main" id="{9CC1C302-A004-471B-A146-01CF67A02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11" name="Rectangle 97">
              <a:extLst>
                <a:ext uri="{FF2B5EF4-FFF2-40B4-BE49-F238E27FC236}">
                  <a16:creationId xmlns:a16="http://schemas.microsoft.com/office/drawing/2014/main" id="{FF44235E-BF1F-4DA6-9660-CC5DED86A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12" name="Rectangle 98">
              <a:extLst>
                <a:ext uri="{FF2B5EF4-FFF2-40B4-BE49-F238E27FC236}">
                  <a16:creationId xmlns:a16="http://schemas.microsoft.com/office/drawing/2014/main" id="{260711FF-AFC8-4F8E-AFA5-E18F621F2F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13" name="Rectangle 99">
              <a:extLst>
                <a:ext uri="{FF2B5EF4-FFF2-40B4-BE49-F238E27FC236}">
                  <a16:creationId xmlns:a16="http://schemas.microsoft.com/office/drawing/2014/main" id="{3BAC9EF5-F9DA-4546-A98A-A20E1E0A0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14" name="Rectangle 100">
              <a:extLst>
                <a:ext uri="{FF2B5EF4-FFF2-40B4-BE49-F238E27FC236}">
                  <a16:creationId xmlns:a16="http://schemas.microsoft.com/office/drawing/2014/main" id="{EB7E75E7-54D7-44D7-A39B-CC78EB1BD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15" name="Rectangle 101">
              <a:extLst>
                <a:ext uri="{FF2B5EF4-FFF2-40B4-BE49-F238E27FC236}">
                  <a16:creationId xmlns:a16="http://schemas.microsoft.com/office/drawing/2014/main" id="{B37ECC6A-EDCA-48EE-9DAA-8F3122B1D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16" name="Rectangle 102">
              <a:extLst>
                <a:ext uri="{FF2B5EF4-FFF2-40B4-BE49-F238E27FC236}">
                  <a16:creationId xmlns:a16="http://schemas.microsoft.com/office/drawing/2014/main" id="{2824E284-04D0-41B7-B4BB-B65CC60D9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17" name="Rectangle 103">
              <a:extLst>
                <a:ext uri="{FF2B5EF4-FFF2-40B4-BE49-F238E27FC236}">
                  <a16:creationId xmlns:a16="http://schemas.microsoft.com/office/drawing/2014/main" id="{611978A5-7AE3-4B4E-AB66-A89F3BCD3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18" name="Rectangle 104">
              <a:extLst>
                <a:ext uri="{FF2B5EF4-FFF2-40B4-BE49-F238E27FC236}">
                  <a16:creationId xmlns:a16="http://schemas.microsoft.com/office/drawing/2014/main" id="{5F916C05-5F9B-4DEA-A526-E1DFE38E7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19" name="Rectangle 105">
              <a:extLst>
                <a:ext uri="{FF2B5EF4-FFF2-40B4-BE49-F238E27FC236}">
                  <a16:creationId xmlns:a16="http://schemas.microsoft.com/office/drawing/2014/main" id="{EAA8E1B5-5CB2-41E9-9767-1A67930700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20" name="Rectangle 106">
              <a:extLst>
                <a:ext uri="{FF2B5EF4-FFF2-40B4-BE49-F238E27FC236}">
                  <a16:creationId xmlns:a16="http://schemas.microsoft.com/office/drawing/2014/main" id="{C50BD549-1D9E-4C4F-840C-D0652F0BF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21" name="Rectangle 107">
              <a:extLst>
                <a:ext uri="{FF2B5EF4-FFF2-40B4-BE49-F238E27FC236}">
                  <a16:creationId xmlns:a16="http://schemas.microsoft.com/office/drawing/2014/main" id="{A067F5D2-1619-41EA-A713-2D150594A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22" name="Rectangle 108">
              <a:extLst>
                <a:ext uri="{FF2B5EF4-FFF2-40B4-BE49-F238E27FC236}">
                  <a16:creationId xmlns:a16="http://schemas.microsoft.com/office/drawing/2014/main" id="{78B2C504-8FD8-470B-92EF-1326A6729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523" name="Group 522">
            <a:extLst>
              <a:ext uri="{FF2B5EF4-FFF2-40B4-BE49-F238E27FC236}">
                <a16:creationId xmlns:a16="http://schemas.microsoft.com/office/drawing/2014/main" id="{EC9D0B5F-46F7-420B-BDD8-CDAC5C893197}"/>
              </a:ext>
            </a:extLst>
          </p:cNvPr>
          <p:cNvGrpSpPr/>
          <p:nvPr/>
        </p:nvGrpSpPr>
        <p:grpSpPr>
          <a:xfrm>
            <a:off x="3573092" y="4714720"/>
            <a:ext cx="2087564" cy="1797050"/>
            <a:chOff x="620612" y="604599"/>
            <a:chExt cx="2087564" cy="1797050"/>
          </a:xfrm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A9182B91-D678-4111-81DD-99B9E29EE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4FCA1457-A2C1-4763-9B30-50344B5E6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663270F5-0599-4205-BC04-22344A194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9ABFE938-AF3B-48CB-8E84-67406AE6A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577560BF-5A02-4710-92B5-2816D9831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7F53FE97-2891-4266-BC14-2B132353F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729332A3-3C40-44C0-8052-B5B055CE6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74155FBB-04E9-46C7-8299-580A08969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0F1E34-7930-4814-938E-C5F74EDAF8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6434593E-EAB1-4F36-9A11-273A4AC4F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370B3946-BF2E-45ED-A3F1-1070FE5B6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99E311D-1109-4B3E-A02B-4CE1B0BAE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5B1F30E1-6F0B-49C2-ABD6-8D28A7447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1C8FB40E-04CE-4978-97E4-812F2F41D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1E54A555-D96C-41E9-ADBF-7C4A4BAB5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5B2AB763-7497-49A6-B900-22EC9865F6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82C71FD2-68E9-468F-8FB6-199A1D071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E1E1B250-6FD5-4AD0-9D1F-1FA680019D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73F84FD0-59CE-436E-B515-97B3D7042F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273850BF-CFDF-4140-A210-2ACBAE735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D2DF2D68-B6C4-44FC-988A-5843F3D7C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ED179021-2746-4BD1-80CE-A9700C28F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F3D080E-B835-4CF5-AE5C-5C7C441A1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BF562454-10E0-4777-9406-FE1D13478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481D4814-1B62-4136-9723-6AF8727B6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9" name="Rectangle 31">
              <a:extLst>
                <a:ext uri="{FF2B5EF4-FFF2-40B4-BE49-F238E27FC236}">
                  <a16:creationId xmlns:a16="http://schemas.microsoft.com/office/drawing/2014/main" id="{B996CE48-F3B3-4975-A6ED-DB1D1E0E3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A6D71EFF-422C-4606-97E4-D11DF37F0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13277E60-99EB-48DD-93F7-11C83AF30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E0618EFC-C5AC-4F32-BAE8-DCBB7A9FB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54D1D8A1-A957-4612-BF7D-3D12B2FA8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BFF51192-985D-4667-9044-A7A0CA2F4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081B690C-DA1C-4407-A12D-44D888E62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C96691F1-A635-475D-99F7-2775AC74D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84B880D2-1FA2-4B1F-8107-F02D8C56E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DEE687BC-2904-4F3D-996D-D0ECECB535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A4B064FC-EBCB-4759-B05B-88B563F67D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B1F3508C-D635-4F2C-A87E-96DFB2C096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2DF4EBD9-218C-4E19-BC27-A9B98AB5F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4662120-0CEF-456F-9937-1693FA096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58FF2537-71CE-4188-B384-812181616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DE31BE07-2F2C-416B-B3C4-F48E9D63C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632A58C2-29AA-48D0-92A8-2FDD7A679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8ABE8E4B-4C5A-42B6-96D0-99B2B60CA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EA048E0B-7625-41FB-8E75-BD1DCA0D3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70188FD0-B6C6-4A3D-9854-A479F8F56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EADAFDE2-0332-4BE9-B67D-EF38F0FCA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7324477B-AF39-43F5-B7FD-2CCC98BD9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30CACB06-B0F7-4169-9594-A8D7BD6F5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7EF9478D-ECDB-447E-AE32-F3073AF10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CE27627-4048-4E0D-8942-002BE6DA63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74" name="Rectangle 58">
              <a:extLst>
                <a:ext uri="{FF2B5EF4-FFF2-40B4-BE49-F238E27FC236}">
                  <a16:creationId xmlns:a16="http://schemas.microsoft.com/office/drawing/2014/main" id="{A4B055F0-8637-4F1F-A265-55D272E07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75" name="Rectangle 59">
              <a:extLst>
                <a:ext uri="{FF2B5EF4-FFF2-40B4-BE49-F238E27FC236}">
                  <a16:creationId xmlns:a16="http://schemas.microsoft.com/office/drawing/2014/main" id="{6B1C06E4-43E5-483C-8075-A4450589F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76" name="Rectangle 60">
              <a:extLst>
                <a:ext uri="{FF2B5EF4-FFF2-40B4-BE49-F238E27FC236}">
                  <a16:creationId xmlns:a16="http://schemas.microsoft.com/office/drawing/2014/main" id="{C2AC93C7-3770-4CE4-A6B5-B2F0889DD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77" name="Rectangle 61">
              <a:extLst>
                <a:ext uri="{FF2B5EF4-FFF2-40B4-BE49-F238E27FC236}">
                  <a16:creationId xmlns:a16="http://schemas.microsoft.com/office/drawing/2014/main" id="{4DD0E200-2184-49A9-B58E-247EDD0C1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78" name="Rectangle 62">
              <a:extLst>
                <a:ext uri="{FF2B5EF4-FFF2-40B4-BE49-F238E27FC236}">
                  <a16:creationId xmlns:a16="http://schemas.microsoft.com/office/drawing/2014/main" id="{137F176D-BC0B-4149-973B-3B70A6FEE1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79" name="Rectangle 63">
              <a:extLst>
                <a:ext uri="{FF2B5EF4-FFF2-40B4-BE49-F238E27FC236}">
                  <a16:creationId xmlns:a16="http://schemas.microsoft.com/office/drawing/2014/main" id="{123ACCD6-70BF-41D2-9D74-043CF568B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0" name="Rectangle 64">
              <a:extLst>
                <a:ext uri="{FF2B5EF4-FFF2-40B4-BE49-F238E27FC236}">
                  <a16:creationId xmlns:a16="http://schemas.microsoft.com/office/drawing/2014/main" id="{D1886CE7-BB5F-45DC-B322-0328B34B2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1" name="Rectangle 65">
              <a:extLst>
                <a:ext uri="{FF2B5EF4-FFF2-40B4-BE49-F238E27FC236}">
                  <a16:creationId xmlns:a16="http://schemas.microsoft.com/office/drawing/2014/main" id="{11F51585-F0B4-42C7-86F7-A4CAF7BDEF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2" name="Rectangle 66">
              <a:extLst>
                <a:ext uri="{FF2B5EF4-FFF2-40B4-BE49-F238E27FC236}">
                  <a16:creationId xmlns:a16="http://schemas.microsoft.com/office/drawing/2014/main" id="{E1B6FBBD-311A-4C15-802E-A31691F55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3" name="Rectangle 67">
              <a:extLst>
                <a:ext uri="{FF2B5EF4-FFF2-40B4-BE49-F238E27FC236}">
                  <a16:creationId xmlns:a16="http://schemas.microsoft.com/office/drawing/2014/main" id="{BD9106B5-E6FB-4F88-B789-13C2A7E15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4" name="Rectangle 68">
              <a:extLst>
                <a:ext uri="{FF2B5EF4-FFF2-40B4-BE49-F238E27FC236}">
                  <a16:creationId xmlns:a16="http://schemas.microsoft.com/office/drawing/2014/main" id="{CD331C68-35F4-4742-A7DB-2187D3B4CE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5" name="Rectangle 69">
              <a:extLst>
                <a:ext uri="{FF2B5EF4-FFF2-40B4-BE49-F238E27FC236}">
                  <a16:creationId xmlns:a16="http://schemas.microsoft.com/office/drawing/2014/main" id="{4F2E9AFC-A1C1-4F0B-8C8E-09F6B1452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6" name="Rectangle 70">
              <a:extLst>
                <a:ext uri="{FF2B5EF4-FFF2-40B4-BE49-F238E27FC236}">
                  <a16:creationId xmlns:a16="http://schemas.microsoft.com/office/drawing/2014/main" id="{0C7564DF-91E5-4ABA-B994-0BA73D5AF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7" name="Rectangle 71">
              <a:extLst>
                <a:ext uri="{FF2B5EF4-FFF2-40B4-BE49-F238E27FC236}">
                  <a16:creationId xmlns:a16="http://schemas.microsoft.com/office/drawing/2014/main" id="{05BBB3AE-DB4F-48CB-835B-52D3CC6F3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8" name="Rectangle 72">
              <a:extLst>
                <a:ext uri="{FF2B5EF4-FFF2-40B4-BE49-F238E27FC236}">
                  <a16:creationId xmlns:a16="http://schemas.microsoft.com/office/drawing/2014/main" id="{ABB128BD-7A15-40D1-85B8-5267B0EC6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9" name="Rectangle 73">
              <a:extLst>
                <a:ext uri="{FF2B5EF4-FFF2-40B4-BE49-F238E27FC236}">
                  <a16:creationId xmlns:a16="http://schemas.microsoft.com/office/drawing/2014/main" id="{11BDB119-C08F-4041-8507-0FAE1A657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90" name="Rectangle 74">
              <a:extLst>
                <a:ext uri="{FF2B5EF4-FFF2-40B4-BE49-F238E27FC236}">
                  <a16:creationId xmlns:a16="http://schemas.microsoft.com/office/drawing/2014/main" id="{58FC2832-0E1E-4353-983A-2CF13B3BE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91" name="Rectangle 75">
              <a:extLst>
                <a:ext uri="{FF2B5EF4-FFF2-40B4-BE49-F238E27FC236}">
                  <a16:creationId xmlns:a16="http://schemas.microsoft.com/office/drawing/2014/main" id="{E6888D3C-5520-44EA-9011-F69D65FC4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92" name="Rectangle 76">
              <a:extLst>
                <a:ext uri="{FF2B5EF4-FFF2-40B4-BE49-F238E27FC236}">
                  <a16:creationId xmlns:a16="http://schemas.microsoft.com/office/drawing/2014/main" id="{4F7E14BD-1808-49E7-A8AC-4DFB5D219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93" name="Rectangle 77">
              <a:extLst>
                <a:ext uri="{FF2B5EF4-FFF2-40B4-BE49-F238E27FC236}">
                  <a16:creationId xmlns:a16="http://schemas.microsoft.com/office/drawing/2014/main" id="{D4941886-CEFA-45A5-8DC6-7085DAA33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94" name="Rectangle 78">
              <a:extLst>
                <a:ext uri="{FF2B5EF4-FFF2-40B4-BE49-F238E27FC236}">
                  <a16:creationId xmlns:a16="http://schemas.microsoft.com/office/drawing/2014/main" id="{49510892-A2BB-42A9-8A51-F33276D3C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95" name="Rectangle 79">
              <a:extLst>
                <a:ext uri="{FF2B5EF4-FFF2-40B4-BE49-F238E27FC236}">
                  <a16:creationId xmlns:a16="http://schemas.microsoft.com/office/drawing/2014/main" id="{7C348C3B-042E-40A6-BEDB-1C2689254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96" name="Rectangle 80">
              <a:extLst>
                <a:ext uri="{FF2B5EF4-FFF2-40B4-BE49-F238E27FC236}">
                  <a16:creationId xmlns:a16="http://schemas.microsoft.com/office/drawing/2014/main" id="{54FDB117-EB75-40A6-B20C-CAB536ADE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97" name="Rectangle 81">
              <a:extLst>
                <a:ext uri="{FF2B5EF4-FFF2-40B4-BE49-F238E27FC236}">
                  <a16:creationId xmlns:a16="http://schemas.microsoft.com/office/drawing/2014/main" id="{5510C7F5-7065-41D1-A7ED-93F72EEF6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98" name="Rectangle 82">
              <a:extLst>
                <a:ext uri="{FF2B5EF4-FFF2-40B4-BE49-F238E27FC236}">
                  <a16:creationId xmlns:a16="http://schemas.microsoft.com/office/drawing/2014/main" id="{4BC4396A-7077-473E-B064-2A80867B70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99" name="Rectangle 84">
              <a:extLst>
                <a:ext uri="{FF2B5EF4-FFF2-40B4-BE49-F238E27FC236}">
                  <a16:creationId xmlns:a16="http://schemas.microsoft.com/office/drawing/2014/main" id="{135F4F97-CE0F-4901-A207-4AAE4E730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00" name="Rectangle 85">
              <a:extLst>
                <a:ext uri="{FF2B5EF4-FFF2-40B4-BE49-F238E27FC236}">
                  <a16:creationId xmlns:a16="http://schemas.microsoft.com/office/drawing/2014/main" id="{1F5421BA-ADAE-4190-8735-97C496307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01" name="Rectangle 86">
              <a:extLst>
                <a:ext uri="{FF2B5EF4-FFF2-40B4-BE49-F238E27FC236}">
                  <a16:creationId xmlns:a16="http://schemas.microsoft.com/office/drawing/2014/main" id="{2F8571B0-A250-4CAD-AC6D-061EB6398A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02" name="Rectangle 87">
              <a:extLst>
                <a:ext uri="{FF2B5EF4-FFF2-40B4-BE49-F238E27FC236}">
                  <a16:creationId xmlns:a16="http://schemas.microsoft.com/office/drawing/2014/main" id="{A3623CD4-BF03-4C13-AAC9-4760320B7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03" name="Rectangle 88">
              <a:extLst>
                <a:ext uri="{FF2B5EF4-FFF2-40B4-BE49-F238E27FC236}">
                  <a16:creationId xmlns:a16="http://schemas.microsoft.com/office/drawing/2014/main" id="{8C12A621-3B33-4ECB-825F-7B308C1DC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04" name="Rectangle 89">
              <a:extLst>
                <a:ext uri="{FF2B5EF4-FFF2-40B4-BE49-F238E27FC236}">
                  <a16:creationId xmlns:a16="http://schemas.microsoft.com/office/drawing/2014/main" id="{804C9BE3-5E5A-4519-8874-14706E6C41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05" name="Rectangle 90">
              <a:extLst>
                <a:ext uri="{FF2B5EF4-FFF2-40B4-BE49-F238E27FC236}">
                  <a16:creationId xmlns:a16="http://schemas.microsoft.com/office/drawing/2014/main" id="{90C7F125-DB75-48F7-BDD8-B4B8F0EB81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06" name="Rectangle 91">
              <a:extLst>
                <a:ext uri="{FF2B5EF4-FFF2-40B4-BE49-F238E27FC236}">
                  <a16:creationId xmlns:a16="http://schemas.microsoft.com/office/drawing/2014/main" id="{CE2E8AB8-87F6-4875-A0FC-626C9FF89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07" name="Rectangle 92">
              <a:extLst>
                <a:ext uri="{FF2B5EF4-FFF2-40B4-BE49-F238E27FC236}">
                  <a16:creationId xmlns:a16="http://schemas.microsoft.com/office/drawing/2014/main" id="{CF7FAA14-A928-40F9-B1C2-CFAB61560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08" name="Rectangle 93">
              <a:extLst>
                <a:ext uri="{FF2B5EF4-FFF2-40B4-BE49-F238E27FC236}">
                  <a16:creationId xmlns:a16="http://schemas.microsoft.com/office/drawing/2014/main" id="{E41910FB-9117-41CC-9895-73B63A10E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09" name="Rectangle 94">
              <a:extLst>
                <a:ext uri="{FF2B5EF4-FFF2-40B4-BE49-F238E27FC236}">
                  <a16:creationId xmlns:a16="http://schemas.microsoft.com/office/drawing/2014/main" id="{217CCEC7-255C-4543-B8FE-BCEBA3C632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0" name="Rectangle 95">
              <a:extLst>
                <a:ext uri="{FF2B5EF4-FFF2-40B4-BE49-F238E27FC236}">
                  <a16:creationId xmlns:a16="http://schemas.microsoft.com/office/drawing/2014/main" id="{A2E94A47-0F71-459B-BEF4-4AB483EA1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1" name="Rectangle 96">
              <a:extLst>
                <a:ext uri="{FF2B5EF4-FFF2-40B4-BE49-F238E27FC236}">
                  <a16:creationId xmlns:a16="http://schemas.microsoft.com/office/drawing/2014/main" id="{FD8A8FB9-3C0A-4EFE-B351-FE20A597A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2" name="Rectangle 97">
              <a:extLst>
                <a:ext uri="{FF2B5EF4-FFF2-40B4-BE49-F238E27FC236}">
                  <a16:creationId xmlns:a16="http://schemas.microsoft.com/office/drawing/2014/main" id="{CAF11E6D-F28B-465F-9473-B7210D838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3" name="Rectangle 98">
              <a:extLst>
                <a:ext uri="{FF2B5EF4-FFF2-40B4-BE49-F238E27FC236}">
                  <a16:creationId xmlns:a16="http://schemas.microsoft.com/office/drawing/2014/main" id="{48160103-B6CD-4864-87F5-77C2823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4" name="Rectangle 99">
              <a:extLst>
                <a:ext uri="{FF2B5EF4-FFF2-40B4-BE49-F238E27FC236}">
                  <a16:creationId xmlns:a16="http://schemas.microsoft.com/office/drawing/2014/main" id="{F0A34450-F3BA-4171-9D67-EACB0426B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5" name="Rectangle 100">
              <a:extLst>
                <a:ext uri="{FF2B5EF4-FFF2-40B4-BE49-F238E27FC236}">
                  <a16:creationId xmlns:a16="http://schemas.microsoft.com/office/drawing/2014/main" id="{0AD0433F-0B0F-40E0-A714-B8E50D8C3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6" name="Rectangle 101">
              <a:extLst>
                <a:ext uri="{FF2B5EF4-FFF2-40B4-BE49-F238E27FC236}">
                  <a16:creationId xmlns:a16="http://schemas.microsoft.com/office/drawing/2014/main" id="{B4BCFA4C-69C1-40BA-A150-65CE5F2CA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7" name="Rectangle 102">
              <a:extLst>
                <a:ext uri="{FF2B5EF4-FFF2-40B4-BE49-F238E27FC236}">
                  <a16:creationId xmlns:a16="http://schemas.microsoft.com/office/drawing/2014/main" id="{10927F9B-4EEB-47BE-941D-981E341A8B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8" name="Rectangle 103">
              <a:extLst>
                <a:ext uri="{FF2B5EF4-FFF2-40B4-BE49-F238E27FC236}">
                  <a16:creationId xmlns:a16="http://schemas.microsoft.com/office/drawing/2014/main" id="{1AA5F87F-095F-4CF0-8B09-DA6F8DF24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9" name="Rectangle 104">
              <a:extLst>
                <a:ext uri="{FF2B5EF4-FFF2-40B4-BE49-F238E27FC236}">
                  <a16:creationId xmlns:a16="http://schemas.microsoft.com/office/drawing/2014/main" id="{1B9185C8-0321-4FD2-95EE-6834E72CA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0" name="Rectangle 105">
              <a:extLst>
                <a:ext uri="{FF2B5EF4-FFF2-40B4-BE49-F238E27FC236}">
                  <a16:creationId xmlns:a16="http://schemas.microsoft.com/office/drawing/2014/main" id="{5BDC26D5-7C58-4EB7-A93C-47446C96E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1" name="Rectangle 106">
              <a:extLst>
                <a:ext uri="{FF2B5EF4-FFF2-40B4-BE49-F238E27FC236}">
                  <a16:creationId xmlns:a16="http://schemas.microsoft.com/office/drawing/2014/main" id="{D8D63F46-3A2D-43F8-B0AB-9943734BC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2" name="Rectangle 107">
              <a:extLst>
                <a:ext uri="{FF2B5EF4-FFF2-40B4-BE49-F238E27FC236}">
                  <a16:creationId xmlns:a16="http://schemas.microsoft.com/office/drawing/2014/main" id="{2E4C104D-D92F-49EA-8A8B-5813055BD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3" name="Rectangle 108">
              <a:extLst>
                <a:ext uri="{FF2B5EF4-FFF2-40B4-BE49-F238E27FC236}">
                  <a16:creationId xmlns:a16="http://schemas.microsoft.com/office/drawing/2014/main" id="{4500C123-B924-43B1-AF0F-F3EAE674E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24" name="Group 623">
            <a:extLst>
              <a:ext uri="{FF2B5EF4-FFF2-40B4-BE49-F238E27FC236}">
                <a16:creationId xmlns:a16="http://schemas.microsoft.com/office/drawing/2014/main" id="{33C87713-3346-4125-BE0D-53CD54E9762D}"/>
              </a:ext>
            </a:extLst>
          </p:cNvPr>
          <p:cNvGrpSpPr/>
          <p:nvPr/>
        </p:nvGrpSpPr>
        <p:grpSpPr>
          <a:xfrm>
            <a:off x="620688" y="6732240"/>
            <a:ext cx="2087564" cy="1797050"/>
            <a:chOff x="620612" y="604599"/>
            <a:chExt cx="2087564" cy="1797050"/>
          </a:xfrm>
        </p:grpSpPr>
        <p:sp>
          <p:nvSpPr>
            <p:cNvPr id="625" name="Rectangle 5">
              <a:extLst>
                <a:ext uri="{FF2B5EF4-FFF2-40B4-BE49-F238E27FC236}">
                  <a16:creationId xmlns:a16="http://schemas.microsoft.com/office/drawing/2014/main" id="{5B4082C1-6E03-42B2-84EA-0E205ADEF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6" name="Rectangle 6">
              <a:extLst>
                <a:ext uri="{FF2B5EF4-FFF2-40B4-BE49-F238E27FC236}">
                  <a16:creationId xmlns:a16="http://schemas.microsoft.com/office/drawing/2014/main" id="{617EB08E-F48F-4985-9897-056D6D85F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7" name="Rectangle 7">
              <a:extLst>
                <a:ext uri="{FF2B5EF4-FFF2-40B4-BE49-F238E27FC236}">
                  <a16:creationId xmlns:a16="http://schemas.microsoft.com/office/drawing/2014/main" id="{C42C16D4-3194-4A8C-85D8-CA6C734F2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8" name="Rectangle 8">
              <a:extLst>
                <a:ext uri="{FF2B5EF4-FFF2-40B4-BE49-F238E27FC236}">
                  <a16:creationId xmlns:a16="http://schemas.microsoft.com/office/drawing/2014/main" id="{3A595363-DF22-45E0-8575-326491F78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9" name="Rectangle 9">
              <a:extLst>
                <a:ext uri="{FF2B5EF4-FFF2-40B4-BE49-F238E27FC236}">
                  <a16:creationId xmlns:a16="http://schemas.microsoft.com/office/drawing/2014/main" id="{353E37B5-7FE3-47D6-8286-7E342052E0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0" name="Rectangle 10">
              <a:extLst>
                <a:ext uri="{FF2B5EF4-FFF2-40B4-BE49-F238E27FC236}">
                  <a16:creationId xmlns:a16="http://schemas.microsoft.com/office/drawing/2014/main" id="{BC4257F4-9C11-4B6E-84BF-47C5FF45A0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1" name="Rectangle 11">
              <a:extLst>
                <a:ext uri="{FF2B5EF4-FFF2-40B4-BE49-F238E27FC236}">
                  <a16:creationId xmlns:a16="http://schemas.microsoft.com/office/drawing/2014/main" id="{7E0E806C-0151-4691-AEF4-B6292B945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2" name="Rectangle 12">
              <a:extLst>
                <a:ext uri="{FF2B5EF4-FFF2-40B4-BE49-F238E27FC236}">
                  <a16:creationId xmlns:a16="http://schemas.microsoft.com/office/drawing/2014/main" id="{762F9B43-3C9C-4FDF-B93B-FBF458B98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3" name="Rectangle 13">
              <a:extLst>
                <a:ext uri="{FF2B5EF4-FFF2-40B4-BE49-F238E27FC236}">
                  <a16:creationId xmlns:a16="http://schemas.microsoft.com/office/drawing/2014/main" id="{183030AB-366F-4FA5-B035-A6C560E36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4" name="Rectangle 14">
              <a:extLst>
                <a:ext uri="{FF2B5EF4-FFF2-40B4-BE49-F238E27FC236}">
                  <a16:creationId xmlns:a16="http://schemas.microsoft.com/office/drawing/2014/main" id="{3551FC2D-BC34-4215-9DDA-B660F81225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5" name="Rectangle 15">
              <a:extLst>
                <a:ext uri="{FF2B5EF4-FFF2-40B4-BE49-F238E27FC236}">
                  <a16:creationId xmlns:a16="http://schemas.microsoft.com/office/drawing/2014/main" id="{97500CA2-83A3-4717-9601-1AF2AACDC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6" name="Rectangle 16">
              <a:extLst>
                <a:ext uri="{FF2B5EF4-FFF2-40B4-BE49-F238E27FC236}">
                  <a16:creationId xmlns:a16="http://schemas.microsoft.com/office/drawing/2014/main" id="{F2DB0994-2DE4-4361-AEDA-6DA90A028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7" name="Rectangle 17">
              <a:extLst>
                <a:ext uri="{FF2B5EF4-FFF2-40B4-BE49-F238E27FC236}">
                  <a16:creationId xmlns:a16="http://schemas.microsoft.com/office/drawing/2014/main" id="{003FE8C7-A719-43FE-A9AE-3E6FBF9BF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8" name="Rectangle 18">
              <a:extLst>
                <a:ext uri="{FF2B5EF4-FFF2-40B4-BE49-F238E27FC236}">
                  <a16:creationId xmlns:a16="http://schemas.microsoft.com/office/drawing/2014/main" id="{E2F0386C-44F3-4FEF-9D1E-C033CF8EA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9" name="Rectangle 19">
              <a:extLst>
                <a:ext uri="{FF2B5EF4-FFF2-40B4-BE49-F238E27FC236}">
                  <a16:creationId xmlns:a16="http://schemas.microsoft.com/office/drawing/2014/main" id="{822584BF-FA79-4C1C-8DD7-C085E4E88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0" name="Rectangle 20">
              <a:extLst>
                <a:ext uri="{FF2B5EF4-FFF2-40B4-BE49-F238E27FC236}">
                  <a16:creationId xmlns:a16="http://schemas.microsoft.com/office/drawing/2014/main" id="{7CA8EECC-00A2-4631-8FED-D25E22AF7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1" name="Rectangle 21">
              <a:extLst>
                <a:ext uri="{FF2B5EF4-FFF2-40B4-BE49-F238E27FC236}">
                  <a16:creationId xmlns:a16="http://schemas.microsoft.com/office/drawing/2014/main" id="{65901AAA-922D-45A9-BB1C-95F495693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2" name="Rectangle 22">
              <a:extLst>
                <a:ext uri="{FF2B5EF4-FFF2-40B4-BE49-F238E27FC236}">
                  <a16:creationId xmlns:a16="http://schemas.microsoft.com/office/drawing/2014/main" id="{9978C302-BC84-48CF-AE40-B63652E06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3" name="Rectangle 23">
              <a:extLst>
                <a:ext uri="{FF2B5EF4-FFF2-40B4-BE49-F238E27FC236}">
                  <a16:creationId xmlns:a16="http://schemas.microsoft.com/office/drawing/2014/main" id="{BD73B80D-BBED-403C-8A6F-94A884236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4" name="Rectangle 24">
              <a:extLst>
                <a:ext uri="{FF2B5EF4-FFF2-40B4-BE49-F238E27FC236}">
                  <a16:creationId xmlns:a16="http://schemas.microsoft.com/office/drawing/2014/main" id="{18799B87-8E75-4FF1-9133-E00D1BAD10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5" name="Rectangle 25">
              <a:extLst>
                <a:ext uri="{FF2B5EF4-FFF2-40B4-BE49-F238E27FC236}">
                  <a16:creationId xmlns:a16="http://schemas.microsoft.com/office/drawing/2014/main" id="{B699F562-0535-499D-9352-5F2902C3C7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6" name="Rectangle 26">
              <a:extLst>
                <a:ext uri="{FF2B5EF4-FFF2-40B4-BE49-F238E27FC236}">
                  <a16:creationId xmlns:a16="http://schemas.microsoft.com/office/drawing/2014/main" id="{9D759361-8CF8-40A4-B0A7-F6A404872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7" name="Rectangle 27">
              <a:extLst>
                <a:ext uri="{FF2B5EF4-FFF2-40B4-BE49-F238E27FC236}">
                  <a16:creationId xmlns:a16="http://schemas.microsoft.com/office/drawing/2014/main" id="{CEC273A5-77B3-4C34-995C-7E9459F11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8" name="Rectangle 28">
              <a:extLst>
                <a:ext uri="{FF2B5EF4-FFF2-40B4-BE49-F238E27FC236}">
                  <a16:creationId xmlns:a16="http://schemas.microsoft.com/office/drawing/2014/main" id="{E1935406-94E8-4A81-9709-AEF3F76FB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9" name="Rectangle 29">
              <a:extLst>
                <a:ext uri="{FF2B5EF4-FFF2-40B4-BE49-F238E27FC236}">
                  <a16:creationId xmlns:a16="http://schemas.microsoft.com/office/drawing/2014/main" id="{26506759-AD46-4EF9-9E88-0171F6E27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0" name="Rectangle 31">
              <a:extLst>
                <a:ext uri="{FF2B5EF4-FFF2-40B4-BE49-F238E27FC236}">
                  <a16:creationId xmlns:a16="http://schemas.microsoft.com/office/drawing/2014/main" id="{4C229AE8-F255-4F72-864A-14F69C06D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1" name="Rectangle 32">
              <a:extLst>
                <a:ext uri="{FF2B5EF4-FFF2-40B4-BE49-F238E27FC236}">
                  <a16:creationId xmlns:a16="http://schemas.microsoft.com/office/drawing/2014/main" id="{D5FECF72-272B-4A48-B5F5-B397DDC05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2" name="Rectangle 33">
              <a:extLst>
                <a:ext uri="{FF2B5EF4-FFF2-40B4-BE49-F238E27FC236}">
                  <a16:creationId xmlns:a16="http://schemas.microsoft.com/office/drawing/2014/main" id="{C0A88415-1547-4A45-8498-2C7976232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3" name="Rectangle 34">
              <a:extLst>
                <a:ext uri="{FF2B5EF4-FFF2-40B4-BE49-F238E27FC236}">
                  <a16:creationId xmlns:a16="http://schemas.microsoft.com/office/drawing/2014/main" id="{46D273CA-7E2F-4385-8DCF-0506F2C90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4" name="Rectangle 35">
              <a:extLst>
                <a:ext uri="{FF2B5EF4-FFF2-40B4-BE49-F238E27FC236}">
                  <a16:creationId xmlns:a16="http://schemas.microsoft.com/office/drawing/2014/main" id="{8012EA6E-7271-460C-8147-EC63274F9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5" name="Rectangle 36">
              <a:extLst>
                <a:ext uri="{FF2B5EF4-FFF2-40B4-BE49-F238E27FC236}">
                  <a16:creationId xmlns:a16="http://schemas.microsoft.com/office/drawing/2014/main" id="{25D4CD08-3AFC-47CA-864D-CCE204DFD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6" name="Rectangle 37">
              <a:extLst>
                <a:ext uri="{FF2B5EF4-FFF2-40B4-BE49-F238E27FC236}">
                  <a16:creationId xmlns:a16="http://schemas.microsoft.com/office/drawing/2014/main" id="{088CB4B7-8AA7-45C0-AEB7-7D569CF32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7" name="Rectangle 38">
              <a:extLst>
                <a:ext uri="{FF2B5EF4-FFF2-40B4-BE49-F238E27FC236}">
                  <a16:creationId xmlns:a16="http://schemas.microsoft.com/office/drawing/2014/main" id="{27DE2E99-C39E-44E6-9E40-ECF10BB646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8" name="Rectangle 39">
              <a:extLst>
                <a:ext uri="{FF2B5EF4-FFF2-40B4-BE49-F238E27FC236}">
                  <a16:creationId xmlns:a16="http://schemas.microsoft.com/office/drawing/2014/main" id="{3250819D-0FA0-49EB-9F59-B956EF4FD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9" name="Rectangle 40">
              <a:extLst>
                <a:ext uri="{FF2B5EF4-FFF2-40B4-BE49-F238E27FC236}">
                  <a16:creationId xmlns:a16="http://schemas.microsoft.com/office/drawing/2014/main" id="{9485C777-EF04-4920-A59C-105BE4CB16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0" name="Rectangle 41">
              <a:extLst>
                <a:ext uri="{FF2B5EF4-FFF2-40B4-BE49-F238E27FC236}">
                  <a16:creationId xmlns:a16="http://schemas.microsoft.com/office/drawing/2014/main" id="{CAB49191-76AC-4B9D-8B07-910B6F14A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1" name="Rectangle 42">
              <a:extLst>
                <a:ext uri="{FF2B5EF4-FFF2-40B4-BE49-F238E27FC236}">
                  <a16:creationId xmlns:a16="http://schemas.microsoft.com/office/drawing/2014/main" id="{2B9D0702-977E-4C12-A42E-DEEB7B4C4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2" name="Rectangle 43">
              <a:extLst>
                <a:ext uri="{FF2B5EF4-FFF2-40B4-BE49-F238E27FC236}">
                  <a16:creationId xmlns:a16="http://schemas.microsoft.com/office/drawing/2014/main" id="{A6320F58-3217-418A-9C78-B994495A1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3" name="Rectangle 44">
              <a:extLst>
                <a:ext uri="{FF2B5EF4-FFF2-40B4-BE49-F238E27FC236}">
                  <a16:creationId xmlns:a16="http://schemas.microsoft.com/office/drawing/2014/main" id="{D436D216-E517-40BC-A015-8CEB16810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4" name="Rectangle 45">
              <a:extLst>
                <a:ext uri="{FF2B5EF4-FFF2-40B4-BE49-F238E27FC236}">
                  <a16:creationId xmlns:a16="http://schemas.microsoft.com/office/drawing/2014/main" id="{B1D10A4E-B3B1-4399-8DA1-B6F5CCF98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5" name="Rectangle 46">
              <a:extLst>
                <a:ext uri="{FF2B5EF4-FFF2-40B4-BE49-F238E27FC236}">
                  <a16:creationId xmlns:a16="http://schemas.microsoft.com/office/drawing/2014/main" id="{7E0E793D-5F3B-4285-9191-C5326F4DF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6" name="Rectangle 47">
              <a:extLst>
                <a:ext uri="{FF2B5EF4-FFF2-40B4-BE49-F238E27FC236}">
                  <a16:creationId xmlns:a16="http://schemas.microsoft.com/office/drawing/2014/main" id="{FBBA23A2-7953-4121-A2EA-98876781AB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7" name="Rectangle 48">
              <a:extLst>
                <a:ext uri="{FF2B5EF4-FFF2-40B4-BE49-F238E27FC236}">
                  <a16:creationId xmlns:a16="http://schemas.microsoft.com/office/drawing/2014/main" id="{8A0BCBB4-76FE-41EF-B614-2886DEE86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8" name="Rectangle 49">
              <a:extLst>
                <a:ext uri="{FF2B5EF4-FFF2-40B4-BE49-F238E27FC236}">
                  <a16:creationId xmlns:a16="http://schemas.microsoft.com/office/drawing/2014/main" id="{4D5E72AC-B89C-4F74-A366-A10002DFB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9" name="Rectangle 50">
              <a:extLst>
                <a:ext uri="{FF2B5EF4-FFF2-40B4-BE49-F238E27FC236}">
                  <a16:creationId xmlns:a16="http://schemas.microsoft.com/office/drawing/2014/main" id="{6BA12850-73E9-48E0-A598-10A3BAFEF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0" name="Rectangle 51">
              <a:extLst>
                <a:ext uri="{FF2B5EF4-FFF2-40B4-BE49-F238E27FC236}">
                  <a16:creationId xmlns:a16="http://schemas.microsoft.com/office/drawing/2014/main" id="{83344036-8992-437E-A206-40BA09345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1" name="Rectangle 52">
              <a:extLst>
                <a:ext uri="{FF2B5EF4-FFF2-40B4-BE49-F238E27FC236}">
                  <a16:creationId xmlns:a16="http://schemas.microsoft.com/office/drawing/2014/main" id="{C43C2E90-02F6-4E07-84F7-05FBE4EBFC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2" name="Rectangle 53">
              <a:extLst>
                <a:ext uri="{FF2B5EF4-FFF2-40B4-BE49-F238E27FC236}">
                  <a16:creationId xmlns:a16="http://schemas.microsoft.com/office/drawing/2014/main" id="{2A5764AD-E050-4F62-9467-5A3CDB500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3" name="Rectangle 54">
              <a:extLst>
                <a:ext uri="{FF2B5EF4-FFF2-40B4-BE49-F238E27FC236}">
                  <a16:creationId xmlns:a16="http://schemas.microsoft.com/office/drawing/2014/main" id="{6B7DC8D4-96B7-4A60-9AD4-179D978BB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4" name="Rectangle 55">
              <a:extLst>
                <a:ext uri="{FF2B5EF4-FFF2-40B4-BE49-F238E27FC236}">
                  <a16:creationId xmlns:a16="http://schemas.microsoft.com/office/drawing/2014/main" id="{9404D80B-441F-4A76-8E8F-29841B3D4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5" name="Rectangle 58">
              <a:extLst>
                <a:ext uri="{FF2B5EF4-FFF2-40B4-BE49-F238E27FC236}">
                  <a16:creationId xmlns:a16="http://schemas.microsoft.com/office/drawing/2014/main" id="{E6007989-AD40-45BA-A1C9-1F1ED7D3D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6" name="Rectangle 59">
              <a:extLst>
                <a:ext uri="{FF2B5EF4-FFF2-40B4-BE49-F238E27FC236}">
                  <a16:creationId xmlns:a16="http://schemas.microsoft.com/office/drawing/2014/main" id="{DEB886F4-9F5D-4AEF-9E6E-C343ABC4E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7" name="Rectangle 60">
              <a:extLst>
                <a:ext uri="{FF2B5EF4-FFF2-40B4-BE49-F238E27FC236}">
                  <a16:creationId xmlns:a16="http://schemas.microsoft.com/office/drawing/2014/main" id="{DFEDB0C2-9AEF-4A16-8A9C-7AF087B22A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8" name="Rectangle 61">
              <a:extLst>
                <a:ext uri="{FF2B5EF4-FFF2-40B4-BE49-F238E27FC236}">
                  <a16:creationId xmlns:a16="http://schemas.microsoft.com/office/drawing/2014/main" id="{723D755B-3985-4A02-BDF4-890A9E646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9" name="Rectangle 62">
              <a:extLst>
                <a:ext uri="{FF2B5EF4-FFF2-40B4-BE49-F238E27FC236}">
                  <a16:creationId xmlns:a16="http://schemas.microsoft.com/office/drawing/2014/main" id="{B750C2C8-FC50-4C41-8F42-0D8792D033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0" name="Rectangle 63">
              <a:extLst>
                <a:ext uri="{FF2B5EF4-FFF2-40B4-BE49-F238E27FC236}">
                  <a16:creationId xmlns:a16="http://schemas.microsoft.com/office/drawing/2014/main" id="{01740593-0945-415D-9471-03CE40526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1" name="Rectangle 64">
              <a:extLst>
                <a:ext uri="{FF2B5EF4-FFF2-40B4-BE49-F238E27FC236}">
                  <a16:creationId xmlns:a16="http://schemas.microsoft.com/office/drawing/2014/main" id="{F2150EC9-88DA-475D-B680-1E16C26D3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2" name="Rectangle 65">
              <a:extLst>
                <a:ext uri="{FF2B5EF4-FFF2-40B4-BE49-F238E27FC236}">
                  <a16:creationId xmlns:a16="http://schemas.microsoft.com/office/drawing/2014/main" id="{AD29028E-49A2-41B2-A550-55148B1F2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3" name="Rectangle 66">
              <a:extLst>
                <a:ext uri="{FF2B5EF4-FFF2-40B4-BE49-F238E27FC236}">
                  <a16:creationId xmlns:a16="http://schemas.microsoft.com/office/drawing/2014/main" id="{55D83703-F012-45A0-B0E1-1B00E8B78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4" name="Rectangle 67">
              <a:extLst>
                <a:ext uri="{FF2B5EF4-FFF2-40B4-BE49-F238E27FC236}">
                  <a16:creationId xmlns:a16="http://schemas.microsoft.com/office/drawing/2014/main" id="{6A083DD5-EBC7-4A86-A5A2-4EC5A572C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5" name="Rectangle 68">
              <a:extLst>
                <a:ext uri="{FF2B5EF4-FFF2-40B4-BE49-F238E27FC236}">
                  <a16:creationId xmlns:a16="http://schemas.microsoft.com/office/drawing/2014/main" id="{1061F201-4372-4017-BD31-54B520AA9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6" name="Rectangle 69">
              <a:extLst>
                <a:ext uri="{FF2B5EF4-FFF2-40B4-BE49-F238E27FC236}">
                  <a16:creationId xmlns:a16="http://schemas.microsoft.com/office/drawing/2014/main" id="{36244B48-4235-4622-BDE9-4C3A7AC58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7" name="Rectangle 70">
              <a:extLst>
                <a:ext uri="{FF2B5EF4-FFF2-40B4-BE49-F238E27FC236}">
                  <a16:creationId xmlns:a16="http://schemas.microsoft.com/office/drawing/2014/main" id="{939E22A6-FDFA-45D2-9139-15D4BA556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8" name="Rectangle 71">
              <a:extLst>
                <a:ext uri="{FF2B5EF4-FFF2-40B4-BE49-F238E27FC236}">
                  <a16:creationId xmlns:a16="http://schemas.microsoft.com/office/drawing/2014/main" id="{EBE39A0B-2C70-4AC2-872B-3FE375527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9" name="Rectangle 72">
              <a:extLst>
                <a:ext uri="{FF2B5EF4-FFF2-40B4-BE49-F238E27FC236}">
                  <a16:creationId xmlns:a16="http://schemas.microsoft.com/office/drawing/2014/main" id="{438A701C-0AEA-4574-9060-01A26646DD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0" name="Rectangle 73">
              <a:extLst>
                <a:ext uri="{FF2B5EF4-FFF2-40B4-BE49-F238E27FC236}">
                  <a16:creationId xmlns:a16="http://schemas.microsoft.com/office/drawing/2014/main" id="{8669C32D-0140-45AD-9C75-ECFCDD5C3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1" name="Rectangle 74">
              <a:extLst>
                <a:ext uri="{FF2B5EF4-FFF2-40B4-BE49-F238E27FC236}">
                  <a16:creationId xmlns:a16="http://schemas.microsoft.com/office/drawing/2014/main" id="{E30F851B-CB92-4F71-B0B1-39A2D4DE45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2" name="Rectangle 75">
              <a:extLst>
                <a:ext uri="{FF2B5EF4-FFF2-40B4-BE49-F238E27FC236}">
                  <a16:creationId xmlns:a16="http://schemas.microsoft.com/office/drawing/2014/main" id="{86596879-EDED-4AA9-956F-D034C6EEB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3" name="Rectangle 76">
              <a:extLst>
                <a:ext uri="{FF2B5EF4-FFF2-40B4-BE49-F238E27FC236}">
                  <a16:creationId xmlns:a16="http://schemas.microsoft.com/office/drawing/2014/main" id="{68CC8F47-51BC-40AA-A57A-BFCF09B78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4" name="Rectangle 77">
              <a:extLst>
                <a:ext uri="{FF2B5EF4-FFF2-40B4-BE49-F238E27FC236}">
                  <a16:creationId xmlns:a16="http://schemas.microsoft.com/office/drawing/2014/main" id="{74968EFA-9390-4279-BCD5-5B99C37F7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5" name="Rectangle 78">
              <a:extLst>
                <a:ext uri="{FF2B5EF4-FFF2-40B4-BE49-F238E27FC236}">
                  <a16:creationId xmlns:a16="http://schemas.microsoft.com/office/drawing/2014/main" id="{7028BC2D-20A9-4DE2-A727-38F6222595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6" name="Rectangle 79">
              <a:extLst>
                <a:ext uri="{FF2B5EF4-FFF2-40B4-BE49-F238E27FC236}">
                  <a16:creationId xmlns:a16="http://schemas.microsoft.com/office/drawing/2014/main" id="{8746F2CE-B129-438E-9080-A1DE29822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7" name="Rectangle 80">
              <a:extLst>
                <a:ext uri="{FF2B5EF4-FFF2-40B4-BE49-F238E27FC236}">
                  <a16:creationId xmlns:a16="http://schemas.microsoft.com/office/drawing/2014/main" id="{D7CF231B-0E4F-4BA6-9959-AECBA41F8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8" name="Rectangle 81">
              <a:extLst>
                <a:ext uri="{FF2B5EF4-FFF2-40B4-BE49-F238E27FC236}">
                  <a16:creationId xmlns:a16="http://schemas.microsoft.com/office/drawing/2014/main" id="{234C723A-8D0B-4DF6-BC49-79DC41DC0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9" name="Rectangle 82">
              <a:extLst>
                <a:ext uri="{FF2B5EF4-FFF2-40B4-BE49-F238E27FC236}">
                  <a16:creationId xmlns:a16="http://schemas.microsoft.com/office/drawing/2014/main" id="{6C47CFCA-4505-4840-A8EA-9EED76616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0" name="Rectangle 84">
              <a:extLst>
                <a:ext uri="{FF2B5EF4-FFF2-40B4-BE49-F238E27FC236}">
                  <a16:creationId xmlns:a16="http://schemas.microsoft.com/office/drawing/2014/main" id="{2F4B4C79-2867-4A84-97F1-F40788BF8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1" name="Rectangle 85">
              <a:extLst>
                <a:ext uri="{FF2B5EF4-FFF2-40B4-BE49-F238E27FC236}">
                  <a16:creationId xmlns:a16="http://schemas.microsoft.com/office/drawing/2014/main" id="{3FDFC1A3-F8F7-4F22-8AC0-E0C044852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2" name="Rectangle 86">
              <a:extLst>
                <a:ext uri="{FF2B5EF4-FFF2-40B4-BE49-F238E27FC236}">
                  <a16:creationId xmlns:a16="http://schemas.microsoft.com/office/drawing/2014/main" id="{6B6A8AD0-0DA3-43C8-AFE8-2A14D1098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3" name="Rectangle 87">
              <a:extLst>
                <a:ext uri="{FF2B5EF4-FFF2-40B4-BE49-F238E27FC236}">
                  <a16:creationId xmlns:a16="http://schemas.microsoft.com/office/drawing/2014/main" id="{F50600DF-2233-4986-ABD2-4DCA3A5765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4" name="Rectangle 88">
              <a:extLst>
                <a:ext uri="{FF2B5EF4-FFF2-40B4-BE49-F238E27FC236}">
                  <a16:creationId xmlns:a16="http://schemas.microsoft.com/office/drawing/2014/main" id="{3557DADF-468A-476D-821C-21FE8CF14F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5" name="Rectangle 89">
              <a:extLst>
                <a:ext uri="{FF2B5EF4-FFF2-40B4-BE49-F238E27FC236}">
                  <a16:creationId xmlns:a16="http://schemas.microsoft.com/office/drawing/2014/main" id="{741DB3E3-BEDC-4E49-A253-0547BF9785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6" name="Rectangle 90">
              <a:extLst>
                <a:ext uri="{FF2B5EF4-FFF2-40B4-BE49-F238E27FC236}">
                  <a16:creationId xmlns:a16="http://schemas.microsoft.com/office/drawing/2014/main" id="{6BFE5CC3-E42E-4370-9B19-211258161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7" name="Rectangle 91">
              <a:extLst>
                <a:ext uri="{FF2B5EF4-FFF2-40B4-BE49-F238E27FC236}">
                  <a16:creationId xmlns:a16="http://schemas.microsoft.com/office/drawing/2014/main" id="{02CC702E-D8DE-413C-86E3-B19DCEDED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8" name="Rectangle 92">
              <a:extLst>
                <a:ext uri="{FF2B5EF4-FFF2-40B4-BE49-F238E27FC236}">
                  <a16:creationId xmlns:a16="http://schemas.microsoft.com/office/drawing/2014/main" id="{02DF1C95-95A4-4A55-B648-946487C75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9" name="Rectangle 93">
              <a:extLst>
                <a:ext uri="{FF2B5EF4-FFF2-40B4-BE49-F238E27FC236}">
                  <a16:creationId xmlns:a16="http://schemas.microsoft.com/office/drawing/2014/main" id="{D1508489-E9A1-43F6-96E7-2A5073B69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0" name="Rectangle 94">
              <a:extLst>
                <a:ext uri="{FF2B5EF4-FFF2-40B4-BE49-F238E27FC236}">
                  <a16:creationId xmlns:a16="http://schemas.microsoft.com/office/drawing/2014/main" id="{4EC0ADE4-8F63-4B65-BC50-B1E0DF766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1" name="Rectangle 95">
              <a:extLst>
                <a:ext uri="{FF2B5EF4-FFF2-40B4-BE49-F238E27FC236}">
                  <a16:creationId xmlns:a16="http://schemas.microsoft.com/office/drawing/2014/main" id="{8A7D7000-C01A-4CAE-9B6F-DF350B430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2" name="Rectangle 96">
              <a:extLst>
                <a:ext uri="{FF2B5EF4-FFF2-40B4-BE49-F238E27FC236}">
                  <a16:creationId xmlns:a16="http://schemas.microsoft.com/office/drawing/2014/main" id="{349B1EF5-2437-4073-BC7D-B92CD69A1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3" name="Rectangle 97">
              <a:extLst>
                <a:ext uri="{FF2B5EF4-FFF2-40B4-BE49-F238E27FC236}">
                  <a16:creationId xmlns:a16="http://schemas.microsoft.com/office/drawing/2014/main" id="{5009B91C-6C20-46A1-B4F7-55F36EA7C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4" name="Rectangle 98">
              <a:extLst>
                <a:ext uri="{FF2B5EF4-FFF2-40B4-BE49-F238E27FC236}">
                  <a16:creationId xmlns:a16="http://schemas.microsoft.com/office/drawing/2014/main" id="{2D0E0E8C-F16C-4C36-948F-B58BED4D7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5" name="Rectangle 99">
              <a:extLst>
                <a:ext uri="{FF2B5EF4-FFF2-40B4-BE49-F238E27FC236}">
                  <a16:creationId xmlns:a16="http://schemas.microsoft.com/office/drawing/2014/main" id="{2D059FAC-8F5B-4296-ADD4-9CD7CEE97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6" name="Rectangle 100">
              <a:extLst>
                <a:ext uri="{FF2B5EF4-FFF2-40B4-BE49-F238E27FC236}">
                  <a16:creationId xmlns:a16="http://schemas.microsoft.com/office/drawing/2014/main" id="{88AE8EE3-CD23-47F8-AE69-DCACCE807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7" name="Rectangle 101">
              <a:extLst>
                <a:ext uri="{FF2B5EF4-FFF2-40B4-BE49-F238E27FC236}">
                  <a16:creationId xmlns:a16="http://schemas.microsoft.com/office/drawing/2014/main" id="{BF5B5BD3-3357-40F9-A777-1095EBD41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8" name="Rectangle 102">
              <a:extLst>
                <a:ext uri="{FF2B5EF4-FFF2-40B4-BE49-F238E27FC236}">
                  <a16:creationId xmlns:a16="http://schemas.microsoft.com/office/drawing/2014/main" id="{F413A21F-A01F-49DE-AB39-64533BB5A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9" name="Rectangle 103">
              <a:extLst>
                <a:ext uri="{FF2B5EF4-FFF2-40B4-BE49-F238E27FC236}">
                  <a16:creationId xmlns:a16="http://schemas.microsoft.com/office/drawing/2014/main" id="{D7261E5D-F229-4FAB-B61C-0F30EF53F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0" name="Rectangle 104">
              <a:extLst>
                <a:ext uri="{FF2B5EF4-FFF2-40B4-BE49-F238E27FC236}">
                  <a16:creationId xmlns:a16="http://schemas.microsoft.com/office/drawing/2014/main" id="{8EB18821-35C5-406B-8C77-87F456EC6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1" name="Rectangle 105">
              <a:extLst>
                <a:ext uri="{FF2B5EF4-FFF2-40B4-BE49-F238E27FC236}">
                  <a16:creationId xmlns:a16="http://schemas.microsoft.com/office/drawing/2014/main" id="{C3BA5740-B2ED-48EB-B521-670A3B13E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2" name="Rectangle 106">
              <a:extLst>
                <a:ext uri="{FF2B5EF4-FFF2-40B4-BE49-F238E27FC236}">
                  <a16:creationId xmlns:a16="http://schemas.microsoft.com/office/drawing/2014/main" id="{40978C9D-15AB-4150-997D-44769155AD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3" name="Rectangle 107">
              <a:extLst>
                <a:ext uri="{FF2B5EF4-FFF2-40B4-BE49-F238E27FC236}">
                  <a16:creationId xmlns:a16="http://schemas.microsoft.com/office/drawing/2014/main" id="{68A8D6B5-2665-48CE-92EB-5F888FB751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4" name="Rectangle 108">
              <a:extLst>
                <a:ext uri="{FF2B5EF4-FFF2-40B4-BE49-F238E27FC236}">
                  <a16:creationId xmlns:a16="http://schemas.microsoft.com/office/drawing/2014/main" id="{D1C67DAB-107E-49C8-9443-8CED02BA87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25" name="Group 724">
            <a:extLst>
              <a:ext uri="{FF2B5EF4-FFF2-40B4-BE49-F238E27FC236}">
                <a16:creationId xmlns:a16="http://schemas.microsoft.com/office/drawing/2014/main" id="{8E0EF05B-7B8E-4B45-9469-448C6F3FD532}"/>
              </a:ext>
            </a:extLst>
          </p:cNvPr>
          <p:cNvGrpSpPr/>
          <p:nvPr/>
        </p:nvGrpSpPr>
        <p:grpSpPr>
          <a:xfrm>
            <a:off x="3573092" y="6698205"/>
            <a:ext cx="2087564" cy="1797050"/>
            <a:chOff x="620612" y="604599"/>
            <a:chExt cx="2087564" cy="1797050"/>
          </a:xfrm>
        </p:grpSpPr>
        <p:sp>
          <p:nvSpPr>
            <p:cNvPr id="726" name="Rectangle 5">
              <a:extLst>
                <a:ext uri="{FF2B5EF4-FFF2-40B4-BE49-F238E27FC236}">
                  <a16:creationId xmlns:a16="http://schemas.microsoft.com/office/drawing/2014/main" id="{D1DE7CD1-E846-4398-BF2D-300BD96312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7" name="Rectangle 6">
              <a:extLst>
                <a:ext uri="{FF2B5EF4-FFF2-40B4-BE49-F238E27FC236}">
                  <a16:creationId xmlns:a16="http://schemas.microsoft.com/office/drawing/2014/main" id="{E38F7ACA-3081-414B-81A4-FDC147DDA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8" name="Rectangle 7">
              <a:extLst>
                <a:ext uri="{FF2B5EF4-FFF2-40B4-BE49-F238E27FC236}">
                  <a16:creationId xmlns:a16="http://schemas.microsoft.com/office/drawing/2014/main" id="{412E26C8-2DC4-4B49-9ABF-B2E1C2F1D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9" name="Rectangle 8">
              <a:extLst>
                <a:ext uri="{FF2B5EF4-FFF2-40B4-BE49-F238E27FC236}">
                  <a16:creationId xmlns:a16="http://schemas.microsoft.com/office/drawing/2014/main" id="{029370A8-D926-4796-801E-CE24FECAD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0" name="Rectangle 9">
              <a:extLst>
                <a:ext uri="{FF2B5EF4-FFF2-40B4-BE49-F238E27FC236}">
                  <a16:creationId xmlns:a16="http://schemas.microsoft.com/office/drawing/2014/main" id="{09A7244C-CB79-4596-A5E1-126E451A4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1" name="Rectangle 10">
              <a:extLst>
                <a:ext uri="{FF2B5EF4-FFF2-40B4-BE49-F238E27FC236}">
                  <a16:creationId xmlns:a16="http://schemas.microsoft.com/office/drawing/2014/main" id="{4E6D348F-F75D-46A7-9462-87AB5AE22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2" name="Rectangle 11">
              <a:extLst>
                <a:ext uri="{FF2B5EF4-FFF2-40B4-BE49-F238E27FC236}">
                  <a16:creationId xmlns:a16="http://schemas.microsoft.com/office/drawing/2014/main" id="{6F72857F-B3E6-409B-956F-848EC6DB4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3" name="Rectangle 12">
              <a:extLst>
                <a:ext uri="{FF2B5EF4-FFF2-40B4-BE49-F238E27FC236}">
                  <a16:creationId xmlns:a16="http://schemas.microsoft.com/office/drawing/2014/main" id="{0DE28AAD-C709-4E76-8A6F-CCD2009B7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4" name="Rectangle 13">
              <a:extLst>
                <a:ext uri="{FF2B5EF4-FFF2-40B4-BE49-F238E27FC236}">
                  <a16:creationId xmlns:a16="http://schemas.microsoft.com/office/drawing/2014/main" id="{FEB38EB7-2778-46A5-A2CD-B2ED1C53D8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5" name="Rectangle 14">
              <a:extLst>
                <a:ext uri="{FF2B5EF4-FFF2-40B4-BE49-F238E27FC236}">
                  <a16:creationId xmlns:a16="http://schemas.microsoft.com/office/drawing/2014/main" id="{1F892514-653C-466F-9393-DDC85E23C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6" name="Rectangle 15">
              <a:extLst>
                <a:ext uri="{FF2B5EF4-FFF2-40B4-BE49-F238E27FC236}">
                  <a16:creationId xmlns:a16="http://schemas.microsoft.com/office/drawing/2014/main" id="{241FBB96-0469-4807-ADA0-D6521F160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7" name="Rectangle 16">
              <a:extLst>
                <a:ext uri="{FF2B5EF4-FFF2-40B4-BE49-F238E27FC236}">
                  <a16:creationId xmlns:a16="http://schemas.microsoft.com/office/drawing/2014/main" id="{42B9A22B-635E-4AAD-BE64-D0129E2F4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8" name="Rectangle 17">
              <a:extLst>
                <a:ext uri="{FF2B5EF4-FFF2-40B4-BE49-F238E27FC236}">
                  <a16:creationId xmlns:a16="http://schemas.microsoft.com/office/drawing/2014/main" id="{201F6020-B25A-45C4-AB2C-DFA1F3234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9" name="Rectangle 18">
              <a:extLst>
                <a:ext uri="{FF2B5EF4-FFF2-40B4-BE49-F238E27FC236}">
                  <a16:creationId xmlns:a16="http://schemas.microsoft.com/office/drawing/2014/main" id="{288D5586-F9BB-4A13-8C3F-046D4081F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0" name="Rectangle 19">
              <a:extLst>
                <a:ext uri="{FF2B5EF4-FFF2-40B4-BE49-F238E27FC236}">
                  <a16:creationId xmlns:a16="http://schemas.microsoft.com/office/drawing/2014/main" id="{476E1108-1E9E-4797-B1EA-C043B37F1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1" name="Rectangle 20">
              <a:extLst>
                <a:ext uri="{FF2B5EF4-FFF2-40B4-BE49-F238E27FC236}">
                  <a16:creationId xmlns:a16="http://schemas.microsoft.com/office/drawing/2014/main" id="{24360808-A15D-46DE-92F8-B786843F4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2" name="Rectangle 21">
              <a:extLst>
                <a:ext uri="{FF2B5EF4-FFF2-40B4-BE49-F238E27FC236}">
                  <a16:creationId xmlns:a16="http://schemas.microsoft.com/office/drawing/2014/main" id="{120C5A86-ABED-46AD-94CB-CAF85F176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3" name="Rectangle 22">
              <a:extLst>
                <a:ext uri="{FF2B5EF4-FFF2-40B4-BE49-F238E27FC236}">
                  <a16:creationId xmlns:a16="http://schemas.microsoft.com/office/drawing/2014/main" id="{DBA2D787-C9EE-4071-9948-9E47315A3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4" name="Rectangle 23">
              <a:extLst>
                <a:ext uri="{FF2B5EF4-FFF2-40B4-BE49-F238E27FC236}">
                  <a16:creationId xmlns:a16="http://schemas.microsoft.com/office/drawing/2014/main" id="{9C5935F6-9E1E-4BBE-AD84-85D22602B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5" name="Rectangle 24">
              <a:extLst>
                <a:ext uri="{FF2B5EF4-FFF2-40B4-BE49-F238E27FC236}">
                  <a16:creationId xmlns:a16="http://schemas.microsoft.com/office/drawing/2014/main" id="{DC0B3635-96CB-4FD5-A898-1CC9B8E43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6" name="Rectangle 25">
              <a:extLst>
                <a:ext uri="{FF2B5EF4-FFF2-40B4-BE49-F238E27FC236}">
                  <a16:creationId xmlns:a16="http://schemas.microsoft.com/office/drawing/2014/main" id="{59DC0129-3AC4-43DF-8EC1-82F8CD017A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7" name="Rectangle 26">
              <a:extLst>
                <a:ext uri="{FF2B5EF4-FFF2-40B4-BE49-F238E27FC236}">
                  <a16:creationId xmlns:a16="http://schemas.microsoft.com/office/drawing/2014/main" id="{86379463-4A90-4FDE-8FC7-1339FC617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8" name="Rectangle 27">
              <a:extLst>
                <a:ext uri="{FF2B5EF4-FFF2-40B4-BE49-F238E27FC236}">
                  <a16:creationId xmlns:a16="http://schemas.microsoft.com/office/drawing/2014/main" id="{FCEAC57F-F3DB-41B4-90A1-12D2346BF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9" name="Rectangle 28">
              <a:extLst>
                <a:ext uri="{FF2B5EF4-FFF2-40B4-BE49-F238E27FC236}">
                  <a16:creationId xmlns:a16="http://schemas.microsoft.com/office/drawing/2014/main" id="{2504F16C-B5ED-44DB-9A06-16800DC803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0" name="Rectangle 29">
              <a:extLst>
                <a:ext uri="{FF2B5EF4-FFF2-40B4-BE49-F238E27FC236}">
                  <a16:creationId xmlns:a16="http://schemas.microsoft.com/office/drawing/2014/main" id="{BF1D289A-71A1-4170-BF24-32BF20012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1" name="Rectangle 31">
              <a:extLst>
                <a:ext uri="{FF2B5EF4-FFF2-40B4-BE49-F238E27FC236}">
                  <a16:creationId xmlns:a16="http://schemas.microsoft.com/office/drawing/2014/main" id="{268FF930-53C2-471E-9D1D-9E46076B1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2" name="Rectangle 32">
              <a:extLst>
                <a:ext uri="{FF2B5EF4-FFF2-40B4-BE49-F238E27FC236}">
                  <a16:creationId xmlns:a16="http://schemas.microsoft.com/office/drawing/2014/main" id="{62BA7100-70FC-4DD5-9A80-8DA005507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3" name="Rectangle 33">
              <a:extLst>
                <a:ext uri="{FF2B5EF4-FFF2-40B4-BE49-F238E27FC236}">
                  <a16:creationId xmlns:a16="http://schemas.microsoft.com/office/drawing/2014/main" id="{BA7D214D-6251-4F94-8DF2-F88C0FB805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4" name="Rectangle 34">
              <a:extLst>
                <a:ext uri="{FF2B5EF4-FFF2-40B4-BE49-F238E27FC236}">
                  <a16:creationId xmlns:a16="http://schemas.microsoft.com/office/drawing/2014/main" id="{9AF11454-8E7B-4BE5-8119-09B3F8B1B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5" name="Rectangle 35">
              <a:extLst>
                <a:ext uri="{FF2B5EF4-FFF2-40B4-BE49-F238E27FC236}">
                  <a16:creationId xmlns:a16="http://schemas.microsoft.com/office/drawing/2014/main" id="{0C9D9EB7-1F0C-4246-AA71-1B93D9C36C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604599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6" name="Rectangle 36">
              <a:extLst>
                <a:ext uri="{FF2B5EF4-FFF2-40B4-BE49-F238E27FC236}">
                  <a16:creationId xmlns:a16="http://schemas.microsoft.com/office/drawing/2014/main" id="{A42008E6-300F-48A6-B349-87380FE54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7" name="Rectangle 37">
              <a:extLst>
                <a:ext uri="{FF2B5EF4-FFF2-40B4-BE49-F238E27FC236}">
                  <a16:creationId xmlns:a16="http://schemas.microsoft.com/office/drawing/2014/main" id="{2EEA876A-F6EF-4F99-9AF8-037C8CD94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8" name="Rectangle 38">
              <a:extLst>
                <a:ext uri="{FF2B5EF4-FFF2-40B4-BE49-F238E27FC236}">
                  <a16:creationId xmlns:a16="http://schemas.microsoft.com/office/drawing/2014/main" id="{E48B2F1B-90EE-4E92-A1EB-0BE768E31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9" name="Rectangle 39">
              <a:extLst>
                <a:ext uri="{FF2B5EF4-FFF2-40B4-BE49-F238E27FC236}">
                  <a16:creationId xmlns:a16="http://schemas.microsoft.com/office/drawing/2014/main" id="{5A464E81-1DC5-464F-926F-1392C7829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0" name="Rectangle 40">
              <a:extLst>
                <a:ext uri="{FF2B5EF4-FFF2-40B4-BE49-F238E27FC236}">
                  <a16:creationId xmlns:a16="http://schemas.microsoft.com/office/drawing/2014/main" id="{9801152E-ACF4-491C-9F70-6B4FAF0A5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784216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1" name="Rectangle 41">
              <a:extLst>
                <a:ext uri="{FF2B5EF4-FFF2-40B4-BE49-F238E27FC236}">
                  <a16:creationId xmlns:a16="http://schemas.microsoft.com/office/drawing/2014/main" id="{E68A7816-D565-4F18-966C-8230D1B5D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2" name="Rectangle 42">
              <a:extLst>
                <a:ext uri="{FF2B5EF4-FFF2-40B4-BE49-F238E27FC236}">
                  <a16:creationId xmlns:a16="http://schemas.microsoft.com/office/drawing/2014/main" id="{ECB76B52-1533-43B5-B94B-EF1AEEFCB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3" name="Rectangle 43">
              <a:extLst>
                <a:ext uri="{FF2B5EF4-FFF2-40B4-BE49-F238E27FC236}">
                  <a16:creationId xmlns:a16="http://schemas.microsoft.com/office/drawing/2014/main" id="{A61E6382-68D4-4BD5-BAFD-1E1F74018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4" name="Rectangle 44">
              <a:extLst>
                <a:ext uri="{FF2B5EF4-FFF2-40B4-BE49-F238E27FC236}">
                  <a16:creationId xmlns:a16="http://schemas.microsoft.com/office/drawing/2014/main" id="{C520A3AB-2AF7-476C-A9C4-BCC12D199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5" name="Rectangle 45">
              <a:extLst>
                <a:ext uri="{FF2B5EF4-FFF2-40B4-BE49-F238E27FC236}">
                  <a16:creationId xmlns:a16="http://schemas.microsoft.com/office/drawing/2014/main" id="{E48271C6-DAF1-4CA1-AAE7-5A243533E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964273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6" name="Rectangle 46">
              <a:extLst>
                <a:ext uri="{FF2B5EF4-FFF2-40B4-BE49-F238E27FC236}">
                  <a16:creationId xmlns:a16="http://schemas.microsoft.com/office/drawing/2014/main" id="{E67ACBEF-4B72-44F1-AF75-13C572D963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7" name="Rectangle 47">
              <a:extLst>
                <a:ext uri="{FF2B5EF4-FFF2-40B4-BE49-F238E27FC236}">
                  <a16:creationId xmlns:a16="http://schemas.microsoft.com/office/drawing/2014/main" id="{E36B2335-4630-47BC-97B1-3339931677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8" name="Rectangle 48">
              <a:extLst>
                <a:ext uri="{FF2B5EF4-FFF2-40B4-BE49-F238E27FC236}">
                  <a16:creationId xmlns:a16="http://schemas.microsoft.com/office/drawing/2014/main" id="{B1EA6BEE-61EF-44CE-8BA7-E10642276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9" name="Rectangle 49">
              <a:extLst>
                <a:ext uri="{FF2B5EF4-FFF2-40B4-BE49-F238E27FC236}">
                  <a16:creationId xmlns:a16="http://schemas.microsoft.com/office/drawing/2014/main" id="{6CB603AE-AE88-4BAA-BE85-8C67A6797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0" name="Rectangle 50">
              <a:extLst>
                <a:ext uri="{FF2B5EF4-FFF2-40B4-BE49-F238E27FC236}">
                  <a16:creationId xmlns:a16="http://schemas.microsoft.com/office/drawing/2014/main" id="{475A4C27-3BF4-45AB-AFB4-06FD666C71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143890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1" name="Rectangle 51">
              <a:extLst>
                <a:ext uri="{FF2B5EF4-FFF2-40B4-BE49-F238E27FC236}">
                  <a16:creationId xmlns:a16="http://schemas.microsoft.com/office/drawing/2014/main" id="{13782F96-9747-4F24-953E-EDBADBB61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2" name="Rectangle 52">
              <a:extLst>
                <a:ext uri="{FF2B5EF4-FFF2-40B4-BE49-F238E27FC236}">
                  <a16:creationId xmlns:a16="http://schemas.microsoft.com/office/drawing/2014/main" id="{4605F2E4-8115-48CF-89A4-5CAF7AF73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3" name="Rectangle 53">
              <a:extLst>
                <a:ext uri="{FF2B5EF4-FFF2-40B4-BE49-F238E27FC236}">
                  <a16:creationId xmlns:a16="http://schemas.microsoft.com/office/drawing/2014/main" id="{56FDA51C-DB16-4A88-B0A2-AF83AE483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4" name="Rectangle 54">
              <a:extLst>
                <a:ext uri="{FF2B5EF4-FFF2-40B4-BE49-F238E27FC236}">
                  <a16:creationId xmlns:a16="http://schemas.microsoft.com/office/drawing/2014/main" id="{4D3CD7E5-53AE-4343-AD32-5C2BB3A6A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5" name="Rectangle 55">
              <a:extLst>
                <a:ext uri="{FF2B5EF4-FFF2-40B4-BE49-F238E27FC236}">
                  <a16:creationId xmlns:a16="http://schemas.microsoft.com/office/drawing/2014/main" id="{8F76A20C-41F3-4147-859E-C11A1F878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323507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6" name="Rectangle 58">
              <a:extLst>
                <a:ext uri="{FF2B5EF4-FFF2-40B4-BE49-F238E27FC236}">
                  <a16:creationId xmlns:a16="http://schemas.microsoft.com/office/drawing/2014/main" id="{6A1E4D32-B31F-4076-9AC1-893A9170A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7" name="Rectangle 59">
              <a:extLst>
                <a:ext uri="{FF2B5EF4-FFF2-40B4-BE49-F238E27FC236}">
                  <a16:creationId xmlns:a16="http://schemas.microsoft.com/office/drawing/2014/main" id="{CBBACBC9-1DB9-496C-9EEA-C79168CF7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8" name="Rectangle 60">
              <a:extLst>
                <a:ext uri="{FF2B5EF4-FFF2-40B4-BE49-F238E27FC236}">
                  <a16:creationId xmlns:a16="http://schemas.microsoft.com/office/drawing/2014/main" id="{8401EC77-3A54-4422-BCF2-40865995A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9" name="Rectangle 61">
              <a:extLst>
                <a:ext uri="{FF2B5EF4-FFF2-40B4-BE49-F238E27FC236}">
                  <a16:creationId xmlns:a16="http://schemas.microsoft.com/office/drawing/2014/main" id="{A3E76DAF-9F3A-4985-8098-0B745638E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0" name="Rectangle 62">
              <a:extLst>
                <a:ext uri="{FF2B5EF4-FFF2-40B4-BE49-F238E27FC236}">
                  <a16:creationId xmlns:a16="http://schemas.microsoft.com/office/drawing/2014/main" id="{9E1791F0-3F93-47E3-812C-344499289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1" name="Rectangle 63">
              <a:extLst>
                <a:ext uri="{FF2B5EF4-FFF2-40B4-BE49-F238E27FC236}">
                  <a16:creationId xmlns:a16="http://schemas.microsoft.com/office/drawing/2014/main" id="{A748350E-9A4A-4417-99C7-7239FB06E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2" name="Rectangle 64">
              <a:extLst>
                <a:ext uri="{FF2B5EF4-FFF2-40B4-BE49-F238E27FC236}">
                  <a16:creationId xmlns:a16="http://schemas.microsoft.com/office/drawing/2014/main" id="{401D4B57-75FD-47DE-B1F7-0448B5808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3" name="Rectangle 65">
              <a:extLst>
                <a:ext uri="{FF2B5EF4-FFF2-40B4-BE49-F238E27FC236}">
                  <a16:creationId xmlns:a16="http://schemas.microsoft.com/office/drawing/2014/main" id="{E5F8027D-93E8-4E82-AA98-7090EE99B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4" name="Rectangle 66">
              <a:extLst>
                <a:ext uri="{FF2B5EF4-FFF2-40B4-BE49-F238E27FC236}">
                  <a16:creationId xmlns:a16="http://schemas.microsoft.com/office/drawing/2014/main" id="{795BA61C-4CD1-44EC-8AE4-4E00F8FD4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5" name="Rectangle 67">
              <a:extLst>
                <a:ext uri="{FF2B5EF4-FFF2-40B4-BE49-F238E27FC236}">
                  <a16:creationId xmlns:a16="http://schemas.microsoft.com/office/drawing/2014/main" id="{AA04661D-B70C-48C6-90CB-E173299F34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6" name="Rectangle 68">
              <a:extLst>
                <a:ext uri="{FF2B5EF4-FFF2-40B4-BE49-F238E27FC236}">
                  <a16:creationId xmlns:a16="http://schemas.microsoft.com/office/drawing/2014/main" id="{2E72DCF5-48B0-4E64-BDEB-F755F8BCF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7" name="Rectangle 69">
              <a:extLst>
                <a:ext uri="{FF2B5EF4-FFF2-40B4-BE49-F238E27FC236}">
                  <a16:creationId xmlns:a16="http://schemas.microsoft.com/office/drawing/2014/main" id="{46CD2232-3250-43C3-81AC-0E5B7E3E0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8" name="Rectangle 70">
              <a:extLst>
                <a:ext uri="{FF2B5EF4-FFF2-40B4-BE49-F238E27FC236}">
                  <a16:creationId xmlns:a16="http://schemas.microsoft.com/office/drawing/2014/main" id="{0485939A-7803-40FA-B95E-BC3FD311A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9" name="Rectangle 71">
              <a:extLst>
                <a:ext uri="{FF2B5EF4-FFF2-40B4-BE49-F238E27FC236}">
                  <a16:creationId xmlns:a16="http://schemas.microsoft.com/office/drawing/2014/main" id="{678E6344-D072-4ABB-98F9-2F7E59D162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0" name="Rectangle 72">
              <a:extLst>
                <a:ext uri="{FF2B5EF4-FFF2-40B4-BE49-F238E27FC236}">
                  <a16:creationId xmlns:a16="http://schemas.microsoft.com/office/drawing/2014/main" id="{70B64C35-C940-41BA-B5E5-9DDD3C151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1" name="Rectangle 73">
              <a:extLst>
                <a:ext uri="{FF2B5EF4-FFF2-40B4-BE49-F238E27FC236}">
                  <a16:creationId xmlns:a16="http://schemas.microsoft.com/office/drawing/2014/main" id="{4D2EBACC-FDFD-4F13-895A-8772D9720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2" name="Rectangle 74">
              <a:extLst>
                <a:ext uri="{FF2B5EF4-FFF2-40B4-BE49-F238E27FC236}">
                  <a16:creationId xmlns:a16="http://schemas.microsoft.com/office/drawing/2014/main" id="{F5FAABFD-CA14-4B07-A673-D1FBA2795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3" name="Rectangle 75">
              <a:extLst>
                <a:ext uri="{FF2B5EF4-FFF2-40B4-BE49-F238E27FC236}">
                  <a16:creationId xmlns:a16="http://schemas.microsoft.com/office/drawing/2014/main" id="{924DACDC-F0A8-43F4-8910-9D2A53C3A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4" name="Rectangle 76">
              <a:extLst>
                <a:ext uri="{FF2B5EF4-FFF2-40B4-BE49-F238E27FC236}">
                  <a16:creationId xmlns:a16="http://schemas.microsoft.com/office/drawing/2014/main" id="{F148B228-B3C9-40CB-B382-7F64B12F5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5" name="Rectangle 77">
              <a:extLst>
                <a:ext uri="{FF2B5EF4-FFF2-40B4-BE49-F238E27FC236}">
                  <a16:creationId xmlns:a16="http://schemas.microsoft.com/office/drawing/2014/main" id="{11379C60-8374-475E-8406-E903DD8AB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6" name="Rectangle 78">
              <a:extLst>
                <a:ext uri="{FF2B5EF4-FFF2-40B4-BE49-F238E27FC236}">
                  <a16:creationId xmlns:a16="http://schemas.microsoft.com/office/drawing/2014/main" id="{11EAF7CE-0495-406C-9C99-66481BA10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612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7" name="Rectangle 79">
              <a:extLst>
                <a:ext uri="{FF2B5EF4-FFF2-40B4-BE49-F238E27FC236}">
                  <a16:creationId xmlns:a16="http://schemas.microsoft.com/office/drawing/2014/main" id="{31B7E2DD-703C-473D-BA0E-71C7D357F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266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8" name="Rectangle 80">
              <a:extLst>
                <a:ext uri="{FF2B5EF4-FFF2-40B4-BE49-F238E27FC236}">
                  <a16:creationId xmlns:a16="http://schemas.microsoft.com/office/drawing/2014/main" id="{45B78FE7-60D9-450B-BD8C-5C485931B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920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9" name="Rectangle 81">
              <a:extLst>
                <a:ext uri="{FF2B5EF4-FFF2-40B4-BE49-F238E27FC236}">
                  <a16:creationId xmlns:a16="http://schemas.microsoft.com/office/drawing/2014/main" id="{CE591736-7D62-41DE-A9FF-1FA845260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574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0" name="Rectangle 82">
              <a:extLst>
                <a:ext uri="{FF2B5EF4-FFF2-40B4-BE49-F238E27FC236}">
                  <a16:creationId xmlns:a16="http://schemas.microsoft.com/office/drawing/2014/main" id="{3A1937A1-5956-427E-BF26-9FDC04AB4F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0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1" name="Rectangle 84">
              <a:extLst>
                <a:ext uri="{FF2B5EF4-FFF2-40B4-BE49-F238E27FC236}">
                  <a16:creationId xmlns:a16="http://schemas.microsoft.com/office/drawing/2014/main" id="{B06A0B53-0882-4F9D-BBE6-665AAF9A7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2" name="Rectangle 85">
              <a:extLst>
                <a:ext uri="{FF2B5EF4-FFF2-40B4-BE49-F238E27FC236}">
                  <a16:creationId xmlns:a16="http://schemas.microsoft.com/office/drawing/2014/main" id="{9CBA95C7-E7F1-4441-81A7-100E8A577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3" name="Rectangle 86">
              <a:extLst>
                <a:ext uri="{FF2B5EF4-FFF2-40B4-BE49-F238E27FC236}">
                  <a16:creationId xmlns:a16="http://schemas.microsoft.com/office/drawing/2014/main" id="{AD78C60F-0C2C-4937-931F-5412F8531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4" name="Rectangle 87">
              <a:extLst>
                <a:ext uri="{FF2B5EF4-FFF2-40B4-BE49-F238E27FC236}">
                  <a16:creationId xmlns:a16="http://schemas.microsoft.com/office/drawing/2014/main" id="{37189BB0-F6A0-47FB-A282-BCBC3CC35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5" name="Rectangle 88">
              <a:extLst>
                <a:ext uri="{FF2B5EF4-FFF2-40B4-BE49-F238E27FC236}">
                  <a16:creationId xmlns:a16="http://schemas.microsoft.com/office/drawing/2014/main" id="{13103740-EC91-4D9A-946A-637B35FEE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503124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6" name="Rectangle 89">
              <a:extLst>
                <a:ext uri="{FF2B5EF4-FFF2-40B4-BE49-F238E27FC236}">
                  <a16:creationId xmlns:a16="http://schemas.microsoft.com/office/drawing/2014/main" id="{8CE12D21-ABFC-4386-99AA-180EC01C4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7" name="Rectangle 90">
              <a:extLst>
                <a:ext uri="{FF2B5EF4-FFF2-40B4-BE49-F238E27FC236}">
                  <a16:creationId xmlns:a16="http://schemas.microsoft.com/office/drawing/2014/main" id="{8E1141DB-C73E-4887-920F-AC7A5CF8E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8" name="Rectangle 91">
              <a:extLst>
                <a:ext uri="{FF2B5EF4-FFF2-40B4-BE49-F238E27FC236}">
                  <a16:creationId xmlns:a16="http://schemas.microsoft.com/office/drawing/2014/main" id="{BFEEFE5B-4A6B-4B83-94D2-36E70381E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9" name="Rectangle 92">
              <a:extLst>
                <a:ext uri="{FF2B5EF4-FFF2-40B4-BE49-F238E27FC236}">
                  <a16:creationId xmlns:a16="http://schemas.microsoft.com/office/drawing/2014/main" id="{48E3EAF4-9119-40E5-B2A2-535E84E8D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10" name="Rectangle 93">
              <a:extLst>
                <a:ext uri="{FF2B5EF4-FFF2-40B4-BE49-F238E27FC236}">
                  <a16:creationId xmlns:a16="http://schemas.microsoft.com/office/drawing/2014/main" id="{EA8B8B99-BDD5-4959-8B85-C53B7CE4B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682741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11" name="Rectangle 94">
              <a:extLst>
                <a:ext uri="{FF2B5EF4-FFF2-40B4-BE49-F238E27FC236}">
                  <a16:creationId xmlns:a16="http://schemas.microsoft.com/office/drawing/2014/main" id="{804FABB2-5B13-485E-B119-26D4D08C2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12" name="Rectangle 95">
              <a:extLst>
                <a:ext uri="{FF2B5EF4-FFF2-40B4-BE49-F238E27FC236}">
                  <a16:creationId xmlns:a16="http://schemas.microsoft.com/office/drawing/2014/main" id="{82C71BDD-9A4C-4AF9-B2F7-63070C60E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13" name="Rectangle 96">
              <a:extLst>
                <a:ext uri="{FF2B5EF4-FFF2-40B4-BE49-F238E27FC236}">
                  <a16:creationId xmlns:a16="http://schemas.microsoft.com/office/drawing/2014/main" id="{52703FC4-FFAC-426A-8B74-5BBCFC521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14" name="Rectangle 97">
              <a:extLst>
                <a:ext uri="{FF2B5EF4-FFF2-40B4-BE49-F238E27FC236}">
                  <a16:creationId xmlns:a16="http://schemas.microsoft.com/office/drawing/2014/main" id="{6780C329-B16C-41A1-8FE2-70448B315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15" name="Rectangle 98">
              <a:extLst>
                <a:ext uri="{FF2B5EF4-FFF2-40B4-BE49-F238E27FC236}">
                  <a16:creationId xmlns:a16="http://schemas.microsoft.com/office/drawing/2014/main" id="{F6D6F350-CB6B-426A-8793-B1DA980F4F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1862798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16" name="Rectangle 99">
              <a:extLst>
                <a:ext uri="{FF2B5EF4-FFF2-40B4-BE49-F238E27FC236}">
                  <a16:creationId xmlns:a16="http://schemas.microsoft.com/office/drawing/2014/main" id="{D659CA6A-CF41-4317-9840-841C96B8F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17" name="Rectangle 100">
              <a:extLst>
                <a:ext uri="{FF2B5EF4-FFF2-40B4-BE49-F238E27FC236}">
                  <a16:creationId xmlns:a16="http://schemas.microsoft.com/office/drawing/2014/main" id="{CBBB91BC-2360-4467-8229-FFE04A721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18" name="Rectangle 101">
              <a:extLst>
                <a:ext uri="{FF2B5EF4-FFF2-40B4-BE49-F238E27FC236}">
                  <a16:creationId xmlns:a16="http://schemas.microsoft.com/office/drawing/2014/main" id="{A861BD55-E24E-4A8A-91F9-3FCDDA9B5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19" name="Rectangle 102">
              <a:extLst>
                <a:ext uri="{FF2B5EF4-FFF2-40B4-BE49-F238E27FC236}">
                  <a16:creationId xmlns:a16="http://schemas.microsoft.com/office/drawing/2014/main" id="{0F80FBFE-45A6-44C2-BA6E-C6889DE3D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20" name="Rectangle 103">
              <a:extLst>
                <a:ext uri="{FF2B5EF4-FFF2-40B4-BE49-F238E27FC236}">
                  <a16:creationId xmlns:a16="http://schemas.microsoft.com/office/drawing/2014/main" id="{F0E720EB-64C5-420D-84F1-8ACB61062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2042415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21" name="Rectangle 104">
              <a:extLst>
                <a:ext uri="{FF2B5EF4-FFF2-40B4-BE49-F238E27FC236}">
                  <a16:creationId xmlns:a16="http://schemas.microsoft.com/office/drawing/2014/main" id="{CA03E0E6-7F32-4ADB-8069-352161CB2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394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22" name="Rectangle 105">
              <a:extLst>
                <a:ext uri="{FF2B5EF4-FFF2-40B4-BE49-F238E27FC236}">
                  <a16:creationId xmlns:a16="http://schemas.microsoft.com/office/drawing/2014/main" id="{A82B175A-02EE-4CB0-B5C0-DB1D3AA53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048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23" name="Rectangle 106">
              <a:extLst>
                <a:ext uri="{FF2B5EF4-FFF2-40B4-BE49-F238E27FC236}">
                  <a16:creationId xmlns:a16="http://schemas.microsoft.com/office/drawing/2014/main" id="{75950DC6-04AF-42B3-95ED-31CE81880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1702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24" name="Rectangle 107">
              <a:extLst>
                <a:ext uri="{FF2B5EF4-FFF2-40B4-BE49-F238E27FC236}">
                  <a16:creationId xmlns:a16="http://schemas.microsoft.com/office/drawing/2014/main" id="{2C1659DB-4B41-40CA-8716-8D08E0EF7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356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25" name="Rectangle 108">
              <a:extLst>
                <a:ext uri="{FF2B5EF4-FFF2-40B4-BE49-F238E27FC236}">
                  <a16:creationId xmlns:a16="http://schemas.microsoft.com/office/drawing/2014/main" id="{F8CE92EA-324D-4827-8F46-6DE1AD207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522" y="2222032"/>
              <a:ext cx="208654" cy="179617"/>
            </a:xfrm>
            <a:prstGeom prst="rect">
              <a:avLst/>
            </a:prstGeom>
            <a:noFill/>
            <a:ln w="9525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826" name="Straight Connector 825">
            <a:extLst>
              <a:ext uri="{FF2B5EF4-FFF2-40B4-BE49-F238E27FC236}">
                <a16:creationId xmlns:a16="http://schemas.microsoft.com/office/drawing/2014/main" id="{7BFDD958-6FF4-4D71-BDF8-B7C8D00C9931}"/>
              </a:ext>
            </a:extLst>
          </p:cNvPr>
          <p:cNvCxnSpPr/>
          <p:nvPr/>
        </p:nvCxnSpPr>
        <p:spPr>
          <a:xfrm>
            <a:off x="613259" y="5652120"/>
            <a:ext cx="208823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id="{3913F314-1EC3-4438-B083-F8DBEC10B16B}"/>
              </a:ext>
            </a:extLst>
          </p:cNvPr>
          <p:cNvCxnSpPr/>
          <p:nvPr/>
        </p:nvCxnSpPr>
        <p:spPr>
          <a:xfrm>
            <a:off x="3573016" y="7611194"/>
            <a:ext cx="208823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8" name="Straight Connector 827">
            <a:extLst>
              <a:ext uri="{FF2B5EF4-FFF2-40B4-BE49-F238E27FC236}">
                <a16:creationId xmlns:a16="http://schemas.microsoft.com/office/drawing/2014/main" id="{20670492-A914-4ADE-ADC6-F69804FBEBFE}"/>
              </a:ext>
            </a:extLst>
          </p:cNvPr>
          <p:cNvCxnSpPr/>
          <p:nvPr/>
        </p:nvCxnSpPr>
        <p:spPr>
          <a:xfrm>
            <a:off x="613259" y="7639769"/>
            <a:ext cx="208823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9" name="Straight Connector 828">
            <a:extLst>
              <a:ext uri="{FF2B5EF4-FFF2-40B4-BE49-F238E27FC236}">
                <a16:creationId xmlns:a16="http://schemas.microsoft.com/office/drawing/2014/main" id="{39E34E9E-AFD6-4334-A2FD-7921C50CA7A4}"/>
              </a:ext>
            </a:extLst>
          </p:cNvPr>
          <p:cNvCxnSpPr/>
          <p:nvPr/>
        </p:nvCxnSpPr>
        <p:spPr>
          <a:xfrm>
            <a:off x="3573016" y="5623545"/>
            <a:ext cx="208823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0" name="Diagonal Stripe 829">
            <a:extLst>
              <a:ext uri="{FF2B5EF4-FFF2-40B4-BE49-F238E27FC236}">
                <a16:creationId xmlns:a16="http://schemas.microsoft.com/office/drawing/2014/main" id="{D1D91DED-CE68-4C5E-9B43-5E5C2027887B}"/>
              </a:ext>
            </a:extLst>
          </p:cNvPr>
          <p:cNvSpPr/>
          <p:nvPr/>
        </p:nvSpPr>
        <p:spPr>
          <a:xfrm>
            <a:off x="1052736" y="4932040"/>
            <a:ext cx="604639" cy="504056"/>
          </a:xfrm>
          <a:prstGeom prst="diagStripe">
            <a:avLst>
              <a:gd name="adj" fmla="val 3677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31" name="Flowchart: Data 830">
            <a:extLst>
              <a:ext uri="{FF2B5EF4-FFF2-40B4-BE49-F238E27FC236}">
                <a16:creationId xmlns:a16="http://schemas.microsoft.com/office/drawing/2014/main" id="{120E4EFE-F390-41DA-A2D5-D5B22E171C05}"/>
              </a:ext>
            </a:extLst>
          </p:cNvPr>
          <p:cNvSpPr/>
          <p:nvPr/>
        </p:nvSpPr>
        <p:spPr>
          <a:xfrm>
            <a:off x="3990324" y="4716016"/>
            <a:ext cx="1022852" cy="720080"/>
          </a:xfrm>
          <a:prstGeom prst="flowChartInputOut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32" name="Straight Connector 831">
            <a:extLst>
              <a:ext uri="{FF2B5EF4-FFF2-40B4-BE49-F238E27FC236}">
                <a16:creationId xmlns:a16="http://schemas.microsoft.com/office/drawing/2014/main" id="{2AD0AA1E-BE16-4291-872F-9B44280DF267}"/>
              </a:ext>
            </a:extLst>
          </p:cNvPr>
          <p:cNvCxnSpPr/>
          <p:nvPr/>
        </p:nvCxnSpPr>
        <p:spPr>
          <a:xfrm>
            <a:off x="829266" y="7812360"/>
            <a:ext cx="0" cy="7200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3" name="Straight Connector 832">
            <a:extLst>
              <a:ext uri="{FF2B5EF4-FFF2-40B4-BE49-F238E27FC236}">
                <a16:creationId xmlns:a16="http://schemas.microsoft.com/office/drawing/2014/main" id="{3E1B1B25-8EBC-407C-A4EE-91D4FE935A20}"/>
              </a:ext>
            </a:extLst>
          </p:cNvPr>
          <p:cNvCxnSpPr/>
          <p:nvPr/>
        </p:nvCxnSpPr>
        <p:spPr>
          <a:xfrm>
            <a:off x="829342" y="7812360"/>
            <a:ext cx="4173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4" name="Straight Connector 833">
            <a:extLst>
              <a:ext uri="{FF2B5EF4-FFF2-40B4-BE49-F238E27FC236}">
                <a16:creationId xmlns:a16="http://schemas.microsoft.com/office/drawing/2014/main" id="{74BE670E-C24E-4DF9-97AA-FD8AC2DFA675}"/>
              </a:ext>
            </a:extLst>
          </p:cNvPr>
          <p:cNvCxnSpPr/>
          <p:nvPr/>
        </p:nvCxnSpPr>
        <p:spPr>
          <a:xfrm>
            <a:off x="1246650" y="7812360"/>
            <a:ext cx="0" cy="18005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5" name="Straight Connector 834">
            <a:extLst>
              <a:ext uri="{FF2B5EF4-FFF2-40B4-BE49-F238E27FC236}">
                <a16:creationId xmlns:a16="http://schemas.microsoft.com/office/drawing/2014/main" id="{858F943C-E360-4E2E-81C3-B0ED064D1CD8}"/>
              </a:ext>
            </a:extLst>
          </p:cNvPr>
          <p:cNvCxnSpPr/>
          <p:nvPr/>
        </p:nvCxnSpPr>
        <p:spPr>
          <a:xfrm>
            <a:off x="1246650" y="7990284"/>
            <a:ext cx="20916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6" name="Straight Connector 835">
            <a:extLst>
              <a:ext uri="{FF2B5EF4-FFF2-40B4-BE49-F238E27FC236}">
                <a16:creationId xmlns:a16="http://schemas.microsoft.com/office/drawing/2014/main" id="{5D1B4C52-F20C-4F90-ACA8-0E0666610F98}"/>
              </a:ext>
            </a:extLst>
          </p:cNvPr>
          <p:cNvCxnSpPr/>
          <p:nvPr/>
        </p:nvCxnSpPr>
        <p:spPr>
          <a:xfrm>
            <a:off x="1460401" y="7812360"/>
            <a:ext cx="0" cy="18005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7" name="Straight Connector 836">
            <a:extLst>
              <a:ext uri="{FF2B5EF4-FFF2-40B4-BE49-F238E27FC236}">
                <a16:creationId xmlns:a16="http://schemas.microsoft.com/office/drawing/2014/main" id="{3348FD3D-DC97-43C6-8996-8FEC6017CF33}"/>
              </a:ext>
            </a:extLst>
          </p:cNvPr>
          <p:cNvCxnSpPr/>
          <p:nvPr/>
        </p:nvCxnSpPr>
        <p:spPr>
          <a:xfrm>
            <a:off x="1465734" y="7812360"/>
            <a:ext cx="4173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8" name="Straight Connector 837">
            <a:extLst>
              <a:ext uri="{FF2B5EF4-FFF2-40B4-BE49-F238E27FC236}">
                <a16:creationId xmlns:a16="http://schemas.microsoft.com/office/drawing/2014/main" id="{BC69BE8E-788A-4ABB-948C-A67530D13971}"/>
              </a:ext>
            </a:extLst>
          </p:cNvPr>
          <p:cNvCxnSpPr/>
          <p:nvPr/>
        </p:nvCxnSpPr>
        <p:spPr>
          <a:xfrm>
            <a:off x="1883042" y="7812360"/>
            <a:ext cx="0" cy="18005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Straight Connector 838">
            <a:extLst>
              <a:ext uri="{FF2B5EF4-FFF2-40B4-BE49-F238E27FC236}">
                <a16:creationId xmlns:a16="http://schemas.microsoft.com/office/drawing/2014/main" id="{6D9E6FC5-872F-44FC-89B3-F3D5EA2917BC}"/>
              </a:ext>
            </a:extLst>
          </p:cNvPr>
          <p:cNvCxnSpPr/>
          <p:nvPr/>
        </p:nvCxnSpPr>
        <p:spPr>
          <a:xfrm>
            <a:off x="1883042" y="7990284"/>
            <a:ext cx="20916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Straight Connector 839">
            <a:extLst>
              <a:ext uri="{FF2B5EF4-FFF2-40B4-BE49-F238E27FC236}">
                <a16:creationId xmlns:a16="http://schemas.microsoft.com/office/drawing/2014/main" id="{83BB3AEE-63FF-4D1F-94C5-0EA10B1A5F0F}"/>
              </a:ext>
            </a:extLst>
          </p:cNvPr>
          <p:cNvCxnSpPr/>
          <p:nvPr/>
        </p:nvCxnSpPr>
        <p:spPr>
          <a:xfrm>
            <a:off x="2096793" y="7812360"/>
            <a:ext cx="0" cy="18005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Straight Connector 840">
            <a:extLst>
              <a:ext uri="{FF2B5EF4-FFF2-40B4-BE49-F238E27FC236}">
                <a16:creationId xmlns:a16="http://schemas.microsoft.com/office/drawing/2014/main" id="{1483EF96-27BB-4B1A-AF30-59295BB71E43}"/>
              </a:ext>
            </a:extLst>
          </p:cNvPr>
          <p:cNvCxnSpPr/>
          <p:nvPr/>
        </p:nvCxnSpPr>
        <p:spPr>
          <a:xfrm>
            <a:off x="2492896" y="7812360"/>
            <a:ext cx="0" cy="7200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841">
            <a:extLst>
              <a:ext uri="{FF2B5EF4-FFF2-40B4-BE49-F238E27FC236}">
                <a16:creationId xmlns:a16="http://schemas.microsoft.com/office/drawing/2014/main" id="{A9D1D6E0-73A7-4FDC-BC35-6520747F00C1}"/>
              </a:ext>
            </a:extLst>
          </p:cNvPr>
          <p:cNvCxnSpPr/>
          <p:nvPr/>
        </p:nvCxnSpPr>
        <p:spPr>
          <a:xfrm>
            <a:off x="2099024" y="7812360"/>
            <a:ext cx="4173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3" name="Straight Connector 842">
            <a:extLst>
              <a:ext uri="{FF2B5EF4-FFF2-40B4-BE49-F238E27FC236}">
                <a16:creationId xmlns:a16="http://schemas.microsoft.com/office/drawing/2014/main" id="{2227A53E-9CFD-42F7-BB04-8DA9AEB659EF}"/>
              </a:ext>
            </a:extLst>
          </p:cNvPr>
          <p:cNvCxnSpPr/>
          <p:nvPr/>
        </p:nvCxnSpPr>
        <p:spPr>
          <a:xfrm>
            <a:off x="829266" y="8522915"/>
            <a:ext cx="168706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Straight Connector 843">
            <a:extLst>
              <a:ext uri="{FF2B5EF4-FFF2-40B4-BE49-F238E27FC236}">
                <a16:creationId xmlns:a16="http://schemas.microsoft.com/office/drawing/2014/main" id="{B8662073-6279-490D-AD1C-E18CCA29C806}"/>
              </a:ext>
            </a:extLst>
          </p:cNvPr>
          <p:cNvCxnSpPr/>
          <p:nvPr/>
        </p:nvCxnSpPr>
        <p:spPr>
          <a:xfrm>
            <a:off x="3573092" y="7605861"/>
            <a:ext cx="633256" cy="9170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5" name="Straight Connector 844">
            <a:extLst>
              <a:ext uri="{FF2B5EF4-FFF2-40B4-BE49-F238E27FC236}">
                <a16:creationId xmlns:a16="http://schemas.microsoft.com/office/drawing/2014/main" id="{A130F322-9CC3-435A-AD24-B9D01FEF5D94}"/>
              </a:ext>
            </a:extLst>
          </p:cNvPr>
          <p:cNvCxnSpPr/>
          <p:nvPr/>
        </p:nvCxnSpPr>
        <p:spPr>
          <a:xfrm flipV="1">
            <a:off x="4221088" y="7596336"/>
            <a:ext cx="186620" cy="9361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6" name="Straight Connector 845">
            <a:extLst>
              <a:ext uri="{FF2B5EF4-FFF2-40B4-BE49-F238E27FC236}">
                <a16:creationId xmlns:a16="http://schemas.microsoft.com/office/drawing/2014/main" id="{DEB63425-673F-43C5-B3A0-37A5C18FBAB0}"/>
              </a:ext>
            </a:extLst>
          </p:cNvPr>
          <p:cNvCxnSpPr/>
          <p:nvPr/>
        </p:nvCxnSpPr>
        <p:spPr>
          <a:xfrm>
            <a:off x="4407708" y="7596336"/>
            <a:ext cx="626474" cy="5392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7" name="Straight Connector 846">
            <a:extLst>
              <a:ext uri="{FF2B5EF4-FFF2-40B4-BE49-F238E27FC236}">
                <a16:creationId xmlns:a16="http://schemas.microsoft.com/office/drawing/2014/main" id="{0271B5FD-321A-4E95-B723-16CC3355BF7C}"/>
              </a:ext>
            </a:extLst>
          </p:cNvPr>
          <p:cNvCxnSpPr/>
          <p:nvPr/>
        </p:nvCxnSpPr>
        <p:spPr>
          <a:xfrm flipH="1">
            <a:off x="4825528" y="8150521"/>
            <a:ext cx="208654" cy="3510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8" name="Straight Connector 847">
            <a:extLst>
              <a:ext uri="{FF2B5EF4-FFF2-40B4-BE49-F238E27FC236}">
                <a16:creationId xmlns:a16="http://schemas.microsoft.com/office/drawing/2014/main" id="{013BB5A1-8570-4FE9-9FB6-88B16F6806B5}"/>
              </a:ext>
            </a:extLst>
          </p:cNvPr>
          <p:cNvCxnSpPr/>
          <p:nvPr/>
        </p:nvCxnSpPr>
        <p:spPr>
          <a:xfrm>
            <a:off x="4825528" y="8500787"/>
            <a:ext cx="8357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848">
            <a:extLst>
              <a:ext uri="{FF2B5EF4-FFF2-40B4-BE49-F238E27FC236}">
                <a16:creationId xmlns:a16="http://schemas.microsoft.com/office/drawing/2014/main" id="{5411203A-C139-4330-AED8-17F99405D0F9}"/>
              </a:ext>
            </a:extLst>
          </p:cNvPr>
          <p:cNvCxnSpPr/>
          <p:nvPr/>
        </p:nvCxnSpPr>
        <p:spPr>
          <a:xfrm flipH="1" flipV="1">
            <a:off x="5452002" y="7578499"/>
            <a:ext cx="209246" cy="9044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951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0</Words>
  <Application>Microsoft Office PowerPoint</Application>
  <PresentationFormat>A4 Paper (210x297 mm)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2</cp:revision>
  <cp:lastPrinted>2017-12-08T00:31:38Z</cp:lastPrinted>
  <dcterms:created xsi:type="dcterms:W3CDTF">2017-12-08T00:30:40Z</dcterms:created>
  <dcterms:modified xsi:type="dcterms:W3CDTF">2017-12-08T00:45:55Z</dcterms:modified>
</cp:coreProperties>
</file>