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3" r:id="rId2"/>
    <p:sldId id="264" r:id="rId3"/>
    <p:sldId id="266" r:id="rId4"/>
    <p:sldId id="267" r:id="rId5"/>
    <p:sldId id="265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5/12/2017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err="1" smtClean="0"/>
              <a:t>Quickwrite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b="1" dirty="0" smtClean="0"/>
              <a:t>Rotation</a:t>
            </a:r>
          </a:p>
          <a:p>
            <a:pPr marL="0" indent="0" algn="ctr">
              <a:buNone/>
            </a:pPr>
            <a:r>
              <a:rPr lang="en-AU" dirty="0" smtClean="0"/>
              <a:t>What do think a rotation is?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1567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Rotations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rotation transformations?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664431" y="2132856"/>
            <a:ext cx="7530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 rotation is a turn.</a:t>
            </a:r>
          </a:p>
          <a:p>
            <a:endParaRPr lang="en-AU" dirty="0"/>
          </a:p>
          <a:p>
            <a:r>
              <a:rPr lang="en-AU" dirty="0" smtClean="0"/>
              <a:t>It is when a shape is rotated without reflecting, translating or changing it’s size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44" y="3429000"/>
            <a:ext cx="73818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196752"/>
            <a:ext cx="708660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843808" y="476672"/>
            <a:ext cx="4320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dirty="0" smtClean="0"/>
              <a:t>Try these</a:t>
            </a:r>
            <a:endParaRPr lang="en-AU" sz="3200" b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3510315"/>
            <a:ext cx="6619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Up Arrow 5"/>
          <p:cNvSpPr/>
          <p:nvPr/>
        </p:nvSpPr>
        <p:spPr>
          <a:xfrm>
            <a:off x="6300192" y="2539777"/>
            <a:ext cx="504056" cy="52918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Up Arrow 6"/>
          <p:cNvSpPr/>
          <p:nvPr/>
        </p:nvSpPr>
        <p:spPr>
          <a:xfrm>
            <a:off x="1403648" y="4930525"/>
            <a:ext cx="648072" cy="50405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11760" y="404664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Practice sheet</a:t>
            </a:r>
            <a:endParaRPr lang="en-A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2597156"/>
            <a:ext cx="2832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Complete the practice 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Exit Pass</a:t>
            </a:r>
            <a:endParaRPr lang="en-A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67245"/>
            <a:ext cx="7563824" cy="16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5" y="3861048"/>
            <a:ext cx="8689575" cy="173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71</Words>
  <Application>Microsoft Office PowerPoint</Application>
  <PresentationFormat>On-screen Show (4:3)</PresentationFormat>
  <Paragraphs>27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Quickwrite</vt:lpstr>
      <vt:lpstr>PowerPoint Presentation</vt:lpstr>
      <vt:lpstr>PowerPoint Presentation</vt:lpstr>
      <vt:lpstr>PowerPoint Presentation</vt:lpstr>
      <vt:lpstr>Exit Pass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6</cp:revision>
  <dcterms:created xsi:type="dcterms:W3CDTF">2016-10-20T03:14:06Z</dcterms:created>
  <dcterms:modified xsi:type="dcterms:W3CDTF">2017-12-05T01:25:16Z</dcterms:modified>
</cp:coreProperties>
</file>