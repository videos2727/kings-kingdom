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2"/>
  </p:notesMasterIdLst>
  <p:sldIdLst>
    <p:sldId id="257" r:id="rId2"/>
    <p:sldId id="266" r:id="rId3"/>
    <p:sldId id="267" r:id="rId4"/>
    <p:sldId id="258" r:id="rId5"/>
    <p:sldId id="263" r:id="rId6"/>
    <p:sldId id="264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58" autoAdjust="0"/>
    <p:restoredTop sz="94660"/>
  </p:normalViewPr>
  <p:slideViewPr>
    <p:cSldViewPr snapToGrid="0">
      <p:cViewPr varScale="1">
        <p:scale>
          <a:sx n="72" d="100"/>
          <a:sy n="72" d="100"/>
        </p:scale>
        <p:origin x="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9FCBF-01AC-45D2-B937-C5D7FCB47408}" type="datetimeFigureOut">
              <a:rPr lang="en-AU" smtClean="0"/>
              <a:t>4/12/2017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23C8BF-21F6-44D6-AC98-ECBAA1D14B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740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106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289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370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080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17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0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5A38BE19-F465-4F75-80C6-5F4C648BB64C}" type="datetimeFigureOut">
              <a:rPr lang="en-AU" smtClean="0"/>
              <a:t>4/12/2017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97ED6E8B-9FFB-4C76-B877-FBCC66B826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2480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BE19-F465-4F75-80C6-5F4C648BB64C}" type="datetimeFigureOut">
              <a:rPr lang="en-AU" smtClean="0"/>
              <a:t>4/12/2017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D6E8B-9FFB-4C76-B877-FBCC66B826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2812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A38BE19-F465-4F75-80C6-5F4C648BB64C}" type="datetimeFigureOut">
              <a:rPr lang="en-AU" smtClean="0"/>
              <a:t>4/12/2017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7ED6E8B-9FFB-4C76-B877-FBCC66B826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3344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BE19-F465-4F75-80C6-5F4C648BB64C}" type="datetimeFigureOut">
              <a:rPr lang="en-AU" smtClean="0"/>
              <a:t>4/12/2017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D6E8B-9FFB-4C76-B877-FBCC66B826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709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BE19-F465-4F75-80C6-5F4C648BB64C}" type="datetimeFigureOut">
              <a:rPr lang="en-AU" smtClean="0"/>
              <a:t>4/12/2017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D6E8B-9FFB-4C76-B877-FBCC66B826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468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BE19-F465-4F75-80C6-5F4C648BB64C}" type="datetimeFigureOut">
              <a:rPr lang="en-AU" smtClean="0"/>
              <a:t>4/12/2017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D6E8B-9FFB-4C76-B877-FBCC66B826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420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BE19-F465-4F75-80C6-5F4C648BB64C}" type="datetimeFigureOut">
              <a:rPr lang="en-AU" smtClean="0"/>
              <a:t>4/12/2017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D6E8B-9FFB-4C76-B877-FBCC66B826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420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BE19-F465-4F75-80C6-5F4C648BB64C}" type="datetimeFigureOut">
              <a:rPr lang="en-AU" smtClean="0"/>
              <a:t>4/12/2017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D6E8B-9FFB-4C76-B877-FBCC66B826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3950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BE19-F465-4F75-80C6-5F4C648BB64C}" type="datetimeFigureOut">
              <a:rPr lang="en-AU" smtClean="0"/>
              <a:t>4/12/2017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D6E8B-9FFB-4C76-B877-FBCC66B826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0775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BE19-F465-4F75-80C6-5F4C648BB64C}" type="datetimeFigureOut">
              <a:rPr lang="en-AU" smtClean="0"/>
              <a:t>4/12/2017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D6E8B-9FFB-4C76-B877-FBCC66B826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0928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A38BE19-F465-4F75-80C6-5F4C648BB64C}" type="datetimeFigureOut">
              <a:rPr lang="en-AU" smtClean="0"/>
              <a:t>4/12/2017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7ED6E8B-9FFB-4C76-B877-FBCC66B826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9131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A38BE19-F465-4F75-80C6-5F4C648BB64C}" type="datetimeFigureOut">
              <a:rPr lang="en-AU" smtClean="0"/>
              <a:t>4/12/2017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7ED6E8B-9FFB-4C76-B877-FBCC66B82611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26907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A38BE19-F465-4F75-80C6-5F4C648BB64C}" type="datetimeFigureOut">
              <a:rPr lang="en-AU" smtClean="0"/>
              <a:t>4/12/2017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7ED6E8B-9FFB-4C76-B877-FBCC66B826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94378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BE19-F465-4F75-80C6-5F4C648BB64C}" type="datetimeFigureOut">
              <a:rPr lang="en-AU" smtClean="0"/>
              <a:t>4/12/2017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D6E8B-9FFB-4C76-B877-FBCC66B826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73721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BE19-F465-4F75-80C6-5F4C648BB64C}" type="datetimeFigureOut">
              <a:rPr lang="en-AU" smtClean="0"/>
              <a:t>4/12/2017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D6E8B-9FFB-4C76-B877-FBCC66B826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6086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BE19-F465-4F75-80C6-5F4C648BB64C}" type="datetimeFigureOut">
              <a:rPr lang="en-AU" smtClean="0"/>
              <a:t>4/12/2017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D6E8B-9FFB-4C76-B877-FBCC66B826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25461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A38BE19-F465-4F75-80C6-5F4C648BB64C}" type="datetimeFigureOut">
              <a:rPr lang="en-AU" smtClean="0"/>
              <a:t>4/12/2017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7ED6E8B-9FFB-4C76-B877-FBCC66B826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0278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38BE19-F465-4F75-80C6-5F4C648BB64C}" type="datetimeFigureOut">
              <a:rPr lang="en-AU" smtClean="0"/>
              <a:t>4/12/2017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ED6E8B-9FFB-4C76-B877-FBCC66B826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6935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Translation - 2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Miss L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7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E433A1-2CEF-43C2-8C42-034A75A52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170" y="87947"/>
            <a:ext cx="9995660" cy="668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124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7B2BE9-A232-4540-8DF0-08D60247A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039" y="0"/>
            <a:ext cx="9047921" cy="67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003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Quick-Write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685800" y="1982998"/>
            <a:ext cx="10820400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AU" sz="4400" dirty="0">
              <a:latin typeface="Kiwi School Handwriting" panose="00000500000000000000" pitchFamily="2" charset="0"/>
            </a:endParaRPr>
          </a:p>
          <a:p>
            <a:pPr marL="0" indent="0">
              <a:buNone/>
            </a:pPr>
            <a:endParaRPr lang="en-AU" sz="4400" dirty="0">
              <a:latin typeface="Kiwi School Handwriting" panose="00000500000000000000" pitchFamily="2" charset="0"/>
            </a:endParaRPr>
          </a:p>
          <a:p>
            <a:pPr marL="0" indent="0">
              <a:buNone/>
            </a:pPr>
            <a:r>
              <a:rPr lang="en-AU" sz="4800" b="1" dirty="0">
                <a:latin typeface="Kiwi School Handwriting" panose="00000500000000000000" pitchFamily="2" charset="0"/>
              </a:rPr>
              <a:t>Describe what translation is?</a:t>
            </a:r>
          </a:p>
          <a:p>
            <a:pPr marL="0" indent="0">
              <a:buNone/>
            </a:pPr>
            <a:endParaRPr lang="en-AU" sz="4400" dirty="0">
              <a:latin typeface="Kiwi School Handwriting" panose="00000500000000000000" pitchFamily="2" charset="0"/>
            </a:endParaRPr>
          </a:p>
        </p:txBody>
      </p:sp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DDE2BA40-28F0-4CA8-B0D1-A0A7C2033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264" y="4573387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75D1C9-0000-4308-A15C-121A5D4D718F}"/>
              </a:ext>
            </a:extLst>
          </p:cNvPr>
          <p:cNvSpPr txBox="1"/>
          <p:nvPr/>
        </p:nvSpPr>
        <p:spPr>
          <a:xfrm>
            <a:off x="10862624" y="6206075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schemeClr val="accent4">
                    <a:lumMod val="75000"/>
                  </a:schemeClr>
                </a:solidFill>
              </a:rPr>
              <a:t>W</a:t>
            </a:r>
            <a:r>
              <a:rPr lang="en-AU" sz="2400" b="1" dirty="0"/>
              <a:t>ICOR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319670" y="491018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From last lesson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99AD8E-3C33-43B5-B76A-82F366EF3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27569"/>
            <a:ext cx="12170354" cy="349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217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3533C4-CF41-4F92-A9EC-12F1E3653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626" y="215796"/>
            <a:ext cx="5625548" cy="642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187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4577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Translations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29430"/>
            <a:ext cx="1847525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coordinate translation?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can we describe coordinate translations?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91137" y="2938318"/>
            <a:ext cx="954492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Instead of translating a shape we will translate the coordinate and write the new coordinate down</a:t>
            </a:r>
          </a:p>
          <a:p>
            <a:pPr defTabSz="914126"/>
            <a:endParaRPr lang="en-AU" sz="28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Example:</a:t>
            </a:r>
          </a:p>
          <a:p>
            <a:pPr defTabSz="914126"/>
            <a:endParaRPr lang="en-AU" sz="28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AU" sz="28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AU" sz="28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New Coordinates: P(5,1)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F651F0C-62F2-4777-84FB-F40978A1A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137" y="1495010"/>
            <a:ext cx="3921693" cy="12687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2EE0E2-91A7-4F9E-99B2-A54C040D7A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3592" y="3429000"/>
            <a:ext cx="3744880" cy="32767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259D63-60B1-4F0D-95E3-E5C6E9E685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1137" y="4754200"/>
            <a:ext cx="5871428" cy="95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48D1A9-79E4-4604-90C1-FEC540086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70945"/>
            <a:ext cx="12141605" cy="488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26807D-9522-421C-865B-EDF75E2D74B3}"/>
              </a:ext>
            </a:extLst>
          </p:cNvPr>
          <p:cNvSpPr txBox="1"/>
          <p:nvPr/>
        </p:nvSpPr>
        <p:spPr>
          <a:xfrm>
            <a:off x="1323537" y="2275709"/>
            <a:ext cx="95449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Complete the worksheet</a:t>
            </a:r>
          </a:p>
          <a:p>
            <a:pPr defTabSz="914126"/>
            <a:endParaRPr lang="en-AU" sz="28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AU" sz="28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Then complete the drawing of the unknown figure……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31</TotalTime>
  <Words>127</Words>
  <Application>Microsoft Office PowerPoint</Application>
  <PresentationFormat>Widescreen</PresentationFormat>
  <Paragraphs>39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Century Gothic</vt:lpstr>
      <vt:lpstr>DJB Fancy Nancy</vt:lpstr>
      <vt:lpstr>Kiwi School Handwriting</vt:lpstr>
      <vt:lpstr>Vapor Trail</vt:lpstr>
      <vt:lpstr>Translation - 2</vt:lpstr>
      <vt:lpstr>PowerPoint Presentation</vt:lpstr>
      <vt:lpstr>PowerPoint Presentation</vt:lpstr>
      <vt:lpstr>Quick-Write</vt:lpstr>
      <vt:lpstr>From last lesson</vt:lpstr>
      <vt:lpstr>PowerPoint Presentation</vt:lpstr>
      <vt:lpstr>PowerPoint Presentation</vt:lpstr>
      <vt:lpstr>PowerPoint Presentation</vt:lpstr>
      <vt:lpstr>Practice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Translation - 2</dc:title>
  <dc:creator>Nine Labuschagne</dc:creator>
  <cp:lastModifiedBy>Nine Labuschagne</cp:lastModifiedBy>
  <cp:revision>6</cp:revision>
  <dcterms:created xsi:type="dcterms:W3CDTF">2017-12-04T07:12:46Z</dcterms:created>
  <dcterms:modified xsi:type="dcterms:W3CDTF">2017-12-04T07:44:42Z</dcterms:modified>
</cp:coreProperties>
</file>