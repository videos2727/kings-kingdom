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4" r:id="rId6"/>
    <p:sldId id="265" r:id="rId7"/>
    <p:sldId id="266" r:id="rId8"/>
    <p:sldId id="267" r:id="rId9"/>
    <p:sldId id="261" r:id="rId10"/>
    <p:sldId id="26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652" autoAdjust="0"/>
    <p:restoredTop sz="94660"/>
  </p:normalViewPr>
  <p:slideViewPr>
    <p:cSldViewPr snapToGrid="0">
      <p:cViewPr varScale="1">
        <p:scale>
          <a:sx n="72" d="100"/>
          <a:sy n="72" d="100"/>
        </p:scale>
        <p:origin x="3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4F1E4F-9FD9-4261-9306-84BD81E1A5A4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D580BE-D417-4AF5-B59F-5C71E6367D1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5952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027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62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329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586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003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636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6710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9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398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650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017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5833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3326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894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4401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86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126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4087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3635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44777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0674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3819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67246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9698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5846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606A75-56ED-4231-A35A-87058235DDA3}" type="datetimeFigureOut">
              <a:rPr lang="en-AU" smtClean="0"/>
              <a:t>19/11/2017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5615E-12FD-4769-B25B-BBCEAD029A4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0437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10529248" cy="1825096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Pattern to table – part 2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7 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Determine a linear rule from a diagram and table 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82270" y="7683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42436"/>
            <a:ext cx="184752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linear pattern?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linear relationship and how do we write a rule for it?????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9E4D8AF-EA15-4554-81E8-1D2E07646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222" y="1442436"/>
            <a:ext cx="7908424" cy="229384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98A171D-8F98-4194-BDAC-6CF5F3D1422B}"/>
              </a:ext>
            </a:extLst>
          </p:cNvPr>
          <p:cNvSpPr txBox="1"/>
          <p:nvPr/>
        </p:nvSpPr>
        <p:spPr>
          <a:xfrm>
            <a:off x="0" y="4215621"/>
            <a:ext cx="184752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a linear function?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569304-CFBB-4ABF-8B43-66A51A17F1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471990"/>
              </p:ext>
            </p:extLst>
          </p:nvPr>
        </p:nvGraphicFramePr>
        <p:xfrm>
          <a:off x="1838254" y="4493377"/>
          <a:ext cx="9738360" cy="1622962"/>
        </p:xfrm>
        <a:graphic>
          <a:graphicData uri="http://schemas.openxmlformats.org/drawingml/2006/table">
            <a:tbl>
              <a:tblPr/>
              <a:tblGrid>
                <a:gridCol w="260468">
                  <a:extLst>
                    <a:ext uri="{9D8B030D-6E8A-4147-A177-3AD203B41FA5}">
                      <a16:colId xmlns:a16="http://schemas.microsoft.com/office/drawing/2014/main" val="1924755029"/>
                    </a:ext>
                  </a:extLst>
                </a:gridCol>
                <a:gridCol w="9477892">
                  <a:extLst>
                    <a:ext uri="{9D8B030D-6E8A-4147-A177-3AD203B41FA5}">
                      <a16:colId xmlns:a16="http://schemas.microsoft.com/office/drawing/2014/main" val="3405948222"/>
                    </a:ext>
                  </a:extLst>
                </a:gridCol>
              </a:tblGrid>
              <a:tr h="1622962">
                <a:tc>
                  <a:txBody>
                    <a:bodyPr/>
                    <a:lstStyle/>
                    <a:p>
                      <a:pPr algn="l"/>
                      <a:endParaRPr lang="en-AU" sz="2800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AU" sz="2800" dirty="0">
                          <a:effectLst/>
                        </a:rPr>
                        <a:t>It is like a machine that has an input and an output.</a:t>
                      </a:r>
                    </a:p>
                    <a:p>
                      <a:pPr algn="l"/>
                      <a:r>
                        <a:rPr lang="en-AU" sz="2800" dirty="0">
                          <a:effectLst/>
                        </a:rPr>
                        <a:t>And the output is related somehow to the input.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073037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116F9F23-0F69-4BC7-BCC1-B71C8176BE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9546" y="4215621"/>
            <a:ext cx="7410683" cy="6936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80937" rIns="0" bIns="179331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Verdana" panose="020B0604030504040204" pitchFamily="34" charset="0"/>
              </a:rPr>
              <a:t>A function relates an input to an output. </a:t>
            </a:r>
            <a:endParaRPr kumimoji="0" lang="en-US" altLang="en-US" sz="11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82270" y="7683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42436"/>
            <a:ext cx="184752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write a linear rule.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linear relationship and how do we write a rule for it?????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1DFCE5-0C3E-4410-9CA6-4A54647DFCE4}"/>
              </a:ext>
            </a:extLst>
          </p:cNvPr>
          <p:cNvSpPr txBox="1"/>
          <p:nvPr/>
        </p:nvSpPr>
        <p:spPr>
          <a:xfrm>
            <a:off x="1951630" y="1495073"/>
            <a:ext cx="10090869" cy="3784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Step 1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Count the number of match's needed for each step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Step 2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Fill in the 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A4DFC2-6729-4FB7-BF4C-3F0595B0E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050" y="2362394"/>
            <a:ext cx="8108920" cy="14893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B7276C-EB3D-4202-9E42-F205FC7B8906}"/>
              </a:ext>
            </a:extLst>
          </p:cNvPr>
          <p:cNvSpPr txBox="1"/>
          <p:nvPr/>
        </p:nvSpPr>
        <p:spPr>
          <a:xfrm>
            <a:off x="2935710" y="3851787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121C4A-FE10-407B-B369-6B066CAB3034}"/>
              </a:ext>
            </a:extLst>
          </p:cNvPr>
          <p:cNvSpPr txBox="1"/>
          <p:nvPr/>
        </p:nvSpPr>
        <p:spPr>
          <a:xfrm>
            <a:off x="5490608" y="3835790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10501D-4132-4842-8E75-0134A7411DD5}"/>
              </a:ext>
            </a:extLst>
          </p:cNvPr>
          <p:cNvSpPr txBox="1"/>
          <p:nvPr/>
        </p:nvSpPr>
        <p:spPr>
          <a:xfrm>
            <a:off x="8697997" y="3843789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2FAEC5-AC2B-471A-BEB7-BA5DABACA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308635"/>
              </p:ext>
            </p:extLst>
          </p:nvPr>
        </p:nvGraphicFramePr>
        <p:xfrm>
          <a:off x="1951629" y="5226406"/>
          <a:ext cx="10090848" cy="1509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6">
                  <a:extLst>
                    <a:ext uri="{9D8B030D-6E8A-4147-A177-3AD203B41FA5}">
                      <a16:colId xmlns:a16="http://schemas.microsoft.com/office/drawing/2014/main" val="1904214825"/>
                    </a:ext>
                  </a:extLst>
                </a:gridCol>
                <a:gridCol w="1542197">
                  <a:extLst>
                    <a:ext uri="{9D8B030D-6E8A-4147-A177-3AD203B41FA5}">
                      <a16:colId xmlns:a16="http://schemas.microsoft.com/office/drawing/2014/main" val="3386322281"/>
                    </a:ext>
                  </a:extLst>
                </a:gridCol>
                <a:gridCol w="1705970">
                  <a:extLst>
                    <a:ext uri="{9D8B030D-6E8A-4147-A177-3AD203B41FA5}">
                      <a16:colId xmlns:a16="http://schemas.microsoft.com/office/drawing/2014/main" val="733776234"/>
                    </a:ext>
                  </a:extLst>
                </a:gridCol>
                <a:gridCol w="1500139">
                  <a:extLst>
                    <a:ext uri="{9D8B030D-6E8A-4147-A177-3AD203B41FA5}">
                      <a16:colId xmlns:a16="http://schemas.microsoft.com/office/drawing/2014/main" val="3394967360"/>
                    </a:ext>
                  </a:extLst>
                </a:gridCol>
                <a:gridCol w="1681808">
                  <a:extLst>
                    <a:ext uri="{9D8B030D-6E8A-4147-A177-3AD203B41FA5}">
                      <a16:colId xmlns:a16="http://schemas.microsoft.com/office/drawing/2014/main" val="1950457040"/>
                    </a:ext>
                  </a:extLst>
                </a:gridCol>
                <a:gridCol w="1681808">
                  <a:extLst>
                    <a:ext uri="{9D8B030D-6E8A-4147-A177-3AD203B41FA5}">
                      <a16:colId xmlns:a16="http://schemas.microsoft.com/office/drawing/2014/main" val="1561454098"/>
                    </a:ext>
                  </a:extLst>
                </a:gridCol>
              </a:tblGrid>
              <a:tr h="686826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549001"/>
                  </a:ext>
                </a:extLst>
              </a:tr>
              <a:tr h="686826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Number of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9041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1509AB3-DF23-4B9F-A707-C435D6B6C26A}"/>
              </a:ext>
            </a:extLst>
          </p:cNvPr>
          <p:cNvSpPr txBox="1"/>
          <p:nvPr/>
        </p:nvSpPr>
        <p:spPr>
          <a:xfrm>
            <a:off x="4289113" y="5981299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8A8704-0A90-4C39-A97E-C91D3E855634}"/>
              </a:ext>
            </a:extLst>
          </p:cNvPr>
          <p:cNvSpPr txBox="1"/>
          <p:nvPr/>
        </p:nvSpPr>
        <p:spPr>
          <a:xfrm>
            <a:off x="5897439" y="5942452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27A3FD-B12D-4E25-9A40-75EBD75516BB}"/>
              </a:ext>
            </a:extLst>
          </p:cNvPr>
          <p:cNvSpPr txBox="1"/>
          <p:nvPr/>
        </p:nvSpPr>
        <p:spPr>
          <a:xfrm>
            <a:off x="7440259" y="5942451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428003-254F-4673-B16C-DC0FA699366F}"/>
              </a:ext>
            </a:extLst>
          </p:cNvPr>
          <p:cNvSpPr txBox="1"/>
          <p:nvPr/>
        </p:nvSpPr>
        <p:spPr>
          <a:xfrm>
            <a:off x="9104828" y="5905195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D9B489-33A2-42AD-9AAB-460826117554}"/>
              </a:ext>
            </a:extLst>
          </p:cNvPr>
          <p:cNvSpPr txBox="1"/>
          <p:nvPr/>
        </p:nvSpPr>
        <p:spPr>
          <a:xfrm>
            <a:off x="10769397" y="5903287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17519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21" grpId="0"/>
      <p:bldP spid="22" grpId="0"/>
      <p:bldP spid="23" grpId="0"/>
      <p:bldP spid="24" grpId="0"/>
      <p:bldP spid="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82270" y="7683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42436"/>
            <a:ext cx="184752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write a linear rule.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linear relationship and how do we write a rule for it?????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1DFCE5-0C3E-4410-9CA6-4A54647DFCE4}"/>
              </a:ext>
            </a:extLst>
          </p:cNvPr>
          <p:cNvSpPr txBox="1"/>
          <p:nvPr/>
        </p:nvSpPr>
        <p:spPr>
          <a:xfrm>
            <a:off x="1951604" y="1378634"/>
            <a:ext cx="10090869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prstClr val="black"/>
                </a:solidFill>
              </a:rPr>
              <a:t>Step 3</a:t>
            </a:r>
          </a:p>
          <a:p>
            <a:pPr defTabSz="914126"/>
            <a:r>
              <a:rPr lang="en-US" sz="2400" dirty="0">
                <a:solidFill>
                  <a:prstClr val="black"/>
                </a:solidFill>
              </a:rPr>
              <a:t>Write a rule for the pattern</a:t>
            </a: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defTabSz="914126"/>
            <a:r>
              <a:rPr lang="en-US" sz="2400" dirty="0">
                <a:solidFill>
                  <a:prstClr val="black"/>
                </a:solidFill>
              </a:rPr>
              <a:t>3 extra matches are being added for each step, therefore:</a:t>
            </a:r>
          </a:p>
          <a:p>
            <a:pPr algn="ctr" defTabSz="914126"/>
            <a:r>
              <a:rPr lang="en-US" sz="2400" b="1" dirty="0">
                <a:solidFill>
                  <a:prstClr val="black"/>
                </a:solidFill>
              </a:rPr>
              <a:t>3 x step</a:t>
            </a:r>
          </a:p>
          <a:p>
            <a:pPr algn="ctr" defTabSz="914126"/>
            <a:endParaRPr lang="en-US" sz="2400" b="1" dirty="0">
              <a:solidFill>
                <a:prstClr val="black"/>
              </a:solidFill>
            </a:endParaRPr>
          </a:p>
          <a:p>
            <a:pPr defTabSz="914126"/>
            <a:r>
              <a:rPr lang="en-US" sz="2400" dirty="0">
                <a:solidFill>
                  <a:prstClr val="black"/>
                </a:solidFill>
              </a:rPr>
              <a:t>First</a:t>
            </a:r>
            <a:r>
              <a:rPr lang="en-US" sz="2400" b="1" dirty="0">
                <a:solidFill>
                  <a:prstClr val="black"/>
                </a:solidFill>
              </a:rPr>
              <a:t> </a:t>
            </a:r>
            <a:r>
              <a:rPr lang="en-US" sz="2400" dirty="0">
                <a:solidFill>
                  <a:prstClr val="black"/>
                </a:solidFill>
              </a:rPr>
              <a:t>step is 3 + 1 (= 4 matches)</a:t>
            </a: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algn="ctr" defTabSz="914126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Rule:      Matches = 3 x step + 1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82FAEC5-AC2B-471A-BEB7-BA5DABACA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106062"/>
              </p:ext>
            </p:extLst>
          </p:nvPr>
        </p:nvGraphicFramePr>
        <p:xfrm>
          <a:off x="1951625" y="2347767"/>
          <a:ext cx="10090848" cy="1509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926">
                  <a:extLst>
                    <a:ext uri="{9D8B030D-6E8A-4147-A177-3AD203B41FA5}">
                      <a16:colId xmlns:a16="http://schemas.microsoft.com/office/drawing/2014/main" val="1904214825"/>
                    </a:ext>
                  </a:extLst>
                </a:gridCol>
                <a:gridCol w="1542197">
                  <a:extLst>
                    <a:ext uri="{9D8B030D-6E8A-4147-A177-3AD203B41FA5}">
                      <a16:colId xmlns:a16="http://schemas.microsoft.com/office/drawing/2014/main" val="3386322281"/>
                    </a:ext>
                  </a:extLst>
                </a:gridCol>
                <a:gridCol w="1705970">
                  <a:extLst>
                    <a:ext uri="{9D8B030D-6E8A-4147-A177-3AD203B41FA5}">
                      <a16:colId xmlns:a16="http://schemas.microsoft.com/office/drawing/2014/main" val="733776234"/>
                    </a:ext>
                  </a:extLst>
                </a:gridCol>
                <a:gridCol w="1500139">
                  <a:extLst>
                    <a:ext uri="{9D8B030D-6E8A-4147-A177-3AD203B41FA5}">
                      <a16:colId xmlns:a16="http://schemas.microsoft.com/office/drawing/2014/main" val="3394967360"/>
                    </a:ext>
                  </a:extLst>
                </a:gridCol>
                <a:gridCol w="1681808">
                  <a:extLst>
                    <a:ext uri="{9D8B030D-6E8A-4147-A177-3AD203B41FA5}">
                      <a16:colId xmlns:a16="http://schemas.microsoft.com/office/drawing/2014/main" val="1950457040"/>
                    </a:ext>
                  </a:extLst>
                </a:gridCol>
                <a:gridCol w="1681808">
                  <a:extLst>
                    <a:ext uri="{9D8B030D-6E8A-4147-A177-3AD203B41FA5}">
                      <a16:colId xmlns:a16="http://schemas.microsoft.com/office/drawing/2014/main" val="1561454098"/>
                    </a:ext>
                  </a:extLst>
                </a:gridCol>
              </a:tblGrid>
              <a:tr h="686826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549001"/>
                  </a:ext>
                </a:extLst>
              </a:tr>
              <a:tr h="686826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Number of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9041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1509AB3-DF23-4B9F-A707-C435D6B6C26A}"/>
              </a:ext>
            </a:extLst>
          </p:cNvPr>
          <p:cNvSpPr txBox="1"/>
          <p:nvPr/>
        </p:nvSpPr>
        <p:spPr>
          <a:xfrm>
            <a:off x="4241256" y="3012824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8A8704-0A90-4C39-A97E-C91D3E855634}"/>
              </a:ext>
            </a:extLst>
          </p:cNvPr>
          <p:cNvSpPr txBox="1"/>
          <p:nvPr/>
        </p:nvSpPr>
        <p:spPr>
          <a:xfrm>
            <a:off x="5950527" y="3031452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27A3FD-B12D-4E25-9A40-75EBD75516BB}"/>
              </a:ext>
            </a:extLst>
          </p:cNvPr>
          <p:cNvSpPr txBox="1"/>
          <p:nvPr/>
        </p:nvSpPr>
        <p:spPr>
          <a:xfrm>
            <a:off x="7503236" y="3026556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8428003-254F-4673-B16C-DC0FA699366F}"/>
              </a:ext>
            </a:extLst>
          </p:cNvPr>
          <p:cNvSpPr txBox="1"/>
          <p:nvPr/>
        </p:nvSpPr>
        <p:spPr>
          <a:xfrm>
            <a:off x="9068608" y="3026556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D9B489-33A2-42AD-9AAB-460826117554}"/>
              </a:ext>
            </a:extLst>
          </p:cNvPr>
          <p:cNvSpPr txBox="1"/>
          <p:nvPr/>
        </p:nvSpPr>
        <p:spPr>
          <a:xfrm>
            <a:off x="10551033" y="3011870"/>
            <a:ext cx="813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48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17605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908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Linear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82270" y="76832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442436"/>
            <a:ext cx="1847524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to write a linear rule.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is a linear relationship and how do we write a rule for it?????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D1DFCE5-0C3E-4410-9CA6-4A54647DFCE4}"/>
              </a:ext>
            </a:extLst>
          </p:cNvPr>
          <p:cNvSpPr txBox="1"/>
          <p:nvPr/>
        </p:nvSpPr>
        <p:spPr>
          <a:xfrm>
            <a:off x="1951604" y="1378634"/>
            <a:ext cx="10090869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400" b="1" dirty="0">
                <a:solidFill>
                  <a:prstClr val="black"/>
                </a:solidFill>
              </a:rPr>
              <a:t>Step 4</a:t>
            </a:r>
          </a:p>
          <a:p>
            <a:pPr defTabSz="914126"/>
            <a:r>
              <a:rPr lang="en-US" sz="2400" dirty="0">
                <a:solidFill>
                  <a:prstClr val="black"/>
                </a:solidFill>
              </a:rPr>
              <a:t>Check that the rule is correct</a:t>
            </a:r>
          </a:p>
          <a:p>
            <a:pPr defTabSz="914126"/>
            <a:endParaRPr lang="en-US" sz="2400" dirty="0">
              <a:solidFill>
                <a:prstClr val="black"/>
              </a:solidFill>
            </a:endParaRPr>
          </a:p>
          <a:p>
            <a:pPr algn="ctr" defTabSz="914126"/>
            <a:r>
              <a:rPr lang="en-US" sz="2800" b="1" dirty="0">
                <a:solidFill>
                  <a:schemeClr val="accent1">
                    <a:lumMod val="50000"/>
                  </a:schemeClr>
                </a:solidFill>
              </a:rPr>
              <a:t>Rule:      Matches = 3 x step + 1</a:t>
            </a:r>
          </a:p>
          <a:p>
            <a:pPr algn="ctr" defTabSz="914126"/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 defTabSz="914126"/>
            <a:r>
              <a:rPr lang="en-US" sz="2800" dirty="0"/>
              <a:t>When the step is 5:    </a:t>
            </a:r>
            <a:r>
              <a:rPr lang="en-US" sz="2800" b="1" dirty="0"/>
              <a:t>3 x 5 + 1 = 16</a:t>
            </a:r>
          </a:p>
        </p:txBody>
      </p:sp>
      <p:pic>
        <p:nvPicPr>
          <p:cNvPr id="2050" name="Picture 2" descr="Image result for correct tick">
            <a:extLst>
              <a:ext uri="{FF2B5EF4-FFF2-40B4-BE49-F238E27FC236}">
                <a16:creationId xmlns:a16="http://schemas.microsoft.com/office/drawing/2014/main" id="{2D35C9EB-5873-4BBD-B6E3-90FD5F4F4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1864" y="3010689"/>
            <a:ext cx="1477655" cy="1477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0761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13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1A3053-592C-47D5-9027-0EE048A01B3B}"/>
              </a:ext>
            </a:extLst>
          </p:cNvPr>
          <p:cNvSpPr txBox="1"/>
          <p:nvPr/>
        </p:nvSpPr>
        <p:spPr>
          <a:xfrm>
            <a:off x="115809" y="110237"/>
            <a:ext cx="3619524" cy="5261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Step 1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Count the number of match's needed for each step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Step 2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Fill in the table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400" b="1" dirty="0">
                <a:solidFill>
                  <a:prstClr val="black"/>
                </a:solidFill>
              </a:rPr>
              <a:t>Step 3</a:t>
            </a:r>
          </a:p>
          <a:p>
            <a:pPr defTabSz="914126"/>
            <a:r>
              <a:rPr lang="en-US" sz="2400" dirty="0">
                <a:solidFill>
                  <a:prstClr val="black"/>
                </a:solidFill>
              </a:rPr>
              <a:t>Write a rule for the pattern</a:t>
            </a:r>
          </a:p>
          <a:p>
            <a:pPr defTabSz="914126"/>
            <a:endParaRPr lang="en-US" sz="2399" dirty="0">
              <a:solidFill>
                <a:prstClr val="black"/>
              </a:solidFill>
            </a:endParaRPr>
          </a:p>
          <a:p>
            <a:pPr defTabSz="914126"/>
            <a:r>
              <a:rPr lang="en-US" sz="2399" b="1" dirty="0">
                <a:solidFill>
                  <a:prstClr val="black"/>
                </a:solidFill>
              </a:rPr>
              <a:t>Step 4</a:t>
            </a:r>
          </a:p>
          <a:p>
            <a:pPr defTabSz="914126"/>
            <a:r>
              <a:rPr lang="en-US" sz="2399" dirty="0">
                <a:solidFill>
                  <a:prstClr val="black"/>
                </a:solidFill>
              </a:rPr>
              <a:t>Check the pattern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2B61C7-8B67-4B5D-A4CB-0FD2DF1E5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24009"/>
              </p:ext>
            </p:extLst>
          </p:nvPr>
        </p:nvGraphicFramePr>
        <p:xfrm>
          <a:off x="3976564" y="3299272"/>
          <a:ext cx="7976898" cy="20725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357">
                  <a:extLst>
                    <a:ext uri="{9D8B030D-6E8A-4147-A177-3AD203B41FA5}">
                      <a16:colId xmlns:a16="http://schemas.microsoft.com/office/drawing/2014/main" val="1904214825"/>
                    </a:ext>
                  </a:extLst>
                </a:gridCol>
                <a:gridCol w="1219120">
                  <a:extLst>
                    <a:ext uri="{9D8B030D-6E8A-4147-A177-3AD203B41FA5}">
                      <a16:colId xmlns:a16="http://schemas.microsoft.com/office/drawing/2014/main" val="3386322281"/>
                    </a:ext>
                  </a:extLst>
                </a:gridCol>
                <a:gridCol w="1348583">
                  <a:extLst>
                    <a:ext uri="{9D8B030D-6E8A-4147-A177-3AD203B41FA5}">
                      <a16:colId xmlns:a16="http://schemas.microsoft.com/office/drawing/2014/main" val="733776234"/>
                    </a:ext>
                  </a:extLst>
                </a:gridCol>
                <a:gridCol w="1185872">
                  <a:extLst>
                    <a:ext uri="{9D8B030D-6E8A-4147-A177-3AD203B41FA5}">
                      <a16:colId xmlns:a16="http://schemas.microsoft.com/office/drawing/2014/main" val="3394967360"/>
                    </a:ext>
                  </a:extLst>
                </a:gridCol>
                <a:gridCol w="1329483">
                  <a:extLst>
                    <a:ext uri="{9D8B030D-6E8A-4147-A177-3AD203B41FA5}">
                      <a16:colId xmlns:a16="http://schemas.microsoft.com/office/drawing/2014/main" val="1950457040"/>
                    </a:ext>
                  </a:extLst>
                </a:gridCol>
                <a:gridCol w="1329483">
                  <a:extLst>
                    <a:ext uri="{9D8B030D-6E8A-4147-A177-3AD203B41FA5}">
                      <a16:colId xmlns:a16="http://schemas.microsoft.com/office/drawing/2014/main" val="1561454098"/>
                    </a:ext>
                  </a:extLst>
                </a:gridCol>
              </a:tblGrid>
              <a:tr h="883814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Step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32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549001"/>
                  </a:ext>
                </a:extLst>
              </a:tr>
              <a:tr h="1058992">
                <a:tc>
                  <a:txBody>
                    <a:bodyPr/>
                    <a:lstStyle/>
                    <a:p>
                      <a:pPr algn="ctr"/>
                      <a:r>
                        <a:rPr lang="en-AU" sz="2400" b="1" dirty="0">
                          <a:solidFill>
                            <a:schemeClr val="tx1"/>
                          </a:solidFill>
                        </a:rPr>
                        <a:t>Number of Matches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990415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EF1A1CC3-36D8-422E-9646-11F5F106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6564" y="1353280"/>
            <a:ext cx="7854884" cy="138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Exit pass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A65FB-04AF-4C4A-955C-58D7F3669922}"/>
              </a:ext>
            </a:extLst>
          </p:cNvPr>
          <p:cNvSpPr txBox="1"/>
          <p:nvPr/>
        </p:nvSpPr>
        <p:spPr>
          <a:xfrm>
            <a:off x="1984365" y="2023047"/>
            <a:ext cx="79547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US" sz="4800" b="1" dirty="0">
                <a:solidFill>
                  <a:schemeClr val="accent4">
                    <a:lumMod val="75000"/>
                  </a:schemeClr>
                </a:solidFill>
                <a:latin typeface="Kristen ITC" panose="03050502040202030202" pitchFamily="66" charset="0"/>
              </a:rPr>
              <a:t>Complete the worksheet. </a:t>
            </a:r>
          </a:p>
          <a:p>
            <a:pPr defTabSz="914126"/>
            <a:endParaRPr lang="en-US" sz="4800" b="1" dirty="0">
              <a:solidFill>
                <a:prstClr val="black"/>
              </a:solidFill>
              <a:latin typeface="Kristen ITC" panose="03050502040202030202" pitchFamily="66" charset="0"/>
            </a:endParaRPr>
          </a:p>
          <a:p>
            <a:pPr defTabSz="914126"/>
            <a:endParaRPr lang="en-US" sz="4800" b="1" dirty="0">
              <a:solidFill>
                <a:prstClr val="black"/>
              </a:solidFill>
              <a:latin typeface="Kristen ITC" panose="03050502040202030202" pitchFamily="66" charset="0"/>
            </a:endParaRPr>
          </a:p>
          <a:p>
            <a:pPr defTabSz="914126"/>
            <a:endParaRPr lang="en-US" sz="4800" b="1" dirty="0">
              <a:solidFill>
                <a:prstClr val="black"/>
              </a:solidFill>
              <a:latin typeface="Kristen ITC" panose="03050502040202030202" pitchFamily="66" charset="0"/>
            </a:endParaRPr>
          </a:p>
          <a:p>
            <a:pPr defTabSz="914126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  <a:latin typeface="Kristen ITC" panose="03050502040202030202" pitchFamily="66" charset="0"/>
              </a:rPr>
              <a:t>Complete your summery.</a:t>
            </a:r>
            <a:endParaRPr lang="en-US" sz="4800" dirty="0">
              <a:solidFill>
                <a:schemeClr val="accent6">
                  <a:lumMod val="75000"/>
                </a:schemeClr>
              </a:solidFill>
              <a:latin typeface="Kristen ITC" panose="03050502040202030202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70</TotalTime>
  <Words>409</Words>
  <Application>Microsoft Office PowerPoint</Application>
  <PresentationFormat>Widescreen</PresentationFormat>
  <Paragraphs>131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Century Gothic</vt:lpstr>
      <vt:lpstr>DJB Fancy Nancy</vt:lpstr>
      <vt:lpstr>Kiwi School Handwriting</vt:lpstr>
      <vt:lpstr>Kristen ITC</vt:lpstr>
      <vt:lpstr>Verdana</vt:lpstr>
      <vt:lpstr>Vapor Trail</vt:lpstr>
      <vt:lpstr>Pattern to table – part 2</vt:lpstr>
      <vt:lpstr>Learning Intentions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 to table – part 2</dc:title>
  <dc:creator>Nine Labuschagne</dc:creator>
  <cp:lastModifiedBy>Nine Labuschagne</cp:lastModifiedBy>
  <cp:revision>15</cp:revision>
  <dcterms:created xsi:type="dcterms:W3CDTF">2017-11-19T08:42:25Z</dcterms:created>
  <dcterms:modified xsi:type="dcterms:W3CDTF">2017-11-19T10:33:25Z</dcterms:modified>
</cp:coreProperties>
</file>