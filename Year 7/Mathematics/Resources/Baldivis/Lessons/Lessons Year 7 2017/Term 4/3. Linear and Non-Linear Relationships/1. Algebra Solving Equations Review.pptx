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64" r:id="rId3"/>
    <p:sldId id="268" r:id="rId4"/>
    <p:sldId id="269" r:id="rId5"/>
    <p:sldId id="271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16/11/2017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Write the expression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575019"/>
              </p:ext>
            </p:extLst>
          </p:nvPr>
        </p:nvGraphicFramePr>
        <p:xfrm>
          <a:off x="457200" y="1600200"/>
          <a:ext cx="8291264" cy="377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5632"/>
                <a:gridCol w="4145632"/>
              </a:tblGrid>
              <a:tr h="62883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628836">
                <a:tc>
                  <a:txBody>
                    <a:bodyPr/>
                    <a:lstStyle/>
                    <a:p>
                      <a:r>
                        <a:rPr lang="en-AU" dirty="0" smtClean="0"/>
                        <a:t>A number added to 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a+7</a:t>
                      </a:r>
                      <a:endParaRPr lang="en-AU" dirty="0"/>
                    </a:p>
                  </a:txBody>
                  <a:tcPr/>
                </a:tc>
              </a:tr>
              <a:tr h="628836">
                <a:tc>
                  <a:txBody>
                    <a:bodyPr/>
                    <a:lstStyle/>
                    <a:p>
                      <a:r>
                        <a:rPr lang="en-AU" dirty="0" smtClean="0"/>
                        <a:t>A</a:t>
                      </a:r>
                      <a:r>
                        <a:rPr lang="en-AU" baseline="0" dirty="0" smtClean="0"/>
                        <a:t> number is multiplied by nine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9g</a:t>
                      </a:r>
                      <a:endParaRPr lang="en-AU" dirty="0"/>
                    </a:p>
                  </a:txBody>
                  <a:tcPr/>
                </a:tc>
              </a:tr>
              <a:tr h="628836">
                <a:tc>
                  <a:txBody>
                    <a:bodyPr/>
                    <a:lstStyle/>
                    <a:p>
                      <a:r>
                        <a:rPr lang="en-AU" dirty="0" smtClean="0"/>
                        <a:t>8</a:t>
                      </a:r>
                      <a:r>
                        <a:rPr lang="en-AU" baseline="0" dirty="0" smtClean="0"/>
                        <a:t> is taken from a number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d-8</a:t>
                      </a:r>
                      <a:endParaRPr lang="en-AU" dirty="0"/>
                    </a:p>
                  </a:txBody>
                  <a:tcPr/>
                </a:tc>
              </a:tr>
              <a:tr h="628836">
                <a:tc>
                  <a:txBody>
                    <a:bodyPr/>
                    <a:lstStyle/>
                    <a:p>
                      <a:r>
                        <a:rPr lang="en-AU" dirty="0" smtClean="0"/>
                        <a:t>A number is shared between 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 ÷ 3</a:t>
                      </a:r>
                      <a:endParaRPr lang="en-AU" dirty="0"/>
                    </a:p>
                  </a:txBody>
                  <a:tcPr/>
                </a:tc>
              </a:tr>
              <a:tr h="628836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68144" y="1772816"/>
            <a:ext cx="1656184" cy="360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solve algebraic equations?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2242369"/>
            <a:ext cx="82962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2395538"/>
            <a:ext cx="817245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23928" y="485964"/>
            <a:ext cx="104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Try these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390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solve algebraic equations?</a:t>
            </a:r>
            <a:endParaRPr lang="en-A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39" y="2060848"/>
            <a:ext cx="8277225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5376024"/>
            <a:ext cx="23431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063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052736"/>
            <a:ext cx="447675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139952" y="620688"/>
            <a:ext cx="10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Padawan</a:t>
            </a:r>
            <a:endParaRPr lang="en-A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524" y="3140968"/>
            <a:ext cx="6143625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55221" y="2620307"/>
            <a:ext cx="11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Jedi knight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718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 smtClean="0"/>
              <a:t>Quickwrite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How do you solve algebraic equations?</a:t>
            </a:r>
          </a:p>
          <a:p>
            <a:pPr marL="0" indent="0">
              <a:buNone/>
            </a:pPr>
            <a:r>
              <a:rPr lang="en-AU" dirty="0" smtClean="0"/>
              <a:t>What are the steps?</a:t>
            </a:r>
          </a:p>
          <a:p>
            <a:pPr marL="0" indent="0">
              <a:buNone/>
            </a:pPr>
            <a:r>
              <a:rPr lang="en-AU" dirty="0" smtClean="0"/>
              <a:t>How do we know we </a:t>
            </a:r>
            <a:r>
              <a:rPr lang="en-AU" smtClean="0"/>
              <a:t>are correct?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106</Words>
  <Application>Microsoft Office PowerPoint</Application>
  <PresentationFormat>On-screen Show (4:3)</PresentationFormat>
  <Paragraphs>38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Write the expression</vt:lpstr>
      <vt:lpstr>PowerPoint Presentation</vt:lpstr>
      <vt:lpstr>PowerPoint Presentation</vt:lpstr>
      <vt:lpstr>PowerPoint Presentation</vt:lpstr>
      <vt:lpstr>PowerPoint Presentation</vt:lpstr>
      <vt:lpstr>Quickwrite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5</cp:revision>
  <dcterms:created xsi:type="dcterms:W3CDTF">2016-10-20T03:14:06Z</dcterms:created>
  <dcterms:modified xsi:type="dcterms:W3CDTF">2017-11-16T08:59:49Z</dcterms:modified>
</cp:coreProperties>
</file>