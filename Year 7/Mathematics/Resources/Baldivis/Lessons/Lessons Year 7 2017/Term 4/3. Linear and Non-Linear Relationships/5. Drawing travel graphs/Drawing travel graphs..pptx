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68" r:id="rId3"/>
    <p:sldId id="269" r:id="rId4"/>
    <p:sldId id="264" r:id="rId5"/>
    <p:sldId id="266" r:id="rId6"/>
    <p:sldId id="267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27/11/2017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Revision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Fill in the tables for the following rules</a:t>
            </a:r>
            <a:endParaRPr lang="en-AU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92817"/>
              </p:ext>
            </p:extLst>
          </p:nvPr>
        </p:nvGraphicFramePr>
        <p:xfrm>
          <a:off x="1475656" y="2348880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y=2x+1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049133"/>
              </p:ext>
            </p:extLst>
          </p:nvPr>
        </p:nvGraphicFramePr>
        <p:xfrm>
          <a:off x="1331640" y="4293096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x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y=3x+2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48073" y="340244"/>
            <a:ext cx="26182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400" b="1" dirty="0" smtClean="0"/>
              <a:t>Story time</a:t>
            </a:r>
            <a:endParaRPr lang="en-AU" sz="4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109685"/>
            <a:ext cx="806489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Mr Morgan takes his dog  Thor for a walk everyday. On this particular day  Mr Morgan left his house and walked  for 2 minutes and then stopped. He stood still, because he felt he had forgotten something. He stood there for 1 minute before he realised that he left Thor at home! At this point He was 500m away from his house. He quickly went home getting there in 1 minute. 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224" y="3573016"/>
            <a:ext cx="2301720" cy="306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3528" y="4522721"/>
            <a:ext cx="60644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u="sng" dirty="0" smtClean="0"/>
              <a:t>Complete the story time questions</a:t>
            </a:r>
            <a:endParaRPr lang="en-AU" sz="3200" b="1" u="sng" dirty="0"/>
          </a:p>
        </p:txBody>
      </p:sp>
    </p:spTree>
    <p:extLst>
      <p:ext uri="{BB962C8B-B14F-4D97-AF65-F5344CB8AC3E}">
        <p14:creationId xmlns:p14="http://schemas.microsoft.com/office/powerpoint/2010/main" val="3546920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553206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b="1" u="sng" dirty="0" smtClean="0"/>
              <a:t>Answers</a:t>
            </a:r>
            <a:endParaRPr lang="en-AU" sz="3200" b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1043608" y="1844824"/>
            <a:ext cx="10663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/>
              <a:t>500m</a:t>
            </a:r>
          </a:p>
          <a:p>
            <a:pPr marL="342900" indent="-342900">
              <a:buAutoNum type="arabicPeriod"/>
            </a:pPr>
            <a:r>
              <a:rPr lang="en-AU" dirty="0" smtClean="0"/>
              <a:t>500m</a:t>
            </a:r>
          </a:p>
          <a:p>
            <a:pPr marL="342900" indent="-342900">
              <a:buAutoNum type="arabicPeriod"/>
            </a:pPr>
            <a:r>
              <a:rPr lang="en-AU" dirty="0" smtClean="0"/>
              <a:t>0m</a:t>
            </a:r>
          </a:p>
          <a:p>
            <a:r>
              <a:rPr lang="en-AU" dirty="0" smtClean="0"/>
              <a:t> 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624493"/>
              </p:ext>
            </p:extLst>
          </p:nvPr>
        </p:nvGraphicFramePr>
        <p:xfrm>
          <a:off x="3203850" y="1815770"/>
          <a:ext cx="536125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251"/>
                <a:gridCol w="1072251"/>
                <a:gridCol w="1072251"/>
                <a:gridCol w="1072251"/>
                <a:gridCol w="1072251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Time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Distance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500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139" y="2780928"/>
            <a:ext cx="532447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560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350502"/>
            <a:ext cx="20970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Travel graphs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how do we draw travel graphs?</a:t>
            </a:r>
            <a:endParaRPr lang="en-AU" sz="2400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5076056" y="2420888"/>
            <a:ext cx="0" cy="23762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089287" y="4773457"/>
            <a:ext cx="257905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36128" y="3424354"/>
            <a:ext cx="987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Distance</a:t>
            </a:r>
            <a:endParaRPr lang="en-AU" dirty="0"/>
          </a:p>
        </p:txBody>
      </p:sp>
      <p:sp>
        <p:nvSpPr>
          <p:cNvPr id="18" name="TextBox 17"/>
          <p:cNvSpPr txBox="1"/>
          <p:nvPr/>
        </p:nvSpPr>
        <p:spPr>
          <a:xfrm>
            <a:off x="6071679" y="4971086"/>
            <a:ext cx="614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time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251520" y="2708920"/>
            <a:ext cx="31683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travel graph plots or tracks the distance of a journey at different times.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316" y="1101997"/>
            <a:ext cx="6981825" cy="593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5868144" y="2996952"/>
            <a:ext cx="1872208" cy="28803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331640" y="3501008"/>
            <a:ext cx="3888432" cy="33569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6587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Practice</a:t>
            </a:r>
            <a:endParaRPr lang="en-AU" sz="4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8" y="1071563"/>
            <a:ext cx="6981825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Create your own Story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Create your own story like Mr Morgan and draw a travel graph for it.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Swap with your partner to see if they can draw the travel graph for your story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Quick Quiz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 smtClean="0"/>
              <a:t>What is a travel graph?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If part of a travel graph is flat, what does that mean?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Which axis has the time?</a:t>
            </a:r>
            <a:endParaRPr lang="en-AU" dirty="0" smtClean="0"/>
          </a:p>
          <a:p>
            <a:pPr marL="0" indent="0">
              <a:buNone/>
            </a:pPr>
            <a:endParaRPr lang="en-AU" dirty="0" smtClean="0"/>
          </a:p>
          <a:p>
            <a:pPr marL="0" indent="0">
              <a:buNone/>
            </a:pPr>
            <a:r>
              <a:rPr lang="en-AU" b="1" dirty="0" smtClean="0"/>
              <a:t>Bonus points:</a:t>
            </a:r>
          </a:p>
          <a:p>
            <a:pPr marL="0" indent="0">
              <a:buNone/>
            </a:pPr>
            <a:r>
              <a:rPr lang="en-AU" dirty="0" smtClean="0"/>
              <a:t>What is the name of Mr Morgan’s dog?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256</Words>
  <Application>Microsoft Office PowerPoint</Application>
  <PresentationFormat>On-screen Show (4:3)</PresentationFormat>
  <Paragraphs>72</Paragraphs>
  <Slides>8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Revision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Create your own Story</vt:lpstr>
      <vt:lpstr>Quick Quiz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MORGAN Adam</cp:lastModifiedBy>
  <cp:revision>10</cp:revision>
  <dcterms:created xsi:type="dcterms:W3CDTF">2016-10-20T03:14:06Z</dcterms:created>
  <dcterms:modified xsi:type="dcterms:W3CDTF">2017-11-27T07:19:40Z</dcterms:modified>
</cp:coreProperties>
</file>