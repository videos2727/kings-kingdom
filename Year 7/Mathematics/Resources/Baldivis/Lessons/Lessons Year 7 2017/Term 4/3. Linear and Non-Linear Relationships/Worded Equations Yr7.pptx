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3"/>
  </p:notesMasterIdLst>
  <p:sldIdLst>
    <p:sldId id="264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5" r:id="rId10"/>
    <p:sldId id="270" r:id="rId11"/>
    <p:sldId id="268" r:id="rId12"/>
    <p:sldId id="271" r:id="rId13"/>
    <p:sldId id="267" r:id="rId14"/>
    <p:sldId id="272" r:id="rId15"/>
    <p:sldId id="273" r:id="rId16"/>
    <p:sldId id="274" r:id="rId17"/>
    <p:sldId id="275" r:id="rId18"/>
    <p:sldId id="278" r:id="rId19"/>
    <p:sldId id="280" r:id="rId20"/>
    <p:sldId id="279" r:id="rId21"/>
    <p:sldId id="28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34" autoAdjust="0"/>
    <p:restoredTop sz="94660"/>
  </p:normalViewPr>
  <p:slideViewPr>
    <p:cSldViewPr snapToGrid="0">
      <p:cViewPr varScale="1">
        <p:scale>
          <a:sx n="82" d="100"/>
          <a:sy n="82" d="100"/>
        </p:scale>
        <p:origin x="53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5BDED-D2A5-48DA-AF19-052DE302E96A}" type="datetimeFigureOut">
              <a:rPr lang="en-AU" smtClean="0"/>
              <a:t>6/09/2017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23375-3DDF-4597-8D86-AADD2B16C1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94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88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96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826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80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89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40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552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305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91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434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15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do with the students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23375-3DDF-4597-8D86-AADD2B16C1A3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126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23375-3DDF-4597-8D86-AADD2B16C1A3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0159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12F0168-41A8-4250-9BBC-847EB5FF4DC4}" type="datetimeFigureOut">
              <a:rPr lang="en-AU" smtClean="0"/>
              <a:t>6/09/2017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0520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6/09/2017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2921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2F0168-41A8-4250-9BBC-847EB5FF4DC4}" type="datetimeFigureOut">
              <a:rPr lang="en-AU" smtClean="0"/>
              <a:t>6/09/2017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1035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6/09/2017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8159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6/09/2017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6471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6/09/2017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7810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6/09/2017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8308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6/09/2017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419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6/09/2017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3038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6/09/2017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846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2F0168-41A8-4250-9BBC-847EB5FF4DC4}" type="datetimeFigureOut">
              <a:rPr lang="en-AU" smtClean="0"/>
              <a:t>6/09/2017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2901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2F0168-41A8-4250-9BBC-847EB5FF4DC4}" type="datetimeFigureOut">
              <a:rPr lang="en-AU" smtClean="0"/>
              <a:t>6/09/2017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198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2F0168-41A8-4250-9BBC-847EB5FF4DC4}" type="datetimeFigureOut">
              <a:rPr lang="en-AU" smtClean="0"/>
              <a:t>6/09/2017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0922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6/09/2017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3637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6/09/2017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514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0168-41A8-4250-9BBC-847EB5FF4DC4}" type="datetimeFigureOut">
              <a:rPr lang="en-AU" smtClean="0"/>
              <a:t>6/09/2017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6705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12F0168-41A8-4250-9BBC-847EB5FF4DC4}" type="datetimeFigureOut">
              <a:rPr lang="en-AU" smtClean="0"/>
              <a:t>6/09/2017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660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F0168-41A8-4250-9BBC-847EB5FF4DC4}" type="datetimeFigureOut">
              <a:rPr lang="en-AU" smtClean="0"/>
              <a:t>6/09/2017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63F7A-ED20-41A6-BACD-09260F534C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37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2261" y="343956"/>
            <a:ext cx="9840130" cy="2014214"/>
          </a:xfrm>
        </p:spPr>
        <p:txBody>
          <a:bodyPr>
            <a:normAutofit/>
          </a:bodyPr>
          <a:lstStyle/>
          <a:p>
            <a:r>
              <a:rPr lang="en-AU" b="1" dirty="0">
                <a:solidFill>
                  <a:srgbClr val="7030A0"/>
                </a:solidFill>
              </a:rPr>
              <a:t>Linear Equations 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5032" y="4920734"/>
            <a:ext cx="8532178" cy="1752600"/>
          </a:xfrm>
        </p:spPr>
        <p:txBody>
          <a:bodyPr>
            <a:normAutofit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</a:t>
            </a:r>
          </a:p>
          <a:p>
            <a:pPr algn="l"/>
            <a:r>
              <a:rPr lang="en-AU" dirty="0"/>
              <a:t>Term 3 Semester 2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5FDDB09-0AC6-416C-A331-000E8D319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97492" y="2547629"/>
            <a:ext cx="2867333" cy="32788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22529B4-C749-4522-A710-B56703228B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773" y="2419619"/>
            <a:ext cx="3739023" cy="394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Word equations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685800" y="2533773"/>
            <a:ext cx="108204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Write mathematical equations </a:t>
            </a:r>
          </a:p>
          <a:p>
            <a:r>
              <a:rPr lang="en-AU" sz="3600" dirty="0"/>
              <a:t>Introduction to </a:t>
            </a:r>
            <a:r>
              <a:rPr lang="en-AU" sz="3600" dirty="0" err="1"/>
              <a:t>Agebra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83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Word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2027660"/>
            <a:ext cx="184752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an equation?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correctly write mathematical equations?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76703" y="1738377"/>
            <a:ext cx="9544926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An equation is a mathematical sentence in which two expressions are </a:t>
            </a:r>
            <a:r>
              <a:rPr lang="en-AU" sz="2399" b="1" dirty="0">
                <a:solidFill>
                  <a:prstClr val="black"/>
                </a:solidFill>
              </a:rPr>
              <a:t>equal</a:t>
            </a:r>
            <a:endParaRPr lang="en-US" sz="2399" b="1" dirty="0">
              <a:solidFill>
                <a:prstClr val="black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5EF1211-4FF2-466E-AE1E-940554813AB9}"/>
              </a:ext>
            </a:extLst>
          </p:cNvPr>
          <p:cNvSpPr txBox="1"/>
          <p:nvPr/>
        </p:nvSpPr>
        <p:spPr>
          <a:xfrm>
            <a:off x="0" y="4244834"/>
            <a:ext cx="184752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an expression?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410BDD-80B2-4390-8069-972102B88C57}"/>
              </a:ext>
            </a:extLst>
          </p:cNvPr>
          <p:cNvSpPr/>
          <p:nvPr/>
        </p:nvSpPr>
        <p:spPr>
          <a:xfrm>
            <a:off x="2184763" y="3829335"/>
            <a:ext cx="57261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Numbers, symbols and operators (such as + and ×) grouped together that show the value of something.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DBC07D-F4FA-48A4-800A-D0CE7E03D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248" y="4014232"/>
            <a:ext cx="3762901" cy="28305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596B7FF-1926-4F65-B4C2-005811D45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464" y="2220070"/>
            <a:ext cx="2577224" cy="153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1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Power-Write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531" y="404664"/>
            <a:ext cx="7311091" cy="3073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/>
              <a:t>What do you think Algebra means?</a:t>
            </a:r>
          </a:p>
          <a:p>
            <a:pPr marL="0" indent="0">
              <a:buNone/>
            </a:pPr>
            <a:endParaRPr lang="en-AU" sz="2800" dirty="0"/>
          </a:p>
          <a:p>
            <a:pPr marL="0" indent="0">
              <a:buNone/>
            </a:pPr>
            <a:r>
              <a:rPr lang="en-AU" sz="2800" dirty="0"/>
              <a:t>How do Mathematicians use Algebra?</a:t>
            </a:r>
          </a:p>
          <a:p>
            <a:pPr marL="0" indent="0">
              <a:buNone/>
            </a:pPr>
            <a:endParaRPr lang="en-AU" sz="2800" dirty="0"/>
          </a:p>
          <a:p>
            <a:pPr marL="0" indent="0">
              <a:buNone/>
            </a:pPr>
            <a:r>
              <a:rPr lang="en-AU" sz="2800" dirty="0"/>
              <a:t>Can we use Algebra in everyday life?</a:t>
            </a:r>
          </a:p>
          <a:p>
            <a:pPr marL="0" indent="0">
              <a:buNone/>
            </a:pPr>
            <a:endParaRPr lang="en-AU" sz="2800" b="1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6DC287-07C5-42BE-9082-4283A3778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6139" y="3719627"/>
            <a:ext cx="4421875" cy="25427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9546A1-3657-4F56-999E-120D79871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104" y="3111668"/>
            <a:ext cx="5286837" cy="358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332" y="1660666"/>
            <a:ext cx="6801134" cy="5191742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sz="3200" dirty="0"/>
              <a:t>How many blocks are there in the box?</a:t>
            </a:r>
          </a:p>
          <a:p>
            <a:pPr lvl="2"/>
            <a:r>
              <a:rPr lang="en-AU" sz="2800" dirty="0">
                <a:solidFill>
                  <a:srgbClr val="0070C0"/>
                </a:solidFill>
              </a:rPr>
              <a:t>We don’t know……..</a:t>
            </a:r>
            <a:endParaRPr lang="en-AU" sz="3200" dirty="0"/>
          </a:p>
          <a:p>
            <a:pPr marL="457200" indent="-457200">
              <a:buAutoNum type="arabicPeriod"/>
            </a:pPr>
            <a:r>
              <a:rPr lang="en-AU" sz="3200" dirty="0"/>
              <a:t>Lets label the box with a variable to tell us how many blocks are in the box…… </a:t>
            </a:r>
            <a:r>
              <a:rPr lang="en-AU" sz="3600" b="1" dirty="0"/>
              <a:t>m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chemeClr val="accent2">
                    <a:lumMod val="50000"/>
                  </a:schemeClr>
                </a:solidFill>
              </a:rPr>
              <a:t>m </a:t>
            </a:r>
            <a:r>
              <a:rPr lang="en-AU" sz="2800" dirty="0">
                <a:solidFill>
                  <a:schemeClr val="accent2">
                    <a:lumMod val="50000"/>
                  </a:schemeClr>
                </a:solidFill>
              </a:rPr>
              <a:t>= number of blocks in the box</a:t>
            </a:r>
          </a:p>
          <a:p>
            <a:pPr marL="0" indent="0">
              <a:buNone/>
            </a:pP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E35F49-69E7-486B-B86E-637EE0CEA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91" y="1671079"/>
            <a:ext cx="4653602" cy="48954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B40EE3-778B-4D59-B663-6FF1F69D2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292" y="3440551"/>
            <a:ext cx="1568640" cy="156864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7E1F32-70F9-4EC8-8E5C-9157420003CC}"/>
              </a:ext>
            </a:extLst>
          </p:cNvPr>
          <p:cNvSpPr txBox="1">
            <a:spLocks/>
          </p:cNvSpPr>
          <p:nvPr/>
        </p:nvSpPr>
        <p:spPr>
          <a:xfrm>
            <a:off x="3131454" y="3812854"/>
            <a:ext cx="1050024" cy="824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800" b="1" dirty="0"/>
              <a:t>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4400" b="1" dirty="0"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95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370" y="1262090"/>
            <a:ext cx="6801134" cy="5493551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sz="3200" dirty="0"/>
              <a:t>Lets say we add 2 more blocks into the box</a:t>
            </a:r>
          </a:p>
          <a:p>
            <a:pPr marL="457200" indent="-457200"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3200" b="1" dirty="0">
                <a:solidFill>
                  <a:srgbClr val="0070C0"/>
                </a:solidFill>
                <a:cs typeface="Calibri" panose="020F0502020204030204" pitchFamily="34" charset="0"/>
              </a:rPr>
              <a:t>m + 2 = number of blocks in the box</a:t>
            </a:r>
          </a:p>
          <a:p>
            <a:pPr marL="514350" indent="-514350">
              <a:buFont typeface="+mj-lt"/>
              <a:buAutoNum type="arabicPeriod"/>
            </a:pPr>
            <a:endParaRPr lang="en-AU" sz="3200" dirty="0"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800" dirty="0"/>
              <a:t>m + 2 is the </a:t>
            </a:r>
            <a:r>
              <a:rPr lang="en-US" sz="2800" b="1" dirty="0"/>
              <a:t>expression</a:t>
            </a:r>
          </a:p>
          <a:p>
            <a:pPr marL="0" indent="0">
              <a:buNone/>
            </a:pPr>
            <a:endParaRPr lang="en-US" sz="2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2870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75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370" y="1333228"/>
            <a:ext cx="6801134" cy="55247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Lets go back to just </a:t>
            </a:r>
            <a:r>
              <a:rPr lang="en-AU" sz="3200" b="1" dirty="0">
                <a:cs typeface="Calibri" panose="020F0502020204030204" pitchFamily="34" charset="0"/>
              </a:rPr>
              <a:t>m</a:t>
            </a:r>
            <a:r>
              <a:rPr lang="en-AU" sz="3200" dirty="0">
                <a:cs typeface="Calibri" panose="020F0502020204030204" pitchFamily="34" charset="0"/>
              </a:rPr>
              <a:t> number of blocks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What happens if I take 6 blocks out of the box?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3200" b="1" dirty="0">
                <a:solidFill>
                  <a:srgbClr val="0070C0"/>
                </a:solidFill>
                <a:cs typeface="Calibri" panose="020F0502020204030204" pitchFamily="34" charset="0"/>
              </a:rPr>
              <a:t>m – 6 = number of blocks in the box</a:t>
            </a:r>
          </a:p>
          <a:p>
            <a:pPr marL="914400" lvl="2" indent="0">
              <a:buNone/>
            </a:pPr>
            <a:endParaRPr lang="en-AU" sz="3200" b="1" dirty="0">
              <a:solidFill>
                <a:srgbClr val="0070C0"/>
              </a:solidFill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200" dirty="0">
                <a:cs typeface="Calibri" panose="020F0502020204030204" pitchFamily="34" charset="0"/>
              </a:rPr>
              <a:t>m – 6 is the </a:t>
            </a:r>
            <a:r>
              <a:rPr lang="en-AU" sz="3200" b="1" dirty="0">
                <a:cs typeface="Calibri" panose="020F0502020204030204" pitchFamily="34" charset="0"/>
              </a:rPr>
              <a:t>expression</a:t>
            </a:r>
          </a:p>
          <a:p>
            <a:pPr marL="0" indent="0">
              <a:buNone/>
            </a:pPr>
            <a:endParaRPr lang="en-AU" sz="3200" b="1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9268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33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2582" y="1281795"/>
            <a:ext cx="6801134" cy="5544775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AutoNum type="arabicPeriod"/>
            </a:pPr>
            <a:r>
              <a:rPr lang="en-AU" sz="3200" dirty="0"/>
              <a:t>What happens if I get another box…..</a:t>
            </a:r>
          </a:p>
          <a:p>
            <a:pPr marL="457200" indent="-457200"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many boxes do I have then? </a:t>
            </a:r>
          </a:p>
          <a:p>
            <a:pPr marL="457200" indent="-457200"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rgbClr val="0070C0"/>
                </a:solidFill>
                <a:cs typeface="Calibri" panose="020F0502020204030204" pitchFamily="34" charset="0"/>
              </a:rPr>
              <a:t>m + m = number of blocks in the boxes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else can a mathematician write it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rgbClr val="0070C0"/>
                </a:solidFill>
                <a:cs typeface="Calibri" panose="020F0502020204030204" pitchFamily="34" charset="0"/>
              </a:rPr>
              <a:t>2 x m = number of blocks in the boxes</a:t>
            </a:r>
          </a:p>
          <a:p>
            <a:pPr marL="914400" lvl="2" indent="0">
              <a:buNone/>
            </a:pPr>
            <a:r>
              <a:rPr lang="en-AU" sz="2800" dirty="0">
                <a:cs typeface="Calibri" panose="020F0502020204030204" pitchFamily="34" charset="0"/>
              </a:rPr>
              <a:t>Or 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rgbClr val="0070C0"/>
                </a:solidFill>
                <a:cs typeface="Calibri" panose="020F0502020204030204" pitchFamily="34" charset="0"/>
              </a:rPr>
              <a:t>2m = number of blocks in the boxes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310432" y="229929"/>
            <a:ext cx="3606475" cy="3032980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77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5788124-CF5C-458A-868B-ECE6CEB034CA}"/>
              </a:ext>
            </a:extLst>
          </p:cNvPr>
          <p:cNvGrpSpPr/>
          <p:nvPr/>
        </p:nvGrpSpPr>
        <p:grpSpPr>
          <a:xfrm>
            <a:off x="368651" y="3571541"/>
            <a:ext cx="3383208" cy="3181091"/>
            <a:chOff x="368491" y="1671079"/>
            <a:chExt cx="4653602" cy="489549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95DEBD7-4B9D-4215-A312-5F2424501A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A0478AF-58F7-4185-8A46-44E255FC8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B5CDB6D3-CC69-49D4-8032-F67EC69F19E4}"/>
                </a:ext>
              </a:extLst>
            </p:cNvPr>
            <p:cNvSpPr txBox="1">
              <a:spLocks/>
            </p:cNvSpPr>
            <p:nvPr/>
          </p:nvSpPr>
          <p:spPr>
            <a:xfrm>
              <a:off x="3067978" y="3875863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1404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20167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8302" y="864678"/>
            <a:ext cx="7018202" cy="55247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Lets go back to just </a:t>
            </a:r>
            <a:r>
              <a:rPr lang="en-AU" sz="3200" b="1" dirty="0">
                <a:cs typeface="Calibri" panose="020F0502020204030204" pitchFamily="34" charset="0"/>
              </a:rPr>
              <a:t>m</a:t>
            </a:r>
            <a:r>
              <a:rPr lang="en-AU" sz="3200" dirty="0">
                <a:cs typeface="Calibri" panose="020F0502020204030204" pitchFamily="34" charset="0"/>
              </a:rPr>
              <a:t> number of blocks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I add 3 blocks to the box.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What if I told you there is a total of 10 blocks in the box.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 = 10</a:t>
            </a:r>
          </a:p>
          <a:p>
            <a:pPr marL="514350" indent="-514350">
              <a:buFont typeface="+mj-lt"/>
              <a:buAutoNum type="arabicPeriod"/>
            </a:pPr>
            <a:endParaRPr lang="en-AU" sz="3200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4886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08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20167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8302" y="1392072"/>
            <a:ext cx="7018202" cy="4997378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AU" sz="36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 = 10</a:t>
            </a:r>
          </a:p>
          <a:p>
            <a:pPr marL="0" indent="0">
              <a:buNone/>
            </a:pPr>
            <a:endParaRPr lang="en-AU" sz="3600" b="1" dirty="0">
              <a:solidFill>
                <a:schemeClr val="accent5">
                  <a:lumMod val="50000"/>
                </a:schemeClr>
              </a:solidFill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200" dirty="0">
                <a:cs typeface="Calibri" panose="020F0502020204030204" pitchFamily="34" charset="0"/>
              </a:rPr>
              <a:t>m + 3 and 10 are the expressions</a:t>
            </a:r>
          </a:p>
          <a:p>
            <a:pPr marL="0" indent="0">
              <a:buNone/>
            </a:pPr>
            <a:endParaRPr lang="en-AU" sz="3200" dirty="0"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200" dirty="0">
                <a:cs typeface="Calibri" panose="020F0502020204030204" pitchFamily="34" charset="0"/>
              </a:rPr>
              <a:t>m + 3 = 10 is the equation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How would we work out what </a:t>
            </a:r>
            <a:r>
              <a:rPr lang="en-US" sz="3200" b="1" dirty="0">
                <a:solidFill>
                  <a:srgbClr val="FF0000"/>
                </a:solidFill>
              </a:rPr>
              <a:t>m</a:t>
            </a:r>
            <a:r>
              <a:rPr lang="en-US" sz="3200" dirty="0">
                <a:solidFill>
                  <a:srgbClr val="FF0000"/>
                </a:solidFill>
              </a:rPr>
              <a:t> is?</a:t>
            </a:r>
          </a:p>
          <a:p>
            <a:pPr marL="0" indent="0">
              <a:buNone/>
            </a:pPr>
            <a:endParaRPr lang="en-US" sz="36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7898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F0FC07-8402-4E80-BC34-C424B2483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76" y="498477"/>
            <a:ext cx="7609517" cy="6156489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C23801-CF96-40F3-932D-E6A223D9636C}"/>
              </a:ext>
            </a:extLst>
          </p:cNvPr>
          <p:cNvSpPr txBox="1">
            <a:spLocks/>
          </p:cNvSpPr>
          <p:nvPr/>
        </p:nvSpPr>
        <p:spPr>
          <a:xfrm>
            <a:off x="806895" y="4907372"/>
            <a:ext cx="1683608" cy="7161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85D072-9E95-4E93-AC9B-857A87AD7BA3}"/>
              </a:ext>
            </a:extLst>
          </p:cNvPr>
          <p:cNvSpPr txBox="1">
            <a:spLocks/>
          </p:cNvSpPr>
          <p:nvPr/>
        </p:nvSpPr>
        <p:spPr>
          <a:xfrm>
            <a:off x="6071828" y="4968454"/>
            <a:ext cx="1448089" cy="6550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77C101-C9B6-463F-A75C-278319F53386}"/>
              </a:ext>
            </a:extLst>
          </p:cNvPr>
          <p:cNvSpPr txBox="1">
            <a:spLocks/>
          </p:cNvSpPr>
          <p:nvPr/>
        </p:nvSpPr>
        <p:spPr>
          <a:xfrm>
            <a:off x="7315200" y="166718"/>
            <a:ext cx="4681182" cy="18531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Your equation has to be balanced on each side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A314DB4-22C7-4730-A6F6-CA6D59C6CCDA}"/>
              </a:ext>
            </a:extLst>
          </p:cNvPr>
          <p:cNvSpPr txBox="1">
            <a:spLocks/>
          </p:cNvSpPr>
          <p:nvPr/>
        </p:nvSpPr>
        <p:spPr>
          <a:xfrm>
            <a:off x="7970293" y="2909788"/>
            <a:ext cx="3807725" cy="6669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So m is = 7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CEBA4E-9689-4A3B-940F-549055FEB58A}"/>
              </a:ext>
            </a:extLst>
          </p:cNvPr>
          <p:cNvSpPr txBox="1">
            <a:spLocks/>
          </p:cNvSpPr>
          <p:nvPr/>
        </p:nvSpPr>
        <p:spPr>
          <a:xfrm>
            <a:off x="806895" y="4937912"/>
            <a:ext cx="1683608" cy="7161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7 + 3</a:t>
            </a:r>
          </a:p>
        </p:txBody>
      </p:sp>
    </p:spTree>
    <p:extLst>
      <p:ext uri="{BB962C8B-B14F-4D97-AF65-F5344CB8AC3E}">
        <p14:creationId xmlns:p14="http://schemas.microsoft.com/office/powerpoint/2010/main" val="96163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83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Word Equations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631668"/>
            <a:ext cx="184752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write an equation?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correctly write mathematical equations?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1674" y="1588900"/>
            <a:ext cx="9962822" cy="4891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1 . What is the worded equation?</a:t>
            </a:r>
          </a:p>
          <a:p>
            <a:pPr defTabSz="914126"/>
            <a:endParaRPr lang="en-AU" sz="2399" i="1" dirty="0">
              <a:solidFill>
                <a:prstClr val="black"/>
              </a:solidFill>
            </a:endParaRPr>
          </a:p>
          <a:p>
            <a:pPr defTabSz="914126"/>
            <a:r>
              <a:rPr lang="en-AU" sz="2399" i="1" dirty="0">
                <a:solidFill>
                  <a:prstClr val="black"/>
                </a:solidFill>
                <a:highlight>
                  <a:srgbClr val="C0C0C0"/>
                </a:highlight>
              </a:rPr>
              <a:t>When a number is added to five the answer is 9</a:t>
            </a:r>
          </a:p>
          <a:p>
            <a:pPr defTabSz="914126"/>
            <a:endParaRPr lang="en-AU" sz="2399" i="1" dirty="0">
              <a:solidFill>
                <a:prstClr val="black"/>
              </a:solidFill>
              <a:highlight>
                <a:srgbClr val="C0C0C0"/>
              </a:highlight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2. How would a mathematician write that down?</a:t>
            </a: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number = x                                 </a:t>
            </a:r>
            <a:r>
              <a:rPr lang="en-US" sz="2399" dirty="0">
                <a:solidFill>
                  <a:prstClr val="black"/>
                </a:solidFill>
                <a:highlight>
                  <a:srgbClr val="C0C0C0"/>
                </a:highlight>
              </a:rPr>
              <a:t>x + 5 = 9</a:t>
            </a:r>
          </a:p>
          <a:p>
            <a:pPr defTabSz="914126"/>
            <a:endParaRPr lang="en-US" sz="2399" dirty="0">
              <a:solidFill>
                <a:prstClr val="black"/>
              </a:solidFill>
              <a:highlight>
                <a:srgbClr val="C0C0C0"/>
              </a:highlight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3. The two expressions has to be </a:t>
            </a: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balanced so what does x equal?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 x = 4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US" sz="2399" b="1" dirty="0">
                <a:solidFill>
                  <a:srgbClr val="FF0000"/>
                </a:solidFill>
              </a:rPr>
              <a:t>4 + 5 = 9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B6094D3-B8F6-4EC0-B72A-C2BABBDC2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200" y="4244834"/>
            <a:ext cx="358140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73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576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3B9E-67B8-42B7-B71F-D57DC4765FAB}"/>
              </a:ext>
            </a:extLst>
          </p:cNvPr>
          <p:cNvSpPr txBox="1">
            <a:spLocks/>
          </p:cNvSpPr>
          <p:nvPr/>
        </p:nvSpPr>
        <p:spPr>
          <a:xfrm>
            <a:off x="3409089" y="693953"/>
            <a:ext cx="8608358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444D18-B07E-4572-A66C-575842848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86" y="1472347"/>
            <a:ext cx="9105088" cy="6430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EFE39D-6EE3-4610-8685-81488ACF4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787" y="3803459"/>
            <a:ext cx="9426978" cy="54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894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3B9E-67B8-42B7-B71F-D57DC4765FAB}"/>
              </a:ext>
            </a:extLst>
          </p:cNvPr>
          <p:cNvSpPr txBox="1">
            <a:spLocks/>
          </p:cNvSpPr>
          <p:nvPr/>
        </p:nvSpPr>
        <p:spPr>
          <a:xfrm>
            <a:off x="3409089" y="693953"/>
            <a:ext cx="8608358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37BEBC-2A50-47A3-B82C-2E39FD0C5C72}"/>
              </a:ext>
            </a:extLst>
          </p:cNvPr>
          <p:cNvSpPr txBox="1"/>
          <p:nvPr/>
        </p:nvSpPr>
        <p:spPr>
          <a:xfrm>
            <a:off x="5036069" y="509727"/>
            <a:ext cx="4899502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Complete the following:</a:t>
            </a:r>
          </a:p>
          <a:p>
            <a:pPr defTabSz="914126"/>
            <a:r>
              <a:rPr lang="en-AU" sz="2399" b="1" i="1" dirty="0">
                <a:solidFill>
                  <a:prstClr val="black"/>
                </a:solidFill>
              </a:rPr>
              <a:t>Don’t forget your summery!!</a:t>
            </a:r>
            <a:endParaRPr lang="en-US" sz="2399" b="1" i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786FC0-6182-4F87-A9F7-9DAF5A597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82" y="2167008"/>
            <a:ext cx="9583289" cy="18424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1AFAF4-9AD4-4D35-BA4D-3E33C0962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95" y="4655970"/>
            <a:ext cx="10126971" cy="103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47432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3567</TotalTime>
  <Words>685</Words>
  <Application>Microsoft Office PowerPoint</Application>
  <PresentationFormat>Widescreen</PresentationFormat>
  <Paragraphs>135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Century Gothic</vt:lpstr>
      <vt:lpstr>DJB Fancy Nancy</vt:lpstr>
      <vt:lpstr>Kiwi School Handwriting</vt:lpstr>
      <vt:lpstr>Vapor Trail</vt:lpstr>
      <vt:lpstr>Linear Equations Interactive notebook</vt:lpstr>
      <vt:lpstr>Word equations</vt:lpstr>
      <vt:lpstr>Learning Intentions</vt:lpstr>
      <vt:lpstr>PowerPoint Presentation</vt:lpstr>
      <vt:lpstr>PowerPoint Presentation</vt:lpstr>
      <vt:lpstr>Power-Write</vt:lpstr>
      <vt:lpstr>Box demonstration</vt:lpstr>
      <vt:lpstr>PowerPoint Presentation</vt:lpstr>
      <vt:lpstr>Box demonstration</vt:lpstr>
      <vt:lpstr>PowerPoint Presentation</vt:lpstr>
      <vt:lpstr>Box demonstration</vt:lpstr>
      <vt:lpstr>PowerPoint Presentation</vt:lpstr>
      <vt:lpstr>Box demonstration</vt:lpstr>
      <vt:lpstr>Box demonstration</vt:lpstr>
      <vt:lpstr>PowerPoint Presentation</vt:lpstr>
      <vt:lpstr>Box demonstration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Equations Interactive notebook</dc:title>
  <dc:creator>Nine Labuschagne</dc:creator>
  <cp:lastModifiedBy>E4092707</cp:lastModifiedBy>
  <cp:revision>32</cp:revision>
  <dcterms:created xsi:type="dcterms:W3CDTF">2017-09-05T02:44:38Z</dcterms:created>
  <dcterms:modified xsi:type="dcterms:W3CDTF">2017-09-08T07:19:24Z</dcterms:modified>
</cp:coreProperties>
</file>