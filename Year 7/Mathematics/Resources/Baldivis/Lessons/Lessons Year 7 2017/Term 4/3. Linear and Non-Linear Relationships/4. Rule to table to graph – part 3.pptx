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3" r:id="rId6"/>
    <p:sldId id="264" r:id="rId7"/>
    <p:sldId id="261" r:id="rId8"/>
    <p:sldId id="265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DCD08-C84B-404C-9AF1-22A54530D76E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2E8DE-8E39-4D9E-AC00-DD14F02FF6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16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05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46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9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2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18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29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4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17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4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070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08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957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603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62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205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44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387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304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2770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018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8178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1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583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A42DA-6DDA-4D0B-AAFF-2B0972F5B24F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F3188-3449-42A0-9B41-53757359C1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138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579" y="1603904"/>
            <a:ext cx="12105421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Rule to table to graph – part 3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Fill in a table using just a rule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Graph the rule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90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07608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Steps to filling in a table from a rule.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fill in a table using just a rule?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3" y="1374364"/>
            <a:ext cx="10134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Calibri" panose="020F0502020204030204"/>
              </a:rPr>
              <a:t>Step 1</a:t>
            </a:r>
          </a:p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Given the rule, complete the table by substitution</a:t>
            </a:r>
          </a:p>
          <a:p>
            <a:pPr algn="ctr" defTabSz="914126"/>
            <a:r>
              <a:rPr lang="en-AU" sz="2800" b="1" dirty="0">
                <a:solidFill>
                  <a:schemeClr val="accent3"/>
                </a:solidFill>
                <a:latin typeface="Calibri" panose="020F0502020204030204"/>
              </a:rPr>
              <a:t>y = 2x + 1</a:t>
            </a:r>
          </a:p>
          <a:p>
            <a:pPr defTabSz="914126"/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C4C075B-5227-4130-A90E-37CC8DCA3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858" y="2739581"/>
            <a:ext cx="6589469" cy="41184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040869-53BC-4FB9-A93C-18FE6A4A79D8}"/>
              </a:ext>
            </a:extLst>
          </p:cNvPr>
          <p:cNvSpPr/>
          <p:nvPr/>
        </p:nvSpPr>
        <p:spPr>
          <a:xfrm>
            <a:off x="4810539" y="4320209"/>
            <a:ext cx="3074504" cy="53008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4631DD-86EF-4E4F-B282-188B13523F94}"/>
              </a:ext>
            </a:extLst>
          </p:cNvPr>
          <p:cNvSpPr/>
          <p:nvPr/>
        </p:nvSpPr>
        <p:spPr>
          <a:xfrm>
            <a:off x="4810539" y="4850296"/>
            <a:ext cx="3074504" cy="424069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99815E-4FBD-4329-893C-A31B1774FD8E}"/>
              </a:ext>
            </a:extLst>
          </p:cNvPr>
          <p:cNvSpPr/>
          <p:nvPr/>
        </p:nvSpPr>
        <p:spPr>
          <a:xfrm>
            <a:off x="4810539" y="5271601"/>
            <a:ext cx="3074504" cy="424069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FD53C2-8D42-40CC-A44A-C0EDD01A3DB7}"/>
              </a:ext>
            </a:extLst>
          </p:cNvPr>
          <p:cNvSpPr/>
          <p:nvPr/>
        </p:nvSpPr>
        <p:spPr>
          <a:xfrm>
            <a:off x="4810539" y="5706158"/>
            <a:ext cx="3074504" cy="424069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FC98E3-15B3-4855-BA04-E40924E5A7DD}"/>
              </a:ext>
            </a:extLst>
          </p:cNvPr>
          <p:cNvSpPr/>
          <p:nvPr/>
        </p:nvSpPr>
        <p:spPr>
          <a:xfrm>
            <a:off x="4810539" y="6153431"/>
            <a:ext cx="3074504" cy="48615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90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07608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Steps to filling in a table from a rule.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fill in a table using just a rule?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3" y="1374364"/>
            <a:ext cx="101343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Calibri" panose="020F0502020204030204"/>
              </a:rPr>
              <a:t>Step 2</a:t>
            </a:r>
          </a:p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Plot the coordinates on the graph</a:t>
            </a:r>
          </a:p>
          <a:p>
            <a:pPr algn="ctr" defTabSz="914126"/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96BF6BC-066B-4868-B479-6AFEA639D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668" y="2453515"/>
            <a:ext cx="5390033" cy="1146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09636-ECEA-4594-AC87-ABE18536E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761" y="744933"/>
            <a:ext cx="4532239" cy="61572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12695B-2D83-44B4-BAAE-A39C7CA51240}"/>
              </a:ext>
            </a:extLst>
          </p:cNvPr>
          <p:cNvSpPr/>
          <p:nvPr/>
        </p:nvSpPr>
        <p:spPr>
          <a:xfrm>
            <a:off x="3525078" y="2453515"/>
            <a:ext cx="768626" cy="11468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B53565-11A6-4478-843C-3F43B2EA317D}"/>
              </a:ext>
            </a:extLst>
          </p:cNvPr>
          <p:cNvSpPr/>
          <p:nvPr/>
        </p:nvSpPr>
        <p:spPr>
          <a:xfrm>
            <a:off x="10798970" y="1789043"/>
            <a:ext cx="372613" cy="46382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2D7F61-6710-4256-A6E3-A28ADDAA451A}"/>
              </a:ext>
            </a:extLst>
          </p:cNvPr>
          <p:cNvSpPr/>
          <p:nvPr/>
        </p:nvSpPr>
        <p:spPr>
          <a:xfrm>
            <a:off x="10240048" y="2221601"/>
            <a:ext cx="372613" cy="46382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E19DA3-AC93-4B60-A9AD-373381829447}"/>
              </a:ext>
            </a:extLst>
          </p:cNvPr>
          <p:cNvSpPr/>
          <p:nvPr/>
        </p:nvSpPr>
        <p:spPr>
          <a:xfrm>
            <a:off x="9706819" y="2603146"/>
            <a:ext cx="372613" cy="46382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B114EF-C4A1-4D1D-B277-A3EF9B4C5DA8}"/>
              </a:ext>
            </a:extLst>
          </p:cNvPr>
          <p:cNvSpPr/>
          <p:nvPr/>
        </p:nvSpPr>
        <p:spPr>
          <a:xfrm>
            <a:off x="9202452" y="3026923"/>
            <a:ext cx="372613" cy="46382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8CDAB1-6D89-4606-908C-5A738877B28A}"/>
              </a:ext>
            </a:extLst>
          </p:cNvPr>
          <p:cNvSpPr/>
          <p:nvPr/>
        </p:nvSpPr>
        <p:spPr>
          <a:xfrm>
            <a:off x="8698085" y="3359727"/>
            <a:ext cx="372613" cy="46382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C0B4A9-3AC7-421F-8B94-7BE931BB9C49}"/>
              </a:ext>
            </a:extLst>
          </p:cNvPr>
          <p:cNvSpPr/>
          <p:nvPr/>
        </p:nvSpPr>
        <p:spPr>
          <a:xfrm>
            <a:off x="4293704" y="2446746"/>
            <a:ext cx="768626" cy="114681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B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88FE57-E7D0-4238-9851-DF387331916D}"/>
              </a:ext>
            </a:extLst>
          </p:cNvPr>
          <p:cNvSpPr/>
          <p:nvPr/>
        </p:nvSpPr>
        <p:spPr>
          <a:xfrm>
            <a:off x="5042826" y="2453514"/>
            <a:ext cx="768626" cy="1146816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B05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AD5726-E867-430D-B4C9-DA8DB056C419}"/>
              </a:ext>
            </a:extLst>
          </p:cNvPr>
          <p:cNvSpPr/>
          <p:nvPr/>
        </p:nvSpPr>
        <p:spPr>
          <a:xfrm>
            <a:off x="5811451" y="2446746"/>
            <a:ext cx="736657" cy="114681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B05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953A3D-CF89-4672-BE87-63F75876B7D8}"/>
              </a:ext>
            </a:extLst>
          </p:cNvPr>
          <p:cNvSpPr/>
          <p:nvPr/>
        </p:nvSpPr>
        <p:spPr>
          <a:xfrm>
            <a:off x="6548108" y="2439977"/>
            <a:ext cx="736657" cy="1146816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84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8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3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3E4C0-D703-498F-9F05-1F17DF77DE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519"/>
          <a:stretch/>
        </p:blipFill>
        <p:spPr>
          <a:xfrm>
            <a:off x="583986" y="1398156"/>
            <a:ext cx="2557670" cy="890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50570D-343C-4940-87AC-6089204184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353" b="46340"/>
          <a:stretch/>
        </p:blipFill>
        <p:spPr>
          <a:xfrm>
            <a:off x="7581131" y="1317154"/>
            <a:ext cx="4610869" cy="435229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A1C327-1525-4933-834E-2605B94CF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977822"/>
              </p:ext>
            </p:extLst>
          </p:nvPr>
        </p:nvGraphicFramePr>
        <p:xfrm>
          <a:off x="97183" y="2459588"/>
          <a:ext cx="7204764" cy="129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794">
                  <a:extLst>
                    <a:ext uri="{9D8B030D-6E8A-4147-A177-3AD203B41FA5}">
                      <a16:colId xmlns:a16="http://schemas.microsoft.com/office/drawing/2014/main" val="1106809967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2854160788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124897874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1464118576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2307944769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1922581411"/>
                    </a:ext>
                  </a:extLst>
                </a:gridCol>
              </a:tblGrid>
              <a:tr h="64651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410135"/>
                  </a:ext>
                </a:extLst>
              </a:tr>
              <a:tr h="64651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16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3E4C0-D703-498F-9F05-1F17DF77DE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325" r="194"/>
          <a:stretch/>
        </p:blipFill>
        <p:spPr>
          <a:xfrm>
            <a:off x="1453889" y="1051178"/>
            <a:ext cx="2557670" cy="890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50570D-343C-4940-87AC-6089204184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353" b="46340"/>
          <a:stretch/>
        </p:blipFill>
        <p:spPr>
          <a:xfrm>
            <a:off x="7581131" y="1358872"/>
            <a:ext cx="4610869" cy="435229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EFF904-FF65-4349-8BD6-CFA0AFED3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45172"/>
              </p:ext>
            </p:extLst>
          </p:nvPr>
        </p:nvGraphicFramePr>
        <p:xfrm>
          <a:off x="99070" y="2135972"/>
          <a:ext cx="7204764" cy="129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794">
                  <a:extLst>
                    <a:ext uri="{9D8B030D-6E8A-4147-A177-3AD203B41FA5}">
                      <a16:colId xmlns:a16="http://schemas.microsoft.com/office/drawing/2014/main" val="1106809967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2854160788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124897874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1464118576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2307944769"/>
                    </a:ext>
                  </a:extLst>
                </a:gridCol>
                <a:gridCol w="1200794">
                  <a:extLst>
                    <a:ext uri="{9D8B030D-6E8A-4147-A177-3AD203B41FA5}">
                      <a16:colId xmlns:a16="http://schemas.microsoft.com/office/drawing/2014/main" val="254958558"/>
                    </a:ext>
                  </a:extLst>
                </a:gridCol>
              </a:tblGrid>
              <a:tr h="64651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410135"/>
                  </a:ext>
                </a:extLst>
              </a:tr>
              <a:tr h="64651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16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5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5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9DA09-C0E1-4319-87DE-29F284405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38" y="1317856"/>
            <a:ext cx="11429523" cy="23584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E2B3B0-3D18-4C85-8E82-108C6D720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991" y="0"/>
            <a:ext cx="2635858" cy="3676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584504-544C-4AE1-A5D4-CBFBD379AF4D}"/>
              </a:ext>
            </a:extLst>
          </p:cNvPr>
          <p:cNvSpPr txBox="1"/>
          <p:nvPr/>
        </p:nvSpPr>
        <p:spPr>
          <a:xfrm>
            <a:off x="769768" y="4205207"/>
            <a:ext cx="10134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600" b="1" dirty="0">
                <a:solidFill>
                  <a:prstClr val="black"/>
                </a:solidFill>
                <a:latin typeface="Calibri" panose="020F0502020204030204"/>
              </a:rPr>
              <a:t>Fill in a table for each of the following rules</a:t>
            </a:r>
          </a:p>
          <a:p>
            <a:pPr defTabSz="914126"/>
            <a:endParaRPr lang="en-AU" sz="3600" b="1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3600" b="1" dirty="0">
                <a:solidFill>
                  <a:prstClr val="black"/>
                </a:solidFill>
                <a:latin typeface="Calibri" panose="020F0502020204030204"/>
              </a:rPr>
              <a:t>Graph the coordinates on the graph</a:t>
            </a:r>
            <a:endParaRPr lang="en-AU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</TotalTime>
  <Words>208</Words>
  <Application>Microsoft Office PowerPoint</Application>
  <PresentationFormat>Widescreen</PresentationFormat>
  <Paragraphs>45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DJB Fancy Nancy</vt:lpstr>
      <vt:lpstr>Kiwi School Handwriting</vt:lpstr>
      <vt:lpstr>Vapor Trail</vt:lpstr>
      <vt:lpstr>Rule to table to graph – part 3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 to table to graph – part 3</dc:title>
  <dc:creator>Nine Labuschagne</dc:creator>
  <cp:lastModifiedBy>Nine Labuschagne</cp:lastModifiedBy>
  <cp:revision>9</cp:revision>
  <dcterms:created xsi:type="dcterms:W3CDTF">2017-11-19T10:09:21Z</dcterms:created>
  <dcterms:modified xsi:type="dcterms:W3CDTF">2017-11-19T10:30:02Z</dcterms:modified>
</cp:coreProperties>
</file>