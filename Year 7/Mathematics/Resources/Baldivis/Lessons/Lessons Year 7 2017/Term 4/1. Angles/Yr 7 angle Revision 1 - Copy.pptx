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8" d="100"/>
          <a:sy n="88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Angle Revision	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What have we learned about 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7">
            <a:extLst>
              <a:ext uri="{FF2B5EF4-FFF2-40B4-BE49-F238E27FC236}">
                <a16:creationId xmlns:a16="http://schemas.microsoft.com/office/drawing/2014/main" id="{C8897832-B7EE-468D-8834-0A894651D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2078926"/>
            <a:ext cx="6858000" cy="1379802"/>
          </a:xfrm>
        </p:spPr>
        <p:txBody>
          <a:bodyPr/>
          <a:lstStyle/>
          <a:p>
            <a:r>
              <a:rPr lang="en-AU" dirty="0"/>
              <a:t>What are the angle types.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79" y="862385"/>
            <a:ext cx="2004298" cy="1039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709" y="781026"/>
            <a:ext cx="1997535" cy="11640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51F506-A063-41B5-8E56-5F133EE89276}"/>
              </a:ext>
            </a:extLst>
          </p:cNvPr>
          <p:cNvSpPr/>
          <p:nvPr/>
        </p:nvSpPr>
        <p:spPr>
          <a:xfrm>
            <a:off x="3863029" y="457860"/>
            <a:ext cx="51190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endParaRPr lang="en-AU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AA807-B6B4-4275-8490-6BD9F6D16675}"/>
              </a:ext>
            </a:extLst>
          </p:cNvPr>
          <p:cNvSpPr/>
          <p:nvPr/>
        </p:nvSpPr>
        <p:spPr>
          <a:xfrm>
            <a:off x="3863030" y="10199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6671C315-E0E8-4694-A91F-01D037703A6F}"/>
              </a:ext>
            </a:extLst>
          </p:cNvPr>
          <p:cNvSpPr/>
          <p:nvPr/>
        </p:nvSpPr>
        <p:spPr>
          <a:xfrm rot="15274919">
            <a:off x="2510687" y="1477596"/>
            <a:ext cx="610487" cy="144384"/>
          </a:xfrm>
          <a:prstGeom prst="curvedUpArrow">
            <a:avLst>
              <a:gd name="adj1" fmla="val 0"/>
              <a:gd name="adj2" fmla="val 66267"/>
              <a:gd name="adj3" fmla="val 335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60829-7A35-4A46-9A85-411B7E416FF8}"/>
              </a:ext>
            </a:extLst>
          </p:cNvPr>
          <p:cNvSpPr/>
          <p:nvPr/>
        </p:nvSpPr>
        <p:spPr>
          <a:xfrm>
            <a:off x="3863030" y="155930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latin typeface="Century Gothic" panose="020B0502020202020204" pitchFamily="34" charset="0"/>
              </a:rPr>
              <a:t>Step 3: Read the protractor = 31°</a:t>
            </a:r>
          </a:p>
        </p:txBody>
      </p:sp>
      <p:sp>
        <p:nvSpPr>
          <p:cNvPr id="11" name="Subtitle 7">
            <a:extLst>
              <a:ext uri="{FF2B5EF4-FFF2-40B4-BE49-F238E27FC236}">
                <a16:creationId xmlns:a16="http://schemas.microsoft.com/office/drawing/2014/main" id="{C7F2A349-AB8D-479A-8168-633AFFF86EE0}"/>
              </a:ext>
            </a:extLst>
          </p:cNvPr>
          <p:cNvSpPr txBox="1">
            <a:spLocks/>
          </p:cNvSpPr>
          <p:nvPr/>
        </p:nvSpPr>
        <p:spPr>
          <a:xfrm>
            <a:off x="723900" y="325173"/>
            <a:ext cx="6858000" cy="1379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How do we measure angles.</a:t>
            </a:r>
          </a:p>
          <a:p>
            <a:endParaRPr lang="en-A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114935" y="2319073"/>
            <a:ext cx="2001233" cy="9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Acute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less than 90°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8E5EEB-375E-47A0-9A3B-4EA1804F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28" y="2867058"/>
            <a:ext cx="1019392" cy="85374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2121094" y="2318550"/>
            <a:ext cx="1810609" cy="62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Right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exactly 90°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4ABC78-F054-452E-90DA-14EFD0CD0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227" y="2891641"/>
            <a:ext cx="881636" cy="82915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4117496" y="2318550"/>
            <a:ext cx="2938101" cy="73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Obtuse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between 90° and 180 °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87E380-A03E-4EF4-8874-D5FA3E37C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0090" y="2889883"/>
            <a:ext cx="1407954" cy="83373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6942443" y="2316525"/>
            <a:ext cx="2084971" cy="62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Straight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exactly 180°</a:t>
            </a:r>
          </a:p>
          <a:p>
            <a:pPr marL="0" indent="0">
              <a:buNone/>
            </a:pPr>
            <a:endParaRPr lang="en-AU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CEE8CD-8406-41E4-BF2B-FE9499EAA0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01" y="2889883"/>
            <a:ext cx="2344993" cy="8281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1436920" y="4072826"/>
            <a:ext cx="2753243" cy="571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Reflex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between 180° and 360°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1749A2-D158-4530-98FB-88B5E7EDAB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1926" y="4644508"/>
            <a:ext cx="1506516" cy="880521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/>
        </p:nvSpPr>
        <p:spPr>
          <a:xfrm>
            <a:off x="5131188" y="3985302"/>
            <a:ext cx="2389494" cy="623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Name: </a:t>
            </a:r>
            <a:r>
              <a:rPr lang="en-AU" sz="1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Revolution angle</a:t>
            </a:r>
          </a:p>
          <a:p>
            <a:pPr marL="0" indent="0">
              <a:buNone/>
            </a:pPr>
            <a:r>
              <a:rPr lang="en-AU" sz="1400" b="1" dirty="0">
                <a:latin typeface="Century Gothic" panose="020B0502020202020204" pitchFamily="34" charset="0"/>
              </a:rPr>
              <a:t>Size: </a:t>
            </a:r>
            <a:r>
              <a:rPr lang="en-AU" sz="1400" dirty="0">
                <a:latin typeface="Century Gothic" panose="020B0502020202020204" pitchFamily="34" charset="0"/>
              </a:rPr>
              <a:t>exactly 360°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974E8B-062A-45FE-A026-42DB2E2A82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546" y="4604853"/>
            <a:ext cx="1469051" cy="90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  <p:bldP spid="8" grpId="0"/>
      <p:bldP spid="9" grpId="0" animBg="1"/>
      <p:bldP spid="10" grpId="0"/>
      <p:bldP spid="12" grpId="0"/>
      <p:bldP spid="14" grpId="0"/>
      <p:bldP spid="16" grpId="0"/>
      <p:bldP spid="18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378FAC-E3DF-49F4-90FA-918FD65DC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96"/>
            <a:ext cx="3832609" cy="3305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B309D-2A78-4FAC-9498-B6B13C61B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2" y="3411416"/>
            <a:ext cx="3690310" cy="2145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D8EC8-07F4-4D55-9526-1B640AC6C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934" y="265022"/>
            <a:ext cx="3543143" cy="2362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8AB124-1CB3-4C11-841F-8A6999BAF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934" y="2627117"/>
            <a:ext cx="3524612" cy="2349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1D2A-CA88-4D31-A66B-33BEBD3F5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934" y="4964984"/>
            <a:ext cx="3144768" cy="703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07617B-422A-42E8-A542-2269BDA2A5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270" y="1461038"/>
            <a:ext cx="878238" cy="3121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B484DA-DBDA-4083-8819-6EA1833197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838" y="149466"/>
            <a:ext cx="691275" cy="2933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57EEEE-490E-4E67-935F-BB95CA7D6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7559" y="3070195"/>
            <a:ext cx="789068" cy="24182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52BF2F-B436-439B-AD20-B8EF16F5B3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4150" y="3311299"/>
            <a:ext cx="3576396" cy="2403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A5A236-3447-4344-BE4A-63A009D9D1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4246" y="89540"/>
            <a:ext cx="3490924" cy="31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09C32C-708A-4BBE-BF72-41EAEF5FB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414" y="182952"/>
            <a:ext cx="6852975" cy="533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8DD8B9-7DA0-467C-B5C3-5E1DC9221965}"/>
              </a:ext>
            </a:extLst>
          </p:cNvPr>
          <p:cNvSpPr/>
          <p:nvPr/>
        </p:nvSpPr>
        <p:spPr>
          <a:xfrm>
            <a:off x="3125037" y="552659"/>
            <a:ext cx="4712677" cy="733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573189-049B-460F-A756-9D387084CAE1}"/>
              </a:ext>
            </a:extLst>
          </p:cNvPr>
          <p:cNvSpPr/>
          <p:nvPr/>
        </p:nvSpPr>
        <p:spPr>
          <a:xfrm>
            <a:off x="3125037" y="1286189"/>
            <a:ext cx="4712677" cy="1024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C17C4-E46C-4007-A55C-5ECC07BAA5D1}"/>
              </a:ext>
            </a:extLst>
          </p:cNvPr>
          <p:cNvSpPr/>
          <p:nvPr/>
        </p:nvSpPr>
        <p:spPr>
          <a:xfrm>
            <a:off x="3125036" y="2311121"/>
            <a:ext cx="4712678" cy="944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F3A34-7A33-4167-ABA7-BF7838DF6AB8}"/>
              </a:ext>
            </a:extLst>
          </p:cNvPr>
          <p:cNvSpPr/>
          <p:nvPr/>
        </p:nvSpPr>
        <p:spPr>
          <a:xfrm>
            <a:off x="3125036" y="3265713"/>
            <a:ext cx="4712677" cy="1245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08769A-9565-4EC9-BC98-B32685725A0B}"/>
              </a:ext>
            </a:extLst>
          </p:cNvPr>
          <p:cNvSpPr/>
          <p:nvPr/>
        </p:nvSpPr>
        <p:spPr>
          <a:xfrm>
            <a:off x="3125036" y="4531808"/>
            <a:ext cx="4712677" cy="912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22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DEC9C-CA0B-4BBD-9FC6-129F4757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13" y="152774"/>
            <a:ext cx="7154426" cy="556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8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60ED04-953A-4FB0-AB20-DAA68468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6" y="311498"/>
            <a:ext cx="8447734" cy="415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5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364CF2-F480-4B88-8F73-A5FB60DE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42900"/>
            <a:ext cx="75819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9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41BCF-83A0-4655-8820-9220B90B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319087"/>
            <a:ext cx="68008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5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1110</TotalTime>
  <Words>131</Words>
  <Application>Microsoft Office PowerPoint</Application>
  <PresentationFormat>On-screen Show (16:10)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Topic : Angle Revision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: Angle Revision</dc:title>
  <dc:creator>WILSON James [Baldivis Secondary College]</dc:creator>
  <cp:lastModifiedBy>WILSON James [Baldivis Secondary College]</cp:lastModifiedBy>
  <cp:revision>10</cp:revision>
  <dcterms:created xsi:type="dcterms:W3CDTF">2017-10-25T13:29:36Z</dcterms:created>
  <dcterms:modified xsi:type="dcterms:W3CDTF">2017-10-26T08:00:15Z</dcterms:modified>
</cp:coreProperties>
</file>