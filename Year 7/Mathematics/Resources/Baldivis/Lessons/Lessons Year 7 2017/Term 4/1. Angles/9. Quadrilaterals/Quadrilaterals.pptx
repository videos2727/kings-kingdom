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4"/>
  </p:notesMasterIdLst>
  <p:sldIdLst>
    <p:sldId id="257" r:id="rId2"/>
    <p:sldId id="258" r:id="rId3"/>
    <p:sldId id="266" r:id="rId4"/>
    <p:sldId id="267" r:id="rId5"/>
    <p:sldId id="268" r:id="rId6"/>
    <p:sldId id="263" r:id="rId7"/>
    <p:sldId id="259" r:id="rId8"/>
    <p:sldId id="260" r:id="rId9"/>
    <p:sldId id="261" r:id="rId10"/>
    <p:sldId id="264" r:id="rId11"/>
    <p:sldId id="26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87713" autoAdjust="0"/>
  </p:normalViewPr>
  <p:slideViewPr>
    <p:cSldViewPr snapToGrid="0">
      <p:cViewPr varScale="1">
        <p:scale>
          <a:sx n="71" d="100"/>
          <a:sy n="71" d="100"/>
        </p:scale>
        <p:origin x="1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59EE1-024D-4357-BEEC-EA0ABC721EF7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9682E-F265-422D-ABA9-141F8943D3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316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2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71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33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903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18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5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Draw a table like the following in your book: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85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1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6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42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971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69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191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853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22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7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09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030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810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791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3986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222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886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752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868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56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28EEF-AAC2-4185-A39B-EBE5323BEE7A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604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Quadrilaterals 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- </a:t>
            </a:r>
            <a:r>
              <a:rPr lang="en-AU" sz="4000" dirty="0">
                <a:latin typeface="Kiwi School Handwriting" panose="00000500000000000000" pitchFamily="2" charset="0"/>
              </a:rPr>
              <a:t>Label the different quadrilaterals </a:t>
            </a:r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1776" y="186439"/>
            <a:ext cx="8610600" cy="1293028"/>
          </a:xfrm>
        </p:spPr>
        <p:txBody>
          <a:bodyPr/>
          <a:lstStyle/>
          <a:p>
            <a:r>
              <a:rPr lang="en-AU" b="1" dirty="0"/>
              <a:t>Last Lesson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1844936"/>
            <a:ext cx="10820400" cy="44079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b="1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sz="2800" dirty="0"/>
              <a:t>I have all side and angles equal</a:t>
            </a:r>
            <a:br>
              <a:rPr lang="en-AU" sz="2800" dirty="0"/>
            </a:b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I have two side of equal length</a:t>
            </a:r>
            <a:br>
              <a:rPr lang="en-AU" sz="2800" dirty="0"/>
            </a:b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All my angles are less than 90°</a:t>
            </a:r>
            <a:br>
              <a:rPr lang="en-AU" sz="2800" dirty="0"/>
            </a:b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I have 2 sides of equal length and I have an angle greater than 90°</a:t>
            </a:r>
            <a:br>
              <a:rPr lang="en-AU" sz="2800" dirty="0"/>
            </a:br>
            <a:endParaRPr lang="en-AU" sz="2800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06" y="19888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540871" y="3559735"/>
            <a:ext cx="1051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W</a:t>
            </a:r>
            <a:r>
              <a:rPr lang="en-AU" sz="2000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071" y="1952513"/>
            <a:ext cx="10820400" cy="4024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b="1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sz="2800" dirty="0"/>
              <a:t>I have all side and angles equal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Equilateral Triangle</a:t>
            </a: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I have two side of equal length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Isosceles Triangle</a:t>
            </a: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All my angles are less than 90°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Acute Triangle</a:t>
            </a:r>
            <a:endParaRPr lang="en-AU" sz="28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AU" sz="2800" dirty="0"/>
              <a:t>I have 2 sides of equal length and I have an angle greater than 90°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Obtuse Isosceles Triangle</a:t>
            </a:r>
            <a:endParaRPr lang="en-AU" sz="2800" dirty="0"/>
          </a:p>
          <a:p>
            <a:pPr marL="0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30671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345" y="1411971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From last lesson:</a:t>
            </a:r>
          </a:p>
          <a:p>
            <a:pPr defTabSz="914126"/>
            <a:endParaRPr lang="en-US" sz="2399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42E13613-326F-4F8A-B36B-1201FE71FC97}"/>
              </a:ext>
            </a:extLst>
          </p:cNvPr>
          <p:cNvSpPr txBox="1">
            <a:spLocks noChangeArrowheads="1"/>
          </p:cNvSpPr>
          <p:nvPr/>
        </p:nvSpPr>
        <p:spPr>
          <a:xfrm>
            <a:off x="6752943" y="1827341"/>
            <a:ext cx="5166834" cy="376810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4000" b="1" i="1" dirty="0">
                <a:solidFill>
                  <a:srgbClr val="660066"/>
                </a:solidFill>
              </a:rPr>
              <a:t>aº + bº + cº = 180º</a:t>
            </a:r>
          </a:p>
          <a:p>
            <a:endParaRPr lang="en-US" altLang="en-US" sz="4000" i="1" dirty="0">
              <a:solidFill>
                <a:srgbClr val="66006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4000" b="1" dirty="0">
                <a:solidFill>
                  <a:srgbClr val="660066"/>
                </a:solidFill>
              </a:rPr>
              <a:t>c</a:t>
            </a:r>
            <a:r>
              <a:rPr lang="en-US" altLang="en-US" sz="4000" b="1" i="1" dirty="0">
                <a:solidFill>
                  <a:srgbClr val="660066"/>
                </a:solidFill>
              </a:rPr>
              <a:t>º + dº = 180º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4000" b="1" i="1" dirty="0">
              <a:solidFill>
                <a:srgbClr val="660066"/>
              </a:solidFill>
            </a:endParaRPr>
          </a:p>
          <a:p>
            <a:pPr marL="0" indent="0">
              <a:buNone/>
            </a:pPr>
            <a:r>
              <a:rPr lang="en-US" altLang="en-US" sz="4000" b="1" i="1" dirty="0">
                <a:solidFill>
                  <a:srgbClr val="FF0000"/>
                </a:solidFill>
              </a:rPr>
              <a:t>aº + bº = dº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4000" b="1" i="1" dirty="0">
              <a:solidFill>
                <a:srgbClr val="660066"/>
              </a:solidFill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B4075F27-18D5-4535-8A04-887DF6CC3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987217"/>
            <a:ext cx="6533683" cy="380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92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8C7B59-8A1E-49F0-B360-9B24DB273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7" y="0"/>
            <a:ext cx="11349317" cy="68433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040783-A076-492B-98F9-1D637C871E4A}"/>
              </a:ext>
            </a:extLst>
          </p:cNvPr>
          <p:cNvSpPr/>
          <p:nvPr/>
        </p:nvSpPr>
        <p:spPr>
          <a:xfrm>
            <a:off x="1707776" y="1089212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D2B8F1-926F-4D3C-B939-DA882E354803}"/>
              </a:ext>
            </a:extLst>
          </p:cNvPr>
          <p:cNvSpPr/>
          <p:nvPr/>
        </p:nvSpPr>
        <p:spPr>
          <a:xfrm>
            <a:off x="4993341" y="1089212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8CDBC-5FAC-4CD6-82FC-0A5691F262EC}"/>
              </a:ext>
            </a:extLst>
          </p:cNvPr>
          <p:cNvSpPr/>
          <p:nvPr/>
        </p:nvSpPr>
        <p:spPr>
          <a:xfrm>
            <a:off x="8278906" y="1089212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1C9B3-8A11-4E2A-9652-B75E3D087129}"/>
              </a:ext>
            </a:extLst>
          </p:cNvPr>
          <p:cNvSpPr/>
          <p:nvPr/>
        </p:nvSpPr>
        <p:spPr>
          <a:xfrm>
            <a:off x="1707776" y="4132729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CBCCC8-265A-4AEF-A805-C22024EF38CA}"/>
              </a:ext>
            </a:extLst>
          </p:cNvPr>
          <p:cNvSpPr/>
          <p:nvPr/>
        </p:nvSpPr>
        <p:spPr>
          <a:xfrm>
            <a:off x="4993340" y="4132729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82B8AB-3EBB-4E31-9EFB-306A3BB17A2C}"/>
              </a:ext>
            </a:extLst>
          </p:cNvPr>
          <p:cNvSpPr/>
          <p:nvPr/>
        </p:nvSpPr>
        <p:spPr>
          <a:xfrm>
            <a:off x="8278906" y="4132729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502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7842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596572"/>
            <a:ext cx="217683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quadrilateral?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1006" y="1507608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A quadrilateral has four sides and four angles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</a:rPr>
              <a:t>All the angles add up to 360°</a:t>
            </a:r>
            <a:endParaRPr lang="en-US" sz="2399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Image result for quadrilaterals">
            <a:extLst>
              <a:ext uri="{FF2B5EF4-FFF2-40B4-BE49-F238E27FC236}">
                <a16:creationId xmlns:a16="http://schemas.microsoft.com/office/drawing/2014/main" id="{F2E60B9F-1F83-4B5C-810A-39CB48606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2079089"/>
            <a:ext cx="2519204" cy="251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A8604A-0BCB-4AA4-96E5-236F8F3C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006" y="3217067"/>
            <a:ext cx="6269582" cy="313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F276A7D-DBF1-4132-B90E-171AA2F8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03" y="-4458"/>
            <a:ext cx="11108204" cy="68624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6648CF-EAD0-46FE-8B73-921A9BE66173}"/>
              </a:ext>
            </a:extLst>
          </p:cNvPr>
          <p:cNvSpPr/>
          <p:nvPr/>
        </p:nvSpPr>
        <p:spPr>
          <a:xfrm>
            <a:off x="860612" y="551329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04627F-E807-4BCA-993A-85D66C0E9789}"/>
              </a:ext>
            </a:extLst>
          </p:cNvPr>
          <p:cNvSpPr/>
          <p:nvPr/>
        </p:nvSpPr>
        <p:spPr>
          <a:xfrm>
            <a:off x="4500456" y="551329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AEF27-335B-4765-BF7C-4E983228270F}"/>
              </a:ext>
            </a:extLst>
          </p:cNvPr>
          <p:cNvSpPr/>
          <p:nvPr/>
        </p:nvSpPr>
        <p:spPr>
          <a:xfrm>
            <a:off x="8140300" y="551329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ECBC8-FAEF-4573-BC20-E3C6CA0E0F43}"/>
              </a:ext>
            </a:extLst>
          </p:cNvPr>
          <p:cNvSpPr/>
          <p:nvPr/>
        </p:nvSpPr>
        <p:spPr>
          <a:xfrm>
            <a:off x="847165" y="3890658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6C34D1-F1A8-4043-8B63-DE4E5928619E}"/>
              </a:ext>
            </a:extLst>
          </p:cNvPr>
          <p:cNvSpPr/>
          <p:nvPr/>
        </p:nvSpPr>
        <p:spPr>
          <a:xfrm>
            <a:off x="4473562" y="3890658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3682C-C600-48B9-9F96-298CD5CBEDEC}"/>
              </a:ext>
            </a:extLst>
          </p:cNvPr>
          <p:cNvSpPr/>
          <p:nvPr/>
        </p:nvSpPr>
        <p:spPr>
          <a:xfrm>
            <a:off x="8140299" y="3890658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5435" y="1445989"/>
            <a:ext cx="5822143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Properties of a Parallelogram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808" y="2571373"/>
            <a:ext cx="6445852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Opposite angles are equal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a + b = 180°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Alternate angles formed by diagonal line is the same size</a:t>
            </a:r>
          </a:p>
          <a:p>
            <a:pPr marL="342900" indent="-342900" defTabSz="914126">
              <a:buFontTx/>
              <a:buChar char="-"/>
            </a:pPr>
            <a:endParaRPr lang="en-US" sz="2399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E701CEF-4454-41C1-A4AC-FF6BE8E77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960" y="2156268"/>
            <a:ext cx="3940508" cy="25233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4983CF-D81B-43CF-A743-725CEBC35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694" y="4679576"/>
            <a:ext cx="3823247" cy="20416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07B33E-2EAA-48EA-8952-C44E34B21D41}"/>
              </a:ext>
            </a:extLst>
          </p:cNvPr>
          <p:cNvCxnSpPr/>
          <p:nvPr/>
        </p:nvCxnSpPr>
        <p:spPr>
          <a:xfrm flipV="1">
            <a:off x="3594734" y="5015753"/>
            <a:ext cx="3222926" cy="130436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112C020-A8B0-4C54-A8D4-3204F6E1C4F9}"/>
              </a:ext>
            </a:extLst>
          </p:cNvPr>
          <p:cNvSpPr/>
          <p:nvPr/>
        </p:nvSpPr>
        <p:spPr>
          <a:xfrm>
            <a:off x="5988424" y="5100213"/>
            <a:ext cx="215153" cy="138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345C5-5B53-4A3E-B246-CDD5534EF2A2}"/>
              </a:ext>
            </a:extLst>
          </p:cNvPr>
          <p:cNvSpPr/>
          <p:nvPr/>
        </p:nvSpPr>
        <p:spPr>
          <a:xfrm>
            <a:off x="4177554" y="6086331"/>
            <a:ext cx="215153" cy="138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12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E02E4B-D0A7-415B-9543-8B1291FA72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936" b="17254"/>
          <a:stretch/>
        </p:blipFill>
        <p:spPr>
          <a:xfrm>
            <a:off x="3013506" y="3815516"/>
            <a:ext cx="3925177" cy="2504602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5435" y="1445989"/>
            <a:ext cx="5822143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Properties of a Rhombus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808" y="2182355"/>
            <a:ext cx="6445852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Opposite angles are equal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a + b = 180°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07B33E-2EAA-48EA-8952-C44E34B21D41}"/>
              </a:ext>
            </a:extLst>
          </p:cNvPr>
          <p:cNvCxnSpPr>
            <a:cxnSpLocks/>
          </p:cNvCxnSpPr>
          <p:nvPr/>
        </p:nvCxnSpPr>
        <p:spPr>
          <a:xfrm flipV="1">
            <a:off x="3115435" y="3903094"/>
            <a:ext cx="3823248" cy="22080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112C020-A8B0-4C54-A8D4-3204F6E1C4F9}"/>
              </a:ext>
            </a:extLst>
          </p:cNvPr>
          <p:cNvSpPr/>
          <p:nvPr/>
        </p:nvSpPr>
        <p:spPr>
          <a:xfrm flipV="1">
            <a:off x="4523814" y="4034115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C2272-6EC1-4B47-9CD5-878A99922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527" y="2331417"/>
            <a:ext cx="3344676" cy="284017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687CA7-4439-438D-9198-42B14F011258}"/>
              </a:ext>
            </a:extLst>
          </p:cNvPr>
          <p:cNvCxnSpPr>
            <a:cxnSpLocks/>
          </p:cNvCxnSpPr>
          <p:nvPr/>
        </p:nvCxnSpPr>
        <p:spPr>
          <a:xfrm flipH="1" flipV="1">
            <a:off x="4294095" y="3903094"/>
            <a:ext cx="1313330" cy="22523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699AEE9-33A1-45D5-83C0-E9E56AB784E2}"/>
              </a:ext>
            </a:extLst>
          </p:cNvPr>
          <p:cNvSpPr/>
          <p:nvPr/>
        </p:nvSpPr>
        <p:spPr>
          <a:xfrm flipV="1">
            <a:off x="4171951" y="4262714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22E8A9-BAA6-40DA-BCD9-49CBA3EAAC10}"/>
              </a:ext>
            </a:extLst>
          </p:cNvPr>
          <p:cNvSpPr/>
          <p:nvPr/>
        </p:nvSpPr>
        <p:spPr>
          <a:xfrm flipV="1">
            <a:off x="5027059" y="5810271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FD23EE2-8304-480F-BBF3-A5E699710A8D}"/>
              </a:ext>
            </a:extLst>
          </p:cNvPr>
          <p:cNvSpPr/>
          <p:nvPr/>
        </p:nvSpPr>
        <p:spPr>
          <a:xfrm flipV="1">
            <a:off x="5437094" y="5563146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2995D6A-B73E-4FD1-91F3-13BF51B324D3}"/>
              </a:ext>
            </a:extLst>
          </p:cNvPr>
          <p:cNvSpPr/>
          <p:nvPr/>
        </p:nvSpPr>
        <p:spPr>
          <a:xfrm>
            <a:off x="3803274" y="5810271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8EDDD65-A109-4F92-BB3B-41EE1E87F543}"/>
              </a:ext>
            </a:extLst>
          </p:cNvPr>
          <p:cNvSpPr/>
          <p:nvPr/>
        </p:nvSpPr>
        <p:spPr>
          <a:xfrm>
            <a:off x="3397522" y="5447628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E656AFA5-EF4B-4312-9BAB-B0D3811EB2FD}"/>
              </a:ext>
            </a:extLst>
          </p:cNvPr>
          <p:cNvSpPr/>
          <p:nvPr/>
        </p:nvSpPr>
        <p:spPr>
          <a:xfrm>
            <a:off x="5830268" y="4021809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F761D73-B192-4FAD-B0F3-39E9F7123B74}"/>
              </a:ext>
            </a:extLst>
          </p:cNvPr>
          <p:cNvSpPr/>
          <p:nvPr/>
        </p:nvSpPr>
        <p:spPr>
          <a:xfrm>
            <a:off x="6118773" y="4402691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39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animBg="1"/>
      <p:bldP spid="24" grpId="0" animBg="1"/>
      <p:bldP spid="25" grpId="0" animBg="1"/>
      <p:bldP spid="21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13F5A9A9-5A80-46FF-A9B3-3BEEF7B50ECB}"/>
              </a:ext>
            </a:extLst>
          </p:cNvPr>
          <p:cNvSpPr txBox="1">
            <a:spLocks/>
          </p:cNvSpPr>
          <p:nvPr/>
        </p:nvSpPr>
        <p:spPr>
          <a:xfrm>
            <a:off x="2909047" y="522327"/>
            <a:ext cx="8610600" cy="110476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1AA4F-0C68-4C96-BB35-4DD3066CAD0F}"/>
              </a:ext>
            </a:extLst>
          </p:cNvPr>
          <p:cNvSpPr txBox="1"/>
          <p:nvPr/>
        </p:nvSpPr>
        <p:spPr>
          <a:xfrm>
            <a:off x="371807" y="2182355"/>
            <a:ext cx="98479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</a:rPr>
              <a:t>1. Complete the worksheet</a:t>
            </a:r>
          </a:p>
          <a:p>
            <a:pPr defTabSz="914126"/>
            <a:endParaRPr lang="en-AU" sz="3200" dirty="0">
              <a:solidFill>
                <a:prstClr val="black"/>
              </a:solidFill>
            </a:endParaRPr>
          </a:p>
          <a:p>
            <a:pPr defTabSz="914126"/>
            <a:endParaRPr lang="en-AU" sz="3200" dirty="0">
              <a:solidFill>
                <a:prstClr val="black"/>
              </a:solidFill>
            </a:endParaRPr>
          </a:p>
          <a:p>
            <a:pPr defTabSz="914126"/>
            <a:r>
              <a:rPr lang="en-AU" sz="3200" dirty="0">
                <a:solidFill>
                  <a:prstClr val="black"/>
                </a:solidFill>
              </a:rPr>
              <a:t>2. Complete your summary as your </a:t>
            </a:r>
            <a:r>
              <a:rPr lang="en-AU" sz="3200" b="1" dirty="0">
                <a:solidFill>
                  <a:schemeClr val="accent1"/>
                </a:solidFill>
              </a:rPr>
              <a:t>exit pass</a:t>
            </a:r>
          </a:p>
          <a:p>
            <a:pPr defTabSz="914126"/>
            <a:endParaRPr lang="en-AU" sz="3200" dirty="0">
              <a:solidFill>
                <a:prstClr val="black"/>
              </a:solidFill>
            </a:endParaRPr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C9D79AC2-1A0F-4007-ABCD-DE7D16D91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390" y="300246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EFBBC-CCA4-48C7-B821-4BE7FF972699}"/>
              </a:ext>
            </a:extLst>
          </p:cNvPr>
          <p:cNvSpPr txBox="1"/>
          <p:nvPr/>
        </p:nvSpPr>
        <p:spPr>
          <a:xfrm>
            <a:off x="10624750" y="4635157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</a:t>
            </a:r>
            <a:r>
              <a:rPr lang="en-AU" sz="2400" b="1" dirty="0">
                <a:solidFill>
                  <a:schemeClr val="accent1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2619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61</TotalTime>
  <Words>228</Words>
  <Application>Microsoft Office PowerPoint</Application>
  <PresentationFormat>Widescreen</PresentationFormat>
  <Paragraphs>80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DJB Fancy Nancy</vt:lpstr>
      <vt:lpstr>Kiwi School Handwriting</vt:lpstr>
      <vt:lpstr>Vapor Trail</vt:lpstr>
      <vt:lpstr>Quadrilaterals </vt:lpstr>
      <vt:lpstr>Learning Intentions</vt:lpstr>
      <vt:lpstr>Last Lesson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Quadrilaterals </dc:title>
  <dc:creator>Nine Labuschagne</dc:creator>
  <cp:lastModifiedBy>Nine Labuschagne</cp:lastModifiedBy>
  <cp:revision>9</cp:revision>
  <dcterms:created xsi:type="dcterms:W3CDTF">2017-10-23T06:48:05Z</dcterms:created>
  <dcterms:modified xsi:type="dcterms:W3CDTF">2017-10-23T07:49:24Z</dcterms:modified>
</cp:coreProperties>
</file>