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69" r:id="rId3"/>
    <p:sldId id="264" r:id="rId4"/>
    <p:sldId id="257" r:id="rId5"/>
    <p:sldId id="268" r:id="rId6"/>
    <p:sldId id="270" r:id="rId7"/>
    <p:sldId id="271" r:id="rId8"/>
    <p:sldId id="272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revision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solution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r>
              <a:rPr lang="en-AU" dirty="0" smtClean="0"/>
              <a:t>objective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Hand</a:t>
            </a:r>
            <a:r>
              <a:rPr lang="en-AU" baseline="0" dirty="0" smtClean="0"/>
              <a:t> out table to students to fill in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061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/>
              <a:t>Work through example then students complete questions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6060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/>
              <a:t>Work through example then students complete questions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7851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Work through example then students complete questions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1130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WICOR:</a:t>
            </a:r>
            <a:r>
              <a:rPr lang="en-AU" baseline="0" dirty="0" smtClean="0"/>
              <a:t> Reading and Collaboration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Name these angles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851" y="123559"/>
            <a:ext cx="633412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Name these angles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81131"/>
            <a:ext cx="633412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23728" y="1556792"/>
            <a:ext cx="86171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Acute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Right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Acute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Obtuse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Acute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7944" y="1279793"/>
            <a:ext cx="119205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Obtuse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Revolution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Straight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Right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Reflex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0152" y="1279793"/>
            <a:ext cx="86171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Right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Reflex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Acute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Obtuse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Obtuse</a:t>
            </a:r>
          </a:p>
        </p:txBody>
      </p:sp>
    </p:spTree>
    <p:extLst>
      <p:ext uri="{BB962C8B-B14F-4D97-AF65-F5344CB8AC3E}">
        <p14:creationId xmlns:p14="http://schemas.microsoft.com/office/powerpoint/2010/main" val="126392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1151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Angles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describe different angle relationships?</a:t>
            </a:r>
            <a:endParaRPr lang="en-AU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051720" y="1700808"/>
            <a:ext cx="72008" cy="51571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Lesson objective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 smtClean="0"/>
              <a:t>Identify the different types of angles (complementary, supplementary etc.)</a:t>
            </a:r>
          </a:p>
          <a:p>
            <a:pPr>
              <a:buFontTx/>
              <a:buChar char="-"/>
            </a:pPr>
            <a:r>
              <a:rPr lang="en-AU" dirty="0" smtClean="0"/>
              <a:t>Use the angle relationships to determine unknown angles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954" y="26064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Complete the table and glue into your notes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70656"/>
            <a:ext cx="7848872" cy="6104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848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Vertically opposite Angles</a:t>
            </a:r>
            <a:endParaRPr lang="en-AU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96752"/>
            <a:ext cx="1872208" cy="1588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742" y="1481610"/>
            <a:ext cx="37433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2" y="3068960"/>
            <a:ext cx="593407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116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8"/>
            <a:ext cx="181927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19672" y="332656"/>
            <a:ext cx="6348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 smtClean="0"/>
              <a:t>Complementary and Supplementary</a:t>
            </a:r>
            <a:endParaRPr lang="en-AU" sz="3200" b="1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340768"/>
            <a:ext cx="41624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632" y="2780928"/>
            <a:ext cx="708764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551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29" y="1268760"/>
            <a:ext cx="1584176" cy="117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31840" y="404293"/>
            <a:ext cx="2686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 smtClean="0"/>
              <a:t>Angles at a point</a:t>
            </a:r>
            <a:endParaRPr lang="en-AU" sz="28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319" y="1268760"/>
            <a:ext cx="4675238" cy="120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36912"/>
            <a:ext cx="7268647" cy="368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473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Silent card Shuffle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Close your books!</a:t>
            </a:r>
          </a:p>
          <a:p>
            <a:pPr marL="0" indent="0" algn="ctr">
              <a:buNone/>
            </a:pPr>
            <a:endParaRPr lang="en-AU" dirty="0" smtClean="0"/>
          </a:p>
          <a:p>
            <a:pPr marL="0" indent="0" algn="ctr">
              <a:buNone/>
            </a:pPr>
            <a:r>
              <a:rPr lang="en-AU" dirty="0" smtClean="0"/>
              <a:t>Cut the cards out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Sort the cards into their correct groups</a:t>
            </a:r>
          </a:p>
          <a:p>
            <a:pPr marL="0" indent="0" algn="ctr">
              <a:buNone/>
            </a:pPr>
            <a:r>
              <a:rPr lang="en-AU" dirty="0" smtClean="0"/>
              <a:t>You have 2 minutes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Acute math pun</a:t>
            </a:r>
            <a:endParaRPr lang="en-AU" b="1" dirty="0"/>
          </a:p>
        </p:txBody>
      </p:sp>
      <p:pic>
        <p:nvPicPr>
          <p:cNvPr id="4" name="Picture 2" descr="Image result for angle puns complementary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90" y="1600200"/>
            <a:ext cx="739021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169</Words>
  <Application>Microsoft Office PowerPoint</Application>
  <PresentationFormat>On-screen Show (4:3)</PresentationFormat>
  <Paragraphs>97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Name these angles</vt:lpstr>
      <vt:lpstr>Name these angles</vt:lpstr>
      <vt:lpstr>PowerPoint Presentation</vt:lpstr>
      <vt:lpstr>Lesson objective</vt:lpstr>
      <vt:lpstr>PowerPoint Presentation</vt:lpstr>
      <vt:lpstr>Vertically opposite Angles</vt:lpstr>
      <vt:lpstr>PowerPoint Presentation</vt:lpstr>
      <vt:lpstr>PowerPoint Presentation</vt:lpstr>
      <vt:lpstr>Silent card Shuffle</vt:lpstr>
      <vt:lpstr>Acute math pun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13</cp:revision>
  <dcterms:created xsi:type="dcterms:W3CDTF">2016-10-20T03:14:06Z</dcterms:created>
  <dcterms:modified xsi:type="dcterms:W3CDTF">2017-10-10T01:13:52Z</dcterms:modified>
</cp:coreProperties>
</file>