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4" r:id="rId3"/>
    <p:sldId id="269" r:id="rId4"/>
    <p:sldId id="268" r:id="rId5"/>
    <p:sldId id="260" r:id="rId6"/>
    <p:sldId id="266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anose="020B0A04020102020204" pitchFamily="34" charset="0"/>
              </a:rPr>
              <a:t>Revision</a:t>
            </a:r>
            <a:endParaRPr lang="en-A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What is the ratio of:</a:t>
            </a:r>
          </a:p>
          <a:p>
            <a:pPr marL="514350" indent="-514350">
              <a:lnSpc>
                <a:spcPct val="150000"/>
              </a:lnSpc>
              <a:buAutoNum type="alphaLcParenR"/>
            </a:pPr>
            <a:r>
              <a:rPr lang="en-AU" dirty="0" smtClean="0"/>
              <a:t>Blue to Red shapes</a:t>
            </a:r>
          </a:p>
          <a:p>
            <a:pPr marL="514350" indent="-514350">
              <a:lnSpc>
                <a:spcPct val="150000"/>
              </a:lnSpc>
              <a:buAutoNum type="alphaLcParenR"/>
            </a:pPr>
            <a:r>
              <a:rPr lang="en-AU" dirty="0" smtClean="0"/>
              <a:t>Squares to circles</a:t>
            </a:r>
          </a:p>
          <a:p>
            <a:pPr marL="514350" indent="-514350">
              <a:lnSpc>
                <a:spcPct val="150000"/>
              </a:lnSpc>
              <a:buAutoNum type="alphaLcParenR"/>
            </a:pPr>
            <a:r>
              <a:rPr lang="en-AU" dirty="0" smtClean="0"/>
              <a:t>Big to small</a:t>
            </a:r>
          </a:p>
          <a:p>
            <a:pPr marL="514350" indent="-514350">
              <a:lnSpc>
                <a:spcPct val="150000"/>
              </a:lnSpc>
              <a:buAutoNum type="alphaLcParenR"/>
            </a:pPr>
            <a:r>
              <a:rPr lang="en-AU" dirty="0" smtClean="0"/>
              <a:t>Red Squares to Red Circles</a:t>
            </a:r>
            <a:endParaRPr lang="en-AU" dirty="0" smtClean="0"/>
          </a:p>
        </p:txBody>
      </p:sp>
      <p:sp>
        <p:nvSpPr>
          <p:cNvPr id="4" name="Rectangle 3"/>
          <p:cNvSpPr/>
          <p:nvPr/>
        </p:nvSpPr>
        <p:spPr>
          <a:xfrm>
            <a:off x="6372200" y="1772816"/>
            <a:ext cx="5760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6372200" y="3429000"/>
            <a:ext cx="1584176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5436096" y="2060848"/>
            <a:ext cx="576064" cy="5760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7380312" y="1628800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6516216" y="260648"/>
            <a:ext cx="1440160" cy="136815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>
            <a:off x="6372200" y="2636912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7380312" y="2636912"/>
            <a:ext cx="576064" cy="57606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557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5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Conversions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convert to percentages?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8879" y="2204864"/>
            <a:ext cx="235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percentages?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203848" y="2204864"/>
            <a:ext cx="4695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Percentage comes from Per Century , or per 100</a:t>
            </a:r>
          </a:p>
          <a:p>
            <a:r>
              <a:rPr lang="en-AU" dirty="0" smtClean="0"/>
              <a:t>So a percentage is a score out of 100 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07" y="2851195"/>
            <a:ext cx="2771775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100" y="3763989"/>
            <a:ext cx="3258149" cy="2909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5557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404664"/>
            <a:ext cx="1945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Conversions</a:t>
            </a:r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convert to percentages?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9040" y="2204864"/>
            <a:ext cx="247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Decimals to percentages</a:t>
            </a:r>
            <a:endParaRPr lang="en-AU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393" y="3501008"/>
            <a:ext cx="6500782" cy="1604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060764" y="4581128"/>
            <a:ext cx="496762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060764" y="2389530"/>
            <a:ext cx="5467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 convert a decimal to a percentage we multiply by 100</a:t>
            </a:r>
          </a:p>
          <a:p>
            <a:endParaRPr lang="en-AU" dirty="0" smtClean="0"/>
          </a:p>
          <a:p>
            <a:r>
              <a:rPr lang="en-AU" dirty="0" err="1" smtClean="0"/>
              <a:t>Eg</a:t>
            </a:r>
            <a:r>
              <a:rPr lang="en-AU" dirty="0" smtClean="0"/>
              <a:t>. 0.35 is equal to 0.35 x 100% = 35%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794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13" y="2010722"/>
            <a:ext cx="8880128" cy="21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91680" y="476672"/>
            <a:ext cx="59504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>
                <a:latin typeface="Arial Black" panose="020B0A04020102020204" pitchFamily="34" charset="0"/>
              </a:rPr>
              <a:t>Have a go at these</a:t>
            </a:r>
            <a:endParaRPr lang="en-AU" sz="4400" dirty="0"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1900" y="1340768"/>
            <a:ext cx="476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is exercise 16.4 on page 218 in the text book</a:t>
            </a:r>
            <a:endParaRPr lang="en-AU" dirty="0"/>
          </a:p>
        </p:txBody>
      </p:sp>
      <p:pic>
        <p:nvPicPr>
          <p:cNvPr id="2051" name="Picture 3" descr="C:\Users\e4075868\AppData\Local\Microsoft\Windows\Temporary Internet Files\Content.IE5\A3GB4X8C\PercentSign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418" y="4293096"/>
            <a:ext cx="2232997" cy="236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05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557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5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Conversions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convert to percentages? </a:t>
            </a:r>
            <a:endParaRPr lang="en-AU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829" y="3933056"/>
            <a:ext cx="6707522" cy="186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03848" y="5301208"/>
            <a:ext cx="5027415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119514" y="2467908"/>
            <a:ext cx="2483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Fractions to percentages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695434" y="2135871"/>
            <a:ext cx="3712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Again we are going to multiply by 100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935657" y="3030400"/>
                <a:ext cx="356379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100%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300%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=30%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657" y="3030400"/>
                <a:ext cx="3563796" cy="6127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91680" y="476672"/>
            <a:ext cx="59504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>
                <a:latin typeface="Arial Black" panose="020B0A04020102020204" pitchFamily="34" charset="0"/>
              </a:rPr>
              <a:t>Have a go at these</a:t>
            </a:r>
            <a:endParaRPr lang="en-AU" sz="44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1900" y="1340768"/>
            <a:ext cx="476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is exercise 16.5 on page 218 in the text book</a:t>
            </a:r>
            <a:endParaRPr lang="en-A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2281238"/>
            <a:ext cx="738187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C:\Users\e4075868\AppData\Local\Microsoft\Windows\Temporary Internet Files\Content.IE5\XU1FFWKB\percentage-sign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556" y="4549620"/>
            <a:ext cx="2134265" cy="212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886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68830" y="1760039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latin typeface="Arial Black" panose="020B0A04020102020204" pitchFamily="34" charset="0"/>
              </a:rPr>
              <a:t>WICOR</a:t>
            </a:r>
            <a:endParaRPr lang="en-AU" dirty="0"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15816" y="332656"/>
            <a:ext cx="3162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>
                <a:latin typeface="Arial Black" panose="020B0A04020102020204" pitchFamily="34" charset="0"/>
              </a:rPr>
              <a:t>EXIT PASS</a:t>
            </a:r>
            <a:endParaRPr lang="en-AU" sz="40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5493"/>
                  </p:ext>
                </p:extLst>
              </p:nvPr>
            </p:nvGraphicFramePr>
            <p:xfrm>
              <a:off x="1356837" y="2636912"/>
              <a:ext cx="6096000" cy="33082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/>
                    <a:gridCol w="3048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Percentage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0.42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5493"/>
                  </p:ext>
                </p:extLst>
              </p:nvPr>
            </p:nvGraphicFramePr>
            <p:xfrm>
              <a:off x="1356837" y="2636912"/>
              <a:ext cx="6096000" cy="33082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/>
                    <a:gridCol w="3048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Percentage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0.42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" t="-250505" r="-100000" b="-2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" t="-343564" r="-100000" b="-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</a:tr>
                  <a:tr h="605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" t="-452525" r="-100000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3131840" y="2092206"/>
            <a:ext cx="22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 the following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223</Words>
  <Application>Microsoft Office PowerPoint</Application>
  <PresentationFormat>On-screen Show (4:3)</PresentationFormat>
  <Paragraphs>61</Paragraphs>
  <Slides>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10</cp:revision>
  <dcterms:created xsi:type="dcterms:W3CDTF">2016-10-20T03:14:06Z</dcterms:created>
  <dcterms:modified xsi:type="dcterms:W3CDTF">2017-11-01T01:30:58Z</dcterms:modified>
</cp:coreProperties>
</file>