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22277" y="330380"/>
                <a:ext cx="6858000" cy="4902802"/>
              </a:xfrm>
            </p:spPr>
            <p:txBody>
              <a:bodyPr>
                <a:normAutofit lnSpcReduction="10000"/>
              </a:bodyPr>
              <a:lstStyle/>
              <a:p>
                <a:pPr algn="l"/>
                <a:r>
                  <a:rPr lang="en-AU" sz="2000" u="sng" dirty="0"/>
                  <a:t>Starter questions</a:t>
                </a:r>
              </a:p>
              <a:p>
                <a:pPr marL="342900" indent="-342900" algn="l">
                  <a:buAutoNum type="arabicPeriod"/>
                </a:pPr>
                <a:r>
                  <a:rPr lang="en-AU" sz="2000" dirty="0"/>
                  <a:t>Write these as expressions</a:t>
                </a:r>
              </a:p>
              <a:p>
                <a:pPr algn="l"/>
                <a:r>
                  <a:rPr lang="en-AU" sz="2000" dirty="0"/>
                  <a:t>	a. 3 combined with 9 then split into 3 groups</a:t>
                </a:r>
              </a:p>
              <a:p>
                <a:pPr marL="342900" indent="-342900" algn="l">
                  <a:buAutoNum type="arabicPeriod"/>
                </a:pPr>
                <a:endParaRPr lang="en-AU" sz="2000" dirty="0"/>
              </a:p>
              <a:p>
                <a:pPr algn="l"/>
                <a:r>
                  <a:rPr lang="en-AU" sz="2000" dirty="0"/>
                  <a:t>	b. A number minus 5</a:t>
                </a:r>
              </a:p>
              <a:p>
                <a:pPr algn="l"/>
                <a:r>
                  <a:rPr lang="en-AU" sz="2000" dirty="0"/>
                  <a:t>	</a:t>
                </a:r>
              </a:p>
              <a:p>
                <a:pPr algn="l"/>
                <a:r>
                  <a:rPr lang="en-AU" sz="2000" dirty="0"/>
                  <a:t>	c. Double 3 and add 5</a:t>
                </a:r>
              </a:p>
              <a:p>
                <a:pPr algn="l"/>
                <a:endParaRPr lang="en-AU" sz="2000" dirty="0"/>
              </a:p>
              <a:p>
                <a:pPr algn="l"/>
                <a:r>
                  <a:rPr lang="en-AU" sz="2000" dirty="0"/>
                  <a:t>2. Substitute for the variable in each of the following.</a:t>
                </a:r>
              </a:p>
              <a:p>
                <a:pPr algn="l"/>
                <a:r>
                  <a:rPr lang="en-AU" sz="2000" dirty="0"/>
                  <a:t>	a. if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=3                          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−2= </m:t>
                    </m:r>
                  </m:oMath>
                </a14:m>
                <a:endParaRPr lang="en-AU" sz="2000" dirty="0"/>
              </a:p>
              <a:p>
                <a:pPr algn="l"/>
                <a:r>
                  <a:rPr lang="en-AU" sz="2000" dirty="0"/>
                  <a:t>	b. if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=18                     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     </m:t>
                    </m:r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000" dirty="0"/>
              </a:p>
              <a:p>
                <a:pPr algn="l"/>
                <a:r>
                  <a:rPr lang="en-AU" sz="2000" dirty="0"/>
                  <a:t>	c.  if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=5      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                 4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−3= </m:t>
                    </m:r>
                  </m:oMath>
                </a14:m>
                <a:endParaRPr lang="en-AU" sz="2000" b="0" dirty="0"/>
              </a:p>
              <a:p>
                <a:pPr algn="l"/>
                <a:r>
                  <a:rPr lang="en-AU" sz="2000" dirty="0"/>
                  <a:t>	d. if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=2      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                7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000" dirty="0"/>
              </a:p>
              <a:p>
                <a:pPr marL="342900" indent="-342900" algn="l">
                  <a:buAutoNum type="arabicPeriod"/>
                </a:pPr>
                <a:endParaRPr lang="en-AU" sz="1400" dirty="0"/>
              </a:p>
              <a:p>
                <a:pPr algn="l"/>
                <a:endParaRPr lang="en-AU" sz="1400" dirty="0"/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22277" y="330380"/>
                <a:ext cx="6858000" cy="4902802"/>
              </a:xfrm>
              <a:blipFill>
                <a:blip r:embed="rId2"/>
                <a:stretch>
                  <a:fillRect l="-978" t="-17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4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Worded Questions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2525" y="1194206"/>
            <a:ext cx="6858000" cy="2408048"/>
          </a:xfrm>
        </p:spPr>
        <p:txBody>
          <a:bodyPr>
            <a:normAutofit/>
          </a:bodyPr>
          <a:lstStyle/>
          <a:p>
            <a:pPr algn="l"/>
            <a:r>
              <a:rPr lang="en-AU" sz="2400" dirty="0"/>
              <a:t>C - </a:t>
            </a:r>
            <a:r>
              <a:rPr lang="en-AU" sz="2400" u="sng" dirty="0"/>
              <a:t>C</a:t>
            </a:r>
            <a:r>
              <a:rPr lang="en-AU" sz="2400" dirty="0"/>
              <a:t>ircle the numbers in the question</a:t>
            </a:r>
          </a:p>
          <a:p>
            <a:pPr algn="l"/>
            <a:r>
              <a:rPr lang="en-AU" sz="2400" dirty="0"/>
              <a:t>U - </a:t>
            </a:r>
            <a:r>
              <a:rPr lang="en-AU" sz="2400" u="sng" dirty="0"/>
              <a:t>U</a:t>
            </a:r>
            <a:r>
              <a:rPr lang="en-AU" sz="2400" dirty="0"/>
              <a:t>nderline the question</a:t>
            </a:r>
          </a:p>
          <a:p>
            <a:pPr algn="l"/>
            <a:r>
              <a:rPr lang="en-AU" sz="2400" dirty="0"/>
              <a:t>B - </a:t>
            </a:r>
            <a:r>
              <a:rPr lang="en-AU" sz="2400" u="sng" dirty="0"/>
              <a:t>B</a:t>
            </a:r>
            <a:r>
              <a:rPr lang="en-AU" sz="2400" dirty="0"/>
              <a:t>ox the keywords</a:t>
            </a:r>
          </a:p>
          <a:p>
            <a:pPr algn="l"/>
            <a:r>
              <a:rPr lang="en-AU" sz="2400" dirty="0"/>
              <a:t>E - </a:t>
            </a:r>
            <a:r>
              <a:rPr lang="en-AU" sz="2400" u="sng" dirty="0"/>
              <a:t>E</a:t>
            </a:r>
            <a:r>
              <a:rPr lang="en-AU" sz="2400" dirty="0"/>
              <a:t>liminate the unnecessary information</a:t>
            </a:r>
          </a:p>
          <a:p>
            <a:pPr algn="l"/>
            <a:r>
              <a:rPr lang="en-AU" sz="2400" dirty="0"/>
              <a:t>S - </a:t>
            </a:r>
            <a:r>
              <a:rPr lang="en-AU" sz="2400" u="sng" dirty="0"/>
              <a:t>S</a:t>
            </a:r>
            <a:r>
              <a:rPr lang="en-AU" sz="2400" dirty="0"/>
              <a:t>olve the question with working out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26295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506521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answer worded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8243A-9660-464A-8C00-2B51FE6DCAA4}"/>
              </a:ext>
            </a:extLst>
          </p:cNvPr>
          <p:cNvSpPr txBox="1"/>
          <p:nvPr/>
        </p:nvSpPr>
        <p:spPr>
          <a:xfrm>
            <a:off x="267286" y="1362095"/>
            <a:ext cx="1301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C.U.B.E.S?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61ACF-63F1-41BA-A972-7D2F98E431BF}"/>
              </a:ext>
            </a:extLst>
          </p:cNvPr>
          <p:cNvSpPr txBox="1"/>
          <p:nvPr/>
        </p:nvSpPr>
        <p:spPr>
          <a:xfrm>
            <a:off x="2433586" y="3363756"/>
            <a:ext cx="5866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r>
              <a:rPr lang="en-AU" dirty="0"/>
              <a:t>Jane spent $42 for shoes she also bought a new hat, sunglasses and a new shirt.  This was $14 less than she spent for the new shirt.  How much was the shirt?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48214F-7695-41CF-A086-0381F57ED4E1}"/>
              </a:ext>
            </a:extLst>
          </p:cNvPr>
          <p:cNvSpPr/>
          <p:nvPr/>
        </p:nvSpPr>
        <p:spPr>
          <a:xfrm>
            <a:off x="3608990" y="3684218"/>
            <a:ext cx="400929" cy="30948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8126E3-1A25-4072-BCFD-D0D075379F7B}"/>
              </a:ext>
            </a:extLst>
          </p:cNvPr>
          <p:cNvSpPr/>
          <p:nvPr/>
        </p:nvSpPr>
        <p:spPr>
          <a:xfrm>
            <a:off x="5912765" y="3951502"/>
            <a:ext cx="481629" cy="30948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669D5D-05C2-41D4-88FD-848BE31E582E}"/>
              </a:ext>
            </a:extLst>
          </p:cNvPr>
          <p:cNvCxnSpPr/>
          <p:nvPr/>
        </p:nvCxnSpPr>
        <p:spPr>
          <a:xfrm>
            <a:off x="4263138" y="4514213"/>
            <a:ext cx="24126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7B85A48-0C02-40BE-96B1-E09DC5B35B4A}"/>
              </a:ext>
            </a:extLst>
          </p:cNvPr>
          <p:cNvSpPr/>
          <p:nvPr/>
        </p:nvSpPr>
        <p:spPr>
          <a:xfrm>
            <a:off x="2990012" y="3684218"/>
            <a:ext cx="618978" cy="30948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77F643-DF31-4A39-B759-E93ABC42BD65}"/>
              </a:ext>
            </a:extLst>
          </p:cNvPr>
          <p:cNvSpPr/>
          <p:nvPr/>
        </p:nvSpPr>
        <p:spPr>
          <a:xfrm>
            <a:off x="6387360" y="3958540"/>
            <a:ext cx="443131" cy="30245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0F6040-B240-4BB2-B4F3-CF12D34B0794}"/>
              </a:ext>
            </a:extLst>
          </p:cNvPr>
          <p:cNvCxnSpPr>
            <a:cxnSpLocks/>
          </p:cNvCxnSpPr>
          <p:nvPr/>
        </p:nvCxnSpPr>
        <p:spPr>
          <a:xfrm>
            <a:off x="6394394" y="3853031"/>
            <a:ext cx="1048043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516766-412C-4EC2-8B60-CCC9BE51BC51}"/>
              </a:ext>
            </a:extLst>
          </p:cNvPr>
          <p:cNvCxnSpPr>
            <a:cxnSpLocks/>
          </p:cNvCxnSpPr>
          <p:nvPr/>
        </p:nvCxnSpPr>
        <p:spPr>
          <a:xfrm>
            <a:off x="2577025" y="4132040"/>
            <a:ext cx="1573572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841BCD-2C1C-4BFC-9E90-83C7321C66AF}"/>
              </a:ext>
            </a:extLst>
          </p:cNvPr>
          <p:cNvSpPr txBox="1"/>
          <p:nvPr/>
        </p:nvSpPr>
        <p:spPr>
          <a:xfrm>
            <a:off x="3039250" y="4610239"/>
            <a:ext cx="4403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42 = shirt - 14</a:t>
            </a:r>
          </a:p>
          <a:p>
            <a:r>
              <a:rPr lang="en-AU" dirty="0"/>
              <a:t>42 + 14 = shirt</a:t>
            </a:r>
          </a:p>
          <a:p>
            <a:r>
              <a:rPr lang="en-AU" dirty="0"/>
              <a:t>56 = shirt       The shirt cost $56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1F073-97D4-455E-BB4E-EA9B8CE54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896"/>
            <a:ext cx="9144000" cy="1044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7E91F1-9CDD-4548-8957-6BF733E9E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5368"/>
            <a:ext cx="9144000" cy="6061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56931D-3216-4FED-B9BA-D8E4B6FE9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5135"/>
            <a:ext cx="9144000" cy="91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3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0C5DF9-3346-494C-AFD9-F1443EC9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694"/>
            <a:ext cx="9144000" cy="894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32ADD2-8E37-4FC0-94B6-FC9D37E6C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3969"/>
            <a:ext cx="9144000" cy="779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C0BFD8-FB0F-4B0C-BC19-15725F0EE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9044"/>
            <a:ext cx="9144000" cy="95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6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E26378-C8B6-461D-A6B1-8E4BE8914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610"/>
            <a:ext cx="9144000" cy="6657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F0F452-5F36-4467-B834-C9831C1D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" y="1761124"/>
            <a:ext cx="9010357" cy="968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C9A36C-1061-444C-A23F-7B809C5A2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98506"/>
            <a:ext cx="9144000" cy="935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BA51E4-401E-4352-B5A9-2E03899E8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59325"/>
            <a:ext cx="9144000" cy="97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9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222</TotalTime>
  <Words>105</Words>
  <Application>Microsoft Office PowerPoint</Application>
  <PresentationFormat>On-screen Show (16:10)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Topic : Worded Questions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6</cp:revision>
  <dcterms:created xsi:type="dcterms:W3CDTF">2017-06-08T21:35:48Z</dcterms:created>
  <dcterms:modified xsi:type="dcterms:W3CDTF">2017-06-09T03:16:45Z</dcterms:modified>
</cp:coreProperties>
</file>