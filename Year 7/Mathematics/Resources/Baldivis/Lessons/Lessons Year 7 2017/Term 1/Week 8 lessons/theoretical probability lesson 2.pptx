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3" r:id="rId2"/>
    <p:sldId id="264" r:id="rId3"/>
    <p:sldId id="268" r:id="rId4"/>
    <p:sldId id="266" r:id="rId5"/>
    <p:sldId id="262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15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Hand</a:t>
            </a:r>
            <a:r>
              <a:rPr lang="en-AU" baseline="0" dirty="0" smtClean="0"/>
              <a:t> out cards with a number on to each student.</a:t>
            </a:r>
          </a:p>
          <a:p>
            <a:r>
              <a:rPr lang="en-AU" baseline="0" dirty="0" smtClean="0"/>
              <a:t>We will then sort them and have them count how many are in each </a:t>
            </a:r>
            <a:r>
              <a:rPr lang="en-AU" baseline="0" dirty="0" smtClean="0"/>
              <a:t>group</a:t>
            </a:r>
          </a:p>
          <a:p>
            <a:r>
              <a:rPr lang="en-AU" baseline="0" dirty="0" smtClean="0"/>
              <a:t>Record the answers as we will find </a:t>
            </a:r>
            <a:r>
              <a:rPr lang="en-AU" baseline="0" smtClean="0"/>
              <a:t>the probability at the end of the lesson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Modelling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3874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understanding/ 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is the chance?</a:t>
            </a:r>
            <a:endParaRPr lang="en-AU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718754"/>
              </p:ext>
            </p:extLst>
          </p:nvPr>
        </p:nvGraphicFramePr>
        <p:xfrm>
          <a:off x="323528" y="1268760"/>
          <a:ext cx="8352928" cy="2952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/>
                <a:gridCol w="2088232"/>
                <a:gridCol w="2088232"/>
                <a:gridCol w="2088232"/>
              </a:tblGrid>
              <a:tr h="706872">
                <a:tc>
                  <a:txBody>
                    <a:bodyPr/>
                    <a:lstStyle/>
                    <a:p>
                      <a:r>
                        <a:rPr lang="en-AU" dirty="0" smtClean="0"/>
                        <a:t>Event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number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Event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number</a:t>
                      </a:r>
                      <a:endParaRPr lang="en-AU" dirty="0"/>
                    </a:p>
                  </a:txBody>
                  <a:tcPr/>
                </a:tc>
              </a:tr>
              <a:tr h="706872">
                <a:tc>
                  <a:txBody>
                    <a:bodyPr/>
                    <a:lstStyle/>
                    <a:p>
                      <a:r>
                        <a:rPr lang="en-AU" dirty="0" smtClean="0"/>
                        <a:t>Even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Odd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706872">
                <a:tc>
                  <a:txBody>
                    <a:bodyPr/>
                    <a:lstStyle/>
                    <a:p>
                      <a:r>
                        <a:rPr lang="en-AU" dirty="0" smtClean="0"/>
                        <a:t>Prime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composite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831712">
                <a:tc>
                  <a:txBody>
                    <a:bodyPr/>
                    <a:lstStyle/>
                    <a:p>
                      <a:r>
                        <a:rPr lang="en-AU" dirty="0" smtClean="0"/>
                        <a:t>Multiples of 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Not multiples of 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99592" y="4941168"/>
            <a:ext cx="5534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Raise your hand when your number is fits in the category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12372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730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Theoretical probability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we calculate the theoretical probability and why?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269451" y="2245514"/>
            <a:ext cx="6834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Theoretical probability is determining the chance of an event occurring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52148" y="3717032"/>
                <a:ext cx="5267275" cy="6674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𝑒𝑣𝑒𝑛𝑡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𝑡𝑖𝑚𝑒𝑠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𝑐𝑎𝑛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𝑜𝑐𝑐𝑢𝑟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𝑡𝑜𝑡𝑎𝑙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𝑛𝑢𝑚𝑏𝑒𝑟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𝑜𝑓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𝑜𝑢𝑡𝑐𝑜𝑚𝑒𝑠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148" y="3717032"/>
                <a:ext cx="5267275" cy="66749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81086" y="260648"/>
            <a:ext cx="1296144" cy="1152128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Oval 2"/>
          <p:cNvSpPr/>
          <p:nvPr/>
        </p:nvSpPr>
        <p:spPr>
          <a:xfrm>
            <a:off x="2178817" y="980728"/>
            <a:ext cx="1224136" cy="11521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3465062" y="2132856"/>
            <a:ext cx="136815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Isosceles Triangle 4"/>
          <p:cNvSpPr/>
          <p:nvPr/>
        </p:nvSpPr>
        <p:spPr>
          <a:xfrm>
            <a:off x="5481286" y="620688"/>
            <a:ext cx="1296144" cy="1584176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/>
          <p:cNvSpPr txBox="1"/>
          <p:nvPr/>
        </p:nvSpPr>
        <p:spPr>
          <a:xfrm>
            <a:off x="1011455" y="3356992"/>
            <a:ext cx="6635406" cy="3188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If you pick a shape at random what is probability of;</a:t>
            </a:r>
          </a:p>
          <a:p>
            <a:pPr marL="342900" indent="-342900">
              <a:lnSpc>
                <a:spcPct val="350000"/>
              </a:lnSpc>
              <a:buAutoNum type="alphaLcParenR"/>
            </a:pPr>
            <a:r>
              <a:rPr lang="en-AU" dirty="0" smtClean="0"/>
              <a:t>picking a triangle</a:t>
            </a:r>
          </a:p>
          <a:p>
            <a:pPr marL="342900" indent="-342900">
              <a:lnSpc>
                <a:spcPct val="350000"/>
              </a:lnSpc>
              <a:buAutoNum type="alphaLcParenR"/>
            </a:pPr>
            <a:r>
              <a:rPr lang="en-AU" dirty="0" smtClean="0"/>
              <a:t>picking a green shape</a:t>
            </a:r>
          </a:p>
          <a:p>
            <a:pPr marL="342900" indent="-342900">
              <a:lnSpc>
                <a:spcPct val="350000"/>
              </a:lnSpc>
              <a:buAutoNum type="alphaLcParenR"/>
            </a:pPr>
            <a:r>
              <a:rPr lang="en-AU" dirty="0" smtClean="0"/>
              <a:t>Picking a rectangle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21023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Answer the following</a:t>
            </a:r>
            <a:endParaRPr lang="en-AU" sz="4000" dirty="0"/>
          </a:p>
        </p:txBody>
      </p:sp>
      <p:sp>
        <p:nvSpPr>
          <p:cNvPr id="4" name="Oval 3"/>
          <p:cNvSpPr/>
          <p:nvPr/>
        </p:nvSpPr>
        <p:spPr>
          <a:xfrm>
            <a:off x="6155285" y="2491972"/>
            <a:ext cx="720971" cy="71008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6021497" y="1180639"/>
            <a:ext cx="792088" cy="80820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/>
          <p:cNvSpPr/>
          <p:nvPr/>
        </p:nvSpPr>
        <p:spPr>
          <a:xfrm>
            <a:off x="6984268" y="1377844"/>
            <a:ext cx="792088" cy="7927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/>
          <p:cNvSpPr/>
          <p:nvPr/>
        </p:nvSpPr>
        <p:spPr>
          <a:xfrm>
            <a:off x="6984268" y="2562241"/>
            <a:ext cx="792088" cy="84420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/>
          <p:cNvSpPr/>
          <p:nvPr/>
        </p:nvSpPr>
        <p:spPr>
          <a:xfrm>
            <a:off x="4994951" y="2395703"/>
            <a:ext cx="792088" cy="79001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/>
          <p:cNvSpPr/>
          <p:nvPr/>
        </p:nvSpPr>
        <p:spPr>
          <a:xfrm>
            <a:off x="4868327" y="1324002"/>
            <a:ext cx="792088" cy="792741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/>
          <p:cNvSpPr txBox="1"/>
          <p:nvPr/>
        </p:nvSpPr>
        <p:spPr>
          <a:xfrm>
            <a:off x="467544" y="1812739"/>
            <a:ext cx="3042308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probability of picking;</a:t>
            </a:r>
          </a:p>
          <a:p>
            <a:endParaRPr lang="en-AU" dirty="0"/>
          </a:p>
          <a:p>
            <a:pPr marL="342900" indent="-342900">
              <a:buAutoNum type="alphaLcParenR"/>
            </a:pPr>
            <a:r>
              <a:rPr lang="en-AU" dirty="0" smtClean="0"/>
              <a:t>An orange circle</a:t>
            </a:r>
          </a:p>
          <a:p>
            <a:pPr marL="342900" indent="-342900">
              <a:buAutoNum type="alphaLcParenR"/>
            </a:pPr>
            <a:endParaRPr lang="en-AU" dirty="0"/>
          </a:p>
          <a:p>
            <a:pPr marL="342900" indent="-342900">
              <a:buAutoNum type="alphaLcParenR"/>
            </a:pPr>
            <a:endParaRPr lang="en-AU" dirty="0" smtClean="0"/>
          </a:p>
          <a:p>
            <a:r>
              <a:rPr lang="en-AU" dirty="0" smtClean="0"/>
              <a:t>b) A blue circle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c) A green circle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d) A square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e) A circle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Practice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 smtClean="0"/>
              <a:t>Page 36-37</a:t>
            </a:r>
          </a:p>
          <a:p>
            <a:pPr marL="0" indent="0" algn="ctr">
              <a:buNone/>
            </a:pPr>
            <a:r>
              <a:rPr lang="en-AU" dirty="0" smtClean="0"/>
              <a:t>Exercise 3.3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 smtClean="0"/>
              <a:t>Complete the odd questions (1,3,5,7,9 and11)</a:t>
            </a:r>
            <a:endParaRPr lang="en-AU" dirty="0"/>
          </a:p>
        </p:txBody>
      </p:sp>
      <p:pic>
        <p:nvPicPr>
          <p:cNvPr id="1026" name="Picture 2" descr="C:\Users\e4075868\AppData\Local\Microsoft\Windows\Temporary Internet Files\Content.IE5\RP2BT71J\clipart0198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459" y="4149079"/>
            <a:ext cx="2879080" cy="235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is the Probability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352928" cy="2952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/>
                <a:gridCol w="2088232"/>
                <a:gridCol w="2088232"/>
                <a:gridCol w="2088232"/>
              </a:tblGrid>
              <a:tr h="706872">
                <a:tc>
                  <a:txBody>
                    <a:bodyPr/>
                    <a:lstStyle/>
                    <a:p>
                      <a:r>
                        <a:rPr lang="en-AU" dirty="0" smtClean="0"/>
                        <a:t>Left</a:t>
                      </a:r>
                      <a:r>
                        <a:rPr lang="en-AU" baseline="0" dirty="0" smtClean="0"/>
                        <a:t> side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number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Right side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number</a:t>
                      </a:r>
                      <a:endParaRPr lang="en-AU" dirty="0"/>
                    </a:p>
                  </a:txBody>
                  <a:tcPr/>
                </a:tc>
              </a:tr>
              <a:tr h="706872">
                <a:tc>
                  <a:txBody>
                    <a:bodyPr/>
                    <a:lstStyle/>
                    <a:p>
                      <a:r>
                        <a:rPr lang="en-AU" dirty="0" smtClean="0"/>
                        <a:t>Even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Odd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706872">
                <a:tc>
                  <a:txBody>
                    <a:bodyPr/>
                    <a:lstStyle/>
                    <a:p>
                      <a:r>
                        <a:rPr lang="en-AU" dirty="0" smtClean="0"/>
                        <a:t>Prime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composite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831712">
                <a:tc>
                  <a:txBody>
                    <a:bodyPr/>
                    <a:lstStyle/>
                    <a:p>
                      <a:r>
                        <a:rPr lang="en-AU" dirty="0" smtClean="0"/>
                        <a:t>Multiples of 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Not multiples of 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82</TotalTime>
  <Words>225</Words>
  <Application>Microsoft Office PowerPoint</Application>
  <PresentationFormat>On-screen Show (4:3)</PresentationFormat>
  <Paragraphs>71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What is the chance?</vt:lpstr>
      <vt:lpstr>PowerPoint Presentation</vt:lpstr>
      <vt:lpstr>PowerPoint Presentation</vt:lpstr>
      <vt:lpstr>PowerPoint Presentation</vt:lpstr>
      <vt:lpstr>Practice</vt:lpstr>
      <vt:lpstr>What is the Probability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9</cp:revision>
  <dcterms:created xsi:type="dcterms:W3CDTF">2016-10-20T03:14:06Z</dcterms:created>
  <dcterms:modified xsi:type="dcterms:W3CDTF">2017-03-12T11:10:05Z</dcterms:modified>
</cp:coreProperties>
</file>