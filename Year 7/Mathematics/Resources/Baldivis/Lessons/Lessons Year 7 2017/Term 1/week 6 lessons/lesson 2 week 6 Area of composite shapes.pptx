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3" r:id="rId3"/>
    <p:sldId id="264" r:id="rId4"/>
    <p:sldId id="260" r:id="rId5"/>
    <p:sldId id="257" r:id="rId6"/>
    <p:sldId id="267" r:id="rId7"/>
    <p:sldId id="258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B1EC0-10E8-46B5-B215-2C608936DA4B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C8BD3-9271-4308-8637-E7968F47F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050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Find shared</a:t>
            </a:r>
            <a:r>
              <a:rPr lang="en-AU" baseline="0" dirty="0" smtClean="0"/>
              <a:t> </a:t>
            </a:r>
            <a:r>
              <a:rPr lang="en-AU" baseline="0" dirty="0" err="1" smtClean="0"/>
              <a:t>Kahoot</a:t>
            </a:r>
            <a:r>
              <a:rPr lang="en-AU" baseline="0" dirty="0" smtClean="0"/>
              <a:t>. There are some silly questions, you may want to get rid of the one about me.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C8BD3-9271-4308-8637-E7968F47F2A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111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This lessons you will need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Scissors</a:t>
            </a:r>
          </a:p>
          <a:p>
            <a:r>
              <a:rPr lang="en-AU" dirty="0" smtClean="0"/>
              <a:t>Ruler</a:t>
            </a:r>
          </a:p>
          <a:p>
            <a:r>
              <a:rPr lang="en-AU" dirty="0"/>
              <a:t>G</a:t>
            </a:r>
            <a:r>
              <a:rPr lang="en-AU" dirty="0" smtClean="0"/>
              <a:t>lue</a:t>
            </a:r>
          </a:p>
          <a:p>
            <a:r>
              <a:rPr lang="en-AU" dirty="0" err="1" smtClean="0"/>
              <a:t>Ipad</a:t>
            </a:r>
            <a:endParaRPr lang="en-AU" dirty="0" smtClean="0"/>
          </a:p>
          <a:p>
            <a:r>
              <a:rPr lang="en-AU" dirty="0"/>
              <a:t>Brains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088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/>
            <a:r>
              <a:rPr lang="en-AU" dirty="0">
                <a:solidFill>
                  <a:schemeClr val="accent5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How can we find the area of this shape?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Write down how you would find the area of this shape</a:t>
            </a:r>
          </a:p>
          <a:p>
            <a:pPr marL="0" indent="0">
              <a:buNone/>
            </a:pPr>
            <a:endParaRPr lang="en-AU" dirty="0" smtClean="0"/>
          </a:p>
        </p:txBody>
      </p:sp>
      <p:sp>
        <p:nvSpPr>
          <p:cNvPr id="4" name="Rectangle 3"/>
          <p:cNvSpPr/>
          <p:nvPr/>
        </p:nvSpPr>
        <p:spPr>
          <a:xfrm>
            <a:off x="2969822" y="3341592"/>
            <a:ext cx="2880320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3923928" y="2333480"/>
            <a:ext cx="972108" cy="30963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074" name="Picture 2" descr="C:\Users\e4075868\AppData\Local\Microsoft\Windows\Temporary Internet Files\Content.IE5\JODDZX2B\calculator[1]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4941168"/>
            <a:ext cx="13335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e4075868\AppData\Local\Microsoft\Windows\Temporary Internet Files\Content.IE5\RP2BT71J\winnie[1]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717032"/>
            <a:ext cx="1905000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Composite shapes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50369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find the area of composite shapes?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115814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Composite shapes are when you can break a shape up into other shapes in order to find the area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50369" y="2115814"/>
            <a:ext cx="2549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composition shape?</a:t>
            </a:r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3239852" y="3429000"/>
            <a:ext cx="1080120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4319972" y="3429000"/>
            <a:ext cx="1872208" cy="9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Arrow 13"/>
          <p:cNvSpPr/>
          <p:nvPr/>
        </p:nvSpPr>
        <p:spPr>
          <a:xfrm rot="16200000">
            <a:off x="7079135" y="3573016"/>
            <a:ext cx="1512168" cy="13681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6" name="Straight Connector 15"/>
          <p:cNvCxnSpPr>
            <a:endCxn id="8" idx="3"/>
          </p:cNvCxnSpPr>
          <p:nvPr/>
        </p:nvCxnSpPr>
        <p:spPr>
          <a:xfrm>
            <a:off x="4319972" y="3429000"/>
            <a:ext cx="0" cy="900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439175" y="4167082"/>
            <a:ext cx="792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7584" y="366319"/>
            <a:ext cx="2838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Composite shapes</a:t>
            </a:r>
            <a:endParaRPr lang="en-AU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150369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find the area of composite shapes?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09600" y="2051556"/>
            <a:ext cx="468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Step 1: break up the shape into separate shapes</a:t>
            </a:r>
            <a:endParaRPr lang="en-AU" dirty="0"/>
          </a:p>
        </p:txBody>
      </p:sp>
      <p:sp>
        <p:nvSpPr>
          <p:cNvPr id="5" name="Down Arrow 4"/>
          <p:cNvSpPr/>
          <p:nvPr/>
        </p:nvSpPr>
        <p:spPr>
          <a:xfrm rot="10800000">
            <a:off x="3516113" y="2420888"/>
            <a:ext cx="1387272" cy="12241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Isosceles Triangle 7"/>
          <p:cNvSpPr/>
          <p:nvPr/>
        </p:nvSpPr>
        <p:spPr>
          <a:xfrm>
            <a:off x="6146821" y="2428993"/>
            <a:ext cx="1282999" cy="67943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6464284" y="3266981"/>
            <a:ext cx="648072" cy="612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/>
          <p:cNvSpPr txBox="1"/>
          <p:nvPr/>
        </p:nvSpPr>
        <p:spPr>
          <a:xfrm>
            <a:off x="3109600" y="4103784"/>
            <a:ext cx="3444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Step 2: find the area of each shape</a:t>
            </a:r>
            <a:endParaRPr lang="en-AU" dirty="0"/>
          </a:p>
        </p:txBody>
      </p:sp>
      <p:sp>
        <p:nvSpPr>
          <p:cNvPr id="17" name="Rectangle 16"/>
          <p:cNvSpPr/>
          <p:nvPr/>
        </p:nvSpPr>
        <p:spPr>
          <a:xfrm>
            <a:off x="3666182" y="4782862"/>
            <a:ext cx="648072" cy="612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Isosceles Triangle 17"/>
          <p:cNvSpPr/>
          <p:nvPr/>
        </p:nvSpPr>
        <p:spPr>
          <a:xfrm>
            <a:off x="6391689" y="4715501"/>
            <a:ext cx="1282999" cy="67943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/>
          <p:cNvSpPr txBox="1"/>
          <p:nvPr/>
        </p:nvSpPr>
        <p:spPr>
          <a:xfrm>
            <a:off x="3109600" y="5657336"/>
            <a:ext cx="346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Step 3: Add the two areas together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251520" y="2097722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Steps to find the area of composite shapes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1. Cut the composite shapes up into regular shapes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2. Glue them into your INB on the LHS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3. Calculate the areas and add them together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1143000"/>
          </a:xfrm>
        </p:spPr>
        <p:txBody>
          <a:bodyPr/>
          <a:lstStyle/>
          <a:p>
            <a:r>
              <a:rPr lang="en-AU" dirty="0" smtClean="0"/>
              <a:t>Check for understanding</a:t>
            </a:r>
            <a:endParaRPr lang="en-AU" dirty="0"/>
          </a:p>
        </p:txBody>
      </p:sp>
      <p:pic>
        <p:nvPicPr>
          <p:cNvPr id="2050" name="Picture 2" descr="C:\Users\e4075868\AppData\Local\Microsoft\Windows\Temporary Internet Files\Content.IE5\4JPRA91W\1024px-Gtk-cut.svg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412776"/>
            <a:ext cx="2060848" cy="206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e4075868\AppData\Local\Microsoft\Windows\Temporary Internet Files\Content.IE5\4JPRA91W\gluestik[1]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783160"/>
            <a:ext cx="1506587" cy="122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e4075868\AppData\Local\Microsoft\Windows\Temporary Internet Files\Content.IE5\JODDZX2B\calculator[1]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5552694"/>
            <a:ext cx="1262506" cy="128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Shape 1         Area = 17.25+22.5</a:t>
                </a:r>
                <a:br>
                  <a:rPr lang="en-AU" dirty="0" smtClean="0"/>
                </a:br>
                <a:r>
                  <a:rPr lang="en-AU" dirty="0" smtClean="0"/>
                  <a:t>			       =   39.75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dirty="0" smtClean="0"/>
              </a:p>
              <a:p>
                <a:r>
                  <a:rPr lang="en-AU" dirty="0" smtClean="0"/>
                  <a:t>Shape 2          Area = 14+ 21.6</a:t>
                </a:r>
              </a:p>
              <a:p>
                <a:pPr marL="3200400" lvl="7" indent="0">
                  <a:buNone/>
                </a:pPr>
                <a:r>
                  <a:rPr lang="en-AU" dirty="0"/>
                  <a:t> </a:t>
                </a:r>
                <a:r>
                  <a:rPr lang="en-AU" dirty="0" smtClean="0"/>
                  <a:t>   </a:t>
                </a:r>
                <a:r>
                  <a:rPr lang="en-AU" sz="3200" dirty="0" smtClean="0"/>
                  <a:t>=    35.6</a:t>
                </a:r>
                <a:r>
                  <a:rPr lang="en-AU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sz="3200" i="1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sz="32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3200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611560" y="2090059"/>
            <a:ext cx="540060" cy="1371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151620" y="2091872"/>
            <a:ext cx="936104" cy="685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Down Arrow 5"/>
          <p:cNvSpPr/>
          <p:nvPr/>
        </p:nvSpPr>
        <p:spPr>
          <a:xfrm rot="10800000">
            <a:off x="926036" y="4581128"/>
            <a:ext cx="1387272" cy="12241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999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683568" y="1988840"/>
            <a:ext cx="82396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smtClean="0">
                <a:latin typeface="Batang" pitchFamily="18" charset="-127"/>
                <a:ea typeface="Batang" pitchFamily="18" charset="-127"/>
              </a:rPr>
              <a:t>Complete the practice sheet on composite shapes</a:t>
            </a:r>
            <a:endParaRPr lang="en-AU" sz="3200" dirty="0">
              <a:latin typeface="Batang" pitchFamily="18" charset="-127"/>
              <a:ea typeface="Batang" pitchFamily="18" charset="-127"/>
            </a:endParaRPr>
          </a:p>
        </p:txBody>
      </p:sp>
      <p:pic>
        <p:nvPicPr>
          <p:cNvPr id="1027" name="Picture 3" descr="C:\Users\e4075868\AppData\Local\Microsoft\Windows\Temporary Internet Files\Content.IE5\RP2BT71J\students_partner_work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293096"/>
            <a:ext cx="2336777" cy="1879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>
                <a:latin typeface="Baskerville Old Face" pitchFamily="18" charset="0"/>
              </a:rPr>
              <a:t>Quick Write </a:t>
            </a:r>
            <a:endParaRPr lang="en-AU" b="1" dirty="0">
              <a:latin typeface="Baskerville Old Fac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What are the steps to find the area of composite shapes? </a:t>
            </a:r>
            <a:r>
              <a:rPr lang="en-AU" dirty="0" smtClean="0"/>
              <a:t>(</a:t>
            </a:r>
            <a:r>
              <a:rPr lang="en-AU" dirty="0"/>
              <a:t>T</a:t>
            </a:r>
            <a:r>
              <a:rPr lang="en-AU" dirty="0" smtClean="0"/>
              <a:t>his can be your summary)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 algn="ctr">
              <a:buNone/>
            </a:pPr>
            <a:r>
              <a:rPr lang="en-AU" b="1" u="sng" dirty="0" smtClean="0"/>
              <a:t>BE PREPARED TO SHARE</a:t>
            </a:r>
          </a:p>
          <a:p>
            <a:pPr>
              <a:buFontTx/>
              <a:buChar char="-"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</p:txBody>
      </p:sp>
      <p:pic>
        <p:nvPicPr>
          <p:cNvPr id="4098" name="Picture 2" descr="C:\Users\e4075868\AppData\Local\Microsoft\Windows\Temporary Internet Files\Content.IE5\J801ZEEM\school_clipart_boy_writting_1156372780[1]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833455"/>
            <a:ext cx="2317440" cy="185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e4075868\AppData\Local\Microsoft\Windows\Temporary Internet Files\Content.IE5\JODDZX2B\Writing-writing-31277215-579-612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782" y="4592667"/>
            <a:ext cx="1992001" cy="210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e4075868\AppData\Local\Microsoft\Windows\Temporary Internet Files\Content.IE5\4JPRA91W\mg-write-it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5176323"/>
            <a:ext cx="2481218" cy="148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7547</TotalTime>
  <Words>226</Words>
  <Application>Microsoft Office PowerPoint</Application>
  <PresentationFormat>On-screen Show (4:3)</PresentationFormat>
  <Paragraphs>51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This lessons you will need</vt:lpstr>
      <vt:lpstr>How can we find the area of this shape? </vt:lpstr>
      <vt:lpstr>PowerPoint Presentation</vt:lpstr>
      <vt:lpstr>PowerPoint Presentation</vt:lpstr>
      <vt:lpstr>Check for understanding</vt:lpstr>
      <vt:lpstr>Answers</vt:lpstr>
      <vt:lpstr>Practice</vt:lpstr>
      <vt:lpstr>Quick Write 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13</cp:revision>
  <dcterms:created xsi:type="dcterms:W3CDTF">2016-10-20T03:14:06Z</dcterms:created>
  <dcterms:modified xsi:type="dcterms:W3CDTF">2017-03-07T08:02:13Z</dcterms:modified>
</cp:coreProperties>
</file>