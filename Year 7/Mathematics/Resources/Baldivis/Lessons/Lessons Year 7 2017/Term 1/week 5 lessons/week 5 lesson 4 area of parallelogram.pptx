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27EDC-701F-4EAA-990D-B0B9F05DA7A4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77220-6B30-4806-B47A-AA5946F31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24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Think pair share activity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0C975-F2F4-4722-8960-3BDD7D0DA88D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63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0C975-F2F4-4722-8960-3BDD7D0DA88D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00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If you need to program</a:t>
            </a:r>
            <a:r>
              <a:rPr lang="en-AU" baseline="0" dirty="0" smtClean="0"/>
              <a:t> see Adam before your lesson. It is on the </a:t>
            </a:r>
            <a:r>
              <a:rPr lang="en-AU" baseline="0" smtClean="0"/>
              <a:t>share drive.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0C975-F2F4-4722-8960-3BDD7D0DA88D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312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8134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3153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3740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910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052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048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40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45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70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792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392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5C517-E305-42C4-A34D-37E41661C5DA}" type="datetimeFigureOut">
              <a:rPr lang="en-AU" smtClean="0"/>
              <a:t>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2864-F62E-4A37-B79E-EEFAE44A53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88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What is the name of the this shape?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611560" y="5301208"/>
            <a:ext cx="82029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Think    Pair   Share</a:t>
            </a:r>
            <a:endParaRPr lang="en-US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958636" y="1844824"/>
            <a:ext cx="4176464" cy="201622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 descr="C:\Users\e4075868\AppData\Local\Microsoft\Windows\Temporary Internet Files\Content.IE5\4JPRA91W\idea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325" y="4080782"/>
            <a:ext cx="952717" cy="254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owchart: Sequential Access Storage 3"/>
          <p:cNvSpPr/>
          <p:nvPr/>
        </p:nvSpPr>
        <p:spPr>
          <a:xfrm>
            <a:off x="5364088" y="3068960"/>
            <a:ext cx="2455323" cy="1840040"/>
          </a:xfrm>
          <a:prstGeom prst="flowChartMagnetic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Looks like a rectangle leaning over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896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It’s a Parallelogram</a:t>
            </a:r>
            <a:endParaRPr lang="en-AU" dirty="0"/>
          </a:p>
        </p:txBody>
      </p:sp>
      <p:sp>
        <p:nvSpPr>
          <p:cNvPr id="4" name="Parallelogram 3"/>
          <p:cNvSpPr/>
          <p:nvPr/>
        </p:nvSpPr>
        <p:spPr>
          <a:xfrm>
            <a:off x="1957473" y="2341953"/>
            <a:ext cx="5256584" cy="2664296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4211960" y="2132856"/>
            <a:ext cx="288032" cy="2090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4241081" y="2343126"/>
            <a:ext cx="229789" cy="2229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059737" y="4795979"/>
            <a:ext cx="288032" cy="2090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4088858" y="5006249"/>
            <a:ext cx="229789" cy="2229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6595539" y="3759045"/>
            <a:ext cx="216024" cy="144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6811563" y="3759045"/>
            <a:ext cx="144016" cy="216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6674862" y="3538473"/>
            <a:ext cx="216024" cy="144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6890886" y="3538473"/>
            <a:ext cx="144016" cy="216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141895" y="3471428"/>
            <a:ext cx="216024" cy="144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2357919" y="3471428"/>
            <a:ext cx="144016" cy="216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2169693" y="3286860"/>
            <a:ext cx="216024" cy="144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2385717" y="3286860"/>
            <a:ext cx="144016" cy="216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85717" y="5949280"/>
            <a:ext cx="4317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arrows show which sides are parallel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157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61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of </a:t>
            </a:r>
            <a:r>
              <a:rPr lang="en-AU" sz="2800" dirty="0" smtClean="0"/>
              <a:t>Parallelograms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calculate the area of </a:t>
            </a:r>
            <a:r>
              <a:rPr lang="en-AU" sz="2400" dirty="0" smtClean="0"/>
              <a:t>parallelograms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1988840"/>
            <a:ext cx="1310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Counting squares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861416" y="2009312"/>
            <a:ext cx="6755041" cy="653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 of squares inside the rectangle  is the </a:t>
            </a:r>
            <a:r>
              <a:rPr lang="en-AU" dirty="0" smtClean="0"/>
              <a:t>area, but not all are full squares.</a:t>
            </a:r>
            <a:endParaRPr lang="en-AU" dirty="0"/>
          </a:p>
        </p:txBody>
      </p:sp>
      <p:sp>
        <p:nvSpPr>
          <p:cNvPr id="25" name="Parallelogram 24"/>
          <p:cNvSpPr/>
          <p:nvPr/>
        </p:nvSpPr>
        <p:spPr>
          <a:xfrm>
            <a:off x="4086808" y="3537012"/>
            <a:ext cx="2304256" cy="936104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Connector 28"/>
          <p:cNvCxnSpPr/>
          <p:nvPr/>
        </p:nvCxnSpPr>
        <p:spPr>
          <a:xfrm>
            <a:off x="3995936" y="3249652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499992" y="3249652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009027" y="3249652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508104" y="3249652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022923" y="3249652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588224" y="3249652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491880" y="3753708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475734" y="4257764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54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/>
        </p:nvSpPr>
        <p:spPr>
          <a:xfrm>
            <a:off x="4788024" y="4077072"/>
            <a:ext cx="2392410" cy="100811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611560" y="298259"/>
            <a:ext cx="79969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/>
              <a:t>Estimate </a:t>
            </a:r>
            <a:r>
              <a:rPr lang="en-AU" sz="4400" dirty="0" smtClean="0"/>
              <a:t>the </a:t>
            </a:r>
            <a:r>
              <a:rPr lang="en-AU" sz="4400" dirty="0" smtClean="0"/>
              <a:t>area of the following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2" name="Parallelogram 1"/>
          <p:cNvSpPr/>
          <p:nvPr/>
        </p:nvSpPr>
        <p:spPr>
          <a:xfrm>
            <a:off x="2143078" y="1899166"/>
            <a:ext cx="1152128" cy="504056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75656" y="139511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979712" y="139511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488747" y="139511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987824" y="139511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502643" y="139511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067944" y="1395110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971600" y="1899166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955454" y="2403222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588146" y="3573016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092202" y="3573016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601237" y="3573016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100314" y="3573016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615133" y="3573016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7180434" y="3573016"/>
            <a:ext cx="0" cy="1619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084090" y="4077072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067944" y="4581128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084090" y="5085184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0294" y="2151194"/>
            <a:ext cx="150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 square units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59632" y="4725144"/>
            <a:ext cx="150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 square 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196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9168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616" y="404664"/>
            <a:ext cx="3461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of </a:t>
            </a:r>
            <a:r>
              <a:rPr lang="en-AU" sz="2800" dirty="0" smtClean="0"/>
              <a:t>Parallelograms</a:t>
            </a:r>
            <a:endParaRPr lang="en-A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calculate the area </a:t>
            </a:r>
            <a:r>
              <a:rPr lang="en-AU" sz="2400" dirty="0" smtClean="0"/>
              <a:t>parallelograms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19514" y="2348880"/>
            <a:ext cx="141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formula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635896" y="2210380"/>
                <a:ext cx="24708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𝑏𝑎𝑠𝑒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h𝑒𝑖𝑔h𝑡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𝑏h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210380"/>
                <a:ext cx="2470868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Parallelogram 23"/>
          <p:cNvSpPr/>
          <p:nvPr/>
        </p:nvSpPr>
        <p:spPr>
          <a:xfrm>
            <a:off x="3059832" y="3645024"/>
            <a:ext cx="3046932" cy="1440160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/>
          <p:cNvSpPr txBox="1"/>
          <p:nvPr/>
        </p:nvSpPr>
        <p:spPr>
          <a:xfrm>
            <a:off x="4118582" y="5116542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base</a:t>
            </a:r>
            <a:endParaRPr lang="en-AU" dirty="0"/>
          </a:p>
        </p:txBody>
      </p:sp>
      <p:sp>
        <p:nvSpPr>
          <p:cNvPr id="30" name="Left Brace 29"/>
          <p:cNvSpPr/>
          <p:nvPr/>
        </p:nvSpPr>
        <p:spPr>
          <a:xfrm>
            <a:off x="2702234" y="3613666"/>
            <a:ext cx="288032" cy="147151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/>
          <p:cNvSpPr txBox="1"/>
          <p:nvPr/>
        </p:nvSpPr>
        <p:spPr>
          <a:xfrm>
            <a:off x="1835696" y="4149080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height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934024" y="454047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6cm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4167639" y="5517614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7cm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6516216" y="4160519"/>
                <a:ext cx="252028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𝑏𝑎𝑠𝑒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h𝑒𝑖𝑔h𝑡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𝑏h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=6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×7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=42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 smtClean="0">
                  <a:ea typeface="Cambria Math"/>
                </a:endParaRPr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4160519"/>
                <a:ext cx="2520280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33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51720" y="1412776"/>
            <a:ext cx="2232248" cy="93610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Parallelogram 2"/>
          <p:cNvSpPr/>
          <p:nvPr/>
        </p:nvSpPr>
        <p:spPr>
          <a:xfrm rot="5400000">
            <a:off x="5271327" y="4495639"/>
            <a:ext cx="2952328" cy="1368152"/>
          </a:xfrm>
          <a:prstGeom prst="parallelogram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Left Brace 3"/>
          <p:cNvSpPr/>
          <p:nvPr/>
        </p:nvSpPr>
        <p:spPr>
          <a:xfrm>
            <a:off x="1547664" y="1412776"/>
            <a:ext cx="360040" cy="9361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002508" y="174344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3cm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2875937" y="252111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5cm</a:t>
            </a:r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2872667" y="116632"/>
            <a:ext cx="39599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Find the area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36935" y="4954526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10cm</a:t>
            </a:r>
            <a:endParaRPr lang="en-AU" dirty="0"/>
          </a:p>
        </p:txBody>
      </p:sp>
      <p:sp>
        <p:nvSpPr>
          <p:cNvPr id="18" name="Left Brace 17"/>
          <p:cNvSpPr/>
          <p:nvPr/>
        </p:nvSpPr>
        <p:spPr>
          <a:xfrm rot="5400000">
            <a:off x="6541578" y="2680795"/>
            <a:ext cx="411825" cy="136815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6368220" y="2785485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4.5cm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4604713" y="1280663"/>
                <a:ext cx="4572000" cy="12003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𝑏𝑎𝑠𝑒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h𝑒𝑖𝑔h𝑡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𝑏h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13" y="1280663"/>
                <a:ext cx="4572000" cy="120032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586667" y="4354361"/>
                <a:ext cx="4572000" cy="12003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𝑏𝑎𝑠𝑒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h𝑒𝑖𝑔h𝑡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𝑏h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×4.5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=45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67" y="4354361"/>
                <a:ext cx="4572000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24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1431" y="476672"/>
            <a:ext cx="26711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000" dirty="0" smtClean="0"/>
              <a:t>Practice</a:t>
            </a:r>
            <a:endParaRPr lang="en-AU" sz="6000" dirty="0"/>
          </a:p>
        </p:txBody>
      </p:sp>
      <p:sp>
        <p:nvSpPr>
          <p:cNvPr id="3" name="TextBox 2"/>
          <p:cNvSpPr txBox="1"/>
          <p:nvPr/>
        </p:nvSpPr>
        <p:spPr>
          <a:xfrm>
            <a:off x="2141307" y="2825309"/>
            <a:ext cx="475142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4000" dirty="0" smtClean="0"/>
              <a:t>Complete </a:t>
            </a:r>
            <a:r>
              <a:rPr lang="en-AU" sz="4000" dirty="0" smtClean="0"/>
              <a:t>exercise 2.6</a:t>
            </a:r>
            <a:endParaRPr lang="en-AU" sz="4000" dirty="0" smtClean="0"/>
          </a:p>
          <a:p>
            <a:pPr algn="ctr"/>
            <a:endParaRPr lang="en-AU" sz="4000" b="1" dirty="0" smtClean="0"/>
          </a:p>
          <a:p>
            <a:pPr algn="ctr"/>
            <a:r>
              <a:rPr lang="en-AU" sz="4000" b="1" dirty="0"/>
              <a:t>P</a:t>
            </a:r>
            <a:r>
              <a:rPr lang="en-AU" sz="4000" b="1" dirty="0" smtClean="0"/>
              <a:t>age </a:t>
            </a:r>
            <a:r>
              <a:rPr lang="en-AU" sz="4000" b="1" dirty="0" smtClean="0"/>
              <a:t>23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139590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10 </a:t>
            </a:r>
            <a:r>
              <a:rPr lang="en-AU" smtClean="0"/>
              <a:t>quick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481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176</Words>
  <Application>Microsoft Office PowerPoint</Application>
  <PresentationFormat>On-screen Show (4:3)</PresentationFormat>
  <Paragraphs>46</Paragraphs>
  <Slides>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What is the name of the this shape?</vt:lpstr>
      <vt:lpstr>It’s a Parallelogram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 quick Questions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the name of the this shape?</dc:title>
  <dc:creator>MORGAN Adam</dc:creator>
  <cp:lastModifiedBy>MORGAN Adam</cp:lastModifiedBy>
  <cp:revision>4</cp:revision>
  <dcterms:created xsi:type="dcterms:W3CDTF">2017-03-01T00:00:51Z</dcterms:created>
  <dcterms:modified xsi:type="dcterms:W3CDTF">2017-03-01T00:28:02Z</dcterms:modified>
</cp:coreProperties>
</file>