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07" r:id="rId3"/>
    <p:sldId id="308" r:id="rId4"/>
    <p:sldId id="309" r:id="rId5"/>
    <p:sldId id="260" r:id="rId6"/>
    <p:sldId id="259" r:id="rId7"/>
    <p:sldId id="258" r:id="rId8"/>
    <p:sldId id="303" r:id="rId9"/>
    <p:sldId id="311" r:id="rId10"/>
    <p:sldId id="312" r:id="rId11"/>
    <p:sldId id="313" r:id="rId12"/>
    <p:sldId id="314" r:id="rId13"/>
    <p:sldId id="301" r:id="rId14"/>
    <p:sldId id="315" r:id="rId15"/>
    <p:sldId id="317" r:id="rId16"/>
    <p:sldId id="316" r:id="rId17"/>
    <p:sldId id="291" r:id="rId18"/>
    <p:sldId id="2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8" autoAdjust="0"/>
    <p:restoredTop sz="92895" autoAdjust="0"/>
  </p:normalViewPr>
  <p:slideViewPr>
    <p:cSldViewPr>
      <p:cViewPr>
        <p:scale>
          <a:sx n="55" d="100"/>
          <a:sy n="55" d="100"/>
        </p:scale>
        <p:origin x="2148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9792" y="548680"/>
            <a:ext cx="3293659" cy="32316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9600" b="1" cap="none" spc="0" dirty="0">
                <a:ln/>
                <a:solidFill>
                  <a:schemeClr val="tx2"/>
                </a:solidFill>
                <a:effectLst/>
              </a:rPr>
              <a:t>Year 7</a:t>
            </a:r>
          </a:p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Week 5 </a:t>
            </a:r>
          </a:p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Lesson 1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8249" y="4653136"/>
            <a:ext cx="66967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You will need your notebooks out only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Please rule them up</a:t>
            </a:r>
          </a:p>
        </p:txBody>
      </p:sp>
    </p:spTree>
    <p:extLst>
      <p:ext uri="{BB962C8B-B14F-4D97-AF65-F5344CB8AC3E}">
        <p14:creationId xmlns:p14="http://schemas.microsoft.com/office/powerpoint/2010/main" val="20247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60648"/>
            <a:ext cx="892899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Lets Get Thinking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….. What do all of these have in common?</a:t>
            </a:r>
          </a:p>
        </p:txBody>
      </p:sp>
      <p:pic>
        <p:nvPicPr>
          <p:cNvPr id="5" name="Picture 4" descr="Banana by DooFi - it's a banana i gues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014974"/>
            <a:ext cx="3065712" cy="2548373"/>
          </a:xfrm>
          <a:prstGeom prst="rect">
            <a:avLst/>
          </a:prstGeom>
        </p:spPr>
      </p:pic>
      <p:pic>
        <p:nvPicPr>
          <p:cNvPr id="6" name="Picture 5" descr="File:&lt;strong&gt;Chilli&lt;/strong&gt; pepper 4.svg - Wikimedia Common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23" y="2013237"/>
            <a:ext cx="3259142" cy="29249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50787" t="16384" r="15350" b="30391"/>
          <a:stretch/>
        </p:blipFill>
        <p:spPr>
          <a:xfrm>
            <a:off x="1716420" y="4077072"/>
            <a:ext cx="2748076" cy="24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7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60648"/>
            <a:ext cx="892899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Lets Get Thinking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….. What do all of these have in common?</a:t>
            </a:r>
          </a:p>
        </p:txBody>
      </p:sp>
      <p:pic>
        <p:nvPicPr>
          <p:cNvPr id="5" name="Picture 4" descr="Banana by DooFi - it's a banana i gues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014974"/>
            <a:ext cx="3065712" cy="2548373"/>
          </a:xfrm>
          <a:prstGeom prst="rect">
            <a:avLst/>
          </a:prstGeom>
        </p:spPr>
      </p:pic>
      <p:pic>
        <p:nvPicPr>
          <p:cNvPr id="6" name="Picture 5" descr="File:&lt;strong&gt;Chilli&lt;/strong&gt; pepper 4.svg - Wikimedia Common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23" y="2013237"/>
            <a:ext cx="3259142" cy="29249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50787" t="16384" r="15350" b="30391"/>
          <a:stretch/>
        </p:blipFill>
        <p:spPr>
          <a:xfrm>
            <a:off x="1716420" y="4077072"/>
            <a:ext cx="2748076" cy="24285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97348" y="5949280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Hint….. Radiation, heat, beauty</a:t>
            </a:r>
          </a:p>
        </p:txBody>
      </p:sp>
    </p:spTree>
    <p:extLst>
      <p:ext uri="{BB962C8B-B14F-4D97-AF65-F5344CB8AC3E}">
        <p14:creationId xmlns:p14="http://schemas.microsoft.com/office/powerpoint/2010/main" val="1680896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nana by DooFi - it's a banana i gues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014974"/>
            <a:ext cx="3065712" cy="2548373"/>
          </a:xfrm>
          <a:prstGeom prst="rect">
            <a:avLst/>
          </a:prstGeom>
        </p:spPr>
      </p:pic>
      <p:pic>
        <p:nvPicPr>
          <p:cNvPr id="6" name="Picture 5" descr="File:&lt;strong&gt;Chilli&lt;/strong&gt; pepper 4.svg - Wikimedia Common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23" y="2013237"/>
            <a:ext cx="3259142" cy="29249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50787" t="16384" r="15350" b="30391"/>
          <a:stretch/>
        </p:blipFill>
        <p:spPr>
          <a:xfrm>
            <a:off x="439046" y="4077072"/>
            <a:ext cx="2748076" cy="242853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43608" y="47018"/>
            <a:ext cx="77895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All Units of Measurement!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3040" y="3531306"/>
            <a:ext cx="3798369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b="1" dirty="0" err="1"/>
              <a:t>Scoville</a:t>
            </a:r>
            <a:r>
              <a:rPr lang="en-AU" sz="2400" b="1" dirty="0"/>
              <a:t> -this unit measures the hotness of a chili pepper 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397017" y="1114640"/>
            <a:ext cx="6552728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b="1" dirty="0"/>
              <a:t>Banana Equivalent Dose (BED) </a:t>
            </a:r>
            <a:r>
              <a:rPr lang="en-AU" sz="2400" dirty="0"/>
              <a:t>is an informal expression of radiation exposure due to naturally occurring radioactive isotopes by eating one average-sized banana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180226" y="5050491"/>
            <a:ext cx="5473666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b="1" dirty="0"/>
              <a:t>Helen of troy had a "face that launched a thousand ships” measures quantities of beauty in terms of the action that could be accomplished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9470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istory of Measurment Webquest - History of Measurement Webques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32656"/>
            <a:ext cx="3822111" cy="32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5" name="Picture 4" descr="Identify the &lt;strong&gt;measurement&lt;/strong&gt; of the sample in the beaker. Include units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49289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4457" y="11385"/>
            <a:ext cx="57632" cy="6883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138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can we convert between types of measurement?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75" y="3896779"/>
            <a:ext cx="24623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does a </a:t>
            </a:r>
            <a:r>
              <a:rPr lang="en-AU" sz="2800" b="1" dirty="0">
                <a:solidFill>
                  <a:srgbClr val="FF0000"/>
                </a:solidFill>
              </a:rPr>
              <a:t>litre</a:t>
            </a:r>
            <a:r>
              <a:rPr lang="en-US" sz="2800" b="1" dirty="0"/>
              <a:t> measure?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98" y="5308704"/>
            <a:ext cx="27138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does a </a:t>
            </a:r>
            <a:r>
              <a:rPr lang="en-US" sz="2800" b="1" dirty="0" err="1">
                <a:solidFill>
                  <a:srgbClr val="FF0000"/>
                </a:solidFill>
              </a:rPr>
              <a:t>metre</a:t>
            </a:r>
            <a:r>
              <a:rPr lang="en-US" sz="2800" b="1" dirty="0"/>
              <a:t> measure?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360" y="2442271"/>
            <a:ext cx="576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Measures mass or how much something weighs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98" y="2374651"/>
            <a:ext cx="2860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does a </a:t>
            </a:r>
            <a:r>
              <a:rPr lang="en-US" sz="2800" b="1" dirty="0">
                <a:solidFill>
                  <a:srgbClr val="FF0000"/>
                </a:solidFill>
              </a:rPr>
              <a:t>gram</a:t>
            </a:r>
            <a:r>
              <a:rPr lang="en-US" sz="2800" b="1" dirty="0"/>
              <a:t> measure?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360" y="3996063"/>
            <a:ext cx="5607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Measures volume which is used when measuring liquids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1999" y="5524148"/>
            <a:ext cx="576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Measures length or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360" y="1916832"/>
            <a:ext cx="2196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rgbClr val="002060"/>
                </a:solidFill>
              </a:rPr>
              <a:t>Units</a:t>
            </a:r>
          </a:p>
        </p:txBody>
      </p:sp>
    </p:spTree>
    <p:extLst>
      <p:ext uri="{BB962C8B-B14F-4D97-AF65-F5344CB8AC3E}">
        <p14:creationId xmlns:p14="http://schemas.microsoft.com/office/powerpoint/2010/main" val="239196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138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can we convert between units of measurement?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7778" y="1937984"/>
            <a:ext cx="3636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002060"/>
                </a:solidFill>
              </a:rPr>
              <a:t>Prefix + Base Units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3888" y="2852936"/>
            <a:ext cx="55801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 most common: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Kilo</a:t>
            </a:r>
          </a:p>
          <a:p>
            <a:pPr marL="285750" indent="-285750">
              <a:buFontTx/>
              <a:buChar char="-"/>
            </a:pPr>
            <a:r>
              <a:rPr lang="en-US" sz="2800" dirty="0" err="1"/>
              <a:t>Centi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/>
              <a:t>Milli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(example: Kilo-meter and kilo-</a:t>
            </a:r>
            <a:r>
              <a:rPr lang="en-US" sz="2800" dirty="0" err="1"/>
              <a:t>litre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667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7454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138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can we convert between units of measurement?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87" y="1803545"/>
            <a:ext cx="4646670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002060"/>
                </a:solidFill>
              </a:rPr>
              <a:t>Metric Conversion Staircase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9003" y="2471972"/>
            <a:ext cx="115212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KILO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4497" y="2904837"/>
            <a:ext cx="1172169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HECTO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8330" y="3149588"/>
            <a:ext cx="115212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DECA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3825" y="3480901"/>
            <a:ext cx="115212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/>
              <a:t>BASE UNIT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87616" y="3908957"/>
            <a:ext cx="115212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DECI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63111" y="4193376"/>
            <a:ext cx="115212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CENTI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1872" y="4542656"/>
            <a:ext cx="115212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MILLI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4656" y="2219849"/>
            <a:ext cx="4168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To convert to a smaller unit, move decimal point to the right or multiply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7481194" y="3685536"/>
            <a:ext cx="1021356" cy="3714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50422" y="5429893"/>
            <a:ext cx="4168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To convert to a smaller unit, move decimal point to the right or multiply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H="1" flipV="1">
            <a:off x="2604966" y="4425773"/>
            <a:ext cx="1007016" cy="6573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6177" y="5055481"/>
            <a:ext cx="2465360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Each step is either 10 times larger or 10 times smaller </a:t>
            </a:r>
          </a:p>
        </p:txBody>
      </p:sp>
    </p:spTree>
    <p:extLst>
      <p:ext uri="{BB962C8B-B14F-4D97-AF65-F5344CB8AC3E}">
        <p14:creationId xmlns:p14="http://schemas.microsoft.com/office/powerpoint/2010/main" val="53060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6" grpId="0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3798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138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can we convert between units of measurement?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7778" y="1937984"/>
            <a:ext cx="3636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002060"/>
                </a:solidFill>
              </a:rPr>
              <a:t>10 mm = ? 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3681" y="2817755"/>
            <a:ext cx="55647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Am I moving up or down the stairs?</a:t>
            </a:r>
          </a:p>
          <a:p>
            <a:endParaRPr lang="en-US" sz="2800" dirty="0"/>
          </a:p>
          <a:p>
            <a:r>
              <a:rPr lang="en-US" sz="2800" dirty="0"/>
              <a:t>How many places?</a:t>
            </a:r>
          </a:p>
          <a:p>
            <a:endParaRPr lang="en-US" sz="2800" dirty="0"/>
          </a:p>
          <a:p>
            <a:r>
              <a:rPr lang="en-US" sz="2800" dirty="0"/>
              <a:t>Which way do I move the decimal?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3192" y="2811077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855" y="3520652"/>
            <a:ext cx="1003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8742" y="4414896"/>
            <a:ext cx="94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Left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7778" y="5703836"/>
            <a:ext cx="3636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002060"/>
                </a:solidFill>
              </a:rPr>
              <a:t>10 mm = 1.0 cm</a:t>
            </a:r>
          </a:p>
        </p:txBody>
      </p:sp>
    </p:spTree>
    <p:extLst>
      <p:ext uri="{BB962C8B-B14F-4D97-AF65-F5344CB8AC3E}">
        <p14:creationId xmlns:p14="http://schemas.microsoft.com/office/powerpoint/2010/main" val="2212314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007"/>
            <a:ext cx="8229600" cy="1143000"/>
          </a:xfrm>
        </p:spPr>
        <p:txBody>
          <a:bodyPr/>
          <a:lstStyle/>
          <a:p>
            <a:r>
              <a:rPr lang="en-AU" u="sng" dirty="0"/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1700808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1000 mg = _______ 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8104" y="1731075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1 L = _______ mL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415" y="3429000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160 cm = _______ mm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246" y="5301208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109 g = _______ kg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9057" y="3208619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14 km = _______ m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72" y="5301208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250 m = _______ km </a:t>
            </a:r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138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can we convert between units of measurement?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514" y="2650224"/>
            <a:ext cx="3636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002060"/>
                </a:solidFill>
              </a:rPr>
              <a:t>Why is conversion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9824" y="1966356"/>
            <a:ext cx="55801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 we measured from the school to your house?</a:t>
            </a:r>
          </a:p>
          <a:p>
            <a:endParaRPr lang="en-US" sz="2800" dirty="0"/>
          </a:p>
          <a:p>
            <a:r>
              <a:rPr lang="en-US" sz="2800" dirty="0"/>
              <a:t>Lets say you lived 16,000 m away from school. How could we make that number easier to manage?</a:t>
            </a:r>
          </a:p>
          <a:p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046687" y="4807221"/>
            <a:ext cx="59766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Metre</a:t>
            </a:r>
            <a:r>
              <a:rPr lang="en-US" sz="2800" b="1" dirty="0">
                <a:solidFill>
                  <a:schemeClr val="tx2"/>
                </a:solidFill>
              </a:rPr>
              <a:t> →Kilometer</a:t>
            </a:r>
            <a:r>
              <a:rPr lang="en-US" sz="2800" dirty="0"/>
              <a:t>  – move up the ladder 3 places, and move the decimal place 3 places to the left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4895" y="5677594"/>
            <a:ext cx="3636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002060"/>
                </a:solidFill>
              </a:rPr>
              <a:t>16 km</a:t>
            </a:r>
          </a:p>
        </p:txBody>
      </p:sp>
    </p:spTree>
    <p:extLst>
      <p:ext uri="{BB962C8B-B14F-4D97-AF65-F5344CB8AC3E}">
        <p14:creationId xmlns:p14="http://schemas.microsoft.com/office/powerpoint/2010/main" val="336121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1628800"/>
            <a:ext cx="81369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Example: Coach Kelly brought 32 L of water to the footy game, she divided the water equally between 8 coolers. </a:t>
            </a:r>
          </a:p>
          <a:p>
            <a:endParaRPr lang="en-US" sz="2800" dirty="0"/>
          </a:p>
          <a:p>
            <a:r>
              <a:rPr lang="en-US" sz="2800" dirty="0"/>
              <a:t>How many milliliters of water did Coach Kelly put into each cooler?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1703" y="548680"/>
            <a:ext cx="43565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Word Problem</a:t>
            </a:r>
          </a:p>
        </p:txBody>
      </p:sp>
    </p:spTree>
    <p:extLst>
      <p:ext uri="{BB962C8B-B14F-4D97-AF65-F5344CB8AC3E}">
        <p14:creationId xmlns:p14="http://schemas.microsoft.com/office/powerpoint/2010/main" val="3017902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125" y="943582"/>
            <a:ext cx="917049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In the top left corner please rate how you feel about conversions. (1 being not so good, 5 being really comfortable)</a:t>
            </a:r>
          </a:p>
          <a:p>
            <a:endParaRPr lang="en-US" sz="2800" dirty="0"/>
          </a:p>
          <a:p>
            <a:r>
              <a:rPr lang="en-US" sz="2800" dirty="0"/>
              <a:t>2. Create a word problem in which you need to convert units of measurement. Write this on your notecard with your name on it. </a:t>
            </a:r>
          </a:p>
          <a:p>
            <a:endParaRPr lang="en-US" sz="3200" dirty="0"/>
          </a:p>
          <a:p>
            <a:r>
              <a:rPr lang="en-US" sz="2800" dirty="0"/>
              <a:t>3. Once finished please share with your neighbor and try to solve. </a:t>
            </a:r>
          </a:p>
          <a:p>
            <a:endParaRPr lang="en-US" sz="2800" dirty="0"/>
          </a:p>
          <a:p>
            <a:endParaRPr lang="en-US" sz="3200" dirty="0"/>
          </a:p>
          <a:p>
            <a:r>
              <a:rPr lang="en-US" sz="3200" dirty="0">
                <a:highlight>
                  <a:srgbClr val="FFFF00"/>
                </a:highlight>
              </a:rPr>
              <a:t>You will be turning these in as you leave the room!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5735" y="0"/>
            <a:ext cx="50701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Exit Card Activity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5059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646</Words>
  <Application>Microsoft Office PowerPoint</Application>
  <PresentationFormat>On-screen Show (4:3)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PowerPoint Presentation</vt:lpstr>
      <vt:lpstr>Homework</vt:lpstr>
      <vt:lpstr>Notes Review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Alexandria Latham</cp:lastModifiedBy>
  <cp:revision>63</cp:revision>
  <dcterms:created xsi:type="dcterms:W3CDTF">2014-05-14T02:58:57Z</dcterms:created>
  <dcterms:modified xsi:type="dcterms:W3CDTF">2017-02-26T12:55:51Z</dcterms:modified>
</cp:coreProperties>
</file>