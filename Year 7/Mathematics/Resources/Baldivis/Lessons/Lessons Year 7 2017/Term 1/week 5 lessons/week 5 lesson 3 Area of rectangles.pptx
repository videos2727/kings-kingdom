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4" r:id="rId3"/>
    <p:sldId id="268" r:id="rId4"/>
    <p:sldId id="266" r:id="rId5"/>
    <p:sldId id="267" r:id="rId6"/>
    <p:sldId id="269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74759-00FE-47BC-B518-22E9A39C3468}" type="datetimeFigureOut">
              <a:rPr lang="en-AU" smtClean="0"/>
              <a:t>24/02/2017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0C975-F2F4-4722-8960-3BDD7D0DA8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194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Think pair share activity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0C975-F2F4-4722-8960-3BDD7D0DA88D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63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0C975-F2F4-4722-8960-3BDD7D0DA88D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00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If you need to program</a:t>
            </a:r>
            <a:r>
              <a:rPr lang="en-AU" baseline="0" dirty="0" smtClean="0"/>
              <a:t> see Adam before your lesson. It is on the </a:t>
            </a:r>
            <a:r>
              <a:rPr lang="en-AU" baseline="0" smtClean="0"/>
              <a:t>share drive.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0C975-F2F4-4722-8960-3BDD7D0DA88D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31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23/02/2017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How could you find out how much carpet is used in this room?</a:t>
            </a:r>
            <a:endParaRPr lang="en-AU" dirty="0"/>
          </a:p>
        </p:txBody>
      </p:sp>
      <p:pic>
        <p:nvPicPr>
          <p:cNvPr id="2050" name="Picture 2" descr="C:\Users\e4075868\AppData\Local\Microsoft\Windows\Temporary Internet Files\Content.IE5\J801ZEEM\4428_carpet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479" y="1974518"/>
            <a:ext cx="4573042" cy="29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e4075868\AppData\Local\Microsoft\Windows\Temporary Internet Files\Content.IE5\J801ZEEM\4428_carpet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348880"/>
            <a:ext cx="4573042" cy="29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73508" y="1849111"/>
            <a:ext cx="1811971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Think</a:t>
            </a:r>
          </a:p>
          <a:p>
            <a:pPr algn="ctr"/>
            <a:endParaRPr lang="en-US" sz="54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Pair</a:t>
            </a:r>
          </a:p>
          <a:p>
            <a:pPr algn="ctr"/>
            <a:endParaRPr lang="en-US" sz="54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Share</a:t>
            </a:r>
            <a:endParaRPr lang="en-US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89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of Rectangles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calculate the area of a rectangle?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3799883"/>
            <a:ext cx="1310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Counting squares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849407" y="3938382"/>
            <a:ext cx="5340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number of squares inside the rectangle  is the area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347143" y="2278072"/>
            <a:ext cx="373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Area is the space inside a shape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22002" y="2278072"/>
            <a:ext cx="148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Area?</a:t>
            </a:r>
            <a:endParaRPr lang="en-AU" dirty="0"/>
          </a:p>
        </p:txBody>
      </p:sp>
      <p:sp>
        <p:nvSpPr>
          <p:cNvPr id="15" name="Rectangle 14"/>
          <p:cNvSpPr/>
          <p:nvPr/>
        </p:nvSpPr>
        <p:spPr>
          <a:xfrm>
            <a:off x="2699792" y="4869160"/>
            <a:ext cx="367240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3203848" y="486916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707904" y="486916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16939" y="486916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716016" y="486916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230835" y="486916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796136" y="486916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99792" y="5373216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683646" y="5877272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14750" y="5015943"/>
            <a:ext cx="22288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dirty="0" smtClean="0"/>
              <a:t>Number of squares</a:t>
            </a:r>
          </a:p>
          <a:p>
            <a:pPr algn="ctr"/>
            <a:r>
              <a:rPr lang="en-AU" dirty="0" smtClean="0"/>
              <a:t>=21</a:t>
            </a:r>
          </a:p>
          <a:p>
            <a:pPr algn="ctr"/>
            <a:endParaRPr lang="en-AU" dirty="0" smtClean="0"/>
          </a:p>
          <a:p>
            <a:pPr algn="ctr"/>
            <a:r>
              <a:rPr lang="en-AU" dirty="0" smtClean="0"/>
              <a:t>Area= 21 square units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2699792" y="5015943"/>
            <a:ext cx="3960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/>
            </a:pPr>
            <a:r>
              <a:rPr lang="en-AU" dirty="0" smtClean="0"/>
              <a:t>   2        3        4       5        6         7</a:t>
            </a:r>
          </a:p>
          <a:p>
            <a:pPr marL="342900" indent="-342900">
              <a:buAutoNum type="arabicPlain"/>
            </a:pPr>
            <a:endParaRPr lang="en-AU" dirty="0"/>
          </a:p>
          <a:p>
            <a:pPr marL="342900" indent="-342900">
              <a:buAutoNum type="arabicPlain" startAt="8"/>
            </a:pPr>
            <a:r>
              <a:rPr lang="en-AU" dirty="0" smtClean="0"/>
              <a:t>   9        10     11     12     13      14</a:t>
            </a:r>
          </a:p>
          <a:p>
            <a:endParaRPr lang="en-AU" dirty="0" smtClean="0"/>
          </a:p>
          <a:p>
            <a:r>
              <a:rPr lang="en-AU" dirty="0" smtClean="0"/>
              <a:t>15     16      17    18      19      20     21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7321" y="298260"/>
            <a:ext cx="69903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/>
              <a:t>Find the area of the following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497716" y="1871522"/>
            <a:ext cx="2304256" cy="9361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2217796" y="187152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081892" y="1771150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1"/>
            <a:endCxn id="4" idx="3"/>
          </p:cNvCxnSpPr>
          <p:nvPr/>
        </p:nvCxnSpPr>
        <p:spPr>
          <a:xfrm>
            <a:off x="1497716" y="2339574"/>
            <a:ext cx="23042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15098" y="4437112"/>
            <a:ext cx="540060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57756" y="4454742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252401" y="4454742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649844" y="4437112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081892" y="4454742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513940" y="4454742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945988" y="4470053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378036" y="4454742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810084" y="4437112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242132" y="4423450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674180" y="4438761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106228" y="4454742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66268" y="4428490"/>
            <a:ext cx="0" cy="41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36096" y="2204864"/>
            <a:ext cx="150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 square units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3185729" y="5157192"/>
            <a:ext cx="162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17 square units</a:t>
            </a:r>
            <a:endParaRPr lang="en-AU" dirty="0"/>
          </a:p>
        </p:txBody>
      </p:sp>
      <p:sp>
        <p:nvSpPr>
          <p:cNvPr id="32" name="Oval 31"/>
          <p:cNvSpPr/>
          <p:nvPr/>
        </p:nvSpPr>
        <p:spPr>
          <a:xfrm>
            <a:off x="2984910" y="5500579"/>
            <a:ext cx="2786252" cy="131145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I was just testing you</a:t>
            </a:r>
          </a:p>
          <a:p>
            <a:r>
              <a:rPr lang="en-AU" dirty="0"/>
              <a:t>It’s 13 square units</a:t>
            </a:r>
          </a:p>
          <a:p>
            <a:pPr algn="ctr"/>
            <a:endParaRPr lang="en-AU" dirty="0"/>
          </a:p>
        </p:txBody>
      </p:sp>
      <p:pic>
        <p:nvPicPr>
          <p:cNvPr id="1027" name="Picture 3" descr="C:\Users\e4075868\AppData\Local\Microsoft\Windows\Temporary Internet Files\Content.IE5\RP2BT71J\laugh[1]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862873"/>
            <a:ext cx="2018001" cy="167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191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916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616" y="404664"/>
            <a:ext cx="2889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of Rectangles</a:t>
            </a:r>
            <a:endParaRPr lang="en-A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calculate the area of a rectangle?</a:t>
            </a:r>
            <a:endParaRPr lang="en-AU" sz="2400" dirty="0"/>
          </a:p>
        </p:txBody>
      </p:sp>
      <p:sp>
        <p:nvSpPr>
          <p:cNvPr id="8" name="Rectangle 7"/>
          <p:cNvSpPr/>
          <p:nvPr/>
        </p:nvSpPr>
        <p:spPr>
          <a:xfrm>
            <a:off x="3904127" y="2843628"/>
            <a:ext cx="367240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4408183" y="2843628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912239" y="2843628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421274" y="2843628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20351" y="2843628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35170" y="2843628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000471" y="2843628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04127" y="3347684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887981" y="3851740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4304" y="4828510"/>
            <a:ext cx="141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formula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951877" y="5442755"/>
                <a:ext cx="228133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= Length × Width</a:t>
                </a:r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𝑤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</a:rPr>
                        <m:t>=7</m:t>
                      </m:r>
                      <m:r>
                        <a:rPr lang="en-AU" b="0" i="1" smtClean="0">
                          <a:latin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</a:rPr>
                        <m:t> ×3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</m:oMathPara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</a:rPr>
                        <m:t>=21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877" y="5442755"/>
                <a:ext cx="228133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2139" t="-2066" r="-21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15773" y="4670992"/>
            <a:ext cx="2232248" cy="46340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Squares across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5076113" y="4720684"/>
            <a:ext cx="3348372" cy="46340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Squares top to bottom</a:t>
            </a:r>
            <a:endParaRPr lang="en-AU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671957" y="4952387"/>
            <a:ext cx="216024" cy="4903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4896093" y="4952387"/>
            <a:ext cx="337114" cy="4903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t Brace 25"/>
          <p:cNvSpPr/>
          <p:nvPr/>
        </p:nvSpPr>
        <p:spPr>
          <a:xfrm>
            <a:off x="3450702" y="2843628"/>
            <a:ext cx="345413" cy="15121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ight Brace 26"/>
          <p:cNvSpPr/>
          <p:nvPr/>
        </p:nvSpPr>
        <p:spPr>
          <a:xfrm rot="16200000">
            <a:off x="5551397" y="770779"/>
            <a:ext cx="377868" cy="35677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/>
          <p:cNvSpPr txBox="1"/>
          <p:nvPr/>
        </p:nvSpPr>
        <p:spPr>
          <a:xfrm>
            <a:off x="5401414" y="2013359"/>
            <a:ext cx="1497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Length = 7 cm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2008102" y="3415046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Width = 3 cm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483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0327" y="1021378"/>
            <a:ext cx="2664296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1115616" y="3717032"/>
            <a:ext cx="4104456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1979712" y="692696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10cm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67544" y="151465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6cm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58825" y="594928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12cm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483315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8cm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001321" y="1062028"/>
                <a:ext cx="194694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×6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=60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321" y="1062028"/>
                <a:ext cx="1946943" cy="9233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974792" y="4490614"/>
                <a:ext cx="194694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=96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792" y="4490614"/>
                <a:ext cx="1946943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74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1431" y="476672"/>
            <a:ext cx="26711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000" dirty="0" smtClean="0"/>
              <a:t>Practice</a:t>
            </a:r>
            <a:endParaRPr lang="en-AU" sz="6000" dirty="0"/>
          </a:p>
        </p:txBody>
      </p:sp>
      <p:sp>
        <p:nvSpPr>
          <p:cNvPr id="3" name="TextBox 2"/>
          <p:cNvSpPr txBox="1"/>
          <p:nvPr/>
        </p:nvSpPr>
        <p:spPr>
          <a:xfrm>
            <a:off x="1251640" y="2825309"/>
            <a:ext cx="65307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4000" dirty="0" smtClean="0"/>
              <a:t>Complete exercise 2.1 and 2.2 </a:t>
            </a:r>
          </a:p>
          <a:p>
            <a:pPr algn="ctr"/>
            <a:endParaRPr lang="en-AU" sz="4000" b="1" dirty="0" smtClean="0"/>
          </a:p>
          <a:p>
            <a:pPr algn="ctr"/>
            <a:r>
              <a:rPr lang="en-AU" sz="4000" b="1" dirty="0"/>
              <a:t>P</a:t>
            </a:r>
            <a:r>
              <a:rPr lang="en-AU" sz="4000" b="1" dirty="0" smtClean="0"/>
              <a:t>age 18-19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270330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10 </a:t>
            </a:r>
            <a:r>
              <a:rPr lang="en-AU" smtClean="0"/>
              <a:t>quick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208</Words>
  <Application>Microsoft Office PowerPoint</Application>
  <PresentationFormat>On-screen Show (4:3)</PresentationFormat>
  <Paragraphs>61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How could you find out how much carpet is used in this room?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 quick Questions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9</cp:revision>
  <dcterms:created xsi:type="dcterms:W3CDTF">2016-10-20T03:14:06Z</dcterms:created>
  <dcterms:modified xsi:type="dcterms:W3CDTF">2017-02-24T08:52:38Z</dcterms:modified>
</cp:coreProperties>
</file>