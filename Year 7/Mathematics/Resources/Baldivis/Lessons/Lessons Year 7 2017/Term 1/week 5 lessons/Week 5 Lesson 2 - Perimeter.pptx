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8548" autoAdjust="0"/>
  </p:normalViewPr>
  <p:slideViewPr>
    <p:cSldViewPr snapToGrid="0" snapToObjects="1">
      <p:cViewPr varScale="1">
        <p:scale>
          <a:sx n="112" d="100"/>
          <a:sy n="112" d="100"/>
        </p:scale>
        <p:origin x="-96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27/02/17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8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27/02/17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6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27/02/17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7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27/02/17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2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27/02/17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10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27/02/17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8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27/02/17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6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27/02/17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3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27/02/17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16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27/02/17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27/02/17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7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4560-677A-D941-A6E1-13E268F268AC}" type="datetimeFigureOut">
              <a:rPr lang="en-US" smtClean="0"/>
              <a:t>27/02/17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8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 smtClean="0">
                <a:solidFill>
                  <a:srgbClr val="0000FF"/>
                </a:solidFill>
                <a:latin typeface="Chalkboard"/>
                <a:cs typeface="Chalkboard"/>
              </a:rPr>
              <a:t>Perimeter</a:t>
            </a:r>
            <a:endParaRPr lang="en-US" sz="6600" b="1" dirty="0">
              <a:solidFill>
                <a:srgbClr val="0000FF"/>
              </a:solidFill>
              <a:latin typeface="Chalkboard"/>
              <a:cs typeface="Chalkboard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Year 7</a:t>
            </a:r>
          </a:p>
          <a:p>
            <a:r>
              <a:rPr lang="en-US" dirty="0" smtClean="0"/>
              <a:t>Week 5</a:t>
            </a:r>
          </a:p>
          <a:p>
            <a:r>
              <a:rPr lang="en-US" dirty="0" smtClean="0"/>
              <a:t>Lesson 2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940" y="4705262"/>
            <a:ext cx="3399060" cy="21527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14" y="158174"/>
            <a:ext cx="2723085" cy="226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397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What is perimeter?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714" y="1287514"/>
            <a:ext cx="2189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Glossary Word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endParaRPr lang="en-US" sz="2400" dirty="0" smtClean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Perimeter 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3724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/>
              <a:t>Perimeter</a:t>
            </a:r>
          </a:p>
          <a:p>
            <a:endParaRPr lang="en-US" sz="2800" dirty="0" smtClean="0"/>
          </a:p>
          <a:p>
            <a:r>
              <a:rPr lang="en-US" sz="2800" dirty="0" smtClean="0"/>
              <a:t>Is the distance along the boundary of a shape</a:t>
            </a:r>
          </a:p>
          <a:p>
            <a:endParaRPr lang="en-US" sz="2800" dirty="0"/>
          </a:p>
          <a:p>
            <a:r>
              <a:rPr lang="en-US" sz="2400" dirty="0" smtClean="0"/>
              <a:t>Some examples: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 smtClean="0"/>
              <a:t>A fence is built along the perimeter of a property 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 smtClean="0"/>
              <a:t>A soccer pitch has boundary lines along the perimeter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798" y="4582321"/>
            <a:ext cx="2992235" cy="212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718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perimeter of different shapes?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69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Chalkboard"/>
                <a:cs typeface="Chalkboard"/>
              </a:rPr>
              <a:t>Perimeter</a:t>
            </a: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To find the perimeter we add up the lengths of the sides.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20 + 10 + 20 + 10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= 60 m </a:t>
            </a:r>
          </a:p>
          <a:p>
            <a:endParaRPr lang="en-US" sz="2800" dirty="0" smtClean="0">
              <a:latin typeface="Chalkboard"/>
              <a:cs typeface="Chalkboar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703" y="3163480"/>
            <a:ext cx="4769710" cy="2062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4l </a:t>
            </a:r>
            <a:endParaRPr lang="en-US" sz="2400" i="1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4989112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perimeter of different shapes?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Chalkboard"/>
                <a:cs typeface="Chalkboard"/>
              </a:rPr>
              <a:t>Perimeter</a:t>
            </a: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Or we can use the formula </a:t>
            </a:r>
            <a:r>
              <a:rPr lang="en-US" sz="2800" i="1" dirty="0" smtClean="0">
                <a:latin typeface="Chalkboard"/>
                <a:cs typeface="Chalkboard"/>
              </a:rPr>
              <a:t>P = 2l + 2w</a:t>
            </a:r>
          </a:p>
          <a:p>
            <a:r>
              <a:rPr lang="en-US" sz="2800" dirty="0">
                <a:latin typeface="Chalkboard"/>
                <a:cs typeface="Chalkboard"/>
              </a:rPr>
              <a:t>l</a:t>
            </a:r>
            <a:r>
              <a:rPr lang="en-US" sz="2800" dirty="0" smtClean="0">
                <a:latin typeface="Chalkboard"/>
                <a:cs typeface="Chalkboard"/>
              </a:rPr>
              <a:t> = length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w = width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20l + 10w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= 20 x 2 + 10 x 2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= 60 m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689" y="3152242"/>
            <a:ext cx="4769710" cy="2062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14" y="1487511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4l </a:t>
            </a:r>
            <a:endParaRPr lang="en-US" sz="2400" i="1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4553297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perimeter of different shapes?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4l </a:t>
            </a:r>
            <a:endParaRPr lang="en-US" sz="2400" i="1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Chalkboard"/>
                <a:cs typeface="Chalkboard"/>
              </a:rPr>
              <a:t>Perimeter</a:t>
            </a: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15 + 15 + 15 + 15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= 60 m </a:t>
            </a:r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OR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4 x 15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= 60 m </a:t>
            </a:r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-453" r="18651" b="25567"/>
          <a:stretch/>
        </p:blipFill>
        <p:spPr>
          <a:xfrm>
            <a:off x="5534304" y="3176578"/>
            <a:ext cx="3296698" cy="306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462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perimeter of different shapes?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4l </a:t>
            </a:r>
            <a:endParaRPr lang="en-US" sz="2400" i="1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400" dirty="0" smtClean="0">
                <a:latin typeface="Chalkboard"/>
                <a:cs typeface="Chalkboard"/>
              </a:rPr>
              <a:t>First find the length of the</a:t>
            </a:r>
          </a:p>
          <a:p>
            <a:r>
              <a:rPr lang="en-US" sz="2400" dirty="0">
                <a:latin typeface="Chalkboard"/>
                <a:cs typeface="Chalkboard"/>
              </a:rPr>
              <a:t>u</a:t>
            </a:r>
            <a:r>
              <a:rPr lang="en-US" sz="2400" dirty="0" smtClean="0">
                <a:latin typeface="Chalkboard"/>
                <a:cs typeface="Chalkboard"/>
              </a:rPr>
              <a:t>nmarked sides.</a:t>
            </a:r>
          </a:p>
          <a:p>
            <a:endParaRPr lang="en-US" sz="2400" dirty="0">
              <a:latin typeface="Chalkboard"/>
              <a:cs typeface="Chalkboard"/>
            </a:endParaRPr>
          </a:p>
          <a:p>
            <a:r>
              <a:rPr lang="en-US" sz="2400" dirty="0" smtClean="0">
                <a:latin typeface="Chalkboard"/>
                <a:cs typeface="Chalkboard"/>
              </a:rPr>
              <a:t>a = 6 – 2</a:t>
            </a:r>
          </a:p>
          <a:p>
            <a:r>
              <a:rPr lang="en-US" sz="2400" dirty="0" smtClean="0">
                <a:latin typeface="Chalkboard"/>
                <a:cs typeface="Chalkboard"/>
              </a:rPr>
              <a:t>a = 4 cm</a:t>
            </a:r>
          </a:p>
          <a:p>
            <a:endParaRPr lang="en-US" sz="2400" dirty="0">
              <a:latin typeface="Chalkboard"/>
              <a:cs typeface="Chalkboard"/>
            </a:endParaRPr>
          </a:p>
          <a:p>
            <a:r>
              <a:rPr lang="en-US" sz="2400" dirty="0" smtClean="0">
                <a:latin typeface="Chalkboard"/>
                <a:cs typeface="Chalkboard"/>
              </a:rPr>
              <a:t>b = 4 + 3</a:t>
            </a:r>
          </a:p>
          <a:p>
            <a:r>
              <a:rPr lang="en-US" sz="2400" dirty="0" smtClean="0">
                <a:latin typeface="Chalkboard"/>
                <a:cs typeface="Chalkboard"/>
              </a:rPr>
              <a:t>b = 7 cm</a:t>
            </a: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830" y="2681899"/>
            <a:ext cx="3224965" cy="3144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3110" y="5857996"/>
            <a:ext cx="307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5451805" y="4512751"/>
            <a:ext cx="319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88051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perimeter of different shapes?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4l </a:t>
            </a:r>
            <a:endParaRPr lang="en-US" sz="2400" i="1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347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400" dirty="0" smtClean="0">
                <a:latin typeface="Chalkboard"/>
                <a:cs typeface="Chalkboard"/>
              </a:rPr>
              <a:t>Then add up all the sides</a:t>
            </a: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6 + 4 + 2 + 3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+ 4 + 7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26 cm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830" y="2681899"/>
            <a:ext cx="3224965" cy="3144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54531" y="5826240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4 cm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5146850" y="4312696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7 cm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761359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7-02-27 at 2.22.06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6"/>
          <a:stretch/>
        </p:blipFill>
        <p:spPr>
          <a:xfrm>
            <a:off x="4116" y="887803"/>
            <a:ext cx="9139884" cy="50009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6914" y="55991"/>
            <a:ext cx="99722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Chalkboard"/>
                <a:cs typeface="Chalkboard"/>
              </a:rPr>
              <a:t>Task </a:t>
            </a:r>
            <a:endParaRPr lang="en-US" sz="3200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42494017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346</Words>
  <Application>Microsoft Macintosh PowerPoint</Application>
  <PresentationFormat>On-screen Show (4:3)</PresentationFormat>
  <Paragraphs>142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Perimeter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Perimeter</dc:title>
  <dc:creator>E4093549</dc:creator>
  <cp:lastModifiedBy>E4093549</cp:lastModifiedBy>
  <cp:revision>6</cp:revision>
  <dcterms:created xsi:type="dcterms:W3CDTF">2017-02-27T05:52:32Z</dcterms:created>
  <dcterms:modified xsi:type="dcterms:W3CDTF">2017-02-27T06:40:19Z</dcterms:modified>
</cp:coreProperties>
</file>