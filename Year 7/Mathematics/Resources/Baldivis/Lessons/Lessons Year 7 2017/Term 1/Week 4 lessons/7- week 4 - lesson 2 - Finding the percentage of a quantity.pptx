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9" r:id="rId2"/>
    <p:sldId id="320" r:id="rId3"/>
    <p:sldId id="259" r:id="rId4"/>
    <p:sldId id="258" r:id="rId5"/>
    <p:sldId id="309" r:id="rId6"/>
    <p:sldId id="314" r:id="rId7"/>
    <p:sldId id="315" r:id="rId8"/>
    <p:sldId id="310" r:id="rId9"/>
    <p:sldId id="316" r:id="rId10"/>
    <p:sldId id="318" r:id="rId11"/>
    <p:sldId id="313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2895" autoAdjust="0"/>
  </p:normalViewPr>
  <p:slideViewPr>
    <p:cSldViewPr>
      <p:cViewPr varScale="1">
        <p:scale>
          <a:sx n="67" d="100"/>
          <a:sy n="67" d="100"/>
        </p:scale>
        <p:origin x="147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19/02/2017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19/02/2017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19/02/2017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19/02/2017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19/02/2017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19/02/2017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19/02/2017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19/02/2017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19/02/2017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19/02/2017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19/02/2017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19/02/2017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www.mathsteacher.com.au/year8/ch02_fracdec/01_frac/frac.htm#frac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5268" y="426671"/>
            <a:ext cx="85689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/>
              <a:t>What Percentage of the class have dark hair? </a:t>
            </a:r>
          </a:p>
        </p:txBody>
      </p:sp>
      <p:pic>
        <p:nvPicPr>
          <p:cNvPr id="1027" name="Picture 3" descr="C:\Users\e4075868\AppData\Local\Microsoft\Windows\Temporary Internet Files\Content.IE5\4JPRA91W\cartoon-of-barber-cutting-hair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3789040"/>
            <a:ext cx="3121884" cy="2637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290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5268" y="426671"/>
            <a:ext cx="85689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/>
              <a:t>What Percentage of the class have dark hair?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1619672" y="1750110"/>
                <a:ext cx="6624736" cy="2280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Make a fraction.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𝑁𝑢𝑚𝑏𝑒𝑟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𝑤𝑖𝑡h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𝑑𝑎𝑟𝑘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h𝑎𝑖𝑟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𝑁𝑢𝑚𝑏𝑒𝑟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𝑖𝑛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𝑡h𝑒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𝑐𝑙𝑎𝑠𝑠</m:t>
                          </m:r>
                        </m:den>
                      </m:f>
                    </m:oMath>
                  </m:oMathPara>
                </a14:m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pPr algn="ctr"/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672" y="1750110"/>
                <a:ext cx="6624736" cy="2280304"/>
              </a:xfrm>
              <a:prstGeom prst="rect">
                <a:avLst/>
              </a:prstGeom>
              <a:blipFill>
                <a:blip r:embed="rId2"/>
                <a:stretch>
                  <a:fillRect l="-829" t="-1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7" name="Picture 3" descr="C:\Users\e4075868\AppData\Local\Microsoft\Windows\Temporary Internet Files\Content.IE5\4JPRA91W\cartoon-of-barber-cutting-hair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3789040"/>
            <a:ext cx="3121884" cy="2637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8772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8266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Percentage of a Quantity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we find the percentage of a quantity?</a:t>
            </a:r>
          </a:p>
        </p:txBody>
      </p:sp>
      <p:sp>
        <p:nvSpPr>
          <p:cNvPr id="3" name="Rectangle 2"/>
          <p:cNvSpPr/>
          <p:nvPr/>
        </p:nvSpPr>
        <p:spPr>
          <a:xfrm>
            <a:off x="3275856" y="2127219"/>
            <a:ext cx="34740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dirty="0"/>
              <a:t>Finding a Percentage of a Quantity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53201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70080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727226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8266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Percentage of a Quantity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we find the percentage of a quantity?</a:t>
            </a:r>
          </a:p>
        </p:txBody>
      </p:sp>
      <p:sp>
        <p:nvSpPr>
          <p:cNvPr id="3" name="Rectangle 2"/>
          <p:cNvSpPr/>
          <p:nvPr/>
        </p:nvSpPr>
        <p:spPr>
          <a:xfrm>
            <a:off x="3252445" y="1939232"/>
            <a:ext cx="38441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/>
              <a:t>Finding a Percentage of a Quantity</a:t>
            </a:r>
            <a:endParaRPr lang="en-AU" sz="2000" dirty="0"/>
          </a:p>
        </p:txBody>
      </p:sp>
      <p:sp>
        <p:nvSpPr>
          <p:cNvPr id="5" name="Rectangle 4"/>
          <p:cNvSpPr/>
          <p:nvPr/>
        </p:nvSpPr>
        <p:spPr>
          <a:xfrm>
            <a:off x="3173538" y="2360773"/>
            <a:ext cx="502230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AU" sz="2400" dirty="0"/>
              <a:t>Write the percentage as a </a:t>
            </a:r>
            <a:r>
              <a:rPr lang="en-AU" sz="2400" dirty="0">
                <a:hlinkClick r:id="rId2"/>
              </a:rPr>
              <a:t>fraction</a:t>
            </a:r>
            <a:r>
              <a:rPr lang="en-AU" sz="2400" dirty="0"/>
              <a:t> out of 100 </a:t>
            </a:r>
          </a:p>
          <a:p>
            <a:endParaRPr lang="en-AU" sz="2400" dirty="0"/>
          </a:p>
          <a:p>
            <a:pPr marL="457200" indent="-457200">
              <a:buAutoNum type="arabicPeriod" startAt="2"/>
            </a:pPr>
            <a:r>
              <a:rPr lang="en-AU" sz="2400" dirty="0"/>
              <a:t>Change the 'of' to a  x </a:t>
            </a:r>
          </a:p>
          <a:p>
            <a:endParaRPr lang="en-AU" sz="2400" dirty="0"/>
          </a:p>
          <a:p>
            <a:r>
              <a:rPr lang="en-AU" sz="2400" dirty="0"/>
              <a:t>3.  Simplify.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552" y="3284984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Method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247311" y="5299467"/>
                <a:ext cx="5112568" cy="11124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dirty="0"/>
              </a:p>
              <a:p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1000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7311" y="5299467"/>
                <a:ext cx="5112568" cy="11124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119514" y="5606570"/>
            <a:ext cx="2664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Example: 20% of 50 </a:t>
            </a:r>
          </a:p>
        </p:txBody>
      </p:sp>
    </p:spTree>
    <p:extLst>
      <p:ext uri="{BB962C8B-B14F-4D97-AF65-F5344CB8AC3E}">
        <p14:creationId xmlns:p14="http://schemas.microsoft.com/office/powerpoint/2010/main" val="1485126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70080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727226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8266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Percentage of a Quantity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we find the percentage of a quantity?</a:t>
            </a:r>
          </a:p>
        </p:txBody>
      </p:sp>
      <p:sp>
        <p:nvSpPr>
          <p:cNvPr id="3" name="Rectangle 2"/>
          <p:cNvSpPr/>
          <p:nvPr/>
        </p:nvSpPr>
        <p:spPr>
          <a:xfrm>
            <a:off x="3252445" y="1939232"/>
            <a:ext cx="38441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/>
              <a:t>Finding a Percentage of a Quantity</a:t>
            </a:r>
            <a:endParaRPr lang="en-AU" sz="2000" dirty="0"/>
          </a:p>
        </p:txBody>
      </p:sp>
      <p:sp>
        <p:nvSpPr>
          <p:cNvPr id="5" name="Rectangle 4"/>
          <p:cNvSpPr/>
          <p:nvPr/>
        </p:nvSpPr>
        <p:spPr>
          <a:xfrm>
            <a:off x="3172967" y="2693151"/>
            <a:ext cx="585038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AU" sz="2400" dirty="0"/>
              <a:t>Find 10% of the amount by dividing by 10</a:t>
            </a:r>
          </a:p>
          <a:p>
            <a:endParaRPr lang="en-AU" sz="2400" dirty="0"/>
          </a:p>
          <a:p>
            <a:r>
              <a:rPr lang="en-AU" sz="2400" dirty="0"/>
              <a:t>2.   Then multiply by 2 for 20%</a:t>
            </a:r>
          </a:p>
          <a:p>
            <a:r>
              <a:rPr lang="en-AU" sz="2400" dirty="0"/>
              <a:t> </a:t>
            </a:r>
          </a:p>
          <a:p>
            <a:r>
              <a:rPr lang="en-AU" sz="2400" dirty="0"/>
              <a:t>	( or 3 for 30% etc. If you need 5%, halve the 10% amount)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552" y="3284984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Method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247311" y="5299467"/>
                <a:ext cx="5112568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dirty="0"/>
              </a:p>
              <a:p>
                <a:r>
                  <a:rPr lang="en-US" sz="3200" dirty="0"/>
                  <a:t> 50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10=5</m:t>
                    </m:r>
                  </m:oMath>
                </a14:m>
                <a:endParaRPr lang="en-US" sz="3200" b="0" dirty="0"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5×2=10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7311" y="5299467"/>
                <a:ext cx="5112568" cy="1292662"/>
              </a:xfrm>
              <a:prstGeom prst="rect">
                <a:avLst/>
              </a:prstGeom>
              <a:blipFill>
                <a:blip r:embed="rId2"/>
                <a:stretch>
                  <a:fillRect l="-1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119514" y="5606570"/>
            <a:ext cx="2664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Example: 20% of 50 </a:t>
            </a:r>
          </a:p>
        </p:txBody>
      </p:sp>
    </p:spTree>
    <p:extLst>
      <p:ext uri="{BB962C8B-B14F-4D97-AF65-F5344CB8AC3E}">
        <p14:creationId xmlns:p14="http://schemas.microsoft.com/office/powerpoint/2010/main" val="4080549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8266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Percentage of a Quantity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we find the percentage of a quantity?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28" y="2811952"/>
            <a:ext cx="20473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Find 20% of 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3528" y="5085184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Find 35% of 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5856" y="2060848"/>
            <a:ext cx="5464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Method 1 			Method 2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3333479" y="2779795"/>
                <a:ext cx="1776127" cy="525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65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1300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479" y="2779795"/>
                <a:ext cx="1776127" cy="5259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3779912" y="3804385"/>
                <a:ext cx="5658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𝟏𝟑</m:t>
                      </m:r>
                    </m:oMath>
                  </m:oMathPara>
                </a14:m>
                <a:endParaRPr lang="en-US" b="1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912" y="3804385"/>
                <a:ext cx="565861" cy="276999"/>
              </a:xfrm>
              <a:prstGeom prst="rect">
                <a:avLst/>
              </a:prstGeom>
              <a:blipFill>
                <a:blip r:embed="rId3"/>
                <a:stretch>
                  <a:fillRect l="-3226" r="-10753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6278977" y="2739945"/>
                <a:ext cx="2189317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65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÷10=6.5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10%</m:t>
                          </m:r>
                        </m:e>
                      </m:d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6.5 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8977" y="2739945"/>
                <a:ext cx="2189317" cy="553998"/>
              </a:xfrm>
              <a:prstGeom prst="rect">
                <a:avLst/>
              </a:prstGeom>
              <a:blipFill>
                <a:blip r:embed="rId4"/>
                <a:stretch>
                  <a:fillRect l="-1393" b="-32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7164288" y="3758218"/>
            <a:ext cx="1427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= 13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3362054" y="5114825"/>
                <a:ext cx="1827423" cy="525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35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2100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2054" y="5114825"/>
                <a:ext cx="1827423" cy="5259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3779912" y="6100847"/>
            <a:ext cx="1329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= 21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6530246" y="5085184"/>
                <a:ext cx="2094741" cy="13849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÷10=6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10%</m:t>
                          </m:r>
                        </m:e>
                      </m:d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×3=18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30%</m:t>
                          </m:r>
                        </m:e>
                      </m:d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÷2=3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5%</m:t>
                          </m:r>
                        </m:e>
                      </m:d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b="0" dirty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US" b="1" dirty="0"/>
                  <a:t>18+3 = 21 (35%)</a:t>
                </a:r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0246" y="5085184"/>
                <a:ext cx="2094741" cy="1384995"/>
              </a:xfrm>
              <a:prstGeom prst="rect">
                <a:avLst/>
              </a:prstGeom>
              <a:blipFill>
                <a:blip r:embed="rId6"/>
                <a:stretch>
                  <a:fillRect l="-581" b="-9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807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4800" u="sng" dirty="0">
                <a:solidFill>
                  <a:srgbClr val="7030A0"/>
                </a:solidFill>
              </a:rPr>
              <a:t>Word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5179" y="1143000"/>
            <a:ext cx="8229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recommended daily amount of Vitamin C for Children 9-13 years old is 45 mg. A serving of juice contains 60% of the recommended amount. </a:t>
            </a:r>
          </a:p>
          <a:p>
            <a:endParaRPr lang="en-US" sz="2800" dirty="0"/>
          </a:p>
          <a:p>
            <a:r>
              <a:rPr lang="en-US" sz="2800" dirty="0"/>
              <a:t>How many mg of Vitamin C does the juice drink have?</a:t>
            </a:r>
          </a:p>
        </p:txBody>
      </p:sp>
    </p:spTree>
    <p:extLst>
      <p:ext uri="{BB962C8B-B14F-4D97-AF65-F5344CB8AC3E}">
        <p14:creationId xmlns:p14="http://schemas.microsoft.com/office/powerpoint/2010/main" val="3955539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4800" u="sng" dirty="0">
                <a:solidFill>
                  <a:srgbClr val="7030A0"/>
                </a:solidFill>
              </a:rPr>
              <a:t>Word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5179" y="1143000"/>
            <a:ext cx="82296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recommended daily amount of Vitamin C for Children 9-13 years old is 45 mg. A serving of juice contains 60% of the recommended amount. </a:t>
            </a:r>
          </a:p>
          <a:p>
            <a:endParaRPr lang="en-US" sz="2800" dirty="0"/>
          </a:p>
          <a:p>
            <a:r>
              <a:rPr lang="en-US" sz="2800" dirty="0"/>
              <a:t>How many mg of Vitamin C does the juice drink have?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27 mg </a:t>
            </a:r>
          </a:p>
        </p:txBody>
      </p:sp>
    </p:spTree>
    <p:extLst>
      <p:ext uri="{BB962C8B-B14F-4D97-AF65-F5344CB8AC3E}">
        <p14:creationId xmlns:p14="http://schemas.microsoft.com/office/powerpoint/2010/main" val="2359655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051720" y="1844824"/>
            <a:ext cx="6552728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4000" u="sng" dirty="0">
                <a:solidFill>
                  <a:srgbClr val="7030A0"/>
                </a:solidFill>
              </a:rPr>
              <a:t>Dwyer textbook</a:t>
            </a:r>
          </a:p>
          <a:p>
            <a:endParaRPr lang="en-AU" sz="4000" u="sng" dirty="0"/>
          </a:p>
          <a:p>
            <a:r>
              <a:rPr lang="en-AU" sz="4000" dirty="0"/>
              <a:t>Page 6</a:t>
            </a:r>
          </a:p>
          <a:p>
            <a:r>
              <a:rPr lang="en-AU" sz="4000" dirty="0"/>
              <a:t>Complete Exercise 1.5 Questions 1 to 24 </a:t>
            </a:r>
          </a:p>
        </p:txBody>
      </p:sp>
    </p:spTree>
    <p:extLst>
      <p:ext uri="{BB962C8B-B14F-4D97-AF65-F5344CB8AC3E}">
        <p14:creationId xmlns:p14="http://schemas.microsoft.com/office/powerpoint/2010/main" val="1280940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798</TotalTime>
  <Words>330</Words>
  <Application>Microsoft Office PowerPoint</Application>
  <PresentationFormat>On-screen Show (4:3)</PresentationFormat>
  <Paragraphs>104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Word Problem</vt:lpstr>
      <vt:lpstr>Word Problem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Alexandria Latham</cp:lastModifiedBy>
  <cp:revision>66</cp:revision>
  <dcterms:created xsi:type="dcterms:W3CDTF">2014-05-14T02:58:57Z</dcterms:created>
  <dcterms:modified xsi:type="dcterms:W3CDTF">2017-02-19T11:52:41Z</dcterms:modified>
</cp:coreProperties>
</file>