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56" r:id="rId2"/>
    <p:sldId id="330" r:id="rId3"/>
    <p:sldId id="401" r:id="rId4"/>
    <p:sldId id="416" r:id="rId5"/>
    <p:sldId id="285" r:id="rId6"/>
    <p:sldId id="417" r:id="rId7"/>
    <p:sldId id="41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1DFB75-7A1D-CF4D-AB31-61B1C2B4DF92}" v="22" dt="2019-09-10T20:43:08.0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92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10/9/19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343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15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68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928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40B6-225B-49BB-8988-BAB44A03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89C88-1697-4DDC-A559-7208A6C27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CF110-B2A4-483A-ADA0-2141C99C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10/9/19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8F45-1C76-435C-B753-7CA166E3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6ABF9-0EE7-441D-AD83-19C48B97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5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B018-4B84-4718-9142-DABDFE22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69AE-B3C5-4BB2-9AA4-03357A19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2225-FB2C-4C40-8F62-48D7FE59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10/9/19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20E53-56EE-48EF-ABF0-59F5AEB7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BC6BC-CAA6-4FD9-928F-04D2DCB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2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749B-81AF-476E-8EEF-FE77A675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B3446-944A-448E-BCB8-4B747FF0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EE5F3-D0AC-40B7-8786-16D46087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10/9/19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122D2-1BA7-4131-A86D-B1A8BAF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BF178-CDE9-450D-8852-2511C3E5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68BA-1A45-48DE-A696-66D3CB8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E659-E10D-48C1-B0C3-08FE9D4A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FBCD3-398D-4588-8CC0-C2B429CD5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1EFCE-7663-4CA3-88EB-786802A7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10/9/19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D65C5-0BED-470C-AA0D-6AE6373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53F79-B6C7-40B6-9E04-29A6C35F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5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CC35-708F-48A7-AC2B-D346EDD5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8C90A-72C2-4AAA-AD90-9AE3EC08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7D173-ECD3-4DBB-8D7B-38F22B05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0CA80-B5B3-4F7A-B3D9-07F3C8388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E796C-57B7-45D1-AE36-E182E2AD2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177FB-FF08-418F-9217-EA3F6C73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10/9/19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61780-D977-4531-91F7-9B8DB63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2436E-E0F0-450D-9191-594FF163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42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83D4-2F53-4730-B63B-8C2E2E66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E1F5F-59DF-4792-874D-A7B28CE7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10/9/19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4AF79-AF61-4264-848D-EEE3C0A0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EF858-59AB-4742-BD96-AF33F5C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1E2E6-BC2C-4957-AB1D-9B08278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10/9/19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BF7F9-0E55-46E1-94EA-34999953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4FAB8-48BF-4C89-A71A-2048D0B3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66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48BA-C20E-4F92-8CC2-2E8CE2F7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CCC6-F73C-48A2-9432-16E9D7E3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D8BD0-A270-4EF5-9B04-2304872E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8046E-4A60-48C3-AC6F-E511609B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10/9/19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38C3-5B19-4598-BFF7-AB7A9E9A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049C1-16E6-44A9-8838-EF4C500A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50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12B8-770C-4768-8AA8-9D74B6A6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F4F4D2-6377-4EC6-BD22-E52F6C88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57770-25F4-457E-B556-4CE6A64E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A36EA-DD80-4279-85D1-C40D129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10/9/19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B5086-F432-4B9A-8187-799F3547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FFCB0-54BE-41DF-93BB-17ECB4E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5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31A7-17DD-41D2-87DC-65449493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E4FA2-E59C-4308-96D1-AC91844D7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F240-EF90-4D4A-9CE8-F5C42210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10/9/19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A025-0C68-42FF-B9EA-F7F77163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5D0BB-E363-4F66-8543-8E3EE833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71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41EB6-B3C3-4059-9E19-8956A74BF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E6F54-857C-4234-ABA5-0A3C0472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2E581-0726-48E2-8477-37301DA7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10/9/19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E622A-3BA9-4606-BD67-CD715A10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6DE7C-67AA-4711-86D5-3D7FCF37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193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462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D936E8-ABBC-4DA3-AB30-F850AFE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03025-19B6-4842-8DB1-6A818347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802F2-F5D8-4B94-93DB-380A1AC06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10/9/19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83A1D-E167-43BA-BBCD-2A3015D32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9E973-8FEE-46B5-BA55-3836D2C8E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8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http://www.mathgoodies.com/lessons/vol5/images/no_line10.gi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http://www.mathgoodies.com/lessons/vol5/images/no_line10.gi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085922" y="150933"/>
            <a:ext cx="4188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halkduster" charset="0"/>
                <a:ea typeface="Chalkduster" charset="0"/>
                <a:cs typeface="Chalkduster" charset="0"/>
              </a:rPr>
              <a:t>Starter Questions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6B77C2-C742-4B92-AC42-0422DBE0601D}"/>
              </a:ext>
            </a:extLst>
          </p:cNvPr>
          <p:cNvSpPr txBox="1"/>
          <p:nvPr/>
        </p:nvSpPr>
        <p:spPr>
          <a:xfrm>
            <a:off x="366535" y="965877"/>
            <a:ext cx="93803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Sort these numbers into ascending order (smallest to biggest):  12, 15, -13, -17, 11, -15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r>
              <a:rPr lang="en-AU" dirty="0"/>
              <a:t>2.   What is the size of an angle that is COMPLEMENTARY to 35 degrees?</a:t>
            </a:r>
          </a:p>
          <a:p>
            <a:pPr marL="342900" indent="-342900">
              <a:buAutoNum type="arabicPeriod" startAt="3"/>
            </a:pPr>
            <a:endParaRPr lang="en-AU" dirty="0"/>
          </a:p>
          <a:p>
            <a:pPr marL="342900" indent="-342900">
              <a:buAutoNum type="arabicPeriod" startAt="3"/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49433-C2F2-234C-A086-61DD5D5AF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37" y="2503546"/>
            <a:ext cx="5506172" cy="1634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DE36CE-00C4-5944-9D7B-4D3CE0D70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120" y="5009881"/>
            <a:ext cx="4827605" cy="6655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5D83F6-F3F5-3A42-951C-9AE1937990BA}"/>
              </a:ext>
            </a:extLst>
          </p:cNvPr>
          <p:cNvSpPr txBox="1"/>
          <p:nvPr/>
        </p:nvSpPr>
        <p:spPr>
          <a:xfrm>
            <a:off x="366535" y="2503546"/>
            <a:ext cx="397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B2317-C98D-DA4D-B6FA-B3FB2F7C593C}"/>
              </a:ext>
            </a:extLst>
          </p:cNvPr>
          <p:cNvSpPr txBox="1"/>
          <p:nvPr/>
        </p:nvSpPr>
        <p:spPr>
          <a:xfrm>
            <a:off x="474749" y="5035780"/>
            <a:ext cx="389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1650794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252" y="8118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510" y="1591767"/>
            <a:ext cx="11137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To add and subtract negative integers</a:t>
            </a:r>
          </a:p>
        </p:txBody>
      </p:sp>
    </p:spTree>
    <p:extLst>
      <p:ext uri="{BB962C8B-B14F-4D97-AF65-F5344CB8AC3E}">
        <p14:creationId xmlns:p14="http://schemas.microsoft.com/office/powerpoint/2010/main" val="1424065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533291" y="1427952"/>
            <a:ext cx="14155" cy="4585855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085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Number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60176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How do we add or subtract negative integers?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6037004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1345" y="6083399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>
                <a:latin typeface="Kiwi School Handwriting" panose="00000500000000000000" pitchFamily="2" charset="0"/>
              </a:rPr>
              <a:t>Summary:</a:t>
            </a:r>
            <a:endParaRPr lang="en-AU" sz="2399" b="1" dirty="0">
              <a:latin typeface="Kiwi School Handwriting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D5127-FC92-424E-99DC-44CE7174C50B}"/>
              </a:ext>
            </a:extLst>
          </p:cNvPr>
          <p:cNvSpPr txBox="1"/>
          <p:nvPr/>
        </p:nvSpPr>
        <p:spPr>
          <a:xfrm>
            <a:off x="1533291" y="1575419"/>
            <a:ext cx="877637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already know how to add and subtract positive integers (just normal + or -)</a:t>
            </a:r>
          </a:p>
          <a:p>
            <a:r>
              <a:rPr lang="en-US" dirty="0"/>
              <a:t>Normally all our numbers are positive, so we never had to write (+) in front of them</a:t>
            </a:r>
          </a:p>
          <a:p>
            <a:endParaRPr lang="en-US" dirty="0"/>
          </a:p>
          <a:p>
            <a:r>
              <a:rPr lang="en-US" dirty="0"/>
              <a:t>We also know that negative numbers are the opposite of positive numbers (from yesterday)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DF8355-0957-6340-B1ED-4FA5C9FD0FD7}"/>
              </a:ext>
            </a:extLst>
          </p:cNvPr>
          <p:cNvSpPr txBox="1"/>
          <p:nvPr/>
        </p:nvSpPr>
        <p:spPr>
          <a:xfrm>
            <a:off x="191345" y="3539468"/>
            <a:ext cx="12455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direction is (+) or (–) on a Number Line?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E03E22-AADD-4342-B8DC-BF4CD19CB4F1}"/>
              </a:ext>
            </a:extLst>
          </p:cNvPr>
          <p:cNvSpPr txBox="1"/>
          <p:nvPr/>
        </p:nvSpPr>
        <p:spPr>
          <a:xfrm>
            <a:off x="1558883" y="3066591"/>
            <a:ext cx="86924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Numbers get larger (more positive = less negative) on the Right Hand Side of a number line</a:t>
            </a:r>
          </a:p>
          <a:p>
            <a:endParaRPr lang="en-US" dirty="0"/>
          </a:p>
          <a:p>
            <a:r>
              <a:rPr lang="en-US" dirty="0"/>
              <a:t>Numbers get smaller (more negative = less positive) on the Left Hand Side of a number line</a:t>
            </a:r>
          </a:p>
        </p:txBody>
      </p:sp>
      <p:pic>
        <p:nvPicPr>
          <p:cNvPr id="19" name="Picture 4" descr="[IMAGE]">
            <a:extLst>
              <a:ext uri="{FF2B5EF4-FFF2-40B4-BE49-F238E27FC236}">
                <a16:creationId xmlns:a16="http://schemas.microsoft.com/office/drawing/2014/main" id="{0A83ECF5-5AD4-D347-85CF-04325F6EF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91" y="4158407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C8BB1CD-1535-5845-BC81-8271BD355D4D}"/>
              </a:ext>
            </a:extLst>
          </p:cNvPr>
          <p:cNvGrpSpPr/>
          <p:nvPr/>
        </p:nvGrpSpPr>
        <p:grpSpPr>
          <a:xfrm>
            <a:off x="2842068" y="5222002"/>
            <a:ext cx="7467600" cy="838200"/>
            <a:chOff x="4099618" y="3804560"/>
            <a:chExt cx="7467600" cy="838200"/>
          </a:xfrm>
        </p:grpSpPr>
        <p:sp>
          <p:nvSpPr>
            <p:cNvPr id="22" name="AutoShape 5">
              <a:extLst>
                <a:ext uri="{FF2B5EF4-FFF2-40B4-BE49-F238E27FC236}">
                  <a16:creationId xmlns:a16="http://schemas.microsoft.com/office/drawing/2014/main" id="{4CF12CFF-BA6D-124B-9558-C39D74279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2DA52B2-81B8-6746-9529-A3FAAF5A9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24" name="AutoShape 7">
              <a:extLst>
                <a:ext uri="{FF2B5EF4-FFF2-40B4-BE49-F238E27FC236}">
                  <a16:creationId xmlns:a16="http://schemas.microsoft.com/office/drawing/2014/main" id="{C018F1F8-C1C8-7444-AC85-640C23B55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90CFE00-BB12-D34A-A4C8-7EE95CBE4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88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11382" y="1451149"/>
            <a:ext cx="28010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085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Number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they relate to integers?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4" descr="[IMAGE]">
            <a:extLst>
              <a:ext uri="{FF2B5EF4-FFF2-40B4-BE49-F238E27FC236}">
                <a16:creationId xmlns:a16="http://schemas.microsoft.com/office/drawing/2014/main" id="{DBEB4237-A68E-4572-B897-6AE2A30E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213" y="1670827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59B5C9-2BE9-454D-A38A-09DBB03EEE12}"/>
              </a:ext>
            </a:extLst>
          </p:cNvPr>
          <p:cNvSpPr txBox="1"/>
          <p:nvPr/>
        </p:nvSpPr>
        <p:spPr>
          <a:xfrm>
            <a:off x="1405173" y="3106773"/>
            <a:ext cx="101132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a number line (in class or out on the balcony) practice like this:</a:t>
            </a:r>
          </a:p>
          <a:p>
            <a:r>
              <a:rPr lang="en-US" dirty="0"/>
              <a:t>The first number in a sum is your starting point, </a:t>
            </a:r>
          </a:p>
          <a:p>
            <a:r>
              <a:rPr lang="en-US" dirty="0"/>
              <a:t>	</a:t>
            </a:r>
            <a:r>
              <a:rPr lang="en-US" dirty="0" err="1"/>
              <a:t>eg</a:t>
            </a:r>
            <a:r>
              <a:rPr lang="en-US" dirty="0"/>
              <a:t> 3, so stand at 3 (or imagine you are)</a:t>
            </a:r>
          </a:p>
          <a:p>
            <a:r>
              <a:rPr lang="en-US" dirty="0"/>
              <a:t>The operator (add + or subtract -) tells you which way to face, </a:t>
            </a:r>
          </a:p>
          <a:p>
            <a:r>
              <a:rPr lang="en-US" dirty="0"/>
              <a:t>	</a:t>
            </a:r>
            <a:r>
              <a:rPr lang="en-US" dirty="0" err="1"/>
              <a:t>eg</a:t>
            </a:r>
            <a:r>
              <a:rPr lang="en-US" dirty="0"/>
              <a:t> if it’s a plus turn to face the right, if it’s a minus turn to face left</a:t>
            </a:r>
          </a:p>
          <a:p>
            <a:r>
              <a:rPr lang="en-US" dirty="0"/>
              <a:t>The second number tell you how many steps to move – forward if it’s a positive number, backwards if it’s a negative number (remember, they’re opposites!)</a:t>
            </a:r>
          </a:p>
          <a:p>
            <a:r>
              <a:rPr lang="en-US" dirty="0"/>
              <a:t>	</a:t>
            </a:r>
            <a:r>
              <a:rPr lang="en-US" dirty="0" err="1"/>
              <a:t>eg</a:t>
            </a:r>
            <a:r>
              <a:rPr lang="en-US" dirty="0"/>
              <a:t> if it’s (-3) take 3 steps backwards.</a:t>
            </a:r>
          </a:p>
          <a:p>
            <a:r>
              <a:rPr lang="en-US" dirty="0"/>
              <a:t>Where you finish is the answer!</a:t>
            </a:r>
          </a:p>
          <a:p>
            <a:r>
              <a:rPr lang="en-US" dirty="0"/>
              <a:t>	3+(-3) = ?</a:t>
            </a:r>
          </a:p>
          <a:p>
            <a:r>
              <a:rPr lang="en-US" dirty="0"/>
              <a:t>	3- (-3) = ?</a:t>
            </a:r>
          </a:p>
        </p:txBody>
      </p:sp>
    </p:spTree>
    <p:extLst>
      <p:ext uri="{BB962C8B-B14F-4D97-AF65-F5344CB8AC3E}">
        <p14:creationId xmlns:p14="http://schemas.microsoft.com/office/powerpoint/2010/main" val="203093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287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E58C5-C9A6-DE42-BAF2-F33B11DCF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D7C61E-3DD8-8146-BBBE-085BF5D54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50749"/>
            <a:ext cx="6858000" cy="1219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9AC190-FA14-D541-A98A-2869390D4B64}"/>
              </a:ext>
            </a:extLst>
          </p:cNvPr>
          <p:cNvSpPr txBox="1"/>
          <p:nvPr/>
        </p:nvSpPr>
        <p:spPr>
          <a:xfrm>
            <a:off x="964504" y="1478071"/>
            <a:ext cx="4880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a number line to help you find these answers: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B822AC-C833-044D-82E4-664435406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35329"/>
            <a:ext cx="6426200" cy="1244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EADFE8-3DCC-DB47-83D1-F4F00C6AAD69}"/>
              </a:ext>
            </a:extLst>
          </p:cNvPr>
          <p:cNvSpPr txBox="1"/>
          <p:nvPr/>
        </p:nvSpPr>
        <p:spPr>
          <a:xfrm>
            <a:off x="838200" y="2056902"/>
            <a:ext cx="2579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Adding negative numbers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9F9E2-EC3D-0743-BDD3-5CF66D1B0B6A}"/>
              </a:ext>
            </a:extLst>
          </p:cNvPr>
          <p:cNvSpPr txBox="1"/>
          <p:nvPr/>
        </p:nvSpPr>
        <p:spPr>
          <a:xfrm>
            <a:off x="838200" y="3788312"/>
            <a:ext cx="2989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Subtracting negative numbers</a:t>
            </a:r>
          </a:p>
        </p:txBody>
      </p:sp>
    </p:spTree>
    <p:extLst>
      <p:ext uri="{BB962C8B-B14F-4D97-AF65-F5344CB8AC3E}">
        <p14:creationId xmlns:p14="http://schemas.microsoft.com/office/powerpoint/2010/main" val="1908003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25C56-A6DB-B64E-8657-880BF37F9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3DDCB-C01C-674E-8DB9-120B5D4D4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number line, facing to the right (adding) and taking steps backward (negative numbers) is the same as facing to the left (subtracting) and taking steps forward (positive numbers)</a:t>
            </a:r>
          </a:p>
          <a:p>
            <a:r>
              <a:rPr lang="en-US" dirty="0"/>
              <a:t>Therefore adding a negative number is the same as subtracting a positive number.</a:t>
            </a:r>
          </a:p>
          <a:p>
            <a:r>
              <a:rPr lang="en-US" dirty="0"/>
              <a:t>And subtracting </a:t>
            </a:r>
            <a:r>
              <a:rPr lang="en-US"/>
              <a:t>a negative number is the same as _____________?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628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10798</TotalTime>
  <Words>320</Words>
  <Application>Microsoft Macintosh PowerPoint</Application>
  <PresentationFormat>Widescreen</PresentationFormat>
  <Paragraphs>56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Chalkduster</vt:lpstr>
      <vt:lpstr>Kiwi School Handwriting</vt:lpstr>
      <vt:lpstr>Office Theme</vt:lpstr>
      <vt:lpstr>PowerPoint Presentation</vt:lpstr>
      <vt:lpstr>Learning Intentions</vt:lpstr>
      <vt:lpstr>PowerPoint Presentation</vt:lpstr>
      <vt:lpstr>PowerPoint Presentation</vt:lpstr>
      <vt:lpstr>Do you understand? Fists of Five</vt:lpstr>
      <vt:lpstr>Practice Questions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COUSINS Robert [Baldivis Secondary College]</cp:lastModifiedBy>
  <cp:revision>188</cp:revision>
  <dcterms:created xsi:type="dcterms:W3CDTF">2018-02-06T06:15:13Z</dcterms:created>
  <dcterms:modified xsi:type="dcterms:W3CDTF">2019-09-10T20:49:36Z</dcterms:modified>
</cp:coreProperties>
</file>