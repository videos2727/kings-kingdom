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7" r:id="rId2"/>
    <p:sldId id="258" r:id="rId3"/>
    <p:sldId id="269" r:id="rId4"/>
    <p:sldId id="263" r:id="rId5"/>
    <p:sldId id="264" r:id="rId6"/>
    <p:sldId id="259" r:id="rId7"/>
    <p:sldId id="260" r:id="rId8"/>
    <p:sldId id="267" r:id="rId9"/>
    <p:sldId id="261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7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140" autoAdjust="0"/>
  </p:normalViewPr>
  <p:slideViewPr>
    <p:cSldViewPr snapToGrid="0">
      <p:cViewPr varScale="1">
        <p:scale>
          <a:sx n="68" d="100"/>
          <a:sy n="68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A1B62-BF91-4C39-8244-EEBE9F98AF0C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D918E-7088-45F4-9BF4-062C954B48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22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1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6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2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70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91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lion room as the lions are all dead….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1D918E-7088-45F4-9BF4-062C954B4805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123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11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19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33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0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49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54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38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6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95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56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424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960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761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9107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108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745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6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0DF2A-8D1D-43A5-9C43-2421C503B404}" type="datetimeFigureOut">
              <a:rPr lang="en-AU" smtClean="0"/>
              <a:t>31/07/2019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59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#quiz/5ed0e7ba-3de2-41a5-a1cc-f36f3cfda75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e.kahoot.it/#quiz/353034e3-b072-4ee7-8051-34f8956c06e8" TargetMode="External"/><Relationship Id="rId4" Type="http://schemas.openxmlformats.org/officeDocument/2006/relationships/hyperlink" Target="https://create.kahoot.it/#quiz/02a9316f-bc38-4257-ae4e-95e5159469a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Co-interior angles</a:t>
            </a:r>
            <a:endParaRPr lang="en-US" b="1" dirty="0">
              <a:solidFill>
                <a:srgbClr val="FF000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- </a:t>
            </a:r>
            <a:r>
              <a:rPr lang="en-AU" sz="3200" dirty="0">
                <a:latin typeface="Kiwi School Handwriting" panose="00000500000000000000" pitchFamily="2" charset="0"/>
              </a:rPr>
              <a:t>Label co-interior angles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DB09-6E39-4E45-88F0-1459CEA9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6B72C7-1132-4465-8BA0-25CC6BD4B3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057401"/>
                <a:ext cx="10820400" cy="4024125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AutoNum type="arabicPeriod"/>
                </a:pPr>
                <a:r>
                  <a:rPr lang="en-AU" dirty="0"/>
                  <a:t>Are these lines Parallel?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What does 11</a:t>
                </a:r>
                <a:r>
                  <a:rPr lang="en-AU" baseline="30000" dirty="0"/>
                  <a:t>2</a:t>
                </a:r>
                <a:r>
                  <a:rPr lang="en-AU" dirty="0"/>
                  <a:t> = 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?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If a shower uses 9L of water per minute, how much more water is used in a 15 minute shower than a 10 minute shower?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Complete your summary and add at least 1 term you used last lesson to your glossary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6B72C7-1132-4465-8BA0-25CC6BD4B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057401"/>
                <a:ext cx="10820400" cy="4024125"/>
              </a:xfrm>
              <a:blipFill>
                <a:blip r:embed="rId2"/>
                <a:stretch>
                  <a:fillRect l="-620" t="-2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475A6F-4C70-48AD-8190-D4AF96332DA7}"/>
              </a:ext>
            </a:extLst>
          </p:cNvPr>
          <p:cNvCxnSpPr/>
          <p:nvPr/>
        </p:nvCxnSpPr>
        <p:spPr>
          <a:xfrm flipV="1">
            <a:off x="6963508" y="2261381"/>
            <a:ext cx="3826412" cy="52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A4EB9-52DB-484F-903E-673F47E908EA}"/>
              </a:ext>
            </a:extLst>
          </p:cNvPr>
          <p:cNvCxnSpPr/>
          <p:nvPr/>
        </p:nvCxnSpPr>
        <p:spPr>
          <a:xfrm flipV="1">
            <a:off x="6850966" y="3225400"/>
            <a:ext cx="3826412" cy="52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C7F9DA-2636-4585-81E7-56E5D90D86C8}"/>
              </a:ext>
            </a:extLst>
          </p:cNvPr>
          <p:cNvCxnSpPr>
            <a:cxnSpLocks/>
          </p:cNvCxnSpPr>
          <p:nvPr/>
        </p:nvCxnSpPr>
        <p:spPr>
          <a:xfrm flipV="1">
            <a:off x="8060788" y="2398540"/>
            <a:ext cx="942535" cy="1434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5770FF7-CA83-47CF-9DE2-ACFDCFF7A2E5}"/>
              </a:ext>
            </a:extLst>
          </p:cNvPr>
          <p:cNvSpPr txBox="1"/>
          <p:nvPr/>
        </p:nvSpPr>
        <p:spPr>
          <a:xfrm>
            <a:off x="7702061" y="3244334"/>
            <a:ext cx="71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116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02433E-BAEC-45EF-9701-0935815A34A6}"/>
              </a:ext>
            </a:extLst>
          </p:cNvPr>
          <p:cNvSpPr txBox="1"/>
          <p:nvPr/>
        </p:nvSpPr>
        <p:spPr>
          <a:xfrm>
            <a:off x="9003323" y="2124222"/>
            <a:ext cx="71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62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A2BD78-B029-4324-9A97-5A2F7704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30"/>
            <a:ext cx="9003646" cy="6651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C21C8-1E86-4DDC-AB52-BC1066F8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537" y="410135"/>
            <a:ext cx="2910580" cy="2212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606729-3E3A-4FD1-A9A9-DB497E5B0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180" y="3568383"/>
            <a:ext cx="2465293" cy="27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5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046594-11E0-4568-8FB7-7D0AEBD1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73" y="52008"/>
            <a:ext cx="9135316" cy="680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87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60420"/>
            <a:ext cx="4844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Co-Interior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Co-Interior Angle??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co-interior angles and how do we find them?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431170"/>
            <a:ext cx="95449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</a:rPr>
              <a:t>Co-Interior angles are on the same side of the traversal line between the parallel lines. 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They are supplementary angles (they add up to 180°)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It forms a </a:t>
            </a: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</a:rPr>
              <a:t>C shape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D2CB5A-83E6-4AE0-B548-2A1BCC143F99}"/>
              </a:ext>
            </a:extLst>
          </p:cNvPr>
          <p:cNvCxnSpPr/>
          <p:nvPr/>
        </p:nvCxnSpPr>
        <p:spPr>
          <a:xfrm>
            <a:off x="4093029" y="4078331"/>
            <a:ext cx="615405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3B17CF-58DA-4914-8545-742CB72D8985}"/>
              </a:ext>
            </a:extLst>
          </p:cNvPr>
          <p:cNvCxnSpPr/>
          <p:nvPr/>
        </p:nvCxnSpPr>
        <p:spPr>
          <a:xfrm>
            <a:off x="4093029" y="5217703"/>
            <a:ext cx="615405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5DA645-CFED-4D85-A007-A49451190190}"/>
              </a:ext>
            </a:extLst>
          </p:cNvPr>
          <p:cNvCxnSpPr/>
          <p:nvPr/>
        </p:nvCxnSpPr>
        <p:spPr>
          <a:xfrm flipH="1">
            <a:off x="5863771" y="3396343"/>
            <a:ext cx="1973943" cy="255451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eart 14">
            <a:extLst>
              <a:ext uri="{FF2B5EF4-FFF2-40B4-BE49-F238E27FC236}">
                <a16:creationId xmlns:a16="http://schemas.microsoft.com/office/drawing/2014/main" id="{46D642E4-8748-47F0-A305-2312DE8DEB41}"/>
              </a:ext>
            </a:extLst>
          </p:cNvPr>
          <p:cNvSpPr/>
          <p:nvPr/>
        </p:nvSpPr>
        <p:spPr>
          <a:xfrm>
            <a:off x="7286171" y="4153495"/>
            <a:ext cx="304800" cy="304800"/>
          </a:xfrm>
          <a:prstGeom prst="hear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5C2B424C-BC70-4599-9CB5-4D9D8EA8E692}"/>
              </a:ext>
            </a:extLst>
          </p:cNvPr>
          <p:cNvSpPr/>
          <p:nvPr/>
        </p:nvSpPr>
        <p:spPr>
          <a:xfrm>
            <a:off x="6738651" y="4838258"/>
            <a:ext cx="304800" cy="304800"/>
          </a:xfrm>
          <a:prstGeom prst="hear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04B01F-A9F1-452B-BD3C-4699F86CBEA7}"/>
              </a:ext>
            </a:extLst>
          </p:cNvPr>
          <p:cNvCxnSpPr>
            <a:cxnSpLocks/>
          </p:cNvCxnSpPr>
          <p:nvPr/>
        </p:nvCxnSpPr>
        <p:spPr>
          <a:xfrm flipH="1">
            <a:off x="7326087" y="4078331"/>
            <a:ext cx="845456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48E7EE-5A89-4113-BCBA-5158785691B9}"/>
              </a:ext>
            </a:extLst>
          </p:cNvPr>
          <p:cNvCxnSpPr>
            <a:cxnSpLocks/>
          </p:cNvCxnSpPr>
          <p:nvPr/>
        </p:nvCxnSpPr>
        <p:spPr>
          <a:xfrm flipH="1">
            <a:off x="6404428" y="4066073"/>
            <a:ext cx="936173" cy="115163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9F9445-2E5C-45A7-BFE8-0A429C117903}"/>
              </a:ext>
            </a:extLst>
          </p:cNvPr>
          <p:cNvCxnSpPr>
            <a:cxnSpLocks/>
          </p:cNvCxnSpPr>
          <p:nvPr/>
        </p:nvCxnSpPr>
        <p:spPr>
          <a:xfrm flipH="1">
            <a:off x="6429829" y="5217703"/>
            <a:ext cx="1226456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5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60420"/>
            <a:ext cx="4844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Co-Interior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Co-Interior Angle??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co-interior angles and how do we find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356404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232BD397-13FB-44B5-A983-96D9ED35E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607"/>
          <a:stretch/>
        </p:blipFill>
        <p:spPr>
          <a:xfrm>
            <a:off x="2221857" y="1596572"/>
            <a:ext cx="9055743" cy="499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6515" y="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F03AC-9150-4EE6-89EB-BF8E39C84F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9" r="4511"/>
          <a:stretch/>
        </p:blipFill>
        <p:spPr>
          <a:xfrm>
            <a:off x="0" y="933222"/>
            <a:ext cx="12204668" cy="5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158A7-07F0-4C9C-B30D-A266D74B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127" y="0"/>
            <a:ext cx="8756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6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350875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76" y="2195232"/>
            <a:ext cx="11064638" cy="32239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3"/>
              </a:rPr>
              <a:t>https://create.kahoot.it/#quiz/5ed0e7ba-3de2-41a5-a1cc-f36f3cfda757</a:t>
            </a: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4"/>
              </a:rPr>
              <a:t>https://create.kahoot.it/#quiz/02a9316f-bc38-4257-ae4e-95e5159469a0</a:t>
            </a: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5"/>
              </a:rPr>
              <a:t>https://create.kahoot.it/#quiz/353034e3-b072-4ee7-8051-34f8956c06e8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97</TotalTime>
  <Words>263</Words>
  <Application>Microsoft Office PowerPoint</Application>
  <PresentationFormat>Widescreen</PresentationFormat>
  <Paragraphs>64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Co-interior angles</vt:lpstr>
      <vt:lpstr>Learning Intentions</vt:lpstr>
      <vt:lpstr>5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Co-interior angles</dc:title>
  <dc:creator>Nine Labuschagne</dc:creator>
  <cp:lastModifiedBy>WILSON James [Baldivis Secondary College]</cp:lastModifiedBy>
  <cp:revision>12</cp:revision>
  <dcterms:created xsi:type="dcterms:W3CDTF">2017-10-17T06:16:55Z</dcterms:created>
  <dcterms:modified xsi:type="dcterms:W3CDTF">2019-07-31T14:41:44Z</dcterms:modified>
</cp:coreProperties>
</file>