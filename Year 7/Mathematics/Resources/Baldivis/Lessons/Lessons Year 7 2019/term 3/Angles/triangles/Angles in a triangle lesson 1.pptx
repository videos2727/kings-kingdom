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3" r:id="rId2"/>
    <p:sldId id="257" r:id="rId3"/>
    <p:sldId id="288" r:id="rId4"/>
    <p:sldId id="284" r:id="rId5"/>
    <p:sldId id="264" r:id="rId6"/>
    <p:sldId id="285" r:id="rId7"/>
    <p:sldId id="286" r:id="rId8"/>
    <p:sldId id="28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917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557F-B7E3-409A-A733-0F8F54E0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Triangles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C6E8-C032-4793-A1D4-2ADAA201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EQ: </a:t>
            </a:r>
            <a:r>
              <a:rPr lang="en-AU" dirty="0" smtClean="0"/>
              <a:t>How can we use the angles inside a triangle</a:t>
            </a:r>
            <a:r>
              <a:rPr lang="en-AU" dirty="0" smtClean="0"/>
              <a:t>? 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0E39E-75BA-48E8-A6F7-668945DF8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2636912"/>
            <a:ext cx="3840088" cy="38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4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Calculate the size of angles in triangles</a:t>
            </a: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>
            <a:normAutofit fontScale="90000"/>
          </a:bodyPr>
          <a:lstStyle/>
          <a:p>
            <a:r>
              <a:rPr lang="en-AU" sz="3100" dirty="0" smtClean="0"/>
              <a:t>Triangles</a:t>
            </a:r>
            <a:br>
              <a:rPr lang="en-AU" sz="3100" dirty="0" smtClean="0"/>
            </a:br>
            <a:r>
              <a:rPr lang="en-AU" sz="3100" dirty="0" smtClean="0"/>
              <a:t>EQ </a:t>
            </a:r>
            <a:r>
              <a:rPr lang="en-AU" sz="3100" dirty="0"/>
              <a:t>–How can we use the angles inside a triangle?  </a:t>
            </a: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400" b="1" dirty="0" smtClean="0"/>
              <a:t>First 5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sz="2400" dirty="0" smtClean="0"/>
              <a:t>How big is a revolution?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sz="2400" dirty="0" smtClean="0"/>
              <a:t>Alternate angles are_____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sz="2400" dirty="0" smtClean="0"/>
              <a:t>Supplementary means__________________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sz="2400" dirty="0" smtClean="0"/>
              <a:t>Give 2 angles that are complementary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sz="2400" dirty="0" smtClean="0"/>
              <a:t>Draw the diagram and give the value of each angle.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5301208"/>
            <a:ext cx="2088232" cy="143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4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80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TPS</a:t>
            </a:r>
            <a:endParaRPr lang="en-AU" sz="8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dirty="0" err="1" smtClean="0"/>
              <a:t>Quickwrite</a:t>
            </a:r>
            <a:r>
              <a:rPr lang="en-AU" dirty="0" smtClean="0"/>
              <a:t>:</a:t>
            </a:r>
          </a:p>
          <a:p>
            <a:pPr marL="0" indent="0">
              <a:buNone/>
            </a:pPr>
            <a:r>
              <a:rPr lang="en-AU" dirty="0" smtClean="0"/>
              <a:t>Write down all you know about triangles, you have 2 minutes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876256" y="123924"/>
            <a:ext cx="202869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en-US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</a:t>
            </a:r>
            <a:r>
              <a:rPr lang="en-US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3501008"/>
            <a:ext cx="4332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Share with your shoulder partner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907704" y="5042792"/>
            <a:ext cx="56886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Share one fact your partner said about triangles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1435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9289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73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/>
              <a:t>–How can we use the angles inside a triangle? 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70643" y="2236222"/>
            <a:ext cx="37859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triangle is a 3-sided shape. </a:t>
            </a:r>
          </a:p>
          <a:p>
            <a:endParaRPr lang="en-AU" dirty="0"/>
          </a:p>
          <a:p>
            <a:r>
              <a:rPr lang="en-AU" dirty="0" smtClean="0"/>
              <a:t>Angles inside a triangle add up to 180°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2420888"/>
            <a:ext cx="19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triangle?</a:t>
            </a:r>
            <a:endParaRPr lang="en-AU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3325354"/>
            <a:ext cx="2714456" cy="17825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7540" y="5240559"/>
            <a:ext cx="2009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a+b+c</a:t>
            </a:r>
            <a:r>
              <a:rPr lang="en-AU" dirty="0" smtClean="0"/>
              <a:t>=180 degrees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836712"/>
            <a:ext cx="38603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Examples:  ADD THESE TO YOUR NOTES</a:t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Find the missing angles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495178"/>
            <a:ext cx="3914775" cy="2076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780928"/>
            <a:ext cx="34194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5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548680"/>
            <a:ext cx="72866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4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132856"/>
            <a:ext cx="6191250" cy="2638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672" y="548680"/>
            <a:ext cx="412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Challenge: Find the values of a, b, c, and 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504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167</Words>
  <Application>Microsoft Office PowerPoint</Application>
  <PresentationFormat>On-screen Show (4:3)</PresentationFormat>
  <Paragraphs>37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Algerian</vt:lpstr>
      <vt:lpstr>Arial</vt:lpstr>
      <vt:lpstr>Calibri</vt:lpstr>
      <vt:lpstr>Office Theme</vt:lpstr>
      <vt:lpstr>Triangles</vt:lpstr>
      <vt:lpstr>Lesson objective</vt:lpstr>
      <vt:lpstr>Triangles EQ –How can we use the angles inside a triangle?   </vt:lpstr>
      <vt:lpstr>TPS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 [Baldivis Secondary College]</cp:lastModifiedBy>
  <cp:revision>31</cp:revision>
  <dcterms:created xsi:type="dcterms:W3CDTF">2016-10-20T03:14:06Z</dcterms:created>
  <dcterms:modified xsi:type="dcterms:W3CDTF">2019-08-02T08:32:46Z</dcterms:modified>
</cp:coreProperties>
</file>