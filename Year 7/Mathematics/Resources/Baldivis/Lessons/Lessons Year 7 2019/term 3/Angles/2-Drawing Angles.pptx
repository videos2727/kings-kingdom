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7" r:id="rId2"/>
    <p:sldId id="258" r:id="rId3"/>
    <p:sldId id="287" r:id="rId4"/>
    <p:sldId id="288" r:id="rId5"/>
    <p:sldId id="280" r:id="rId6"/>
    <p:sldId id="281" r:id="rId7"/>
    <p:sldId id="282" r:id="rId8"/>
    <p:sldId id="283" r:id="rId9"/>
    <p:sldId id="284" r:id="rId10"/>
    <p:sldId id="285" r:id="rId11"/>
    <p:sldId id="276" r:id="rId12"/>
    <p:sldId id="286" r:id="rId13"/>
    <p:sldId id="27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 autoAdjust="0"/>
    <p:restoredTop sz="84913" autoAdjust="0"/>
  </p:normalViewPr>
  <p:slideViewPr>
    <p:cSldViewPr snapToGrid="0">
      <p:cViewPr varScale="1">
        <p:scale>
          <a:sx n="57" d="100"/>
          <a:sy n="57" d="100"/>
        </p:scale>
        <p:origin x="12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735A0D-A18D-4A88-8E52-76B54873F129}" type="doc">
      <dgm:prSet loTypeId="urn:microsoft.com/office/officeart/2005/8/layout/vProcess5" loCatId="Inbox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5DCECF4-F634-46B7-A861-E95356E84A3C}">
      <dgm:prSet custT="1"/>
      <dgm:spPr/>
      <dgm:t>
        <a:bodyPr/>
        <a:lstStyle/>
        <a:p>
          <a:r>
            <a:rPr lang="en-US" sz="2400" dirty="0"/>
            <a:t>Draw two angles on your card </a:t>
          </a:r>
        </a:p>
      </dgm:t>
    </dgm:pt>
    <dgm:pt modelId="{0481561D-C143-4C5E-B514-6793C3240AAF}" type="parTrans" cxnId="{911E98A4-36DE-47F0-8136-23359D753919}">
      <dgm:prSet/>
      <dgm:spPr/>
      <dgm:t>
        <a:bodyPr/>
        <a:lstStyle/>
        <a:p>
          <a:endParaRPr lang="en-US"/>
        </a:p>
      </dgm:t>
    </dgm:pt>
    <dgm:pt modelId="{814F8A69-0748-4EDC-BE52-29DC302758C3}" type="sibTrans" cxnId="{911E98A4-36DE-47F0-8136-23359D753919}">
      <dgm:prSet/>
      <dgm:spPr/>
      <dgm:t>
        <a:bodyPr/>
        <a:lstStyle/>
        <a:p>
          <a:endParaRPr lang="en-US"/>
        </a:p>
      </dgm:t>
    </dgm:pt>
    <dgm:pt modelId="{475A95C2-9AE2-447A-A1EB-B67E049AB096}">
      <dgm:prSet custT="1"/>
      <dgm:spPr/>
      <dgm:t>
        <a:bodyPr/>
        <a:lstStyle/>
        <a:p>
          <a:r>
            <a:rPr lang="en-US" sz="2400" dirty="0"/>
            <a:t>Try to be as accurate as you can be! Help each other</a:t>
          </a:r>
        </a:p>
      </dgm:t>
    </dgm:pt>
    <dgm:pt modelId="{3EE28121-4E1C-4BAF-9215-F2509C81CA0E}" type="parTrans" cxnId="{43F998A5-2AA4-41BA-87D2-39B7FE9D317F}">
      <dgm:prSet/>
      <dgm:spPr/>
      <dgm:t>
        <a:bodyPr/>
        <a:lstStyle/>
        <a:p>
          <a:endParaRPr lang="en-US"/>
        </a:p>
      </dgm:t>
    </dgm:pt>
    <dgm:pt modelId="{C9AB4AAA-0F68-44AC-AA75-89151A7B7A82}" type="sibTrans" cxnId="{43F998A5-2AA4-41BA-87D2-39B7FE9D317F}">
      <dgm:prSet/>
      <dgm:spPr/>
      <dgm:t>
        <a:bodyPr/>
        <a:lstStyle/>
        <a:p>
          <a:endParaRPr lang="en-US"/>
        </a:p>
      </dgm:t>
    </dgm:pt>
    <dgm:pt modelId="{25267582-E232-44A2-98C4-87EEFE17F1D2}">
      <dgm:prSet custT="1"/>
      <dgm:spPr/>
      <dgm:t>
        <a:bodyPr/>
        <a:lstStyle/>
        <a:p>
          <a:r>
            <a:rPr lang="en-US" sz="2800" dirty="0"/>
            <a:t>Draw</a:t>
          </a:r>
        </a:p>
      </dgm:t>
    </dgm:pt>
    <dgm:pt modelId="{8007FE84-94E0-4A1C-A861-738F8C8379B7}" type="sibTrans" cxnId="{F352613E-2F6E-4032-B841-43EEABD262CA}">
      <dgm:prSet/>
      <dgm:spPr/>
      <dgm:t>
        <a:bodyPr/>
        <a:lstStyle/>
        <a:p>
          <a:endParaRPr lang="en-US"/>
        </a:p>
      </dgm:t>
    </dgm:pt>
    <dgm:pt modelId="{EC96D364-F354-48B2-ABF7-EA000E9BA6A2}" type="parTrans" cxnId="{F352613E-2F6E-4032-B841-43EEABD262CA}">
      <dgm:prSet/>
      <dgm:spPr/>
      <dgm:t>
        <a:bodyPr/>
        <a:lstStyle/>
        <a:p>
          <a:endParaRPr lang="en-US"/>
        </a:p>
      </dgm:t>
    </dgm:pt>
    <dgm:pt modelId="{01B7D6A0-8B34-4A35-8F4A-672DAE477668}">
      <dgm:prSet custT="1"/>
      <dgm:spPr/>
      <dgm:t>
        <a:bodyPr/>
        <a:lstStyle/>
        <a:p>
          <a:r>
            <a:rPr lang="en-US" sz="2800" dirty="0"/>
            <a:t>Pass</a:t>
          </a:r>
        </a:p>
      </dgm:t>
    </dgm:pt>
    <dgm:pt modelId="{ED345A28-AC67-42D5-9AD3-642B99ECCE3E}" type="parTrans" cxnId="{9456DAFF-E772-4D06-80A8-1AEA4F859306}">
      <dgm:prSet/>
      <dgm:spPr/>
      <dgm:t>
        <a:bodyPr/>
        <a:lstStyle/>
        <a:p>
          <a:endParaRPr lang="en-US"/>
        </a:p>
      </dgm:t>
    </dgm:pt>
    <dgm:pt modelId="{6B3CF428-C5FA-493B-BCE6-179ADF69CB21}" type="sibTrans" cxnId="{9456DAFF-E772-4D06-80A8-1AEA4F859306}">
      <dgm:prSet/>
      <dgm:spPr/>
      <dgm:t>
        <a:bodyPr/>
        <a:lstStyle/>
        <a:p>
          <a:endParaRPr lang="en-US"/>
        </a:p>
        <a:p>
          <a:endParaRPr lang="en-US"/>
        </a:p>
      </dgm:t>
    </dgm:pt>
    <dgm:pt modelId="{1FEF2D1F-E4AF-4ECE-A14A-9B073FF3632E}">
      <dgm:prSet custT="1"/>
      <dgm:spPr/>
      <dgm:t>
        <a:bodyPr/>
        <a:lstStyle/>
        <a:p>
          <a:r>
            <a:rPr lang="en-US" sz="2800" dirty="0"/>
            <a:t>Try</a:t>
          </a:r>
        </a:p>
      </dgm:t>
    </dgm:pt>
    <dgm:pt modelId="{1A6F3738-B031-42EB-84D2-A56EA771C286}" type="parTrans" cxnId="{942AFC6F-81C3-461B-86DC-3637E037DBFF}">
      <dgm:prSet/>
      <dgm:spPr/>
      <dgm:t>
        <a:bodyPr/>
        <a:lstStyle/>
        <a:p>
          <a:endParaRPr lang="en-US"/>
        </a:p>
      </dgm:t>
    </dgm:pt>
    <dgm:pt modelId="{67119207-3B90-4A36-8A14-168D831D9844}" type="sibTrans" cxnId="{942AFC6F-81C3-461B-86DC-3637E037DBFF}">
      <dgm:prSet/>
      <dgm:spPr/>
    </dgm:pt>
    <dgm:pt modelId="{75F2F490-EBF2-4789-B37F-98277268D126}">
      <dgm:prSet custT="1"/>
      <dgm:spPr/>
      <dgm:t>
        <a:bodyPr/>
        <a:lstStyle/>
        <a:p>
          <a:r>
            <a:rPr lang="en-US" sz="2400" dirty="0"/>
            <a:t>Pass the angles to your partner to solve</a:t>
          </a:r>
        </a:p>
      </dgm:t>
    </dgm:pt>
    <dgm:pt modelId="{59834449-EDBA-43CD-B67A-783EF3714258}" type="parTrans" cxnId="{78943240-CBD5-4FC7-B774-7E3ACED23351}">
      <dgm:prSet/>
      <dgm:spPr/>
      <dgm:t>
        <a:bodyPr/>
        <a:lstStyle/>
        <a:p>
          <a:endParaRPr lang="en-US"/>
        </a:p>
      </dgm:t>
    </dgm:pt>
    <dgm:pt modelId="{628C85F6-5F2F-4F08-BC4B-2FB0CD62A24B}" type="sibTrans" cxnId="{78943240-CBD5-4FC7-B774-7E3ACED23351}">
      <dgm:prSet/>
      <dgm:spPr/>
    </dgm:pt>
    <dgm:pt modelId="{D9F98DAF-0780-4439-972C-D1E86A1E0E2A}" type="pres">
      <dgm:prSet presAssocID="{8F735A0D-A18D-4A88-8E52-76B54873F129}" presName="outerComposite" presStyleCnt="0">
        <dgm:presLayoutVars>
          <dgm:chMax val="5"/>
          <dgm:dir/>
          <dgm:resizeHandles val="exact"/>
        </dgm:presLayoutVars>
      </dgm:prSet>
      <dgm:spPr/>
    </dgm:pt>
    <dgm:pt modelId="{4790A6D5-B9F1-45E0-80D3-415B6BDCA2E5}" type="pres">
      <dgm:prSet presAssocID="{8F735A0D-A18D-4A88-8E52-76B54873F129}" presName="dummyMaxCanvas" presStyleCnt="0">
        <dgm:presLayoutVars/>
      </dgm:prSet>
      <dgm:spPr/>
    </dgm:pt>
    <dgm:pt modelId="{F930EE99-AD8F-499C-A7AE-04EB2C34733B}" type="pres">
      <dgm:prSet presAssocID="{8F735A0D-A18D-4A88-8E52-76B54873F129}" presName="ThreeNodes_1" presStyleLbl="node1" presStyleIdx="0" presStyleCnt="3">
        <dgm:presLayoutVars>
          <dgm:bulletEnabled val="1"/>
        </dgm:presLayoutVars>
      </dgm:prSet>
      <dgm:spPr/>
    </dgm:pt>
    <dgm:pt modelId="{E5987DCC-83BE-43E4-85D4-CA5EA83E5240}" type="pres">
      <dgm:prSet presAssocID="{8F735A0D-A18D-4A88-8E52-76B54873F129}" presName="ThreeNodes_2" presStyleLbl="node1" presStyleIdx="1" presStyleCnt="3">
        <dgm:presLayoutVars>
          <dgm:bulletEnabled val="1"/>
        </dgm:presLayoutVars>
      </dgm:prSet>
      <dgm:spPr/>
    </dgm:pt>
    <dgm:pt modelId="{7DA9EC6F-BA7F-43DE-B940-8FE47DC89C57}" type="pres">
      <dgm:prSet presAssocID="{8F735A0D-A18D-4A88-8E52-76B54873F129}" presName="ThreeNodes_3" presStyleLbl="node1" presStyleIdx="2" presStyleCnt="3" custLinFactNeighborX="-786" custLinFactNeighborY="1264">
        <dgm:presLayoutVars>
          <dgm:bulletEnabled val="1"/>
        </dgm:presLayoutVars>
      </dgm:prSet>
      <dgm:spPr/>
    </dgm:pt>
    <dgm:pt modelId="{49FBFC5B-1593-4E54-977F-0225E399BE27}" type="pres">
      <dgm:prSet presAssocID="{8F735A0D-A18D-4A88-8E52-76B54873F129}" presName="ThreeConn_1-2" presStyleLbl="fgAccFollowNode1" presStyleIdx="0" presStyleCnt="2">
        <dgm:presLayoutVars>
          <dgm:bulletEnabled val="1"/>
        </dgm:presLayoutVars>
      </dgm:prSet>
      <dgm:spPr/>
    </dgm:pt>
    <dgm:pt modelId="{AD66347A-737B-4B98-A359-C3B7407B2DC5}" type="pres">
      <dgm:prSet presAssocID="{8F735A0D-A18D-4A88-8E52-76B54873F129}" presName="ThreeConn_2-3" presStyleLbl="fgAccFollowNode1" presStyleIdx="1" presStyleCnt="2">
        <dgm:presLayoutVars>
          <dgm:bulletEnabled val="1"/>
        </dgm:presLayoutVars>
      </dgm:prSet>
      <dgm:spPr/>
    </dgm:pt>
    <dgm:pt modelId="{77A7669D-47AD-4688-B25C-E04043A707DF}" type="pres">
      <dgm:prSet presAssocID="{8F735A0D-A18D-4A88-8E52-76B54873F129}" presName="ThreeNodes_1_text" presStyleLbl="node1" presStyleIdx="2" presStyleCnt="3">
        <dgm:presLayoutVars>
          <dgm:bulletEnabled val="1"/>
        </dgm:presLayoutVars>
      </dgm:prSet>
      <dgm:spPr/>
    </dgm:pt>
    <dgm:pt modelId="{D6B4964F-44DF-4729-887B-BCDEB776AA6C}" type="pres">
      <dgm:prSet presAssocID="{8F735A0D-A18D-4A88-8E52-76B54873F129}" presName="ThreeNodes_2_text" presStyleLbl="node1" presStyleIdx="2" presStyleCnt="3">
        <dgm:presLayoutVars>
          <dgm:bulletEnabled val="1"/>
        </dgm:presLayoutVars>
      </dgm:prSet>
      <dgm:spPr/>
    </dgm:pt>
    <dgm:pt modelId="{8CF4D7CE-8C90-4607-B8B1-F5A4B97B4D2B}" type="pres">
      <dgm:prSet presAssocID="{8F735A0D-A18D-4A88-8E52-76B54873F129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9513725-2659-4647-94C5-ECEBA3164BDA}" type="presOf" srcId="{25267582-E232-44A2-98C4-87EEFE17F1D2}" destId="{F930EE99-AD8F-499C-A7AE-04EB2C34733B}" srcOrd="0" destOrd="0" presId="urn:microsoft.com/office/officeart/2005/8/layout/vProcess5"/>
    <dgm:cxn modelId="{C8070B38-F4FD-4D17-870C-85336568B684}" type="presOf" srcId="{8007FE84-94E0-4A1C-A861-738F8C8379B7}" destId="{49FBFC5B-1593-4E54-977F-0225E399BE27}" srcOrd="0" destOrd="0" presId="urn:microsoft.com/office/officeart/2005/8/layout/vProcess5"/>
    <dgm:cxn modelId="{8BA8573D-1B17-424E-9D23-045FD6BAD12E}" type="presOf" srcId="{475A95C2-9AE2-447A-A1EB-B67E049AB096}" destId="{8CF4D7CE-8C90-4607-B8B1-F5A4B97B4D2B}" srcOrd="1" destOrd="1" presId="urn:microsoft.com/office/officeart/2005/8/layout/vProcess5"/>
    <dgm:cxn modelId="{F352613E-2F6E-4032-B841-43EEABD262CA}" srcId="{8F735A0D-A18D-4A88-8E52-76B54873F129}" destId="{25267582-E232-44A2-98C4-87EEFE17F1D2}" srcOrd="0" destOrd="0" parTransId="{EC96D364-F354-48B2-ABF7-EA000E9BA6A2}" sibTransId="{8007FE84-94E0-4A1C-A861-738F8C8379B7}"/>
    <dgm:cxn modelId="{78943240-CBD5-4FC7-B774-7E3ACED23351}" srcId="{01B7D6A0-8B34-4A35-8F4A-672DAE477668}" destId="{75F2F490-EBF2-4789-B37F-98277268D126}" srcOrd="0" destOrd="0" parTransId="{59834449-EDBA-43CD-B67A-783EF3714258}" sibTransId="{628C85F6-5F2F-4F08-BC4B-2FB0CD62A24B}"/>
    <dgm:cxn modelId="{BEAFCC5D-314B-4376-B861-22A5BA35BE44}" type="presOf" srcId="{1FEF2D1F-E4AF-4ECE-A14A-9B073FF3632E}" destId="{8CF4D7CE-8C90-4607-B8B1-F5A4B97B4D2B}" srcOrd="1" destOrd="0" presId="urn:microsoft.com/office/officeart/2005/8/layout/vProcess5"/>
    <dgm:cxn modelId="{814F6F49-7E27-4583-AC42-1844EC200786}" type="presOf" srcId="{75DCECF4-F634-46B7-A861-E95356E84A3C}" destId="{77A7669D-47AD-4688-B25C-E04043A707DF}" srcOrd="1" destOrd="1" presId="urn:microsoft.com/office/officeart/2005/8/layout/vProcess5"/>
    <dgm:cxn modelId="{A8FBB349-5841-4034-AB4E-E11EBE5D9577}" type="presOf" srcId="{8F735A0D-A18D-4A88-8E52-76B54873F129}" destId="{D9F98DAF-0780-4439-972C-D1E86A1E0E2A}" srcOrd="0" destOrd="0" presId="urn:microsoft.com/office/officeart/2005/8/layout/vProcess5"/>
    <dgm:cxn modelId="{C3BFD84A-B45F-4BF0-928F-A1E7F8F94B1F}" type="presOf" srcId="{01B7D6A0-8B34-4A35-8F4A-672DAE477668}" destId="{D6B4964F-44DF-4729-887B-BCDEB776AA6C}" srcOrd="1" destOrd="0" presId="urn:microsoft.com/office/officeart/2005/8/layout/vProcess5"/>
    <dgm:cxn modelId="{942AFC6F-81C3-461B-86DC-3637E037DBFF}" srcId="{8F735A0D-A18D-4A88-8E52-76B54873F129}" destId="{1FEF2D1F-E4AF-4ECE-A14A-9B073FF3632E}" srcOrd="2" destOrd="0" parTransId="{1A6F3738-B031-42EB-84D2-A56EA771C286}" sibTransId="{67119207-3B90-4A36-8A14-168D831D9844}"/>
    <dgm:cxn modelId="{38BB0A52-7FD8-4767-A1A7-8F89DB61C5BA}" type="presOf" srcId="{01B7D6A0-8B34-4A35-8F4A-672DAE477668}" destId="{E5987DCC-83BE-43E4-85D4-CA5EA83E5240}" srcOrd="0" destOrd="0" presId="urn:microsoft.com/office/officeart/2005/8/layout/vProcess5"/>
    <dgm:cxn modelId="{8E4ACF5A-F0AA-4FCB-9615-B5CF739A7571}" type="presOf" srcId="{75DCECF4-F634-46B7-A861-E95356E84A3C}" destId="{F930EE99-AD8F-499C-A7AE-04EB2C34733B}" srcOrd="0" destOrd="1" presId="urn:microsoft.com/office/officeart/2005/8/layout/vProcess5"/>
    <dgm:cxn modelId="{4ED0E685-8F18-4455-A65D-D86EB1968B9E}" type="presOf" srcId="{1FEF2D1F-E4AF-4ECE-A14A-9B073FF3632E}" destId="{7DA9EC6F-BA7F-43DE-B940-8FE47DC89C57}" srcOrd="0" destOrd="0" presId="urn:microsoft.com/office/officeart/2005/8/layout/vProcess5"/>
    <dgm:cxn modelId="{864CC49E-5A04-47C5-A569-C3F68728B1CA}" type="presOf" srcId="{25267582-E232-44A2-98C4-87EEFE17F1D2}" destId="{77A7669D-47AD-4688-B25C-E04043A707DF}" srcOrd="1" destOrd="0" presId="urn:microsoft.com/office/officeart/2005/8/layout/vProcess5"/>
    <dgm:cxn modelId="{911E98A4-36DE-47F0-8136-23359D753919}" srcId="{25267582-E232-44A2-98C4-87EEFE17F1D2}" destId="{75DCECF4-F634-46B7-A861-E95356E84A3C}" srcOrd="0" destOrd="0" parTransId="{0481561D-C143-4C5E-B514-6793C3240AAF}" sibTransId="{814F8A69-0748-4EDC-BE52-29DC302758C3}"/>
    <dgm:cxn modelId="{43F998A5-2AA4-41BA-87D2-39B7FE9D317F}" srcId="{1FEF2D1F-E4AF-4ECE-A14A-9B073FF3632E}" destId="{475A95C2-9AE2-447A-A1EB-B67E049AB096}" srcOrd="0" destOrd="0" parTransId="{3EE28121-4E1C-4BAF-9215-F2509C81CA0E}" sibTransId="{C9AB4AAA-0F68-44AC-AA75-89151A7B7A82}"/>
    <dgm:cxn modelId="{7B1A2DBE-E52E-4AA5-8F94-90659A7E824F}" type="presOf" srcId="{75F2F490-EBF2-4789-B37F-98277268D126}" destId="{E5987DCC-83BE-43E4-85D4-CA5EA83E5240}" srcOrd="0" destOrd="1" presId="urn:microsoft.com/office/officeart/2005/8/layout/vProcess5"/>
    <dgm:cxn modelId="{FDA82CDE-249E-44D5-8620-251AB0036178}" type="presOf" srcId="{75F2F490-EBF2-4789-B37F-98277268D126}" destId="{D6B4964F-44DF-4729-887B-BCDEB776AA6C}" srcOrd="1" destOrd="1" presId="urn:microsoft.com/office/officeart/2005/8/layout/vProcess5"/>
    <dgm:cxn modelId="{4BA5FFE3-B874-4362-BCB9-5EF2702D2879}" type="presOf" srcId="{6B3CF428-C5FA-493B-BCE6-179ADF69CB21}" destId="{AD66347A-737B-4B98-A359-C3B7407B2DC5}" srcOrd="0" destOrd="0" presId="urn:microsoft.com/office/officeart/2005/8/layout/vProcess5"/>
    <dgm:cxn modelId="{6E98EBF1-7296-40B3-82BB-BF00F28C7BDD}" type="presOf" srcId="{475A95C2-9AE2-447A-A1EB-B67E049AB096}" destId="{7DA9EC6F-BA7F-43DE-B940-8FE47DC89C57}" srcOrd="0" destOrd="1" presId="urn:microsoft.com/office/officeart/2005/8/layout/vProcess5"/>
    <dgm:cxn modelId="{9456DAFF-E772-4D06-80A8-1AEA4F859306}" srcId="{8F735A0D-A18D-4A88-8E52-76B54873F129}" destId="{01B7D6A0-8B34-4A35-8F4A-672DAE477668}" srcOrd="1" destOrd="0" parTransId="{ED345A28-AC67-42D5-9AD3-642B99ECCE3E}" sibTransId="{6B3CF428-C5FA-493B-BCE6-179ADF69CB21}"/>
    <dgm:cxn modelId="{740FA9A4-B89F-4A94-AA52-A83F11FA0BDE}" type="presParOf" srcId="{D9F98DAF-0780-4439-972C-D1E86A1E0E2A}" destId="{4790A6D5-B9F1-45E0-80D3-415B6BDCA2E5}" srcOrd="0" destOrd="0" presId="urn:microsoft.com/office/officeart/2005/8/layout/vProcess5"/>
    <dgm:cxn modelId="{503DF78A-A618-46A7-BFD2-4CDE87C74017}" type="presParOf" srcId="{D9F98DAF-0780-4439-972C-D1E86A1E0E2A}" destId="{F930EE99-AD8F-499C-A7AE-04EB2C34733B}" srcOrd="1" destOrd="0" presId="urn:microsoft.com/office/officeart/2005/8/layout/vProcess5"/>
    <dgm:cxn modelId="{8A86D536-BB85-4024-8470-66230FE680F1}" type="presParOf" srcId="{D9F98DAF-0780-4439-972C-D1E86A1E0E2A}" destId="{E5987DCC-83BE-43E4-85D4-CA5EA83E5240}" srcOrd="2" destOrd="0" presId="urn:microsoft.com/office/officeart/2005/8/layout/vProcess5"/>
    <dgm:cxn modelId="{C12D333E-E547-41A0-9F4B-BC5327B023A5}" type="presParOf" srcId="{D9F98DAF-0780-4439-972C-D1E86A1E0E2A}" destId="{7DA9EC6F-BA7F-43DE-B940-8FE47DC89C57}" srcOrd="3" destOrd="0" presId="urn:microsoft.com/office/officeart/2005/8/layout/vProcess5"/>
    <dgm:cxn modelId="{9B8AE7C0-3049-4044-B0EA-D40B4C7BFBBF}" type="presParOf" srcId="{D9F98DAF-0780-4439-972C-D1E86A1E0E2A}" destId="{49FBFC5B-1593-4E54-977F-0225E399BE27}" srcOrd="4" destOrd="0" presId="urn:microsoft.com/office/officeart/2005/8/layout/vProcess5"/>
    <dgm:cxn modelId="{F94B5002-DB6E-4012-BFB7-7B6E478CD768}" type="presParOf" srcId="{D9F98DAF-0780-4439-972C-D1E86A1E0E2A}" destId="{AD66347A-737B-4B98-A359-C3B7407B2DC5}" srcOrd="5" destOrd="0" presId="urn:microsoft.com/office/officeart/2005/8/layout/vProcess5"/>
    <dgm:cxn modelId="{744F6C49-98E9-4789-A1CE-04157D21D8EC}" type="presParOf" srcId="{D9F98DAF-0780-4439-972C-D1E86A1E0E2A}" destId="{77A7669D-47AD-4688-B25C-E04043A707DF}" srcOrd="6" destOrd="0" presId="urn:microsoft.com/office/officeart/2005/8/layout/vProcess5"/>
    <dgm:cxn modelId="{E1980D07-2479-467B-8FD3-82EB9132D0C9}" type="presParOf" srcId="{D9F98DAF-0780-4439-972C-D1E86A1E0E2A}" destId="{D6B4964F-44DF-4729-887B-BCDEB776AA6C}" srcOrd="7" destOrd="0" presId="urn:microsoft.com/office/officeart/2005/8/layout/vProcess5"/>
    <dgm:cxn modelId="{20EA6846-4100-4AF0-BA26-290F7C471395}" type="presParOf" srcId="{D9F98DAF-0780-4439-972C-D1E86A1E0E2A}" destId="{8CF4D7CE-8C90-4607-B8B1-F5A4B97B4D2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30EE99-AD8F-499C-A7AE-04EB2C34733B}">
      <dsp:nvSpPr>
        <dsp:cNvPr id="0" name=""/>
        <dsp:cNvSpPr/>
      </dsp:nvSpPr>
      <dsp:spPr>
        <a:xfrm>
          <a:off x="0" y="0"/>
          <a:ext cx="5346692" cy="16343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Draw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Draw two angles on your card </a:t>
          </a:r>
        </a:p>
      </dsp:txBody>
      <dsp:txXfrm>
        <a:off x="47868" y="47868"/>
        <a:ext cx="3583128" cy="1538587"/>
      </dsp:txXfrm>
    </dsp:sp>
    <dsp:sp modelId="{E5987DCC-83BE-43E4-85D4-CA5EA83E5240}">
      <dsp:nvSpPr>
        <dsp:cNvPr id="0" name=""/>
        <dsp:cNvSpPr/>
      </dsp:nvSpPr>
      <dsp:spPr>
        <a:xfrm>
          <a:off x="471766" y="1906710"/>
          <a:ext cx="5346692" cy="16343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279471"/>
                <a:satOff val="-14424"/>
                <a:lumOff val="1766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-1279471"/>
                <a:satOff val="-14424"/>
                <a:lumOff val="1766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Pass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Pass the angles to your partner to solve</a:t>
          </a:r>
        </a:p>
      </dsp:txBody>
      <dsp:txXfrm>
        <a:off x="519634" y="1954578"/>
        <a:ext cx="3716878" cy="1538587"/>
      </dsp:txXfrm>
    </dsp:sp>
    <dsp:sp modelId="{7DA9EC6F-BA7F-43DE-B940-8FE47DC89C57}">
      <dsp:nvSpPr>
        <dsp:cNvPr id="0" name=""/>
        <dsp:cNvSpPr/>
      </dsp:nvSpPr>
      <dsp:spPr>
        <a:xfrm>
          <a:off x="901508" y="3813421"/>
          <a:ext cx="5346692" cy="16343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2558941"/>
                <a:satOff val="-28848"/>
                <a:lumOff val="3533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2">
                <a:hueOff val="-2558941"/>
                <a:satOff val="-28848"/>
                <a:lumOff val="3533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Try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Try to be as accurate as you can be! Help each other</a:t>
          </a:r>
        </a:p>
      </dsp:txBody>
      <dsp:txXfrm>
        <a:off x="949376" y="3861289"/>
        <a:ext cx="3716878" cy="1538587"/>
      </dsp:txXfrm>
    </dsp:sp>
    <dsp:sp modelId="{49FBFC5B-1593-4E54-977F-0225E399BE27}">
      <dsp:nvSpPr>
        <dsp:cNvPr id="0" name=""/>
        <dsp:cNvSpPr/>
      </dsp:nvSpPr>
      <dsp:spPr>
        <a:xfrm>
          <a:off x="4284381" y="1239361"/>
          <a:ext cx="1062310" cy="10623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4523401" y="1239361"/>
        <a:ext cx="584270" cy="799388"/>
      </dsp:txXfrm>
    </dsp:sp>
    <dsp:sp modelId="{AD66347A-737B-4B98-A359-C3B7407B2DC5}">
      <dsp:nvSpPr>
        <dsp:cNvPr id="0" name=""/>
        <dsp:cNvSpPr/>
      </dsp:nvSpPr>
      <dsp:spPr>
        <a:xfrm>
          <a:off x="4756148" y="3135177"/>
          <a:ext cx="1062310" cy="10623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808354"/>
            <a:satOff val="-3946"/>
            <a:lumOff val="-27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-3808354"/>
              <a:satOff val="-3946"/>
              <a:lumOff val="-2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995168" y="3135177"/>
        <a:ext cx="584270" cy="7993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2E2BD-18D9-4AC8-A425-BFF3B2EE283D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3360F-154F-4D2E-8DE3-FEB4531B9E3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1007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506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30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16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4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76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571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95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08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Draw 3-4 angles on the board going through each step.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C3360F-154F-4D2E-8DE3-FEB4531B9E32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582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glue the cards into their books.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61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06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5837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9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1063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589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426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4149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4904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1831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1249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21060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796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93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931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36914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476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534CC-4EA5-46B9-971F-0F4E8A526976}" type="datetimeFigureOut">
              <a:rPr lang="en-AU" smtClean="0"/>
              <a:t>20/07/2019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C2E37-CF63-4348-8ABF-9EB4529E25A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5921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xYIZyC4_v8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nmsutopia.wikispaces.com/9KatieK's+Tale+of+Utopia" TargetMode="Externa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7875" y="1706423"/>
            <a:ext cx="9448800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Drawing 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Ms. Latham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/>
              <a:t>Practise using the protractor</a:t>
            </a:r>
          </a:p>
          <a:p>
            <a:r>
              <a:rPr lang="en-AU" sz="3600" dirty="0"/>
              <a:t>Draw angles to accuracy of 3 degrees</a:t>
            </a:r>
          </a:p>
          <a:p>
            <a:r>
              <a:rPr lang="en-AU" sz="3600" dirty="0"/>
              <a:t>Read angels with an accuracy of 3 degrees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F512A-5B59-489A-BE88-35C847F4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29647"/>
            <a:ext cx="3818467" cy="1293028"/>
          </a:xfrm>
        </p:spPr>
        <p:txBody>
          <a:bodyPr/>
          <a:lstStyle/>
          <a:p>
            <a:r>
              <a:rPr lang="en-AU" dirty="0"/>
              <a:t>5 Questions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7CE88-F4FD-4700-8396-F69375E0EF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5800" y="2004228"/>
                <a:ext cx="10820400" cy="4024125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AutoNum type="arabicPeriod"/>
                </a:pPr>
                <a:r>
                  <a:rPr lang="en-AU" dirty="0"/>
                  <a:t>If I share $40 between 2 people in the ratio of 3:5, how much does each person get?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i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i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i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AU" b="0" dirty="0"/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How many degrees in a right angle?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r>
                  <a:rPr lang="en-AU" dirty="0"/>
                  <a:t>If I was walking directly West, turn 45</a:t>
                </a:r>
                <a:r>
                  <a:rPr lang="en-AU" baseline="30000" dirty="0"/>
                  <a:t>o</a:t>
                </a:r>
                <a:r>
                  <a:rPr lang="en-AU" dirty="0"/>
                  <a:t> Clockwise, then 135</a:t>
                </a:r>
                <a:r>
                  <a:rPr lang="en-AU" baseline="30000" dirty="0"/>
                  <a:t>o</a:t>
                </a:r>
                <a:r>
                  <a:rPr lang="en-AU" dirty="0"/>
                  <a:t> counter-clockwise, which direction am I facing?</a:t>
                </a:r>
              </a:p>
              <a:p>
                <a:pPr marL="457200" indent="-457200">
                  <a:buAutoNum type="arabicPeriod"/>
                </a:pPr>
                <a:r>
                  <a:rPr lang="en-AU" dirty="0"/>
                  <a:t>Complete your summary for yesterday.</a:t>
                </a:r>
              </a:p>
              <a:p>
                <a:pPr marL="457200" indent="-457200">
                  <a:buAutoNum type="arabicPeriod"/>
                </a:pPr>
                <a:endParaRPr lang="en-AU" dirty="0"/>
              </a:p>
              <a:p>
                <a:pPr marL="457200" indent="-457200">
                  <a:buAutoNum type="arabicPeriod"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C7CE88-F4FD-4700-8396-F69375E0E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5800" y="2004228"/>
                <a:ext cx="10820400" cy="4024125"/>
              </a:xfrm>
              <a:blipFill>
                <a:blip r:embed="rId2"/>
                <a:stretch>
                  <a:fillRect l="-732" t="-272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0844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AF4C063-6DB8-4C1D-801B-B4151CD3B0A8}"/>
              </a:ext>
            </a:extLst>
          </p:cNvPr>
          <p:cNvSpPr txBox="1">
            <a:spLocks/>
          </p:cNvSpPr>
          <p:nvPr/>
        </p:nvSpPr>
        <p:spPr>
          <a:xfrm>
            <a:off x="661181" y="2480631"/>
            <a:ext cx="10634003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>
                <a:hlinkClick r:id="rId2"/>
              </a:rPr>
              <a:t>https://www.youtube.com/watch?v=hxYIZyC4_v8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24231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0142" y="2609529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1: Draw a straight line (you can use a ruler or the bottom of your protractor) 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32E4BA-E9AA-4921-8E16-171732433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015260" y="3386329"/>
            <a:ext cx="2111954" cy="21119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5498283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21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7877 0.03587 L -0.39414 0.040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8" y="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2: Choose where the vertex will be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208968" y="5025318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497AF98-D237-4453-A15D-28803EF45E0F}"/>
              </a:ext>
            </a:extLst>
          </p:cNvPr>
          <p:cNvSpPr txBox="1"/>
          <p:nvPr/>
        </p:nvSpPr>
        <p:spPr>
          <a:xfrm>
            <a:off x="4007661" y="5209152"/>
            <a:ext cx="5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048E92-0A7C-4790-AB52-B96C646405DD}"/>
              </a:ext>
            </a:extLst>
          </p:cNvPr>
          <p:cNvSpPr txBox="1"/>
          <p:nvPr/>
        </p:nvSpPr>
        <p:spPr>
          <a:xfrm>
            <a:off x="7865527" y="5209152"/>
            <a:ext cx="585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B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7C2C3FD-0F16-4D87-B56C-766D81EA1918}"/>
              </a:ext>
            </a:extLst>
          </p:cNvPr>
          <p:cNvSpPr/>
          <p:nvPr/>
        </p:nvSpPr>
        <p:spPr>
          <a:xfrm>
            <a:off x="3880137" y="5127341"/>
            <a:ext cx="650900" cy="547382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477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1057">
            <a:off x="1563026" y="3409692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3: </a:t>
            </a:r>
            <a:r>
              <a:rPr lang="en-AU" sz="2400" b="1" dirty="0">
                <a:latin typeface="Century Gothic" panose="020B0502020202020204" pitchFamily="34" charset="0"/>
                <a:cs typeface="Calibri" panose="020F0502020204030204" pitchFamily="34" charset="0"/>
              </a:rPr>
              <a:t>Dot to dot - line up the centre of the protractor with the vertex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594E223C-A507-45C0-BAB9-586109F6AFC0}"/>
              </a:ext>
            </a:extLst>
          </p:cNvPr>
          <p:cNvSpPr/>
          <p:nvPr/>
        </p:nvSpPr>
        <p:spPr>
          <a:xfrm>
            <a:off x="4384424" y="595936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661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B73F1C5B-1424-4B06-BBC7-97CFDED84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1057">
            <a:off x="1563026" y="3409692"/>
            <a:ext cx="5570029" cy="2888754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4: </a:t>
            </a:r>
            <a:r>
              <a:rPr lang="en-AU" sz="2800" b="1" dirty="0">
                <a:latin typeface="Century Gothic" panose="020B0502020202020204" pitchFamily="34" charset="0"/>
                <a:cs typeface="Calibri" panose="020F0502020204030204" pitchFamily="34" charset="0"/>
              </a:rPr>
              <a:t>Line to line - line up the straight line with the 0°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4BA58-382B-47D2-82FD-01EC8E1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61" y="3409692"/>
            <a:ext cx="5570029" cy="28887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695E0-E172-4262-A317-40937E37870D}"/>
              </a:ext>
            </a:extLst>
          </p:cNvPr>
          <p:cNvCxnSpPr>
            <a:cxnSpLocks/>
          </p:cNvCxnSpPr>
          <p:nvPr/>
        </p:nvCxnSpPr>
        <p:spPr>
          <a:xfrm>
            <a:off x="6870614" y="4078331"/>
            <a:ext cx="564628" cy="1577079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261797" y="6065155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5224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5: You read the numbers starting from 0° (where the straight line is) and moving away from 0° until you reach the degree you want and mark with a small dot.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0A4BA58-382B-47D2-82FD-01EC8E1D61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61" y="3409692"/>
            <a:ext cx="5570029" cy="28887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763901" y="461255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5695E0-E172-4262-A317-40937E37870D}"/>
              </a:ext>
            </a:extLst>
          </p:cNvPr>
          <p:cNvCxnSpPr>
            <a:cxnSpLocks/>
          </p:cNvCxnSpPr>
          <p:nvPr/>
        </p:nvCxnSpPr>
        <p:spPr>
          <a:xfrm flipH="1" flipV="1">
            <a:off x="6870614" y="4740166"/>
            <a:ext cx="670853" cy="1430778"/>
          </a:xfrm>
          <a:prstGeom prst="straightConnector1">
            <a:avLst/>
          </a:prstGeom>
          <a:ln w="381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E756F4A-7332-48F4-89FF-86A2D6641EBA}"/>
              </a:ext>
            </a:extLst>
          </p:cNvPr>
          <p:cNvSpPr txBox="1"/>
          <p:nvPr/>
        </p:nvSpPr>
        <p:spPr>
          <a:xfrm>
            <a:off x="7635302" y="5128951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30°</a:t>
            </a:r>
          </a:p>
        </p:txBody>
      </p:sp>
    </p:spTree>
    <p:extLst>
      <p:ext uri="{BB962C8B-B14F-4D97-AF65-F5344CB8AC3E}">
        <p14:creationId xmlns:p14="http://schemas.microsoft.com/office/powerpoint/2010/main" val="340117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139888"/>
            <a:ext cx="39136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Drawing Angles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9643" y="133060"/>
            <a:ext cx="1196534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draw angles?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BE7AA4-7B1E-40AC-ABF2-53B319996E18}"/>
              </a:ext>
            </a:extLst>
          </p:cNvPr>
          <p:cNvSpPr txBox="1"/>
          <p:nvPr/>
        </p:nvSpPr>
        <p:spPr>
          <a:xfrm>
            <a:off x="0" y="1477612"/>
            <a:ext cx="1975053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draw angles?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FB09015-7C9B-43F6-92CC-F579467E2D4E}"/>
              </a:ext>
            </a:extLst>
          </p:cNvPr>
          <p:cNvSpPr txBox="1">
            <a:spLocks/>
          </p:cNvSpPr>
          <p:nvPr/>
        </p:nvSpPr>
        <p:spPr>
          <a:xfrm>
            <a:off x="1975053" y="1477612"/>
            <a:ext cx="9791123" cy="40206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6: Connect the vertex to the dot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Step 7: Put arrows at the end of the lines </a:t>
            </a:r>
            <a:endParaRPr lang="en-AU" sz="2800" b="1" dirty="0">
              <a:latin typeface="Century Gothic" panose="020B050202020202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8BB1F9-8766-4ACE-B5A8-E7AC3EC0FAA1}"/>
              </a:ext>
            </a:extLst>
          </p:cNvPr>
          <p:cNvCxnSpPr/>
          <p:nvPr/>
        </p:nvCxnSpPr>
        <p:spPr>
          <a:xfrm flipH="1">
            <a:off x="4491137" y="6170945"/>
            <a:ext cx="378903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8916955E-673C-4F93-B194-4F916A2750D6}"/>
              </a:ext>
            </a:extLst>
          </p:cNvPr>
          <p:cNvSpPr/>
          <p:nvPr/>
        </p:nvSpPr>
        <p:spPr>
          <a:xfrm>
            <a:off x="6763901" y="4612556"/>
            <a:ext cx="213426" cy="211579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56F4A-7332-48F4-89FF-86A2D6641EBA}"/>
              </a:ext>
            </a:extLst>
          </p:cNvPr>
          <p:cNvSpPr txBox="1"/>
          <p:nvPr/>
        </p:nvSpPr>
        <p:spPr>
          <a:xfrm>
            <a:off x="7635302" y="5128951"/>
            <a:ext cx="2585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30°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9668745-A9C9-4247-B200-3FBA7EB179A9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4491137" y="4793150"/>
            <a:ext cx="2304020" cy="137779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40361E-B0DC-435B-9D18-42B91538B1B4}"/>
              </a:ext>
            </a:extLst>
          </p:cNvPr>
          <p:cNvGrpSpPr/>
          <p:nvPr/>
        </p:nvGrpSpPr>
        <p:grpSpPr>
          <a:xfrm>
            <a:off x="6744048" y="4666346"/>
            <a:ext cx="1713184" cy="1631164"/>
            <a:chOff x="6744048" y="4666346"/>
            <a:chExt cx="1713184" cy="1631164"/>
          </a:xfrm>
        </p:grpSpPr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66E6C723-EE74-42EC-ABA9-70F57F46BD6D}"/>
                </a:ext>
              </a:extLst>
            </p:cNvPr>
            <p:cNvSpPr/>
            <p:nvPr/>
          </p:nvSpPr>
          <p:spPr>
            <a:xfrm rot="2648579">
              <a:off x="6744048" y="4666346"/>
              <a:ext cx="253131" cy="171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B384EDA0-AF40-42E5-8F19-32F8FA06DDA2}"/>
                </a:ext>
              </a:extLst>
            </p:cNvPr>
            <p:cNvSpPr/>
            <p:nvPr/>
          </p:nvSpPr>
          <p:spPr>
            <a:xfrm rot="5213542">
              <a:off x="8244691" y="6084969"/>
              <a:ext cx="253131" cy="17195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1749272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F3DFF-CAC0-4E06-AE24-FA6BEA55DB9E}"/>
              </a:ext>
            </a:extLst>
          </p:cNvPr>
          <p:cNvSpPr txBox="1"/>
          <p:nvPr/>
        </p:nvSpPr>
        <p:spPr>
          <a:xfrm>
            <a:off x="105103" y="3069021"/>
            <a:ext cx="309856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Everyone needs a protractor and a piece of coloured paper. </a:t>
            </a:r>
          </a:p>
          <a:p>
            <a:r>
              <a:rPr lang="en-AU" dirty="0"/>
              <a:t>Send </a:t>
            </a:r>
            <a:r>
              <a:rPr lang="en-AU" b="1" dirty="0"/>
              <a:t>ONE</a:t>
            </a:r>
            <a:r>
              <a:rPr lang="en-AU" dirty="0"/>
              <a:t> person from each group up to collect the materials.</a:t>
            </a:r>
          </a:p>
        </p:txBody>
      </p:sp>
    </p:spTree>
    <p:extLst>
      <p:ext uri="{BB962C8B-B14F-4D97-AF65-F5344CB8AC3E}">
        <p14:creationId xmlns:p14="http://schemas.microsoft.com/office/powerpoint/2010/main" val="3208116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6E8B51-390F-48E0-9189-4FF0A8B6FBAD}"/>
              </a:ext>
            </a:extLst>
          </p:cNvPr>
          <p:cNvSpPr txBox="1"/>
          <p:nvPr/>
        </p:nvSpPr>
        <p:spPr>
          <a:xfrm>
            <a:off x="6484882" y="283778"/>
            <a:ext cx="7861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Guided Practice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F5DDF-FB2E-4B58-B990-11B4BAF8323B}"/>
              </a:ext>
            </a:extLst>
          </p:cNvPr>
          <p:cNvSpPr txBox="1"/>
          <p:nvPr/>
        </p:nvSpPr>
        <p:spPr>
          <a:xfrm>
            <a:off x="7046259" y="914400"/>
            <a:ext cx="587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these on your left hand side!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62918C-2598-4BE2-A65D-D130700E9321}"/>
              </a:ext>
            </a:extLst>
          </p:cNvPr>
          <p:cNvSpPr txBox="1"/>
          <p:nvPr/>
        </p:nvSpPr>
        <p:spPr>
          <a:xfrm>
            <a:off x="6484882" y="1283732"/>
            <a:ext cx="5572461" cy="224676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sz="2000" b="1" dirty="0"/>
              <a:t>Step 1: Draw a straight line</a:t>
            </a:r>
          </a:p>
          <a:p>
            <a:r>
              <a:rPr lang="en-AU" sz="2000" b="1" dirty="0"/>
              <a:t>Step 2 : choose where the vertex will be</a:t>
            </a:r>
          </a:p>
          <a:p>
            <a:r>
              <a:rPr lang="en-AU" sz="2000" b="1" dirty="0"/>
              <a:t>Step 3: dot to dot</a:t>
            </a:r>
          </a:p>
          <a:p>
            <a:r>
              <a:rPr lang="en-AU" sz="2000" b="1" dirty="0"/>
              <a:t>Step 4: line to line</a:t>
            </a:r>
          </a:p>
          <a:p>
            <a:r>
              <a:rPr lang="en-AU" sz="2000" b="1" dirty="0"/>
              <a:t>Step 5: Place a dot on the degree </a:t>
            </a:r>
          </a:p>
          <a:p>
            <a:r>
              <a:rPr lang="en-AU" sz="2000" b="1" dirty="0"/>
              <a:t>Step 6: Connect the vertex to the dot</a:t>
            </a:r>
          </a:p>
          <a:p>
            <a:r>
              <a:rPr lang="en-AU" sz="2000" b="1" dirty="0"/>
              <a:t>Step 7: Put arrows on the end</a:t>
            </a:r>
          </a:p>
        </p:txBody>
      </p:sp>
    </p:spTree>
    <p:extLst>
      <p:ext uri="{BB962C8B-B14F-4D97-AF65-F5344CB8AC3E}">
        <p14:creationId xmlns:p14="http://schemas.microsoft.com/office/powerpoint/2010/main" val="1938865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ounded Rectangle 14">
            <a:extLst>
              <a:ext uri="{FF2B5EF4-FFF2-40B4-BE49-F238E27FC236}">
                <a16:creationId xmlns:a16="http://schemas.microsoft.com/office/drawing/2014/main" id="{12CC1C37-8BC7-4374-8300-E73C369150D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CC82757-F96F-41CB-B2B8-49689F4362A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9C99389-A1E4-4A6F-BF8E-9013FF04914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A37F53D-999D-4551-B3F8-064DBF3155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AU" sz="6000" b="1" dirty="0">
                <a:solidFill>
                  <a:schemeClr val="bg1"/>
                </a:solidFill>
                <a:latin typeface="Kiwi School Handwriting" panose="00000500000000000000" pitchFamily="2" charset="0"/>
              </a:rPr>
              <a:t>Partner Paired Practice</a:t>
            </a:r>
            <a:endParaRPr lang="en-US" sz="6000" b="1" dirty="0">
              <a:solidFill>
                <a:schemeClr val="bg1"/>
              </a:solidFill>
              <a:latin typeface="Kiwi School Handwriting" panose="00000500000000000000" pitchFamily="2" charset="0"/>
            </a:endParaRPr>
          </a:p>
        </p:txBody>
      </p:sp>
      <p:graphicFrame>
        <p:nvGraphicFramePr>
          <p:cNvPr id="9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4358173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5B4E7A7-1E1D-4991-B636-CCB0D3414989}"/>
              </a:ext>
            </a:extLst>
          </p:cNvPr>
          <p:cNvSpPr txBox="1"/>
          <p:nvPr/>
        </p:nvSpPr>
        <p:spPr>
          <a:xfrm>
            <a:off x="4729656" y="6341269"/>
            <a:ext cx="736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you finish early! Keep going making harder and harder ones!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5CAE77-A6AB-40B0-9F3F-823F940000E4}"/>
              </a:ext>
            </a:extLst>
          </p:cNvPr>
          <p:cNvSpPr txBox="1"/>
          <p:nvPr/>
        </p:nvSpPr>
        <p:spPr>
          <a:xfrm>
            <a:off x="583976" y="6341269"/>
            <a:ext cx="3950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bg1"/>
                </a:solidFill>
              </a:rPr>
              <a:t>Complete your summaries!</a:t>
            </a:r>
          </a:p>
        </p:txBody>
      </p:sp>
    </p:spTree>
    <p:extLst>
      <p:ext uri="{BB962C8B-B14F-4D97-AF65-F5344CB8AC3E}">
        <p14:creationId xmlns:p14="http://schemas.microsoft.com/office/powerpoint/2010/main" val="3977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3502</TotalTime>
  <Words>535</Words>
  <Application>Microsoft Office PowerPoint</Application>
  <PresentationFormat>Widescreen</PresentationFormat>
  <Paragraphs>105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Cambria Math</vt:lpstr>
      <vt:lpstr>Century Gothic</vt:lpstr>
      <vt:lpstr>DJB Fancy Nancy</vt:lpstr>
      <vt:lpstr>Kiwi School Handwriting</vt:lpstr>
      <vt:lpstr>Vapor Trail</vt:lpstr>
      <vt:lpstr>Drawing angles</vt:lpstr>
      <vt:lpstr>Learning Intentions</vt:lpstr>
      <vt:lpstr>5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Partner Paired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Nine Labuschagne</dc:creator>
  <cp:lastModifiedBy>WILSON James [Baldivis Secondary College]</cp:lastModifiedBy>
  <cp:revision>31</cp:revision>
  <dcterms:created xsi:type="dcterms:W3CDTF">2017-10-04T08:09:40Z</dcterms:created>
  <dcterms:modified xsi:type="dcterms:W3CDTF">2019-07-22T14:11:19Z</dcterms:modified>
</cp:coreProperties>
</file>