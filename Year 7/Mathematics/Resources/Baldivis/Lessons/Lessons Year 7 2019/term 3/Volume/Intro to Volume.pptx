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7" r:id="rId3"/>
    <p:sldId id="259" r:id="rId4"/>
    <p:sldId id="263" r:id="rId5"/>
    <p:sldId id="264" r:id="rId6"/>
    <p:sldId id="269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D22C8-78E3-42D1-81EF-CDE47C7288FD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B7852-AFBE-45DD-AB37-2EED86D548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42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646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70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9531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32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71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4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92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00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18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08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98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7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25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558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53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C7A97-5D80-492F-A0C6-4DB72A3B530A}" type="datetimeFigureOut">
              <a:rPr lang="en-AU" smtClean="0"/>
              <a:t>18/09/2019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2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9616B3-27EE-4D23-8275-C9437DA22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117" y="1483447"/>
            <a:ext cx="4165911" cy="295804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45" t="82304" r="1"/>
          <a:stretch/>
        </p:blipFill>
        <p:spPr bwMode="auto">
          <a:xfrm>
            <a:off x="1519204" y="4880356"/>
            <a:ext cx="8948233" cy="163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87104" y="423081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Warm 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838CC-007D-4D1B-AAA9-60DB7DF9441F}"/>
              </a:ext>
            </a:extLst>
          </p:cNvPr>
          <p:cNvSpPr txBox="1"/>
          <p:nvPr/>
        </p:nvSpPr>
        <p:spPr>
          <a:xfrm>
            <a:off x="2208628" y="0"/>
            <a:ext cx="95238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Answer the following</a:t>
            </a:r>
          </a:p>
          <a:p>
            <a:pPr marL="342900" indent="-342900">
              <a:buAutoNum type="alphaLcParenR"/>
            </a:pPr>
            <a:r>
              <a:rPr lang="en-AU" dirty="0"/>
              <a:t>4+- 7 =</a:t>
            </a:r>
          </a:p>
          <a:p>
            <a:pPr marL="342900" indent="-342900">
              <a:buAutoNum type="alphaLcParenR"/>
            </a:pPr>
            <a:r>
              <a:rPr lang="en-AU" dirty="0"/>
              <a:t>6-(+3) = </a:t>
            </a:r>
          </a:p>
          <a:p>
            <a:pPr marL="342900" indent="-342900">
              <a:buAutoNum type="alphaLcParenR"/>
            </a:pPr>
            <a:r>
              <a:rPr lang="en-AU" dirty="0"/>
              <a:t>7 - - 9 +-4= </a:t>
            </a:r>
          </a:p>
          <a:p>
            <a:pPr marL="342900" indent="-342900">
              <a:buAutoNum type="alphaLcParenR"/>
            </a:pPr>
            <a:r>
              <a:rPr lang="en-AU" dirty="0"/>
              <a:t>-3 + + 3 =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r>
              <a:rPr lang="en-AU" dirty="0"/>
              <a:t>2. Explain how you would find the mean, mode, median and range of the following dot plot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 What angle is supplementary to 110</a:t>
            </a:r>
            <a:r>
              <a:rPr lang="en-AU" baseline="30000" dirty="0"/>
              <a:t>o</a:t>
            </a:r>
            <a:r>
              <a:rPr lang="en-AU" dirty="0"/>
              <a:t>?</a:t>
            </a:r>
          </a:p>
          <a:p>
            <a:endParaRPr lang="en-AU" dirty="0"/>
          </a:p>
          <a:p>
            <a:r>
              <a:rPr lang="en-AU" dirty="0"/>
              <a:t>4. What is the area of a rectangle 6cm long by 4 cm high?</a:t>
            </a:r>
          </a:p>
          <a:p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B806B-4790-4B0F-AF9E-6B9FD0D663EB}"/>
              </a:ext>
            </a:extLst>
          </p:cNvPr>
          <p:cNvSpPr txBox="1"/>
          <p:nvPr/>
        </p:nvSpPr>
        <p:spPr>
          <a:xfrm>
            <a:off x="2124222" y="5206832"/>
            <a:ext cx="3938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8464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576" y="26064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  <a:t>My Volume</a:t>
            </a:r>
            <a:b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</a:br>
            <a: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Interactive Notebook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62305" y="4739856"/>
            <a:ext cx="6400800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</a:t>
            </a:r>
          </a:p>
          <a:p>
            <a:pPr algn="l"/>
            <a:r>
              <a:rPr lang="en-AU" dirty="0"/>
              <a:t>Class: 7 - 2 </a:t>
            </a:r>
          </a:p>
          <a:p>
            <a:pPr algn="l"/>
            <a:r>
              <a:rPr lang="en-AU" dirty="0"/>
              <a:t>Teacher: Miss L </a:t>
            </a:r>
          </a:p>
          <a:p>
            <a:pPr algn="l"/>
            <a:r>
              <a:rPr lang="en-AU" dirty="0"/>
              <a:t>Term 2 Semester 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908" y="2235642"/>
            <a:ext cx="2475221" cy="32021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798" y="2115150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243" y="1294223"/>
            <a:ext cx="77998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Volume is the amount of space occupied in three dimensions</a:t>
            </a:r>
          </a:p>
          <a:p>
            <a:endParaRPr lang="en-US" sz="2800" dirty="0"/>
          </a:p>
          <a:p>
            <a:r>
              <a:rPr lang="en-US" sz="2800" dirty="0"/>
              <a:t>Liquids are measured in volumes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Like your water bottle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Or cat……</a:t>
            </a: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6234" r="5877" b="17720"/>
          <a:stretch/>
        </p:blipFill>
        <p:spPr>
          <a:xfrm>
            <a:off x="73634" y="3897525"/>
            <a:ext cx="2203073" cy="27510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9891" t="16573" r="10176" b="13161"/>
          <a:stretch/>
        </p:blipFill>
        <p:spPr>
          <a:xfrm>
            <a:off x="4049223" y="4093698"/>
            <a:ext cx="2818083" cy="242769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130729"/>
            <a:ext cx="4996343" cy="372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566" y="3128693"/>
            <a:ext cx="3932234" cy="32337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959" y="1728690"/>
            <a:ext cx="3126918" cy="37631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085" y="2850163"/>
            <a:ext cx="3233735" cy="37908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09244" y="1294223"/>
            <a:ext cx="62917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would I find the volume of the following three shapes?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You add the blocks up</a:t>
            </a:r>
          </a:p>
          <a:p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4000795" y="571763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65141" y="479430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82159" y="543910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215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311"/>
            <a:ext cx="6666231" cy="34218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10" y="2702257"/>
            <a:ext cx="6091090" cy="4155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257" y="5246741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 the volume of the following blocks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895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3834" y="1922020"/>
            <a:ext cx="8131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Block Activity</a:t>
            </a:r>
          </a:p>
          <a:p>
            <a:endParaRPr lang="en-US" sz="2800" b="1" dirty="0"/>
          </a:p>
          <a:p>
            <a:r>
              <a:rPr lang="en-US" sz="2800" dirty="0"/>
              <a:t>Cut out the template and glue together leaving a gap at the top. Fill it in with blocks to find the volume of the shape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55511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244" y="1294223"/>
            <a:ext cx="6291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 there an easier way than just adding up blocks?? Imagine adding all these blocks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2509506" y="2424899"/>
            <a:ext cx="4656011" cy="3990004"/>
            <a:chOff x="6602430" y="2260671"/>
            <a:chExt cx="4656011" cy="3990004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/>
            <a:srcRect l="25842" t="-329" b="13511"/>
            <a:stretch/>
          </p:blipFill>
          <p:spPr>
            <a:xfrm>
              <a:off x="7397087" y="2260671"/>
              <a:ext cx="3861354" cy="3990004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 rot="8462310">
              <a:off x="6602430" y="2705917"/>
              <a:ext cx="1685076" cy="7601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961" y="2424899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9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5721" y="1999278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Volume = Length x Width x Height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563" y="1149600"/>
            <a:ext cx="3279514" cy="21840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719" y="3422701"/>
            <a:ext cx="6137844" cy="312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1" y="1121404"/>
            <a:ext cx="3549561" cy="2779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83202" y="1040619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Volume = Length x Width x Height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161" y="1707146"/>
            <a:ext cx="3279514" cy="2184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11" y="4107975"/>
            <a:ext cx="2973364" cy="26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3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83" y="1071348"/>
            <a:ext cx="9785445" cy="5659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8572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2548</TotalTime>
  <Words>307</Words>
  <Application>Microsoft Office PowerPoint</Application>
  <PresentationFormat>Widescreen</PresentationFormat>
  <Paragraphs>80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Chalkboard</vt:lpstr>
      <vt:lpstr>Office Theme</vt:lpstr>
      <vt:lpstr>PowerPoint Presentation</vt:lpstr>
      <vt:lpstr>My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WILSON James [Baldivis Secondary College]</cp:lastModifiedBy>
  <cp:revision>18</cp:revision>
  <dcterms:created xsi:type="dcterms:W3CDTF">2017-06-18T04:43:14Z</dcterms:created>
  <dcterms:modified xsi:type="dcterms:W3CDTF">2019-09-19T13:23:02Z</dcterms:modified>
</cp:coreProperties>
</file>