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9752-3DF0-4BDC-A91C-282B867F802C}" type="datetimeFigureOut">
              <a:rPr lang="en-AU" smtClean="0"/>
              <a:t>1/08/2019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EA968-6014-4ED0-BD3F-24822921A3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5351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9752-3DF0-4BDC-A91C-282B867F802C}" type="datetimeFigureOut">
              <a:rPr lang="en-AU" smtClean="0"/>
              <a:t>1/08/2019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EA968-6014-4ED0-BD3F-24822921A3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0392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9752-3DF0-4BDC-A91C-282B867F802C}" type="datetimeFigureOut">
              <a:rPr lang="en-AU" smtClean="0"/>
              <a:t>1/08/2019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EA968-6014-4ED0-BD3F-24822921A3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0722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9752-3DF0-4BDC-A91C-282B867F802C}" type="datetimeFigureOut">
              <a:rPr lang="en-AU" smtClean="0"/>
              <a:t>1/08/2019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EA968-6014-4ED0-BD3F-24822921A3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5488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9752-3DF0-4BDC-A91C-282B867F802C}" type="datetimeFigureOut">
              <a:rPr lang="en-AU" smtClean="0"/>
              <a:t>1/08/2019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EA968-6014-4ED0-BD3F-24822921A3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7641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9752-3DF0-4BDC-A91C-282B867F802C}" type="datetimeFigureOut">
              <a:rPr lang="en-AU" smtClean="0"/>
              <a:t>1/08/2019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EA968-6014-4ED0-BD3F-24822921A3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2948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9752-3DF0-4BDC-A91C-282B867F802C}" type="datetimeFigureOut">
              <a:rPr lang="en-AU" smtClean="0"/>
              <a:t>1/08/2019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EA968-6014-4ED0-BD3F-24822921A3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278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9752-3DF0-4BDC-A91C-282B867F802C}" type="datetimeFigureOut">
              <a:rPr lang="en-AU" smtClean="0"/>
              <a:t>1/08/2019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EA968-6014-4ED0-BD3F-24822921A3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556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9752-3DF0-4BDC-A91C-282B867F802C}" type="datetimeFigureOut">
              <a:rPr lang="en-AU" smtClean="0"/>
              <a:t>1/08/2019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EA968-6014-4ED0-BD3F-24822921A3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37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9752-3DF0-4BDC-A91C-282B867F802C}" type="datetimeFigureOut">
              <a:rPr lang="en-AU" smtClean="0"/>
              <a:t>1/08/2019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EA968-6014-4ED0-BD3F-24822921A3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883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E9752-3DF0-4BDC-A91C-282B867F802C}" type="datetimeFigureOut">
              <a:rPr lang="en-AU" smtClean="0"/>
              <a:t>1/08/2019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EA968-6014-4ED0-BD3F-24822921A3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62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E9752-3DF0-4BDC-A91C-282B867F802C}" type="datetimeFigureOut">
              <a:rPr lang="en-AU" smtClean="0"/>
              <a:t>1/08/2019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4EA968-6014-4ED0-BD3F-24822921A37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717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TOPIC: STATISTICS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EQ: measures of spread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859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MEAN: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𝑣𝑎𝑙𝑢𝑒𝑠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𝑣𝑎𝑙𝑢𝑒𝑠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3438092" y="493279"/>
            <a:ext cx="4605337" cy="1060450"/>
          </a:xfrm>
          <a:prstGeom prst="ellipse">
            <a:avLst/>
          </a:prstGeom>
          <a:solidFill>
            <a:srgbClr val="FFFFFF"/>
          </a:solidFill>
          <a:ln w="3175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611994" y="853136"/>
            <a:ext cx="4256088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4,   6,   8,   8,   9,   11,   14,   15,   17,   18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54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MEDIAN:</a:t>
                </a:r>
                <a:endParaRPr lang="en-US" b="0" i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0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𝑚𝑖𝑑𝑑𝑙𝑒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3438092" y="493279"/>
            <a:ext cx="4605337" cy="1060450"/>
          </a:xfrm>
          <a:prstGeom prst="ellipse">
            <a:avLst/>
          </a:prstGeom>
          <a:solidFill>
            <a:srgbClr val="FFFFFF"/>
          </a:solidFill>
          <a:ln w="3175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611994" y="853136"/>
            <a:ext cx="4256088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4,   6,   8,   8,   9,   11,   14,   15,   17,   18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3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MODE: 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𝑐𝑜𝑚𝑚𝑜𝑛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𝑛𝑢𝑚𝑏𝑒𝑟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3438092" y="493279"/>
            <a:ext cx="4605337" cy="1060450"/>
          </a:xfrm>
          <a:prstGeom prst="ellipse">
            <a:avLst/>
          </a:prstGeom>
          <a:solidFill>
            <a:srgbClr val="FFFFFF"/>
          </a:solidFill>
          <a:ln w="3175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611994" y="853136"/>
            <a:ext cx="4256088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4,   6,   8,   8,   9,   11,   14,   15,   17,   18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953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RANGE:</a:t>
                </a: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h𝑖𝑔h𝑒𝑠𝑡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𝑙𝑜𝑤𝑒𝑠𝑡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𝑠𝑐𝑜𝑟𝑒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2"/>
          <p:cNvSpPr>
            <a:spLocks noChangeArrowheads="1"/>
          </p:cNvSpPr>
          <p:nvPr/>
        </p:nvSpPr>
        <p:spPr bwMode="auto">
          <a:xfrm>
            <a:off x="3438092" y="493279"/>
            <a:ext cx="4605337" cy="1060450"/>
          </a:xfrm>
          <a:prstGeom prst="ellipse">
            <a:avLst/>
          </a:prstGeom>
          <a:solidFill>
            <a:srgbClr val="FFFFFF"/>
          </a:solidFill>
          <a:ln w="3175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611994" y="853136"/>
            <a:ext cx="4256088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4,   6,   8,   8,   9,   11,   14,   15,   17,   18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259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24" y="285662"/>
            <a:ext cx="5152275" cy="6391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03534" y="3481517"/>
            <a:ext cx="397933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Mean =</a:t>
            </a:r>
          </a:p>
          <a:p>
            <a:endParaRPr lang="en-US" sz="2000" dirty="0"/>
          </a:p>
          <a:p>
            <a:r>
              <a:rPr lang="en-US" sz="2000" dirty="0" smtClean="0"/>
              <a:t>Median</a:t>
            </a:r>
            <a:r>
              <a:rPr lang="en-AU" sz="2000" dirty="0" smtClean="0"/>
              <a:t> =</a:t>
            </a:r>
          </a:p>
          <a:p>
            <a:endParaRPr lang="en-US" sz="2000" dirty="0"/>
          </a:p>
          <a:p>
            <a:r>
              <a:rPr lang="en-US" sz="2000" dirty="0" smtClean="0"/>
              <a:t>Mode =</a:t>
            </a:r>
          </a:p>
          <a:p>
            <a:endParaRPr lang="en-US" sz="2000" dirty="0"/>
          </a:p>
          <a:p>
            <a:r>
              <a:rPr lang="en-US" sz="2000" dirty="0" smtClean="0"/>
              <a:t>Range = </a:t>
            </a:r>
          </a:p>
        </p:txBody>
      </p:sp>
    </p:spTree>
    <p:extLst>
      <p:ext uri="{BB962C8B-B14F-4D97-AF65-F5344CB8AC3E}">
        <p14:creationId xmlns:p14="http://schemas.microsoft.com/office/powerpoint/2010/main" val="1479327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114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TOPIC: STATISTICS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STATISTICS</dc:title>
  <dc:creator>Jillian D'SOUZA</dc:creator>
  <cp:lastModifiedBy>Jillian D'SOUZA</cp:lastModifiedBy>
  <cp:revision>2</cp:revision>
  <dcterms:created xsi:type="dcterms:W3CDTF">2019-08-01T00:30:28Z</dcterms:created>
  <dcterms:modified xsi:type="dcterms:W3CDTF">2019-08-01T00:32:51Z</dcterms:modified>
</cp:coreProperties>
</file>