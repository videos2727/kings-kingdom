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56" r:id="rId4"/>
    <p:sldId id="264" r:id="rId5"/>
    <p:sldId id="257" r:id="rId6"/>
    <p:sldId id="261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948" y="8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60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2577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7869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5802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1638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0432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773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2084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935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063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327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202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152545"/>
            <a:ext cx="9144000" cy="1057419"/>
          </a:xfrm>
        </p:spPr>
        <p:txBody>
          <a:bodyPr/>
          <a:lstStyle/>
          <a:p>
            <a:r>
              <a:rPr lang="en-US" dirty="0" smtClean="0"/>
              <a:t>5 questions</a:t>
            </a:r>
            <a:endParaRPr lang="en-AU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62B870E-DAB2-4D12-BD73-004BBA871F84}"/>
              </a:ext>
            </a:extLst>
          </p:cNvPr>
          <p:cNvSpPr txBox="1"/>
          <p:nvPr/>
        </p:nvSpPr>
        <p:spPr>
          <a:xfrm>
            <a:off x="1129862" y="1102094"/>
            <a:ext cx="953813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en-US" dirty="0" smtClean="0"/>
              <a:t>Find the mean and median of 9, 10, 8, 10, 11</a:t>
            </a:r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r>
              <a:rPr lang="en-US" dirty="0" smtClean="0"/>
              <a:t>If three sides of a triangle measured 5cm, 8 cm, 10 cm. What name can we give it?</a:t>
            </a: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Draw </a:t>
            </a:r>
            <a:r>
              <a:rPr lang="en-AU" dirty="0" smtClean="0"/>
              <a:t>a corresponding angle </a:t>
            </a:r>
            <a:r>
              <a:rPr lang="en-AU" dirty="0" smtClean="0"/>
              <a:t>to the one shown </a:t>
            </a:r>
          </a:p>
          <a:p>
            <a:pPr marL="342900" indent="-342900">
              <a:buAutoNum type="arabicPeriod"/>
            </a:pPr>
            <a:endParaRPr lang="en-US" dirty="0" smtClean="0"/>
          </a:p>
          <a:p>
            <a:pPr marL="342900" indent="-342900">
              <a:buAutoNum type="arabicPeriod"/>
            </a:pPr>
            <a:endParaRPr lang="en-US" dirty="0" smtClean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 Write three numbers where the </a:t>
            </a:r>
            <a:r>
              <a:rPr lang="en-AU" dirty="0" smtClean="0"/>
              <a:t>mode </a:t>
            </a:r>
            <a:r>
              <a:rPr lang="en-AU" dirty="0" smtClean="0"/>
              <a:t>is </a:t>
            </a:r>
            <a:r>
              <a:rPr lang="en-AU" dirty="0" smtClean="0"/>
              <a:t>5: </a:t>
            </a:r>
            <a:r>
              <a:rPr lang="en-AU" dirty="0" smtClean="0"/>
              <a:t>____    ____    </a:t>
            </a:r>
            <a:r>
              <a:rPr lang="en-AU" dirty="0" smtClean="0"/>
              <a:t>____</a:t>
            </a:r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r>
              <a:rPr lang="en-US" dirty="0"/>
              <a:t>.</a:t>
            </a:r>
            <a:endParaRPr lang="en-AU" dirty="0" smtClean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AU" dirty="0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671127" y="2456394"/>
            <a:ext cx="2687782" cy="9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5671127" y="2978248"/>
            <a:ext cx="2687782" cy="9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6391564" y="2117784"/>
            <a:ext cx="1237672" cy="10867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11636" y="2761193"/>
            <a:ext cx="138545" cy="1477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2943" t="50331" r="44929" b="23192"/>
          <a:stretch/>
        </p:blipFill>
        <p:spPr>
          <a:xfrm>
            <a:off x="1523999" y="3633027"/>
            <a:ext cx="7704307" cy="272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087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5 , 8 , 10, 10, 8, 3, 7, 11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Mean –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Median –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Mode 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Range -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9899849" y="373162"/>
            <a:ext cx="12250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LHS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38697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459345" y="2484578"/>
            <a:ext cx="1616363" cy="23090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ounded Rectangle 4"/>
          <p:cNvSpPr/>
          <p:nvPr/>
        </p:nvSpPr>
        <p:spPr>
          <a:xfrm>
            <a:off x="8751455" y="2484579"/>
            <a:ext cx="1616363" cy="23090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ounded Rectangle 5"/>
          <p:cNvSpPr/>
          <p:nvPr/>
        </p:nvSpPr>
        <p:spPr>
          <a:xfrm>
            <a:off x="6410037" y="2484577"/>
            <a:ext cx="1616363" cy="23090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ounded Rectangle 6"/>
          <p:cNvSpPr/>
          <p:nvPr/>
        </p:nvSpPr>
        <p:spPr>
          <a:xfrm>
            <a:off x="3934691" y="2484578"/>
            <a:ext cx="1616363" cy="23090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4391803" y="362681"/>
            <a:ext cx="28264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Mean = 6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6934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459345" y="2484578"/>
            <a:ext cx="1616363" cy="23090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ounded Rectangle 5"/>
          <p:cNvSpPr/>
          <p:nvPr/>
        </p:nvSpPr>
        <p:spPr>
          <a:xfrm>
            <a:off x="6410037" y="2484577"/>
            <a:ext cx="1616363" cy="23090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ounded Rectangle 6"/>
          <p:cNvSpPr/>
          <p:nvPr/>
        </p:nvSpPr>
        <p:spPr>
          <a:xfrm>
            <a:off x="3934691" y="2484578"/>
            <a:ext cx="1616363" cy="23090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4260839" y="362681"/>
            <a:ext cx="30883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Range  = 5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32010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459345" y="2484578"/>
            <a:ext cx="1616363" cy="23090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ounded Rectangle 4"/>
          <p:cNvSpPr/>
          <p:nvPr/>
        </p:nvSpPr>
        <p:spPr>
          <a:xfrm>
            <a:off x="7548421" y="2484574"/>
            <a:ext cx="1616363" cy="23090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ounded Rectangle 5"/>
          <p:cNvSpPr/>
          <p:nvPr/>
        </p:nvSpPr>
        <p:spPr>
          <a:xfrm>
            <a:off x="5518729" y="2484575"/>
            <a:ext cx="1616363" cy="23090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ounded Rectangle 6"/>
          <p:cNvSpPr/>
          <p:nvPr/>
        </p:nvSpPr>
        <p:spPr>
          <a:xfrm>
            <a:off x="3489037" y="2484576"/>
            <a:ext cx="1616363" cy="23090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3649614" y="362681"/>
            <a:ext cx="43107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 = 10 &amp; 3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455730" y="2484574"/>
            <a:ext cx="1616363" cy="23090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3779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459345" y="2484578"/>
            <a:ext cx="1616363" cy="23090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ounded Rectangle 4"/>
          <p:cNvSpPr/>
          <p:nvPr/>
        </p:nvSpPr>
        <p:spPr>
          <a:xfrm>
            <a:off x="7818582" y="2484576"/>
            <a:ext cx="1616363" cy="23090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ounded Rectangle 5"/>
          <p:cNvSpPr/>
          <p:nvPr/>
        </p:nvSpPr>
        <p:spPr>
          <a:xfrm>
            <a:off x="5597237" y="2484576"/>
            <a:ext cx="1616363" cy="23090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ounded Rectangle 6"/>
          <p:cNvSpPr/>
          <p:nvPr/>
        </p:nvSpPr>
        <p:spPr>
          <a:xfrm>
            <a:off x="3489037" y="2484577"/>
            <a:ext cx="1616363" cy="23090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4411042" y="362681"/>
            <a:ext cx="27879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mean = 5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2423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COMPLETE THE WORKSHEET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(in partners)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81271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106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5 questions</vt:lpstr>
      <vt:lpstr>5 , 8 , 10, 10, 8, 3, 7, 11</vt:lpstr>
      <vt:lpstr>PowerPoint Presentation</vt:lpstr>
      <vt:lpstr>PowerPoint Presentation</vt:lpstr>
      <vt:lpstr>PowerPoint Presentation</vt:lpstr>
      <vt:lpstr>PowerPoint Presentation</vt:lpstr>
      <vt:lpstr>COMPLETE THE WORKSHEET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D'SOUZA Jillian [Baldivis Secondary College]</dc:creator>
  <cp:lastModifiedBy>D'SOUZA Jillian [Baldivis Secondary College]</cp:lastModifiedBy>
  <cp:revision>7</cp:revision>
  <dcterms:created xsi:type="dcterms:W3CDTF">2019-08-26T08:04:20Z</dcterms:created>
  <dcterms:modified xsi:type="dcterms:W3CDTF">2019-08-27T05:06:15Z</dcterms:modified>
</cp:coreProperties>
</file>