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0:48.6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619 1321 6816,'4'10'11,"-3"-7"40,0-1-1,0 1 0,0 0 1,0-1-1,0 1 1,1-1-1,-1 1 0,1-1 1,0 1-1,0-1 0,0 0 1,1 1-51,0-5 911,0-1-118,5 11-471,1 4-146,0 1 0,-2 0-1,1 1 1,-2-1-1,0 1 1,1 3-176,27 93 597,-15-45-132,143 483 2750,-151-516-2947,1 0 1,2-1-1,2 2-268,-13-27 55,1 1-1,-1 0 0,0 1 1,-1-1-1,0 0 0,0 1 1,-1 0-1,1 0-54,-2-8-17,0 1 0,0-1 0,0 1 0,-1-1 0,1 1 0,0 0 0,0-1 0,0 1 0,0-1 0,-1 1 0,1-1 1,0 1-1,0-1 0,-1 1 0,1-1 0,0 1 0,-1-1 0,1 1 0,-1-1 0,1 1 0,-1-1 0,1 0 0,-1 1 0,1-1 0,-1 0 0,1 1 0,-1-1 0,1 0 0,-1 0 1,1 0-1,-1 1 0,1-1 0,-1 0 0,0 0 0,1 0 0,-1 0 0,1 0 0,-1 0 0,0 0 0,1 0 0,-1 0 0,1 0 0,-1-1 0,0 1 0,1 0 0,-1 0 0,1-1 1,-1 1-1,1 0 0,-1-1 17,-28-12-881,0-7-95,0 0 1,1-2-1,-21-23 976,-19-17-7606</inkml:trace>
  <inkml:trace contextRef="#ctx0" brushRef="#br0" timeOffset="1129.319">0 1722 10224,'181'-96'1283,"-58"32"1178,29-25-2461,-75 33 156,-2-2 0,-3-4 0,4-10-156,-27 31 357,2 3 1,1 2 0,2 2-1,45-21-357,11 9 308,-108 45-337,-2 1-92,0 0-34,0 0-41,0 0-16,0 0-41,0 0 25,-15 33-546,7 3 94,8-35 474,0-1-21,0 0 87,0 0 4,0 11-296,-2-2 391,2-7 65,0 1-1,1-1 1,-1 0 0,0 0 0,1 0 0,0 0 0,-1 0 0,1 0 0,0 0-1,0 0 1,0 0 0,0 0 0,0 0 0,1 0 0,-1-1 0,1 1 0,-1 0 0,1-1-1,-1 1 1,1-1-24,4 4 120,3 9 82,1 0 0,-2 1 0,0 0 0,-1 0-1,0 0 1,-1 1 0,2 12-202,6 26 505,3 38-505,-11-54 210,52 218 522,-34-163-467,-6-13 47,-3-13 281,2-1-1,14 27-592,-16-54 343,-14-38-219,-1-1 141,0 0-2,0-23-54,-2-73 13,2-56 175,2 122-387,2 0 1,1 1-1,1 0 0,2 0 1,1 0-1,1 1 0,3-4-10,-11 29 1,-1-1-1,1 0 1,0 0 0,0 1-1,0-1 1,0 1 0,1 0-1,-1 0 1,1-1 0,0 2-1,0-1 1,0 0 0,2-1-1,-3 3 0,0 1 0,0-1 0,0 1 0,0 0 1,0-1-1,1 1 0,-1 0 0,0 0 0,0 0 1,0 0-1,0 1 0,0-1 0,0 1 0,0-1 0,0 1 1,0 0-1,0-1 0,0 1 0,0 0 0,0 0 1,-1 1-1,1-1 0,0 0 0,-1 0 0,1 1 0,0 0 0,19 17 1,0 1-1,-1 2 1,-1 0-1,-1 0 1,-1 2-1,7 13 0,-4-6 2,2 0-1,1-2 0,15 13-1,-31-34 3,1-1 0,0 0-1,1-1 1,0 0 0,0 0 0,3 1-3,-8-5-5,-1 0 0,1-1-1,-1 1 1,1-1 0,0 0 0,-1 0 0,1-1 0,0 1-1,0-1 1,0 1 0,0-1 0,0 0 0,-1-1 0,1 1 0,0-1-1,0 0 1,0 1 0,3-3 5,-4 2-56,-1-1 0,1 0 0,-1 0 0,1 0 0,-1 0 0,0 0-1,0-1 1,0 1 0,0 0 0,0-1 0,-1 0 0,1 1 0,-1-1 0,1 0 0,-1 0 0,0 0-1,0 0 1,0-1 56,11-58-811,-11 54 645,2-31-843,-2 0-1,-1 0 1,-4-23 1009,1 20-2109,2-1 0,3-35 2109,-1 72-110,-1 0 0,1 1 0,0-1 0,1 0 0,-1 1 0,1-1 0,0 1 0,0 0 0,1 0 0,2-5 110,-4 10 9,-1-1-1,0 1 1,1 0 0,-1 0-1,1 0 1,-1-1 0,1 1-1,-1 0 1,0 0 0,1 0 0,-1 0-1,1 0 1,-1 0 0,1 0-1,-1 0 1,1 0 0,-1 0-1,1 0 1,-1 0 0,0 1-1,1-1 1,-1 0 0,1 0-1,-1 0 1,1 0 0,-1 1-1,0-1 1,1 0 0,-1 1-1,0-1 1,1 0 0,-1 1-1,0-1 1,1 1-9,12 13 491,-12-13-480,21 32 358,-1 1 0,-2 1 0,-1 1-1,-2 0 1,6 23-369,10 20 268,19 9-101,-48-78-249,1 1 1,1 0-1,0-1 1,0 0-1,1 0 0,0-1 1,1 1-1,0-1 1,0-1-1,6 5 82,-13-13-33,0 0-1,1 0 1,-1 0 0,1-1 0,-1 1-1,0 0 1,1 0 0,-1-1-1,0 1 1,1 0 0,-1-1 0,0 1-1,1-1 1,-1 1 0,0 0-1,0-1 1,1 1 0,-1-1 0,0 1-1,0 0 1,0-1 0,0 1-1,1-1 1,-1 1 0,0-1 0,0 1-1,0-1 1,0 1 0,0-1-1,0 1 1,0-1 0,-1 1 33,4-19-443,-8-200-3238,2 130-179</inkml:trace>
  <inkml:trace contextRef="#ctx0" brushRef="#br0" timeOffset="1463.039">1923 893 6192,'0'0'0,"12"16"0,9 8 0,11 18-4168</inkml:trace>
  <inkml:trace contextRef="#ctx0" brushRef="#br0" timeOffset="1798.499">2581 1047 10312,'0'0'13,"0"1"0,0 0 1,1-1-1,-1 1 0,0-1 1,0 1-1,0-1 0,0 1 1,0-1-1,0 1 0,0 0 1,0-1-1,0 1 0,0-1 0,-1 1 1,1-1-1,0 1 0,0-1 1,0 1-1,-1-1 0,1 1 1,0-1-1,-1 1 0,1-1 1,0 1-1,-1-1 0,1 0 1,-1 1-1,1-1-13,-20 29 762,1-1-201,6-11-118,11-15-417,1 0 0,-1 0 1,1 0-1,-1 0 0,1 0 1,0 0-1,-1 0 0,1 1 0,0-1 1,1 1-1,-1-1-26,0 0-1,1-1-1,-1 0 1,1 0 0,0 0 0,0 0-1,-1 1 1,1-1 0,0 0-1,0 0 1,0 1 0,0-1 0,0 0-1,1 0 1,-1 1 0,0-1-1,0 0 1,1 0 0,-1 0 0,1 0-1,-1 0 1,1 1 0,0-1-1,-1 0 1,1 0 0,0 0 0,0 0-1,0-1 1,-1 1 0,1 0 0,0 0-1,0 0 1,0-1 0,0 1-1,1 0 1,-1-1 0,0 1 0,0-1-1,0 0 1,0 1 0,1-1-1,-1 0 1,0 0 0,1 1 1,4-1 0,0 1 0,1-1 1,-1-1-1,0 1 0,0-1 1,6-1-1,26-6 10,1 2 0,1 2 1,-1 2-1,9 1-10,-43 1-1,13 0-6,-1 1 0,0 1-1,0 0 1,4 2 7,-16-3 0,0 1 0,0 0-1,0 0 1,0 0 0,0 0-1,0 1 1,-1 0 0,1 0-1,-1 0 1,0 0 0,0 1-1,0 0 1,0 0 0,-1 0-1,3 3 1,1 4 51,0 0 0,0 1 0,-1 0 0,-1 0 0,0 1 1,-1-1-1,0 1 0,-1 0 0,0 0 0,0 6-51,-1 9 365,-1 0 1,-1 0 0,-2 0 0,-2 15-366,2-31-14,2-2 212,-2 0 0,0 1 0,0-1 0,-2 4-198,3-11 85,0 0 0,0 1-1,-1-1 1,0 0 0,1 0 0,-1-1 0,0 1 0,-1 0 0,1-1 0,0 1 0,-1-1 0,1 0 0,-1 1 0,0-1-1,-2 1-84,-4 1 5,1 0 0,-1-1-1,1 0 1,-1 0-1,0-1 1,0-1-1,0 1 1,0-1-1,-9-1-4,13 1-112,-1-1 1,0-1-1,1 1 0,-1-1 1,0 0-1,1 0 0,-1 0 1,1-1-1,-1 0 0,1 0 0,0 0 1,0-1-1,0 0 0,0 0 1,0 0-1,-2-2 112,7 3-249,-1 0 0,0 0 0,1 0 0,-1 1 0,1-1 0,-1 0 0,1 0 0,0 0 0,0 0 0,0 0 0,0 0 0,0 1 0,0-1 0,0 0 0,1 0 0,0-1 249,-1-6-5152,0 26 3575</inkml:trace>
  <inkml:trace contextRef="#ctx0" brushRef="#br0" timeOffset="2191.187">3671 567 10936,'0'0'1057,"0"0"-44,5 7-323,25 50-153,-1 1-1,-4 1 1,17 56-537,-9-22 11,-23-69-312,1-1 1,1 0 0,2 0 300,-14-22-49,0-1 0,0 0 0,0 0 1,1 0-1,-1 1 0,0-1 1,0 0-1,0 0 0,0 0 1,0 1-1,0-1 0,1 0 1,-1 0-1,0 0 0,0 0 0,0 1 1,0-1-1,1 0 0,-1 0 1,0 0-1,0 0 0,0 0 1,1 0-1,-1 0 0,0 0 1,0 0-1,0 0 0,1 1 0,-1-1 1,0 0-1,0 0 0,1 0 1,-1 0-1,0-1 0,0 1 1,1 0-1,-1 0 0,0 0 1,0 0-1,0 0 0,1 0 0,-1 0 1,0 0-1,0 0 0,0 0 1,1-1-1,-1 1 0,0 0 49,7-14-1780,-1-12-3757,-11 44 4360</inkml:trace>
  <inkml:trace contextRef="#ctx0" brushRef="#br0" timeOffset="2512.455">3332 1 12464,'0'0'0,"0"0"768,0 0-768,0 0 776,0 0-776,0 0-232,0 0 232,0 0-232,0 0 232,0 0-1576,0 0 1576,0 0-1568,0 0 1568,0 0-544,0 0 544,0 0-544,0 0 544,0 0-6368</inkml:trace>
  <inkml:trace contextRef="#ctx0" brushRef="#br0" timeOffset="2847.823">4276 93 11568,'-4'31'733,"3"-22"-167,0 1-1,-1 0 0,0 0 0,-4 9-565,6-17 32,-17 45 305,-3 0 1,-9 14-338,27-57-19,1-1 0,-1 1 0,1 0 0,-1 0 0,1-1 0,0 1 0,1 0 0,-1 0 0,1 0 0,0 0 0,-1 0 0,2 3 19,-1-6 0,0 0 0,0 1 0,1-1 0,-1 0 0,0 1-1,1-1 1,-1 0 0,1 0 0,-1 0 0,1 1 0,0-1 0,0 0 0,-1 0 0,1 0 0,0 0 0,0 0 0,0 0 0,0 0-1,0-1 1,0 1 0,0 0 0,1 0 0,-1-1 0,0 1 0,0-1 0,0 1 0,1-1 0,-1 1 0,0-1 0,1 0 0,-1 0-1,0 0 1,1 1 0,-1-1 0,1-1 0,99-4-9,-65 2 5,1 1-1,-1 2 1,4 2 4,-32-1 0,21 1 2,-1 2-1,16 5-1,-36-7 1,1 0 0,-1 1-1,1 1 1,-1-1-1,0 1 1,-1 1-1,1-1 1,-1 1-1,1 1 1,1 1-1,4 5 55,-1-1 0,-1 2 0,0-1 0,0 3-55,-6-9 69,-1 1-1,-1 0 1,1-1 0,-1 1-1,-1 1 1,1-1 0,-1 0-1,0 0 1,-1 1 0,1 3-69,-1 13 190,-1 1 1,-1-1-1,-1 1 1,-1 3-191,1-12 136,-6 4 129,2 2 291,5-21-530,0 1 0,0-1 0,1 0 0,-1 0 0,0 0 0,0 0 0,0 0 0,0 0-1,0-1 1,0 1 0,-1 0 0,1 0 0,0-1 0,0 1 0,-1-1-26,-2 3 51,-12 8-186,-1-1 0,0 0 0,-1-1-1,0-1 1,-1-1 0,0-1 0,0 0-1,0-2 1,-10 2 135,19-4-1163,-5 1-7831,31-5 7117</inkml:trace>
  <inkml:trace contextRef="#ctx0" brushRef="#br0" timeOffset="4550.87">499 4680 11296,'38'2'240,"-30"-1"-110,-1 0 0,1-1 0,-1 0 0,1 0 0,0 0 0,-1-1 0,1 0 0,5-2-130,-13 3 21,1 0 0,-1 0 1,1 0-1,-1 0 0,0 0 0,1-1 1,-1 1-1,1 0 0,-1 0 1,1 0-1,-1 0 0,0-1 0,1 1 1,-1 0-1,1 0 0,-1-1 1,0 1-1,1 0 0,-1 0 1,0-1-1,1 1 0,-1 0 0,0-1 1,0 1-1,1-1 0,-1 1 1,0 0-1,0-1 0,0 1 1,0-1-1,1 1 0,-1-1 0,0 1 1,0 0-1,0-1 0,0 1 1,0-1-1,0 1 0,0-1 1,0 1-1,0-1 0,0 1 0,-1 0 1,1-1-1,0 1 0,0-1 1,0 1-1,0-1 0,-1 1 1,1 0-1,0-1 0,0 1 0,-1 0 1,1-1-1,0 1 0,-1 0 1,1-1-1,0 1 0,-1 0 1,1 0-1,-1-1-21,-26-16 357,21 13-272,4 3 2,-1-1-1,1 0 1,0-1 0,0 1 0,0 0 0,0-1-1,1 1 1,-2-3-87,-9-10 233,-4-3-50,1 0 0,1 0 0,0-3-183,11 17-36,-1-3 57,0 0 0,1 0 1,0-1-1,0 1 0,0-1 1,1 0-1,1 1 0,-1-1 1,1 0-1,1 0 0,-1 0 0,1 0 1,1 0-1,-1 0 0,1 0 1,1 0-1,0-2-21,2-6 10,0 0 1,1 1 0,0 0-1,1 0 1,1 1-1,1 0 1,0 0 0,1-1-11,-7 11 2,1 1 1,-1-1-1,1 1 1,0 0-1,0 0 1,0 0-1,0 0 1,1 0 0,-1 1-1,1-1 1,-1 1-1,4-1-2,-4 2 3,0 0 0,0 1 0,0-1 0,0 1-1,-1 0 1,1 0 0,0 0 0,0 0 0,0 1-1,0-1 1,0 1 0,-1 0 0,1 0 0,0 0-1,0 0 1,-1 0 0,1 0 0,-1 1 0,2 0-3,24 17 33,0 2 1,0 1 0,-2 2 0,-1 0 0,8 12-34,-7-6 18,-2 0 1,-1 2 0,-2 1-1,-1 0 1,-2 1 0,-1 2-1,-1-1 1,9 37-19,-1 7 14,-4 2 1,-3 0-1,2 55-14,-13-86 8,-2 0-1,-3 0 1,-1 0 0,-7 41-8,4-68 7,-1-1 0,-1 1-1,-1-1 1,-1-1 0,-1 1-1,-1-1 1,0-1 0,-2 1 0,0-2-1,-2 1 1,-9 11-7,-9 5 25,-1-1 1,-4 1-26,20-21 46,0-1 0,-2-1 0,1-1 0,-1 0 0,-16 7-46,9-9 33,1-1 0,-2-2 0,1 0 0,-1-2 0,1 0 0,-1-2 0,-1-1 0,-4-1-33,22-1 10,-1-1-1,1 0 0,0 0 0,0-1 1,0-1-1,0 1 0,1-1 0,-1-1 1,1 1-1,0-1 0,-1-1 0,2 0 0,-1 0 1,1 0-1,-1-1 0,2 0 0,-1 0 1,-1-3-10,-4-4 7,0-1 1,1 0-1,1 0 0,1-1 1,0 0-1,0 0 1,2-1-1,0 0 1,0-2-8,6 13 2,-1-1 0,1 1 0,0-1 0,0 0 0,1 1 0,0-1 0,0 0 0,0 1 0,1-1 0,-1 0 0,1 1-1,1-1 1,-1 1 0,1-1 0,0 1 0,0 0 0,1 0 0,-1 0 0,1 0 0,0 0 0,1 0 0,-1 1 0,1-1 0,0 1 0,0 0 0,2-2-2,1 1 3,-1-1 0,1 1-1,1 0 1,-1 1 0,1 0 0,0 0 0,0 1-1,0-1 1,0 2 0,0-1 0,1 1 0,-1 1-1,1-1 1,0 1 0,-1 1 0,1 0-1,1 0-2,20 5 5,0 1-1,0 2 0,0 1 0,-1 1 0,-1 1 1,13 8-5,43 16 13,57 26 59,-38-16-35,-94-40-65,1-2-1,0 1 0,0-1 0,0-1 0,1 0 0,-1 0 0,1-1 0,-1-1 0,8 0 29,-12 0-151,1-1 0,-1-1 0,0 1 1,1-1-1,-1 0 0,0 0 0,0-1 0,0 0 0,0 0 0,-1 0 0,1-1 0,-1 0 0,0 0 0,0 0 1,3-5 150,24-22-1011,-28 21 759,12-82-1665,-1 7-6183</inkml:trace>
  <inkml:trace contextRef="#ctx0" brushRef="#br0" timeOffset="4946.804">977 4022 11384,'19'15'296,"-1"1"-1,0 1 1,-2 0 0,0 2 0,0 0 0,-2 0 0,-1 1 0,0 1 0,-1 1-1,-2-1 1,0 2 0,5 17-296,21 85 675,-11-36-496,19 38-179,-34-101 57,2 0-1,0-1 0,2-1 0,1 0 0,1-1 0,17 20-56,-29-38 55,1 0 1,0 0-1,0 0 1,1 0-1,-1-1 1,1 0-1,0 0 1,0-1-1,0 0 1,1 0-1,-1 0 1,4 1-56,-4-3 41,0 0 1,-1 0-1,1-1 1,0 0-1,0 0 1,-1 0-1,1-1 1,0 1-1,0-1 1,-1-1-1,1 1 0,-1-1 1,1 0-1,-1 0 1,3-2-42,26-15 66,-2-1 1,-1-1-1,0-2 1,-2-1-1,-1-2 0,3-4-66,-3 2 41,1 2-1,2 1 0,0 2 1,1 1-1,22-11-40,-34 31-278,-15 3-4805,-5-1-3449</inkml:trace>
  <inkml:trace contextRef="#ctx0" brushRef="#br0" timeOffset="5281.124">1535 4284 11568,'67'83'2062,"-3"3"1,-1 7-2063,9 22 843,-13-20-215,3-2-1,59 65-627,-91-122 331,13 25-331,1-1-372,-44-59 326,1 0 1,-1 0-1,1 0 0,0 0 0,-1 0 0,1-1 1,0 1-1,0 0 0,0-1 0,0 1 0,-1 0 1,1-1-1,0 1 0,0-1 0,0 0 0,0 1 1,0-1-1,0 0 0,1 1 46,-1-1-69,0-1 1,-1 1-1,1 0 0,0 0 0,0 0 1,-1-1-1,1 1 0,0 0 1,-1-1-1,1 1 0,-1-1 0,1 1 1,0-1-1,-1 1 0,1-1 1,-1 1-1,1-1 0,-1 1 0,1-1 1,-1 0-1,0 0 69,4-6-824,0-1-1,-1 0 1,0 0 0,-1 0 0,1-2 824,-1 1-910,1-1-4369,-7 23 3976</inkml:trace>
  <inkml:trace contextRef="#ctx0" brushRef="#br0" timeOffset="5659.922">2305 2814 9504,'3'6'905,"34"83"864,-4 1-1,11 56-1768,-21-54 143,-12-45 64,57 275 107,-52-250 21,71 295 157,-69-293-64,74 279 159,-75-287-246,-4-12-147,51 239 388,2 142 268,-36-262-1174,-31-190-443,1-1 0,1 1 1,1 0-1,0-1 0,1 0 767,9-71-668,4-138-1247,-2 17-5891</inkml:trace>
  <inkml:trace contextRef="#ctx0" brushRef="#br0" timeOffset="6207.141">3237 3200 5560,'5'7'-691,"5"7"2238,-9-14-1490,-1 0 0,1 0 0,-1 0 0,1 1 0,-1-1 0,1 0 0,-1 0 1,1 0-1,-1 0 0,1 0 0,-1-1 0,1 1 0,-1 0 0,1 0 0,-1 0 1,1 0-1,-1 0 0,1-1 0,-1 1 0,1 0 0,-1 0 0,0-1 1,1 1-1,-1 0 0,1-1 0,-1 1 0,0 0 0,1-1 0,-1 1 0,0-1 1,0 1-1,1-1-57,84-92 1673,-21 22-780,3 2-1,23-14-892,-59 58 386,0 1 0,22-11-386,-40 27 96,1 0 1,0 1 0,0 1 0,1 1 0,0 0 0,0 0 0,15-1-97,-28 6 37,0 0 0,0 0 0,1 0 0,-1 0 0,0 0 0,1 1 0,-1-1 0,0 1 0,0 0 0,0-1 0,1 1 0,-1 0 0,0 0 0,0 1 0,0-1 0,0 0 0,-1 1 0,1-1 0,0 1 0,-1-1 0,1 1 0,-1 0 1,1 0-1,-1 0 0,0 0 0,0 0 0,0 0 0,1 1-37,4 10 142,0 1-1,-2-1 1,1 1 0,0 7-142,1 0 185,18 72 715,2 32-900,18 73 672,-24-113-423,-3 2 0,-3 0 0,-5 0 0,-2 22-249,-6-40 54,0-26-4,1 0 0,3 1-50,-4-31-133,0-6-152,-1 0-1,1 0 0,1 0 0,0 0 1,0 0-1,1 2 286,-3-8-32,1 0-1,-1 0 0,1 0 1,-1 0-1,1 0 0,0-1 1,-1 1-1,1 0 1,0-1-1,-1 1 0,1 0 1,0-1-1,0 1 1,0-1-1,0 1 0,-1-1 1,1 1-1,0-1 1,0 0-1,0 1 0,0-1 1,0 0-1,0 0 1,0 0-1,0 0 0,0 0 1,0 0-1,0 0 1,0 0-1,0 0 0,0 0 1,0 0-1,0-1 0,0 1 1,0 0-1,0-1 1,-1 1-1,1-1 0,0 1 1,0-1-1,0 1 1,0-1-1,-1 0 0,1 1 1,0-1-1,-1 0 1,1 0 32,10-9-484,0-1 1,-1 0-1,0 0 1,-1-1-1,0-1 484,27-34-7946</inkml:trace>
  <inkml:trace contextRef="#ctx0" brushRef="#br0" timeOffset="6591.812">4387 1541 9952,'14'38'104,"9"20"786,-3 2-1,-2 0 1,3 28-890,78 625 2802,-91-646-2729,34 334 386,-18-156-228,29 119 451,-3-22 603,-46-310-1263,3 34-1134,-1 44 1112,11-179-2786,-9 21 1039,5-21-6759</inkml:trace>
  <inkml:trace contextRef="#ctx0" brushRef="#br0" timeOffset="7300.654">4880 2034 11032,'18'-5'592,"-1"0"0,0-1 0,13-7-592,38-14 1306,-59 23-1271,0 0 0,0-1-1,0 0 1,-1 0 0,0-1-1,0 0 1,0-1 0,-1 1-1,0-2 1,4-4-35,-2 3-8,1-1 0,0 1 0,0 1 1,1 0-1,8-5 8,-16 11-1,1 0 1,0 1-1,0-1 1,0 1-1,0 0 1,0 0 0,0 0-1,0 1 1,0-1-1,1 1 1,-1 0-1,0 0 1,0 1 0,0-1-1,1 1 1,-1 0-1,0 0 1,0 0-1,0 0 1,0 1 0,0 0-7,-1 1 1,1-1-1,-1 1 0,0-1 0,0 1 1,0 0-1,0 0 0,-1 0 1,1 1-1,-1-1 0,0 1 1,0-1-1,0 1 0,0 0 0,0 0 1,-1 0-1,0 0 0,0 0 1,0 0-1,0 0 0,-1 1 7,3 8-9,-2 0 1,0 0-1,0 0 0,-2 0 0,1 0 1,-2 4 8,-2 10-5,-2 0 0,0 1 1,-2-2-1,-1 1 0,-1-1 1,-11 18 4,-56 71 50,69-101-41,-12 20 65,-1 0 0,-1-2 0,-2 0 0,-1-1 0,-7 4-74,-4-11 220,30-21-158,1-1 0,-1 2 0,1-1 0,0 1 1,-4 3-63,8-6 4,0-1 1,1 1 0,-1-1 0,0 0 0,1 0 0,-1 1 0,0-1 0,0 0 0,1 0 0,-1 0-1,0 0 1,0 0 0,0 0 0,1 0 0,-1 0 0,0 0 0,0 0 0,1 0 0,-1 0 0,0-1-1,0 1-4,0 0 6,1 0-1,0 0 0,-1-1 0,1 1 1,-1 0-1,1 0 0,0 0 1,-1-1-1,1 1 0,0 0 0,-1-1 1,1 1-1,0 0 0,0 0 0,-1-1 1,1 1-1,0 0 0,0-1 1,0 1-1,-1-1 0,1 1 0,0 0 1,0-1-1,0 1 0,0-1 0,0 1 1,0 0-1,0-1 0,0 1 1,0-1-1,0 1 0,0 0 0,0-1 1,0 1-1,0-1 0,0 1 0,0 0 1,0-1-1,1 1 0,-1-1 1,0 1-1,0 0 0,0-1 0,1 1 1,-1 0-1,0-1-5,8-10 13,1 0 0,0 0-1,0 1 1,1 1 0,0-1 0,1 1 0,0 1-1,0 0 1,1 1 0,0 0 0,7-3-13,-4 3 9,-1 1 1,1 1-1,1 0 0,-1 0 1,0 2-1,1 0 0,0 1 1,0 0-1,0 1 1,1 1-10,-5 1 0,0 1 1,-1 0 0,0 1-1,1 0 1,-1 1 0,0 0-1,6 4 0,75 42 0,-70-37 0,1 0 1,-1 2 0,-1 1 0,20 17-1,-31-23 1,1 1 0,-1 0 0,-1 0-1,0 1 1,0 0 0,-1 1 0,5 11-1,-8-13-5,3 5 72,-1 1 0,-1-1 1,2 9-68,-6-19 38,-1-1 0,0 0 1,0 1-1,-1-1 0,0 1 0,0 0 1,0-1-1,-1 1 0,1-1 1,-1 0-1,-1 1 0,1-1 1,-2 4-39,-11 24 107,-2-1 0,-1 0 0,-6 6-107,13-22 80,0 0 1,-1-1-1,-1 0 1,0-1-1,-1-1 1,0 0 0,-2 0-1,1-1 1,-1-1-1,-16 9-80,24-16 6,0-1 25,-1 2 0,1-1 0,0 1 0,0 0 0,1 1 0,-4 3-31,6-7 1,-1 1 1,0-1-1,0 0 0,0 0 1,0-1-1,0 0 0,0 0 1,0 0-1,0 0 0,-1-1 1,-3 0-2,-7 2-12,1 0 4,-4 1-68,1 0 1,-1-1-1,0-2 0,1 0 0,-14-2 76,27 2-110,0-1-1,1 0 0,-1 0 0,1-1 0,-1 1 0,1-1 0,0 0 0,-1 0 0,1 0 1,0-1-1,1 0 0,-1 1 0,0-1 0,1-1 0,-1 1 0,1 0 0,0-1 0,0 0 1,1 1-1,-1-1 0,1 0 0,0-1 0,0 1 0,0 0 0,0-1 111,0-3-186,-1 1-1,1-1 1,1 0 0,0 0-1,0 0 1,0 0-1,1 0 1,0 0 0,1 0-1,0 0 1,0-2 186,5-17-1041,1 1 0,9-21 1041,-7 21-694,11-40-5746</inkml:trace>
  <inkml:trace contextRef="#ctx0" brushRef="#br0" timeOffset="7747.146">5819 1833 10760,'3'12'244,"-1"1"0,0 0 0,-1-1 1,0 1-1,-1 0 0,-1 0 0,0-1 0,-1 1 1,-1 3-245,1 5 425,0 0 0,0 0 0,2 0-425,2 43 378,-2-23-145,2 0 0,2 0 0,1-1 1,8 27-234,-7-44 88,1 0 0,1-1 0,1 0 0,1 0 0,1-1 0,6 9-88,-12-23 38,-1 0 0,2-1-1,-1 1 1,1-1 0,0 0-1,0-1 1,0 1 0,1-1 0,0-1-1,0 1 1,0-1 0,0 0 0,1-1-1,0 0 1,0 0 0,-1 0-1,2-1 1,-1 0 0,8 0-38,1-1 45,-1-1-1,1 0 1,-1-2 0,1 0 0,-1-1 0,0 0-1,0-1 1,0-1 0,0-1 0,-1 0-1,0-1 1,0 0 0,0-1 0,-1-1 0,-1-1-1,1 0 1,-2 0 0,1-1 0,9-12-45,-4 3 74,-1 0 0,-2-1 1,0-1-1,-1 0 0,-1-1 1,-1 0-1,-1-1 0,-1 0 1,-1-1-1,-2 0 0,0-1 0,0-9-74,-5 19 44,-1 0-1,0 0 0,-2 0 1,0 0-1,0 0 0,-2 0 1,0 0-1,-1 0 0,0 1 0,-1-1 1,-1 1-1,-1 0 0,-1-2-43,-7-11 98,-1 1-1,-1 1 1,-1 0-1,-1 2 1,-1 0-1,-8-6-97,11 15 36,0 1 0,-1 0 0,0 1 0,-1 1 0,-1 1 0,1 1 0,-2 1 0,1 0-1,-2 2 1,1 0 0,-1 1 0,-16-1-36,28 6-68,0 0 0,-1 1 0,1 0 0,0 0 0,0 1 0,0 1 0,-1 0-1,1 0 1,1 1 0,-1 0 0,0 1 0,1 0 0,0 1 0,0 0 0,0 0 0,0 1 0,-5 4 68,0 3-1482,1 2 0,-11 14 1482,-3 0-8552,53-58 6459</inkml:trace>
  <inkml:trace contextRef="#ctx0" brushRef="#br0" timeOffset="13044.867">527 7694 7896,'0'0'640,"0"0"-11,0 0-41,0 0 0,6 5-80,7 9-332,1-1 0,-2 2 1,0-1-1,-1 2 0,5 7-176,49 93 583,-7-12-75,48 85 291,-61-104-318,4-2-1,15 17-480,58 80 491,-117-173-692,-3-5 12,0 0 0,0 0 1,0 1-1,-1-1 0,1 1 0,-1 0 1,1-1-1,-1 1 0,0 0 1,1 1 188,-23-1-1690,-42 3-4891,96-9 5356</inkml:trace>
  <inkml:trace contextRef="#ctx0" brushRef="#br0" timeOffset="13391.48">502 8509 9776,'6'-4'480,"46"-38"-7,-2-1 0,12-17-473,2-1-56,12-6 56,6 5-2974,80-45 2974,-130 85-1463,-1-1 0,-2-1-1,4-5 1464,-13 11-298,18-16-1642</inkml:trace>
  <inkml:trace contextRef="#ctx0" brushRef="#br0" timeOffset="13728.509">1167 7982 3320,'1'-1'72,"0"1"-1,0-1 1,1 1-1,-1 0 1,0-1 0,0 1-1,0 0 1,0 0-1,0 0 1,0 0 0,1 0-1,-1 0 1,0 0 0,0 0-1,0 0 1,1 1-72,-2 13 2927,-2 9-2491,1-2 111,0-16-439,1-1 0,0 1 0,0 0 0,0-1 0,0 1 0,1 0 0,0-1 0,0 1 0,0-1 1,0 1-1,1-1 0,-1 1 0,1-1 0,0 0 0,1 0 0,1 3-108,10 10 216,0 0-1,1-2 1,1 0-1,0-1 1,1 0-1,1-1 1,0-1-1,0-1 1,1-1-1,2 0-215,-8-3 107,1-2-1,0 0 0,0 0 0,0-1 0,0-1 0,1 0 1,-1-1-1,1-1 0,0 0 0,-1-1 0,1-1 0,0 0 1,-1-1-1,1 0 0,4-2-106,-15 2 38,-1 0 1,1 0-1,-1 0 1,0 0-1,0-1 0,0 1 1,0-1-1,0 0 0,0 0 1,0 0-1,-1 0 1,0 0-1,0-1 0,1 1 1,-2-1-1,1 1 1,0-1-1,-1-1-38,3-3 64,-1-1 1,0 0-1,-1 1 0,0-1 1,-1 0-1,0 0 0,0-6-64,-3-8 93,-1-1 1,-1 1-1,-1 0 0,-5-13-93,7 25 10,1 6 8,0 0-1,0 0 1,-1 0 0,0 0-1,0 0 1,0 1 0,-1 0 0,1-1-1,-1 1 1,0 0 0,-2-1-18,-16-19 53,21 23-53,-62-75 146,54 66-119,-1 1 0,0-1-1,0 2 1,-1-1 0,-1 2 0,-3-3-27,8 7 1,1 0 0,0 1 1,-1 0-1,0 0 0,1 0 1,-1 1-1,0 0 1,0 1-1,0-1 0,0 1 1,0 0-1,1 1 0,-1 0 1,0 0-1,0 0 1,0 1-1,1 0 0,-1 1 1,1-1-1,-1 1-1,-19 10-320,2 1-1,-1 1 1,2 1 0,-9 8 320,-19 11-1302,-5 6-1336,32-25-2864,55-38 4138</inkml:trace>
  <inkml:trace contextRef="#ctx0" brushRef="#br0" timeOffset="14516.953">2937 7009 11480,'0'0'1024,"-7"-1"-171,-12-1-714,-3-1 245,0 2 0,1 0 1,-13 1-385,27 1 67,1 0 0,-1 0 0,0 0 0,1 0 0,-1 1 0,1 0 0,-1 1 0,1 0 0,0 0 0,0 0 0,0 0 0,0 1 0,1 0 1,-2 1-68,-8 10 21,0 1 1,1 0 0,1 1 0,0 1 0,1 0 0,1 1-1,1 0 1,0 0 0,2 1 0,0 0 0,1 1 0,1-1-1,1 1 1,1 1 0,1-1 0,1 1 0,1-1 0,0 1-1,2-1 1,1 1 0,2 11-22,-2-24 11,0 1 0,1 0-1,0-1 1,1 0 0,0 1 0,0-1-1,1-1 1,0 1 0,1-1 0,0 0-1,0 0 1,1-1 0,0 1 0,0-1 0,1-1-1,2 2-10,-6-4 0,1-1 0,0 0 0,0-1 0,0 1 0,0-1 0,0 0 0,0 0 0,1 0 0,-1-1 0,0 0 0,1 0 0,-1 0 0,1-1 0,0 0 0,-1 0-1,1 0 1,-1-1 0,1 0 0,-1 0 0,1 0 0,-1 0 0,0-1 0,1 0 0,-1 0 0,0-1 0,0 0 0,0 1 0,-1-1 0,3-2 0,3-5 0,0 0 0,-1 0 0,-1-1 0,1 0 0,-2 0 0,1-1 0,-2 0 0,1 0 0,-2-1 0,2-4 0,-5 12 0,4-10 5,-1-1 1,-1 0 0,0 0-1,0-4-5,4-20 11,-6 31 4,0 0-1,-1-1 1,0 1 0,0 0-1,-1-1 1,0 1-1,-1-1 1,0 1 0,0 0-1,-1-1 1,-1 1-1,0-3-14,-3-4 123,-1 1 0,-1-1 0,0 1 0,-1 0 0,-1 1 0,-2-2-123,12 14 18,-1 1 1,0 0-1,0 0 0,0 0 0,0-1 0,0 1 0,0 0 0,0 0 0,0 0 0,0 1 0,-1-1 0,1 0 0,0 0 0,-1 1 0,1-1 0,0 0 0,-1 1-18,1 0 23,1 0 0,-1 0 1,1 0-1,-1 0 0,0 0 1,1 1-1,-1-1 0,1 0 1,-1 0-1,1 1 0,-1-1 1,1 0-1,-1 1 0,1-1 0,-1 0 1,1 1-1,-1-1 0,1 1 1,0-1-1,-1 1 0,1-1 1,0 1-1,-1-1 0,1 1 1,0-1-1,0 1 0,-1 0-23,0 3 54,-1 1 0,1 0 1,0-1-1,0 1 0,1 0 0,-1 0 0,1 0 0,0-1 0,1 2-54,2 23 123,2-1 0,1-1 0,1 1 0,2-1-1,0 0 1,2-1 0,13 23-123,-15-29 149,2 0 1,0 0-1,10 12-149,-16-26-56,0 0 1,1 0-1,-1 0 0,1 0 1,0-1-1,0 0 0,1 0 1,-1-1-1,1 1 0,0-2 1,1 1-1,-1-1 56,-6-2-48,0-1 1,-1 0-1,1 1 1,0-1-1,0 0 1,-1 0-1,1 0 0,0 0 1,0 1-1,-1-1 1,1 0-1,0 0 0,0-1 1,-1 1-1,1 0 1,0 0-1,0 0 0,-1 0 1,1-1-1,0 1 1,0 0-1,-1-1 0,1 1 1,0 0-1,-1-1 1,1 1-1,-1-1 0,1 1 49,0-2-99,0 1 1,0-1 0,0 1-1,-1-1 1,1 1 0,0-1-1,-1 0 1,1 1 0,-1-1 0,0 0-1,1 1 1,-1-2 97,-2-49-2682,1 49 2336,-3-30-8920</inkml:trace>
  <inkml:trace contextRef="#ctx0" brushRef="#br0" timeOffset="14856.896">3019 6952 11032,'0'0'0,"19"14"0,11 10 0,-5-2 24,2-2-24,-4 2 24,-4-5-24,1 4-768,1-1 768,-4 1-760,-1 2 760,-3 0-1720,1 0 1720,-5-5-1720,-2-3 1720,9 16-3680</inkml:trace>
  <inkml:trace contextRef="#ctx0" brushRef="#br0" timeOffset="15215.823">2725 6344 13272,'0'0'0,"22"7"0,10 7 0,-24-7 544,-9-5-544,1-2 544,16 7-544,-16-7-1328,4 13 1328,0-3-1328,3-1 1328,-7-9-48,0 0 48,12 18-7920,-24-36 7920</inkml:trace>
  <inkml:trace contextRef="#ctx0" brushRef="#br0" timeOffset="15556.51">3833 6551 11832,'0'0'929,"0"0"-64,-7-4-362,-2 0-433,-7-4 163,0 1 0,0 0-1,0 2 1,-11-3-233,21 7 22,0-1 1,-1 2-1,1-1 0,0 1 1,0 0-1,-1 0 0,1 1 1,0 0-1,0 0 0,-1 1 1,1-1-1,0 1 0,0 0 1,1 1-1,-4 1-22,1 1 16,-1 1 0,1 0-1,1 1 1,-1-1 0,1 1 0,1 1 0,-6 6-16,-38 57 213,42-58-175,1 0-1,0 0 1,1 0 0,0 1 0,1 0-1,0 0 1,1 0 0,1 0 0,1 1-1,0-1 1,0 1 0,2 0 0,0 0-1,0-1 1,1 1 0,1 0 0,1-1-1,0 1 1,1-1 0,0 0 0,1 0-1,6 12-37,-7-19 10,0-1-1,0 1 1,0-1-1,1 0 0,0 0 1,0 0-1,1 0 0,0-1 1,0 0-1,0 0 0,0-1 1,1 0-1,0 0 0,-1 0 1,1-1-1,1 0 0,-1 0 1,0-1-1,1 0 0,0 0 1,-1-1-1,1 0 0,0 0 1,0-1-1,4 0-9,-2-1 4,0 0 0,0 0 0,0-1 0,0 0 1,0-1-1,-1 0 0,1 0 0,-1-1 0,0-1 0,0 0 0,0 0 1,-1 0-1,0-1 0,0 0 0,0-1 0,-1 0 0,1 0 0,-2 0 0,3-5-4,4-7 25,-2 0 0,0-1 0,-1 0 0,-1-1 0,-1 0 0,-1 0 0,-1-1 0,-1 0 0,-1 0 0,-1 0 0,0-1 0,-2 1 0,-1-15-25,-2-3 28,-1-1 0,-2 1 1,-1 1-1,-3-1 0,-1 1 0,-2 1 0,-4-8-28,-25-49 103,-14-18-103,-29-65 251,77 162-51,0 0-1,-1 0 0,0 0 0,-1 1 0,-1 0 0,-3-2-199,19 57 571,11 21-361,2 0 0,3-1 0,2-1 0,3-2 0,3 0 0,28 39-210,96 165 632,-141-243-652,0-1 0,0 0 0,2 0 0,0-2 1,0 0-1,2-1 0,15 11 20,-10-14-668,-21-10 108,14-11-1393,-11 7 1606,0 0 1,0-1-1,0 0 1,-1 1-1,1-1 0,-1-1 1,0 1-1,0 0 1,0-2 346,17-29-8468,-38 63 6638</inkml:trace>
  <inkml:trace contextRef="#ctx0" brushRef="#br0" timeOffset="16504.803">5143 5277 10136,'92'239'2220,"-73"-198"-1665,2 0 0,2-2 0,1 0 0,18 20-555,-32-47 4,0-1 1,1 0 0,0-1 0,0-1 0,1 0 0,0 0 0,1-1 0,0 0 0,1-1-5,-8-4 2,0 0 0,0 0 0,0-1 0,0 0 0,1 0 0,-1-1 0,0 1 0,1-2 0,-1 1 1,1-1-1,0 1 0,-1-2 0,1 1 0,-1-1 0,1 0 0,-1 0 0,0-1 0,1 0 0,-1 0 0,0 0 1,4-3-3,-4 1-3,-1 0 1,0-1 0,0 1 0,-1-1 0,1 0-1,-1 0 1,0 0 0,0-1 0,-1 1 0,1-1 0,-1 0-1,-1 0 1,1 0 0,-1 0 0,1-4 2,1-6-11,0 0 1,-1 0-1,-1 0 1,0 0-1,-1-14 11,-2 8-32,-1 0 1,-1 0-1,-1 0 0,-1 0 1,0 1-1,-2 0 32,-8-20-57,-1 1 0,-14-23 57,3 16-7,-2 1 0,-31-36 7,-7-11 210,43 61 610,24 32-810,0 0 0,0 0 0,0 0 1,0-1-1,0 1 0,0 0 0,0 0 0,0 0 0,-1 0 1,1 0-1,0 0 0,0 0 0,0-1 0,0 1 1,0 0-1,0 0 0,0 0 0,-1 0 0,1 0 0,0 0 1,0 0-1,0 0 0,0 0 0,0 0 0,-1 0 0,1 0 1,0 0-1,0 0 0,0 0 0,0 0 0,0 0 1,-1 0-1,1 0 0,0 0 0,0 0 0,0 0 0,0 0 1,0 0-1,-1 0 0,1 0 0,0 0 0,0 0 0,0 0 1,0 0-1,0 0 0,0 0 0,0 1 0,-1-1 0,1 0 1,0 0-1,0 0 0,0 0 0,0 0 0,0 0 1,0 0-1,0 1-10,3 20 222,10 20-110,2-1-1,2 0 1,1-2 0,2 0-1,6 6-111,125 177 505,-82-124-282,-5 3 0,48 101-223,-87-151 100,-3 2 1,-2 1-1,-3 0 1,-2 1-1,-2 1 1,-2 0-1,-2 17-100,-8-57 54,0 1 1,-2 0-1,0-1 0,-1 1 0,-1-1 1,0 0-1,-1 0 0,0 1-54,-12 27 346,-20 41-346,15-36 229,17-42-203,1 0 0,-1 0 0,0-1 0,-1 0 0,1 0-1,-1 0 1,0 0 0,0-1 0,0 0 0,-1 0-1,1 0 1,-1 0 0,0-1 0,0 0 0,-1-1 0,1 1-1,0-1 1,-5 1-26,-18 4 21,0-1-1,0-1 0,-17 0-20,41-4-4,-27 2-48,0-1 0,-1-2 0,1-1 0,0-1 0,-1-2 0,1-1 0,1-2 0,-1-1 0,1-1 0,1-2 0,0-1 0,0-1 0,1-2 0,1-1 0,1-1 0,0-1 0,1-1 0,-16-17 52,15 12-261,2-1 1,1-2-1,0 0 1,3-2 0,-14-21 260,27 36-218,0 0 1,0 0 0,2-1 0,0 0 0,0-1 0,1 1 0,1-1-1,1 0 1,0 0 0,1 0 0,1 0 0,0 0 0,2-5 217,1-1-238,1 0 0,1 0 0,6-14 238,2-14-1540,16-75-6866</inkml:trace>
  <inkml:trace contextRef="#ctx0" brushRef="#br0" timeOffset="16940.975">5950 4680 10312,'-1'4'156,"0"0"0,-1 0 0,1 0 0,1 1 0,-1-1 0,1 0 0,-1 1 0,1-1 0,1 0 1,-1 1-1,0-1 0,1 0 0,0 1 0,0-1-156,3 22 595,3 109 623,-2-43-111,3 0-1107,-4-63 106,1-1 1,1 0-1,1 0 0,2-1 1,5 9-107,-12-30 18,2 1 0,-1-1 0,1 0 0,0 0-1,0 0 1,0-1 0,1 0 0,0 0 0,0 0 0,0 0 0,1-1 0,-1 1 0,1-2 0,4 3-18,-7-4 8,1-1 1,-1 1 0,1-1 0,0 0-1,0 0 1,0 0 0,-1 0-1,1-1 1,0 1 0,0-1 0,0 0-1,0 0 1,0-1 0,0 1-1,0-1 1,0 0 0,-1 0-1,1 0 1,0 0 0,-1-1 0,1 0-1,-1 0 1,1 0 0,-1 0-1,0 0 1,3-2-9,2-3 6,-1-1-1,1 0 1,-2 0 0,1 0-1,-1-1 1,0 0 0,-1 0-1,0-1 1,0 0 0,-1 1-1,2-8-5,4-17-1,-1 1 0,3-34 1,-10 51-2,-1 0 1,0 0-1,-2 1 0,0-1 1,0 0-1,-1 0 0,-1 1 0,-1 0 1,0-1-1,-1 1 0,-5-9 2,2 6 11,0 1-1,-1 0 0,-1 1 0,-1 0 1,0 0-1,-1 1 0,0 1 0,-2 0 0,-6-5-10,15 15 19,1 0-1,-1 0 0,0 1 0,0 0 0,0 0 0,0 0 0,0 1 0,-1 0 0,1 0 0,-1 0 0,0 0 0,1 1 0,-1 0 0,0 0 0,0 1 1,0 0-1,0 0 0,0 0 0,1 0 0,-5 2-18,7-2-102,1 1-276,-123 44-2689,165-79-434,-11 11-3012</inkml:trace>
  <inkml:trace contextRef="#ctx0" brushRef="#br0" timeOffset="17392.005">6334 4414 10488,'8'4'263,"-1"1"1,0 1 0,0-1 0,-1 1 0,0 0-1,0 0 1,0 1 0,0 0 0,-1 0-1,0 0 1,-1 1 0,4 7-264,10 33 809,-2 0 0,5 33-809,-12-43 84,2 1 0,1-1-1,2-1 1,16 30-84,-28-63 13,1 1 0,-1-1 0,1 0 0,0 0 0,0 0 0,1-1 0,-1 1 0,1-1 0,-1 1 0,1-1 0,0 0 0,0-1 0,1 1 0,-1-1 0,0 0 0,1 0 0,4 2-13,-5-4 10,0 1-1,-1-1 1,1 0 0,0 0-1,0 0 1,-1-1 0,1 1-1,0-1 1,-1 0 0,1 0 0,-1 0-1,1 0 1,-1-1 0,1 0-1,-1 1 1,0-1 0,0 0-1,0 0 1,0-1 0,0 1-1,0-1 1,-1 1 0,1-1 0,0-1-10,5-7 25,0 0 0,0 0 0,-1-1 1,0 0-1,-1 0 0,-1-1 1,0 1-1,-1-1 0,0 0 1,1-7-26,1-10 55,-2 0 0,0 0 1,-2 0-1,-1-7-55,-2 16 48,-1 0-1,-1 0 1,-1 0 0,-1 0-1,0 1 1,-2 0-1,-5-11-47,5 9 86,-8-17 467,14 38-380,1 1 53,0 2 16,8 21-31,1-1 0,1 0 0,1-1 0,2 3-211,11 20 150,-17-32-126,1 0 0,0-1 0,1 1-1,0-2 1,4 4-24,9 11 19,-19-22-104,-1 0-1,1 0 0,0 0 0,0 0 0,0-1 0,0 1 0,1-1 0,-1 0 0,1 0 1,-1 0-1,1 0 0,0-1 0,0 1 0,0-1 0,0 0 0,0 0 0,0-1 0,0 1 1,0-1-1,0 0 0,0 0 0,0 0 0,0 0 0,0-1 0,0 1 0,0-1 0,0 0 1,0-1-1,0 1 0,-1-1 0,1 1 0,0-1 0,-1 0 0,1-1 0,-1 1 0,0 0 1,0-1-1,0 0 0,0 0 0,0 0 0,-1 0 0,1 0 0,-1-1 86,9-12-855,-1-1 0,-1 0-1,0-1 1,-1 0 0,-2-1-1,3-8 856,8-23-6926</inkml:trace>
  <inkml:trace contextRef="#ctx0" brushRef="#br0" timeOffset="17739.449">7021 4073 9328,'57'116'2549,"-28"-13"-1210,-23-76-943,1 1 1,1-1-1,2-1 1,0 0-1,3 2-396,5 6 192,-6-10 191,2-1 0,13 20-383,-27-43 26,1 1 0,-1 0 0,0-1 0,0 1 0,0-1 0,1 1 0,-1-1 0,0 1 0,1 0 0,-1-1 0,1 1 0,-1-1 0,1 0 0,-1 1 1,1-1-1,-1 1 0,1-1 0,-1 0 0,1 1 0,-1-1 0,1 0 0,0 1 0,-1-1 0,1 0 0,-1 0 0,1 0 0,0 0 0,-1 1 0,2-1-26,-2-20 863,-2 3-916,-11-128 955,5 76-281,2-23-621,6 68 94,0 0 1,2 1 0,1-1-1,1 1 1,6-21-95,-5 26 41,1 0 1,1 0 0,1 0 0,0 1-1,1 0 1,1 1 0,0 0-1,2 0 1,0 1 0,0 1-1,10-9-41,-15 16-7,13-14-226,1 1-1,1 1 1,1 1-1,0 0 1,2 2 233,6-4-2238,-5 2-7239,-49 33 7463</inkml:trace>
  <inkml:trace contextRef="#ctx0" brushRef="#br0" timeOffset="18868.422">2712 9330 13720,'0'0'1353,"0"0"-45,0 0-200,0 0-119,2 5-292,43 106-152,48 128-254,-69-166-190,-2 2 0,1 23-101,-19-80 79,1 0 0,0-1 1,1 0-1,6 9-79,-10-18 100,-6-9 57,-7-12-78,-14-38-38,3 0 1,3-2-1,1 0 0,0-13-41,5 13 9,2-1-1,2 0 0,3 0 0,2-1 0,2 0 1,4-17-9,-1 60 1,0 1 0,1 0 0,1 0 1,0 0-1,3-8-1,-4 14 1,0-1-1,1 1 1,-1-1 0,1 1-1,1 0 1,-1 0-1,1 0 1,-1 1 0,1-1-1,1 1 1,1-2-1,-4 5 3,0 0 0,0-1 0,0 1 0,0 0 0,0 1 0,0-1 0,0 0 0,1 1-1,-1-1 1,0 1 0,0 0 0,0-1 0,1 1 0,-1 0 0,0 0 0,0 1 0,1-1 0,-1 0 0,0 1 0,0-1 0,0 1 0,0 0 0,1 0 0,-1 0 0,0 0-1,-1 0 1,1 0 0,0 0 0,0 1 0,0-1 0,0 2-3,8 5 19,-1 1-1,0 0 1,-1 1-1,0 0 1,0 1-19,-6-8 7,17 26 14,-1 1 1,-1 1-1,-2 0 1,4 17-22,-9-23 29,1 0 1,0 0-1,2-1 1,1 0-1,1-1 0,1-1 1,18 20-30,-30-39 9,24 23 69,-26-25-72,0 0 0,-1 0 0,1 0 0,0 0 0,0 0 0,-1 0 0,1 0 0,0-1 0,0 1 0,0-1 0,0 0 0,0 1 0,0-1-1,0 0 1,0 0 0,1 0-6,-2-1 7,0 1 0,0-1 0,0 1 0,0-1 0,0 0 0,0 1 0,-1-1 0,1 0 0,0 0 0,0 0 0,-1 1 0,1-1 0,0 0 1,-1 0-1,1 0 0,-1 0 0,0 0 0,1 0 0,-1 0 0,0-1 0,1 1 0,-1 0-7,6-30 59,-5 25-43,1-23 6,-1 0-1,-1 0 1,-1 0 0,-1 0 0,-2 0 0,-6-20-22,-4-41 6,11 63-10,1-1 0,2 0 1,0 0-1,4-23 4,-3 43-4,0-1-1,1 1 1,0 0-1,0 0 1,1 0-1,0 0 1,1 0-1,-1 0 1,1 1-1,1 0 1,-1 0 0,1 0-1,1 0 1,-1 1-1,1 0 1,0 0-1,7-5 5,-10 9-1,-1 1 0,1-1 0,0 1-1,0 0 1,0 0 0,0 0 0,0 0-1,0 0 1,0 0 0,0 1 0,0 0-1,0 0 1,0 0 0,0 0 0,0 0-1,0 0 1,1 1 1,2 0 1,1 1-1,-1 0 0,0 0 1,0 1-1,0 0 0,0 0 1,0 0-1,1 2 0,6 4 7,-1 0 0,-1 1 0,1 0 0,-2 1 0,1 1 0,7 11-7,-1 5 33,-1 0-1,-1 1 0,-2 0 0,2 8-32,-5-10 1,1-1-1,1 0 0,2-1 0,0 0 0,13 13 0,-27-36-44,1-1 1,0 0-1,0 1 1,0-1 0,0 0-1,0 0 1,0 0-1,1 0 1,-1 0 0,0 0-1,0 0 1,1 0-1,-1-1 1,1 1 0,-1 0-1,0-1 1,1 1-1,-1-1 1,1 0 0,-1 1-1,1-1 1,0 0-1,-1 0 1,1 0 0,-1 0-1,1 0 1,-1 0-1,1-1 1,1 1 43,-1-2-596,3-19-1536,2 0 1041,-2-7-128,-1-1-1,0-12 1220,-3 26-1083,3-38-8090</inkml:trace>
  <inkml:trace contextRef="#ctx0" brushRef="#br0" timeOffset="19903.164">3780 9193 13624,'6'0'23,"0"1"240,1-1-1,0 0 0,-1 0 1,1 0-1,-1-1 0,1 0 1,-1 0-1,1-1 0,-1 0 1,0 0-1,1 0 0,-1-1 1,0 0-1,-1 0 0,1 0 1,4-4-263,8-10 184,-1 0 0,0-1 0,-1-1 1,-1 0-1,-1-1 0,-1 0 0,0-2 1,-2 1-1,0-1 0,-2-1 0,0 0 0,4-22-184,-9 27 0,-1-1 0,-2 0 0,1 1 0,-2-1 0,-1 0 0,0 0 0,-4-14 0,5 30 3,-1 0-1,1-1 0,-1 1 0,0-1 0,0 1 0,-1 0 1,1 0-1,-1 0 0,1 0 0,-1 0 0,0 0 1,0 0-1,0 0 0,-1 1 0,1-1 0,-1 1 1,1 0-1,-1 0 0,0 0 0,0 0 0,0 0 0,0 0 1,0 1-1,0-1 0,-1 1 0,1 0 0,0 0 1,-1 0-1,-1 1-2,-2-1 5,0 0-1,1 1 1,-1 0 0,0 0 0,0 0 0,0 1-1,0 0 1,1 1 0,-1 0 0,0 0 0,1 0-1,0 0 1,-1 1 0,0 1-5,-3 2 2,0 1 1,1 0-1,0 1 1,0-1-1,1 2 0,0-1 1,1 1-1,0 0 0,0 1 1,0-1-1,2 2 0,-1-1 1,1 0-1,1 1 1,0 0-1,0 0 0,1 1-2,-3 10 8,2 1 0,0 0 0,2 0 0,0 0-1,2 0 1,0 1 0,2-1 0,1 3-8,-2-13 35,1 1-1,1-1 1,0 0 0,1 0 0,0-1 0,1 1 0,1-1 0,0 0-1,0 0 1,6 6-35,-7-11 26,1 0-1,0-1 0,0 1 1,1-1-1,-1-1 1,2 1-1,-1-1 0,0-1 1,1 1-1,0-1 0,0 0 1,0-1-1,0 0 1,1 0-1,-1-1 0,6 1-25,-3-1 2,-1-1 1,1 0-1,-1-1 0,1 0 0,-1 0 0,1-1 0,-1 0 0,1-1 0,-1 0 0,0-1 0,0 0 0,0-1 0,1 0-2,2-2-74,-1-1 0,0 0-1,-1-1 1,0 0-1,0 0 1,-1-1-1,0-1 1,0 0-1,-1 0 1,0-1 74,23-28-464,-2-2-1,-2-1 1,-1-2-1,-3 0 1,-1-1-1,-3-2 1,-1 0-1,2-16 465,-2-17-751,-13 50 547,1-1 0,2 2 0,1-1 0,1 2-1,1-1 1,5-5 204,-17 33 16,1-1 0,0 1-1,0-1 1,-1 1 0,1 0-1,0 0 1,1-1 0,-1 1 0,0 0-1,0 0 1,0 0 0,1 0-1,-1 0 1,0 0 0,1 1 0,-1-1-1,1 0 1,-1 1 0,1-1-1,-1 1 1,1-1 0,0 1 0,-1 0-1,2-1-15,-1 2 57,1-1-1,-1 1 0,0 0 0,0 0 0,0 0 1,0 0-1,1 0 0,-1 0 0,-1 0 1,1 0-1,0 1 0,0-1 0,0 1 0,-1 0 1,2 1-57,6 9 277,0 0-1,0 0 1,-1 1 0,5 13-277,-12-25-5,15 36 617,-1 0 1,9 36-613,-12-36 372,1 0 1,1-1-1,4 4-372,-14-32 83,12 24 224,-16-31-270,1 0 0,-1 1-1,1-1 1,-1 0-1,1 0 1,0 0 0,-1 0-1,1 0 1,0 0 0,0 0-1,0 0 1,0-1 0,0 1-1,0 0 1,0 0-1,0-1 1,0 1 0,1 0-37,0-5 31,0 0-1,0 0 1,0 0 0,-1 0 0,1 0 0,-1 0-1,0 0 1,0 0 0,0-4-31,1-42 80,-3 0 0,-1 0 0,-3 0 0,-2 0-80,-6-61 89,10 72-78,-2-7 1,2-1-1,3 1 0,1-1 0,3-9-11,-3 50 4,0 0-1,0-1 1,0 1-1,1 1 1,0-1-1,1 0 0,-1 0 1,1 1-1,1-3-3,-3 7 1,0 0 0,0 0-1,0 0 1,0 0-1,0 0 1,1 0 0,-1 0-1,0 0 1,0 0 0,1 0-1,-1 1 1,1-1-1,-1 1 1,0-1 0,1 1-1,-1-1 1,1 1 0,-1 0-1,1 0 1,-1 0-1,1 0 1,-1 0 0,1 0-1,0 0 1,-1 0 0,1 1-1,-1-1 1,0 0-1,1 1 1,-1-1 0,1 1-1,-1 0 1,0-1 0,1 1-1,-1 0 1,0 0-1,0 0 1,1 1-1,11 7 9,-1 1 0,-1 0 0,0 0-1,0 2 1,-1-1 0,0 1 0,-1 1 0,6 9-9,6 14 52,-2 1 0,10 26-52,-1 1 185,12 13-185,-38-74 17,0 0 0,0 0 1,0 0-1,0 0 0,1 0 0,-1 0 1,1-1-1,-1 1 0,1-1 0,0 0 0,0 0 1,3 2-18,-5-6 7,1 0 0,-1 0 0,0 0 0,0 0 0,0 0 0,0 0 0,0 0 0,0 0 0,0 0 0,-1 0-7,13-86 37,-4 0 0,-4-1 0,-4-23-37,-1 87 3,2 0 1,1 0-1,0 0 0,2 1 0,1 0 1,1-1-4,-2 9-3,1 0 0,1 1 0,0-1 1,1 1-1,1 0 0,0 1 0,1 0 0,1 1 1,3-4 2,-13 15 0,1 1 0,-1 0 0,0-1 0,0 1 0,1 0 0,-1 0 0,1-1 0,-1 1 0,1 0 0,0 1 0,-1-1 0,1 0 0,0 0 0,0 1 0,-1-1 0,1 1 0,0-1 0,0 1 0,0 0 0,0 0 0,-1 0 0,1 0 0,0 0 0,0 0 0,0 0 1,0 1-1,0-1 0,-1 1 0,1-1 0,0 1 0,0 0 0,-1 0 0,1-1 0,-1 1 0,1 0 0,0 1 0,-1-1 0,0 0 0,1 0 0,-1 1 0,1-1 0,6 9 6,0 0 1,-1 0-1,0 0 0,-1 1 1,6 11-7,-4-7 9,8 19 43,-1 0-1,7 26-51,-9-22 44,2-2 0,14 27-44,-24-53-31,1-1-1,1 1 1,-1-1-1,1 0 1,1 0-1,0-1 1,0 0-1,0 0 0,1-1 1,1 0-1,3 2 32,-11-8-92,0 0-1,0 0 0,0-1 1,0 1-1,0-1 0,0 1 1,0-1-1,0 1 0,0-1 1,0 0-1,0 0 0,0 0 1,0 0-1,0-1 0,0 1 1,0 0-1,0-1 0,0 1 1,0-1-1,0 0 0,0 0 1,0 0-1,-1 0 0,1 0 1,0 0-1,-1 0 0,1 0 1,0-1-1,-1 1 0,0-1 1,1 1-1,-1-1 1,0 1-1,0-1 0,0 0 1,0 0-1,1-1 93,2-4-415,1-1 1,-1 0 0,-1-1-1,0 1 1,0-1-1,0 0 1,-1 1 0,1-8 414,3-59-2080,0 7-6640</inkml:trace>
  <inkml:trace contextRef="#ctx0" brushRef="#br0" timeOffset="20269.25">5780 7439 12640,'4'34'605,"-2"0"0,-1 1 1,-2 4-606,2 61 1249,1-75-1009,0 8 91,1 1-1,2-1 0,5 17-330,-8-42 19,0 0-1,1-1 0,-1 1 1,2-1-1,-1 1 0,1-1 1,0 0-1,0 0 1,1 0-1,0-1 0,0 0 1,1 0-1,-1 0 0,1-1 1,1 1-1,5 3-18,-9-7 8,0-1 0,0 1 0,0-1 0,0 0 0,0 1 0,1-1 0,-1-1 0,0 1 0,0 0 0,1-1 0,-1 0 0,0 0 0,1 0 0,-1 0 0,0 0 0,1-1-1,-1 1 1,0-1 0,2 0-8,0-1 12,0-1 0,0 1-1,-1-1 1,1 0-1,0 0 1,-1 0-1,0-1 1,0 0-1,0 0 1,0 0-1,1-1-11,5-8 23,-1-1 0,0 0-1,-1 0 1,-1-1-1,0 0 1,-1 0-1,3-9-22,-5 9 30,-1 0 1,0 0-1,0 0 0,-2 0 1,0-1-1,0 1 0,-2 0 1,0-1-1,-1 1 0,-1-7-30,1 12 30,-1 0 0,0 0 0,0 0 0,-1 0 0,0 1 0,-1-1 0,0 1 0,0 0 0,-1 1 0,0-1-1,-1 1 1,0 0 0,0 1 0,-1 0 0,-7-6-30,9 9 21,0 1 1,-1-1-1,1 1 0,-1 1 1,0-1-1,1 1 0,-1 1 1,0-1-1,0 1 0,0 0 1,-1 0-1,-1 1-21,-17 0 24,0 1 0,-17 3-24,36-3-4,-7 2-59,0 1 0,0 0 0,0 0 0,0 2-1,1 0 1,0 0 0,-12 9 63,-9 3-1285,32-17 576,2-1-405,8-17-358,42-24-400,-3 2-6048</inkml:trace>
  <inkml:trace contextRef="#ctx0" brushRef="#br0" timeOffset="20602.197">6224 7163 11744,'42'48'1978,"18"16"-1978,-12-15 2046,0 5-2046,-23-23 451,-2 1 0,-1 1 0,-1 1 0,-2 1 0,-1 0 0,2 11-451,-8-3 618,-10-33-41,-11-29-323,2-4-88,2-1 0,0 1 0,1-1-1,0-23-165,-3-23 189,-4-8-100,5-1 0,2 0-1,4 0 1,6-27-89,-2 66-179,3 1 0,1 0 0,3-2 179,-10 37-104,0-1 1,1 1-1,-1-1 1,1 1-1,1-1 1,-1 1-1,0 0 1,1 0 0,0 0-1,0 0 104,-2 3-98,1 0-1,-1-1 1,0 1 0,1 0-1,-1 0 1,1 1 0,-1-1 0,1 0-1,-1 0 1,1 1 0,0-1-1,-1 1 1,1-1 0,0 1-1,-1 0 1,1 0 0,0 0-1,-1 0 1,1 0 0,0 0-1,-1 0 1,1 0 0,0 1-1,0-1 1,-1 1 0,1-1-1,0 1 99,4 1-2147,6 2-5725,-28-9 5916</inkml:trace>
  <inkml:trace contextRef="#ctx0" brushRef="#br0" timeOffset="21204.9">6892 6785 15064,'0'0'1273,"0"0"-69,3 5-436,24 47 34,43 81 192,31 36-994,-98-163 12,1 0 0,1-1 0,-1 1 1,1-1-1,0 0 0,0 0 0,1 0 0,-1-1 1,2 1-13,-5-4 12,0 0 0,-1 0 0,1-1-1,0 1 1,0 0 0,0-1 0,0 1 0,0-1 0,1 1 0,-1-1 0,0 0 0,0 0 0,0 0 0,0 0 0,0-1 0,0 1 0,0 0 0,0-1 0,0 1-1,0-1 1,0 0 0,0 0 0,0 0 0,0 0 0,0 0 0,-1 0 0,1 0 0,0-1 0,-1 1 0,1 0 0,-1-1 0,1 0-12,7-8 24,0-1 1,-1 0-1,0 0 1,-1 0-1,0-1 0,1-5-24,33-79 139,-30 68-90,-1 2 17,0 0-1,-2-1 0,-1 1 0,-1-2 0,-1 1 0,-2 0 0,0-17-65,-3 32 37,0-8 43,1-1 0,2-16-80,-2 32 23,0-1-1,0 1 1,1 0-1,-1 0 0,1 0 1,0 0-1,0 0 0,1 0 1,0 1-1,-1-1 1,1 1-1,1 0 0,0-2-22,-2 5 10,-1 0-1,0 0 1,1 0-1,-1 0 1,1 1-1,0-1 1,-1 0-1,1 1 1,0-1-1,-1 1 1,1 0-1,0-1 1,-1 1-1,1 0 1,0 0-1,0 0 1,-1 0-1,1 1 1,0-1 0,-1 0-1,1 1 1,0-1-1,-1 1 1,1-1-1,0 1 1,-1 0-1,1 0 1,-1 0-1,1 0 1,0 0-10,5 4 27,0 0 1,-1 0 0,1 1 0,-1-1-1,4 5-27,103 121 239,-75-84-170,-2 1 0,-1 2-1,25 53-68,-50-86 10,45 85 23,-6 3 1,30 90-34,-71-172 24,0 1 0,-2 0 1,-1 0-1,-1 1 0,-1 0 1,-1-1-1,-1 1 0,-2 0 1,0 2-25,0-12 41,-1 0 1,-1-1 0,0 1 0,-1-1 0,0 1 0,-1-1-1,-1 0 1,0-1 0,-1 1 0,0-1 0,-1-1 0,-1 1 0,0-2-1,-1 1 1,-6 5-42,11-11 21,-1-1 0,-1 0-1,1-1 1,-1 1 0,1-1-1,-1-1 1,0 1 0,-1-1-1,1 0 1,-1-1 0,1 0-1,-1 0 1,0 0 0,0-1-1,1 0 1,-1-1 0,0 0-1,0 0 1,0-1 0,0 0-21,-26-1-32,0-3 0,1-1 0,0-1 0,0-2 0,1-1 0,0-1 0,0-2 0,1-2 0,1 0 0,1-2 0,-25-19 32,31 21-243,0-1 0,1-2 0,1 0 0,1-1 0,1-1 0,0-1 0,2 0 0,0-2 0,1 0 0,-7-16 243,17 28-230,0 0-1,1-1 1,1 0-1,-1 0 0,2 0 1,0 0-1,0-1 1,1 1-1,1-1 0,0 0 1,1 1-1,0-1 1,1 0-1,0 0 1,1 1-1,0-1 0,1 1 1,1 0-1,1-4 231,5-16-761,54-155-2071,-21 77-6141</inkml:trace>
  <inkml:trace contextRef="#ctx0" brushRef="#br0" timeOffset="21569.516">7713 5377 13720,'9'38'1471,"2"10"691,1 48-1276,4 0 0,28 88-886,-13-55 200,38 187 225,-59-275-377,11 27-48,-1-3-1677,-17-60-592,0-10-451,-2 4 2678,3-9-8784</inkml:trace>
  <inkml:trace contextRef="#ctx0" brushRef="#br0" timeOffset="21902.162">8170 6871 14616,'42'6'-1820,"-37"-5"-4775,-11-2 4994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03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90 10936,'14'6'107,"-11"-4"-25,0-1 1,-1 0 0,1 0-1,0 0 1,0 0 0,0 0-1,0 0 1,0-1-1,0 0 1,0 1 0,0-1-83,-2 0 61,-1 0 0,0 0 0,1 0 0,-1 0 0,1-1 0,-1 1 1,1 0-1,-1 0 0,0 0 0,1 0 0,-1 0 0,1-1 0,-1 1 0,0 0 1,1 0-1,-1-1 0,0 1 0,1 0 0,-1-1 0,0 1 0,0 0 1,1-1-1,-1 1 0,0 0 0,0-1 0,0 1 0,1-1 0,-1 1 0,0 0 1,0-1-1,0 1 0,0-1 0,0 1 0,0-1 0,0 1 0,0 0 1,0-1-1,0 1 0,0-1-61,-1 0 969,3 15-930,7 45 653,5 33-57,4-1 0,4 0 0,4-2-1,7 9-634,-19-66 236,1 0 0,9 11-236,-23-43 7,0 0-1,-1 0 1,1 0-1,0 0 0,0 0 1,-1 0-1,1 0 1,0 0-1,0 0 1,-1 0-1,1-1 0,0 1 1,-1 0-1,1-1 1,0 1-1,-1 0 0,1-1 1,0 1-1,-1-1 1,1 1-1,-1-1 0,1 1 1,-1-1-1,1 1 1,-1-1-1,1 0-6,6-7 57,-1 1 0,-1-2 0,1 1 0,-1-1 0,0 1 0,-1-1 1,0-2-58,27-70 160,-24 59-119,16-50 55,-18 56-62,5-18-5,1 0-1,2 1 0,16-29-28,-17 48 3,5 14 2,4 10-2,1 15 2,0 15-2,43 108 83,-53-121-67,-4-5 29,2 0 0,0-1 1,1 0-1,1-1 0,14 18-48,-25-37 12,0 1 0,1 0 0,-1-1-1,0 1 1,1-1 0,-1 1-1,1-1 1,-1 0 0,1 1 0,0-1-1,-1 0 1,1 0 0,0 0-1,0 0 1,0-1 0,0 1 0,0 0-1,0-1 1,0 0 0,0 1 0,0-1-1,0 0 1,0 0 0,0 0-1,0 0 1,0 0 0,0 0 0,0-1-1,0 1 1,0-1 0,0 0-1,0 1 1,-1-1 0,1 0 0,0 0-1,0 0 1,-1 0 0,1 0-1,0-1 1,-1 1 0,1 0 0,-1-1-1,1 0-11,5-5 31,0-1-1,-1 0 1,0 0-1,0-1 0,-1 1 1,0-1-1,-1 0 1,0-1-1,0 1 1,-1-1-1,2-8-30,-2-5 45,-1 1 0,0-1 0,-2 0 0,-1 0 0,-1 0 0,0 0 0,-2 1 0,-2-7-45,-2-21 57,-4-23-14,0-3 54,3-7-97,3 2-861,6 80 154,12 10-2026,-2-1 2384,7 5-9744,-29-23 8109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04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11208,'0'0'0,"9"23"0,5 13 0,-8-21-8,1-11 8,-2 5 0,-3-2 0,-2-7-1360,0 0 1360,0 0-1360,12 4 1360,-12-4-128,0 0 128,16 3-120,4 0 120,18 1-5664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08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13 775 12728,'-2'-3'167,"0"0"0,1 1 0,0-1 0,-1 0 0,1 0 0,0-1 1,1 1-1,-1 0 0,1 0 0,-1 0 0,1-3-167,20 34 1660,-18-17-1633,0 1 1,-1-1-1,-1 1 0,0 0 1,-1-1-1,0 1 0,-1 0 1,-1 3-28,-3 35-39,7-47 36,0 0 1,-7 18 1,5-20 14,0-6 23,2-16 73,4-29 58,-2 33-152,2-10-19,1 0 0,1 0 0,1 1 0,3-4 4,-9 24-7,1 1-1,-1 0 0,1-1 1,0 1-1,0 0 0,0 1 1,1-1-1,0 0 1,0 1-1,0 0 0,0 0 1,0 0-1,1 1 1,0-1-1,0 1 0,0 0 1,0 0-1,0 1 1,1 0-1,-1 0 0,1 0 1,0 0 7,1 1-2,-1 1 0,0 0 0,0 0 1,1 0-1,-1 1 0,0 0 0,0 0 0,0 1 1,0-1-1,0 1 0,0 1 0,0-1 0,-1 1 1,1 0-1,-1 0 0,1 1 0,-1-1 2,5 5-3,-1 0 0,1 0-1,-1 1 1,-1 0 0,0 0 0,0 1-1,5 8 4,15 31-319,20 27-897,-43-69 1098,1 0 0,0-1 0,0 1-1,1-1 1,-1-1 0,1 1 0,0-1-1,7 4 119,-9-7-273,0 0 0,0-1 1,0 1-1,0-1 0,0 0 0,0 0 0,0-1 0,1 0 0,-1 1 0,0-2 0,3 1 273,6 0-1167,3 0-3822,-40 0 3757</inkml:trace>
  <inkml:trace contextRef="#ctx0" brushRef="#br0" timeOffset="383.553">752 690 13536,'0'0'1160,"0"0"-71,0 0-281,0 0-170,-3 6-434,0 1-169,-14 27-90,-10 29 55,23-52-46,1 1 0,-1 0 1,2 0-1,0 0 0,0 0 0,1 0 1,0 0-1,1 3 46,0-13-15,0 0 0,0-1 1,0 1-1,1 0 0,-1 0 1,0 0-1,1 0 1,-1 0-1,1 0 0,-1 0 1,1 0-1,0-1 0,0 1 1,0 0-1,0-1 0,0 1 1,0-1-1,1 1 0,-1-1 1,0 1-1,1-1 0,-1 0 1,1 1-1,0-1 0,-1 0 1,1 0-1,0 0 0,-1-1 1,1 1-1,0 0 0,0-1 1,0 1-1,0-1 0,0 0 1,0 1-1,0-1 0,0 0 1,0 0-1,-1 0 0,1 0 1,1-1 14,5 0-64,0-1 1,0 0 0,0 0 0,0-1 0,-1 0 0,1 0 0,-1-1 0,0 0 0,3-2 63,1-1-81,-2-1 0,1-1 0,-1 1 0,0-1 0,0-1 0,-1 0 0,-1 0 0,2-2 81,3-9-212,0 0-1,-1-1 0,6-17 213,-14 32-45,-1 0-1,0 0 0,0 0 0,0 0 1,-1 0-1,0 0 0,-1-1 1,0 1-1,0 0 0,0 0 1,-2-3 45,2 7-26,-1 0 1,1 0 0,-1 0-1,0 1 1,0-1 0,0 0-1,-1 1 1,1-1 0,0 1-1,-1-1 1,0 1 0,0 0-1,1 0 1,-1 0 0,-1 0-1,1 0 1,0 0 0,0 0-1,-1 1 1,1-1 0,-1 1-1,1 0 1,-1-1 0,0 1-1,1 0 1,-1 1 0,0-1-1,-2 0 26,-4 0-122,0 1 0,0-1 1,0 2-1,0-1 0,0 1 0,0 1 0,0-1 0,0 2 0,1-1 0,-1 1 1,1 0-1,0 1 0,-1 0 0,0 1 122,-15 9-1077,1 1-1,1 1 1,0 1-1,-5 7 1078,15-14-3549,28-24 2676</inkml:trace>
  <inkml:trace contextRef="#ctx0" brushRef="#br0" timeOffset="738.151">1335 217 13176,'0'4'1120,"-1"263"2087,22 60-4213,-18-312 146,1-20-653,4-26 92,-7 28 1722,11-50-1880,5-25-6054</inkml:trace>
  <inkml:trace contextRef="#ctx0" brushRef="#br0" timeOffset="1080.19">1202 502 12728,'14'4'547,"0"-1"0,0-1 1,0 0-1,1-1 1,-1-1-1,0 0 0,0 0 1,0-2-1,7-1-547,26-4-395,-1-2-1,-1-2 1,38-15 394,-60 17-736,0 1 0,1 0-1,0 2 1,0 1-1,1 1 1,-1 1-1,1 1 1,0 1-1,-1 2 1,15 1 737,22 2-5933</inkml:trace>
  <inkml:trace contextRef="#ctx0" brushRef="#br0" timeOffset="1400.825">1893 410 9952,'3'0'190,"-1"0"-1,1 0 1,-1-1 0,1 1 0,-1-1 0,0 0 0,1 1 0,-1-1 0,0 0 0,0 0-1,1 0 1,-1-1 0,0 1 0,0-1 0,0 1 0,-1-1 0,1 1 0,1-2-190,3-3 695,1 0 1,-1 0-1,0-1 1,-1 0-1,0 0-695,0-2 32,-1 0-1,0-1 1,-1 1-1,0-1 1,0 0-1,-1 0 1,-1 0-1,1 0 1,-2 0-1,1-2-31,-2 10 4,1 1-1,-1-1 0,1 0 1,-1 1-1,0-1 1,1 1-1,-1-1 1,0 1-1,0-1 1,0 1-1,0 0 0,-1-1 1,1 1-1,0 0 1,0 0-1,-1 0 1,1 0-1,-1 0 1,0 0-4,-1-1 0,1 0 0,-1 1 0,0-1 0,0 1 0,0-1 0,-1 1 1,1 0-1,0 1 0,0-1 0,-3 1-3,1 1 1,0 0-1,0 0 1,0 0-1,0 1 0,0 0 1,0-1-1,0 2 1,0-1-1,0 1 1,1-1-1,0 1 0,-1 1 1,-1 1 2,-6 5-5,0 1 1,1 0 0,0 0-1,-3 6 5,8-8 48,-1 1-1,2-1 0,-1 1 0,1 0 1,1 1-1,0 0 0,0-1 0,1 1 1,1 0-1,-1 0 0,2 1 0,0-1 1,0 0-1,1 1 0,0 5-47,1-7 59,0-1 0,1 1 0,0-1 0,0 0 0,0 0 0,2 0 0,-1 0 0,1 0-1,0 0 1,1-1 0,0 0 0,0 0 0,1 0 0,0-1 0,0 0 0,0 0 0,1 0 0,4 2-59,-3-4 15,-1 1 0,1-2-1,0 1 1,0-1 0,0-1 0,0 1 0,1-1 0,-1-1 0,1 0 0,0 0-1,4 0-14,2-1-31,-1 0-1,0-1 0,0-1 1,1-1-1,-1 0 0,14-4 32,11-5-783,-1-2 0,0-1 0,-1-3 1,0 0-1,-2-3 0,7-5 783,-30 18-257,1 0 1,-1 1 0,1 1-1,3-1 257,19-8-1509,40-16-6297</inkml:trace>
  <inkml:trace contextRef="#ctx0" brushRef="#br0" timeOffset="1798.768">2734 0 12104,'-126'83'1690,"40"-27"-1454,86-55-234,-1-1 0,1 0 1,0 1-1,-1-1 0,1 1 0,-1 0 0,1-1 0,0 1 0,0-1 0,-1 1 0,1-1 0,0 1 0,0 0 1,0-1-1,-1 1 0,1 0 0,0-1 0,0 1 0,0-1 0,0 1 0,0 0 0,0-1 0,1 1 1,-1 0-1,0-1 0,0 1 0,0 0 0,1-1 0,-1 1 0,0-1 0,0 1 0,1-1-2,9 19 13,2-7-10,0-2 0,1 1 0,1-2 0,-1 0 0,2 0 0,-1-2 0,1 1 0,7 1-3,6 4 2,44 20 143,-46-22-4,0 1 0,0 1-1,-2 1 1,1 1 0,14 14-141,-36-28 44,-1 1 0,0-1 1,-1 1-1,1 0 0,0 0 0,0 0 1,-1 0-1,1 0 0,-1 0 0,0 0 1,1 0-1,-1 0 0,0 1 0,0-1 1,-1 1-1,1-1 0,0 0 0,-1 1 1,0-1-1,1 1 0,-1 0 0,0-1 1,0 1-1,0-1 0,-1 1 1,1-1-1,-1 1 0,1-1 0,-1 0 1,0 1-1,0-1 0,0 1 0,0-1 1,0 0-1,0 0 0,-1 0 0,1 0 1,-1 0-1,0 1-44,-3 2 21,-1 1 1,1-1-1,-1 0 0,0 0 1,-1-1-1,1 0 1,-1 0-1,0 0 0,0-1 1,0 0-1,0 0 0,-4 0-21,-57 8-2499,57-10 1505,-9 1-6162,47-5 5374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06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130 220 10760,'0'0'857,"0"0"-41,0 0-184,0 0-96,-4 4-261,-67 80 25,60-72-296,1-1 1,0 2 0,-3 5-5,11-16 2,1 0 0,0 0 0,0 0 0,0 0-1,0 1 1,0-1 0,1 0 0,-1 0 0,0 1-1,1-1 1,0 0 0,0 1 0,-1-1 0,2 1 0,-1-1-1,0 0 1,0 1 0,1-1 0,-1 0 0,1 2-2,1-1 3,-1 0 0,1 0 0,0 1 1,0-1-1,0-1 0,1 1 0,-1 0 1,0 0-1,1-1 0,0 1 0,0-1 1,2 1-4,10 6 6,1 0-1,0-1 1,0-1 0,1 0 0,3 0-6,-5-2-9,74 23 500,0-4-1,19-1-490,-96-21 238,-9-1-171,-1-1-1,1 1 1,-1-1 0,0 1-1,1 0 1,-1 0 0,0 0 0,0 0-1,0 0 1,1 1 0,-1-1-1,0 0 1,-1 1 0,1 0 0,0-1-1,0 1 1,0 1-67,-2-2 18,1 1 0,-1-1 1,1 1-1,-1-1 0,0 1 0,0-1 0,0 1 0,0 0 0,0-1 1,0 1-1,0-1 0,0 1 0,-1-1 0,1 1 0,-1-1 1,1 1-1,-1-1 0,1 1 0,-1-1 0,0 0 0,0 1 1,0-1-1,1 0 0,-1 1 0,-1-1 0,1 0 0,0 0 0,0 0-18,-8 8 53,1-1-1,-2 1 0,1-2 0,-1 1 1,0-1-1,-1-1 0,0 0 1,0-1-1,0 0 0,-11 4-52,3-3-493,1-1-1,-19 3 494,-35-2-4413,63-6-3833</inkml:trace>
  <inkml:trace contextRef="#ctx0" brushRef="#br0" timeOffset="481.077">531 471 11208,'-5'7'285,"0"0"0,0 0 0,1 1 1,0-1-1,0 1 0,1 0 0,0 0 1,0 0-1,1 0 0,0 0 0,1 1 0,0-1 1,0 1-1,0-1 0,2 4-285,-2-10 0,1 1-3,0 0 0,-1 0 0,1 0 0,0 0 1,1 0-1,-1 0 0,1 0 0,-1 0 0,1 2 3,0-4-1,0 0 0,0 0 0,0 0 0,-1 0 1,1 0-1,0 0 0,0-1 0,0 1 0,0 0 0,1 0 0,-1-1 0,0 1 0,0-1 0,0 1 0,0-1 1,1 0-1,-1 1 0,0-1 0,0 0 0,1 0 0,-1 0 0,0 0 0,0 0 0,2 0 1,6 1-4,1 0-1,0-1 1,-1 0 0,1-1-1,0 0 1,-1 0 0,1-1-1,-1 0 1,1-1 0,-1 0-1,0 0 1,0-1 0,0 0-1,-1-1 1,4-2 4,9-7-4,-11 9 0,-1-1 0,0 0-1,-1 0 1,1-1 0,-1 0 0,-1-1 0,1 1 0,-1-1 0,-1-1 0,4-5 4,-7 10 2,-1-1 0,1 1 1,-1-1-1,-1 1 0,1-1 1,-1 0-1,0 1 0,1-4-2,-2 5 7,0 0 0,0 1 0,-1-1 0,1 0 0,-1 1 1,0-1-1,1 0 0,-1 1 0,0-1 0,0 1 0,-1 0 0,1-1 0,0 1 0,-1 0 0,0 0 0,1 0 0,-1-1-7,-9-9 18,0-1 1,-1 2-1,0-1 0,-1 2 1,0 0-1,-1 0 0,0 1 0,0 1 1,-1 0-1,-12-4-18,18 10-4,1 1 0,-1 0 0,0 0 0,0 1 0,1-1 0,-1 2 0,0 0 0,1 0 0,-1 0 0,0 1 0,1 0 0,0 1 0,-1 0 0,-3 2 4,-10 5-122,1 0 1,0 1 0,1 1 0,-15 13 121,23-16-87,1 1 0,1 0 0,0 0 1,0 1-1,1 0 0,0 1 0,1 0 1,1 1-1,-4 6 87,7-10-171,0-1 0,0 0-1,1 1 1,0 0 0,1 0 0,0 0 0,0 0 0,1 0 0,0 0-1,1 1 1,0-1 0,0 0 0,1 0 0,0 0 0,2 5 171,-1-10-113,0 0 1,0 0 0,0 0 0,1 0 0,-1 0-1,1 0 1,0-1 0,0 1 0,0-1-1,1 0 1,-1 0 0,1 0 0,-1 0 0,1-1-1,0 0 1,0 1 0,1-2 0,2 3 112,10 5-792,37 23-5068</inkml:trace>
  <inkml:trace contextRef="#ctx0" brushRef="#br0" timeOffset="1219.559">876 474 11480,'-9'15'109,"7"-13"-38,0 1 1,1-1-1,-1 1 1,1 0-1,-1 0 0,1 0 1,0 0-1,0 0 1,0 0-1,1 0 1,-1 0-1,1 1-71,5 12 3129,16 4-2797,-3-2-342,-12-11 11,-5-6 13,-1-1 16,0 0 60,0 0 18,22-3 129,-17 0-232,0 1 1,-1-1 0,1-1-1,0 1 1,-1-1-1,0 0 1,0 0-1,0 0 1,0 0-1,-1-1 1,0 0 0,0 1-1,3-6-5,3-7 13,-1-1 0,0 0-1,1-7-12,3-14 0,-10 29-1,1 1 0,-1-1 1,1 1-1,1 0 0,0 0 1,0 1-1,1-1 0,0 1 1,1 0-1,-1 0 0,1 0 1,1 1-1,5-5 1,-10 10 0,0 1 0,0 0 0,0 0 0,0 0-1,0 0 1,0 0 0,0 1 0,1-1 0,-1 1 0,0-1 0,0 1-1,1 0 1,-1 0 0,0 0 0,0 0 0,1 0 0,-1 0-1,0 1 1,0-1 0,1 1 0,-1-1 0,0 1 0,0 0 0,0 0-1,0 0 1,0 0 0,0 0 0,0 1 0,0 0 0,4 2 0,0 0-1,0 1 1,-1 0 0,0 0-1,0 0 1,-1 1 0,1 0-1,0 2 1,6 11 0,-2 1 0,0 0 1,-1 1-1,0 6 0,16 38 0,-19-46 33,-5-18-29,0 0 0,0 1 1,0-1-1,0 0 1,1 0-1,-1 0 0,0 1 1,1-1-1,-1 0 1,1 0-1,-1 0 0,1 0 1,0 0-1,-1 0 0,1 0 1,0 0-1,0 0 1,0 0-1,0 0 0,0 0 1,0 0-5,1 0 73,-2-1 42,0 0-5,1-4-97,-1 1-1,1 0 0,0-1 1,0 1-1,1 0 0,-1 0 1,1 0-1,1-2-12,6-13 28,3-22 55,7-39-83,-12 45-6,1 1-1,2 0 1,10-20 6,-17 46-31,0 1 1,0-1-1,1 1 0,0 0 1,0 0-1,1 0 0,0 1 1,0-1-1,0 1 0,1 1 1,0-2 30,-5 5 2,1 0 1,-1 1-1,0-1 0,1 0 1,-1 1-1,0-1 0,1 1 1,-1-1-1,1 1 1,-1 0-1,0-1 0,1 1 1,-1 0-1,1 0 1,-1 0-1,1 0 0,-1 0 1,1 0-1,-1 1 0,1-1 1,-1 0-1,1 1 1,-1-1-1,0 1 0,1 0 1,-1-1-1,0 1 0,1 0 1,-1 0-1,0 0 1,0 0-1,0 0 0,0 0 1,1 0-3,3 3 59,2 1 11,0 1 1,0 0-1,-1 0 1,1 1-1,-1-1 1,-1 1-1,1 1 1,-1-1-1,-1 1 1,5 8-71,1 7 140,-2 1 0,0 0 0,0 5-140,10 29 132,-16-50-35,1 0 0,0 0 0,1 0 0,0-1 1,0 1-1,2 0-97,-4-6 3,-1 1 1,1-1 0,0 0 0,0 0 0,0 0 0,0 0 0,1 0 0,-1-1 0,1 1-1,-1-1 1,1 1 0,-1-1 0,1 0 0,0 0 0,-1 0 0,1-1 0,0 1-1,0 0 1,-1-1 0,1 0 0,1 0-4,120 8-6117,-94-6-2416</inkml:trace>
  <inkml:trace contextRef="#ctx0" brushRef="#br0" timeOffset="1614.983">1809 536 12640,'5'-2'75,"0"1"-1,0-1 1,-1-1 0,1 1 0,-1-1 0,1 1 0,-1-1 0,0 0 0,0-1 0,0 1-1,0-1 1,-1 0 0,0 0 0,1 0 0,-1 0 0,0-2-75,8-13 569,0 0 0,-1-1 0,1-6-569,1-1 193,20-49-391,-3-1-1,3-26 199,-30 96-7,0 0 0,0 0-1,-1 0 1,0-1 0,-1 1 0,1 0 0,-1-1-1,-1 1 1,1 0 0,-1-1 0,-1 1 0,1 0 0,-3-6 7,4 13 0,0 0 0,0-1 0,0 1 0,0 0 1,-1-1-1,1 1 0,0-1 0,0 1 1,0 0-1,0-1 0,-1 1 0,1 0 0,0-1 1,-1 1-1,1 0 0,0 0 0,0-1 0,-1 1 1,1 0-1,0 0 0,-1 0 0,1-1 1,0 1-1,-1 0 0,1 0 0,-1 0 0,1 0 1,0 0-1,-1 0 0,1 0 0,-1 0 1,1 0-1,0 0 0,-1 0 0,1 0 0,-1 0 1,1 0-1,0 0 0,-1 0 0,1 0 1,0 0-1,-1 0 0,1 1 0,0-1 0,-1 0 1,1 0-1,0 0 0,-1 1 0,1-1 1,-1 0-1,-9 9 17,5-3 35,0 0 1,0 0 0,0 0 0,1 1-1,0 0 1,0 0 0,1 0 0,0 0-1,0 0 1,0 5-53,-1 1 126,1 0-1,0 0 1,1 0 0,1 1-1,0 9-125,0 33 297,-1-15 86,2-1 0,5 28-383,-4-57 65,1 0 0,0-1-1,1 1 1,0-1 0,0 0-1,1 0 1,1 0 0,-1 0-1,2 0 1,-1-1-1,1 0 1,2 1-65,-5-6 13,1 0 0,-1-1-1,1 1 1,0-1 0,0 0 0,0-1 0,0 1-1,0-1 1,1 1 0,-1-1 0,1 0 0,-1-1-1,1 1 1,0-1 0,1 0-13,4 0-74,-1 0 0,1-1 1,-1 0-1,1 0 0,-1-1 1,1-1-1,4-1 74,159-31-2965,-170 34 2928,-1-1 0,1 1 0,0-1 1,0 0-1,0 0 0,-1 0 0,1-1 0,0 1 1,-1 0-1,0-1 0,1 0 0,1-1 37,7-5-65,41-26-1696,29-15-6792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05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 12728,'-1'0'67,"-1"1"0,1 0 1,-1 0-1,1 0 1,0 0-1,0 0 0,-1 0 1,1 0-1,0 0 0,0 0 1,0 1-1,0-1 1,0 0-1,0 1-67,1 0 100,1-1 0,-1 1 0,0-1 0,1 1 0,-1-1 0,1 1 0,0-1 0,-1 0 0,1 1 0,0-1 0,0 0 0,0 0 0,0 1 0,0-1-100,3 4 121,5 11 137,0-1 0,-1 1 0,-1 0 1,-1 1-1,0 0 0,-1 0 1,-1 0-1,-1 1 0,2 11-258,-1 21 139,-2-1-1,-3 42-138,2-64-31,0-1 0,2 1-1,1 2 32,5 58-96,-3 51-796,-3-130 580,0-6-587,-2 1-3471,-1-3-2792</inkml:trace>
  <inkml:trace contextRef="#ctx0" brushRef="#br0" timeOffset="333.03">0 511 12728,'0'0'1344,"0"0"-87,0 0-345,4 0-220,57 2-1243,-1-3 1,27-6 550,6-4-7134,25-9 7134,-72 13-1205,-31 5 1282,-1 0 0,0 0-1,0-2 1,0 0 0,7-3-77,50-21 5414,-45 19-5089,-1-1 0,0-2 0,0 0 1,3-4-326,-24 13 30,0 0 0,0-1-1,-1 1 1,0-1 0,1 1 0,-1-1 0,0 0 0,-1 0 0,1 0 0,-1-1 0,1 1 0,-1-1 0,-1 1 0,1-1 0,-1 0 0,1-2-30,-2 5 7,1 0 0,-1 0 1,0 0-1,0 0 0,0 0 0,0 0 0,0 0 0,0 0 0,-1 0 0,1 0 0,-1 0 1,1 0-1,-1 1 0,0-1 0,0 0 0,0 0 0,0 0 0,0 1 0,0-1 0,0 0 1,-1 1-1,1-1 0,0 1 0,-1 0 0,1-1 0,-1 1 0,0 0 0,1 0 0,-1 0 0,0 0 1,0 0-1,0 0 0,0 1 0,0-1 0,1 1 0,-1-1 0,0 1 0,0 0 0,0 0 1,-1-1-8,-3 1 13,0 0 0,-1 0 0,1 0 0,0 1 0,-1-1 0,1 2 0,0-1 0,0 1 0,-1 0 0,1 0 0,1 0 0,-1 1 0,0 0 0,-3 3-13,-5 3 16,0 0-1,1 1 1,1 1-1,0 0 1,-1 3-16,11-13 8,-21 23 127,1 1-1,-16 24-134,33-43 57,1 1 1,-1 0-1,1 0 0,1 1 1,-1-1-1,1 1 0,1 0 1,-1-1-1,2 1 0,-1 0 1,1 0-1,0 1 0,0-1 0,1 4-57,1-6 59,1 1-1,0 0 1,0-1-1,0 1 0,1-1 1,-1 0-1,2 0 1,-1 0-1,1 0 0,0 0 1,0-1-1,0 0 1,1 0-1,0 0 0,0 0 1,0-1-1,5 4-58,6 3 128,-1-1-1,2 0 1,-1-1 0,1-1-1,15 5-127,-2-3 91,0-1 0,0-2 0,1 0-1,0-3 1,0 0 0,1-2 0,-1-1 0,3-2-91,-27 1-65,1-1 1,-1-1-1,0 1 1,0-1-1,0-1 1,0 1-1,0-1 1,0 0-1,4-3 65,54-38-897,-43 28 464,-5 2 242,0-2-3394,-7 7-3111,-26 24 4834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03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1 104 3056,'0'0'281,"0"0"39,0 0 135,0 0 101,0 0 273,0 0 112,0 0 158,0 0 44,0 6-190,7 77 674,3-1-1,4 0 1,11 29-1627,-12-242 2054,-9 98-1982,2 0 0,1 1 0,1 0 0,2 0-1,1 1 1,9-18-72,-17 42-49,0 0-1,0 0 0,1 1 1,0-1-1,0 1 1,0 0-1,1 0 0,0 0 1,0 0-1,1 1 1,-1 0-1,1 0 0,0 1 1,1-1-1,2 0 50,-7 4-665,-2 1-507,26 9-717,-11-2 367,9 4-5804</inkml:trace>
  <inkml:trace contextRef="#ctx0" brushRef="#br0" timeOffset="368.819">480 37 12552,'-1'0'34,"1"0"0,-1 1 0,1-1 0,-1 0 1,0 0-1,1 1 0,-1-1 0,1 0 0,0 1 1,-1-1-1,1 1 0,-1-1 0,1 1 0,0-1 1,-1 0-1,1 1 0,0 0 0,-1-1 0,1 1 1,0-1-1,0 1 0,-1-1 0,1 1 0,0-1 1,0 1-1,0 0 0,0-1 0,0 1-34,9 13 1829,4 4-693,-5 3-998,0 0 0,-2 0 0,-1 1 0,0 0 0,-2 0 0,0 4-138,13 68-6697,-16-94-364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15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315 45 4936,'0'0'681,"0"0"47,0 0 168,0 0 23,0 0-95,-4 2-158,-1 1-574,-22 10 630,0 2 0,2 0 0,-2 3-722,19-13 154,1 1 1,0 1-1,0-1 0,0 1 1,0 1-1,1-1 1,0 1-1,1 0 0,0 0 1,0 1-1,-3 8-154,5-8 75,1 1 1,0-1-1,0 1 0,1 0 0,0-1 0,0 1 1,1 0-1,1-1 0,0 1 0,0 0 0,1-1 0,0 1 1,1 0-76,1 5 39,1-1 1,0 1 0,1-1 0,1 0 0,0-1 0,1 0-1,0 0 1,1 0-40,-6-9 18,0-1 0,0 1-1,0-1 1,1 0 0,-1 0-1,1 0 1,0 0 0,0 0-1,0-1 1,0 0 0,0 0-1,1 0 1,-1 0 0,0-1-1,1 0 1,-1 0 0,1 0-1,0 0 1,-1-1 0,1 1-1,0-1 1,-1 0 0,1-1-1,0 1 1,-1-1 0,2 0-18,1-1 24,1-1 1,0 0 0,-1 0-1,0 0 1,0-1 0,0 0-1,0 0 1,-1-1 0,1 0-1,-1 0 1,0 0 0,-1-1-1,1 0 1,-1 0 0,0-1-25,31-47 441,16-35-441,-3 5 240,-47 81-230,0-1 0,0 0 0,-1 1 1,1-1-1,-1 0 0,0 0 0,0 0 0,0 0 1,-1-1-1,1 1 0,-1 0 0,0 0 0,0 0 0,-1 0 1,1 0-1,-1-1 0,0 1 0,0 0 0,0 0 1,0 0-1,-1 1 0,0-1 0,0 0 0,0 0 1,0 1-1,0 0 0,-1-1 0,-1-1-10,-4-4 25,1 1 1,-1 0-1,0 1 0,-1 0 1,0 0-1,0 1 0,-1 0 1,1 1-1,-1 0 0,-2-1-25,2 2-34,-1 0-1,-1 1 0,1 0 0,0 0 0,-1 1 0,1 1 0,-1 0 0,0 1 0,1 0 0,-1 0 0,1 1 0,-1 1 0,1 0 0,-1 1 0,1 0 0,0 0 0,-8 4 35,4-1-178,0 1 0,1 0 1,-1 1-1,1 0 0,1 1 0,0 1 0,0 0 1,1 1-1,0 0 0,1 1 0,0 0 1,1 1-1,0 0 0,1 0 0,-2 6 178,-1-5-2769,12-14-4528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15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9864,'3'5'127,"0"0"0,1 0 1,-1 0-1,1-1 0,0 0 1,0 1-1,2 0-127,-1 0 134,-1-1 1,0 1-1,0-1 1,0 1-1,0 0 0,-1 1 1,1 0-135,2 5-121,-1 1-1,0 0 1,-1 0 0,0 0 0,-1 1 0,0-1 0,-1 1 0,-1 0 0,1-1 0,-2 1 0,0 8 121,-10 27 804,2-80-283,8 23-488,1 0 0,-1 0 0,2 0 0,-1 0 0,1 0 0,1 1 0,-1-1 0,1 1 0,1-1-1,2-4-32,3-3 10,1-1 0,0 2-1,1-1 1,8-7-10,-13 16 2,1 1 0,0 0 0,0 1 0,0 0 1,1 0-1,-1 0 0,1 1 0,0 0 0,0 0 0,1 1 0,-1 0 1,1 1-1,0 0 0,-1 0 0,4 1-2,-1-1 4,1 1 0,-1 1 1,1 0-1,-1 0 0,0 1 0,1 1 1,-1 0-1,0 0 0,0 1 0,0 0 1,9 5-5,-10-3 28,0 0 1,-1 1-1,0 0 1,0 1-1,0 0 0,-1 0 1,0 1-1,0 0 1,-1 0-1,0 1 1,5 8-29,4 10-20,-1 1 1,-2 1-1,5 13 20,-10-23-220,5-1-7155,-18-24 6124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30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9864,'0'0'0,"0"0"0,0 0 0,0 0-1968,0 0 1968,0 0-1968,0 0 1968,0 0 0,0 0 0,0 0 8,0 0-8,0 0-3976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34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5744,'0'0'0,"3"11"0,4 9 0,-7-20-712,0 0 712,12 22-704,1 1 704,-13-23 72,0 0-72,26 43-2664,-52-86 2664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39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10936,'0'0'0,"0"0"0,0 0 0,0 0-640,0 0 640,0 0-7088,0 0 7088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38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0 9688,'0'0'785,"1"4"-126,4 30-49,-1 1 0,-2 0-1,-2-1 1,0 1 0,-3 1-610,-26 178 2449,11-94-1197,18-119-1251,-1 0 0,1-1 1,0 1-1,0-1 0,0 1 0,-1 0 0,1-1 0,0 1 0,0-1 0,0 1 1,0 0-1,0-1 0,0 1 0,0-1 0,0 1 0,1 0 0,-1-1 1,0 1-1,0-1 0,0 1 0,1 0 0,-1-1 0,0 1 0,0-1 0,1 1 1,-1-1-1,1 1 0,-1-1 0,0 1 0,1-1 0,-1 0 0,1 1 0,-1-1 1,1 0-1,-1 1 0,1-1 0,0 0 0,-1 1 0,1-1 0,-1 0 1,1 0-1,-1 0 0,1 0 0,0 1 0,-1-1 0,1 0 0,0 0 0,-1 0 1,1 0-1,-1-1 0,1 1 0,0 0 0,-1 0 0,1 0 0,-1 0 1,1-1-1,0 1-1,3-2-49,0 1 1,0-1-1,0 0 1,0-1 0,0 1-1,-1-1 1,1 1-1,0-2 49,76-78-607,-53 53 284,0 1 0,2 1 0,1 1 0,7-2 323,131-70-1031,-166 97 1059,-10 2 53,0 1-1,1-1 1,-1 1-1,1 1 1,-1-1 0,1 1-1,0 1 1,-7 3-81,-15 7 139,-29 9 164,2 3-1,0 2 1,2 3-1,-25 20-302,71-45 86,1 1-1,0 0 0,0 1 0,1 0 0,0 0 0,0 0 0,1 0 0,0 1 0,0 2-85,5-10 7,0 0 0,0 0-1,0-1 1,0 1 0,0 0 0,0 0 0,1 0 0,-1 0 0,0-1 0,1 1 0,-1 0 0,0 0-1,1-1 1,-1 1 0,1 0 0,0-1 0,-1 1 0,1-1 0,-1 1 0,1 0 0,0-1 0,-1 1-1,1-1 1,0 0 0,0 1 0,-1-1 0,1 0 0,0 1-7,24 12 145,-2-4-82,1-1-1,0-1 0,0-1 1,1 0-1,21 0-62,32 0 208,16-3-208,-5 0-24,-31 2-225,12 0-3655,-54-4-3541,-37-2 5616</inkml:trace>
  <inkml:trace contextRef="#ctx0" brushRef="#br0" timeOffset="355.1">798 128 4936,'-13'10'-196,"7"-6"618,1 0-1,0 0 1,0 1-1,1-1 0,-1 1 1,1 0-1,-1 2-421,4-5 103,1-1 0,-1 0 1,0 1-1,1-1 0,-1 1 0,1 0 0,-1-1 1,1 1-1,0-1 0,0 1 0,0 0 0,0-1 0,0 1 1,0 0-1,0-1 0,1 1 0,-1-1 0,0 1 1,1-1-1,-1 1 0,1-1 0,0 1 0,-1-1 1,1 1-1,0-1 0,0 0 0,0 1 0,0-1 1,0 0-1,0 0 0,2 1-103,10 9 350,0 0 0,2-1 1,-1-1-1,1-1 0,0 0 0,1-1 1,-1 0-1,8 1-350,25 12 377,-28-11-225,-6-4-31,-1 1 1,1 1-1,-2 0 1,1 0-1,2 4-121,-12-10 30,-1 1-1,0 0 0,0-1 0,-1 1 0,1 0 0,0 0 1,-1 0-1,1 0 0,-1 0 0,1 0 0,-1 0 0,0 1 1,0-1-1,0 0 0,0 1 0,0-1 0,-1 1 0,1-1 1,-1 1-1,0-1 0,1 1 0,-1-1 0,0 1 0,0 0 1,-1-1-1,1 1 0,-1-1 0,1 1 0,-1-1 0,0 1 1,0 1-30,-4 6 53,-19 36 378,22-43-415,0 0 0,-1 0 0,1-1 0,-1 1 0,0-1 0,0 0 0,0 0 0,0 0 0,0 0 1,0 0-1,0-1 0,-1 1 0,-1 0-16,-81 33-345,4-1-3154,58-24-3089,56-23 4971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37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11384,'0'0'1017,"0"0"-57,0 0-249,4 6-171,17 30-195,-2 1 1,-1 1 0,-2 1 0,-1 0 0,-3 1 0,-1 1 0,2 18-346,-9-28 335,-1-1 1,-2 1-1,-2 18-335,1-15 326,0-32-125,0-2 96,0 0 6,0 0-36,0 0-31,2-2-123,72-83 28,-53 59-145,0 1 0,2 1-1,1 0 1,4-1 4,-3 6-90,0 0 0,1 2 0,1 1 0,0 1-1,8-2 91,-29 16-18,-1-1-1,1 1 1,0 0-1,-1 1 1,1-1-1,0 1 1,-1 0-1,1 0 1,0 1-1,-1 0 1,1 0-1,0 0 1,-1 1-1,1-1 1,-1 1-1,0 1 0,0-1 1,0 1-1,4 2 19,-7-4-2,1 1-1,0 0 0,-1 0 1,0 0-1,1 0 0,-1 0 1,0 0-1,0 0 0,0 1 0,0-1 1,-1 1-1,1 0 0,-1-1 1,1 1-1,-1 0 0,0 0 0,0 0 1,0 0-1,0 0 0,-1 0 1,1 0-1,-1 0 0,0 0 1,0 0-1,0 0 0,0 0 0,-1 0 1,1 0-1,-1 0 0,0 0 1,1 0-1,-2 0 0,1 0 0,0 0 1,0 0-1,-1 0 3,-6 9 4,0 0 1,-1 0-1,-1-1 0,1 0 0,-2-1 1,0 0-1,0-1 0,0 0 0,-10 5-4,-17 10 141,-2-1 0,-21 7-141,48-24-99,0 0 0,-1-1 0,0 0 0,0-1 0,0-1 0,0 0 0,0-1 0,-1-1 0,1 0-1,-13-1 100,6-6-1034,18 1-2906,3 5-4677</inkml:trace>
  <inkml:trace contextRef="#ctx0" brushRef="#br0" timeOffset="349.227">736 308 12192,'0'0'921,"0"0"-30,4 6-262,5 7-442,0 0 0,1 0 0,1-1 0,0 0 0,1-1 0,0-1 0,0 1 0,1-2 0,1 0-187,-8-5 37,1 0 1,0-1-1,0 0 0,0 0 0,0-1 0,1 0 0,-1 0 0,0 0 0,1-1 0,0 0 0,-1-1 1,1 0-1,-1 0 0,1-1 0,-1 0 0,1 0 0,-1 0 0,1-1 0,-1 0 0,0-1 0,1 0-37,5-3 48,0 0 0,-1-1 0,1 0 0,-1-1 0,-1-1 0,0 0-1,0 0 1,0-1 0,-1-1 0,-1 1 0,0-2 0,0 1 0,-1-1-1,-1-1 1,0 1 0,0-1 0,-2 0 0,1-1 0,0-5-48,-5 17-1,-1 1 0,0-1 1,1 0-1,-1 0 0,0 1 1,0-1-1,0 0 0,0 0 1,0 0-1,0 0 0,0 1 1,-1-1-1,1 0 0,0 0 1,-1 1-1,0-1 0,1 0 0,-1 1 1,0-1-1,0 1 0,0-1 1,0 1-1,0-1 0,0 1 1,-1 0-1,1-1 0,0 1 1,-1 0-1,1 0 0,-1 0 1,1 0-1,-1 0 0,1 0 1,-1 1-1,0-1 0,1 0 0,-1 1 1,0-1-1,-1 1 1,-5-2-17,0 0-1,0 1 1,0 0 0,0 0-1,-1 1 1,1 0 0,0 0-1,-2 1 18,-14 3-245,0 2 0,0 1-1,1 0 1,0 2-1,0 0 1,0 2 245,-47 26-3189,-11 10 3189,46-20-8042,48-38 6730</inkml:trace>
  <inkml:trace contextRef="#ctx0" brushRef="#br0" timeOffset="714.412">1404 281 9056,'2'13'704,"2"1"-1,-1-1 1,1 1 0,1-1 0,1-1 0,0 1-1,0-1 1,2 2-704,-6-10 123,1-1 0,-1 0 0,0 1 0,1-1-1,-1 0 1,1 0 0,0-1 0,0 1 0,0-1-1,1 1 1,-1-1 0,1 0 0,0 0-123,-1-1 23,0 0 0,0-1 0,0 1 0,0-1 0,-1 0 0,1 0 0,0 0 0,0 0 0,0 0 0,0-1 0,0 1 0,0-1 0,0 0 0,-1 0 0,1 0 0,0 0 0,0 0 0,1-2-23,19-9 31,-1-2 1,-1-1 0,0 0-1,7-8-31,-25 20 0,0-1 0,0 1-1,-1-1 1,1 0 0,-1 0-1,0 0 1,0 0-1,0 0 1,0 0 0,-1-1-1,1 0 1,12-53-8,-13 52 7,2-4-1,-2 1 0,1-1-1,-1 0 1,-1 1 0,0-1 0,0 0 0,-1 0-1,0 1 1,-2-6 2,2 11-1,0 1 0,0 0-1,0-1 1,-1 1 0,0 0-1,0 0 1,0 0 0,0 1 0,0-1-1,0 0 1,-1 1 0,1-1-1,-1 1 1,0 0 0,0 0 0,1 0-1,-1 0 1,-1 0 0,1 1-1,0-1 1,0 1 0,-1 0 0,1 0-1,0 0 1,-1 1 0,1-1-1,-1 1 1,0-1 1,-4 1-31,0 0-1,0 1 0,-1-1 1,1 2-1,1-1 0,-1 1 1,0 0-1,0 0 0,1 1 1,-1 0-1,1 1 0,0 0 1,0 0-1,-6 4 32,-4 4-444,1 1 1,0 1-1,1 0 1,0 1-1,-2 4 444,0 4-611,11-11-1112,6-1-4944,2-19 5343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35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104 336 12016,'7'6'19,"5"4"272,1 1 0,-2 0 1,0 0-1,0 1 1,-1 1-1,0 0 1,-1 0-1,5 12-291,-5-8 94,4 11 74,2-1 0,1 0 1,2 1-169,-5-7 54,-11-19-33,-1 1-1,1 0 1,0-1-1,0 1 1,0-1 0,0 1-1,0-1 1,0 0-1,0 0 1,1 1-21,4 1 31,33 21 242,-38-24-261,1 1 0,-1-1 1,1 0-1,0-1 0,-1 1 0,1 0 0,0-1 0,0 1 1,-1-1-1,1 0 0,0 0 0,0 0 0,0 0 0,-1-1 1,3 1-13,-2-2-9,1 1 1,-1 0 0,0-1 0,1 0 0,-1 0 0,0 0 0,0 0 0,0 0 0,0-1 0,-1 1 0,1-1-1,-1 0 1,1 0 0,-1 0 0,0 0 0,0 0 0,0 0 0,-1 0 0,1-1 0,-1 1 0,0-1-1,0 1 1,0-1 0,0-2 8,2-4-23,4-15-34,-1-1-1,-2 1 1,0-1-1,-1-13 58,3-21-139,-2 44-95,4 26 1,-1 2 257,52 91-43,-32-54 15,2-2 1,5 4 3,-12-21 11,18 23 198,10 22-209,-40-58 39,0 1-1,-1 0 1,-1 1 0,-1 0 0,-1 0 0,3 13-39,-7-22 89,0 1-1,-1-1 1,-1 1 0,1 0-1,-2-1 1,1 1-1,-2-1 1,1 1 0,-1-1-1,-1 1 1,0-1 0,-4 9-89,4-12 54,0-1 0,0 0-1,-1 0 1,0 0 0,0 0 0,0-1 0,-1 1 0,0-1 0,0 0 0,0-1 0,-1 1 0,1-1-1,-1 0 1,0-1 0,0 1 0,-1-1 0,1 0 0,-1-1 0,-5 2-54,-33 5 95,1-2 0,-1-1 0,0-3 0,0-2 0,0-2 0,-31-5-95,48 3-228,1-1 0,-1-2 0,1 0 0,1-2 0,-15-7 228,25 9-148,0-1 1,1-1-1,-1 0 0,1-1 0,1-1 0,0-1 0,0 0 1,1 0-1,0-2 148,10 10-103,1 0 0,-1-1 0,1 1 0,-1-1 0,1 1 0,0-1 0,1 0 0,-1 1 0,1-1 0,-1 0 0,1 0 0,0-1 103,-12-36-1896,-1 5-4527,33 85 4825</inkml:trace>
  <inkml:trace contextRef="#ctx0" brushRef="#br0" timeOffset="384.381">930 264 7448,'0'0'640,"0"0"97,-1 5 186,-8 30-27,1 0 0,3 1 0,0 0 0,2 0 0,2 0 0,3 32-896,-2-65 56,0 0 1,1 0 0,-1 0-1,1 0 1,-1-1 0,1 1 0,0 0-1,0-1 1,0 1 0,1 0 0,-1-1-1,1 1 1,-1-1 0,1 0-1,0 0 1,-1 1 0,1-1 0,1 0-1,-1-1 1,0 1 0,0 0 0,1-1-1,-1 1 1,1-1 0,-1 1-1,1-1-56,0 0 44,1-1-1,-1 1 0,0-1 0,0 0 0,1 0 0,-1 0 0,0-1 0,0 1 0,0-1 0,1 1 0,-1-1 0,0 0 0,0 0 1,0-1-1,0 1 0,0-1 0,-1 1 0,1-1 0,0 0 0,-1 0 0,1 0 0,1-2-43,7-6 32,-1 0 1,0-1-1,0 0 0,-2 0 1,1-1-1,-1 0 0,-1 0 1,0-1-1,-1 0 0,0-1 1,-1 1-1,1-6-32,-5 14 4,0 0 0,0 1 0,-1-1 0,1 0 0,-1 0 0,0 0 0,-1 1 0,1-1 0,-1 0 0,0 0 0,0 1 0,0-1 0,-1 0 0,0 1 0,0-1 0,0 1 0,0 0 0,-2-2-4,0 1-13,0 1-1,0-1 1,-1 1 0,0-1 0,0 1 0,0 0 0,0 1 0,0 0 0,-1-1 0,0 2 0,0-1-1,-3-1 14,-8-1-107,0 1-1,1 0 0,-1 1 1,0 1-1,-1 0 0,1 1 1,0 1-1,0 1 0,-11 2 108,19-2-302,-1 1 0,1 0 0,1 1 0,-1 0-1,0 0 1,1 1 0,0 0 0,-1 0 0,2 1-1,-1 0 1,0 0 0,1 1 0,0 0 0,0 1-1,0 1 303,-5 4-8306</inkml:trace>
  <inkml:trace contextRef="#ctx0" brushRef="#br0" timeOffset="797.279">1323 163 8160,'-4'2'36,"1"0"58,1-1-1,-1 0 0,1 1 0,0-1 0,-1 1 0,1 0 0,0 0 0,0 0 0,-1 1-93,28 23 1702,-17-13-1355,-2 1 0,1 1 0,-2-1 0,0 1 0,0 0 1,-2 0-1,0 1 0,0 4-347,11 43 727,-11-53-588,0 0 0,1 0 0,0 0 1,1 0-1,0-1 0,0 1 0,1-1 1,0-1-1,1 1 0,0-1 1,1 0-140,-7-7 16,0 0 0,0-1 1,0 1-1,0 0 0,0-1 1,0 1-1,0-1 0,1 1 1,-1-1-1,0 0 0,0 0 1,1 1-1,-1-1 1,0 0-1,0 0 0,1 0 1,-1 0-1,0-1 0,0 1 1,1 0-1,-1 0 0,0-1 1,0 1-1,1-1 1,-1 1-1,0-1 0,0 1 1,0-1-1,0 0 0,0 0 1,0 1-1,0-1 0,0 0 1,0 0-1,0 0 1,-1 0-1,1 0 0,0-1-16,5-4 3,-1-1 0,0 1 0,0-1 0,4-8-3,1-2-4,3-6-30,0-1 1,-2 0 0,0-1-1,-2 0 1,1-8 33,-2 16-45,2-11-292,3 44 355,27 49 120,-30-47-34,0 0 0,12 14-104,-17-27-140,0 1 0,0-1 0,0 0-1,1 0 1,0 0 0,0-1 0,0 0 0,0 0-1,1-1 1,-1 1 140,-3-3-766,12-22 334,7-10-1206,10-15-6428</inkml:trace>
  <inkml:trace contextRef="#ctx0" brushRef="#br0" timeOffset="1131.907">2067 144 10400,'68'129'642,"-62"-118"-429,0-1 0,-1 1 0,-1 0 0,0 1 0,0-1 0,-1 1 0,0 1-213,-1-3 770,-1 0 0,0 0 0,-1 0 0,0-1 1,0 4-771,25-210 1591,-24 184-1470,2 1 0,0 0-1,1 0 1,0 0-1,3-6-120,0-1 172,-7 19-170,0-1 0,0 0 0,1 1 0,-1-1 0,0 1 1,0-1-1,1 1 0,-1-1 0,0 0 0,1 1 0,-1-1 0,1 1 0,-1 0 0,0-1 0,1 1 0,-1-1 0,1 1 0,-1 0 1,1-1-1,0 1 0,-1 0 0,1-1 0,-1 1-2,5-2-7,-2 0 6,25-20-665,2 1 0,30-16 666,-49 31-154,1 1 0,0 0 0,1 1 0,-1 0 0,1 1 0,-1 0 0,1 1 0,0 0 0,0 1 0,3 1 154,-2 0-2158,-1 0-5120,-30 0 5468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34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15152,'4'7'-120,"32"61"-580,-3 1 1,-3 2 0,-3 2-1,17 73 700,-39-125-353,-1 1-1,-1 0 1,-2-1-1,0 1 0,-1 5 354,-3-11-387,-4-22-1130,-5-28-1053,4-13 862,4 27-111,9 47 1378</inkml:trace>
  <inkml:trace contextRef="#ctx0" brushRef="#br0" timeOffset="682.179">253 65 8968,'14'20'755,"0"2"0,-1-1 1,-1 2-1,3 8-755,6 10 739,-7-14-293,3 3 60,-1 2 1,-2 0 0,3 12-507,-14-35 103,-1 0 0,0-1 0,0 2 0,0-1 1,-1 0-1,-1 0 0,1 0 0,-1 1 0,-1-1 0,0 0 1,0 0-1,-1 0 0,0 0 0,-4 8-103,6-16 15,0-1 0,0 1-1,0-1 1,0 1 0,0-1-1,0 0 1,0 1 0,-1-1-1,1 1 1,0-1 0,0 1-1,0-1 1,-1 0 0,1 1 0,0-1-1,-1 0 1,1 1 0,0-1-1,-1 0 1,1 1 0,0-1-1,-1 0 1,1 0 0,-1 1-1,1-1 1,-1 0 0,1 0 0,0 0-1,-1 0 1,1 0 0,-1 1-1,1-1 1,-1 0 0,1 0-1,-1 0 1,1 0 0,-1 0 0,1 0-1,-1-1 1,1 1 0,0 0-1,-1 0 1,1 0 0,-1 0-1,1 0 1,-1-1 0,1 1-1,0 0 1,-1 0 0,1-1 0,0 1-1,-1 0 1,1-1 0,0 1-1,-1 0 1,1-1 0,0 1-1,-1-1 1,1 1 0,0 0-1,0-1 1,0 1 0,-1-1 0,1 1-1,0-1 1,0 1 0,0-1-1,0 1-14,-13-34 121,11 21-104,0-1 0,1 1-1,1-1 1,1 1 0,-1-1-1,2 1 1,0 0 0,1 0-1,1-4-16,8-21 10,2 0-1,7-13-9,-9 22 10,-10 26-11,-1-1 1,1 1-1,0-1 1,0 1-1,0 0 1,0 0-1,0 0 1,1 0-1,-1 1 1,1-1-1,0 0 1,0 1-1,0 0 1,0 0-1,0 0 1,1 0-1,-1 0 1,3 0 0,0 0 2,0 1 1,0 0 0,0 0 0,0 0 0,0 1 0,0-1-1,0 2 1,0-1 0,0 1 0,0 0 0,1 0-3,8 3 68,0 0 0,0 1 1,-1 1-1,0 0 0,0 1 0,0 0 1,-1 1-1,9 7-68,11 13 124,-1 0 0,0 5-124,-7-8-198,1-1 1,0-1 0,13 6 197,-3-3-1562,-28-20 185,10 9-6495,-43-35 5934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25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650 724 7000,'-2'-4'633,"-27"-64"206,-37-78 349,59 136-1050,1 1 0,-1 0 0,-1 1 1,1 0-1,-1 0 0,-1 0 0,0 1 0,0 0 1,0 1-1,-1 0 0,0 1 0,0 0 1,0 0-1,0 1 0,-7-2-138,12 5 67,0 0 1,0 0-1,0 0 0,0 0 1,-1 1-1,1 0 0,0 0 1,0 1-1,0-1 0,0 1 0,0 0 1,0 0-1,0 1 0,0 0 1,-4 1-68,3 1 95,0 0 0,-1 0 0,2 0 0,-1 1 0,0 0 0,1 0 0,0 0 0,0 0 0,1 1 0,-3 3-95,-4 9 148,1 0 0,1 1 0,0 0-1,1 1 1,1 0 0,1 0 0,0 5-148,4-17 32,0-1 1,1 1 0,0 0 0,0 0 0,1-1-1,0 1 1,0 0 0,1 0 0,0 0 0,0-1 0,1 1-1,0 0 1,0-1 0,1 1 0,0-1 0,0 0-1,1 0 1,0 0-33,-2-6 6,-1 0 0,0 0 0,1 0 0,-1 0 0,1 0 0,-1-1 0,1 1 0,-1-1 0,1 1 0,0-1 0,-1 1 0,1-1 0,-1 0 0,1 0 0,0 0-1,0 0 1,-1 0 0,1 0 0,0 0 0,-1 0 0,1-1 0,-1 1 0,1-1 0,0 1 0,-1-1 0,2-1-6,39-18 85,-33 14-59,0-1 0,-1 0 0,1-1 0,-1 0-1,-1 0 1,0-1 0,0 0 0,1-3-26,10-17 83,13-30-83,-28 53 4,20-42 57,-12 22-8,2 1 0,1 1 0,6-8-53,-13 23-2,1 33-4,10 162 361,-6 101-355,-12-230 160,-2 0-1,-5 21-159,3-49 63,-2 1 0,0-1 0,-2-1 0,-2 1 0,-5 11-63,12-33 19,-1 0 0,0-1 0,-1 1 0,1-1 0,-1 1 0,0-1 0,-1-1 0,1 1 0,-1-1 1,-1 0-1,1 0 0,0-1 0,-1 0 0,0 0 0,0 0 0,-3 0-19,0 0 42,-1 0-1,0-1 1,0 0 0,0-1 0,-1 0-1,1-1 1,0 0 0,-1 0 0,1-2-1,-11 0-41,18 0-2,0 0 0,0 0-1,0-1 1,0 1-1,0-1 1,0 0-1,1 0 1,-1 0-1,1 0 1,0 0-1,-1-1 1,1 0-1,0 0 1,1 0-1,-1 0 1,0 0 0,1 0-1,0-1 1,-1 1-1,1-1 1,1 0-1,-1 0 3,-3-8-99,0 0-1,1 0 1,0 0 0,1-1-1,1 0 1,-1-4 99,1-11-367,1 0 0,1 0 0,2 0-1,0 1 1,2-1 0,6-18 367,-8 35-86,1 1 0,1 0-1,0 0 1,0 0 0,1 1 0,1 0-1,2-4 87,16-29-1606,26-60-6954</inkml:trace>
  <inkml:trace contextRef="#ctx0" brushRef="#br0" timeOffset="365.327">797 466 10848,'-5'3'473,"7"-1"-78,18-1 187,28-6-62,-26-1-404,0 0 0,-1-1-1,10-5-115,-22 8-8,0-1-1,-1 0 1,0 0-1,0 0 1,-1-1-1,0 0 1,0-1-1,0 1 1,2-4 8,-5 4-7,1 1 0,-1-1 1,0-1-1,-1 1 0,0 0 0,0-1 1,0 0-1,-1 1 0,0-1 0,0 0 0,-1 0 1,1-7 6,-1 11 1,-1 0 0,0 0 0,0 0 1,-1 0-1,1 0 0,-1 1 0,1-1 1,-1 0-1,0 0 0,0 0 0,0 1 1,0-1-1,-1 0 0,1 1 0,-1-1 1,1 1-1,-1 0 0,0-1 0,0 1 1,0 0-1,0 0 0,-1 0 0,1 1 1,0-1-1,-1 0 0,1 1 0,-1 0 1,0-1-1,1 1 0,-1 0 0,-2 0-1,-2-1 24,0 1-1,0 0 1,1 0 0,-1 0-1,0 1 1,0 0-1,0 1 1,0-1-1,1 1 1,-1 1-1,0-1 1,1 1 0,-1 0-1,1 1 1,-1 0-1,1 0 1,0 0-1,0 0 1,1 1 0,-1 0-1,1 0 1,-1 1-1,2 0 1,-1 0-1,-2 3-23,-1 1 81,0 0 0,0 1 0,1 0 1,1 1-1,-1 0 0,2 0 0,0 0 0,0 0 0,1 1 0,0 0 0,1 0 0,0 0 0,0 11-81,1 5 169,2 0 0,0 0 0,3 9-169,-2-28 43,0 0-1,1 0 1,0 0-1,0 0 1,1-1 0,0 1-1,0-1 1,1 0 0,1 0-1,-1 0 1,1-1 0,1 1-43,-5-7 11,1 1 0,0-1 0,0 0 0,-1 1 1,1-1-1,0 0 0,0 0 0,1-1 1,-1 1-1,0 0 0,0-1 0,0 1 0,0-1 1,1 0-1,-1 1 0,0-1 0,0 0 1,0-1-1,1 1 0,-1 0 0,0-1 1,0 1-1,0-1 0,1 0-11,9-2 8,1-1 0,-1-1-1,8-4-7,-12 5 14,14-5-58,0-1 0,-2-1 0,1-2 0,-1 0 0,-1 0 0,0-2 0,3-5 44,51-45-4204,53-35 4204,-106 84-5966,-47 37 4486</inkml:trace>
  <inkml:trace contextRef="#ctx0" brushRef="#br0" timeOffset="712.302">1488 0 13984,'0'71'756,"1"53"573,-8 17-1329,2-97-853,-1 0 0,-5 6 853,-14 43-5135,21-81 694,9-27 3390</inkml:trace>
  <inkml:trace contextRef="#ctx0" brushRef="#br0" timeOffset="1046.33">1541 302 8792,'207'0'2137,"-194"3"-4385,-7-1-2086,-14-4 3195</inkml:trace>
  <inkml:trace contextRef="#ctx0" brushRef="#br0" timeOffset="5846.87">1 1745 14256,'0'0'561,"0"0"3,0 0-8,0 0-39,0 0-164,5 4-93,7 5-239,0 1-1,-1 1 0,0 0 0,-1 1 0,-1 0 0,1 0 1,-2 1-1,5 9-20,0 3 260,0 1 0,-2 0 1,-1 1-1,2 11-260,-12-36 73,0-2 25,0 0 38,0 0 18,0 0 20,9-12 12,6-11-171,0-1-1,-1-1 0,-2 0 1,0-1-1,-2-1 0,-1 1 0,3-16-14,-11 40 0,-1 0 0,1 1 0,-1-1-1,1 0 1,0 1 0,0-1 0,0 1-1,0-1 1,0 1 0,0-1-1,1 1 1,-1 0 0,0 0 0,1-1-1,-1 1 1,1 0 0,-1 0 0,1 0-1,0 1 1,-1-1 0,1 0 0,0 1-1,1-1 1,34-4-8,-36 5 8,4 1-3,0-1-1,0 1 1,-1 0 0,1 1 0,0-1 0,-1 1 0,1 0 0,-1 0-1,0 0 1,1 0 0,-1 1 0,0 0 0,0 0 0,-1 0 0,1 0-1,-1 1 1,1 0 3,11 13-5,0 1-1,-2 0 1,3 6 5,6 7-16,-9-11-148,16 19-164,-6-20-3387,-10-41 2960,8-12-968,10-15-6603</inkml:trace>
  <inkml:trace contextRef="#ctx0" brushRef="#br0" timeOffset="6230.323">637 1667 10760,'5'29'600,"2"-1"0,0 0 1,2-1-1,1 0 0,1 0 1,1-1-1,7 9-600,-17-30 61,1 0 0,0 0-1,0 0 1,1 0 0,0 0-1,-1-1 1,1 1 0,1-1-1,-1 0 1,5 3-61,-8-7 6,1 1 0,0 0 0,0-1 0,0 1 0,0-1 0,0 0 0,0 0 0,0 0 0,0 0 0,0 0 1,0 0-1,-1 0 0,1 0 0,0-1 0,0 1 0,2-2-6,29-10 96,-27 9-90,0 0-35,-1 0 0,0 0 1,0 0-1,0 0 1,0-1-1,0 0 1,-1 0-1,0-1 1,0 1-1,2-3 29,33-54-520,-10 14 274,-1-1-199,-21 36 400,-1 0 0,2 0 0,-1 1 1,2 0 44,6-11-105,-10 14 135,-8 21 17,-6 27 366,1-1 1,-1 28-414,4-22 265,3-36-194,1-1-1,0 1 1,0-1 0,1 1 0,0 0 0,1 0 0,0-1 0,0 1 0,1-1 0,0 1 0,0-1 0,1 0 0,3 5-71,-5-11-113,-1-2-428,0 0-195,0 0-351,18-39-669,-1-8 321,10-22-5471</inkml:trace>
  <inkml:trace contextRef="#ctx0" brushRef="#br0" timeOffset="6695.627">1239 1641 8248,'2'9'232,"2"-1"0,-1 1 0,1-1 1,1 0-1,-1 0 0,1-1 0,2 3-232,22 38 1199,-18-19-616,-1 2 1,-1-1-1,3 22-583,-12-51 13,0 1-1,0-1 1,1 0-1,-1 0 1,0 0-1,0 0 1,1 0-1,-1 0 1,1 0-1,-1 0 1,1 1-1,-1-2 1,1 1-1,0 0 1,0 0-1,-1 0 1,1 0-1,1 0-12,-2-1 17,1 0-1,-1 0 0,1 0 0,-1 0 0,1 0 1,-1 0-1,1 0 0,-1 0 0,1 0 0,-1 0 1,1-1-1,-1 1 0,1 0 0,-1 0 1,1-1-1,-1 1 0,1 0 0,-1-1 0,0 1 1,1 0-1,-1-1 0,0 1 0,1-1 0,-1 1 1,0-1-1,0 1 0,1-1-16,22-45 816,-19 35-749,6-12-75,6-12-102,15-25 110,-26 51-9,0 1 0,1-1 0,0 1 0,0 1 0,1-1 0,0 1 0,0 1 0,1-1 0,1 0 9,-8 7 3,-1-1-1,1 1 1,0 0 0,-1-1-1,1 1 1,0 0 0,-1 0 0,1 0-1,0 0 1,-1 0 0,1 0-1,0 0 1,0 0 0,-1 0 0,1 0-1,0 0 1,-1 0 0,1 0-1,0 0 1,-1 1 0,1-1-1,0 0 1,-1 0 0,1 1 0,-1-1-1,1 1 1,0-1 0,-1 0-1,1 1 1,-1-1 0,1 1 0,-1-1-1,1 1 1,-1 0 0,0-1-1,1 1 1,-1-1 0,0 1 0,1 0-1,-1-1 1,0 1 0,0 0-3,10 29 266,-7-5-39,-2 1 1,0-1-1,-2 1 0,-1 8-227,-1 34 932,3-66-695,0-2 65,4-2-262,1-1-1,-1 1 1,0-1 0,0 0 0,0 0 0,0 0-1,0 0 1,0-1 0,-1 1 0,2-4-40,-3 5 30,43-48-16,-30 31-28,2 0 0,0 1-1,0 1 1,2 1 0,0 0 0,1 2-1,5-3 15,-19 14-28,-1 0 0,1 0 0,0 1 0,0 0 0,0 0 0,0 1 0,0-1 0,1 1-1,-1 1 1,0-1 0,1 1 0,-1 0 0,3 1 28,-4 0-10,-1 0 0,1 0 0,0 0 0,-1 1-1,1 0 1,-1 0 0,0 0 0,1 1 0,-1 0 0,0-1 0,-1 1 0,1 0 0,0 1-1,-1-1 1,0 1 0,0 0 0,3 3 10,9 17-2,0 1 1,10 24 1,-12-23-23,1 0 1,11 13 22,-25-39-97,0 1 1,1 0-1,-1-1 0,0 1 0,1 0 1,-1-1-1,1 1 0,-1-1 0,1 1 1,-1 0-1,1-1 0,-1 1 0,1-1 0,0 0 1,-1 1-1,1-1 0,0 0 0,-1 1 1,1-1-1,0 0 0,0 0 0,-1 1 1,1-1-1,0 0 0,0 0 0,-1 0 1,1 0-1,0 0 0,0 0 0,0 0 0,-1 0 1,1 0-1,0-1 97,6 0-7115,-14 2 5337</inkml:trace>
  <inkml:trace contextRef="#ctx0" brushRef="#br0" timeOffset="7145.364">2244 1279 12280,'0'6'593,"-1"148"1169,8 8-1762,1 79 642,-13-179 59,4-52-55,8-43-471,-2 10-185,1 0-1,1 1 0,1-1 1,1 1-1,1 1 0,1 0 1,7-11 10,-11 22-46,0 0 1,1 1 0,0-1 0,1 1 0,-1 1 0,2 0 0,-1 0 0,1 1-1,0 0 1,1 1 0,0 0 0,0 1 0,0 0 0,0 0 0,5 0 45,-11 3-3,0 1 0,0 0 0,0 0 0,0 1 0,0-1 0,0 1 0,0 0 0,0 0 0,0 1 0,1 0 0,-1 0 0,-1 0 0,1 0 0,0 1 0,0-1 0,0 1 0,-1 1 0,1-1 0,-1 1 0,0-1 0,0 1 0,0 0 0,0 1 0,0-1 0,0 1 0,-1 0 0,0-1 0,0 2 0,0-1 0,0 0 0,-1 0 0,1 1 0,-1 0 0,0-1 0,-1 1 0,1 0 0,-1 0 0,1 3 3,-1-1 20,1 1 1,-1-1-1,-1 1 0,1-1 0,-1 1 0,0 0 0,-1-1 1,0 1-1,0-1 0,-1 1 0,0-1 0,0 0 1,-1 1-1,1-1 0,-2 0 0,1-1 0,-4 7-20,1-6 40,1 0-1,-1 0 1,-1 0-1,1 0 0,-1-1 1,0 0-1,0-1 0,-1 0 1,1 0-1,-1 0 1,0-1-1,-1 0 0,1-1 1,-8 2-40,-16 5 20,1-2 0,-1-1 0,-1-1 0,1-2 0,-23 0-20,15-10-376,50-32-2376,-2 15 1179,8-31-6647</inkml:trace>
  <inkml:trace contextRef="#ctx0" brushRef="#br0" timeOffset="7496.387">2628 1755 9776,'0'1'18,"1"0"0,-1 1 0,1-1 0,0 0 0,-1 1 0,1-1 0,0 0 0,0 0 0,0 0 1,0 0-1,0 0 0,0 0 0,0 0 0,1 0 0,-1 0 0,0-1 0,0 1 0,1 0 0,-1-1 0,0 1 1,1-1-19,2 1 103,0 0 0,0 0 1,-1-1-1,1 1 0,0-1 1,0 0-1,0-1 0,2 1-103,7-2 280,0-1 0,0 0-1,-1-1 1,8-2-280,-8 1-155,0-1 0,0 0 0,0 0 0,0-1 0,0-2 155,-7 5-20,0 0 0,0 0 1,0 0-1,-1-1 0,1 1 1,-1-1-1,-1 0 0,1-1 0,-1 1 1,1-1-1,0-3 20,-3 6-12,0 0-1,-1 0 1,1-1-1,-1 1 1,0 0-1,0 0 1,0-1 0,0 1-1,0 0 1,-1 0-1,1-1 1,-1 1 0,0 0-1,0 0 1,0 0-1,-1 0 1,1 0-1,-1 0 1,1 0 0,-1 1-1,0-1 1,0 1-1,0-1 1,-1 1-1,1 0 1,-1-1 0,1 1-1,-1 0 1,1 1-1,-1-1 1,0 0-1,0 1 1,0 0 0,0 0-1,0-1 1,0 2-1,-1-1 1,1 0 0,0 1-1,0-1 1,-1 1 12,0 1 42,-1-1 0,1 1 0,0 0 0,0 0 0,0 0 0,0 1 1,0 0-1,0-1 0,0 1 0,0 1 0,1-1 0,-1 0 0,1 1 0,0 0 1,0 0-1,0 0 0,0 0 0,0 0 0,0 1 0,1-1 0,0 1 0,0 0 1,0-1-1,0 1 0,0 0 0,1 0 0,0 0 0,0 1 0,0-1 0,0 0 1,0 2-43,0 4 68,0 0 1,1-1 0,0 1-1,1 0 1,0-1 0,0 1-1,1-1 1,0 1 0,1-1-1,0 0 1,0 0 0,1 0-1,2 4-68,-3-8 36,0 0-1,0 0 0,0-1 0,0 1 1,1-1-1,0 0 0,0 0 1,0 0-1,0 0 0,0-1 1,1 1-1,0-1 0,0 0 1,-1-1-1,6 2-35,-6-2-70,1-1-1,-1-1 1,1 1 0,-1-1 0,1 1 0,0-1 0,-1-1-1,1 1 1,0-1 0,-1 1 0,1-1 0,-1-1-1,1 1 1,-1-1 0,1 0 0,-1 0 0,0 0-1,0 0 1,0-1 70,22-14-1118,0-2 0,-2-1 0,-1-1-1,5-6 1119,13-12-1264,-3 6-2649</inkml:trace>
  <inkml:trace contextRef="#ctx0" brushRef="#br0" timeOffset="7826.812">3161 1690 6728,'35'169'4329,"-28"-126"-2982,-7-42-886,0-1 82,0 0-62,0 0-36,-16-6 174,13 3-578,0 0 1,0 0-1,1-1 1,-1 1-1,1 0 1,0-1-1,0 0 1,0 0 0,1 1-1,-1-1 1,1 0-1,0 0 1,0-1-1,0-1-41,-8-66 235,7 53-196,2 6 7,-1 0 0,2 0 0,0 0 1,0 0-1,1 1 0,1-1 0,0 0 1,4-9-47,-4 13-56,0 1 0,1 0-1,0 0 1,0 0 0,1 0 0,0 1 0,0 0 0,1 0 0,0 0 0,0 1 0,1 0 0,-1 0 0,2 0 56,2 1-272,0 0-1,0 1 1,0 0 0,1 1-1,-1 0 1,1 1 0,0 0-1,0 1 1,9 0 272,25-5-1577,24-5-6076</inkml:trace>
  <inkml:trace contextRef="#ctx0" brushRef="#br0" timeOffset="8164.468">3841 1390 9144,'-16'11'454,"2"1"0,0 0 0,0 1 0,1 1 0,1 0 0,0 0 0,1 2 0,-7 10-454,17-24 26,1-1 1,-1 0-1,0 1 1,1-1-1,-1 0 1,1 1-1,-1-1 1,1 1-1,0-1 1,-1 1-1,1-1 1,0 1-1,0-1 1,0 1 0,0-1-1,1 1 1,-1-1-1,0 0 1,1 1-1,-1-1 1,0 1-1,1-1 1,0 0-1,-1 1 1,1-1-1,0 0 1,0 1-1,0-1 1,0 0-1,0 0 1,0 0 0,0 0-1,1 1-26,4 3 104,2 0 0,-1 0-1,1-1 1,-1 0 0,7 2-104,13 8 132,-6-2-6,-14-8-96,-1-1 1,1 1 0,-1 0-1,0 1 1,0-1 0,0 1 0,0 2-31,-5-6 4,0 0 0,0 0 1,-1 0-1,1 0 1,0 0-1,-1 0 0,1 0 1,-1 1-1,0-1 1,1 0-1,-1 0 0,0 0 1,0 1-1,0-1 1,1 0-1,-1 0 0,-1 1 1,1 0-5,0 0 5,-1-1 0,0 1 0,1 0-1,-1 0 1,0 0 0,0 0 0,0-1 0,-1 1 0,1 0 0,0-1 0,-1 1 0,1-1 0,-1 0 0,1 1 0,-1-1-5,-11 8-219,1 0 1,-1-1 0,-1-1 0,0 0 0,0-1 0,-13 4 218,-19 9-2145,13-6-3740,77-31 4452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28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0 622 11656,'22'62'1172,"-3"1"0,-2 1 0,-4 1 1,3 43-1173,-15-105 13,1-172 942,-2 145-942,1-1 0,1 0 0,2 1 0,0 0 0,2 0 0,0 0-1,8-18-12,-13 39 3,0 1-1,0-1 0,0 1 0,0-1 0,0 1 0,1 0 0,-1-1 1,1 1-1,0 0 0,-1 0 0,1 0 0,0 1 0,0-1 0,0 0 0,0 1 1,1-1-1,-1 1 0,0-1 0,2 1-2,0 0-1,0 0 1,0 0 0,0 1-1,0 0 1,0 0-1,0 0 1,0 0-1,-1 1 1,1-1-1,0 1 1,0 0-1,1 1 1,2 0-2,0 0 1,0 1-1,-1 0 0,1 0 1,-1 1-1,1 0 0,-1 0 0,-1 0 1,1 1-1,0 0 0,-1 0 0,0 0 1,0 1-1,2 4 2,7 11-2,0 0 1,-2 2-1,6 13 2,0 0 10,9 21 52,-27-57-54,0 0 0,0 1 0,0-1 0,0 0 0,0 0 0,1 1 0,-1-1 0,0 0 0,0 0 0,0 1 0,0-1 0,1 0 0,-1 0 0,0 1 0,0-1 0,0 0 0,1 0 0,-1 0 0,0 1 0,0-1 0,1 0 0,-1 0 0,0 0 0,1 0 0,-1 0 0,0 0 0,0 0 0,1 0 0,-1 0 0,0 0 0,1 0 0,-1 0 0,0 0 0,1 0 0,-1 0 0,0 0 0,0 0 0,1 0 0,-1 0 0,0 0 0,1 0 0,-1 0 0,0 0 0,0-1 0,1 1 0,-1 0 0,0 0 0,0 0 0,0-1 0,1 1 0,-1 0 0,0 0 0,0 0 0,0-1 0,1 1 0,-1 0 0,0-1-8,10-18-34,-8 13 80,38-81-26,-15 31-124,3 0 0,27-38 104,-55 93-7,0 0-1,1 0 1,-1 0 0,1 0-1,-1 0 1,1 1 0,0-1-1,-1 0 1,1 1 0,0-1 0,0 0-1,-1 1 1,1-1 0,0 1-1,0-1 1,0 1 0,0-1 0,0 1-1,0 0 1,0-1 0,0 1-1,0 0 1,0 0 0,0 0 0,0-1-1,0 1 1,0 0 0,0 1-1,0-1 1,0 0 0,-1 0 0,1 0-1,0 0 1,0 1 0,0-1-1,0 1 1,0-1 0,0 0 0,0 1-1,0-1 1,-1 1 0,1 0-1,0-1 1,0 1 0,-1 0 0,1-1-1,0 1 1,-1 0 0,1 0-1,-1 0 1,1 0 0,-1 0 0,1 0 7,5 8-1,0 1 1,-1 0-1,0 0 0,3 7 1,-5-8-14,20 52 7,-20-48-42,1 0 0,1-1 0,0 1 0,1-1 0,1 0 0,-1-1-1,3 2 50,-9-12-62,0 0 0,1-1 0,-1 1 0,0-1 0,1 1 0,-1-1 0,1 1 0,-1-1-1,1 1 1,-1-1 0,1 1 0,-1-1 0,1 1 0,-1-1 0,1 0 0,-1 1-1,1-1 1,0 0 0,-1 1 0,1-1 0,0 0 0,-1 0 0,1 0 0,0 0 0,-1 0-1,1 1 1,0-1 0,-1-1 0,1 1 0,0 0 0,-1 0 0,1 0 0,0 0 0,-1 0-1,1 0 1,0-1 0,-1 1 0,1 0 0,0-1 0,-1 1 62,16-25-2380,-11 16 2862,16-28-2011,10-16-5871</inkml:trace>
  <inkml:trace contextRef="#ctx0" brushRef="#br0" timeOffset="335.644">977 459 8968,'1'17'242,"1"0"0,0-1 1,2 1-1,0-1 0,0 0 0,2 0 1,2 5-243,-7-16-165,0 0 0,0 1 1,0-1-1,-1 0 0,0 1 1,0-1-1,0 0 0,-1 1 1,0-1-1,0 0 1,0 1-1,-1-1 0,0 1 165,1-1-355,1-4 75,-15 2-907,1 0-3066</inkml:trace>
  <inkml:trace contextRef="#ctx0" brushRef="#br0" timeOffset="336.644">763 1 11568,'0'0'0,"2"8"0,3 8 0,-5-16 72,0 0-72,0 0 80,0 0-80,0 0-1168,0 0 1168,0 0-1168,-7 16 1168,7-16-80,0 0 80,-3 14-72,3 2 72,-1 14-6432</inkml:trace>
  <inkml:trace contextRef="#ctx0" brushRef="#br0" timeOffset="698.998">1323 324 10848,'-6'4'235,"1"1"0,0 0 0,0 0 0,0 0 0,1 0 0,0 1 0,-1 1-235,-16 20 1489,20-27-1461,0 1-1,0 0 1,1 0-1,-1 0 1,0 0-1,1 0 1,-1 0-1,0 0 1,1 1-1,0-1 1,-1 0-1,1 0 1,0 0-1,-1 0 1,1 1-1,0-1 1,0 0-1,0 0 1,0 1-1,0-1 1,0 0-1,0 0 0,1 0 1,-1 1-1,0-1 1,1 0-1,-1 0 1,1 0-1,-1 0 1,1 0-1,-1 0 1,1 0-1,0 0 1,0 0-1,-1 0 1,1 0-1,0 0 1,0 0-1,0-1 1,0 1-1,0 0 1,1 0-28,5 5-43,1-1 1,0 0 0,1 0-1,8 3 43,-16-7-1,170 82-165,-169-83 182,0 1 1,-1 0-1,1 0 0,-1-1 1,1 1-1,-1 0 1,1 0-1,-1 0 1,0 0-1,0 1 1,0-1-1,1 0 1,-1 1-1,0-1 1,0 0-1,-1 1 1,1-1-1,0 1 1,0-1-1,-1 1 1,1 0-1,-1-1 1,1 1-1,-1 0 1,0-1-1,0 1 1,1 0-1,-1 0 1,-1-1-1,1 1 1,0 0-1,0-1 1,0 1-1,-1 0 1,1-1-1,-1 1 0,0-1 1,1 1-1,-1 0 1,0-1-1,0 1 1,0-1-1,0 0 1,0 1-1,0-1 1,-1 1-17,-6 7 140,0-1 0,0 0 0,-1-1 0,0 1 0,0-2 0,-5 3-140,-134 84 356,146-91-702,2-2-197,0 0-506,1-3 910,1 0 1,-1 0-1,1 0 1,0 0 0,0 1-1,0-1 1,0 0-1,1 1 1,-1 0-1,0 0 1,3-2 138,2-3-93,30-29-1503,17-18-6184</inkml:trace>
  <inkml:trace contextRef="#ctx0" brushRef="#br0" timeOffset="1066.023">1870 202 10136,'-12'30'6,"9"-23"141,1-1 1,-1 1-1,1 0 1,0 0-1,1 0 0,0 0 1,0 0-1,0 3-147,1-10 95,-1-1 0,1 1 0,-1 0 0,1 0 0,-1 0 0,0 0 0,1 0-1,-1-1 1,1 1 0,-1 0 0,1 0 0,-1 0 0,0 0 0,1 0 0,-1 1 0,1-1 0,-1 0 0,1 0 0,-1 0 0,1 0 0,-1 1-1,1-1 1,-1 0 0,1 1 0,-1-1 0,1 0 0,-1 1 0,1-1 0,-1 0 0,1 1 0,0-1 0,-1 1-95,-3 1-6,1 1 0,-1 0 0,1 0 1,-1 0-1,1 0 0,0 0 0,-1 2 6,-18 19 50,18-21-35,0 0-1,1 0 0,-1 0 1,1 1-1,0 0 0,0-1 1,0 1-1,1 0 1,-1 0-1,1 1 0,0-1 1,0 0-1,1 1 0,-1-1 1,1 4-15,1-8 0,0 1 1,1 0-1,-1 0 1,0 0 0,1-1-1,-1 1 1,1 0-1,-1 0 1,1-1 0,0 1-1,-1 0 1,1-1-1,0 1 1,-1-1 0,1 1-1,0-1 1,0 1-1,0-1 1,-1 0 0,1 1-1,0-1 1,0 0-1,0 0 1,0 1 0,0-1-1,-1 0 1,2 0-1,30 4 7,-26-3-6,39 2-14,37-2 13,-48-2-6,0 2 0,-1 2 0,34 5 6,-62-6 31,0-1 0,1 1 1,-1 0-1,0 0 0,0 1 0,0-1 0,0 1 1,0 0-1,0 1-31,-4-4 16,0 1-1,0 0 1,0 0 0,0-1 0,-1 1-1,1 0 1,0 0 0,0 0 0,-1 0-1,1 0 1,0 0 0,-1 0 0,1 0 0,-1 0-1,0 0 1,1 1 0,-1-1 0,0 0-1,1 0 1,-1 0 0,0 0 0,0 1-1,0-1 1,0 0 0,0 0 0,0 0-1,-1 1 1,1-1 0,0 0 0,-1 0-1,1 0 1,0 0 0,-1 0 0,0 0-1,1 0 1,-1 0 0,1 0 0,-1 0-1,0 0 1,0 0 0,0 0 0,0 0 0,0 0-16,-19 17 211,0-1 1,-2 0 0,1-2 0,-2-1-1,-2 1-211,-122 58 257,110-55-283,34-17-75,-1 1 1,1-1 0,0 0-1,-1 0 1,1 0 0,-1-1 0,1 1-1,-4-1 101,5 0-629,2 0-364,0 0 57,0 0-952,0 0-5608</inkml:trace>
  <inkml:trace contextRef="#ctx0" brushRef="#br0" timeOffset="1397.614">2383 182 9592,'4'3'134,"0"0"1,-1 1-1,1 0 1,-1-1-1,0 1 1,0 0-1,0 1 1,0-1 0,-1 1-1,0-1 1,1 1-1,-2-1 1,1 1-1,-1 0 1,1 0-1,-2 0 1,1 0-1,0 0 1,-1 0-1,0 0 1,0 4-135,-1 51 870,-3 0 0,-9 41-870,12-93-378,-5 27-496,2-23-7047,5-18 6697</inkml:trace>
  <inkml:trace contextRef="#ctx0" brushRef="#br0" timeOffset="2068.122">2667 110 8696,'4'27'387,"2"-1"0,0 1 0,2-1 0,1-1 1,8 18-388,5 5 590,-11-22 220,1-1 1,1 0-1,1-1 1,13 18-811,-28-45 46,1 1 0,-1-1 0,1 1 0,-1-1 1,1 0-1,0 1 0,0-1 0,0 0 0,0 1 1,0-1-1,1 1 0,-1-1 0,1-1-46,12-57 1032,1-5-345,-13 63-705,0 0 0,0 0 0,0 0 0,1 1-1,-1-1 1,1 1 0,0-1 0,0 1 0,0-1-1,0 1 1,0 0 0,1-1 18,5-5-80,-1-2 13,-2 3 24,0 0-1,1 0 0,-1 0 1,1 1-1,1 0 0,0-1 44,-5 6-4,-1 1 0,0-1 0,0 0 0,0 0-1,0 1 1,1-1 0,-1 0 0,0 1 0,1 0 0,-1-1-1,0 1 1,1 0 0,-1-1 0,1 1 0,-1 0 0,0 0 0,1 0-1,-1 0 1,1 1 0,-1-1 0,0 0 0,1 0 0,-1 1-1,1-1 1,-1 1 0,0 0 0,0-1 0,1 1 0,-1 0 0,0-1-1,0 1 1,0 0 0,0 0 0,0 0 0,0 0 0,0 0-1,0 0 1,0 1 0,0 0 4,22 29-39,-8-10-6,2 0 0,0-1-1,1 0 1,11 8 45,-17-21-59,0 0 1,0-1-1,1-1 0,0 0 0,0 0 0,0-1 0,0-1 1,1-1-1,3 1 59,-2 0-131,-7-2-48,1 0 0,-1 0-1,0-1 1,1 0 0,-1-1-1,1 0 1,-1 0 0,0-1-1,2 0 180,69-25-2131,-63 21 1582,-12 3 478,1 1 1,-1-1-1,0 0 0,1 0 1,-1 0-1,-1-1 1,1 1-1,0-1 1,-1 0-1,0 0 1,2-2 70,14-17-1054,36-33-4832</inkml:trace>
  <inkml:trace contextRef="#ctx0" brushRef="#br0" timeOffset="2397.959">3621 51 7352,'-3'0'130,"1"0"1,-1 0 0,1 0-1,-1-1 1,1 1-1,-1-1 1,1 0-1,-1 1 1,1-1 0,0 0-1,-1-1 1,1 1-1,0 0 1,0 0 0,0-1-1,-1 0-130,-7-5 381,8 6-289,-1-1 0,0 1 1,0 0-1,0 1 0,1-1 0,-1 0 0,0 1 0,0-1 0,0 1 0,0 0 0,0 0 0,0 0 0,0 1 0,0-1 0,0 1 0,0-1 0,1 1 0,-1 0 0,0 0 0,0 0 0,-1 1-92,-7 4 207,-1 0-1,1 1 1,0 0-1,-1 2-206,-13 10 168,2 0 0,1 2 0,0 1-1,2 1 1,1 1 0,0 0 0,2 1 0,1 1 0,1 1 0,-5 13-168,17-34 10,1 1 0,-1-1 1,2 1-1,-1 0 1,1 0-1,0 0 0,0 0 1,1 0-1,0 0 1,0-1-1,0 1 1,2 3-11,-2-8 2,1 0 0,-1 1-1,1-1 1,0 0 0,0 0 0,0 0 0,0 1 0,0-1 0,0 0 0,1 0 0,-1-1 0,1 1 0,-1 0 0,1 0 0,0-1 0,0 1 0,0-1 0,0 1 0,0-1 0,0 0 0,0 0 0,0 0 0,0 0 0,0 0 0,1-1 0,-1 1 0,0 0 0,1-1 0,-1 0 0,0 0 0,1 0 0,-1 0 0,0 0 0,1 0 0,-1 0 0,3-1-2,10-1-8,1 0 0,-1-2 1,1 1-1,-1-2 1,0 0-1,-1-1 0,1 0 1,-1-2-1,-1 1 1,2-2 7,-10 5-3,-1 0 0,1 0 0,-1-1 1,1 0-1,-2 1 0,1-1 0,0-1 0,-1 1 1,1-2 2,25-55-10,-20 40 3,-6 16 7,9-19-9,-2 1-1,0-2 1,-2 1-1,-1-1 0,0-1 1,-2-2 9,-7 63 15,2-1-1,1 1 1,2-1 0,1 1-1,5 16-14,6 15 206,3 0-1,11 23-205,-18-58 153,-2 0-1,0 1 1,-3 0 0,0 0 0,-2 0-1,-1 1 1,-2 19-153,-1-37 103,-1 0 0,-1 0 0,0-1 0,-1 1 0,0 0-1,-1-1 1,-1 0 0,0 0 0,-1 0 0,0 0 0,-1-1 0,0 0 0,-1-1 0,-1 0-1,1 0 1,-2 0 0,1-1 0,-5 3-103,5-7 89,0 0 1,1 0-1,-2-1 0,1 0 0,-1-1 0,1 0 0,-1-1 1,0 0-1,0 0 0,-1-1 0,1 0 0,-1-1 1,-4 0-90,-24 1 354,0-2 0,-36-6-354,61 5 52,-10-1-32,-31-3 52,-44-9-72,84 11-84,0-1 1,0 0 0,1-1-1,-1 0 1,1-1-1,0-1 1,1-1-1,-12-7 84,20 11-67,1 0-1,-1 0 0,1 0 1,0-1-1,0 0 1,1 0-1,0 0 1,-1 0-1,2 0 1,-1 0-1,0-1 1,1 1-1,0-1 1,0-1 67,-3-18-508,0 0 0,2 1 1,0-6 507,-2-16-1676,-1-7-6254,14 124 5958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27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529 1 8880,'2'7'693,"7"29"-221,-1 1 0,-2-1 0,0 20-472,11 62 875,0-14-135,-6 1 0,-4 0 0,-4 25-740,2 44 802,-6-142-527,0-27-276,1 0-1,-1 1 1,1-1-1,0 1 1,0-1-1,1 0 1,0 1-1,0-1 1,0 0-1,1 2 2,-1-6-545,-12-6-944,-5-5 1132,1-1-1,0-1 1,0 0 0,1-1 0,1-1 0,-4-4 357,-4-4-945,-38-39-5695</inkml:trace>
  <inkml:trace contextRef="#ctx0" brushRef="#br0" timeOffset="735.069">1 548 11120,'60'45'974,"-45"-33"-136,1 0-1,0 0 1,11 4-838,-20-12 139,0-1 0,0 0-1,0-1 1,0 0 0,1 0 0,-1 0 0,0-1 0,1 0-1,0-1 1,-1 1 0,5-2-139,16 0 143,0-2-1,0-1 1,4-3-143,-20 4-3,1 0 1,-1-1 0,0-1-1,-1 0 1,1 0-1,-1-1 1,0-1-1,3-2 3,75-54 7,-30 22-114,29-27 107,-81 62-58,-1-1 0,1 0 0,-1 0 0,-1-1-1,0 0 1,0 0 0,0 0 0,3-9 58,24-74-186,-17 43 56,-7-3 88,-5 23 64,-1 24 82,1 10 96,20 88 295,-4 2 0,-1 24-495,17 91 544,-25-163-274,1 0 0,2-1 0,3-1 0,15 32-270,-31-78 132,10-4 471,4-15-535,-1-1 0,0-1-1,-2 0 1,-1 0 0,3-9-68,12-24 25,-21 47-15,1-1 1,0 1-1,0 0 0,1 1 1,6-7-11,4-4 4,-12 11-2,1 0-1,0 1 1,0 0-1,0 0 1,0 0-1,1 0 1,0 1-1,0 0 1,0 0-1,0 1 1,3-1-2,-6 3 0,0 0 1,0 0-1,0 1 1,0 0-1,0 0 1,1 0-1,-1 0 1,0 0-1,0 0 1,0 1-1,0-1 1,0 1-1,0 0 1,0 0-1,0 0 1,0 1-1,0-1 0,-1 1 1,1-1-1,0 1 1,-1 0-1,1 0 1,-1 0-1,0 0 1,0 0-1,1 2 0,23 24 3,-16-17 1,0-1 0,0 0 1,0-1-1,11 8-4,-17-15 1,0 0 0,0 0 0,0 0 0,0 0 0,0 0 0,1-1 0,-1 0 0,1 0 0,-1 0 0,1 0 0,-1-1 0,1 0 0,-1 1-1,1-2 1,-1 1 0,1-1 0,1 0-1,4-1 9,1-2 0,-1 0 0,0 0-1,0-1 1,-1 0 0,1 0-1,-1-1 1,0 0 0,-1-1 0,1 0-1,-1-1 1,-1 1 0,1-2-1,-1 1 1,-1-1 0,0 0-1,5-8-8,10-20-19,-2-1 0,-1-1 0,10-34 19,-27 69-12,1-1 0,-1-1 1,0 1-1,0 0 0,-1 0 0,1 0 0,-1 0 0,0-1 0,-1 1 1,1 0-1,-1-2 12,1 6-3,-1-1 1,1 1-1,0 0 1,-1 0-1,1 0 1,-1-1-1,1 1 1,-1 0-1,1 0 0,-1 0 1,0 0-1,0 0 1,0 0-1,1 0 1,-1 0-1,0 0 1,0 1-1,0-1 1,0 0-1,0 0 1,-1 1-1,1-1 1,0 1-1,0-1 1,0 1-1,-1-1 0,1 1 1,0 0-1,0 0 1,-1 0-1,1-1 1,0 1-1,0 0 1,-1 0-1,1 1 1,0-1-1,0 0 1,-1 0-1,1 1 1,0-1-1,0 1 1,0-1-1,-1 1 0,1-1 1,0 1-1,0 0 3,-4 1 3,1 1 1,0 0-1,0 0 0,0 0 0,0 0 0,0 1 0,1 0 0,-1-1 0,1 1 0,0 1 0,0-1 1,0 0-1,1 1 0,0-1 0,0 1 0,0 0 0,0 0 0,0 3-3,-2 7 16,0 1 1,1 0-1,1 0 0,1-1 1,0 6-17,1-13 24,0 0 0,1 1 1,0-1-1,0 0 0,1 0 1,0 0-1,0 0 1,1-1-1,0 1 0,0-1 1,1 1-1,0-1 0,0 0 1,1-1-1,0 1 0,0-1 1,0 0-1,1 0 0,0 0 1,0-1-1,1 0 0,-1 0 1,8 3-25,-8-4 10,0 0 0,1 0 0,0-1 0,0 0 0,0 0 0,0-1 0,0 1 0,0-2 0,1 1 1,-1-1-1,1 0 0,-1-1 0,1 1 0,-1-2 0,1 1 0,2-1-10,0 1-143,1-1-1,0-1 0,0 1 1,-1-2-1,1 0 1,-1 0-1,1 0 1,-1-1-1,0-1 1,-1 0-1,1 0 1,-1-1-1,0 0 1,5-5 143,-2-2-21,23-21-2743,-2 1-5599,-77 77 6302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24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0 5384,'0'0'145,"1"7"-20,20 247 3284,-20-190-2483,-2 0-1,-3 0 1,-4 6-926,-6 94 2082,10-98-2375,4-64-144,-3-3 232,0 1 0,0-1 1,0 1-1,0-1 0,1 0 0,-1 0 1,0-1-1,1 1 0,-1 0 1,1-1-1,-1 0 0,1 1 1,0-1-1,-1 0 0,1 0 0,-1-2 205,-3-1-754,-21-19-5272</inkml:trace>
  <inkml:trace contextRef="#ctx0" brushRef="#br0" timeOffset="398.531">1 397 7176,'0'28'10,"0"-23"51,0 1 0,0 0 0,1 0 0,-1 0 0,1 0 0,0 0 0,1-1 0,-1 1 0,1 0 0,2 2-61,-4-7 16,1 0 1,-1 0 0,1-1-1,-1 1 1,1-1 0,-1 1-1,1 0 1,0-1 0,-1 1-1,1-1 1,0 1-1,-1-1 1,1 0 0,0 1-1,0-1 1,-1 0 0,1 1-1,0-1 1,0 0 0,0 0-1,-1 0 1,1 0-1,0 0 1,0 1 0,0-2-1,0 1 1,-1 0 0,1 0-1,0 0 1,0 0 0,0 0-1,-1-1 1,1 1-1,0 0 1,0-1 0,-1 1-1,1-1 1,0 1 0,-1-1-1,1 1 1,0-1-17,37-28 404,-24 17-116,-8 8-185,1-1 0,1 1-1,-1 0 1,0 1-1,1 0 1,0 0-1,0 1 1,0 0 0,2-1-103,16 0 407,-1 0 0,10 1-407,-19 2 124,0-1 0,0-1-1,0 0 1,0-1 0,0-1 0,0 0-1,9-5-123,-7 1 55,-12 4 106,1 0 0,0 1-1,0 0 1,1 1 0,-1 0-1,8-2-160,-14 4 23,1 0-1,0 0 0,-1 0 1,1 0-1,0 0 0,-1 0 1,1 1-1,-1-1 0,1 0 1,0 1-1,-1-1 0,1 1 1,-1 0-1,1 0 0,-1 0 1,1-1-1,-1 1 1,0 0-1,0 1 0,1-1 1,-1 0-1,0 0 0,0 0 1,0 1-1,0-1 0,0 1 1,0-1-1,-1 0 0,1 1 1,0 0-1,-1-1 0,1 1 1,-1-1-1,1 1-22,2 13 97,0 0 1,0 1-1,-1-1 0,-1 1 1,-1 5-98,1-1 125,0-1 1,2 0-1,1 4-125,-3-17 33,0 0 1,1 0-1,0-1 1,1 1-1,-1-1 0,1 1 1,0-1-1,0 0 1,1 0-1,-1 0 0,1 0 1,1 0-34,-3-3 21,0-1 1,-1 0-1,1 1 0,0-1 1,0 0-1,0 0 0,0 0 1,0 0-1,0 0 0,0-1 1,0 1-1,0-1 0,0 1 1,1-1-1,-1 0 0,0 1 1,0-1-1,0 0 0,0-1 1,1 1-1,-1 0 0,0-1 1,0 1-1,0-1 0,0 0 1,0 1-1,0-1 0,0 0 1,0 0-1,0 0 0,0-1 1,0 1-1,1-2-21,4-2 49,-1 0 1,0-1-1,0 0 0,0-1 1,0 1-1,-1-1 0,0 0 1,0-2-50,0-1 16,-1 1 1,0-1 0,0 0 0,-1 0 0,-1 0 0,0 0 0,0 0 0,0-4-17,2-84 205,-4 94-189,0 0-9,0-1 0,-1 1 0,1 0 0,-1 0 0,0 0 1,0 0-1,0 0 0,0 0 0,-1 0 0,0 0 0,0 0 1,0 0-1,0 1 0,0-1 0,-1 1 0,0 0 0,1-1 1,-1 1-1,0 1 0,-1-1 0,-1-1-7,2 2-29,0 0 1,0 1-1,0-1 0,0 1 1,0 0-1,-1 0 0,1 0 0,0 1 1,-1-1-1,1 1 0,0-1 1,-1 1-1,1 0 0,-1 1 0,1-1 1,0 0-1,-1 1 0,1 0 1,0 0-1,-1 0 0,1 0 0,0 0 1,0 1-1,0 0 0,0-1 1,-1 2 28,-19 13-3234,9-7-2995,35-23 4496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2:22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18 181 5024,'0'0'0,"0"0"0,0 0 0,0 0-832,0 0 832,0 0-824,9-27 824,1-2-1840</inkml:trace>
  <inkml:trace contextRef="#ctx0" brushRef="#br0" timeOffset="358.265">69 0 3592,'-2'9'1034,"2"-1"0,-1 1 0,1-1 0,0 1 1,1 0-1,0-1 0,1 4-1034,2 21-138,4 58 893,-3-47-380,-1 1-1,-2-1 1,-2 1-1,-3-1 1,-5 33-375,1-29 341,6-35-231,-1 1 1,-1 0-1,0-1 1,-1 1-1,0-1 1,-3 7-111,-1 1 237,7-19-190,1 0 1,-1 0 0,0 1 0,0-1-1,0 0 1,0 0 0,0 0 0,0 0-1,0 0 1,-1 0 0,1 0-1,-1-1 1,1 1 0,-1 0 0,0-1-1,0 1 1,1-1 0,-1 0 0,0 1-1,0-1 1,0 0 0,-1 0 0,-1 0-48,4-1 24,0 0 1,0 0-1,-1 0 1,1 0-1,0 0 1,0 0-1,0 0 1,-1 0-1,1 0 1,0 0 0,0 0-1,0 0 1,-1 0-1,1 0 1,0 0-1,0 0 1,0 0-1,-1 0 1,1 0-1,0-1 1,0 1 0,0 0-1,0 0 1,0 0-1,-1 0 1,1-1-1,0 1 1,0 0-1,0 0 1,0 0 0,0 0-1,0-1 1,0 1-1,0 0 1,0 0-1,-1 0 1,1-1-1,0 1 1,0 0-1,0 0 1,0 0 0,0-1-1,0 1 1,0 0-1,1 0 1,-1 0-1,0-1 1,0 1-1,0 0 1,0 0-1,0 0 1,0-1 0,0 1-1,0 0 1,0 0-1,0 0 1,1 0-25,6-25 287,14-24-344,-14 34 65,1-1 4,0 1-1,0 1 1,1-1-1,7-6-11,22-29-2,-25 31-4,0 1-1,1 1 1,1 0-1,1 1 1,0 1-1,12-9 7,-24 22-11,1 0 0,-1 0 0,1 0 0,0 0 0,-1 1 0,1 0 0,0 0 0,0 0 0,0 1 0,0-1 0,-1 1 0,1 1 0,0-1 0,0 0 0,0 1 0,0 0 11,5 1-6,-1 0 0,1 1-1,-1 0 1,0 0 0,0 1-1,-1 0 1,6 4 6,-3-1-19,0 1 1,0 1-1,-1 0 0,-1 0 0,1 1 0,-2 0 1,1 0-1,-1 1 0,-1 0 0,4 8 19,6 16-107,-1 0-1,10 37 108,7 16-200,-33-88 188,2 4-177,-1 0-1,0 0 1,1-1-1,0 1 0,0 0 1,0-1-1,0 1 1,0-1-1,1 0 1,-1 0-1,1 0 1,0 0-1,0 0 1,0-1-1,1 1 1,-1-1-1,0 0 1,1 0-1,3 2 190,4-1-6709,-24-7 5032</inkml:trace>
  <inkml:trace contextRef="#ctx0" brushRef="#br0" timeOffset="740.337">898 343 10760,'16'338'1584,"-14"-314"-1555,7 79 162,-9-103-171,0 1 1,0-1 0,0 0 0,0 1 0,0-1 0,0 0 0,1 1-1,-1-1 1,0 0 0,0 1 0,0-1 0,0 0 0,0 1 0,0-1-1,1 0 1,-1 1 0,0-1 0,0 0 0,1 1 0,-1-1 0,0 0-1,0 0 1,1 1 0,-1-1 0,0 0 0,0 0 0,1 0-1,-1 0 1,0 1 0,1-1 0,-1 0 0,0 0 0,1 0 0,-1 0-1,1 0 1,-1 0 0,0 0 0,1 0 0,-1 0 0,0 0 0,1 0-1,-1 0 1,0 0 0,1 0 0,-1 0 0,0 0 0,1 0 0,-1-1-21,16-6 503,6-12-319,0-2 0,-2 0 0,0-1 0,-2-1 0,-1 0 0,0-2 0,2-7-184,-14 23 41,-2 0 0,1-1 0,-1 1 1,-1-1-1,1 0 0,-2 1 0,1-1 1,-1 0-1,-1 0 0,0 0 0,0 0 1,-1 0-1,-1 0 0,1 0 0,-1 0 1,-1 0-42,2 7 3,0 1 1,1 0 0,-1 0 0,0 0 0,0 0 0,0 0 0,0 0 0,0 0 0,-1 0 0,1 1 0,0-1-1,-1 0 1,0 1 0,1-1 0,-1 1 0,0-1 0,0 1 0,0 0 0,1 0 0,-1 0 0,0 0 0,-2-1-4,0 2 4,1-1 0,-1 1 1,1 0-1,-1 0 0,1 0 0,-1 0 1,1 0-1,0 1 0,-1 0 1,1-1-1,-1 1 0,1 1 1,-2 0-5,-6 2-12,1 2 1,0-1 0,1 1 0,-1 1-1,1-1 1,0 2 0,1-1 0,-5 6 11,0 1-298,1 1 1,0 1 0,1 0 0,1 0 0,0 1 0,0 4 297,6-5-778,4-12-2245,0-4-3965</inkml:trace>
  <inkml:trace contextRef="#ctx0" brushRef="#br0" timeOffset="1212.308">1332 355 9504,'3'14'255,"0"0"0,1 0 1,0 0-1,1-1 0,0 1 1,1-1-1,1 0-255,-1-1 268,0-1 1,-1 2 0,0-1-1,-1 0 1,0 1-1,-1 0 1,-1 0 0,1 8-269,-2 10 310,3 46-167,-4-75-107,0-1-1,0 1 1,1-1 0,-1 1 0,0-1-1,1 1 1,-1-1 0,1 1 0,0-1-1,-1 1 1,1-1 0,0 0 0,0 1-36,0-2 11,-1 1 1,0-1-1,0 0 1,1 0-1,-1 0 1,0 0 0,1 0-1,-1 0 1,0 0-1,1 0 1,-1 0-1,0 0 1,1 0-1,-1 0 1,0 0-1,1 0 1,-1 0 0,0 0-1,0 0 1,1 0-1,-1 0 1,0-1-1,1 1 1,-1 0-1,0 0 1,0 0-1,1 0 1,-1-1 0,0 1-1,0 0 1,1 0-1,-1-1 1,0 1-1,0 0 1,0 0-1,1-1-11,22-39 481,-11 18-570,-5 10 95,-1 1 1,0-1-1,0 0 0,-1 0 1,1-7-7,-2 7 5,1-1 0,0 1 1,1 0-1,0 1 1,3-4-6,-9 15 0,0 0 0,0 0 0,0 0 0,0 0 0,0-1 0,0 1 0,0 0 0,1 0 0,-1 0 0,0 0 0,0 0 0,0 0 0,0-1 0,0 1 0,1 0 0,-1 0 0,0 0 0,0 0 0,0 0 0,0 0 0,0 0 0,1 0 0,-1 0 0,0 0 0,0 0 0,0 0 0,0 0 0,1 0 0,-1 0 0,0 0 0,0 0 0,0 0 0,0 0 0,1 0 0,-1 0 0,0 0 0,0 0 0,0 0 0,0 0 0,1 0 0,-1 0 0,0 0 0,0 1 0,0-1 0,0 0 0,5 5 0,-1 0 1,1 1 0,-1 0 0,-1 0 0,1 0 0,-1 0 0,3 7-1,18 49 8,-22-55 45,1 1 0,0 0 0,1-1 0,0 0-1,0 0 1,0 0 0,1 0 0,0-1 0,0 1 0,1 0-53,-2-4 51,0-1 1,-1 1-1,1-1 1,0 1 0,0-1-1,0 0 1,0 0-1,1-1 1,-1 1 0,1-1-1,-1 0 1,0 0-1,1-1 1,0 1 0,-1-1-1,1 0 1,-1 0-1,4-1-51,-1 0 66,1 0 0,0 0-1,-1-1 1,1 0 0,-1-1-1,0 0 1,0 0-1,0 0 1,3-3-66,56-41 352,-40 27-165,-20 5-106,-5 9-69,8-27 52,-2 0 1,-1 0-1,-2-1 0,-1 1 0,-1-31-64,0 23-399,2 0-1,3-13 400,-1 15-586,-6 36 457,1 1 0,-1-1-1,1 1 1,-1-1 0,1 1 0,0 0-1,0-1 1,0 1 0,0 0 0,0-1-1,1 1 1,-1 0 0,1 0 0,-1 0-1,1 0 1,0 0 0,-1 1 0,1-1-1,0 0 1,1 1 129,8-10-1329,1 0-5491,-28 26 5124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9:08.95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6502.04297"/>
      <inkml:brushProperty name="anchorY" value="-31018.7968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7763.86328"/>
      <inkml:brushProperty name="anchorY" value="-30577"/>
      <inkml:brushProperty name="scaleFactor" value="0.5"/>
    </inkml:brush>
  </inkml:definitions>
  <inkml:trace contextRef="#ctx0" brushRef="#br0">8317 319 9240,'0'0'0,"0"0"0,0 0 1568,-1-4-1699,-1-4 896,-1-3-946,0-3 906,-2-1-906,-1 0 589,-2-1-499,-2 1 463,-3 0-465,-4 0 168,-3-1-83,-4 0 40,-1 1-40,-2 2 348,-1 0-436,-2 3 489,0 1-492,-2 1 531,0 1-541,-2 0 546,-3 1-546,-2 0 481,-5 1-463,-3 1 463,-3-1-465,-2 0 373,-3 1-347,0 0 343,1 1-345,-1 1 346,1 1-346,-1-1 346,-3 0-346,-2 0 234,-2-1-202,-3 0 196,-1 0-199,-2 0 321,1 1-356,-1 1 374,-1-1-374,-5 1 169,-8-1-110,-6 0 80,-2 1-80,2 0 341,5 0-416,6 1 463,3 0-465,0 0 186,-7 0-106,-3 1 66,-4 0-66,-3 0 262,0 1-318,0 0 346,0 0-346,2-1 299,1 1-286,5 0 280,6-1-280,4 1 224,3-1-208,-4 0 210,-6 0-213,-7 2 158,-3 0-142,-3 1 143,0-1-145,2 0 81,0 1-63,2-1 63,0 1-65,4 0 141,7 1-163,5 1 174,3 0-174,-1 3 80,-8 0-53,-4 2 50,-3 2-53,-2 1 72,-1 1-77,5 0 80,5 0-80,2 0 90,-1 3-93,2 0 103,4 0-105,3 0 59,2-2-46,2 1 40,0 0-40,-3 3 68,-7 4-76,-4 4 80,-2 1-80,3 0 146,6 0-165,5-3 174,6-3-174,3-3 80,1-2-53,0-2 50,-1-2-53,0 0 138,-1-1-162,2 1 174,2 0-174,1-1 127,1 0-113,2 0 115,0 0-118,1 0 111,1 1-108,0 0 115,0 0-118,1 0 111,2 0-108,2 0 106,4-2-106,4 0 171,3-1-190,2 0 200,1-1-200,0 1 135,0-1-116,1-1 106,2-1-106,2 0 115,2-1-118,0 0 120,4-1-120,0 1 111,1-1-108,0 1 106,1-2-106,1 1 106,0-1-106,2 0 106,1-1-106,0-1 106,2 0-106,2-1 106,0 1-106,3-2 59,2 0-46,1 0 50,2-1-53,0 0 35,0 1-29,-1-1 26,1 1-26,0-1 101,0 0-123,0 0 134,1 0-134,0 1 40,0-1-13,0 0 10,0-1-13,0 1 4,0 0-1,0 0 0,0 0 0,0 0 0,0 0 0,0 0 10,0 0-13,0 0 4,0 0-1,0 0 10,0 0-13,0 0 23,0 0-25,0 0 26,0 0-26,2 0 7,2 0 8,2 0-13,2-1 23,0 0-25,2-1 17,-1 0-15,-2 0 23,1 0-25,-3 0 17,1 1-15,-2 0 14,-1 0-14,-1 1 14,1-1-14,0 0 14,1-1-14,2 0 4,3-1-1,-2 1 10,1-2-13,-1 2 4,1-1-1,-2 1 10,0 1-13,-1-1 4,-2 1-1,0 1 10,-2 0-13,-1-1 4,1 1-1,-2 0 10,1 1-13,0-1 4,2-1-1,0 0 0,2-2 0,0 1-28,2-3 36,-1 1-30,1-1 27,-2 0-558,-1 1 710,0 1-786,-2 2 786,0 0-1300,-1 0 1447,0 1-7597,0 0-946,0 0 10985,0 0-1098,-1 1-10247</inkml:trace>
  <inkml:trace contextRef="#ctx0" brushRef="#br1" timeOffset="1429.026">837 217 11032,'0'0'0,"0"0"0,0 0 2313,0 0-1584,0 0 134,0 0-438,0 0 109,0 0-596,-6 10 137,-3 8-44,-4 9-39,-5 8 217,-5 7-268,-3 2 294,1-1-294,-1-3 294,-2-2-294,-5-3 294,-4 1-294,-4-1 163,-3 2-125,0-1 115,1-1-118,3-1 204,2-1-228,4-2 240,3-3-240,3 0 100,2 0-60,3 1 50,2-1-53,1 0 128,0 1-149,2-3 170,4-3-173,1-5 62,2-2-30,0-1 14,-1 1-14,0 0 32,-1 1-37,1-2 50,3-2-53,2-4 63,2-2-65,3-4 75,3 1-78,4-2 90,4 1-93,3 1 94,0-1-94,4 0 103,2 0-105,3 0 106,3-1-106,4 0 59,5 0-46,4-1 50,4 1-53,4 0 72,4 1-77,0-1 80,-2 2-80,-1 0 90,0 0-93,-1 2 94,-2 2-94,-1 2 94,-2 2-94,0 2 103,0 0-105,-2-1 41,0 1-23,-1-1 14,-4-2-14,-2 0 4,-1-2-1,-1-2 10,-2 0-13,-1-2 4,0-1-1,-3-1 10,-3-2-13,-4 0 51,-3-1-61,-2-2 75,0-1-78,0-3 155,0-3-176,0-4 195,-1 0-198,-1-3 200,-2-2-200,-3-4 200,-2-4-200,-4-4 378,-3-4-429,-3-6 463,-3-2-465,-2-3 186,-3-2-106,-3 0 66,-2-1-66,-1 1 187,-3-1-222,-1 0 240,-1 0-240,-2-1 100,0-2-60,-1-2 50,1-2-53,1-2-86,1-1 126,2 0-137,1 3 135,0 1-1319,2 2 1657,1 6-1817,4 6 1815,5 10-1618,4 10 1562,0-2-13667,5 16 17133,3 4-11585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09:12.25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6643.80859"/>
      <inkml:brushProperty name="anchorY" value="-29417.93164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8737.53516"/>
      <inkml:brushProperty name="anchorY" value="-31189.4355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7682.69922"/>
      <inkml:brushProperty name="anchorY" value="-30327.33398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9346.70313"/>
      <inkml:brushProperty name="anchorY" value="-30769.39063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0672.875"/>
      <inkml:brushProperty name="anchorY" value="-31977.29492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9343.24219"/>
      <inkml:brushProperty name="anchorY" value="-31253.9980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0725.69141"/>
      <inkml:brushProperty name="anchorY" value="-33250.72266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3740.76172"/>
      <inkml:brushProperty name="anchorY" value="-34214.40234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5551.99219"/>
      <inkml:brushProperty name="anchorY" value="-35256.35156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7280.42969"/>
      <inkml:brushProperty name="anchorY" value="-35915.83594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8798.76953"/>
      <inkml:brushProperty name="anchorY" value="-37469.87109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7715.30859"/>
      <inkml:brushProperty name="anchorY" value="-36643.77734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9737.85156"/>
      <inkml:brushProperty name="anchorY" value="-37700.5937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1474.54297"/>
      <inkml:brushProperty name="anchorY" value="-38989.53906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3073.39453"/>
      <inkml:brushProperty name="anchorY" value="-39799.90234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4679.5"/>
      <inkml:brushProperty name="anchorY" value="-40988.86719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6739.63672"/>
      <inkml:brushProperty name="anchorY" value="-41477.39063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8432.97656"/>
      <inkml:brushProperty name="anchorY" value="-42881.53906"/>
      <inkml:brushProperty name="scaleFactor" value="0.5"/>
    </inkml:brush>
  </inkml:definitions>
  <inkml:trace contextRef="#ctx0" brushRef="#br0">0 1431 11032,'0'0'0,"0"0"0,0 0 2137,0 0-1514,0 0 129,3 4-867,1 3 743,2 6-775,1 6 743,3 5-745,1 6 317,2 6-195,1 4 134,-1 4-134,2 2 209,-1 0-230,0-1 240,0-2-240,0-2 305,-1-3-324,0-4 343,-1-5-345,0-4 299,0-3-286,-1-3 280,0-4-280,-1-2 234,-1-2-221,-1-2 223,0-2-225,-3-2 394,1 0-442,-2-2 466,0 0-466,-2-2 242,-1 0-178,0-1 146,-1-1-146,1-3 230,-1-1-254,0-4 266,0-2-266,-1-3 154,-1-4-122,0-2 115,-1-2-118,1-2 74,-1-1-61,2-1 54,2-2-54,1 0 44,1-1-41,1 2 40,2 0-40,2 1 106,-1 3-125,2 2 134,-1 4-134,0 3 115,0 4-109,0 3 106,-1 2-106,0 3 106,1 3-106,0 4 115,2 4-118,1 5 111,3 3-108,-1 3 106,1 2-106,1 0 106,0 0-106,-1-1 106,0-1-106,-1-1 106,1-1-106,-1-2 106,0-1-106,1 0 22,-1-1 2,0-1-14,-1-2 14,-2-2-602,-1-2 770,0-1-845,-1-3 842,-1-1-1642,1-2 1871,0-2-1977,0-1 1975,1-1-1834,-1-1 1794,1-1-1774,-2-1 1774,-1 1-943,-1 1 705,0-1-10675,-4 4 13558,0 1-9296</inkml:trace>
  <inkml:trace contextRef="#ctx0" brushRef="#br1" timeOffset="435.313">787 1481 9056,'0'0'0,"0"0"0,0 3 1449,-1 5-1572,0 1 795,0-1-829,0 4 786,-2 5-786,0-1 637,0-2-595,0 4 583,-1 5-585,1-2 176,0-4-59,0 5 0,0 5 0,1-4 9,0-4-12,1 3 14,1 0-14,-1-2 163,1-6-205,1 2 226,1-1-226,0-2 142,-1-3-118,2-1 116,3-2-119,-2-1 185,1-2-204,1-2 223,2-3-225,0 0 208,-2-2-203,1-2 200,0-4-200,0 1 200,-2 0-200,0-3 209,0-5-212,-1 1 149,-1 2-130,-1-3 129,0-5-132,0 3 125,-1 2-122,-1-3 129,0-4-132,-1 3 255,0 4-289,0-3 316,-2-2-319,0 2 282,0 5-271,0-1 266,-2 0-266,1 2 229,0 4-219,0 1 223,-1 0-225,0 3 161,2 1-143,-2 2 134,-1 3-134,1 1-790,0 0 1054,0 2-1177,0 3 1175,0-1-1584,2 0 1701,-1 0-1760,2 1 1760,0 0-883,0-2 632,2 0-506,0 0 506,2 3-8784,0-2 7407</inkml:trace>
  <inkml:trace contextRef="#ctx0" brushRef="#br2" timeOffset="1018.019">1123 1335 8160,'0'0'0,"0"0"0,-5 7 0,2 1 989,2 1-1272,1 0 1423,2 0-1425,1 0 1165,2-1-1091,-1 1 1063,2 1-1065,-1 2 665,0 1-551,-1 0 494,0-1-494,-1 0 149,-1-2-50,-1 0 0,0-2 0,0 0 177,-1-2-228,0-1 263,-1 0-265,1-2 388,0 0-423,0-2 440,0 1-440,0 0 300,0-1-260,0 0 249,0 0-252,0-1 263,0 0-265,0 0 266,0 0-266,0 0 238,0 0-230,0 0 226,1-2-226,1-1 208,1-2-203,0-2 209,1-2-212,1-1 149,-1-1-130,0-1 129,1-1-132,0-1 190,0-1-206,0 0 223,1 1-225,0 0 198,0 1-190,0 1 196,0 2-199,0 3 377,1 2-428,2 3 454,1 3-454,3 3 463,1 4-465,3 2 466,-1 2-466,2 0 438,0 0-430,1 1 436,1-1-439,1 1 206,-1 0-139,0-2 106,-3-1-106,-1-2 312,-3-1-371,0-1 399,-2-2-399,0-1 372,-1-1-364,1-2 360,-1-1-360,1-1 407,-1-2-420,1-3 435,-1-4-438,0-2 328,-1-4-296,-1-3 280,-1-3-280,-2-1 420,-2-1-460,-2 0 480,-1-1-480,-2 2 480,-1-1-480,-2 1 490,0 0-493,-2 1 503,-1 2-505,0 1 515,0 1-518,-1 0 306,1 1-245,0-1 223,1 1-225,1 0 21,0 1 37,1 1-66,1 2 66,1 2-1009,0 3 1279,2 2-1405,0 2 1402,0 1-1745,3 1 1844,-1 1-1884,0 1 1881,0 1-947,0 0 680,0 0-12791,-1 0 16290,0 0-10927</inkml:trace>
  <inkml:trace contextRef="#ctx0" brushRef="#br3" timeOffset="1650.234">2541 916 10672,'0'0'0,"0"0"0,-3-3 2057,-5-5-2230,-1 0 1222,1 1-1300,-4-3 1254,-4-3-1254,2 1 750,2 2-606,-4-1 534,-4 0-534,3 1 161,3 3-54,-4 1 0,-5 2 0,2 2 65,5 1-84,-4 3 103,-3 5-105,3 1 340,4-1-407,-2 5 449,-1 7-452,4 0 389,2-4-370,2 7 360,1 5-360,3-2 257,2-5-228,3 4 223,3 5-225,1-5 245,0-5-251,4 2 263,3 1-265,1-3 219,-2-5-206,3-1 200,3-1-200,-1-4 210,-3-2-213,3-2 223,2-4-225,2-4 207,2-5-202,-1-2 210,-1-3-213,-3-2 214,-2-3-214,-2-2 223,-3-2-225,-1-4 301,-1-3-323,-1-1 343,-1-1-345,0 5 122,-2 7-58,1-1 35,0-5-38,-1-5 78,0-3-89,0-5 94,-2-4-94,1 6 56,-1 9-45,0-3 50,-2-4-53,-2-3 63,0-2-65,-1 1 75,1 3-78,0 6 52,0 4-44,2 7 40,1 5-40,0 6 59,1 3-64,1 6 66,0 5-66,0 5 85,0 6-91,1 4 94,0 6-94,2 5 56,0 5-45,1 3 40,1 1-40,1 0 31,1 0-28,1-1 26,1-1-26,1-1 7,2 0-2,0-4 0,2-2 0,1-3-149,1-3 192,2-1-205,1-3 202,1-2-806,1-1 979,0-3-1057,-2-2 1055,-1-3-1903,-1-3 2145,0-2-2257,-1-2 2255,-2-2-1031,-4-2 681,1-1-506,3-3 506,8-3-11528,-2-1 10029</inkml:trace>
  <inkml:trace contextRef="#ctx0" brushRef="#br4" timeOffset="2024.166">2930 499 8608,'0'0'0,"0"0"0,-6-3 0,-1 1 1045,-3-2-1344,0 1 1503,2 0-1505,1 0 1180,2 2-1087,0 3 1040,-2 6-1040,-2 6 872,-3 6-824,0 3 800,0 1-800,1 0 557,2-1-488,1 2 454,1 1-454,2 3 258,1 1-202,1-1 183,2-3-185,1-3 261,1-5-283,2-2 294,3-2-294,1-1 163,3 0-125,3 0 106,2-3-106,2-2 396,2-3-479,1-4 529,0-3-532,1-3 422,-1-4-390,-1-3 374,-1-2-374,-1-3 430,-1-1-446,-2-2 454,-3-1-454,-1 0 538,-2 0-562,-3-1 583,-2 1-585,-3-1 493,-2 0-467,-3-2 463,-2-1-465,-4-1 503,-2-1-514,-3 1 520,-1 2-520,-2 3 390,-1 2-353,-1 4 343,2 4-345,1 4 262,2 3-238,1 3 226,1 3-226,1 2 58,-1 3-10,1 4-5,-2 4 2,1 3-1036,0 4 1332,1 2-1470,2 0 1467,3-4-1503,2-4 1514,2 0-1520,1 2 1520,1-2-792,1-4 584,-1 10-11615,1-16 14796,1-3-9945</inkml:trace>
  <inkml:trace contextRef="#ctx0" brushRef="#br5" timeOffset="2564.686">3584 77 10488,'0'0'0,"0"0"0,5 7 920,3 7 552,4 8-1840,4 7 1541,2 6-1456,1 3 1414,0 3-1414,0 2 929,0 0-790,-1-1 720,-1-2-720,-1-1 216,-1 0-72,-2-3 9,-2-6-12,-2-5 145,-2-4-182,0-1 200,0-1-200,0 1 134,1 0-115,0-1 116,-1-3-119,-2-3-487,-1-3 660,-1-3-737,-2-3 735,0-2-1751,-1-2 2041,0 0-2177,-1-1 2175,-1-1-988,0 0 649,-3-1-480,-4-2 480,-8-6-9617,1 1 8214</inkml:trace>
  <inkml:trace contextRef="#ctx0" brushRef="#br6" timeOffset="3165.04">3434 450 8880,'0'0'0,"0"0"0,14 3 0,0-1 1232,1 1-1584,-1 0 1769,-2-1-1772,-3 0 1373,-4 0-1258,-2-2 1200,1 1-1200,0-2 910,3-1-827,3-1 786,4-2-786,3-2 282,4-1-138,3-2 66,2-1-66,1-2 57,0-1-55,1-2 63,-1 0-65,-1-1 141,0-1-163,-1-1 174,-1 0-174,-3 0 81,-2-2-54,-2-1 49,-3 0-52,-2-1 35,-1 0-29,-3 0 26,0 2-26,-2 1 54,-1 2-62,0 2 66,-1 2-66,0 1 76,0 3-79,-2 2 89,0 2-92,0 1 57,-1 2-46,0 2 40,0 1-40,1 2 68,1 3-76,2 2 80,0 3-80,2 6 229,2 4-272,0 5 294,2 4-294,-1 1 425,0 2-462,1 2 489,-1 1-492,1 1 541,0 0-554,0-3 569,-2-4-572,-1-2 602,0-4-610,-1 1 614,1 2-614,-1 1 520,0 3-493,-1-2 490,-2-4-493,0-3 391,-2-5-361,-1-4 346,0-3-346,-1-4 421,0-2-443,0-1 463,0-2-465,0 0 326,1-4-286,0-2 266,1-5-266,2-4 182,0-4-158,1-2 146,1-4-146,1-1 146,1-3-146,1-1 146,0 1-146,2-1 71,0 2-50,1 2 50,1 3-53,0 2 16,0 3-5,0 4 10,-1 3-13,0 3 4,0 3-1,-1 2 0,0 3 0,1 2 0,-1 1 0,2 2 0,0 2 0,1 1 10,1 2-13,0 0 23,-1 2-25,-1-1 45,1 1-51,-1 0 54,1 0-54,-1 0 44,2 0-41,0 0 40,-2-2-40,0 0-16,-2-2 32,0-2-30,-2-1 27,-1-2-409,0 0 519,-1-1-574,0 0 574,-1-2-1153,0 1 1318,1-1-1399,-1-1 1398,0-1-1921,0 0 2071,1-1-2146,0 0 2146,-1 0-1063,-2 1 754,1 0-591,1-1 588,2-2-11104,0 1 9592</inkml:trace>
  <inkml:trace contextRef="#ctx0" brushRef="#br7" timeOffset="3915.42">4785 419 9144,'0'0'0,"0"0"0,2 0 1166,0 1-1499,0-1 1676,0 0-1679,0 1 1493,0-1-1440,0-1 1423,2-1-1425,2-1 1212,1-3-1151,2 0 1129,0-3-1132,2-1 826,0-1-738,1-2 703,-1-1-705,-1 0 622,0-1-598,-2 0 586,-1 1-586,-2 0 568,-1 0-563,-2 0 569,-3-2-572,-1 0 340,-2 0-273,-1-1 240,-2 2-240,-1 1 259,-2 1-264,1 2 266,0 3-266,1 2 163,0 3-134,1 1 120,0 2-120,-1 2 46,1 1-25,-1 0 14,2 1-14,0-1 32,1 2-37,-1 2 50,-1 6-53,-1 3 296,1 2-365,-1 2 400,2 0-400,2-1 438,2-2-449,2 1 454,2 0-454,2 1 258,3 0-202,1 0 183,1 0-185,1-2 177,1 0-175,2-2 183,1-1-185,1-1 214,1-2-222,1-2 226,0-1-226,1-2-91,-1-1 181,0-3-217,-1-3 215,-1-2-802,-1-2 970,1-4-1054,0-1 1054,1-2-1278,1-3 1342,0-1-1364,0-1 1361,0-1-1426,-2-2 1445,1 0-1444,-1-1 1441,-1 0-1683,-1 0 1752,0-2-1786,0-1 1786,-1 0-2001,0-1 2063,0 2-2084,0 1 2081,-3 5-998,-3 5 689,0 2-524,0 0 521,-2 1-315,0 0 256,-2 1-217,0 0 215,-1 2 374,-3 1-542,-2 1 636,-1 0-639,-2 2 1312,-1-1-1504,-1 1 1600,0 0-1600,-1 1 1553,-1 0-1540,1 1 1543,0 0-1545,0 2 1332,-1-1-1271,0 2 1249,1-1-1252,-1 3 1039,-2 0-977,-1 2 946,2-1-946,0 1 750,1 0-694,0 2 675,-1 3-678,1 3 559,2 3-524,1 2 506,3 0-506,4-1 235,4 0-158,3-3 120,2-2-120,3-2 223,2-3-252,2-2 266,1-2-266,2-1 154,0-1-122,0 1 106,-1-1-106,-1 0 59,0 1-46,1-1 50,0 1-53,0 0 44,0 1-41,0 0 40,-1 2-40,-2-1 22,-2 2-17,-1-1 23,-2 0-25,-1 0 35,-3-1-38,0 1 50,-2-1-53,0 1 72,-2 0-77,0-1 80,0 0-80,-1-1 24,0 0-8,0-2 10,-1 0-13,1-2-164,-1 0 215,1-1-240,-2 2 240,-1 0-660,-2 1 780,-1 0-830,0 1 827,1-2-1442,-1 1 1618,1-1-1697,0-1 1695,1 0-1918,-1 0 1982,1 0-2004,1-1 2001,1 0-1020,1 0 740,0 0-600,1 0 600,0 0-9616,0 0 8169</inkml:trace>
  <inkml:trace contextRef="#ctx0" brushRef="#br8" timeOffset="4259.62">5464 364 7088,'0'0'0,"0"0"0,8-5 0,1-1 1064,1-3-1368,3-3 1529,-1-1-1532,1-1 1469,0-1-1450,0-2 1440,0 1-1440,-1 0 1038,-1-1-923,1 0 866,-2 1-866,0-1 586,-1 1-506,-2 0 476,-1 1-479,-1 2 564,-2 0-588,-1 1 600,-1 1-600,-1 1 553,-2 2-540,0 1 534,-1 1-534,0 1 590,-1 1-606,1 1 614,0 1-614,0 1 567,0 1-553,1 0 556,-2 2-559,-1 1 494,-2 0-475,-1 3 466,-1 1-466,0 2 457,-2 3-455,2 0 454,0-1-454,2 0 538,1-2-562,2 2 583,0 4-585,2 3 651,1 3-670,1 0 680,1-1-680,1-2 606,3-3-585,2-2 574,2-3-574,4-3 443,2-1-405,3-2 386,2-2-386,2-2 358,1-1-350,2-3 346,1-1-346,-1-2-317,0-2 506,-1-2-600,-1-3 600,0-1-1458,-2-2 1703,-1-1-1826,-1-1 1826,-4 3-874,-4 3 602,3-4-13187,-10 11 16822,-3 4-11219</inkml:trace>
  <inkml:trace contextRef="#ctx0" brushRef="#br9" timeOffset="4966.035">2272 1768 14616,'0'0'0,"-6"-1"0,-4-1 1166,-2-1-1499,-1 1 1675,2 0-1678,1 0 1494,2 2-1441,-1 2 1414,0 1-1414,-2 3 1012,-2 3-897,-3 3 850,-1 4-853,-2 2 256,0 4-85,0 2 10,0 3-13,3 3 79,2 2-97,2-1 106,4-1-106,3-1 115,3 0-118,4 1 130,2 0-133,3-1 68,4 0-49,2-2 50,3-2-53,3-3 44,3-3-41,2-2 40,2-3-40,1-3-296,2-2 392,0-3-430,1-3 427,-1-2-884,-1-3 1015,0-4-1080,0-2 1080,0-2-1621,-1-3 1776,1-2-1854,-2-5 1854,-4 3-920,-7 3 653,2-4-511,3-5 508,12-14-12695,-3 2 11138</inkml:trace>
  <inkml:trace contextRef="#ctx0" brushRef="#br10" timeOffset="5433.161">2869 1623 9240,'0'0'0,"0"0"0,-5 5 1017,0-1-1308,1-1 1463,-1-1-1465,0 1 1242,-1 0-1178,-1-1 1156,1 1-1159,-1 1 590,-1 1-427,0 1 346,-2 2-346,-2 3 430,-1 2-454,-1 1 476,1 3-479,1 1 564,0 2-588,1 0 609,2 2-612,1-1 614,2 1-614,1 0 614,3-2-614,2 0 530,1-1-506,3-2 503,1-1-505,2-1 404,1-2-375,2-2 360,0-2-360,2-1 248,0-3-216,2-2 209,0-2-212,3-2 242,0-3-250,1-2 263,0-2-265,-1-2 154,0-3-122,-2-1 106,-1 0-106,0 0 181,-3 0-203,0 0 223,-3 0-225,-1-1 198,-2-2-190,-2 0 195,-1-2-198,-2 0 200,-2 0-200,-2 0 210,-1 1-213,-1 0 148,-1 3-129,-2 1 130,1 3-133,-1 3 78,0 1-62,1 3 54,0 1-54,1 2-152,1 1 211,-1 1-240,0 2 240,0 2-1341,-2 2 1656,1 0-1814,1 0 1814,2-2-1935,0 0 1969,2 0-1986,1 1 1986,1-1-969,0-2 679,1 0-524,1 0 521,2 1-10031,0 0 8595</inkml:trace>
  <inkml:trace contextRef="#ctx0" brushRef="#br11" timeOffset="5915.601">3117 1493 9688,'0'0'0,"0"0"0,3 5 0,1 0 1176,2 2-1512,1 0 1689,1 1-1692,0 1 1377,-1 1-1286,1 1 1249,0 1-1252,1 3 834,0 3-714,-1 1 654,1-1-654,-1 1 309,0 0-210,-1 1 169,0 2-172,0 2 379,0 1-437,-2-1 466,0-3-466,-1-4 466,0-4-466,-2-4 476,-1-2-479,0-2 498,0-1-503,0-1 516,0-1-519,0 0 576,-1-2-592,0 0 609,0 0-612,1-1 511,0-3-481,1-2 475,1-5-478,0-4 378,2-4-349,-1-2 343,1-3-345,0-1 253,-1-2-227,1-1 223,0-1-225,1 0 161,0 0-143,1 1 143,0 1-145,2 1 137,1 3-135,1 1 134,1 1-134,0 2 348,2 2-409,-1 4 440,-2 2-440,1 4 216,-1 4-152,0 4 120,-1 4-120,0 4 316,1 2-372,0 2 400,-1 2-400,0 2 223,1 1-172,-1 0 146,-1 2-146,0 0 90,1 0-74,-1-1 75,-1-2-78,0-2 52,0 0-44,-1-3 50,0 0-53,0-1-2,1-2 18,-1-1-26,0-1 26,-1-2-624,0-2 795,0-1-880,1-2 880,0-2-1496,1-3 1672,0-1-1759,1-3 1758,0-3-2318,1-2 2479,-1-1-2551,0-1 2548,-1 3-1267,-3 3 902,0-1-720,0-3 720,3-8-10539,-1 2 8995</inkml:trace>
  <inkml:trace contextRef="#ctx0" brushRef="#br12" timeOffset="6352.047">3866 1241 9056,'0'0'0,"0"0"0,1 5 0,1 1 1157,1 0-1488,0 1 1654,0 0-1654,1-1 1430,0 2-1366,0 1 1334,-1 3-1334,1 4 1017,0 3-926,0 0 889,-1 0-892,0-3 614,0-3-534,-1 0 494,1 2-494,1 2 503,1 3-505,0 0 516,-1-2-519,1-1 473,-2-3-460,0-3 454,-1-2-454,0-2 351,-1-1-321,-1-2 316,0-1-319,0-1 422,0-2-451,0 1 476,-1-2-479,1 1 330,0 0-287,0 0 266,0-1-266,0 1 350,-1-1-374,-1-3 386,-2-3-386,0-3 302,0-3-278,0-4 266,2-4-266,0-5 173,3-2-147,0-3 143,3-1-145,1 1 53,2 2-27,0 2 23,1 3-25,1 4 17,1 2-15,0 4 23,0 3-25,1 2 7,0 4-2,1 2 10,1 3-13,1 3 70,1 2-86,1 2 94,-1 1-94,-1 2 159,0 2-177,0 1 195,1 2-198,0 3 200,1 2-200,-2-1 200,-1-1-200,-3-3 98,-1 0-69,0-2 63,0 1-65,1 1 19,1-1-6,-1-1 0,-1-2 0,-2-3-550,-1-1 707,-2-3-786,-2-2 786,0-1-1561,-2-1 1783,1 0-1894,-2 0 1894,1-1-2006,1 1 2038,0-1-2054,2-2 2054,0 1-1064,-1 0 781,2-4-640,0-3 640,2-9-9964,0 1 8475</inkml:trace>
  <inkml:trace contextRef="#ctx0" brushRef="#br13" timeOffset="6752.964">4385 1383 9776,'0'0'0,"0"0"0,5 0 0,1 1 1400,1 0-1800,2 0 2009,-1 0-2012,1-2 1678,0-1-1582,1-1 1543,0-3-1545,0-1 1145,0-2-1031,1-1 974,-1-1-974,-1 0 507,-1-1-373,-1 0 316,-1 0-319,-1-1 422,-1 0-451,0-1 476,-1-1-479,-1 0 423,0-1-406,0 1 398,-2 0-399,-1 1 251,-1 1-208,-1 0 195,-2 1-198,0 1 172,-2 1-164,-1 1 170,0 1-173,0 2 286,0 2-318,0 1 343,1 2-345,0 1 439,1 2-466,-1 2 480,0 1-480,0 3 536,-1 3-552,0 2 570,0 2-573,1 2 546,0 1-538,0 2 543,2 1-545,1 0 490,1 3-474,2-1 466,0-3-466,1-2 223,2-1-154,1 0 120,2 1-120,2 1 223,2 0-252,1-2 266,1-2-266,2-2 154,1-3-122,1-3 106,1-2-106,2-4-118,0-1 182,1-4-205,1-3 202,1-3-1170,-2-2 1447,0-3-1586,-1-1 1586,-1-1-2137,-1 0 2295,0-1-2374,-1 0 2374,-4 3-1179,-2 4 837,0 0-666,1-3 666,6-7-12407,-2 2 10797</inkml:trace>
  <inkml:trace contextRef="#ctx0" brushRef="#br14" timeOffset="7369.165">4919 989 8344,'0'0'0,"0"0"0,-2 3 1269,0-3-1632,0-2 1823,1-2-1825,-2-1 1462,0-1-1358,-2-1 1316,-1 1-1319,-1 0 1170,-1 1-1127,-1 1 1106,0 1-1106,1 1 826,0 2-746,0 2 716,-1 1-719,-1 3 720,-1 2-720,-1 1 729,1 1-732,2 0 687,0 0-673,-1 3 676,0 2-679,0 4 717,-1 2-728,2 2 734,1-1-734,2 0 678,2-1-662,1 1 663,3 0-665,1 3 498,3 1-450,1 0 426,0-1-426,2-1 351,1-2-330,0-2 330,3-1-333,1-2 250,2-3-226,4-2 223,2-4-225,2-4 161,3-4-143,1-4 134,1-5-134,1-4 199,1-3-217,-2-4 226,0-1-226,-2-1 77,-2-2-35,-3 1 14,-2-1-14,-2-1 4,-3 0-1,-1-1 0,-3-1 0,-2-1-261,-1-2 336,-2-2-374,-1-3 374,-2 0-570,-1-2 626,-1-1-645,-1-1 642,-1 1-574,0 0 555,-1 1-546,0 1 546,-1 2-164,0 2 55,1 3 0,0 4 0,0 3 28,1 4-36,0 2 40,1 4-40,0 4 218,-1 1-269,1 3 303,1 2-305,-1 0 231,2 3-210,-1 4 210,-1 6-213,2 6 326,-1 5-358,1 2 374,1 1-374,1 2 383,1 0-385,2 1 386,2 3-386,2 2 461,2 3-483,1 3 503,0 0-505,2 0 366,1-1-326,1-1 315,0-3-318,0-1 479,0-3-524,-1-1 546,0-4-546,-2-2 378,0-1-330,-2-3 315,-1-2-318,-2-3 190,0-1-153,-1-2 134,-1-2-134,0-1-72,0-2 131,-2-2-160,0-1 160,-1-1-1009,0-3 1252,0-3-1365,-1-2 1362,-2-2-1882,0-2 2031,-2-3-2106,-1-1 2106,-2-1-2041,-1-2 2023,-2 0-2004,0 1 2001,0 4-1058,2 3 789,-2-1-644,-1-3 641,-6-8-11392,1 3 9835</inkml:trace>
  <inkml:trace contextRef="#ctx0" brushRef="#br15" timeOffset="7582.044">4962 1058 11208,'0'0'0,"0"0"0,8 0 0,0 0 1838,2 0-2363,0-2 2636,1 0-2639,1-2 2042,2-1-1871,1-2 1795,1-1-1797,2-1 1266,0-2-1115,2-3 1040,0 0-1040,0-1 322,1 0-117,1-1 14,1 2-14,1-1-341,1 0 443,1 1-485,1-1 482,1-1-1067,0 0 1234,0 1-1318,-1 0 1319,0 0-1946,-2 1 2125,1 2-2214,-1 1 2214,-5 3-1038,-6 2 702,2 1-534,2-2 534,10-4-10287,-3 2 8827</inkml:trace>
  <inkml:trace contextRef="#ctx0" brushRef="#br16" timeOffset="8075.291">5706 691 10936,'0'0'0,"0"0"0,7-5 821,-3 0-1056,0 1 1174,0-2-1174,-1 2 894,0-1-814,1-1 783,0-1-785,1-3 320,1-2-187,2-2 129,1-2-132,1-1 153,2 1-158,1-1 169,2 1-172,1 1 491,0 0-581,1 0 636,0 2-639,0-1 490,1 2-447,0 0 436,1 1-439,0 1 374,1 1-355,2 1 346,0 1-346,1 2 356,0 1-359,1 2 360,0 2-360,0 2 313,-2 2-300,0 2 294,-3 1-294,-2 2 238,-1 1-222,-2 0 223,-1 1-225,-2 1 441,-1 2-503,-2 2 543,-1 0-545,-1 3 453,-2 2-427,-1 0 414,-2 0-414,-1-1 526,-2 0-558,-1 1 583,-2 1-585,-2 1 418,-1 2-370,-1-2 346,1-3-346,1-4 430,0-4-454,0 0 475,-4 3-478,-2 2 144,-2 3-48,-2 0 10,3-1-13,0-2-304,4-3 395,2-3-430,3-3 427,1-3-1089,3-1 1279,0-3-1365,1 0 1362,0-1-1910,1-1 2067,-1 1-2146,1 1 2146,-1-1-1063,0 1 754,0 0-600,1 1 600,2 0-11548,0 0 10000</inkml:trace>
  <inkml:trace contextRef="#ctx0" brushRef="#br17" timeOffset="8347.977">6337 1309 12824,'0'0'0,"0"0"0,-3-10 0,1 0 1726,0 0-2219,-1 4 2476,1 6-2479,-1 7 1854,-1 4-1675,1 4 1586,-1 0-1586,0-1 970,-1-3-794,1-4 715,0-2-718,1-2 207,-1-3-60,-1-3-5,1-1 2,0-2-37,1-1 48,0-1-45,2-1 42,0 0-86,1-1 99,0 1-97,2 0 95,1 1-103,1 1 105,0 2-106,0 0 106,0 2-918,0 0 1150,1 1-1257,1 1 1255,-1 1-1235,-1 0 1229,1 0-13368,-3 0 16837,-1 0-11226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1:45.9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10936,'0'0'0,"0"0"-1088,0 0 1088,0 0-1088,0 0 1088,0 0 184,0 0-184,0 0-6008,0 0 6008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1:33.4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686 3906 14344,'33'193'1146,"-29"-177"-670,-3-22 123,-2-30 168,0 30-844,0-13 492,0 12-276,1 1 0,0 0 0,0-1 0,0 1 0,1 0 0,0 0 0,0-1 0,1-1-139,-2 8 8,0 0-1,0-1 0,0 1 1,0 0-1,0 0 1,0 0-1,0 0 1,0 0-1,0 0 1,0 0-1,1 0 0,-1 0 1,0 0-1,0 0 1,0 0-1,0 0 1,0 0-1,0-1 1,0 1-1,0 0 0,0 0 1,0 0-1,0 0 1,1 0-1,-1 0 1,0 0-1,0 0 0,0 0 1,0 0-1,0 0 1,0 0-1,0 0 1,0 0-1,0 0 1,1 0-1,-1 0 0,0 1 1,0-1-1,0 0 1,0 0-1,0 0 1,0 0-1,0 0 1,0 0-1,0 0 0,0 0 1,0 0-1,0 0 1,1 0-1,-1 0 1,0 0-1,0 0 1,0 1-1,0-1 0,0 0 1,0 0-1,0 0 1,0 0-1,0 0 1,0 0-1,0 0 1,0 0-1,0 0 0,0 0 1,0 1-1,0-1 1,0 0-1,0 0 1,0 0-8,5 13 160,3 18 89,10 85-70,-1 67-179,-11-87 519,5-1 0,21 82-519,-32-174 19,1-1-1,-1 1 1,1-1 0,0 1-1,0-1 1,0 1 0,0-1-1,1 1 1,-1-1 0,1 0 0,-1 0-1,1 0 1,0 0 0,1 2-19,-2-4 10,0 1 0,0-1 0,0 0 0,0 1 0,0-1 0,1 0 0,-1 0 1,0 0-1,0 0 0,0 0 0,0 0 0,0 0 0,0 0 0,0 0 0,1 0 1,-1 0-1,0-1 0,0 1 0,0 0 0,0-1 0,0 1 0,0-1 0,0 0 1,0 1-1,0-1 0,-1 0 0,1 1 0,0-1 0,0 0 0,0-1-10,5-3 90,-1 2-69,-1-1 1,0 1-1,0-1 0,0 0 1,-1-1-1,1 1 0,-1-1 0,0 1 1,0-1-1,1-3-21,13-33 81,-2 0-1,2-13-80,-2 6 102,13-26-102,5 1 152,17-24-152,-36 72 14,2 1-1,0 0 1,2 1 0,0 1 0,12-10-14,-25 27 3,1 0-1,0 0 1,0 1 0,0 0-1,6-3-2,-11 6 0,1 0 0,-1 0 0,1 1 0,-1-1 0,1 0 1,0 1-1,-1-1 0,1 1 0,0 0 0,0-1 0,-1 1 0,1 0 0,0 0 0,0 0 0,-1 0 0,1 0 0,0 1 0,-1-1 0,1 1 0,0-1 0,-1 1 0,1-1 1,0 1-1,-1 0 0,2 0 0,3 5 4,0 1 0,-1-1 1,1 1-1,-1 0 0,-1 0 1,0 0-1,0 1 0,0 0 1,-1 0-1,0 0 0,0 1-4,7 26 40,-1 0-1,-2 3-39,2 1 32,-1 2-17,-3-17-16,0 1-1,2-1 0,0 0 0,7 12 2,-11-32-49,-1 0 0,1 0 0,0-1-1,0 1 1,0-1 0,0 0 0,1 0-1,3 3 50,-6-5-67,0 0-1,0 0 1,1 0-1,-1 0 1,1 0-1,-1 0 0,1-1 1,-1 1-1,1 0 1,-1-1-1,1 1 0,-1-1 1,1 0-1,0 1 1,-1-1-1,1 0 0,0 0 1,-1 0-1,1 0 1,-1 0-1,1-1 1,0 1-1,-1 0 0,1-1 68,0 0-98,-2 0 0,1 0-1,0 0 1,0 0-1,0 0 1,0 0-1,-1 0 1,1 0 0,0-1-1,-1 1 1,1 0-1,-1 0 1,1-1-1,-1 1 1,0-2 98,2-3-204,2-7 154,8-21-2441,-1 3-6191,-26 73 6522</inkml:trace>
  <inkml:trace contextRef="#ctx0" brushRef="#br0" timeOffset="348.263">1827 4237 14704,'0'8'880,"2"19"-488,2 0 1,0 0 0,1-1 0,2 0 0,1 0 0,5 11-393,-7-25 29,0 0 1,1 0-1,1-1 1,-1 0-1,2 0 0,-1-1 1,8 6-30,-13-13-4,1 0 0,-1 0 1,1 0-1,0 0 0,0-1 0,1 1 1,-1-1-1,0 0 0,1-1 0,-1 1 1,1-1-1,0 0 0,-1 0 0,1 0 1,0-1-1,0 1 0,-1-1 1,1-1-1,0 1 0,0 0 0,0-1 1,-1 0-1,2-1 4,5-1-13,-1-1-1,0-1 1,0 0 0,0 0-1,0-1 1,-1 0 0,0 0 0,0-1-1,-1 0 1,0-1 0,0 0 0,-1 0-1,0-1 1,0 0 0,-1 0 0,0-1-1,2-5 14,-1 2 4,-1-1-1,-1 1 0,0-1 0,-1 0 0,0 0 0,-1-1 1,-1 1-1,0-1 0,-1 1 0,0-1 0,-2 1 1,1-1-1,-2-2-3,-1 9 45,0 0-1,0 0 1,0 1 0,-1-1 0,-1 1 0,1 0-1,-1 0 1,0 0 0,-1 0 0,0 1 0,-5-5-45,3 3 83,1 0-74,4 3 32,-1 1 0,0-1 0,0 1 0,0 0-1,-1 0 1,1 0 0,-1 1 0,0-1 0,0 1 0,0 0-1,-1 1 1,1-1 0,-1 1 0,1 0 0,-1 1-1,-6-2-40,1 2 3,0 1 0,0 0 0,0 0-1,0 1 1,0 1 0,0 0 0,0 0-1,0 1 1,1 0 0,-1 1 0,1 0-1,0 1 1,0 0 0,1 1 0,-1 0-1,1 0 1,-1 2-3,-6 6-349,1 0-1,0 1 1,1 1-1,1 0 1,1 1-1,0 1 1,1-1-1,-5 15 350,14-30-190,1 0 0,0 0 0,0 0 0,0 1-1,0-1 1,0 0 0,1 1 0,-1-1 0,1 1 0,-1-1 0,1 1-1,0-1 1,0 1 0,0-1 0,1 1 0,-1-1 0,0 1 0,1 0 190,0 2-555,0 8-5944,-3-31 4889</inkml:trace>
  <inkml:trace contextRef="#ctx0" brushRef="#br0" timeOffset="684.191">2451 3783 16224,'0'0'1577,"0"0"-107,0 0-444,0 0-192,5 6-403,5 13-382,0 0 0,0 1 0,-2 0 0,-1 1 1,0-1-1,-1 5-49,11 46 190,-1 20-190,10 115-35,-8 10 35,-10-112-15,-6-84-195,0 0 0,2-1 1,0 1-1,2 1 210,-1-14-636,7-3-5368,-6-2-445,-16-6 4172</inkml:trace>
  <inkml:trace contextRef="#ctx0" brushRef="#br0" timeOffset="1034.244">2176 4362 15688,'0'0'1385,"0"0"-85,0 0-362,0 0-168,5 0-378,35-3-315,-1-1 0,1-2 1,-1-1-1,0-2 0,-1-2 1,0-2-1,-1-1 0,-1-2 1,0-1-1,2-4-77,16-7-227,49-18 227,22 4-4134,-87 31-4909,-89 26 6825</inkml:trace>
  <inkml:trace contextRef="#ctx0" brushRef="#br0" timeOffset="1383.864">3149 4368 7624,'0'0'792,"0"0"132,0 0 528,0 0 105,0 0-105,0 0-88,0 0-265,0 0-84,5-4-219,19-14-201,0-1-1,-2-1 0,0-1 0,-1-2 0,-1 0 0,-1 0 0,3-9-594,-20 30 61,-1 0 0,-1 0 0,1 0 0,0 0 1,0 0-1,-1 0 0,1-1 0,-1 1 0,0 0 0,0 0 0,1 0 0,-2-3-61,1 5 4,0-3 227,-20-5 48,11 3-225,1 0 0,-1 1 0,-1 0 0,1 0 0,0 1 0,-1 1 0,1-1 0,-1 1 0,0 1 0,0 0-54,4 1 15,1 0-1,0 0 0,0 1 1,-1 0-1,1 0 0,0 1 1,0-1-1,0 1 0,0 0 1,0 0-1,1 1 1,-1-1-1,0 1 0,1 0 1,0 1-1,0-1 0,0 1 1,0-1-1,-2 4-14,-2 3 19,1-1 1,0 1-1,1 0 0,0 1 1,0 0-1,1-1 0,1 2 1,0-1-1,0 0 0,1 1 1,1 0-1,0 0 0,0 0 1,1 0-1,1 0 0,0 2-19,2 28 44,2 0 0,2 0 0,10 37-44,-16-77 2,1 5 8,1 0 1,0 0 0,0 0 0,1 0-1,0 0 1,0 0 0,0-1-1,1 0 1,0 1 0,4 3-11,-6-7 1,1-1 0,0 1-1,-1-1 1,1 0 0,0 0 0,1 0 0,-1 0 0,0 0 0,0-1-1,1 1 1,-1-1 0,1 0 0,-1 0 0,1 0 0,0-1 0,-1 1-1,1-1 1,0 0 0,-1 0 0,1 0 0,3-1-1,5-1-88,0 0 1,0 0-1,-1-1 1,1-1-1,-1 0 1,0 0-1,0-1 1,0-1-1,-1 0 1,0 0-1,0-1 1,5-5 87,2-2-502,-2-2-1,0 0 1,-1 0 0,0-2-1,-2 0 1,6-10 502,-1 5-734,0 1-1,1 1 1,1 0 0,8-5 734,-24 23-60,66-66-2440,-6 6-7873</inkml:trace>
  <inkml:trace contextRef="#ctx0" brushRef="#br0" timeOffset="1718.031">3892 3834 13808,'-4'5'26,"3"-3"78,0 0-1,0 0 1,-1-1 0,1 1 0,-1-1 0,1 1 0,-1-1 0,1 1 0,-1-1-1,0 0 1,0 0 0,0 0 0,0 0 0,0 0 0,1 0 0,-2 0-1,1-1 1,0 1 0,0-1 0,0 1 0,0-1 0,0 0 0,0 0 0,0 0-1,-1 0 1,1 0 0,-2-1-104,-3 2 194,1 0 0,-1 0 0,1 1 0,-1 0 0,1 0 0,0 1 0,-1 0-1,1 0 1,1 0 0,-1 0 0,0 1 0,1 0 0,0 0 0,0 1 0,0 0 0,0 0 0,-2 3-194,-8 11 210,0 0-1,1 1 1,1 0 0,-2 7-210,0 0 201,1 1-1,2 1 0,-1 4-200,9-18 83,-1-1-1,2 1 0,0-1 0,1 1 0,0 0 0,1 0 0,1 9-82,1-21 6,-1 0-1,1-1 1,0 1-1,0 0 1,0-1-1,0 1 1,1-1-1,-1 1 1,1-1-1,-1 0 1,1 0-1,0 1 1,0-1-1,0 0 1,0-1-1,0 1 1,0 0-1,0 0 1,1-1-1,-1 0 1,1 1-1,-1-1 1,1 0-1,-1 0 1,1 0-1,0 0-4,14 4 14,0 0 1,1-1 0,15 1-16,-13-2 12,7 2-7,-1 1 0,1 1 1,-1 1-1,0 1 0,-1 1 1,0 2-1,-1 1 0,0 0 1,-1 2-6,-21-14 10,-1 0 1,1 0-1,-1 0 1,1 0-1,-1 0 1,1 1-1,-1-1 1,0 0-1,0 1 1,0-1-1,0 1 1,0-1-1,0 1 1,0 0-1,0-1 1,0 1-1,-1 0 1,1 0-1,-1 0 1,0-1-1,1 2-10,-2 0 31,1-1-1,-1 1 0,1 0 0,-1-1 0,0 1 0,0-1 0,0 0 1,-1 1-1,1-1 0,-1 0 0,1 0 0,-1 0 0,0 0 0,-1 2-30,-5 4 88,0 0-1,-1-1 1,0 1-1,0-2 1,0 0-1,-1 0 1,0 0-1,0-1 0,0-1 1,0 0-1,-1 0 1,-7 1-88,-21 3-1197,0-1 1,0-2-1,-2-2 1197,31-2-690,-6 1-9978,37-4 8035</inkml:trace>
  <inkml:trace contextRef="#ctx0" brushRef="#br0" timeOffset="-11823.812">430 608 7896,'0'0'953,"0"0"6,0 0 1,0 0-47,0 0-185,0 0-73,0 0-127,0 0-23,0 0 38,0 4-83,0 61 224,-2-13-253,3-1 1,2 1-1,2 0 0,7 27-431,61 185 1050,-30-119-498,-34-100-393,-1 1-1,-3 1 1,-1-1-1,-3 9-158,0-36 41,0-6-3,0 1 0,-1-1 0,-1 1 0,0-1 0,-1 0 0,0 0 0,-1 1 1,0-2-1,-1 1 0,-1 0 0,-2 4-38,6-17-195,0 0 1,0 0-1,-1 0 1,1 0-1,0 0 1,-1 0-1,1-1 1,0 1-1,0 0 1,-1 0-1,1-1 0,0 1 1,0-1-1,-1 1 1,1-1-1,0 0 1,0 0-1,0 1 1,0-1-1,-1-1 195,-2 0-1181,-4-2-6890,19 9 6065</inkml:trace>
  <inkml:trace contextRef="#ctx0" brushRef="#br0" timeOffset="-11471.928">1 1537 11120,'0'0'1168,"7"-7"-195,46-43-124,2 3 0,3 2 0,1 2 0,14-4-849,-9 14 492,1 3 1,1 3 0,2 3-1,19-3-492,-71 23 138,0 1 0,0 0 0,0 1 0,0 1-1,0 1 1,3 0-138,-18 0 49,-1 0-233,0 0-189,0 0-502,0 0 2,0 0-1427,0 0-7606</inkml:trace>
  <inkml:trace contextRef="#ctx0" brushRef="#br0" timeOffset="-10740.889">1463 1257 11656,'0'0'1224,"0"0"-71,0 0-282,0 0-101,0 0-116,0 0-67,-5-4-211,-21-16-140,20 15-167,1 0 0,-1 0 0,0 1 1,0-1-1,0 2 0,-1-1 0,1 1 0,-1 0 1,0 0-1,0 0 0,0 1 0,0 0 1,0 1-1,0 0 0,-1 0 0,1 0 1,0 1-1,-2 0-69,2 0 33,1 1 1,-1 0-1,0 0 1,0 1-1,1-1 0,-1 1 1,1 1-1,-1-1 1,1 1-1,0 0 1,0 1-1,-2 1-33,-4 4 65,-17 10 116,1 2 1,-1 2-182,20-15 21,1 1 0,-1 0 0,1 1 0,1-1 0,0 1 0,0 1 0,-4 9-21,2-3 35,2 1 0,0 1 0,1-1 1,1 1-1,1 0 0,1 0 0,0 0 1,1 12-36,1-21 19,1 0 1,1-1 0,-1 1 0,2 0 0,-1 0-1,1-1 1,1 1 0,-1-1 0,2 1 0,-1-1 0,1 0-1,1 0 1,0-1 0,0 1 0,0-1 0,1 0-1,6 5-19,-6-8 13,-1-1-1,1 0 1,0 0-1,1 0 1,-1-1-1,1 0 1,-1 0-1,1-1 0,0 0 1,0 0-1,0 0 1,0-1-1,2 0-12,-4 0 11,1 0 0,-1-1 0,1 0 0,-1 0 0,1 0 0,-1-1 0,1 1 0,-1-1 1,1-1-1,-1 1 0,0-1 0,0 0 0,1 0 0,-1 0 0,-1-1 0,1 0 0,2-1-11,4-9 15,1 1-1,-2-2 1,0 0 0,-1 0 0,0 0 0,-1-1 0,-1 0 0,0-1-1,3-11-14,14-29 53,-18 42-32,19-40 102,9-29-123,-28 65 46,0-1 0,-2 1 0,0-1 0,-1 0 0,-1 0 0,0-14-46,-2 12 243,1 28-31,2 40 12,11 34-118,-6-30 6,2 0-1,16 46-111,-16-63-8,-7-24-24,-1 0-1,2 0 1,-1 0 0,1-1 0,1 1 0,0-1-1,0 0 1,1-1 0,0 1 0,0-1 0,2 1 32,-6-7 636,4 2-2938,-3-19-722,0-8 1910,0-12-8062,-6 66 7227</inkml:trace>
  <inkml:trace contextRef="#ctx0" brushRef="#br0" timeOffset="-10375.008">1671 693 12104,'7'4'301,"1"1"0,-1-1 0,0 1 0,-1 1 0,1-1 0,-1 1 0,0 0 0,0 1 1,-1-1-1,0 1 0,0 0 0,3 8-301,31 81 1569,3 29-1569,-37-110 55,16 59 383,-4 1 0,-3 0 1,-3 1-1,-2 17-438,-5-41 235,-2-1 0,-2 0 0,-4 32-235,4-82-3,-1 6-9,0 0 0,1 0-1,-2-1 1,1 1-1,-1 0 1,0-1 0,-1 1-1,0-1 1,0 0 0,-1 2 12,4-7-251,0-1-420,-1-4 31,-2-15 265,1 0-1,1 0 0,0 0 0,2 0 0,0 0 1,1 0-1,1 0 0,1-1 376,26-98-2096,-1 11-6657</inkml:trace>
  <inkml:trace contextRef="#ctx0" brushRef="#br0" timeOffset="-10010.536">2307 1018 13896,'-7'7'-148,"-4"4"651,0 0 1,-1-1 0,0-1-1,0 0-503,-129 91 3857,105-75-3601,0 1 0,1 2 0,-18 21-256,-2-2 216,53-46-164,2-1-18,0 0-1,24-19 64,-18 15-90,1 1 0,-1-1 0,0 1 0,1 1 0,0-1-1,0 1 1,0 0 0,0 1 0,0-1 0,0 1 0,0 1 0,1-1-1,-1 1 1,0 1 0,7 0-7,13 3 57,0 2 0,1 0 0,11 6-57,-17-6 41,25 10 219,43 23-260,-47-21 164,-31-12-89,1 1 1,-1 1-1,0-1 1,0 2-76,-4-2 33,1-1 0,0 0 0,0-1 0,0 0 0,1 0 0,6 1-33,-15-6-116,-1 0-1,0 0 1,1 1-1,-1-1 1,1 0-1,-1 0 1,0 0-1,1 0 1,-1 0-1,1 0 1,-1 0-1,1 0 1,-1 0-1,0-1 1,1 1-1,-1 0 1,1 0-1,-1 0 1,0 0-1,1-1 1,-1 1-1,0 0 1,1 0-1,-1-1 1,0 1-1,1 0 1,-1 0-1,0-1 1,1 1-1,-1 0 1,0-1-1,0 1 1,0 0-1,1-1 1,-1 1-1,0-1 1,0 1-1,0 0 1,0-1-1,0 1 1,0-1-1,1 1 1,-1-1-1,0 1 1,0 0-1,0-1 1,-1 1-1,1-1 1,0 1-1,0 0 1,0-1-1,0 1 1,0-1-1,0 1 1,-1 0-1,1-1 1,0 1-1,0-1 1,0 1-1,-1 0 117,1-7-7143,0 17 4938</inkml:trace>
  <inkml:trace contextRef="#ctx0" brushRef="#br0" timeOffset="-9677.891">2440 1086 14072,'0'0'1305,"1"4"-213,98 279 289,-94-267-1759,-1-6-2017,5-25-677,-6 7-3164,-7 19 4691</inkml:trace>
  <inkml:trace contextRef="#ctx0" brushRef="#br0" timeOffset="-9309.764">2277 555 14704,'0'0'0,"0"0"0,0 0 0,0 0-48,0 0 48,0 0-40,0 0 40,0 0-1016,0 0 1016,0 0-1016,0 0 1016,0 0-8,0 0 8,0 0-8696,0 0 8696</inkml:trace>
  <inkml:trace contextRef="#ctx0" brushRef="#br0" timeOffset="-8977.245">2870 1202 13536,'44'51'2749,"-42"-49"-1923,-2-2 78,0 14 42,0-11-926,-1 0 0,1 1 0,0-1 0,-1 0 0,0 1 1,0-1-1,0 0 0,0 0 0,-1 3-20,1-5 155,1-1 31,-1 0-158,0 0-1,0 0 0,0 0 0,0-1 1,-1 1-1,1 0 0,0-1 0,0 1 1,0-1-1,0 1 0,0-1 1,1 0-1,-1 1 0,0-1 0,0 0 1,0 0-1,0 0 0,0 0-27,-3-8 21,0 0-1,1-1 1,0 0 0,0 1-1,1-1 1,0 0 0,1 0-1,0 0 1,1 0 0,0-1-1,0 1 1,2-7-21,0 2 13,1-1 0,1 1 0,0-1 0,1 1 0,0 0 0,2 1 0,5-11-13,-2 7 17,0 1-1,0 1 1,2 0 0,0 0 0,1 1 0,0 1 0,1 0-17,-10 10 2,0 1 0,-1 0 0,1 0 0,0 1 0,1-1 0,-1 1 0,0 0 0,1 0 0,-1 0 0,1 0 0,-1 1 0,1 0-1,0 0 1,0 0 0,0 1 0,-1-1 0,1 1 0,0 0 0,0 1 0,0-1 0,0 1 0,-1 0 0,1 0 0,0 0 0,-1 1 0,1 0 0,-1 0 0,1 0 0,-1 0 0,1 1-2,16 11 17,-2 0-1,0 1 1,0 1 0,-2 0-1,0 2 1,-1 0 0,0 1-1,-2 0 1,0 1 0,-1 1-1,-2 0 1,6 13-17,-3 2 55,-2 0 1,-2 1-1,-1 0 0,-1 4-55,-3-29-3094,-3-30-441,-2 7-4042,0 25 5696</inkml:trace>
  <inkml:trace contextRef="#ctx0" brushRef="#br0" timeOffset="-8609.097">3791 856 15600,'0'0'793,"0"0"-31,0 0-142,0 0-74,0 0-156,0 0-79,-8-1-183,-1 0-115,1 0 0,0 1 0,-1 0 0,1 1 0,0 0 0,-1 0 0,1 0 0,0 1 0,0 1 0,0-1 0,-2 2-13,-6 5 31,0 1 1,0 1-1,1 0 1,1 1-1,0 1 1,1 0-1,0 1 1,1 0-1,1 1 1,0 0-1,1 1 1,-5 9-32,9-13 17,0 0 1,0 0-1,1 1 0,1 0 1,0 0-1,0 0 0,2 0 1,-1 1-1,2 0 1,0-1-1,0 1 0,2-1 1,-1 1-1,2 0 0,0-1 1,0 1-1,4 7-17,-5-18 4,0 1 0,1-1-1,0 0 1,-1 1 0,1-1 0,1 0-1,-1 0 1,0-1 0,1 1-1,-1 0 1,1-1 0,0 1 0,0-1-1,0 0 1,0 0 0,0 0 0,1 0-1,-1-1 1,1 1 0,-1-1 0,1 0-1,-1 0 1,1 0 0,-1-1 0,1 1-1,0-1 1,0 0 0,-1 0 0,1 0-1,1-1-3,5 1 4,-1-1-1,0-1 1,0 0-1,1 0 1,-1-1-1,-1 0 1,1 0-1,0-1 1,-1 0-1,0-1 1,6-4-4,12-10 34,-2-2 0,0-1 0,-1 0 1,-1-2-1,10-15-34,-20 23 54,0 0 0,-2-1 1,1-1-1,-2 0 0,0 0 1,-2-1-1,0 0 0,-1-1 1,1-5-55,3-69 222,-9 86-174,-1 1 0,0 0-1,-1 0 1,0-1-1,0 1 1,-1 0 0,0-2-48,-2-11 190,4 19-128,-4 19 22,1-1-74,1-1 0,1 0 0,1 1 1,0-1-1,1 0 0,1 0 0,1 1 0,1 1-10,9 35 31,16 40-31,-19-62 5,5 7 5,-10-25-5,0-1-1,-1 1 1,-1 0 0,0 0-1,1 7-4,3 41 77,-3 1 0,-2 0-1,-3 0 1,-8 50-77,7-94 38,-2 1 1,0 0-1,-1-1 1,0 0-1,-2 0 0,0 0 1,-1-1-1,-1 0 1,0-1-1,-2 0 1,1 0-1,-2-1 1,0-1-1,-1 0 0,0 0 1,-1-1-1,-11 7-38,20-16-35,-1-1 0,0 0-1,1 1 1,-1-2-1,-1 1 1,1-1 0,0 0-1,0 0 1,-1 0-1,1-1 1,-1 0-1,0-1 1,1 1 0,-1-1-1,1 0 1,-1-1-1,0 0 1,1 0 0,-1 0-1,1-1 1,0 0-1,-1 0 1,1-1 0,0 1-1,0-1 1,0-1-1,1 1 1,-1-1 0,0-1 35,-51-47-915,45 36 110,-55-108-197,47 85-1382,-20-35-6551,94 173 6711</inkml:trace>
  <inkml:trace contextRef="#ctx0" brushRef="#br0" timeOffset="-7809.44">4916 639 11568,'0'0'1440,"0"0"-86,0 0-340,0 0-137,0 0-201,0 0-103,2 9-276,18 162 1102,-3 158-1399,-16-296 170,1 0 0,1-1 0,2 1 0,4 13-170,-9-46 233,0 0 7,2-8-214,0 1-1,1-1 1,0 0-1,0 0 1,2-2-26,8-23 66,28-133 140,-28 107-148,2 1 1,2 0-1,14-26-58,-25 70 2,1 1 1,1 0-1,0 0 1,3-2-3,-9 11 0,1 0 1,0 1-1,0 0 1,0-1-1,0 1 1,0 0-1,1 1 1,-1-1-1,1 0 0,0 1 1,-1 0-1,1 0 1,0 0-1,1 1 1,-1-1-1,1 1 0,-2 1 1,0 0 0,0 1 0,0-1 0,0 1 0,0 0 0,0 0-1,0 0 1,0 0 0,-1 0 0,1 1 0,0-1 0,-1 1-1,1 0 1,-1-1 0,0 1 0,0 0 0,0 1 0,0-1 0,0 0-1,0 1 1,0-1 0,-1 1 0,2 1-1,4 8 5,0 0 1,-1 0-1,-1 0 1,3 8-6,54 176 9,-50-156-48,-11-37 11,23 67-497,-22-65 395,0 0 0,1 1 1,0-1-1,0 0 0,0 0 1,1-1-1,-1 1 0,1-1 1,0 0-1,0 0 0,2 1 130,-3-3-155,-1-1-1,1 0 1,0 0-1,-1 0 1,1-1-1,0 1 0,-1-1 1,1 1-1,0-1 1,0 0-1,0 0 1,-1 0-1,1 0 0,0-1 1,0 1-1,0-1 1,0 0 155,45-16-1347,-37 12 1407,-5 2-133,0 1-1,0-1 1,-1 0 0,1-1 0,-1 0 0,0 0 0,0 0 0,0 0 0,3-5 73,18-15-1624,40-29-6962</inkml:trace>
  <inkml:trace contextRef="#ctx0" brushRef="#br0" timeOffset="-7459.888">5877 736 11832,'-6'4'64,"5"-3"28,-1 1 0,1-1-1,-1 0 1,0 0 0,0 0 0,0 0 0,0 0 0,0 0-1,0-1 1,0 1 0,0 0 0,0-1 0,0 0 0,0 1-1,0-1 1,0 0 0,0 0 0,-2 0-92,3-1 1161,-25 16 1160,19-8-2229,0 1-1,1-1 0,0 2 0,0-1 0,1 1 0,0-1 0,1 1 0,0 1 0,0-1 0,1 1 0,0-1 0,1 1 0,0 0 0,0 0-91,-1 13 86,1 0-1,1 0 1,0 1 0,2-1-1,2 13-85,-2-31 27,-1 1-1,1-1 0,1 1 1,-1-1-1,1 0 1,-1 0-1,1 0 1,1 0-1,-1 0 1,1 0-1,0-1 0,0 1 1,0-1-1,1 0 1,0 0-1,-1 0 1,1 0-1,1-1 1,-1 1-1,0-1 1,1 0-1,0 0 0,-1-1 1,1 0-1,0 1 1,1-2-1,-1 1 1,0 0-1,0-1 1,1 0-1,-1-1 0,1 1 1,-1-1-1,0 0 1,1 0-1,-1-1 1,1 1-1,-1-1 1,0 0-1,1-1 0,-1 1 1,0-1-1,1-1-26,3-1 38,-1 0-1,0-1 0,0 0 1,0 0-1,0-1 1,-1 0-1,0 0 0,0-1 1,-1 0-1,0 0 0,0-1 1,3-4-38,2-6 58,0 0 1,-2-1 0,0 0-1,0 0 1,-1-4-59,-4 8 77,0 1-1,-1-1 1,-1 0 0,0 0 0,-1 0 0,-1 0 0,-1 0 0,0-1 0,0 1 0,-2 0-1,0 1 1,-3-9-77,-15-28 103,19 49-91,0 0 0,0 0 1,0 0-1,-1 0 0,1 1 0,-1-1 1,1 1-1,-1-1 0,1 1 0,-1 0 0,0 0 1,-1 0-13,-5-2-5,0 0 1,0 1-1,-1 0 1,1 1-1,0 0 1,-1 1-1,1 0 0,-1 0 1,1 1-1,0 0 1,-1 0-1,1 1 1,0 1-1,0 0 1,-2 1 4,-24 10-1143,2 2 1,0 1-1,-13 10 1143,18-11-1876,4-3-6943,56-31 6625</inkml:trace>
  <inkml:trace contextRef="#ctx0" brushRef="#br0" timeOffset="-7126.983">6307 239 14792,'0'0'1384,"0"0"-75,2 5-455,8 18-559,-2 1 0,0 0-1,-2 1 1,-1 0-1,0 0 1,-2 0-1,-1 14-294,1 56 911,-6 36-911,1-88 81,-6 197 616,1-154-2025,7-84 545,-3-26-1219,3-15 556,2 0 1,3-18 1445,4-30-10246</inkml:trace>
  <inkml:trace contextRef="#ctx0" brushRef="#br0" timeOffset="-6778.782">6165 683 13984,'2'3'29,"-1"-2"51,-1 0 0,1 1 0,-1-1 0,1 0 0,0 0 0,-1 1 0,1-1 0,0 0 0,0 0 0,0 0 0,0 0 0,0 0 0,0 0 0,0 0 0,1 0 0,-1-1 0,0 1 0,0 0 0,1-1 0,-1 1 0,0-1 0,1 1 0,-1-1 1,0 0-1,1 1 0,-1-1 0,1 0 0,-1 0 0,0 0 0,1 0 0,-1 0 0,1 0 0,-1-1 0,0 1 0,1 0 0,-1-1 0,1 1 0,-1-1 0,0 0 0,0 1 0,1-1 0,-1 0-80,16-9 119,0 1 0,0 1 1,1 1-1,-1 0 0,2 1 0,7-1-119,33-5 279,24 0-279,-37 6-14,-2-2 0,1-1 0,15-8 14,29-9-602,-49 15-210,0-1 0,14-8 812,-44 16-307,-1-1 1,0-1 0,0 1 0,0-1 0,-1-1 0,1 1 0,-2-1 0,3-3 306,-5 5-640,0-1 0,-1 0-1,0 0 1,0-1 0,0 1-1,0-1 1,1-6 640,1-1-5993</inkml:trace>
  <inkml:trace contextRef="#ctx0" brushRef="#br0" timeOffset="-6453.209">6926 427 8608,'0'1'105,"0"-1"1,0 1-1,0 0 0,0-1 1,0 1-1,0-1 0,0 1 1,0 0-1,0-1 1,0 1-1,0-1 0,-1 1 1,1-1-1,0 1 1,0-1-1,-1 1 0,1-1 1,0 1-1,0-1 1,-1 1-1,1-1 0,-1 1 1,1-1-1,0 1 1,-1-1-1,1 0 0,-1 1 1,1-1-1,-1 0 1,1 0-1,-1 1 0,1-1 1,-1 0-1,1 0 1,-1 0-1,0 1 0,1-1 1,-1 0-1,1 0 1,-1 0-1,1 0 0,-1 0 1,0 0-1,1 0 0,-1 0 1,1 0-1,-1-1-105,-24-15 4356,18 10-4968,5 5 940,2 1 69,-19-7 1240,16 9-1569,1 0 0,-1 1-1,1-1 1,0 1-1,0 0 1,0 0-1,0 0 1,0 0 0,0 0-1,1 0 1,0 0-1,-1 1 1,1-1 0,1 0-1,-1 1 1,0-1-1,1 1 1,-1 2-68,0 12 252,0-1 0,0 1 1,2 4-253,0-7 87,1-1-1,0 0 1,0 1 0,1-1 0,1 0 0,1 0 0,0-1-1,6 11-86,-6-14 41,0-1 0,1 0 0,1-1 0,-1 0 0,1 0 0,1 0 0,-1 0 0,1-1 0,1-1 0,-1 1 0,1-2 0,3 2-41,1 1 54,1 0-1,0-1 1,1-1-1,-1-1 0,1 0 1,0-1-1,0 0 1,1-1-1,-1-1 1,1 0-1,0-2 0,-1 1 1,1-2-1,5-1-53,-10 1-24,-1-1 1,1 0-1,0-1 0,-1 0 0,1-1 0,-1 0 0,0-1 0,2-1 24,16-11-1510,-2-1-1,8-8 1511,-9 7-2029,-4 4-7847,-48 35 7442</inkml:trace>
  <inkml:trace contextRef="#ctx0" brushRef="#br0" timeOffset="-6075.017">7726 1 12376,'0'0'448,"0"0"-74,0 0-292,0 0 10,0 0 337,-6 5 3,-26 19-187,1 2 0,1 1 0,2 1 0,-8 12-245,30-32 32,-10 12 202,0 1 0,2 0 0,0 1 0,2 0 0,-9 21-234,19-37 44,0 0 1,0 0-1,0 1 1,1-1 0,0 0-1,0 1 1,1-1-1,0 0 1,0 1-1,0-1 1,1 1-1,0-1 1,0 0 0,0 1-1,1-1 1,0 0-1,0 0 1,1 0-1,0 0 1,0-1 0,0 1-1,1-1 1,-1 1-1,1-1 1,4 3-45,0 1 53,1-1 0,1 1 0,-1-2 0,1 1-1,0-2 1,1 1 0,0-1 0,1 0-53,20 8 242,1-2 0,7 1-242,-22-7 75,9 2 212,0 2 0,-1 1-1,-1 1 1,0 1 0,-1 1-1,23 17-286,-46-31 14,0 1-1,-1-1 0,1 1 1,0 0-1,0-1 0,-1 1 1,1 0-1,0 0 0,-1 0 1,1-1-1,-1 1 0,1 0 1,-1 0-1,1 0 0,-1 0 1,1 0-1,-1 0 0,0 0 0,0 0 1,0 0-1,1 0 0,-1 0 1,0 0-1,0 0 0,-1 0 1,1 1-14,0 0 40,-1-1 0,0 1 0,0-1 1,0 0-1,0 1 0,0-1 0,0 0 1,0 0-1,0 0 0,0 1 0,-1-1 1,1 0-1,0-1 0,-1 1 0,0 1-40,-3 0-543,0 1 1,-1-1-1,1 1 0,-1-2 0,0 1 0,1-1 0,-1 1 0,0-2 0,-1 1 544,1-1-8687,14 0 6548</inkml:trace>
  <inkml:trace contextRef="#ctx0" brushRef="#br0" timeOffset="-5203.754">612 2898 11384,'1'32'200,"0"-26"800,-2-9 0,-7-72 1526,-2 61-1214,4 7-1111,-3-5-83,1 0 17,-1 0 0,-1 1 0,0-1 0,0 2 1,-1 0-1,-2-1-135,11 9 34,-1 0 0,1 0 0,-1 1 0,1-1 0,-1 1 0,0-1 1,0 1-1,0 0 0,0 0 0,0 1 0,1-1 0,-1 1 0,-1-1 1,1 1-1,0 0 0,0 0 0,0 0 0,0 0 0,0 1 0,0-1 0,0 1 1,0 0-1,1 0 0,-1 0 0,0 0 0,0 0 0,0 1 0,1-1 1,-1 1-1,1 0 0,-1 0 0,1 0 0,-1 0-34,-13 13 97,1 1-1,0 0 1,1 0 0,1 2-1,1-1 1,0 2 0,1 0 0,1 0-1,-3 10-96,8-15 29,0 0-1,0 0 1,1 1 0,1 0-1,0-1 1,1 1-1,1 0 1,1 0 0,0 0-1,0 1 1,2-1-1,0-1 1,0 1 0,2 1-29,-1-7 8,0 1 1,0-1-1,2 0 1,-1 0-1,1-1 1,0 1-1,1-1 0,-1 0 1,2 0-1,-1-1 1,1 0-1,0 0 1,1-1-1,1 2-8,-4-5 3,-1 0 0,1 0 0,0-1 0,0 1 0,0-1-1,0 0 1,0 0 0,0-1 0,0 1 0,1-1 0,-1 0 0,1-1 0,-1 1 0,1-1-1,-1 0 1,1-1 0,-1 1 0,0-1 0,1 0 0,-1-1 0,0 1 0,1-1-1,-1 0 1,0 0 0,0 0 0,0-2-3,13-7 15,0 0 1,-1-2-1,-1 0 1,0-1-1,-1-1 1,13-15-16,12-20 20,20-34-20,-20 27 67,8-5-67,-45 58 13,0 0 1,1 0-1,-1 1 0,1 0 1,0-1-1,0 1 0,0 1 1,1-1-1,1 0-13,-6 3 2,1 0 1,-1 0-1,1-1 1,-1 1-1,1 0 0,0 0 1,-1 1-1,1-1 0,-1 0 1,1 0-1,-1 0 1,1 0-1,-1 0 0,1 1 1,-1-1-1,0 0 0,1 0 1,-1 1-1,1-1 1,-1 0-1,1 1 0,-1-1 1,0 0-1,1 1 0,-1-1 1,0 0-1,1 1 1,-1-1-1,0 1 0,0-1 1,1 1-1,-1-1 1,0 1-1,0-1 0,0 1 1,0-1-3,7 19 51,-7-19-51,6 24 84,6 22 54,-2 0 0,2 38-138,-11-73 23,7 48 82,-8-55-103,1 0 0,1 0 0,-1 1 0,1-1-1,-1 0 1,1 0 0,0-1 0,1 1 0,-1 0 0,1-1-1,1 3-1,-3-5-53,-1-1 0,1 1 0,-1-1 0,0 1 0,1-1 0,-1 0 0,1 1 0,-1-1 0,1 0 0,0 1-1,-1-1 1,1 0 0,-1 1 0,1-1 0,0 0 0,-1 0 0,1 0 0,-1 0 0,1 0 0,0 0 0,-1 0 0,1 0-1,-1 0 1,1 0 0,0 0 0,-1 0 0,1 0 0,0 0 0,-1 0 0,1-1 0,-1 1 0,1 0 0,-1-1 0,1 1-1,-1 0 1,1-1 0,-1 1 0,1 0 0,-1-1 0,1 0 53,15-23-3078,-7 11-6012,-17 24 6942</inkml:trace>
  <inkml:trace contextRef="#ctx0" brushRef="#br0" timeOffset="-4821.924">1214 2998 14432,'0'0'1344,"0"0"-81,-1 5-463,-4 42 133,-1-5 65,2 30-998,4-71 13,4-27-3,1 1-1,2-1 0,0 1 0,2 1 0,1 0 0,0 0 0,14-20-9,-6 13 7,2 1-1,1 1 0,2 1 0,0 0 0,14-9-6,-29 29 19,0 1 0,1 0 0,0 0 0,0 1 0,1 0 0,0 0 0,0 1 1,10-3-20,-14 6 20,0 0 0,1 0 0,0 1 1,-1 0-1,1 0 0,-1 1 1,1 0-1,0 0 0,-1 0 1,1 1-1,0 0 0,-1 0 1,1 1-1,-1 0 0,5 1-20,-1 1 38,0 0 0,-1 1 0,1 0-1,-1 0 1,0 1 0,0 0-1,-1 1 1,0 0 0,0 0 0,-1 0-1,1 1 1,-2 1 0,1-1-1,-1 1 1,0 0 0,-1 0 0,0 1-1,-1-1 1,0 1 0,0 0-1,0 6-37,62 246 514,-65-249-702,-1-11 138,0 0-1,0 0 0,0-1 1,0 1-1,0 0 1,0 0-1,0 0 1,1-1-1,-1 1 1,1 0-1,-1-1 0,1 1 1,-1 0-1,1-1 1,0 1-1,0-1 1,0 1-1,0-1 0,0 1 1,0-1-1,1 0 51,-1-1-136,1 0-1,0 0 0,-1-1 0,1 1 0,-1 0 0,1-1 0,0 0 1,-1 1-1,1-1 0,-1 0 0,0 0 0,1 0 0,-1 0 0,0 0 1,1 0-1,-1 0 137,4-3-1767,6-3-6920,-24 15 6515</inkml:trace>
  <inkml:trace contextRef="#ctx0" brushRef="#br0" timeOffset="-4278.873">2316 2824 13896,'0'0'1288,"0"0"-55,0 0-219,-3-5-214,-4-5-731,0 0 0,0 1 0,-1 0 0,0 0 0,-1 0 0,0 1 0,0 0 0,-1 1-1,-5-4-68,9 8 22,0-1-1,1 1 0,-2 0 0,1 1 0,0-1 0,-1 1 0,1 0 0,-1 1 0,1 0 1,-1 0-1,0 0 0,1 1 0,-1 0 0,0 0 0,0 0 0,1 1 0,-1 0 0,-4 2-21,0 1-1,0 1-1,0 0 1,1 1 0,-1 0-1,1 0 1,0 1-1,1 1 1,0 0-1,0 0 1,1 1-1,0 0 1,0 0-1,1 1 1,0 0 0,1 0-1,0 0 1,0 1-1,1 0 1,-1 7 1,1-6-2,0 1-1,1 0 1,1-1 0,1 1 0,-1 1-1,2-1 1,0 0 0,1 0 0,0 1 0,1-1-1,0 0 1,1 0 0,0 1 0,1-1-1,1-1 1,0 1 0,5 9 2,-7-18-3,1 1 1,0-1-1,0 0 0,0 0 1,0 0-1,0 0 0,1 0 1,0-1-1,0 1 0,0-1 1,0 0-1,0-1 0,1 1 1,-1-1-1,3 1 3,1 0-18,-1 0 0,1-1 0,0 0 0,0-1 0,0 1 0,1-2 0,-1 1 0,0-1 0,3-1 18,6 0-64,0-2 0,0 0 0,-1 0 0,0-2 0,1 0 1,-2-1-1,1-1 0,-1 0 0,2-2 64,-4 1-5,1-1 1,-2-1-1,0 0 1,0-1-1,-1 0 1,0-1-1,7-9 5,6-12-53,-1-2-1,4-11 54,-17 26-9,-2-1 0,-1 1 0,-1-1-1,0 0 1,-2-1 0,0 1 0,0-22 9,0 13-3,-1-4 68,-2 1-1,-2-1 0,-1 1 0,-1-1 0,-2 1 0,-1 0 0,-2 0 1,-1 1-1,-5-9-64,-4-5 511,17 42-486,-1 1 1,0-1-1,0 1 0,0 0 0,-1 0 0,1 0 0,-1 0 0,1 0 0,-1 0 1,0 1-1,-1-1-25,4 2 10,-1 1 1,0-1-1,1 1 1,-1 0-1,0-1 1,0 1-1,1 0 1,-1-1-1,0 1 1,0 0-1,0 0 1,1 0-1,-1 0 1,0 0-1,0 0 1,0 0-1,1 0 1,-1 0-1,0 0 1,0 0-1,0 1 1,0-1-1,1 0 1,-1 0-1,0 1 1,0-1-1,1 1 1,-1-1-1,0 1-10,-1 1 10,1-1-1,-1 1 1,1 0 0,0 0-1,-1 0 1,1 0 0,0 0-1,0 0 1,1 0-1,-1 0 1,0 2-10,-2 5 25,1 0 0,1 1 0,0-1 0,0 1-1,1 0-24,1 30 74,2 0 0,2 0 0,1-1 0,7 17-74,49 153 375,-40-140-287,-10-30-12,3-2 1,0 1-1,4 0-76,-12-23-8,2-1 0,0 0 0,0 0 0,1 0-1,1-2 1,1 1 0,-1-1 0,10 6 8,-19-16-58,0 0-1,0-1 1,0 1 0,1 0-1,-1-1 1,1 0 0,-1 1 0,1-1-1,-1 0 1,1 0 0,0 0-1,-1-1 1,1 1 0,0-1-1,0 0 1,-1 1 0,1-1-1,0 0 1,0-1 0,0 1 0,-1 0-1,1-1 1,0 1 0,0-1-1,-1 0 1,1 0 0,-1 0-1,1-1 1,-1 1 0,2-1 58,-3 1-596,0 0 1,1 0 0,-1 0 0,0 0-1,1 0 1,-1 0 0,1 0-1,-1 1 1,1-1 0,0 1 0,-1-1-1,1 1 1,0 0 0,-1-1 595,2-1-3146,-26 13 873</inkml:trace>
  <inkml:trace contextRef="#ctx0" brushRef="#br0" timeOffset="-3197.72">4034 2553 12552,'11'21'464,"-1"1"1,-1 0 0,-1 0 0,0 1-1,-2 1-464,9 26 645,-3-17-260,-2 2 1,-1 0 0,-2 0-1,-1 0 1,-2 1 0,-1-1-1,-2 11-385,-13 4 616,11-48-356,1-2 11,-3-19-106,0 4-105,2 0-1,-1-1 1,2 1-1,0 0 1,1-1-1,1-2-59,1-36 11,-2-1 16,2 1 0,2-1 0,4-8-27,-6 47 6,1 0 0,0 0 0,1 1-1,0 0 1,1 0 0,1 0 0,1 0 0,0 1-1,0 0 1,2 1 0,0 0 0,0 0-1,1 1-5,-9 10 1,0 1-1,-1-1 0,1 0 0,0 1 0,0 0 1,-1-1-1,1 1 0,0 0 0,0 0 0,1 0 1,-1 0-1,0 1 0,0-1 0,0 0 0,0 1 1,1 0-1,-1-1 0,0 1 0,1 0 0,1 0 0,-2 1 1,1 0-1,0 0 0,-1 0 0,1 0 1,-1 1-1,1-1 0,-1 1 0,0 0 1,1-1-1,-1 1 0,0 0 0,0 0 1,-1 1-1,1-1 0,0 0 0,1 3 0,8 13 11,0 0 0,-1 1 0,-1 1 0,-1-1 0,-1 2 0,-1-1 0,0 1 0,-2 0 0,2 18-11,1 32 62,-3 0 1,-4 20-63,0-72 3,-2 37 59,0-37 40,1 1 0,2-1 0,0 8-102,16-72 137,13-45-84,-11 33 12,5-27-65,-15 44 20,2 2 1,1-1-1,2 1 1,2 1 0,1 1-1,1 0 1,19-24-21,-34 56 0,-1 1 0,1 0 1,0 0-1,0 0 1,0 0-1,0 1 0,1-1 1,-1 1-1,1 0 0,-1 0 1,1 0-1,0 1 1,0-1-1,0 1 0,1 0 0,-3 0 2,0 1-1,0 0 1,0 0-1,0 0 1,0 0 0,0 0-1,0 0 1,0 0-1,-1 1 1,1-1-1,0 1 1,0-1-1,0 1 1,0 0-1,-1 0 1,1-1-1,0 1 1,-1 1-1,1-1 1,0 0-1,-1 0 1,1 1 0,-1-1-1,0 0 1,0 1-1,1-1 1,-1 1-1,0 0 1,0-1-1,0 1 1,-1 0-1,1 1-1,9 25 73,-1 1 0,-2-1-1,-1 1 1,-1 1-1,-2-1 1,-1 1 0,-1 6-73,7 69 230,13 84-50,-18-163-166,5 25-524,-8-49 57,2-3 314,0 1 0,-1 0 1,1 0-1,-1-1 1,1 1-1,-1 0 0,1-1 1,-1 0-1,1 1 1,-1-1-1,0 0 0,1 0 1,-1 0-1,0 0 0,0 0 1,1 0-1,-1-1 139,7-4-2323,2-2-6404,-23 19 6581</inkml:trace>
  <inkml:trace contextRef="#ctx0" brushRef="#br0" timeOffset="-2737.9">5072 2468 15328,'20'0'8,"-16"0"8,-1 0-1,1 0 1,-1 0 0,0 0-1,1-1 1,-1 1-1,1-1 1,-1 0 0,0 0-1,1 0 1,-1 0-1,0-1 1,0 1 0,0-1-1,0 0-15,6-3 782,-30 12-283,13-5-436,0 0 0,0 1 0,0 0-1,0 0 1,1 1 0,-1-1 0,1 2-1,0-1 1,0 1 0,1 0 0,-1 0-1,1 1 1,-2 3-63,0 0 29,0 1 0,1 1 0,0 0 0,1 0 0,0 0 0,0 0 0,1 1 0,-2 8-29,-3 11 123,1 1-1,2-1 0,1 1 0,1 0 0,2 1 0,1-1 0,2 20-122,0-50 5,0 1 0,1-1 0,-1 0 0,0 1 0,1-1 0,-1 0 0,1 1 0,0-1-1,0 0 1,0 1 0,0-1 0,0 0 0,0 0 0,0 0 0,1 0 0,-1 0 0,1-1 0,0 1 0,-1 0 0,2 0-5,0-1 4,-1 0-1,0 0 1,0 0 0,1 0 0,-1 0 0,0-1-1,1 0 1,-1 1 0,0-1 0,1 0 0,-1 0 0,1 0-1,-1 0 1,0-1 0,1 1 0,-1-1 0,1 1-4,6-3 6,0 0 0,-1-1 0,1 0 0,-1 0 0,0-1 0,0 0 1,-1 0-1,1 0 0,6-7-6,2-7 3,0-1 1,-1 0-1,0-1 0,-2-1 1,-1 0-1,-1-1 1,2-7-4,0 3 83,0 0 1,2 1 0,1 0-1,17-20-83,-33 45 16,1 0 0,0 0 0,-1 0 0,1 1 0,-1-1 0,1 0 0,0 1 0,-1-1 0,1 0 0,0 1 0,0-1 0,0 1 0,-1-1 0,1 1 0,0-1 0,0 1 0,0 0 0,0-1 0,0 1 0,0 0 0,0 0 0,0 0 0,0 0 0,0-1 0,0 1 0,0 1 0,0-1-1,0 0-15,0 1 13,0 0 1,1-1-1,-1 1 0,0 0 0,0 1 0,0-1 0,0 0 0,0 0 0,-1 0 0,1 0 0,0 1 0,-1-1 0,1 0 0,0 1 0,-1-1 0,0 1 0,1-1-13,2 13 54,0 0-1,0 0 0,0 13-53,-3-20 30,14 207 529,-7-186-1037,-7-28 442,0 0 0,0 0 0,0 0 0,0 1 0,1-1 0,-1 0-1,0 0 1,0 0 0,0 0 0,0 1 0,0-1 0,0 0 0,1 0 0,-1 0-1,0 0 1,0 0 0,0 0 0,0 1 0,1-1 0,-1 0 0,0 0 0,0 0 0,0 0-1,1 0 1,-1 0 0,0 0 0,0 0 0,0 0 0,1 0 0,-1 0 0,0 0 0,0 0-1,0 0 1,1 0 0,-1 0 0,0 0 0,0 0 0,0 0 0,1 0 0,-1 0 36,8-17-1378,26-84-1714,-19 56-4532,-35 106 5731</inkml:trace>
  <inkml:trace contextRef="#ctx0" brushRef="#br0" timeOffset="-2362.645">5567 2176 14792,'10'16'118,"1"-1"393,-1 0 1,0 1-1,-2 0 0,0 1 1,0 0-1,-2 0 0,0 0 1,2 11-512,2 37 349,-3 1 0,-3 1 1,-3-1-1,-3 0 0,-9 60-349,30-198-4458,-16 57 4153,0 1 1,1 0-1,5-12 305,2-8-1698,16-52-7515</inkml:trace>
  <inkml:trace contextRef="#ctx0" brushRef="#br0" timeOffset="-2037.386">6013 2186 13984,'-68'55'3147,"-14"18"-3147,-32 28 2254,60-54-2064,2 3 1,-23 29-191,74-79 0,1 0 0,0 0 0,0 1 0,0-1 0,0 0 1,0 0-1,0 0 0,0 0 0,0 0 0,0 1 0,0-1 0,0 0 0,-1 0 0,1 0 0,0 0 0,0 1 1,0-1-1,0 0 0,0 0 0,0 0 0,0 0 0,1 1 0,-1-1 0,0 0 0,0 0 0,0 0 0,0 0 0,0 1 1,0-1-1,0 0 0,0 0 0,0 0 0,0 0 0,0 0 0,1 1 0,-1-1 0,0 0 0,0 0 0,0 0 1,0 0-1,0 0 0,1 0 0,-1 0 0,0 0 0,0 1 0,0-1 0,0 0 0,1 0 0,-1 0 0,0 0 0,0 0 1,0 0-1,0 0 0,1 0 0,-1 0 0,0 0 0,0 0 0,0 0 0,0 0 0,1 0 0,-1-1 0,12 2 4,-11-1-4,19-1-1,1-1-1,-1-2 0,0 0 0,14-4 2,-9 1-4,1 1 1,17 0 3,-21 5 24,1 2 0,-1 1 0,0 0 1,0 2-1,0 0 0,-1 1 0,1 2 1,-1 0-1,-1 1 0,0 1 0,0 1 0,3 3-24,80 46 239,-101-58-254,-1 0 0,1 0 0,0 0 1,0 0-1,0 0 0,0 0 0,0-1 0,0 1 0,0-1 0,0 1 0,0-1 0,0 0 1,0 0-1,0 0 0,0 0 0,0 0 0,0 0 0,0-1 0,0 1 0,1 0 1,-1-1-1,-1 0 0,1 0 0,0 1 0,0-1 0,0 0 0,0-1 0,-1 1 1,1 0-1,0 0 0,0-2 15,9-2-1222,-11 5 1179,1 0 1,-1 0-1,1-1 1,-1 1-1,1 0 1,-1 0-1,0 0 1,1-1-1,-1 1 1,1 0-1,-1-1 1,0 1-1,1 0 1,-1-1-1,0 1 1,1 0-1,-1-1 1,0 1-1,0-1 1,1 1-1,-1-1 1,0 1-1,0 0 1,0-1-1,0 1 1,0-1-1,1 1 1,-1-1-1,0 1 1,0-1-1,0 1 1,0-1-1,0 1 1,-1-1-1,1 1 0,0-1 1,0 1-1,0-1 43,0-40-3188,0 20-4055,0 47 5411</inkml:trace>
  <inkml:trace contextRef="#ctx0" brushRef="#br0" timeOffset="-1702.318">6297 2349 13448,'12'50'3191,"17"43"-3191,3 9 1952,-30-96-1877,-2-4-103,0-1 0,0 1 0,1-1 0,-1 1 0,0-1 0,1 1 0,-1-1 0,1 1 0,0-1 0,-1 0 0,1 1 0,0-1 0,0 0 0,0 0 0,0 1 0,0-1 0,0 0 0,0 0 0,0 0 0,1 0 28,0 0-441,-2-1-297,13-50-1463,-11 35 1867,-1-1 0,-1 1 0,0-1 0,-1 1 0,0-1 334,-2-24-1464,-1-47-6296</inkml:trace>
  <inkml:trace contextRef="#ctx0" brushRef="#br0" timeOffset="-1701.318">6223 1759 12016,'0'0'0,"4"15"0,4 8 0,-8-23 1216,0 0-1216,0 0 1224,0 0-1224,0 0-800,0 0 800,0 0-800,0 0 800,0 0 40,0 0-40,0 0 40,0 13-40,0 1-9232</inkml:trace>
  <inkml:trace contextRef="#ctx0" brushRef="#br0" timeOffset="-1369.275">6587 2351 14704,'37'53'758,"-22"-33"89,-1 0 1,-1 1-1,2 6-847,-12-20 162,0-1-1,0 1 1,-1 0 0,0 0-1,0 0 1,-1 0-1,0 0 1,0 0-1,0 0 1,-1 0 0,0 1-1,-1-1 1,0 2-162,1-6 57,-1 0 0,0-1 0,0 1 0,0 0 0,0 0 1,-1-1-1,1 1 0,-1-1 0,1 1 0,-1-1 0,0 1 0,0-1 1,0 0-1,-1 0 0,-1 1-57,-36 22 965,39-25-945,1 0-1,-1 0 0,1 0 1,-1 0-1,0 0 1,1 0-1,-1 0 0,1 0 1,-1 0-1,0-1 0,1 1 1,-1 0-1,1 0 1,-1 0-1,1-1 0,-1 1 1,1 0-1,-1-1 1,1 1-1,0-1 0,-1 1 1,1 0-1,-1-1 0,1 1 1,0-1-1,-1 1 1,1-1-1,0 1 0,-1-1-19,-9-16 268,9 15-306,-8-16 39,1 0 0,0 0 0,2 0 0,0-1 0,1 0 0,1-1 0,0 1 0,2-1 0,0 1 0,1-10-1,1 18-15,1-1 0,0 1-1,0-1 1,1 1 0,1-1-1,0 1 1,0 0-1,1 0 1,0 0 0,1 1-1,1-1 1,-1 1 0,2 1-1,-1-1 1,1 1-1,1 0 1,0 0 0,5-4 15,-11 11-5,1 1 0,0-1 0,-1 0-1,1 1 1,0 0 0,0 0 0,0-1 0,0 2 0,0-1 0,1 0 0,-1 1 0,0-1 0,0 1 0,0 0 0,1 0 0,-1 0 0,0 1 0,0-1 0,0 1 0,0-1 0,1 1 0,-1 0 0,0 0-1,0 1 1,-1-1 5,13 6-8,0 1-1,-1 0 1,0 1-1,6 4 9,-10-5-3,8 6 8,-1 1 0,0 1 0,-1 0 0,-1 2 0,-1-1-1,-1 2 1,10 16-5,26 35 40,-44-63-64,0-1 0,1 0 0,-1 0 0,1 0 0,0-1-1,1 1 1,-1-1 0,3 0 24,-6-3-77,0-1 1,0 0-1,0 1 0,1-2 0,-1 1 1,0 0-1,0 0 0,0-1 0,1 0 0,-1 0 1,0 0-1,1 0 0,-1 0 0,0-1 1,0 1-1,1-1 0,-1 0 0,0 0 1,0 0-1,0 0 0,1-2 77,52-28-1722,-26 13-985,-10 5-5900,-47 30 6469</inkml:trace>
  <inkml:trace contextRef="#ctx0" brushRef="#br0" timeOffset="-909.741">7324 1952 11832,'-13'4'113,"7"-3"50,1 0-1,0 1 1,0-1 0,0 1 0,0 1-1,0-1 1,0 1 0,0-1 0,1 1-1,0 0 1,-1 1 0,1-1 0,0 1-1,0 0 1,1 0 0,-1 0 0,0 3-163,-11 18 179,2 0 0,0 1 0,2 0 1,1 1-1,1 1 0,2 0 0,0 0 1,2 0-1,1 0 0,2 1 0,0 13-179,2-36 26,1 1-1,0 0 0,0-1 0,0 1 0,1 0 0,0-1 0,0 0 0,1 1 0,-1-1 0,1 0 0,1 0 0,-1-1 0,1 1 1,4 4-26,-6-8 6,1 1 0,0-1 1,-1 0-1,1 0 0,0 0 1,0 0-1,0-1 1,1 1-1,-1-1 0,0 0 1,1 0-1,-1 0 0,0 0 1,1-1-1,-1 1 1,1-1-1,-1 0 0,1 0 1,-1 0-1,1 0 0,-1-1 1,1 0-1,-1 1 1,0-1-1,1 0 0,-1-1 1,0 1-1,0 0 0,2-2-6,21-10 48,-1-1-1,-1-2 0,-1 0 1,0-1-1,-1-1 0,-1-1 1,-1-1-1,3-5-47,-4-1 168,-1 0 1,-1-2-1,-1 0 0,8-23-168,-3 9 575,18-26-575,-37 64 33,-1 1 13,1 1 1,-1-1-1,1 0 1,0 1-1,-1-1 1,1 1-1,0-1 0,1 1 1,-1 0-1,0 0 1,1 0-1,-1 0 1,1 0-1,-1 1 1,1-1-1,0 1 1,0 0-1,0-1-46,-1 5 41,-1 0-1,0 0 1,0 0 0,0 0-1,0 0 1,0 1-1,-1-1 1,0 0-1,1 0-40,-1 1 82,19 106 415,-5 1 1,-1 93-498,-10-144 162,-2-1 1,-3 0-1,-2 1 0,-4-1 1,-3 10-163,6-48 90,-1-1 0,-1 0-1,-1 0 1,0-1 0,-1 0 0,-2-1 0,-5 9-90,6-14 67,1-1 0,-2 0 0,1-1 1,-1 0-1,-1-1 0,0 0 0,-1 0 0,0-2 1,0 0-1,-13 6-67,4-4 82,-1-1 0,0-2 0,0 0-1,0-1 1,-14 1-82,31-7 12,0 0-1,0 0 1,-1 0 0,1-1-1,0 0 1,0 0-1,0-1 1,0 1-1,0-1 1,0 0 0,-2-2-12,-61-34-640,63 35 491,-32-20 11,8 6-3927,18 10-6061,28 16 7629</inkml:trace>
  <inkml:trace contextRef="#ctx0" brushRef="#br0" timeOffset="5430.156">5032 3988 12104,'0'0'1897,"0"0"-32,0 0-148,0 0-102,0 0-262,0 0-181,0 0-462,-4 7-212,-6 13-312,1 1 0,1 0-1,1 1 1,0 0-1,2 0 1,0 0 0,2 4-187,-2 15-6,2 1-1,1 0 0,4 26 8,-4-33-576,2-32-1,3-19-1452,-1 6 1489,1-1 0,0 1 0,0-1 0,3-3 540,11-34-2779,-5 12-5789,-28 84 6442</inkml:trace>
  <inkml:trace contextRef="#ctx0" brushRef="#br0" timeOffset="5784.302">4801 3691 11296,'0'0'0,"0"0"0,17-5 0,-17 5-472,13-11 472,-4 5-464,2 2 464,-11 4-752,0 0 752,15 0-744,1 0 744,-16 0-40,0 0 40,18 4-40,6 2 40,16 3-6104</inkml:trace>
  <inkml:trace contextRef="#ctx0" brushRef="#br0" timeOffset="6173.961">5241 4018 12912,'5'4'262,"0"0"1,0 1-1,0-1 1,-1 1 0,1 0-1,-1 0 1,0 0-1,-1 1 1,1-1 0,-1 1-1,0 0 1,-1 0-1,1 0 1,-1 0 0,-1 1-1,1-1 1,-1 0-1,0 1 1,0-1 0,-1 1-1,0 4-262,0 19 865,2 0 1,4 27-866,-6-74 129,1 0 1,0 0 0,1 0 0,1 0-1,0 1 1,2-1 0,0 1-1,1-1-129,17-52 4,20-36-4,-38 94 1,0 0 0,1 1 0,1 0 1,0-1-1,1 1-1,-6 6 0,1 1 0,1-1 0,-1 1 1,0 0-1,1 0 0,-1 0 1,1 1-1,0-1 0,0 1 0,0 0 1,0 0-1,1 0 0,-1 1 0,5-2 0,-8 3 1,1 0 0,0 0 0,-1 0 0,1 0-1,0 0 1,-1 0 0,1 0 0,0 0-1,-1 1 1,1-1 0,-1 1 0,1-1 0,-1 1-1,1 0 1,-1-1 0,1 1 0,-1 0 0,1 0-1,-1 0 1,1 1-1,1 1 5,-1-1-1,1 2 1,0-1 0,-1 0-1,0 0 1,0 1-1,0 0 1,1 2-5,2 6 15,-1 0-1,0 1 1,-1-1-1,0 1 1,-1 0-15,1 7 75,-1 1 0,0-1 0,-1 1 0,-2-1 0,0 1 0,-1-1 0,-1 1 0,-1-1 0,0 0 0,-2 1-75,5-19 102,1-2 14,0 0-42,9-23 50,2 1-94,1 1 0,2 0 0,14-18-30,21-32-39,-38 51 42,9-14-94,1 1 1,9-9 90,-23 33-19,0 1 1,1 0 0,0 0 0,0 0-1,0 1 1,1 0 0,0 1-1,1 0 1,-1 1 0,6-3 18,-13 7-2,0 1 1,-1-1-1,1 0 1,0 1 0,0-1-1,0 1 1,-1 0 0,1-1-1,0 1 1,0 0-1,0 0 1,0 1 0,0-1-1,-1 0 1,1 0-1,0 1 1,0-1 0,0 1-1,-1 0 1,1-1-1,0 1 1,-1 0 0,1 0-1,0 0 1,-1 0-1,1 1 1,-1-1 0,0 0-1,1 0 1,-1 1-1,0-1 1,0 1 0,0-1-1,0 1 1,0 0-1,0-1 1,0 1 0,-1 0-1,1 0 1,-1-1-1,1 1 1,-1 1 1,4 11 3,0 0-1,-2 0 1,1 1-1,-2 0 1,0 2-3,0-3-1,4 135 94,-6-132-154,1-8-936,6-11 309,42-32-2158,-41 26 597,9-7-5968,-37 35 6176</inkml:trace>
  <inkml:trace contextRef="#ctx0" brushRef="#br0" timeOffset="6523.098">6142 3636 11832,'9'6'239,"-1"-1"1,-1 1 0,1 1-1,-1-1 1,0 1 0,-1 1-1,1-1 1,-2 1 0,1 0-1,-1 1 1,0-1 0,-1 1-1,0 0 1,0 0 0,-1 0 0,0 1-1,2 8-239,16 92 2443,-4 1 1,-5 2-2444,-10-76 348,-1-1 1,-2 0-1,-3 15-348,-1-158-4925,7 11 2609,0 7-7577</inkml:trace>
  <inkml:trace contextRef="#ctx0" brushRef="#br0" timeOffset="6902.639">6315 3528 11120,'13'-8'464,"0"1"1,0 0 0,0 0-1,1 2 1,0-1 0,0 2-1,4-1-464,-12 4 183,0 0-1,0 0 0,0 1 1,0 0-1,0 0 0,0 0 1,0 1-1,0 0 0,0 0 1,0 1-1,0 0 0,-1 0 1,1 0-1,0 0 0,-1 1 1,0 0-1,0 0 0,0 1 1,1 0-183,-2-1 95,-1 1 0,1 0 1,-1-1-1,0 1 0,0 1 0,-1-1 1,1 0-1,-1 1 0,0-1 0,0 1 1,0 0-1,0 2-95,1 2 96,-1 1 0,0 0 0,0 0 0,-1 0-1,0 7-95,-1-4 102,-1 0 0,0 1 0,-1-1 0,0 0 0,-1 0 0,-1 0 0,0 0-1,0 0 1,-1-1 0,-1 0 0,-2 3-102,5-10 28,-1 1 1,1-2-1,-1 1 0,0 0 1,0-1-1,0 0 0,-1 0 0,0 0 1,1 0-1,-1-1 0,-1 0 1,1 0-1,0 0 0,-1 0 0,1-1 1,-1 0-1,0-1 0,0 1 1,0-1-1,0 0 0,0 0 0,0-1 1,0 0-1,0 0 0,-4 0-28,0-1-151,0-1-1,1 0 1,-1 0-1,1 0 0,-9-5 152,15 6-162,-1-1-1,0 1 1,1-1-1,-1 0 0,1-1 1,0 1-1,0 0 0,-1-1 1,2 0-1,-1 0 1,0 0-1,0 0 0,1 0 1,0 0-1,-1-1 163,2 1-79,0-1-1,0 1 0,1-1 1,-1 1-1,1-1 1,0 1-1,0-1 0,0 0 1,0 1-1,1-4 80,0-14-1885,-4-32-8588</inkml:trace>
  <inkml:trace contextRef="#ctx0" brushRef="#br0" timeOffset="7223.747">6662 3517 13088,'7'10'441,"0"0"1,-1 0-1,0 1 1,0 0-1,-1 0 1,-1 1-1,0-1 1,0 1-1,-2 0 1,1 0 0,-1 0-1,0 5-441,9 112 2171,-11-127-1993,0-2 8,0 0-1,0-27 186,3 9-313,1 0 0,1 0 0,0 0 0,1 1 0,1 0 0,0 0 0,2 0 0,0 1 1,6-8-59,6-6 41,1 1 1,2 1-1,1 1 1,11-8-42,-22 23-379,1 1 0,0 0-1,13-5 380,-9 4-522,14 1-2399,-14 6-3482,-18 5 2637,-14 4 1686</inkml:trace>
  <inkml:trace contextRef="#ctx0" brushRef="#br0" timeOffset="7604.33">7177 3491 12912,'0'0'641,"0"0"42,0 0 145,-3 4-108,-6 11-536,1 1 0,1 0 0,0 0 0,1 1 0,0 0 0,2 0 0,0 1-184,3-14 8,0 1 0,0-1 0,1 0 0,0 1 0,0-1-1,0 1 1,0-1 0,1 0 0,0 1 0,0-1 0,0 0 0,0 0 0,1 1 0,-1-1 0,1 0-1,0 0 1,1-1 0,-1 1 0,0 0 0,1-1 0,0 1 0,0-1 0,0 0 0,0 0 0,1 0-1,-1-1 1,1 1 0,0-1 0,-1 1 0,1-1 0,0-1 0,1 1-8,2 1 52,0-1 0,0 1 0,1-2-1,-1 1 1,1-1 0,0 0 0,-1-1 0,1 1 0,0-2 0,-1 1 0,1-1 0,-1 0 0,1-1 0,-1 0-1,1 0 1,-1 0 0,5-3-52,3-2 120,0 0 0,-1-1-1,0-1 1,-1 0-1,0-1 1,-1-1 0,11-10-120,-19 17 48,-1 0 0,0 0 0,0 0 0,0 0 0,0-1 0,-1 1-1,1-1 1,-1 1 0,-1-1 0,1 0 0,0 0 0,-1-3-48,0 6 26,-1-1 0,1 1 0,-1 0 0,0-1-1,0 1 1,0 0 0,-1-1 0,1 1 0,0 0 0,-1-1-1,0 1 1,1 0 0,-1 0 0,0 0 0,0-1 0,0 1-1,-1 0 1,1 0 0,0 0 0,-1 1 0,1-1-1,-1 0 1,0 0 0,1 1 0,-1-1 0,0 1 0,0 0-1,0-1-25,-22-10 13,0 0 0,-1 2 0,0 0 0,-1 2 0,0 1-1,0 1 1,-1 1 0,-12 0-13,36 4-90,1 1 1,-1 0-1,1 0 0,-1 0 1,1 0-1,-1 1 0,1-1 1,-1 1-1,1-1 0,0 1 1,-1 0-1,1 0 0,0 0 1,0 0-1,0 0 0,-1 1 1,1-1 89,-10 15-3706,10-11-4344,5-11 6052</inkml:trace>
  <inkml:trace contextRef="#ctx0" brushRef="#br0" timeOffset="7984.773">7599 3323 14704,'10'21'-134,"1"3"1779,-1 0 0,-2 0 0,5 18-1645,-7-21 398,2-1 0,1 1 0,0-1 0,1-1 0,2 0 0,-1-1 0,12 13-398,-2 0 280,-1 0 0,1 6-280,-21-36 25,0-1 0,0 0 0,0 1 0,1-1 0,-1 0 0,0 1 0,0-1 0,0 0-1,1 1 1,-1-1 0,0 0 0,0 1 0,1-1 0,-1 0 0,0 0 0,1 1 0,-1-1 0,0 0 0,1 0-1,-1 0 1,0 1 0,1-1 0,-1 0 0,1 0 0,-1 0 0,0 0 0,1 0 0,-1 0 0,1 0-1,-1 0 1,0 0 0,1 0 0,-1 0 0,1 0-25,11-11 200,4-19-67,-7-3-90,15-48-399,28-62 356,-41 118-400,0 1 1,2 1-1,0 0 1,2 0-1,1 2 0,0 0 1,16-15 399,3-4-2181,-14 11-8687,-35 50 8644</inkml:trace>
  <inkml:trace contextRef="#ctx0" brushRef="#br0" timeOffset="8368.808">8100 3517 14256,'70'-43'3035,"-34"19"-1659,-7 7-57,-23 15-1171,-1-1-1,1-1 1,0 1 0,-1-1 0,1 0 0,-1-1-1,-1 1 1,1-1 0,0 0 0,-1 0 0,0 0-1,0-1-147,6-10 165,-1 0-1,0-1 0,-1 0 1,-1-1-1,4-16-164,-9 27 50,0-1-1,0 1 0,-1-1 0,0 0 1,0 1-1,-1-1 0,0 0 1,0 1-1,-1-1 0,0 0 0,-1 1 1,1-1-1,-1 1 0,-1-1 1,-1-3-50,3 10 5,0 0-1,0 0 1,1 0 0,-1 0 0,0 0 0,0 0 0,0 0 0,0 0 0,0 0 0,0 1 0,0-1 0,0 1 0,0-1 0,-1 1-1,1-1 1,0 1 0,0-1 0,0 1 0,-1 0 0,1 0 0,0 0 0,0-1 0,-1 1 0,1 0 0,0 1 0,0-1 0,-1 0-1,1 0 1,0 0 0,0 1 0,-1-1 0,1 1 0,0-1 0,0 1 0,0-1 0,0 1 0,0 0 0,0 0 0,0-1-1,0 1-4,-6 3 9,1 0 0,0 1 0,1-1-1,-1 1 1,1 0 0,-1 1-9,1 0 15,0 1 0,0-1 0,0 1 0,1 0 0,0 0 0,0 1-1,1-1 1,0 1 0,0 0 0,0 0 0,1 1-15,0 6 52,0-1 0,2 1-1,-1-1 1,2 1 0,1 12-52,0-14 60,-1 0 0,2 1 1,0-1-1,1-1 0,0 1 0,1 0 1,0-1-1,1 0 0,1 0 1,-1-1-1,2 1 0,0-2 1,0 1-1,4 2-60,-6-6 32,0-2-1,0 1 1,1-1 0,0 0 0,0 0-1,0-1 1,1 0 0,-1 0 0,1-1-1,0 0 1,0 0 0,0-1 0,1 0-1,-1-1 1,0 1 0,1-2 0,-1 1-1,1-1 1,-1 0 0,1-1 0,-1 0-1,0 0 1,2-1-32,3-1-75,-1-1-1,1 1 1,-1-2-1,0 0 1,0 0-1,0-1 1,-1-1-1,0 0 1,0 0-1,7-8 76,36-37-4342,-37 34-6740,-40 42 8342</inkml:trace>
  <inkml:trace contextRef="#ctx0" brushRef="#br0" timeOffset="9240.324">5506 4498 13984,'0'0'1561,"0"0"-48,0 0-210,0 0-106,0 0-228,0 0-143,3 7-413,15 54 40,-2 2 0,-3-1 0,1 33-453,12 58 536,-20-114-453,-5-27-110,1 0 0,0 0 0,1 0 0,0-1 0,1 1 0,0-1 27,-3-9-605,-1-2-203,0 0-346,25-59-4676,-19 39-2222,-14 47 6055</inkml:trace>
  <inkml:trace contextRef="#ctx0" brushRef="#br0" timeOffset="9627.784">5819 4911 12824,'12'-7'354,"0"-1"1,0 0 0,-1 0-1,7-7-354,25-19 1134,5 3-364,69-49 1192,-98 65-1808,-1 0 0,-1-1 0,0-1-1,13-17-153,-24 25 73,0 0 0,0-1 0,-1 1 0,0-1 0,2-5-73,-5 10 21,0 0 1,-1-1-1,1 1 1,-1 0 0,0-1-1,0 1 1,-1-1-1,0 1 1,0-1-1,0 0 1,-1-4-22,0 7 14,1 1 0,-1-1 1,0 1-1,1-1 0,-1 1 1,-1-1-1,1 1 0,0 0 0,0-1 1,-1 1-1,1 0 0,-1 0 1,0 0-1,0 0 0,0 1 0,0-1 1,0 0-1,0 1 0,0-1 1,0 1-1,-1 0 0,1 0 0,0 0 1,-1 0-1,1 0 0,-1 0 1,1 1-1,-1-1 0,0 1 1,1 0-1,-1 0 0,1-1 0,-1 2 1,0-1-1,1 0 0,-1 1-14,-5 0 26,0 0 0,1 1 0,-1 0 0,1 1 0,0 0 0,0 0 0,0 0-1,0 1 1,0 0 0,1 0 0,0 1 0,-1 0-26,-6 6 57,1 1 0,0 0 0,1 1 0,0 0 1,1 1-1,1 0 0,0 1 0,1 0 0,0 0 0,1 1 0,1 0 0,1 0 0,0 0 1,1 1-1,0 0 0,2-1 0,0 1 0,1 3-57,1-1 120,1 0-1,0 1 1,2-1-1,0 0 1,1-1-1,3 6-119,-4-15 47,0 0 0,1-1 0,0 1 0,0-1 0,1 0 0,0 0 0,0-1 0,1 1 0,0-1 0,1 0 0,-1-1 0,1 1 0,7 3-47,3 3 32,-13-10-30,-1 1-1,1-1 0,0 0 0,1-1 0,-1 1 1,0-1-1,1 0 0,0 0 0,-1 0 1,1 0-1,0-1 0,0 0 0,0 0 0,0 0 1,1-1-2,3 0-72,1 0 0,-1-1 0,1-1 0,-1 1 0,0-1 0,0-1 1,1 0-1,5-3 72,6-5-866,0 0 0,17-13 866,-34 21-105,19-12-1174,13-7-9646,-69 43 8728</inkml:trace>
  <inkml:trace contextRef="#ctx0" brushRef="#br0" timeOffset="10117.603">6660 4562 13176,'-1'-9'973,"-2"-8"-833,-1-4 1074,1 1 0,0-18-1214,2 38 79,0 0 0,-1-1 1,1 1-1,0 0 0,0 0 1,0-1-1,0 1 0,0 0 0,-1 0 1,1 0-1,0 0 0,0 1 1,0-1-1,0 0 0,0 0 1,0 1-1,-1-1 0,1 1 0,-1 0-79,-4 2 89,0 1 0,0 1-1,0-1 1,1 1-1,-1 0 1,1 0-1,0 1 1,1-1 0,-1 1-1,1 0 1,0 1-1,1-1 1,-3 6-89,-7 16 173,2 0 1,-5 20-174,13-41 61,0 4-10,-6 14 207,2 1 1,-5 25-259,11-42 53,0 1 0,1-1 1,-1 0-1,2 0 1,-1 0-1,2 0 0,-1 0 1,1 0-1,0 0 1,3 5-54,-3-7 37,1 0 0,0-1 0,1 1-1,-1-1 1,1 0 0,1 0 0,-1 0 0,1-1 0,0 1 0,0-1 0,0 0 0,2 0-37,-5-3 9,0-1 0,0 0 0,0 0 0,0 0 0,1 0 0,-1 0 0,0 0 0,1 0 0,-1-1 0,0 1 0,1-1 0,-1 0 0,0 0 0,1 0 0,-1 0-1,1 0 1,-1 0 0,0-1 0,1 1 0,-1-1 0,0 0 0,1 0 0,-1 1 0,0-1 0,0-1 0,0 1 0,0 0 0,0 0 0,0-1 0,0 1 0,0-1 0,-1 0 0,1 0 0,0 1 0,-1-1 0,0 0 0,1 0 0,-1-1-9,10-11 53,0-1 0,-1 0 1,-1-1-1,0 0 0,0-4-53,-5 11 33,-1 1-1,-1-1 1,1 1 0,-2-1-1,1 0 1,-1 0 0,0 0-1,-1 0 1,0 0-1,-1 0 1,0-6-33,-1 4 121,2 0-1,-1 1 1,2-1 0,0-9-121,-1 19 161,8 29 192,3 16-203,-1 1 0,-1 9-150,6 31 118,-10-71-1129,0-21-1005,2-7 1667,17-26-1328,-2 4-2629,16-38 4306,-13 21-9686</inkml:trace>
  <inkml:trace contextRef="#ctx0" brushRef="#br0" timeOffset="10482.017">6890 4516 11480,'0'0'1472,"1"3"-246,5 18-383,0 0-1,-2 1 1,0 0-1,-2 0 1,1 21-843,3 30 864,-3-54-599,2 0 0,0 0 0,1 0 0,1 0-1,9 14-264,-16-31 41,1 0-1,0 0 1,0-1-1,0 1 0,0-1 1,0 1-1,0-1 1,0 1-1,0-1 0,1 0 1,-1 1-1,1-1 1,-1 0-1,1 0 0,-1 0 1,1 0-1,0 0 1,-1-1-1,1 1 0,0 0 1,-1-1-1,1 1 1,1-1-41,-1 0 226,13-28 133,-10 3-270,-1 0-1,-1-1 1,-1 1 0,-1-1-1,-2-14-88,3-44 150,0 30-559,-2 40 155,0 1 1,1-1 0,0 0 0,1 0-1,1 1 1,0 0 0,1-1-1,0 1 1,1 0 0,3-5 253,1 3-21,13-25-2609,-1 0-6580,-49 94 6918</inkml:trace>
  <inkml:trace contextRef="#ctx0" brushRef="#br0" timeOffset="11021.921">7259 4544 14792,'0'0'488,"0"0"42,0 0 171,0 0 51,0 0 34,0 0-58,2 7-344,11 31 104,-2 0-1,-1 1 1,-2 0 0,-2 1 0,-1 0-1,-3 0-487,-2-38 240,0-2 32,13-20 159,-10 18-431,65-119 403,-60 108-370,0-1 1,-1 0 0,-1 0 0,0-1-1,-1 0-33,2-3 43,0 1 0,1 0 0,3-5-43,-10 20 4,10-15 29,0-1 0,1 2 0,2-2-33,-10 14 7,0-1 0,0 1 0,0 0-1,1 0 1,0 1 0,0-1-1,0 1 1,0 0 0,0 0 0,1 1-1,-1 0 1,1 0 0,0 0-7,-4 2 7,0-1 0,0 1 1,0 0-1,1 1 0,-1-1 1,0 0-1,0 1 0,0-1 1,1 1-1,-1-1 0,0 1 1,0 0-1,0 0 0,0 0 1,0 0-1,0 1 0,-1-1 1,1 0-1,0 1 0,-1-1 1,1 1-1,-1 0 0,1-1 1,-1 1-1,0 0 0,0 0 1,0 0-1,0 0 0,0 0 1,0 0-1,0 0-7,4 8 7,-1 1-1,-1-1 1,1 1-1,-1-1 1,0 11-7,4 55 47,-7-52-290,2 0 0,5 21 243,-7-43-407,4-3 234,0 1 0,0-1-1,0 0 1,0 0-1,0-1 1,0 1 0,-1-1-1,1 0 1,-1 0 0,1 0-1,-1-1 1,0 1 0,0-1-1,0 0 1,0 0-1,0 0 1,0 0 0,1-2 173,8-12-514,0 0 0,-2 0 0,2-4 514,-10 18-55,76-154-2351,-78 157 2427,0 0 1,0 1-1,0-1 1,0 0 0,0 0-1,0 0 1,0 0 0,0 0-1,0 1 1,0-1 0,0 0-1,0 0 1,0 0 0,0 0-1,0 0 1,0 0 0,0 1-1,0-1 1,0 0 0,0 0-1,0 0 1,0 0 0,0 0-1,0 0 1,0 1 0,0-1-1,1 0 1,-1 0 0,0 0-1,0 0 1,0 0-1,0 0 1,0 0 0,0 0-1,0 0 1,1 0 0,-1 1-1,0-1 1,0 0 0,0 0-1,0 0 1,0 0 0,0 0-1,1 0 1,-1 0 0,0 0-1,0 0 1,0 0 0,0 0-1,0 0 1,1 0 0,-1 0-1,0 0 1,0-1 0,0 1-1,0 0 1,0 0 0,0 0-1,1 0 1,-1 0-1,0 0 1,0 0 0,0 0-1,0 0 1,0 0 0,0-1-1,0 1 1,0 0 0,1 0-22,2 22 472,0 29-135,1 32 918,10 55-1255,-14-137-27,0-1-1,0 1 1,0 0 0,0-1-1,0 1 1,0-1 0,0 1-1,0-1 1,0 1 0,0-1-1,0 1 1,0-1 0,1 1-1,-1-1 1,0 1 0,0-1 0,1 1-1,-1-1 1,0 1 0,0-1-1,1 1 1,-1-1 0,1 1-1,-1-1 1,0 0 0,1 1-1,-1-1 1,1 0 0,-1 1-1,1-1 1,-1 0 0,1 0-1,-1 1 1,1-1 0,-1 0-1,1 0 1,-1 0 0,1 0-1,-1 0 1,1 0 0,-1 0-1,1 0 1,-1 0 0,1 0-1,0 0 1,-1 0 0,1 0-1,-1 0 1,1 0 27,28-22-2351,-10 6 201,-3 5-5222,-37 26 5542</inkml:trace>
  <inkml:trace contextRef="#ctx0" brushRef="#br0" timeOffset="11386.342">7867 4039 13000,'0'0'0,"0"0"648,0 0-648,0 0 656,0 0-656,0 0-872,0 0 872,0 0-872,0 0 872,0 0-1208,0 0 1208,0 0-1208,19 10 1208,-19-10-448,0 0 448,19 8-6384,-38-16 6384</inkml:trace>
  <inkml:trace contextRef="#ctx0" brushRef="#br0" timeOffset="11744.3">8176 4368 12464,'-1'6'1386,"-2"20"-560,1 0 0,1 1 0,1-1-1,2 0 1,0 0 0,5 16-826,-3-17 406,15 69 985,-15-78-1018,-1 0-1,-1 0 1,0 1 0,-1 8-373,-1-23 186,0-2 34,9-42 212,44-215-250,-46 227-194,1 1 0,2-1 1,0 2-1,2 0 1,1 0-1,1 1 0,4-3 12,-18 30-1,0-1 0,0 1-1,1-1 1,-1 1 0,0-1 0,1 0-1,-1 1 1,1-1 0,-1 1-1,0-1 1,1 1 0,-1 0 0,1-1-1,-1 1 1,1-1 0,0 1 0,-1 0-1,1 0 1,-1-1 0,1 1-1,-1 0 1,1 0 0,0 0 0,-1-1-1,1 1 1,0 0 0,-1 0-1,1 0 1,0 0 0,-1 0 0,1 0-1,0 0 1,-1 1 0,1-1-1,-1 0 1,1 0 1,1 2-1,0-1 0,0 0-1,0 1 1,-1-1 0,1 1 0,-1 0-1,1-1 1,-1 1 0,0 0-1,1 0 1,-1 1 1,5 9-3,0-1-1,-1 1 1,2 10 3,28 145 12,-32-153-8,2-1-1,-1 1 1,1-1 0,1 0 0,1-1 0,0 1 0,5 5-4,-10-15-65,0 0 0,1 0 0,-1-1 0,1 1 0,0-1 0,0 1 0,0-1 0,0 0 1,0-1-1,0 1 0,1 0 0,-1-1 0,1 0 0,-1 0 0,1 0 0,-1 0 0,1 0 0,0-1 0,-1 1 0,1-1 1,0 0-1,-1 0 0,1-1 0,0 1 0,-1-1 0,1 0 0,-1 0 0,1 0 0,-1 0 0,1 0 0,1-2 65,15-5-589,-1-2 0,0 0 0,0-1 0,-1 0 0,-1-2-1,0 0 1,-1-1 0,14-15 589,-22 20-191,0 1 0,1-1 0,0 2 0,0-1 0,4-1 191,18-15-1725,42-36-7421</inkml:trace>
  <inkml:trace contextRef="#ctx0" brushRef="#br0" timeOffset="12100.946">9023 4218 11120,'-10'-6'950,"9"6"-884,1-1 0,-1 1 0,1-1 1,-1 1-1,0-1 0,1 1 0,-1 0 1,0-1-1,1 1 0,-1 0 0,0 0 1,0-1-1,1 1 0,-1 0 0,0 0 1,0 0-1,1 0 0,-1 0 0,0 0 0,0 0 1,1 0-1,-1 0 0,0 0 0,0 1 1,1-1-1,-1 0 0,0 1-66,-1-1 95,0 1 0,0-1 0,0 1-1,0-1 1,-1 0 0,1 0 0,0 0 0,0 0-1,0 0 1,0 0 0,0-1 0,0 1 0,0-1 0,0 1-1,0-1-94,-17-2 209,3 3-128,1 1 0,-1 1-1,0 0 1,0 1 0,1 1 0,0 0 0,-1 1 0,2 1-1,-1 0 1,1 1 0,0 1 0,0 0 0,1 1-1,0 0 1,0 1 0,1 0 0,1 1 0,0 1 0,0-1-1,1 2 1,1 0 0,0 0 0,0 0 0,-2 9-81,2-6 78,1 0 1,1 1-1,0 0 1,2 0-1,0 0 1,1 1-1,0 0-78,3-13 24,1 0 0,0 0 0,0-1 0,0 1 0,0 0 0,1 0 0,0-1 0,0 1 0,0 0 0,0-1 0,1 1 0,2 4-24,-2-6 14,0 0 1,0 0-1,0 0 0,1-1 1,-1 1-1,1 0 0,0-1 1,0 0-1,0 0 0,0 0 0,0 0 1,1 0-1,-1 0 0,0-1 1,1 0-1,-1 1 0,1-1 0,1 0-14,4 0 36,0 0-1,-1 0 0,1-1 0,-1 0 1,1 0-1,0-1 0,-1 0 0,1-1 0,-1 0 1,0 0-1,1 0 0,-1-1 0,0-1 0,0 1 1,-1-1-1,1-1 0,-1 0 0,0 0 1,0 0-1,4-4-35,13-13 67,-1-1 0,-1 0-1,-1-2 1,16-24-67,-25 28 103,0 0-1,-1 0 1,-2-1-1,0 0 0,-1-1 1,1-11-103,17-42 368,-18 42-63,-7 29-222,0 0 0,0 0 0,0 1 0,0-1 0,1 0-1,0 1 1,1-3-83,-2 6 262,-1 15 79,4 59-18,2-1 0,11 39-323,-8-54 79,6 27-5,-7-42-2,-1 1 0,-2 1 0,-2-1 0,-2 5-72,-2-34 58,0 0-1,-1-1 0,0 1 1,-1-1-1,-1 1 1,0-1-1,0 0 1,-1-1-1,-1 1 1,0-1-1,-1 0 1,-1 0-1,1-1 1,-2 0-1,0 0-57,2-4 33,1 0 0,-1-1 0,0 0-1,0 0 1,-1-1 0,0 0 0,0 0 0,0-1-1,0 0 1,-1-1 0,0 1 0,1-2 0,-1 1-1,0-1 1,-1-1 0,1 1 0,0-1 0,0-1-1,-1 0 1,1 0 0,0-1 0,0 0 0,0-1-1,0 0 1,-1-1-33,8 3-276,-10-16-1312,6 11 1359,-1-4-243,0-2 1,0 1-1,1-1 0,0 1 1,1-2-1,0 1 0,-2-10 472,-1 0-1385,-7-17-8298,35 89 7275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10.1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69 335 9328,'0'0'1241,"0"0"-44,0 0-194,9-8-204,82-99 757,-88 102-1523,1 0 0,-1-1 0,1 0 1,-2 0-1,1 0 0,-1 0 1,0 0-1,0 0 0,0-3-33,1-1 17,-3 7-12,1 0 0,-1 1 0,0-1 0,0 0 0,0 0 0,0 0 0,0 1 0,-1-1 0,1 0 0,-1 0 0,0 1 0,0-1 0,0 0 0,0 1 0,0-1 0,0 1 0,-1 0 0,1-1 1,-2 0-6,1 0 5,-10-12 47,8 13-44,-12-5-1,11 7 6,0 0 0,1 1 0,-1-1 0,0 1 1,1 0-1,-1 1 0,0-1 0,1 1 1,0 0-1,-1 0 0,1 0 0,0 0 0,0 1 1,0 0-1,0 0 0,1 0 0,-1 0 1,-1 2-14,-2 2 28,1 0 0,-1 1 0,2-1 0,-1 1 1,1 0-1,1 1 0,-1-1 0,1 1 0,1 0 1,-2 3-29,2 0 47,0 0 1,1 1 0,0-1-1,1 1 1,0-1 0,1 1-1,0 0 1,3 10-48,-2-11 18,0-9-16,-1 0 1,1 0 0,-1 0 0,1 0 0,0 0 0,0 0 0,0 0-1,1 0 1,-1-1 0,0 1 0,1 0 0,0 0-3,4 6 1,0-1-1,1 1 1,0-1 0,0 0-1,0-1 1,1 1 0,0-2 0,1 1-1,-1-1 1,1 0 0,1-1-1,1 1-24,-7-4-38,1 0 1,-1 0 0,0 0 0,1-1 0,0 0 0,-1 0 0,1 0 0,0 0 61,6 1-319,0 0 0,0-1 0,0 0 0,0-1 0,0 0 0,0 0 0,0-1 0,0-1 0,-1 0 0,1 0 1,0-1-1,-1 0 0,1-1 0,-1 0 0,0-1 0,8-5 319,-7 2-361,0-1 1,-1-1-1,0 1 0,0-2 1,-1 1-1,0-2 361,28-30-5733</inkml:trace>
  <inkml:trace contextRef="#ctx0" brushRef="#br0" timeOffset="334.248">488 546 6552,'0'5'1168,"43"188"2913,-37-168-3793,5 19 273,-3 1 1,-1 0-1,-2 1 0,-1 37-561,-5-77 104,-1 19 97,2-25-199,0 1 1,0-1 0,-1 1-1,1-1 1,0 0-1,0 1 1,0-1-1,-1 0 1,1 1-1,0-1 1,0 0 0,-1 0-1,1 1 1,0-1-1,0 0 1,-1 0-1,1 1 1,0-1 0,-1 0-1,1 0 1,0 0-1,-1 1 1,1-1-1,-1 0 1,1 0-1,0 0 1,-1 0 0,1 0-1,-1 0 1,1 0-1,0 0 1,-1 0-1,1 0 1,0 0-1,-1 0 1,1 0 0,-1 0-1,1-1 1,0 1-1,-1 0 1,1 0-1,0 0 1,-1 0-1,1-1 1,0 1 0,-1 0-1,1 0 1,0-1-1,0 1 1,-1 0-1,1-1 1,0 1-1,0 0 1,-1 0 0,1-1-3,-3-3 14,-1 0 1,1 0-1,0 0 1,1 0-1,-1-1 1,1 1-1,-1-1 1,2 0-1,-1 0 1,0 1 0,1-1-1,-1-5-14,-9-66 109,10 66-106,-9-147 59,8 0 0,7-20-62,-3 141 1,1 0 0,2 1 0,9-34-1,-10 54 12,0 0 1,1 0-1,1 0 1,1 1-1,0 0 0,0 0 1,1 1-1,1 0 0,0 0 1,4-2-13,-12 14 9,0-1 0,1 1 0,-1 0 0,0 0 1,0 0-1,1 0 0,-1 0 0,0 0 0,1 0 0,-1 1 0,1-1 0,-1 1 1,1-1-1,-1 1 0,1-1 0,0 1 0,-1 0 0,1 0 0,-1-1 1,1 1-1,0 0 0,-1 1 0,1-1 0,0 0 0,-1 0 0,1 1 1,-1-1-1,1 1 0,-1-1 0,1 1 0,-1 0 0,1 0 0,-1-1 0,1 1 1,-1 0-1,0 0 0,0 1 0,1-1 0,-1 0 0,0 0 0,0 0 1,0 1-1,0 0-9,6 7 113,-1 0 1,1 0-1,-2 1 0,1 0 1,3 10-114,-2-5 48,-4-9 5,0 1-1,0-1 1,-1 1 0,0-1-1,0 1 1,0 6-53,5 25 224,-1 1 0,-2-1 1,-2 1-1,-2 3-224,-1-24 50,-7 40 321,-12 28 67,17-79-363,1 0 0,-1-1-1,-1 1 1,1 0 0,-1-1 0,0 0 0,-1 0 0,1 0 0,-1-1-1,-5 5-74,2-1 57,-3 0 156,0-4-149,-1-1 0,1-1-1,0 0 1,-9 1-64,16-4-4,1 0 0,0 0 0,-1-1 1,1 1-1,0-1 0,0 0 0,-1 0 0,1-1 0,0 1 0,0 0 0,0-1 1,0 0-1,1 0 0,-1 0 0,0 0 0,1 0 0,0 0 0,-1-1 0,0-1 4,0 1-57,-5-8-521,5 3 485,0-1-1,0 1 1,1 0 0,-1-8 93,-12-51-3100,2 15-5148,31 122 6224</inkml:trace>
  <inkml:trace contextRef="#ctx0" brushRef="#br0" timeOffset="759.194">1130 0 11208,'0'0'1489,"0"0"-53,0 0-233,-10 1-250,-6 0-576,1 1 1,0 0 0,-1 1-1,-8 3-377,7 1 155,1 0 0,0 0 0,0 2 0,-13 8-155,27-15 4,0 0 0,0 0-1,-1 1 1,2-1-1,-1 1 1,0-1-1,0 1 1,1 0-1,-1 0 1,1-1-1,0 1 1,0 0-1,0 0 1,0 0 0,0 3-4,0-2 4,1-1-1,1 0 1,-1 0-1,0 0 1,1 1-1,-1-1 1,1 0-1,0 0 1,0 0-1,0 0 1,1 0-1,-1-1 1,1 1-1,0 0 1,-1-1-1,1 1 1,0-1-1,0 1 1,1-1-1,-1 0-3,0 0 3,12 14 6,1-2-1,1 0 0,0 0 1,1-2-1,0 0 1,1-1-1,5 2-8,0 1 4,0 0 51,-1 1 0,-1 1 0,0 1-1,-1 0 1,16 19-55,-35-33 33,1 0-1,-1 0 0,0 0 0,1 0 1,-1 0-1,-1 1 0,1-1 0,0 0 0,-1 0 1,0 1-1,0-1 0,0 0 0,0 0 0,0 1 1,-1-1-1,1 0 0,-1 0 0,0 3-32,0-3 40,-1 4 5,0-1-1,0 0 0,-1 0 0,0 0 0,0 0 0,0-1 0,-1 1 1,0-1-1,0 0 0,0 0 0,-1 0 0,-1 1-44,0 1 38,3-4-16,1 0 0,0-1 0,-1 1 0,1 0 0,-1-1 0,0 0 0,0 0 0,0 0 0,0 0 0,0 0 0,0 0 0,0-1 0,-2 1-22,-9 4 41,1 2-21,7-5-16,0 0-1,-1 0 1,1 0 0,-1-1 0,1 0 0,-7 1-4,-3 1-96,-1 0 1,1-1-1,-1-1 1,0-1 0,1 0-1,-1-1 1,-9-2 95,11-3 53,-24-6-3108,-2 2-5994,96 21 6823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09.1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421 130 9144,'0'0'1584,"0"0"-27,0 0-106,0 0-91,-6 0-256,-25 1-657,-1 1 1,0 2 0,1 1 0,0 1 0,0 1 0,1 2 0,0 2 0,-2 1-448,23-8 67,1 0-1,0 0 1,0 0-1,0 1 0,0 1 1,1-1-1,-1 1 1,2 1-1,-1-1 0,-1 2-66,8-5 6,0 0-1,-1 0 0,1-1 0,0 1 0,0 0 1,1 0-1,-1 0 0,1-1 0,-1 1 0,1 0 1,0 0-1,0-1 0,0 1 0,0-1 1,0 1-1,1-1 0,0 2-5,-1-2 5,0 0-2,0 0 0,0 0 0,0-1 0,0 1 0,1 0 0,-1 0 1,0-1-1,1 1 0,-1 0 0,1-1 0,0 0 0,-1 1 0,1-1 0,0 0 0,2 1-3,5 4 7,39 26 46,99 55 90,-88-46-110,-48-32-17,0 0-1,-1 1 0,0 0 0,-1 0 1,0 1-1,0 0 0,-2 1 0,1 0 1,4 10-16,-11-18 12,0-1 0,-1 0 0,0 1 0,1-1 0,-1 1 0,0-1 0,-1 0 0,1 1 1,-1-1-1,1 0 0,-1 1 0,0-1 0,0 0 0,0 0 0,-1 0 0,0 2-12,0-1 17,-5 6 83,-4 0-74,-1-1-1,0-1 0,0 1 0,-1-2 0,0 0 0,0-1 1,-1 0-1,1-1 0,-1 0 0,-1-1 0,1-1 0,0 0 1,-1-1-1,0 0 0,1-2 0,-3 0-25,-33 0 13,40 0-56,0-1 0,0 0 0,0-1 0,0 0 0,-7-3 43,12 3-76,1 1 1,0-1-1,0 0 0,1 0 0,-1-1 1,0 1-1,1-1 0,-1 0 0,1 0 1,0 0-1,0 0 0,0 0 0,-1-2 76,-6-5-3036,-11-10-6347,49 46 7083</inkml:trace>
  <inkml:trace contextRef="#ctx0" brushRef="#br0" timeOffset="341.527">628 1 10936,'0'0'1328,"0"0"-39,1 4-153,10 73 1587,16 53-2723,-18-85-75,7 32 203,-9-39-72,-1-1-617,1 0 0,9 22 561,9-12-3562,-13-25-3083,-27-51 5029</inkml:trace>
  <inkml:trace contextRef="#ctx0" brushRef="#br0" timeOffset="666.943">513 335 12016,'0'0'1393,"0"0"-78,0 0-335,5-2-234,150-93-956,-139 85 111,-9 6-206,0 0 0,0 1 0,1-1 1,-1 2-1,5-2 305,125-33-3277,-74 20-2506,-147 40 4354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06.6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383 81 7800,'0'0'1393,"0"0"-61,0 0-264,0 0-84,0 0-89,0 0-85,0 0-244,-9 0-146,-163-11 1085,165 11-1438,0 1 0,0 0 0,0 0-1,0 0 1,0 1 0,0 0 0,0 1 0,0 0 0,1 0 0,-1 0 0,1 0 0,0 1 0,0 0-1,0 1 1,1-1 0,-1 1 0,0 2-67,0-1 39,1 1 0,0-1 0,0 1 0,0 1 0,1-1 0,0 1 0,1-1 0,0 1 0,-2 8-39,0-3 49,-1 2 49,1 1 0,0 1 0,2-1-1,0 1 1,0-1 0,1 12-98,0-6 33,-1 0 9,1 0 0,2 0 1,0 1-1,1-1 0,2 4-42,-1-3 20,0-8 7,0 0 0,0-1-1,2 1 1,-1-1 0,2 1 0,0-1 0,6 10-27,-4-7 16,-2-7 0,0 1 0,0-1 0,1-1 0,0 1 1,0-1-1,1 0 0,1-1 0,-1 0 0,3 2-16,1 0 12,4 3 41,0-5-52,0-1 0,0-1-1,0 0 1,1-1-1,0-1 1,0 0 0,0-1-1,0-1 1,3 0-1,-4-1-37,-10-1-34,0 0-1,0 0 1,0 0 0,0-1 0,-1 0 0,1 0 0,0 0 0,0 0-1,2-2 72,37-16-319,22-13-2813,-16 10-5100,-117 51 6212</inkml:trace>
  <inkml:trace contextRef="#ctx0" brushRef="#br0" timeOffset="422.443">701 1 6904,'0'0'1392,"0"0"-43,0 0-170,0 0-91,0 0-192,0 5-190,12 45 728,1 0 0,16 36-1434,-18-54 85,49 138 1095,20 82-508,-43-153-2452,-20-54-7983,-28-74 7891</inkml:trace>
  <inkml:trace contextRef="#ctx0" brushRef="#br0" timeOffset="912.383">1102 646 9592,'0'0'1544,"0"0"-71,0 0-281,0 0-144,0 0-312,9-7-184,5-3-476,44-34 478,1-4-554,-41 33 80,-1-1-1,0 0 0,-2-1 0,0-1 0,-1-1 0,0 0 1,-2 0-1,3-8-79,-12 22 3,-1-1 0,0 0 1,0 1-1,0-1 0,-1 0 1,1 0-1,-1 0 0,-1 0 1,1 0-1,-1 0 0,0 0 1,-1 0-1,0 0 0,1 0 1,-2 0-1,0-3-3,-8-8 1,-3 5-1,-6 7 0,14 5 0,-1 0-1,1 1 1,0-1-1,-1 1 0,1 0 1,-1 0-1,1 1 1,0-1-1,0 1 0,0 0 1,0 1-1,0-1 0,-2 3 1,-21 15 2,15-7 31,1 0 0,1 2-1,0-1 1,0 1 0,2 1 0,-5 10-33,8-14 55,1-1 0,1 1-1,0 0 1,0 0 0,1 1 0,1-1 0,0 1-1,0-1 1,1 1 0,1 0 0,1 0-55,0 6 53,1 0 0,1 0-1,1-1 1,1 0 0,0 0 0,5 9-53,-6-16 16,-3-8-15,1 0 0,-1 0 1,0 0-1,1 0 1,-1-1-1,1 1 0,0 0 1,0-1-1,0 0 0,0 1 1,1-1-1,-1 0 0,1 0-1,8 8-92,0-1-1,0-1 1,1 0-1,1-1 1,-1 0-1,1-1 1,0 0-1,3 0 93,-5-2-97,-7-3-19,-1 0 0,0 0 0,1 0 0,-1-1 0,1 1 1,-1-1-1,1 0 0,-1 0 0,1 0 0,-1 0 1,1-1 114,98-18-3285,-56 11-3606,-108 18 5183</inkml:trace>
  <inkml:trace contextRef="#ctx0" brushRef="#br0" timeOffset="1416.321">1736 301 6552,'0'0'1080,"0"0"25,0 0 103,0 0-16,0 0-184,0 0-109,-2 5-270,-69 157 934,67-150-1442,0 1 1,1-1 0,1 0 0,-1 1 0,2 0 0,0 7-122,-1-3 33,2-9-22,-1 0 0,1 1 1,1-1-1,0 1 1,0-1-1,0 0 1,1 1-1,0-1 1,2 3-12,0 0 22,-3-7 0,1 1 1,-1-1-1,1 0 0,0-1 1,1 1-1,-1 0 0,1-1 1,0 1-1,-1-1 1,2 0-1,-1 0 0,0 0 1,1 0-1,2 1-22,-1 1 14,-4-4-13,0 0 1,1 0 0,-1-1-1,0 1 1,0 0 0,1 0-1,-1-1 1,0 1 0,1-1-1,-1 1 1,1-1 0,-1 1 0,1-1-1,-1 0 1,0 0 0,1 0-1,-1 0 1,1 0 0,-1 0-1,1 0 1,-1 0-2,5-1 4,-3 1-3,0 0-1,0-1 1,0 1-1,0-1 1,0 0-1,1 0 1,-1 0-1,-1 0 1,3-2-2,4-3 1,0-1 0,-1 0-1,1 0 1,-2 0-1,1-1 1,-1-1 0,0 0 0,-5 6-2,1 1 0,-1-1 0,1 0-1,-1 0 1,0 0-1,0-1 1,0 1-1,0-1 1,-1 1-1,1-1 1,-1 1-1,0-1 1,0-1 2,3-10-4,2 0-5,-3 8-15,-1 1 0,0 0-1,0-1 1,-1 0 0,0 1 0,0-1 0,0 0 24,2-36-150,-2 0 1,-2 1 0,-4-34 149,1 32-7,4 44 99,1 5 215,19 53 484,1 0 1,7 7-792,44 83 1004,-47-103-922,2 0 0,17 20-82,-43-65-40,0 1 0,-1-1-1,1 1 1,0-1-1,0 0 1,-1 1 0,1-1-1,0 0 1,0 1-1,0-1 1,-1 0 0,1 0-1,0 0 1,0 0 0,0 0-1,0 0 1,-1 0-1,1 0 1,0 0 0,0 0-1,0-1 1,-1 1-1,1 0 1,0 0 0,0-1-1,0 1 1,-1 0-1,1-1 1,0 1 0,-1-1-1,1 1 1,0-1-1,-1 0 1,1 1 0,-1-1-1,1 1 1,-1-1 40,17-9-2809,2 3-4933,-44 16 5844</inkml:trace>
  <inkml:trace contextRef="#ctx0" brushRef="#br0" timeOffset="1768.637">2268 444 2608,'0'0'2048,"0"0"-111,0 0-442,3 6-342,82 174 5351,-85-211-4660,-6-20-943,2 0 0,3-16-901,0 50 49,3-29 264,2 20-226,1 1 0,1 0 0,1 0-1,1 1 1,4-5-87,15-16 12,-24 40-23,1 0-1,0 1 1,0-1 0,1 1-1,-1 0 1,1 0-1,0 1 1,3-3 11,32-23-3031,-4 1-6242,-84 66 6997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14.2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10936,'0'0'0,"0"0"832,0 0-832,0 0 840,0 0-840,0 0-888,13 12 888,-1-7-888,4 5 888,-16-10 8,0 0-8,18 9 8,5-2-8,19 9-7664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19.1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38 9328,'0'0'0,"0"0"568,0 0-568,-16-7 576,-12-5-576,28 12-624,0 0 624,-43-18-6896,86 36 6896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24.7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104 0 12912,'0'0'1937,"0"0"-91,0 0-380,-3 4-321,-13 24-665,2 1 1,0 0-1,2 1 0,-5 20-480,11-31-6,3-11-93,0 1 1,1 0-1,1-1 1,-1 1 0,1 3 98,-3 50-268,1 0-3016,0-5-5964,7-133 6975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25.1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12824,'0'0'0,"0"0"1568,0 0-1568,0 0 1576,36 5-1576,-36-5 927,0 0-927,30 18 928,9 6-928,-39-24-48,0 0 48,37 39-40,-1 14 40,-36-53-840,0 0 840,74 92-11975,-148-184 11975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23.1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20 13272,'0'0'1977,"0"0"-64,0 4-274,-1 57 363,3 102-76,21 62-1168,-11-141-580,-5-51-173,-1-10-348,-2 0-1,0 0 0,-2 1 0,0-1 0,-2 17 344,0-38-1038,3-9-28,2-1-4529,-3 5-795,-7 10 4232</inkml:trace>
  <inkml:trace contextRef="#ctx0" brushRef="#br0" timeOffset="332.648">23 405 11384,'2'-1'1376,"53"-12"2533,18-9-3909,69-29-4383,-103 37-1955,-91 33 4798</inkml:trace>
  <inkml:trace contextRef="#ctx0" brushRef="#br0" timeOffset="685.421">356 1 11832,'0'0'1472,"0"0"-51,-1 8-202,-11 116 724,-5 124-697,15-217-1212,1 47 240,5-17-292,2-1 1,3-1 0,4 5 17,-12-61-90,-1 0-1,1 0 1,0-1 0,0 1 0,0 0 0,0-1-1,0 1 1,0-1 0,1 1 0,-1-1 0,1 0-1,0 0 1,0 0 0,0 1 0,2 0 90,21 25-3080,-6-1-4815,-45-63 5962</inkml:trace>
  <inkml:trace contextRef="#ctx0" brushRef="#br0" timeOffset="1019.119">796 84 12464,'0'0'1665,"0"0"-50,0 0-224,-4 4-277,-7 9-682,1 0 0,0 0 0,1 1 0,1 0 0,-6 13-432,3-7 65,3-5 55,1 1 1,0 1-1,1-1 0,1 1 0,0 0 1,-1 14-121,2-10 55,-2 5 66,1 0 1,2 0-1,0 0 0,2 9-121,0-13 39,1-10-3,0-1-1,0 0 0,1 0 1,1 0-1,0 0 0,0 0 1,1 0-1,1-1 0,-1 1 1,2 1-36,0 0 18,5 6 42,-4-9-21,1-1 0,0 1 0,1-2 0,-1 1 0,2-1 0,-1 0 0,1-1 0,0 0 0,0 0 0,0-1 0,1 0 0,2 0-39,26 1 52,-36-6-43,1 1-1,-1-1 0,0 0 0,1 0 1,-1 0-1,0-1 0,0 1 1,1 0-1,-1-1 0,0 1 0,0-1 1,0 0-1,0 0 0,1 0 0,-1 0 1,0 0-1,-1 0-8,8-4 19,24-13 11,-22 7 36,-5 1-45,1 0 0,-2-1-1,0 0 1,0 0-1,-1 0 1,0-1 0,-1 0-1,-1 1 1,1-1-1,-2 0 1,1-6-21,-7-43 13,-11-4-13,-10-2 0,9 34-22,-2 1 0,-2 0 0,0 2 0,-15-16 22,-8 0-370,-15-18-1308,55 54-305,2 2-9105,5 16 8824</inkml:trace>
  <inkml:trace contextRef="#ctx0" brushRef="#br0" timeOffset="1364.09">1128 265 12728,'0'0'1609,"0"0"-49,0 0-218,0 8-268,2 39 94,19 132 494,-12-108-1286,14 63 514,-23-133-880,0 0 0,0-1 1,0 1-1,0 0 1,0-1-1,1 1 0,-1 0 1,0 0-1,0-1 1,1 1-1,-1 0 0,0-1 1,1 1-1,-1 0 1,0-1-1,1 1 0,-1-1 1,1 1-1,-1-1 0,1 1 1,0-1-1,0 1-10,8-8 195,7-28 30,-4 1-141,2-8 54,17-35-138,-27 68 29,1 0-1,-1 1 1,1-1-1,1 1 1,-1 0 0,1 1-1,1 0 1,-1 0 0,1 0-1,0 0 1,5-1-29,-10 7 9,0 0 0,0 1 0,0-1 0,1 1 0,-1 0 0,0 0 0,1 0 0,-1 0 0,0 0 0,0 0 0,1 1 0,-1-1 0,0 1 0,0 0-1,1-1 1,-1 1 0,0 0 0,0 0 0,0 0 0,0 1 0,0-1 0,1 1-9,80 55 148,-25-16-32,14 4-116,8-5 114,-71-36-96,0-1 1,0 0-1,0-1 1,0 0-1,0 0 0,1-1 1,0 0-19,-7-1 28,0 1-1,-1-1 1,1-1 0,0 1 0,-1 0-1,1-1 1,-1 1 0,1-1 0,0 0-1,-1 1 1,1-1 0,-1-1-1,0 1 1,1 0 0,-1-1 0,0 1-1,0-1 1,0 1 0,0-1 0,0 0-1,0 0 1,0 0 0,-1 0 0,1 0-1,-1 0 1,1-1 0,-1 1-1,0-1 1,0 1 0,0 0 0,0-1-1,0 0 1,-1 0-28,2-8 101,0 1 1,-1-1-1,-1 1 0,1-1 0,-2 0 1,0 1-1,0-1 0,-1-2-101,-6-37 253,-6-34-74,2-30-179,11 98-193,-3-75-383,11 16-4288,-2 45-6389,-11 70 8476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21.5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609 0 13720,'0'0'1665,"0"8"-273,3 39 102,4 102 500,6 127-830,-4-165-1136,14 86-502,-21-171 215,6 39-830,-3-17-3166,-3-27-3820,-5-49 6106</inkml:trace>
  <inkml:trace contextRef="#ctx0" brushRef="#br0" timeOffset="567.339">0 602 10672,'29'0'4360,"56"-28"-2943,-1-5 1,40-22-1418,-27 3 76,140-95-42,-208 128-38,40-31-226,-61 44 200,60-52-250,-60 50 223,0-1-1,0 0 1,0 0-1,-1-1 0,-1 0 1,0 0-1,2-4 58,-13 29 238,1 1-1,1 0 0,1 0 1,-1 8-238,-6 83 834,9-103-805,-3 20 36,0 37 506,13 154 868,0-141-1028,-6-51-217,1 1 0,2-1 0,0-1 0,1 0 0,1 1-194,-8-22 22,-1 0 0,1 0 0,-1 0-1,1-1 1,0 1 0,-1 0 0,1 0 0,0-1-1,0 1 1,0 0 0,-1-1 0,1 1 0,0-1-1,0 1 1,0-1 0,0 1 0,0-1-1,0 0 1,0 0 0,0 1 0,0-1 0,0 0-1,0 0 1,0 0 0,0 0 0,0 0 0,0 0-1,0 0 1,0-1 0,0 1 0,0 0-1,0 0 1,0-1 0,0 1 0,0-1 0,0 1-1,0-1 1,0 1 0,0-1 0,-1 1-1,2-2-21,29-25 231,-30 25-244,5-4 28,-1 0 1,-1 0-1,1-1 1,-1 0-1,0 0 0,-1 0 1,0 0-1,2-4-15,0-1 34,22-46 366,-15 32-362,1 0 0,1 1 0,2-1-38,-7 12 11,-7 10 13,1 0 1,0 0-1,0 0 1,0 0 0,1 1-1,-1-1 1,1 1 0,2-2-25,51-36 233,-54 40-217,0 0 0,0 1 0,0-1 1,0 0-1,0 1 0,0 0 0,0-1 0,-1 1 0,1 0 1,0 1-1,0-1 0,0 0 0,0 1 0,0 0 0,0-1 1,0 1-1,0 1 0,-1-1 0,3 1-16,-2-1 32,1 2 3,0-1 1,0 1 0,0 0 0,0 0-1,-1 0 1,1 0 0,-1 0 0,0 1-1,0 0 1,0-1 0,-1 1 0,1 0-1,-1 0 1,2 5-36,-1-4 32,12 21 106,-2 0 1,-1 1-1,-1 0 1,-1 1 0,-1 0-1,0 7-138,-1-5 6,-8-29-27,0 0 1,0 0-1,0 0 0,1 0 1,-1 0-1,0 1 0,1-1 1,-1 0-1,1 0 0,-1-1 1,1 1-1,0 0 0,-1 0 1,1 0-1,0 0 0,0 0 1,-1-1-1,1 1 0,0 0 1,0-1-1,0 1 0,0 0 1,0-1-1,0 1 0,0-1 1,0 0-1,1 1 21,1-1-239,0 0 0,0-1 0,0 1 0,-1-1 0,1 1 0,0-1 0,0 0 0,-1 0 0,2-1 239,9-3-2500,5-1-8907,-41 14 8593</inkml:trace>
  <inkml:trace contextRef="#ctx0" brushRef="#br0" timeOffset="920.139">1705 599 13272,'0'0'1841,"0"0"-60,3-3-260,26-50 1888,6-21-3409,-28 59-31,-2 5 118,-1 1 1,-1-1-1,0 0 0,0-1 1,-1 1-1,0 0 1,-1-2-88,1 0 26,-2 10-21,1 0 0,-1-1 0,0 1-1,0 0 1,0-1 0,0 1-1,0 0 1,0-1 0,0 1 0,-1 0-1,1-1 1,-1 1 0,0 0 0,0 0-1,0 0 1,0-1-5,-2-5 11,-14-27 0,13 31-11,0-1 0,1 1 1,-2-1-1,1 1 0,0 1 1,-1-1-1,1 0 0,-5-1 0,-1 3-20,-4 3 12,1 2-1,0 0 0,0 0 1,-5 3 8,12-3-10,0 0 0,0 0 0,0 1 0,1 0 1,-1-1-1,1 2 0,0-1 0,1 1 0,-1 0 0,1 0 1,0 0-1,-1 1 10,-1 2-13,-3 7-52,1 12 31,1 0 0,0 14 34,6-37 4,1 1 1,-1-1 0,1 1 0,0-1-1,0 1 1,0-1 0,1 1-1,-1-1 1,1 1 0,0-1 0,1 3-5,3 10 8,10 37 50,-6-33 202,5 1-90,1-1-1,0 0 0,2-1 1,0 0-1,20 15-169,-24-26 47,0 0 0,1-1 0,0-1 0,0 0 0,8 2-47,-15-6-23,0-1-1,0 0 0,0 0 0,1 0 1,-1-1-1,1 0 0,-1 0 1,1-1-1,-1 0 0,1 0 0,0-1 1,1 0 23,6-1-3424,16-1-7472,-73 6 8219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20.2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270 87 13360,'0'0'1944,"0"0"-93,3 6-367,97 204 1447,-91-195-2840,0 0 0,2 0 0,0 0 0,1-2 0,1 2-91,1 0 18,-5-5-10,0 0-1,1 0 1,0-1-1,1 0 1,0-1-1,4 2-7,-8-5 3,-3-2 0,0-1 0,1 0 0,-1 0 0,0 0 0,1 0 0,0-1 0,-1 0 0,1 0 0,0 0 0,-1 0 0,1-1 0,0 0 0,0 0 0,2 0-3,-1 0 0,-2-1-4,1 1 1,-1-1-1,0 0 1,0-1 0,0 1-1,0 0 1,0-1 0,0 0-1,-1 0 1,1 0-1,0-1 1,-1 1 0,0-1-1,1 0 1,1-2 3,-1 1-29,2-1-22,-1 0 1,0-1-1,-1 0 0,1 0 1,-1 0-1,0 0 1,-1-1-1,1 1 1,-1-1-1,-1 0 1,1-3 50,1 0-51,1-1-16,-2 0 1,1 1-1,-1-1 0,-1 0 1,0-1-1,-1 1 0,0 0 0,0-3 67,-1 1-46,1-7-74,-1 1 1,0-1-1,-2 1 1,-1-4 119,0 2-33,1 3-19,-1 1-1,-1-1 0,0 1 1,-1 0-1,-1 1 0,-3-4 53,8 15-9,-8 24-4,1 20 11,7 19 2,8 16 2,8 7 3,9 10-2,42 121 7,-35-112 25,-21-62-30,17 59 13,-20-61 50,-4 23 38,-3 39-106,-7-70 102,-6 1-49,-2-1 0,-2 0 1,-6 8-54,3-17 168,-11 2-52,0-3 1,-32 14-117,35-23 133,-121 10 41,118-20-108,-116-24 16,144 24-81,0 1-1,0-1 1,0 0 0,0 0 0,1 0 0,-1 0 0,0-1 0,1 1 0,-1-1-1,-38-25-22,1-2 0,-2-3 22,40 30-33,0 0 0,-1 0 1,1-1-1,0 1 1,0 0-1,1-1 1,-1 1-1,0-1 0,0-1 33,-24-47-250,3-1-1,0-3 251,3 6-2941,-24-47-6584,102 224 7181</inkml:trace>
  <inkml:trace contextRef="#ctx0" brushRef="#br0" timeOffset="380.459">1065 68 11480,'0'0'1472,"0"0"-54,0 0-211,-1 7-242,-1-1-816,1-3-90,1-1 0,-1 0 0,1 1 0,-1-1 0,1 1 0,0-1-1,0 0 1,0 1 0,0-1 0,1 1 0,-1-1 0,1 0 0,-1 1-59,4 19 233,1 0 0,1-1 1,0 1-1,2-1 0,6 12-233,-9-21 30,-3-9-19,-1 0 0,0 0 0,1 0-1,0 0 1,0 0 0,0 0-1,0-1 1,0 1 0,0-1 0,1 1-1,-1-1 1,1 0 0,1 1-11,5 4 29,1 0-1,0-1 1,1 0 0,-1-1 0,1 0 0,0 0-1,1-1 1,-1-1 0,1 0 0,4 0-29,-5-1 15,-8-2-5,0 1 0,-1-1-1,1 0 1,0 0 0,0 0-1,-1 0 1,1 0 0,0 0-1,0-1 1,-1 0-1,1 1 1,0-1 0,-1 0-1,2-1-9,4-1 19,0-1-1,0 0 0,-1 0 0,0-1 0,0 0 0,0 0 0,0-1 0,-1 1 0,0-1 0,0-1 0,-1 1 1,1-1-1,-2 0 0,2-3-18,-2 1 24,0-1 1,-2 0-1,1-1 1,-1 1-1,0 0 1,-1-1-1,-1 1 1,1-1-1,-2 1 1,1 0-1,-2-4-24,1 9 10,-1-1-1,0 1 0,0-1 1,0 1-1,-1 0 1,1 0-1,-1 0 1,-1 0-1,1 1 1,-1-1-1,1 1 1,-1 0-1,-4-3-9,2 1 6,5 3-2,-1 1-1,0 0 0,0 0 1,0 0-1,0 0 1,0 1-1,0-1 0,-1 0 1,1 1-1,-1-1 0,1 1 1,-3-1-4,-4-2 6,-28-9 1,32 12-4,0 0 0,0 0 1,0 0-1,-1 1 0,1 0 0,0 0 1,-1 0-1,1 0 0,0 1 1,-1 0-1,1 0-3,-13 5-1356,1 1 0,0 1 0,-4 2 1356,21-10-67,-28 14-8373,65-32 6386</inkml:trace>
  <inkml:trace contextRef="#ctx0" brushRef="#br0" timeOffset="760.345">1536 170 12280,'0'0'1696,"2"8"-283,33 102 1500,-33-104-2759,1 0 0,0 0-1,1-1 1,-1 1 0,1-1 0,1 0-1,-1 0 1,1 0 0,-1 0 0,5 2-154,0 1 86,-8-6-62,1 0 1,1-1-1,-1 1 0,0-1 0,0 1 1,1-1-1,-1 0 0,0 0 0,1 0 1,-1 0-1,1 0 0,0 0 0,-1-1 1,1 1-1,0-1 0,-1 0 0,1 0 1,0 0-1,-1 0 0,1 0 0,0-1-24,1 1 26,-4 0-22,0 0 0,1 0 0,-1 0 0,1 0 0,-1 0 1,1 0-1,-1 0 0,0 0 0,1 0 0,-1-1 0,1 1 1,-1 0-1,0 0 0,1 0 0,-1-1 0,0 1 0,1 0 0,-1 0 1,0-1-1,1 1 0,-1 0 0,0-1 0,1 1 0,-1 0 1,0-1-1,0 0-4,22-27 33,-2-2 0,-2 0 0,0-1 1,-2-1-1,3-12-33,10-19 30,-5 15-28,9-8 17,-33 55-15,1 1 1,-1-1-1,0 1 0,1 0 1,-1-1-1,0 1 0,1 0 1,-1 0-1,0-1 0,1 1 0,-1 0 1,1 0-1,-1-1 0,0 1 1,1 0-1,-1 0 0,1 0 1,-1 0-1,1 0 0,-1 0 1,1 0-1,-1 0 0,1 0 0,-1 0 1,1 0-1,-1 0 0,0 0 1,1 0-1,-1 0 0,1 0 1,-1 0-1,1 0 0,-1 1 1,0-1-1,1 0 0,-1 0 1,1 1-1,-1-1 0,0 0 0,1 1 1,-1-1-1,0 0 0,1 1 1,-1-1-5,15 20 287,2 23 555,9 40-842,-16-50 42,-6-24 17,-1 0-1,1 0 0,1 0 1,-1-1-1,2 0 1,-1 0-1,1 0 0,0 0-58,3 3 15,-5-5-22,1 0 0,0 0 0,1-1 0,-1 0 0,1 0 1,0 0-1,1 0 0,1 0 7,1 2-99,-5-6 22,-1 1-1,0-1 1,0 0-1,1 0 0,-1 0 1,0 0-1,1 0 1,-1-1-1,1 1 1,-1-1-1,1 0 0,-1 0 1,1-1-1,-1 1 1,1-1-1,-1 1 1,0-1-1,1 0 0,0 0 78,0-1-118,29-3-5888,-14 6 1365,-16 0 2702,-52 1-430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18.4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400 170 10040,'0'0'1993,"-5"-7"-328,0-3-1282,-3-5 316,-1 1 0,0 0 0,0 0 0,-2 1 0,0 0-1,0 0 1,-1 1 0,0 1 0,-1 0 0,-8-5-699,17 15 51,1 0 0,0 0 1,-1 0-1,1 0 0,-1 0 0,1 1 1,-1-1-1,1 1 0,-1 0 0,1 0 1,-1 1-1,1-1 0,-1 1 0,1-1 1,-1 1-52,-1 0 36,2 0-23,1-1 0,0 0 0,-1 1 0,1 0 0,-1 0 0,1 0-1,0 0 1,0 0 0,-1 0 0,1 0 0,0 1 0,0-1 0,0 1-1,-1 1-12,-7 4 27,-24 18 12,21-12 47,-1 9-59,1 1 1,0 0-1,2 0 0,1 1 0,0 0 0,2 2-27,-3 39 7,10-55-7,1 1-1,1-1 1,-1 1 0,2-1 0,-1 1 0,1-1 0,1 0 0,0 0 0,1 0 0,-1 0 0,2-1 0,-1 1-1,2-1 1,4 7 0,25 18 0,-30-31 0,0 1-1,0-1 0,0-1 0,0 1 0,1-1 1,-1 0-1,1 0 0,-1 0 0,1-1 1,0 0-1,0 0 0,-1 0 0,1-1 1,0 0-1,0 0 0,0 0 0,0-1 0,-1 0 1,3-1 0,-1 0-2,1-1 0,-1 0 0,0-1 0,0 1 0,0-2 0,0 1 0,-1-1 0,6-4 2,17-22-2,-3-6 2,-4-5 0,-5-4 0,-7-2 2,-7 34-1,3-42 6,-4 33-2,0 13-4,-1 19-1,-1-6 0,7 48 0,-6-46 0,16 79 0,-3-16 0,1 7 0,6 40 30,-5 10-30,-13-101 3,-2-16 10,0 1 0,-1 0 1,0 0-1,0 0 0,0 0 0,-2 0-13,-3 35 125,-2-1 0,-3 1 0,-1-2 0,-8 17-125,16-50 38,-2 1 0,1-1 0,-2-1 0,1 1 0,-1-1 0,0 0 0,-1 0 0,0-1-38,-2 4 26,4-6-6,1 0 0,-1-1 0,-1 1 0,1-1 0,-1 0-1,0 0 1,1-1 0,-2 0 0,1 0 0,0 0 0,-1-1 0,0 0-20,-2 2 17,2-2-5,0 0 1,0 0-1,0 0 1,0-1-1,-1 0 1,1-1-1,0 0 1,-1 0-1,1 0 1,0-1-1,-3 0-12,0 0-1,-6-4-51,-63-41-127,66 30-428,0-9 318,1-2 0,1 0-1,-1-6 290,-2-3-3076,-14-31-7127,66 157 7687</inkml:trace>
  <inkml:trace contextRef="#ctx0" brushRef="#br0" timeOffset="367.871">687 124 10488,'0'0'1593,"0"0"-42,0 5-191,15 174 1945,-8-129-2974,-2-15-270,-1 0-1,-1 1 1,-3 14-61,0-47-465,3-8 3,59-111-4212,-41 77-2225,-49 91 5189</inkml:trace>
  <inkml:trace contextRef="#ctx0" brushRef="#br0" timeOffset="1040.154">969 142 11928,'0'0'1432,"0"0"-38,2 4-147,28 57 665,3-1 0,27 36-1912,-16-32 432,-11-18 108,3-1 1,2-2-541,-37-42 19,0 1 0,0-1 0,0 0 1,0 0-1,0 0 0,1 0 0,-1 0 0,0 0 0,0 0 0,1 0 0,-1 0 1,1-1-1,-1 1 0,1-1 0,-1 1 0,1-1 0,-1 1 0,1-1 1,-1 0-1,1 0 0,-1 0 0,1 0 0,0 0 0,-1 0 0,1 0 0,-1 0 1,1-1-1,-1 1 0,1 0 0,-1-1 0,1 0 0,-1 1 0,1-1 1,-1 0-1,0 0 0,1 0 0,-1 1 0,0-2 0,0 1 0,1 0 0,-1 0 1,0 0-1,0 0 0,0-1-19,4-5 68,-1 1 0,1-1 0,-1 0-1,0-1 1,-1 1 0,3-8-68,17-70 292,-11 31-268,-6 22 72,6-30-1065,11-28 969,-15 69 38,11-34-3387,-1-1-6792,-42 131 7643</inkml:trace>
  <inkml:trace contextRef="#ctx0" brushRef="#br0" timeOffset="1400.593">1737 290 13000,'0'0'1321,"2"-4"-216,7-17-508,-1 0-1,-1-1 1,-1 0 0,-1 0-1,0 0 1,-2-3-597,-3 25 2,0-1-1,1 1 0,-1-1 1,0 1-1,0-1 1,0 1-1,0-1 1,0 1-1,0-1 1,0 1-1,0-1 0,-1 1 1,1-1-1,0 1 1,0-1-1,0 1 1,0-1-1,-1 1 1,1 0-1,0-1 1,-1 1-1,1-1 0,0 1-1,-21-24 34,-14 0-28,28 21-6,0 0 0,1 1 0,-1 0 0,0 0-1,0 0 1,-1 1 0,-5 0 0,12 1 0,1 0 0,-1 0-1,1 0 1,-1 0 0,1 0 0,-1 0 0,1 0-1,-1 0 1,1 0 0,-1 0 0,1 0-1,-1 0 1,1 0 0,-1 1 0,1-1 0,-1 0-1,1 0 1,0 1 0,-1-1 0,1 0-1,-1 0 1,1 1 0,0-1 0,-1 1 0,-7 6 2,0 0 1,1 0 0,0 1 0,0 0-1,1 1 1,0-1 0,0 1 0,-2 7-3,-2 3 29,1 1 1,1 0-1,-1 7-29,6-17 69,1 0-1,0 0 0,1 0 1,0 0-1,1 0 0,0 0 1,0 0-1,1 1 1,1 4-69,0 1 50,-1-7-4,1 0-1,-1 1 1,2-1 0,-1 0 0,1 0 0,1 0 0,0 0-1,0-1 1,1 1 0,1 1-46,1 3 56,-5-9-8,-1-1 0,1 1-1,0 0 1,1-1-1,-1 1 1,1-1 0,-1 0-1,1 0 1,0 0-1,0 0 1,2 1-48,7 6 76,-1 2-24,-9-8-18,1-1 1,0 0-1,0 0 0,0-1 1,0 1-1,1-1 0,-1 1 1,1-1-1,-1 0 0,1 0 1,1 0-35,10 5 76,1 0 1,0-1-1,1-1 1,-1-1 0,1 0-1,0-1 1,15 1-77,-18-4 2,-9 1-16,0-1 0,0-1-1,0 1 1,0-1 0,0 0-1,0 0 1,-1 0 0,3-1 14,18-7-465,0-1 0,-1-1 0,-1-1 0,10-7 465,-17 8-22,27-18-2950,1 0-6091,-103 67 6827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15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29 252 6816,'0'0'1601,"0"0"-50,0 0-223,0 0-98,0 0-164,-2 10-213,-7 28-473,2 0 1,2 0-1,1 0 1,2 1-1,2 0 0,3 17-380,2-3 456,9 91 2262,-5 43-2718,-9-189 41,-1-50 296,3 1 0,2-1 0,2 0 0,8-27-337,-2 23 81,-2-1-1,0-30-80,10-62 110,-16 124-107,-1 8-1,0 0 1,1 1 0,1-2-3,-4 14 0,0 1 0,0 0 1,1-1-1,-1 1 0,1 0 1,0 0-1,0 0 0,0 0 1,0 0-1,1 1 0,-1-1 0,1 1 1,-1-1-1,1 1 0,0 0 1,2-2-1,-4 4 0,0 0 0,0 0 0,0-1 1,-1 1-1,1 0 0,0 0 0,0 0 0,0 0 1,0 0-1,0 0 0,0 0 0,-1 1 0,1-1 1,0 0-1,0 0 0,0 1 0,0-1 0,-1 0 1,1 1-1,0-1 0,0 1 0,-1-1 0,1 1 1,0-1-1,-1 1 0,1-1 0,-1 1 0,1 0 1,0-1-1,-1 1 0,0 0 0,1 0 1,-1-1-1,1 1 0,-1 0 0,0 0 0,1 0 0,11 34 5,-11-33-4,13 59 0,1 19-1,4 21 0,40 181 182,-27-104 334,-3-242-234,-5 12-230,-3-1 0,-2-2-1,3-22-51,27-75 1,-48 149-1,18-49-28,19-32 28,-30 69-15,0 1 0,1 0 1,0 0-1,1 1 0,0 1 0,1 0 0,0 0 1,2 1 14,-12 9-6,1 1 0,-1-1 0,1 1 0,0 0 0,0 0 0,0-1 0,0 1 0,0 0 0,0 1 0,0-1 0,0 0 0,0 1 1,0-1-1,1 1 0,-1 0 0,0-1 0,0 1 0,0 0 0,1 0 0,-1 1 0,0-1 0,2 1 6,-1 0-9,0 0 1,0 1-1,-1-1 0,1 1 1,0 0-1,-1 0 0,1 0 0,-1 0 1,1 0-1,-1 1 0,0-1 0,0 1 1,0-1-1,0 1 9,6 11-26,0 0-1,-1 1 1,-1 0 0,0 0 0,2 10 26,19 77-58,-12-44-251,2-1 1,13 24 308,-23-64-211,0-1 0,2 0 0,0-1 0,1 1 0,0-2 0,1 1 1,1-2-1,0 0 0,1 0 0,3 2 211,-12-12-203,1 1 0,0-1 0,0 0 0,0 0 1,0 0-1,1-1 0,-1 1 0,1-1 0,2 0 203,-6-1-84,1-1 1,-1 1-1,0-1 0,1 0 0,-1 0 1,0 0-1,1 0 0,-1-1 0,0 1 1,1-1-1,-1 1 0,0-1 0,0 0 0,1 0 1,-1 1-1,0-2 0,0 1 0,0 0 1,0 0-1,0-1 0,-1 1 0,1-1 1,0 1-1,0-2 84,13-14-1904,9-10-7329</inkml:trace>
  <inkml:trace contextRef="#ctx0" brushRef="#br0" timeOffset="477.302">1216 244 8432,'-78'66'3262,"69"-58"-3003,0 1 0,0 0 0,0 0-1,1 1 1,1 0 0,-1 0 0,2 1-1,0 0 1,0 0 0,1 1 0,-1 0-259,-7 22 414,2 1 0,1-1 1,0 9-415,8-32 88,0-1 1,0 1-1,2 0 1,-1 0 0,1 0-1,1 0 1,0 0 0,0 0-1,1 0 1,3 9-89,-3-16 30,-1 0 0,0 0 0,1 0-1,0 0 1,0-1 0,0 1 0,1-1 0,-1 1 0,1-1-1,0 0 1,0 0 0,0 0 0,0 0 0,0-1 0,1 1 0,-1-1-1,1 0 1,0 0 0,-1 0 0,1 0 0,0-1 0,0 0-1,0 0 1,0 0 0,0 0 0,1 0 0,-1-1 0,0 0-1,4 0-29,1 0 34,1-2-1,0 1 1,-1-1-1,1-1 1,-1 1-1,0-2 1,0 1-1,0-1 1,0-1-1,-1 1 0,1-2 1,-1 1-1,0-1 1,-1 0-1,0-1 1,0 1-1,6-9-33,6-7 71,-1-1 0,-1 0 0,-2-2 0,0 0 0,4-11-71,-16 30 17,-1-1 0,0 1 0,0 0 0,-1-1 0,0 1 0,0-1-1,0 1 1,-1-1 0,0 1 0,0-1 0,-1 0 0,0-3-17,-4-15 47,0 0 1,-7-15-48,5 14 54,-4-3 225,11 29-275,0 0-1,0 0 1,0 0 0,0 0 0,0 0 0,0 0 0,0 0 0,0 0 0,0 0 0,0-1 0,0 1 0,0 0 0,0 0 0,0 0 0,0 0 0,0 0 0,0 0 0,-1 0 0,1 0 0,0 0 0,0 0 0,0 0 0,0 0 0,0 0-1,0 0 1,0 0 0,0 0 0,0 0 0,0 0 0,0 0 0,-1 0 0,1 0 0,0 0 0,0 0 0,0 0 0,0 0 0,0 0 0,0 0 0,0 0 0,0 0 0,0 0 0,0 0 0,-1 0 0,1 0 0,0 0 0,0 0 0,0 0-1,0 0 1,0 0 0,0 0 0,0 0 0,0 0 0,0 1 0,0-1 0,0 0 0,0 0 0,0 0 0,0 0 0,0 0 0,0 0 0,0 0 0,0 0 0,0 0 0,0 0 0,0 0 0,0 1 0,0-1-4,-2 17 79,3 35 110,1 1-1,4-1 1,1 0-1,3 0 1,7 20-189,-12-58 20,1 0 1,0 0 0,0-1-1,1 1 1,1-1-1,1-1 1,-1 0 0,2 0-1,0-1 1,0 0-1,9 7-20,-18-18-21,1 1-1,-1 0 0,1 0 0,-1 0 1,1-1-1,-1 1 0,1-1 0,0 1 0,-1-1 1,1 0-1,0 1 0,-1-1 0,1 0 1,0 0-1,-1 0 0,1 0 0,0-1 1,0 1-1,-1 0 0,1-1 0,-1 1 1,1-1-1,0 0 0,-1 1 0,1-1 0,-1 0 1,1 0-1,-1 0 0,0 0 0,1 0 1,0-1 21,6-5-236,0-1 0,-1 0 1,0 0-1,5-7 236,-4 4-187,14-18-807,-1-1 0,-1 0 1,-2-2-1,-1-1 0,-2 0 0,3-12 994,11-27-8620</inkml:trace>
  <inkml:trace contextRef="#ctx0" brushRef="#br0" timeOffset="810.299">1795 1 10488,'-4'17'439,"-1"1"0,-1-1 0,0 0 0,-1 0 0,-3 2-439,-15 42 1222,11-18-639,2 2 0,1 0-1,3 0 1,2 0 0,1 1 0,3 0 0,2 8-583,1-35 122,1-1-1,1 1 1,0-1 0,2 0 0,5 17-122,-6-24-59,0-1 1,1 0-1,0 0 1,1 0-1,-1-1 1,2 0-1,-1 0 1,2 0-1,-1-1 1,5 4 58,-11-11-58,0 1 1,1-1-1,-1-1 1,0 1-1,1 0 1,-1 0-1,1 0 1,-1-1-1,1 1 1,-1-1-1,1 1 1,-1-1-1,1 1 1,-1-1-1,1 0 1,0 0-1,-1 0 1,1 0-1,-1 0 1,1 0-1,0 0 1,-1-1-1,1 1 1,-1 0-1,1-1 58,1 0-312,0-1-1,-1 0 0,1 1 1,0-1-1,-1 0 1,0 0-1,1 0 1,-1-1-1,0 1 0,0 0 1,0-1-1,0 0 1,0 0 312,5-9-6474,-16 27 4872</inkml:trace>
  <inkml:trace contextRef="#ctx0" brushRef="#br0" timeOffset="1143.383">1425 484 9144,'35'0'174,"-35"0"-156,1 0 0,-1 0 0,0 0 0,0 0 0,0 0 0,1 0 0,-1 0 0,0 0 0,0 0 0,0 0 0,1 0 0,-1 0 0,0 0 0,0 0 0,0 1 0,0-1 0,1 0 0,-1 0 0,0 0 0,0 0 0,0 0 0,0 1 0,0-1 0,0 0 0,1 0 0,-1 0 0,0 0 0,0 1 0,0-1 0,0 0 0,0 0 0,0 0 0,0 0 0,0 1 0,0-1 0,0 0 0,0 0 0,0 0 0,0 1 0,0-1 0,0 0 0,0 0 0,0 0 0,0 1 0,0-1 0,0 0-1,0 0 1,-1 0-18,3 5 884,-1-5-845,-1 0 1,0 0-1,0 0 1,1 0-1,-1 0 1,0 0-1,0 0 0,1 0 1,-1 0-1,0 0 1,0 0-1,0 0 0,1 0 1,-1 0-1,0 0 1,0 0-1,1 0 1,-1 1-1,0-1 0,0 0 1,1 0-1,-1 0 1,0 0-1,0 0 0,0 1 1,0-1-1,1 0 1,-1 0-1,0 0 1,0 1-1,0-1 0,0 0 1,0 0-1,0 0 1,1 1-1,-1-1 0,0 0 1,0 0-1,0 1 1,0-1-1,0 0 1,0 1-40,-5 10 1036,29-10-444,1-4-634,-1-1 1,0-1-1,-1-1 1,1-1-1,-1-1 1,-1-2-1,6-3 42,27-15-688,-2-2-1,14-14 689,-46 31-581,0-1-1,-1-1 1,-1-1 0,-1-1-1,0 0 1,-1-1 0,-1-1-1,-1-1 1,11-17 581,-12 1-1153,-3 2-2807</inkml:trace>
  <inkml:trace contextRef="#ctx0" brushRef="#br0" timeOffset="1480.317">2062 99 6552,'-2'12'2720,"5"161"2300,0 3-3159,-3-166-1735,-1 5 109,1 1 0,0-1-1,2 1 1,-1-1 0,2 0 0,0 1 0,1-1 0,2 4-235,-5-18 233,-1-1 43,2-4-205,1 1 0,-1-1-1,1 1 1,0 0 0,1 0-1,-1 0 1,1-1-71,3-2 72,-4 3-36,26-29 203,1 1 0,1 2 1,2 2-1,0 0 0,6 0-239,-36 25 15,0 0-1,0 0 1,0 1 0,0-1 0,0 1-1,0 0 1,0 0 0,0 0-1,0 0 1,0 1 0,1-1-1,-1 1 1,0 0 0,0 0 0,1 0-1,-1 0 1,0 1 0,0-1-1,1 1 1,-1 0 0,0 0 0,1 0-15,2 2 12,-1 1 1,1 0 0,-1 0 0,0 0-1,-1 1 1,1-1 0,-1 1 0,0 0 0,0 0-1,0 1 1,0-1-13,39 69 157,-33-54-293,2 0 1,0-1-1,1 0 0,0-1 1,6 4 135,-18-20-151,0-1 1,1 0 0,-1 0 0,0 0 0,1 0-1,-1 0 1,0 0 0,1-1 0,-1 1-1,1 0 1,0-1 0,-1 1 0,1-1-1,-1 1 1,1-1 0,0 0 0,-1 0-1,1 0 1,0 0 0,-1 0 0,1 0 0,0 0-1,-1 0 1,1-1 0,0 1 150,12-2-8843,-29 4 6633</inkml:trace>
  <inkml:trace contextRef="#ctx0" brushRef="#br0" timeOffset="1813.309">2845 290 15488,'0'0'769,"0"0"-56,0 0-244,5 3-129,180 88-322,-177-87-21,0 1-1,0 0 1,0 1 0,-1 0 0,0 0 0,0 1-1,-1 0 1,1 1 3,-5-5 14,1 0-1,-1 0 1,0 0-1,0 0 1,-1 0-1,1 0 1,-1 1-1,1-1 1,-1 1-1,0-1 1,0 1 0,-1-1-1,1 1 1,-1 0-1,0-1 1,0 1-1,0 0 1,0-1-1,0 1 1,-1 0-1,0-1 1,0 1-14,-15 19 378,5-10-216,1 3-48,0-1 1,-1-1 0,0 0-1,-2 0 1,1-2 0,-11 9-115,10-14 47,0 0-1,0 0 1,-1-2 0,0 0 0,-1 0 0,1-1 0,-6 0-47,-16 6 46,28-8-128,0 1 0,-1-1-1,1-1 1,-1 0 0,-3 0 82,10-1-193,-1 0 0,0 0 1,1 0-1,-1-1 0,1 1 0,-1-1 1,1 1-1,-1-1 0,1 0 1,-1 0-1,1 0 0,0 0 0,0-1 1,-1 1-1,1 0 0,0-1 1,0 0-1,0 1 0,0-2 193,-4-3-8334,14 14 6278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13.8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0 156 11384,'0'0'1553,"0"0"-30,0 0-142,0 0-97,0 0-266,0 0-142,0 0-304,2 4-158,35 82 266,-20-49-309,-1 0-1,-2 1 0,-2 1 0,5 28-370,-17-68-53,0 1-1,0 0 1,0 0-1,-1 0 1,1 0-1,0 0 1,0 0-1,0 0 1,0-1-1,-1 1 1,1 0-1,0 0 1,0 0-1,0 0 1,-1 0-1,1 0 1,0 0-1,0 0 1,0 0-1,-1 0 1,1 0-1,0 0 1,0 0 0,0 0-1,-1 0 1,1 0-1,0 1 1,0-1-1,0 0 1,-1 0-1,1 0 1,0 0-1,0 0 1,0 0-1,0 0 1,-1 1-1,1-1 1,0 0-1,0 0 1,0 0-1,0 0 1,0 1-1,0-1 1,-1 0 0,1 0-1,0 0 1,0 1-1,0-1 1,0 0-1,0 0 1,0 0-1,0 1 1,0-1 53,-15-19-1282,12 12 1602,-24-41-11424,45 77 9038</inkml:trace>
  <inkml:trace contextRef="#ctx0" brushRef="#br0" timeOffset="715.608">198 51 9688,'42'113'4365,"-16"-41"-2186,-21-55-1619,1 0 1,0-1 0,1 0-1,1 0 1,0 0-1,7 7-560,-14-21 440,-1-2 14,15-19 284,34-83 49,-32 62-636,2 2 0,4-6-151,-16 33 24,1 0 0,-1 0 0,2 1-1,0 0 1,0 1 0,0-1 0,1 2-1,1-1 1,0 1-24,-7 6 5,0-1 0,0 1-1,0 0 1,1 0 0,-1 1 0,1-1 0,-1 1-1,1 0 1,-1 0 0,1 0 0,0 1 0,-1 0-1,1 0 1,0 0 0,-1 0 0,3 1-5,1 1 3,0 0 1,0 0-1,-1 1 1,1 0-1,-1 0 0,1 1 1,-1 0-1,0 0 1,2 2-4,4 5 3,0-1 1,0 1-1,-2 1 0,1 0 1,-2 1-1,1 0 1,-2 1-1,0 0 1,2 5-4,-4-4 31,-1 1 0,-1 0 0,0 1 1,-1-1-1,-1 1 0,1 14-31,-2-12-92,1 1 0,1-1 1,1 1-1,6 12 92,-11-30-21,1 0 0,0 0 0,0 0 0,0-1 0,0 1 0,0 0 0,0 0 0,1-1 0,-1 1 0,0 0 0,1-1 0,-1 0 0,1 1 0,0-1 0,-1 0 0,1 0 0,0 0 0,0 0 0,0 0 0,0 0 0,0 0 0,0-1 0,0 1 21,3-1-281,0 1 0,0-1 0,0-1 0,0 1 0,0-1 0,0 1-1,-1-2 1,1 1 281,21-3-11563,-47 9 9201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28.3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387 263 12104,'0'0'1768,"-6"2"-295,-11 2-786,0 0-1,1 2 1,0 0-1,0 1 1,0 1 0,1 0-1,-14 10-686,14-8 110,-24 19 238,39-29-348,-19 16 163,1 1-1,1 1 0,-4 5-162,16-17 24,0 1 0,0 0 0,1 0 0,-1 0 0,2 0 0,-1 1 0,1-1 1,0 1-1,1 0 0,0 0 0,0 0 0,-1 7-24,2-5 12,1-6-3,-1-1-1,1 1 0,0-1 0,0 1 0,0 0 1,1-1-1,-1 1 0,1-1 0,0 0 0,1 4-8,2 7 25,1 0 0,0 0-1,1 0 1,1-1 0,0 0-1,1 0 1,0-1 0,7 7-25,-5-6 9,29 24 56,93 71 219,-100-78 58,-2 0 0,3 6-342,-32-33 30,1-1-1,-1 1 1,1-1-1,-1 1 1,0 0-1,0 0 1,0-1-1,0 1 1,0 0-1,-1 0 1,0 0-1,1 0 1,-1 0 0,0 0-1,0 0 1,0 0-1,-1 0 1,0 1-30,1-1 27,-4 6 128,-8 1-69,0 0 0,0-1 0,-1 0 0,0-1 1,0-1-1,-1 0 0,0 0 0,0-2 1,-12 4-87,21-8 10,1 1 0,-1-1 0,0 0 0,0 0 1,0 0-1,1 0 0,-1-1 0,-1 0-10,-8 0 12,-37 1-3,-25-7-89,74 6 53,0 0-1,0-1 1,0 1-1,0 0 1,0-1-1,0 0 1,1 1-1,-1-1 1,0 0-1,0 0 1,0 0-1,1 0 1,-1 0-1,0 0 1,1-1-1,-1 1 1,1 0-1,-1-1 1,1 1 0,-1-3 27,-23-19-3939,1 5-6750,56 42 8067</inkml:trace>
  <inkml:trace contextRef="#ctx0" brushRef="#br0" timeOffset="465.8">795 608 11656,'0'0'1537,"0"0"-49,-5 3-216,-1 2-1015,-16 9 495,1 2 0,0 0 0,-11 13-752,24-20 89,0-1-1,1 1 1,0 0 0,1 0 0,0 1-1,0 0 1,1 0 0,-1 5-89,4-10 24,0 0 1,1 0 0,0 0 0,0 0-1,0 0 1,0 1 0,1-1-1,0 0 1,0 0 0,1 1 0,-1-1-1,1 0 1,0 0 0,1 0 0,-1 1-1,3 3-24,-2-6 9,0 0-1,0 0 1,0-1-1,0 1 0,1-1 1,-1 1-1,1-1 0,-1 0 1,1 0-1,0 0 1,0 0-1,0 0 0,0-1 1,0 1-1,1-1 1,-1 0-1,0 0-8,2 1 12,1-1 3,-1 1-1,1-1 1,0 1-1,0-2 1,1 1-1,-1-1 1,0 0-1,0 0 1,0 0-1,0-1 1,5-1-15,-1 1 12,2-1 9,0 0 0,0 0-1,0-1 1,-1-1 0,1 0-1,3-2-20,-1 1 12,-2 0 9,0 1 0,-1-2 0,0 0 1,0 0-1,0-1 0,1-2-21,-1 2 34,-6 4 6,-1-1 0,1 1 0,-1-1 0,0 0 0,0 0 0,0 0 0,-1-1 0,1 1 0,-1-1 0,0 0 0,0 0 0,0-2-40,0 1 26,-2 3-11,1-1 1,-1 1 0,0-1 0,-1 0 0,1 1-1,-1-1 1,1 0 0,-1 1 0,0-1 0,0 0-1,-1 0 1,1 1 0,-1-1 0,0 0 0,0 1-1,-1-3-15,1 1 29,0 2-8,1 1 1,-1 0-1,1 0 0,-1 0 0,0-1 0,0 1 1,0 0-1,-1 0 0,1 0 0,0 1 1,-1-1-1,1 0 0,-1 0 0,1 1 1,-1-1-1,-1 0-21,-5-5 47,-2-4-29,-1 0 1,1 1-1,-2 0 1,0 1 0,0 0-1,0 1 1,-1 0-1,-1 1 1,1 1-1,-1 0 1,0 1 0,0 0-1,-1 1 1,1 1-1,-10-1-18,1 7-1133,0 5-4563,15-5-1198,28-9 4690</inkml:trace>
  <inkml:trace contextRef="#ctx0" brushRef="#br0" timeOffset="1138.214">1239 590 11208,'0'0'1624,"0"0"-60,0 0-240,1 4-271,35 169 2220,-35-172-3239,4 21 456,0 0 0,-2 0 0,1 14-490,-4-35 73,0-4 1,1-18 18,2 0 1,0 0 0,1 0-1,1 0 1,1 0 0,1 1-1,5-10-92,-3 7 29,2 0 0,1 1-1,0 0 1,2 1 0,9-11-29,-21 30 12,1-1 1,-1 1 0,1 0 0,-1-1-1,1 1 1,0 0 0,0 1 0,0-1-1,0 0 1,0 1 0,0 0-1,0-1 1,1 1 0,-1 1 0,0-1-1,3 0-12,-1 0 15,-3 1 2,1 0 0,0 0 0,-1 0 0,1 0 0,0 1-1,-1-1 1,1 1 0,-1 0 0,1 0 0,0 0 0,-1 0 0,0 0-1,1 0 1,-1 1 0,0-1 0,0 1 0,1-1 0,-1 1 0,0 0-1,-1 0 1,1 0 0,0 0 0,-1 0 0,1 1 0,-1-1-17,7 10 59,0 0-1,-1 1 1,-1-1 0,0 1 0,-1 1 0,-1-1 0,0 1 0,1 7-59,1 7 140,-1 0 0,-2 1-1,-1-1 1,-1 5-140,-2-5 114,0-20-44,0 1 1,1 0 0,0-1 0,0 1 0,1 0 0,0-1-1,1 1 1,0 1-71,8-16 247,23-39-207,-9 6-39,-15 25 1,29-51-25,10-29 23,-28 57-3,6-14-19,25-34 22,-30 62-2,-20 23 2,-1-1-1,1 0 1,0 1-1,0-1 1,0 1-1,0-1 0,0 1 1,0-1-1,0 1 1,0-1-1,0 1 1,0 0-1,0 0 1,0 0-1,0 0 1,0 0-1,0 0 1,1 0-1,-1 0 0,0 0 1,0 0-1,0 0 1,0 1-1,0-1 1,0 0-1,0 1 1,0-1-1,0 1 1,0-1-1,0 1 1,0-1 0,1 3 10,1-1 0,-1 1 0,0-1 0,0 1 0,0 0 0,0 0 0,0 0 0,-1 0 0,1 0 0,0 3-10,3 8 74,-1 1-1,0 0 1,-1 0 0,0 2-74,3 41 93,-2-12-44,2 18 126,6 21-175,-11-80-45,-1-2-8,0 0 0,1 0 0,0 0 0,-1 0-1,1 0 1,0-1 0,0 1 0,2 2 53,-3-4-50,1-1 1,0 1-1,-1 0 1,1-1-1,0 1 1,-1-1-1,1 1 1,0-1 0,0 0-1,-1 1 1,1-1-1,0 0 1,0 0-1,0 1 1,0-1-1,-1 0 1,1 0-1,0 0 1,0 0 0,0 0-1,0 0 1,0 0-1,-1 0 1,1 0-1,0-1 1,0 1-1,0 0 1,0-1 0,-1 1-1,1 0 1,0-1-1,0 1 1,-1-1-1,1 1 50,12-7-1189,0-1 0,-1 0 0,8-7 1189,-2 2-2335,6-4-7045,-56 40 7087</inkml:trace>
  <inkml:trace contextRef="#ctx0" brushRef="#br0" timeOffset="1740.77">2217 835 11928,'3'0'1385,"7"-3"-882,1-1 1,-1 1-1,0-2 1,0 0-1,-1 0 1,1 0-1,-1-1 1,0-1-1,-1 1 1,6-6-504,1-3 182,0 0 0,-1 0 0,0-1 1,8-14-183,-19 24 55,1-1 1,-1 0 0,0 0 0,0 0-1,-1 0 1,0 0 0,0-1-1,-1 1 1,0 0 0,0-1-1,-1 1 1,1-1 0,-2 1-1,0-5-55,0 1 13,-1 0 0,0 0 0,0 1 0,-1-1 0,-1 1 0,0-1 0,0 1-1,-2-1-12,5 9 9,-1 0-1,1 0 0,0 0 0,-1 1 0,1-1 0,-1 1 0,0-1 0,1 1 0,-1-1 1,0 1-1,0 0 0,0 0 0,0 0 0,0 0 0,0 0 0,0 1 0,0-1 0,0 0 1,0 1-1,-1 0 0,1-1 0,0 1 0,0 0 0,0 0 0,-1 0 0,1 1 0,0-1 1,0 0-1,0 1 0,0-1 0,-1 1 0,1 0 0,0 0 0,-1 1-8,-6 1 34,2 1 1,-1 0-1,0 1 0,1 0 1,0 0-1,0 0 0,-1 3-34,2-2 46,0 1 0,0 0 0,1 0 0,0 0 0,0 1 0,1 0 0,0 0 0,1 0 0,-1 0 0,2 1 0,-1-1-1,1 1 1,0 0 0,1-1 0,0 1 0,1 0 0,-1 0 0,2 0 0,-1 0 0,1 0 0,2 7-46,-1-4 39,1 0 0,1-1 0,0 0 0,0 1 0,1-2 0,0 1 0,1 0 0,0-1 0,0 0 0,2-1 0,-1 1 0,1-1 0,0-1 1,1 1-1,0-1 0,10 6-39,8 3 25,6-5-20,-28-10-32,0-1-1,0 0 0,0-1 0,0 1 0,0-1 1,0 0-1,0 0 0,0-1 0,0 1 0,0-1 1,0 0-1,-1 0 0,1-1 0,0 0 0,0 0 1,-1 0-1,1 0 0,-1 0 0,0-1 1,3-2 27,5-6-212,0 0 1,-1-1 0,0 0 0,-1-1 0,0 0 0,3-6 211,13-21-483,-2-1 1,-2-1 0,-2-1-1,10-30 483,36-137-610,-42 129 622,16-63 1081,-39 163-118,4 11-517,11 238 921,16 4-502,2 101-645,-34-367-328,1 5-116,0 0 0,-1 0 0,-1 0-1,0 0 1,-1 7 212,2-18-29,-1 0 0,1 0 0,0 0 0,0 0 0,0 0 0,0 0 0,0 0 0,-1 0-1,1 0 1,0 0 0,0 0 0,0 0 0,0 0 0,-1 0 0,1 0 0,0 0 0,0 0 0,0 0 0,0 0 0,-1 0 0,1 0 0,0 0 0,0 0-1,0 0 1,0 0 0,0 0 0,-1 0 0,1 0 0,0 0 0,0-1 0,0 1 0,0 0 0,0 0 0,0 0 0,0 0 0,-1 0 0,1 0 0,0-1 0,0 1-1,0 0 1,0 0 0,0 0 0,0 0 0,0 0 0,0-1 0,0 1 0,0 0 0,0 0 0,0 0 0,0 0 0,0-1 0,0 1 0,0 0 0,0 0 29,-7-13-342,-3-19-1116,0-1-1,-2-23 1459,-3-19-9846,29 141 7942</inkml:trace>
  <inkml:trace contextRef="#ctx0" brushRef="#br0" timeOffset="2086.382">2675 521 10672,'0'0'1432,"0"0"-47,0 0-186,0 0-99,20 0 498,-1-4-1465,-1-1 0,0 0 0,-1-1 0,1-1 0,-1-1 0,-1 0 0,1-1 0,-2-1 0,1-1-133,9-7-127,-1-1 1,-1-2-1,-1 0 0,-1-1 0,3-6 127,-11 10-726,-1-1 0,-1 0-1,0 0 1,-2-2 0,4-10 726,11-23-2834,-13 33-4826</inkml:trace>
  <inkml:trace contextRef="#ctx0" brushRef="#br0" timeOffset="2419.29">3106 344 10312,'33'206'6316,"-16"-127"-4372,3-1 1,28 66-1945,-33-76 1094,-14-65-992,-1-3 20,0 0-14,4-18 18,9-42 193,14-39-319,-20 77 23,1 0-1,1 1 1,1 0-1,1 1 1,1 0-1,2-1-22,-8 13 37,0 0 0,1 0-1,-1 0 1,2 1 0,-1 0 0,1 1-1,0-1 1,1 2 0,0-1 0,-1 1-1,4-1-36,-10 6 14,0 0 0,0-1 0,0 1-1,0 0 1,1 0 0,-1 0 0,0 0 0,0 0-1,0 0 1,0 1 0,0-1 0,1 1 0,-1 0-1,0-1 1,0 1 0,0 0 0,0 0-1,-1 0 1,1 0 0,1 2-14,1 0 33,-1 0-1,0 1 1,1-1 0,-1 1-1,-1 0 1,1 0 0,-1 0-1,1 0 1,0 3-33,4 10 89,-1 0-1,-1 0 1,-1 1 0,1 8-89,-3-15-5,15 45 165,0-9-142,-14-39-47,1 0 0,0 0 1,0 0-1,0 0 0,1-1 1,0 0-1,1 0 0,4 5 29,-8-10-58,0 0-1,1-1 0,-1 1 0,0-1 1,1 1-1,-1-1 0,1 0 0,-1 0 1,1 0-1,-1 0 0,1-1 0,0 1 0,-1 0 1,1-1-1,0 0 0,0 0 0,-1 0 1,1 0-1,0 0 0,0-1 0,-1 1 1,1-1-1,0 1 0,-1-1 0,1 0 1,-1 0-1,1-1 0,0 1 59,5-3-201,-1-1-1,0 1 1,-1-1-1,1-1 1,-1 1-1,0-1 1,0 0 0,0 0-1,-1-1 1,0 0-1,-1 0 1,2-3 201,6-10-557,-2-2-1,0 1 1,-2-1-1,2-10 558,22-73-2401,-3 9-7845</inkml:trace>
  <inkml:trace contextRef="#ctx0" brushRef="#br0" timeOffset="2420.29">3885 598 12280,'0'3'1696,"0"13"-873,0 0 1,1 0 0,1-1-1,1 1 1,0-1 0,2 4-824,-3-12-13,1 0 1,0-1 0,0 1-1,0-1 1,1 1 0,0-1-1,0-1 1,1 1 0,0 0-1,0-1 1,0 0-1,0 0 1,1-1 0,3 2 12,-7-4-222,1-1 0,0 1 1,0-1-1,0 0 0,-1 0 1,1-1-1,0 1 0,0-1 0,2 1 222,32-1-8750,-36 0 7484,-27-3-531</inkml:trace>
  <inkml:trace contextRef="#ctx0" brushRef="#br0" timeOffset="2787.931">3729 16 9952,'0'0'0,"0"0"504,0 0-504,0 0 512,11-11-512,-11 11-48,0 0 48,12-3-48,2 1 48,-14 2-1024,0 0 1024,25 9-1016,7 10 1016,-32-19-320,0 0 320,57 27-5576,-114-54 5576</inkml:trace>
  <inkml:trace contextRef="#ctx0" brushRef="#br0" timeOffset="3154.013">4159 755 9328,'-1'3'1913,"-1"18"-178,1 0 0,1 1 0,1 6-1735,-1-26 139,0 0 0,0 0 0,0 0-1,1 0 1,-1 0 0,1 0 0,0 0-1,-1 0 1,1 0 0,0-1 0,0 1 0,0 0-1,0 0 1,0-1 0,1 1 0,-1-1-1,1 1 1,-1-1 0,0 0 0,1 1 0,1-1-139,-2 0 51,0 0 1,1-1 0,-1 1-1,0-1 1,0 1 0,1-1-1,-1 0 1,1 0 0,-1 1-1,0-1 1,1 0 0,-1 0-1,0 0 1,1-1 0,-1 1-1,0 0 1,1 0 0,-1-1-1,0 1 1,1-1 0,-1 1-1,0-1 1,0 1 0,1-1-1,-1 0 1,0 0 0,0 0-1,0 0-51,3-3 71,0 0 0,-1 0 0,1-1-1,-1 0 1,0 1 0,-1-1-1,1-1 1,-1 1 0,0 0 0,0 0-1,-1-1 1,1 1 0,-1-1-71,10-72 268,-9 56-236,36-246 378,-37 261-397,0 1 1,1-1 0,0 0 0,0 0-1,0 1 1,1 0 0,0-1 0,0 1-1,1 0 1,0 0 0,0 0-14,1 0 15,-4 4-7,0 1 1,0 0-1,0 0 0,0 0 0,0 0 0,0 0 0,1 0 0,-1 1 0,0-1 1,1 0-1,-1 1 0,0-1 0,1 0 0,-1 1 0,1 0 0,-1-1 1,1 1-1,-1 0 0,1 0 0,-1 0 0,1 0 0,-1 0 0,1 0 0,-1 0 1,1 1-1,-1-1 0,1 0 0,-1 1 0,0-1 0,1 1 0,-1 0 0,0-1 1,1 1-1,-1 0 0,0 0 0,0 0 0,1 0 0,-1 0 0,0 0 1,0 0-1,0 1-8,13 20 126,-1 1 0,-1 0-1,-1 1 1,7 23-126,11 24 121,-5-18-36,7 9-68,-18-39-132,0-1 0,2-1 0,0 0-1,1-1 1,1-1 0,1 0 0,16 12 115,-29-27-139,0-1 0,1 0 0,0 1 0,-1-2 0,1 1 0,0-1 0,1 0 0,-1 0 0,0-1 0,6 1 139,-2 0-164,-6-1 31,1 0-1,0-1 0,0 0 0,-1 0 1,1 0-1,0 0 0,-1-1 0,1 0 1,-1 0-1,1 0 0,-1-1 0,1 1 1,-1-1-1,4-2 134,-2 1-174,4-1-180,0-1 0,0-1 0,-1 0 0,1 0 1,-1 0-1,3-5 354,-2 3-115,0 1 4,-2-1 0,1 0 0,-1 0-1,-1 0 1,1-1 0,-2-1-1,4-4 112,18-26-1824,46-50-7936</inkml:trace>
  <inkml:trace contextRef="#ctx0" brushRef="#br0" timeOffset="3503.043">5117 108 11568,'-4'0'1393,"-42"-6"195,34 7-640,-57 32 305,54-22-698,-7 14-342,2 0 0,1 1 1,1 1-1,1 1 0,-3 10-213,9-17 31,5-10 22,1 1 1,0 0-1,1 0 0,-3 11-53,-24 104 212,29-117-206,1 0-1,0 1 0,0-1 0,1 1 1,1-1-1,0 1 0,0-1 0,1 0 0,0 1 1,2 2-6,-1 0 3,0-2 9,0 1 0,1-1 0,0 0 0,0 0 0,1-1 0,5 8-12,-7-13 7,0-1 1,0 0-1,1 0 0,-1 0 0,1 0 0,0-1 0,0 1 0,0-1 0,0 0 0,1 0 0,-1-1 0,1 1 0,0-1-7,-3-1 12,0-1-1,0 1 0,0-1 1,0 0-1,0 1 0,0-1 1,1 0-1,-1 0 0,0 0 0,0-1 1,0 1-1,0 0 0,0-1 1,1 0-1,-1 1 0,0-1 1,0 0-1,0 0 0,-1 0 0,1 0 1,0 0-1,1-2-11,3-1 47,-1-1-1,0 1 1,0-1-1,-1 0 1,0 0-1,1-2-46,2-1 33,-5 6-7,0 0-1,0 0 0,0-1 0,-1 1 1,1-1-1,-1 1 0,0-1 0,0 0 1,0 0-1,0 1 0,0-1 0,0-3-25,8-36 316,-1 0 0,-3-1 0,0-32-316,1 0 551,-3 53-476,-2 19-37,-1 0 1,0 0-1,1 0 1,-1 0-1,1 0 1,0 0 0,0 1-1,0-1 1,0 0-1,1 1 1,-1-1-1,1 1 1,0-1-1,-1 1 1,1 0 0,1-1-39,-1 1 31,-1 2-10,-1 0 1,1 0-1,0 0 1,0 0-1,-1 1 1,1-1 0,0 0-1,-1 0 1,1 1-1,0-1 1,-1 0-1,1 1 1,0-1-1,-1 1 1,1-1 0,-1 1-1,1-1 1,-1 1-1,1 0 1,-1-1-1,1 1 1,-1-1-1,0 1 1,1 0 0,-1-1-1,0 1 1,1 0-22,-1 0 31,11 17 127,0 0 0,-2 1 1,0 0-1,6 21-158,-6-16 30,8 23 155,-2 0 1,0 8-186,-7-26 38,1 11 135,31 224 54,-35-208-132,-3 214 37,-5-217-64,-26 197 41,20-205 4,-6 11-55,-1-1-1,-4 0 0,-1-2 1,-14 22-58,14-40 19,-8 16 80,28-50-95,1 0-1,-1 0 0,0 0 1,0 0-1,0 0 0,0 0 1,1 0-1,-1-1 0,-1 1 1,1 0-1,0-1 1,0 1-1,0 0 0,0-1 1,0 1-1,-1-1 0,1 0 1,0 1-1,0-1 0,-1 0 1,0 0-4,-6 3 8,-36 10-3,30-11-5,0 0-1,0-1 1,0-1-1,-1 0 1,-9-2 0,6-3-14,-3-5-22,0 0 1,1-2-1,1 0 0,0-1 0,0-1 1,2-1-1,-1-1 0,-11-14 36,7 5-125,2 0 1,1-2-1,1 0 0,1-1 0,2 0 1,-5-14 124,3 1-358,2 0 1,2-2 0,-9-43 357,2 2-2839,-4-10-8159,56 220 8278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27.3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435 520 10488,'-2'-4'1817,"-12"-18"-525,-1 1-1,-1 0 1,0 1-1,-12-11-1291,16 25 882,-3 4-599,0 0 1,0 1 0,0 1-1,-2 0-283,0 5 360,-10 9-120,1 2 0,-9 8-240,18-8 240,-8 20-86,2 1 0,0 2-154,12-11 100,-35 148 23,41-143-110,5 1-4,1 0 0,4 17-9,1-32 8,17 20 4,-20-35-12,1 0 0,-1 0 1,1-1-1,0 1 0,0-1 1,0 0-1,1 0 0,2 2 0,-1-3 0,0 0 0,0 0 0,0-1 0,0 1-1,0-1 1,0-1 0,0 1 0,0-1 0,1 0-1,-1 0 1,0-1 0,0 0 0,6-1 0,-4 0-2,0-1 0,0 0 0,0 0 0,0 0 0,0-1 0,0-1 0,-1 1 0,0-1 0,0 0 1,0-1-1,-1 1 0,3-4 2,0 1-5,-4 5-2,-1-1 1,1 0-1,0-1 1,-1 1-1,0-1 1,0 1-1,-1-1 1,1 0-1,1-5 8,6-8-10,31-54 2,-6-13 7,-25 52 0,6-32 0,-9 17 2,-2-1-1,-1-41-1,-6 55 15,-16-85 95,-14-45-110,9 83 186,20 77-150,0-4 11,-1 1 0,0 0 0,0-1 0,-4-4-47,7 13 8,0 0 0,0-1 0,0 1 0,0 0 1,-1 0-1,1 0 0,0-1 0,0 1 0,-1 0 0,1 0 1,0 0-1,0 0 0,0 0 0,-1 0 0,1-1 1,0 1-1,-1 0 0,1 0 0,0 0 0,0 0 0,-1 0 1,1 0-1,0 0 0,0 0 0,-1 0 0,1 0 1,0 0-1,0 0 0,-1 1 0,1-1 0,0 0 0,0 0 1,-1 0-1,1 0 0,0 0 0,0 0 0,-1 1 0,1-1 1,0 0-1,0 0 0,0 0 0,-1 0 0,1 1 1,0-1-1,0 0 0,0 0 0,0 1 0,0-1 0,-1 0 1,1 0-1,0 1 0,0-1 0,0 0 0,0 0 1,0 1-1,0-1 0,0 0-8,-5 11-4,4-8 10,0-1 0,0 1 0,1 0 0,-1 0-1,1 0 1,0 0 0,0 0 0,0 0 0,0-1-1,0 1 1,0 0 0,1 0-6,0 13 10,3 59 144,7 55 16,-6-92-98,2 0-1,1-1 1,8 18-72,-6-18 11,6 29 20,-7-26-49,2 0 1,2-1-1,12 26 18,-18-47-74,9 22-229,2 0 0,9 11 303,7-1-809,15 18-11964,-83-118 10348</inkml:trace>
  <inkml:trace contextRef="#ctx0" brushRef="#br0" timeOffset="382.716">871 598 12104,'0'0'1408,"0"0"-40,0 0-159,-4 7-231,-2 3-724,1 0 0,1 0 0,0 1 0,0-1-1,1 1 1,-1 5-254,0 24 145,4-35-127,0-1 0,0 1-1,1 0 1,0-1 0,0 1-1,0-1 1,0 1-1,1-1 1,0 0 0,0 1-1,0-1 1,0 0-1,1 0 1,-1-1 0,1 1-1,2 1-17,-1 1 33,-1-2 0,0 0 0,0-1 0,1 1 0,-1-1 0,1 0-1,0 1 1,0-2 0,0 1 0,0 0 0,0-1 0,1 0 0,-1 0 0,1 0 0,2 0-33,-1 0 22,-3-1-13,1 0 0,0-1-1,-1 0 1,1 1 0,0-1 0,0-1 0,-1 1 0,1 0 0,-1-1 0,1 0 0,0 0-1,-1 0 1,1 0 0,-1 0 0,0-1 0,1 0 0,-1 0 0,0 0 0,1 0-9,0-1 24,9-5 69,-1 0 0,0-1 0,0-1 0,-1 0-1,0 0 1,-1-1 0,0-1 0,-1 0 0,8-12-93,-8 13 36,-6 9-7,-1-1 1,0 1-1,0-1 1,0 0-1,-1 0 1,1 0-1,-1 1 1,1-1-1,-1 0 0,0-1 1,0 1-1,0-3-29,2-5 102,0-1-1,-1 0 0,0 0 0,-1 0 0,-1 0 1,0 0-1,-1 0 0,0 0 0,0 0 0,-2-3-101,1 4 50,1 8-30,1 1 0,-1-1-1,0 1 1,0-1 0,0 0 0,0 1 0,0 0 0,0-1 0,0 1 0,-1 0 0,0-1 0,1 1 0,-1 0-1,0 0 1,0 0-20,-5-5 41,-1 0 0,0 1-1,0 0 1,0 0 0,0 0 0,-1 1-1,0 1 1,0 0 0,0 0-1,-1 0 1,1 1 0,-1 1 0,-5-1-41,-1-1 16,9 3-8,0 0 0,0 0 0,0 1 0,0 0 0,0 0 0,0 0 0,-2 1-8,-21 3 9,0 0 1,0 2 0,-28 9-10,-28 11-3491,38-11-7140,112-35 8011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8:26.2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304 0 10136,'0'0'2048,"0"0"-66,0 0-259,0 0-155,0 0-378,0 0-171,-2 5-308,-7 25-413,0 1 1,2 0-1,1 0 0,2 0 1,1 1-1,1 7-298,4 121 324,2-77-245,3-1 0,10 44-79,17 78-146,-32-188 184,5 20-921,-2 1 0,-2 0 883,-3-36-85,0-1-1,0 1 0,0 0 0,0 0 0,0-1 0,-1 1 0,1 0 0,0-1 1,0 1-1,0 0 0,-1-1 0,1 1 0,0 0 0,-1-1 0,1 1 1,-1 0-1,1-1 0,0 1 0,-1-1 0,1 1 0,-1-1 86,-7 10-3111,3-1-5262,12-21 6317</inkml:trace>
  <inkml:trace contextRef="#ctx0" brushRef="#br0" timeOffset="347.621">1 588 11120,'0'0'1121,"0"0"-73,4-1-313,61-12-1087,1 4 1,4 2 351,-64 6-10,83-6-4701,15 3 4711,-50 7-1336,-7-2-3304</inkml:trace>
  <inkml:trace contextRef="#ctx0" brushRef="#br0" timeOffset="716.218">487 599 7352,'0'4'1793,"2"144"3124,-1-139-4680,0 0-1,1-1 1,0 1 0,0 0-1,1-1 1,0 0-1,1 1 1,1 2-237,0 0 130,-2-6-45,-1 0 1,1 0-1,1 0 1,-1 0-1,1 0 1,0-1 0,0 0-1,0 1 1,0-2-1,1 1 1,0 0-1,3 1-85,0 1 90,-3-3-14,0 0 0,0 0-1,0-1 1,1 0 0,-1 1 0,1-2 0,0 1 0,0-1 0,0 0-1,-1 0 1,1 0 0,0-1 0,3 0-76,0 1 74,-2-1-5,1 0 1,0-1 0,-1 1-1,1-1 1,0-1-1,-1 0 1,1 0 0,-1 0-1,0-1 1,0 0 0,1 0-70,2-2 63,-4 3-14,-1-1 0,1 0 1,-1 0-1,1 0 0,-1-1 0,0 0 1,0 0-1,-1 0 0,1 0 0,-1-1 0,0 0 1,0 0-1,0 0-49,1-3 44,-2 4-14,0-1 1,0 0-1,0 0 0,-1 0 1,0 0-1,0-1 0,0 1 1,-1-1-1,0 1 0,0-1 1,0 1-1,-1-1 0,0 0 1,0-1-31,1-1 34,-1 0 7,0 0 0,0 0 1,-1 0-1,0 0 0,-1 0 0,1 0 1,-2 0-1,1 0 0,-4-6-41,2 2 34,1 4-3,0 1 0,-1 0-1,1 0 1,-2 0 0,1 0 0,-1 1-1,0 0 1,0 0 0,0 0 0,-1 0 0,-4-2-31,2 0 18,-4-2 14,0 1 0,0 0-1,-1 1 1,0 0 0,0 1 0,-1 1-1,0 0 1,0 0 0,-11-2-32,-46-4-1422,19 6-10388,86 9 9481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3:31.3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10848,'0'0'-16,"0"0"16,0 0-16,0 0 16,0 0-968,0 0 968,0 0-6664,0 0 6664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3:00.7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3 980 6104,'0'0'1480,"-1"-3"-247,-1-40 3662,2 42-4334,0 1 106,0 0-46,0 0-20,0 0-52,0 0-38,1 2-100,152 357 2291,-151-353-2657,0-1 0,0 1 0,1-1 0,0 1 0,0-1 0,1 0 0,-1 0 0,1-1 0,0 1 0,0-1 0,1 0-1,0 0 1,4 3-45,-7-6 16,-1-1 0,1 1 0,0-1 0,0 0 0,0 0 0,0 0-1,0 0 1,-1 0 0,1 0 0,0 0 0,0 0 0,0-1 0,0 1 0,-1-1-1,1 0 1,0 1 0,0-1 0,-1 0 0,1 0 0,-1 0 0,1 0-1,-1 0 1,1 0 0,-1-1 0,0 1 0,1 0 0,-1-1 0,0 1 0,0-1-1,0 1 1,0-1 0,0 0-16,4-5 26,0-1-1,0 0 1,-1-1 0,0 1-1,0-1-25,58-127 139,-61 135-110,4 0-13,-7 0-11,38 3 10,-22 1-15,-8-2 0,0 1 0,0 0 0,0 0 0,0 1 0,-1 0 0,1 0 0,-1 0 0,1 1 0,-1-1 0,-1 1 0,1 1 0,3 2 0,14 12 0,60 35 2,-80-52 0,0-1 0,0 1 1,0-1-1,0 0 1,0 0-1,0 0 0,0 0 1,0-1-1,0 1 0,0 0 1,0-1-1,0 0 1,1 1-1,-1-1 0,0 0 1,0 0-1,1 0 1,-1 0-1,0-1 0,0 1 1,0-1-1,1 1 0,-1-1 1,0 0-1,0 1 1,0-1-1,0 0 0,0-1 1,0 1-1,0 0 1,-1 0-1,1-1 0,0 1 1,-1-1-1,1 0 0,-1 1 1,1-1-3,1-3 8,0 0 0,-1 0 0,1 0-1,-1 0 1,0-1 0,0 1 0,-1-1 0,0 1 0,0-1 0,0 1 0,0-1 0,-1 0-1,0 1 1,-1-3-8,-2-60 24,-1-5-283,-3 0 0,-11-49 259,18 120-257,-1-3 343,0 3-5115,1 2-5844</inkml:trace>
  <inkml:trace contextRef="#ctx0" brushRef="#br0" timeOffset="573.886">1160 872 5744,'0'0'1169,"0"0"4,0 0-2,0 0-4,0 0-30,0 0-38,0 0-142,0 0-64,5 5-253,15 12-324,-2 0 0,0 1-1,-2 1 1,0 1-1,0 0 1,-2 1 0,-1 0-1,9 20-315,-8-12 334,-9-19-327,0 0 0,0 1 0,-1 0-1,-1-1 1,1 1 0,-1 7-7,-2-16-707,-1-2-196,0 0-224,-3-6 784,1 1 0,0-1 0,0 1-1,1-1 1,-2-6 343,2 8-85,-9-37-1559,-5-21-6296</inkml:trace>
  <inkml:trace contextRef="#ctx0" brushRef="#br0" timeOffset="908.295">1085 343 3320,'0'0'0</inkml:trace>
  <inkml:trace contextRef="#ctx0" brushRef="#br0" timeOffset="1242.23">1525 366 12640,'9'24'785,"15"39"1068,-2 2 0,2 18-1853,39 151 846,-45-177-385,3 0 1,4 4-462,12 33 514,-10-21-695,-26-72-109,-1-1-270,-2-21-204,0 8 383,0 1 0,-1-1-1,-1 0 1,0 1 0,0 0-1,-1 0 1,-6-11 381,2 9-580,-1 1 1,0 0-1,-1 0 1,-1 1-1,1 0 1,-7-3 579,-23-22-7673</inkml:trace>
  <inkml:trace contextRef="#ctx0" brushRef="#br0" timeOffset="1576.839">1532 933 7448,'0'0'952,"0"0"26,0 0 109,0 0 16,0 0-62,0 0-54,0 0-174,14 2 47,-4-2-699,1 0 0,-1 0 0,0-1 0,1-1 0,-1 0 1,0 0-1,0-1 0,0 0 0,8-4-161,9-5 306,0-1 0,20-14-306,-21 11 97,-5 5-246,-1-1-1,-1 0 1,0-2-1,-1 0 1,0-1 0,-1-1-1,-1 0 1,11-15 149,-23 25-271,0 0 1,1 1 0,0 0-1,0-1 1,0 2 0,1-1-1,-1 1 1,1 0 0,1 0-1,-1 0 1,0 1 0,1 0-1,0 0 271,-6 2-60,1 0-1,0 0 1,-1 0-1,1 0 1,-1-1-1,1 1 1,-1-1-1,0 1 1,0 0-1,1-1 1,-1 0-1,0 1 1,0-2 60,6-7-1255,14-15-5838</inkml:trace>
  <inkml:trace contextRef="#ctx0" brushRef="#br0" timeOffset="1909.908">2066 467 11296,'-1'-9'1251,"2"8"2236,16 54-2770,-3-1 0,-2 2 0,-1 6-717,1 5 308,63 373 898,-75-436-1199,0-1-1,1 1 1,-1 0-1,0-1 1,1 1-1,-1-1 0,1 1 1,0-1-1,-1 1 1,1-1-1,0 1 0,0-1 1,0 0-1,0 0 1,0 1-1,0-1 1,0 0-7,0-1 4,0 0 1,-1 1-1,1-1 1,-1 0 0,1 0-1,0 0 1,-1 0 0,1 0-1,-1 0 1,1 0-1,0 0 1,-1 0 0,1 0-1,0 0 1,-1 0 0,1 0-1,-1 0 1,1-1 0,0 1-1,-1 0 1,1 0-1,-1-1 1,1 1 0,-1 0-1,1-1 1,-1 1 0,1-1-1,-1 1-4,3-3 9,0 0 0,0 0-1,-1-1 1,0 1 0,1 0 0,-1-1 0,0 0-1,-1 1 1,1-1 0,-1 0 0,0 0-1,1 0-8,13-65 36,-4 16-2,2 1 1,3 1-1,2-2-34,-11 38 1,-4 4 0,1 1 0,1-1 0,0 1 0,0 1 0,1-1 0,0 1 0,1 0 0,2-3-1,-8 11 2,0 0 0,0 0 0,0 0 0,0 0 0,0 0 0,0 0 0,0 1-1,0-1 1,0 0 0,1 0 0,-1 1 0,0-1 0,0 1 0,1-1 0,-1 1 0,0 0-1,1-1 1,-1 1 0,0 0 0,1 0 0,-1 0 0,0 0 0,1 0 0,-1 0 0,1 0-1,-1 1 1,0-1 0,1 0 0,-1 1 0,0-1 0,0 1 0,1 0 0,-1-1 0,0 1-1,0 0 1,0-1 0,1 2-2,2 2 17,0 0 0,0 1-1,-1-1 1,1 1-1,-1 0 1,0 0 0,1 2-17,1 2 25,19 24 62,-10-15-78,-1 1-1,0 1 1,-1 0 0,-2 0-1,0 1 1,0 2-9,-2-4-216,1-1-1,0 0 1,1 0 0,6 6 216,-11-18-368,1 0 1,-1 0 0,1-1-1,0 1 1,0-2 0,0 1 0,1 0-1,0-1 368,24 18-3586,-21-14-3262,-24-19 5152</inkml:trace>
  <inkml:trace contextRef="#ctx0" brushRef="#br0" timeOffset="2420.448">3126 879 9864,'0'0'1256,"-1"-3"-210,-1-11-574,-1 1 0,-1 0 0,0 0 0,-1 1-1,0-1 1,-1 1 0,0 0 0,-5-6-472,9 15 71,0 0 0,0 1-1,0-1 1,0 1 0,-1-1 0,1 1 0,-1 0-1,1 0 1,-1 0 0,0 0 0,1 1 0,-1-1-1,0 1 1,0 0 0,0 0 0,-1 0 0,1 0-1,0 0 1,0 0 0,0 1 0,-1 0 0,1 0-1,0 0 1,0 0 0,-1 0 0,1 0 0,0 1-1,0 0 1,0 0 0,-1 0 0,1 0 0,0 0-1,0 0 1,0 1 0,1-1 0,-1 1 0,0 0-1,-1 1-70,-3 3 44,-1 0-1,2 0 0,-1 0 0,0 1 1,1 0-1,1 0 0,-1 1 0,1-1 0,-2 4-43,-6 14 209,1 0 0,-4 12-209,11-22 19,1 1-1,1 0 0,1 0 1,0 0-1,0 0 1,2 0-1,0 1 1,1-1-1,1 0 1,0 0-1,1 0 1,1 0-1,2 5-18,-4-15 13,1 0-1,-1 0 0,1 0 1,1 0-1,-1 0 1,1-1-1,0 1 1,0-1-1,1 0 1,-1 0-1,1-1 1,0 1-1,1-1 0,-1 0 1,1 0-1,-1-1 1,1 0-1,0 0 1,1 0-1,-1-1 1,0 0-1,1 0 1,-1 0-1,1-1 0,-1 0 1,1-1-1,0 1 1,-1-1-1,1 0 1,0-1-1,0 0 1,-1 0-1,1 0 1,-1-1-1,1 0 0,-1 0 1,0 0-1,0-1 1,0 0-1,0 0 1,1-1-13,13-10 25,-1 0 0,-1-1 0,0 0 0,-1-2 0,4-5-25,-13 13 21,-1 0-1,0-1 0,-1 0 1,0 0-1,0 0 0,-1-1 1,0 0-1,-1 0 0,0 0 1,-1 0-1,1-10-20,-2 2 32,-1 0 0,-2 0 1,1 0-1,-2 0 0,-1 0 0,-3-11-32,1 14 25,-1 0-1,-1 1 0,-1 0 1,0 0-1,-1 1 0,0 0 1,-1 1-1,-7-8-24,14 18-24,2 2 13,1-1-1,-1 1 0,0-1 0,0 1 1,0-1-1,0 1 0,-1-1 0,1 1 1,0 0-1,-1 0 0,1 0 1,0 0-1,-1 0 0,1 0 0,-1 0 1,0 0-1,1 0 0,-1 1 1,0-1-1,1 1 0,-1-1 0,0 1 1,0 0-1,1 0 0,-1-1 0,0 1 1,0 0-1,0 1 0,1-1 1,-1 0-1,0 0 0,0 1 0,0 0 12,-7 4-212,-1 1-1,2 0 0,-1 0 0,1 1 0,0 0 0,0 1 0,1 0 0,0 0 1,-3 5 212,0 3-972,0 0 1,1 1-1,0 0 1,2 0-1,-3 8 972,-2 11-9286</inkml:trace>
  <inkml:trace contextRef="#ctx0" brushRef="#br0" timeOffset="2976.582">3494 690 10584,'10'3'1701,"-11"4"-1287,-1 0 0,0 0 1,0 0-1,0-1 0,-1 1 0,1-1 0,-4 5-414,-9 26 333,9-17-174,1 1 0,1 0 0,1 0 0,1 0 0,1 0 1,0 0-1,2 0 0,1 9-159,-1-20 51,1 0 1,0 0 0,0 0-1,1 0 1,0 0 0,0 0-1,1-1 1,1 0 0,0 0-1,0 0 1,0 0 0,1-1-1,1 0 1,-1 0 0,1-1-1,1 0 1,-1 0-1,4 2-51,-8-7 17,0 0-1,1 0 0,-1 0 1,0 0-1,1-1 0,-1 0 1,1 1-1,-1-2 0,1 1 1,0 0-1,-1 0 0,1-1 1,0 0-1,-1 0 0,1 0 1,0 0-1,-1-1 0,4 0-16,0-1 22,-1 0-1,0-1 1,0 1-1,0-1 0,0-1 1,0 1-1,-1-1 1,0 0-1,0 0 0,2-2-21,10-12 32,0 0 0,-1-2 0,-1 0 0,0 0 0,-1-3-32,-2 1 22,-1-1 0,-1 0 0,-1 0-1,5-19-21,-2 7 37,-8 20 15,-1 0-1,0 0 0,-1 0 0,-1 0 0,0 0 0,-1-1 1,-1 1-1,-1-7-51,4 14 299,5 19-154,11 29-6,-15-33-66,8 21 28,-2 1 0,1 7-101,-5-16 43,1 0 1,1 0 0,0-1-1,2 0 1,9 16-44,9 6-7,16 18 7,-41-60-35,-1 1 0,1-1-1,-1 0 1,1 1 0,-1-1 0,0 0-1,1 0 1,-1 0 0,0 0 0,0 0-1,1 0 1,-1-1 0,0 1 0,0-1 35,5-5-171,-1-1 1,0 0-1,-1 0 1,1 0 0,-2 0-1,1-1 1,2-7 170,15-69-1530,-11 38 372,39-119-2848,-29 98-3740</inkml:trace>
  <inkml:trace contextRef="#ctx0" brushRef="#br0" timeOffset="3309.59">4288 283 10488,'15'45'1192,"-3"1"0,-1 0 0,-3 1 0,3 46-1192,-9-77 90,10 75 454,-5-52-369,-2 1 0,-1-1 0,-3 0 0,-1 1 0,-2 10-175,-2-32 188,1-3-892,2-7-2780,-14-12 2711,-11-4-682,-11-2-5538</inkml:trace>
  <inkml:trace contextRef="#ctx0" brushRef="#br0" timeOffset="3643.08">4089 843 9864,'25'5'2881,"-17"-4"-2530,-1 0 0,1 0 1,-1 0-1,1-1 0,-1 0 0,1-1 0,-1 1 1,1-1-1,-1-1 0,2 0-351,79-26 760,-46 14-680,18-11-664,-50 19 225,0 1 1,0 0-1,1 1 1,0 0-1,-1 1 1,2 0-1,-1 1 1,0 0-1,0 1 1,10 0 358,34 5-1803,-4 0-5610</inkml:trace>
  <inkml:trace contextRef="#ctx0" brushRef="#br0" timeOffset="3995.143">5550 687 14168,'10'2'646,"-1"-1"-591,-1 0 137,1 0 0,-1 0 1,0 1-1,0 0 0,0 0 0,0 1 0,0 0 0,3 2-192,-8-2 83,-1-1 0,1 0 0,-1 1 0,0 0 0,0-1 0,0 1 0,-1 0 0,1 0 0,-1 0 0,1 0 0,-1 0 0,0 1 0,0-1 0,-1 0 0,1 1-83,6 56 423,-4-33-176,31 165-225,-30-154-451,-4-37 13,0-1-499,0 0-123,6-18-979,20-94-343,-9 39-5080</inkml:trace>
  <inkml:trace contextRef="#ctx0" brushRef="#br0" timeOffset="3996.143">5607 333 6904,'0'0'0,"7"18"-2016,2 9 2016,-2-14-2016,3-3 2016,-10-10 8,0 0-8,6 17 16,4 5-16,6 16-1696</inkml:trace>
  <inkml:trace contextRef="#ctx0" brushRef="#br0" timeOffset="4533.11">5874 905 10488,'2'1'580,"1"0"0,-1 0 0,0 0 0,1 1 0,-1-1 0,0 1 0,0-1 0,2 3-580,-6 8 350,0-1 0,0 2 0,1-1 0,1 0 0,0 0 0,1 0 0,1 8-350,-2-20 11,0 1 1,0-1-1,0 1 0,0-1 1,0 1-1,1-1 0,-1 1 1,0-1-1,0 1 0,1-1 1,-1 1-1,0-1 0,1 0 1,-1 1-1,0-1 0,1 1 1,-1-1-1,0 0 0,1 1 1,-1-1-1,1 0 0,-1 0 1,1 1-1,-1-1 0,1 0 1,-1 0-1,1 0 0,-1 1 1,1-1-1,-1 0 0,1 0 1,-1 0-1,1 0 0,-1 0 1,1 0-1,0 0 0,-1 0 1,1 0-1,-1-1 0,1 1 1,-1 0-1,1 0 0,-1 0 1,1 0-1,-1-1 0,1 1 1,-1 0-1,0-1 0,1 1 1,-1 0-1,1-1 0,-1 1 1,0 0-1,1-1 0,-1 1 1,0-1-1,1 1 0,-1-1-11,24-26 117,-23 25-66,16-20 8,-2-2 0,0 0 0,-2 0 0,0-1 0,-2-1 0,1-5-59,-1 8 37,1 0 1,0 1 0,2 0 0,1 1-1,0 1 1,1 0 0,14-11-38,-17 19 9,0 0 0,1 1 1,11-6-10,-23 16 2,-1 0 0,1 0 1,-1 1-1,1-1 0,-1 1 1,1-1-1,-1 1 0,1 0 0,0-1 1,-1 1-1,1 0 0,-1 0 1,1 0-1,0 0 0,-1 0 1,1 1-1,0-1 0,-1 0 1,1 1-1,-1-1 0,1 1 0,-1-1 1,1 1-1,-1 0 0,1 0 1,-1 0-1,0 0 0,1 0 1,-1 0-1,0 0 0,0 0 0,0 0 1,0 1-1,0-1 0,0 0 1,0 1-1,0 0-2,6 8 30,-1 0 0,0 0 1,0 1-1,2 8-30,-6-15 11,6 18 40,-1 1 0,0-1 0,2 24-51,8 26 22,-4-40-159,-10-27-10,-1 0 0,1 0 1,-1 0-1,-1 0 0,1 0 0,-1 1 1,0-1-1,1 4 147,-2-8-605,0-1-495,21 5-1993,34-25 774,-22 5-5014</inkml:trace>
  <inkml:trace contextRef="#ctx0" brushRef="#br0" timeOffset="5902.139">6877 797 8248,'-8'-12'1664,"4"5"-1334,-1 0 0,0 1 0,0-1 0,0 1 0,-1 0 0,0 0 0,0 1 1,0-1-1,-1 2 0,0-1 0,0 1 0,-7-4-330,-22-10 808,30 14-676,-1-1 0,0 2 0,-1-1 0,1 1-1,0 0 1,-1 1 0,0-1 0,1 2 0,-1-1 0,0 1 0,0 0 0,0 1 0,0-1 0,0 2 0,0-1-1,-3 2-131,4 0 71,1 0 0,0 0 0,0 1 0,0-1 0,0 1 0,1 1 0,-1-1-1,1 1 1,0 0 0,0 1 0,0-1 0,1 1 0,-2 1-71,-11 14 127,0 2 1,-7 12-128,21-29 39,0-1-20,0 1 0,0 0 0,0 0 0,1 0 0,0 0 0,0 0 0,0 0 0,1 1 0,0-1 0,0 1 0,0-1 0,0 1 0,1-1 0,0 1 0,0 0 0,1-1 0,0 1 0,0-1 0,0 1 0,0-1-19,2 4 38,1 0 1,0 0-1,0-1 0,1 0 1,0 0-1,0 0 0,1-1 1,0 1-1,1-1 0,-1-1 1,4 3-39,-6-6 16,0 0 1,0 0 0,0-1-1,0 1 1,0-1-1,0 0 1,1-1 0,-1 1-1,1-1 1,-1 0 0,1 0-1,-1 0 1,1 0-1,0-1 1,0 0 0,-1 0-1,1 0 1,0-1-1,-1 1 1,1-1 0,0 0-1,-1-1 1,1 1 0,0-1-17,4-2 27,0 1 1,0-2-1,-1 1 1,0-1-1,0 0 1,0-1-1,0 0 1,-1 0-1,0-1 1,0 1-1,2-5-27,7-11 54,-1 0 0,-1-2 0,-1 1 1,-1-1-1,-1-1 0,-1 0 0,1-11-54,10-39 92,9-70-92,-24 102 12,-2 0-1,-2-22-11,0 8 10,-3 29-8,-1-20 15,2 46-15,0 0 0,0 1 0,0-1 0,0 0 1,1 0-1,-1 1 0,1-1 0,-1 0 0,1 1 0,-1-1 0,1 0 0,0 1 0,0-1 0,0 1 0,0 0 0,0-1 0,0 1 0,0-1 0,0 1 0,1 0-2,-1 0 13,-1 1 2,2 19-3,1-1 9,1 0-1,1-1 1,3 5-21,-2-6 18,-1 1 1,-1 0-1,0 6-18,13 131 123,-15-134-105,7 45 66,6 18-84,-11-62 30,2-1 0,1 1 0,0-1 0,2 0 0,10 17-30,-14-28 16,0 0-1,1 0 0,0 0 1,0-1-1,1 0 1,0-1-1,7 7-15,-11-12 5,0 0-1,0 0 1,0-1-1,1 1 1,-1-1-1,0 1 1,1-1-1,-1 0 1,1 0-1,-1-1 1,1 1-1,0-1 1,-1 0-1,1 0 1,-1 0-1,1 0 1,0-1-1,-1 1 1,1-1-1,-1 0 1,1 0-1,-1 0 1,1 0-1,0-1-4,13-6-4,0-1 1,-1 0-1,0-1 0,0-1 1,-1 0-1,0-1 0,10-12 4,18-21-29,25-35 29,-65 76 0,4-5-2,0 0 0,-1 0-1,0 0 1,-1-1 0,0 0-1,0 0 1,-1 0-1,0-1 1,-1 1 0,0-5 2,-2 9-2,0 1 1,0-1 0,-1 1 0,0-1-1,0 1 1,0-1 0,-1 0-1,0 1 1,0-1 0,0 1 0,-1 0-1,1-1 1,-1 1 0,-1 0-1,1 0 1,-1 0 0,0 0 0,0 1-1,0-1 1,-3-2 1,6 7-2,-1-1-1,1 1 1,0 0 0,-1-1-1,1 1 1,-1 0 0,1-1-1,-1 1 1,1 0 0,-1 0-1,1 0 1,-1-1 0,1 1 0,-1 0-1,0 0 1,1 0 0,-1 0-1,1 0 1,-1 0 0,1 0-1,-1 0 1,0 0 0,1 0-1,-1 0 1,1 0 0,-1 0-1,1 1 1,-1-1 0,1 0-1,-1 0 1,1 1 0,-1-1-1,1 0 1,-1 1 0,1-1-1,-1 0 1,1 1 0,0-1-1,-1 1 1,1-1 0,0 0-1,-1 1 1,1-1 2,-15 24-78,12-20 81,0 1-5,-26 39-22,2 1 0,0 5 24,18-32-7,2 0 0,0 0-1,1 1 1,1 0 0,1 0-1,0 0 1,0 10 7,4-20-1,-1-1-1,1 1 1,1 0-1,0-1 1,0 1 0,0-1-1,1 0 1,1 1-1,-1-1 1,1 0 0,3 5 1,-4-10-1,0 1 1,-1-1-1,1 0 1,1 0 0,-1 0-1,0-1 1,1 1-1,0 0 1,-1-1 0,1 0-1,0 1 1,0-1-1,0-1 1,1 1-1,-1 0 1,0-1 0,1 1-1,-1-1 1,1 0-1,-1 0 1,1-1-1,-1 1 1,1-1 0,0 1-1,-1-1 1,1 0-1,3-1 1,1 0-32,-1 0-1,1-1 1,-1 0-1,1 0 1,-1-1-1,0 0 1,0 0-1,-1 0 1,1-1-1,4-4 33,7-6-287,0 0 0,14-17 287,15-13-230,12-14-263,-48 45 290,2 0 1,-1 0 0,1 2-1,1 0 1,8-5 202,-22 16-3,0 0-1,1-1 1,-1 1 0,1 0 0,-1 0 0,1-1 0,-1 1-1,1 0 1,-1 0 0,1 0 0,-1 0 0,1 0 0,-1 0-1,1 0 1,-1 0 0,1 0 0,-1 0 0,1 0 0,0 0-1,-1 1 1,0-1 0,1 0 0,-1 0 0,1 0 0,-1 1-1,1-1 1,-1 0 0,1 0 0,-1 1 0,0-1 0,1 0-1,-1 1 4,12 19-3,0 32 84,-12-47-79,31 191 660,-23-135-352,-1 1 1,-4 0-1,-2 0 0,-3 0 1,-8 42-311,4-82 259,6-22-253,0 0 0,-1 0 0,1-1 0,0 1 0,-1 0 0,1 0 0,-1 0 0,1-1 0,0 1 1,-1 0-1,1 0 0,0-1 0,0 1 0,-1 0 0,1 0 0,0-1 0,0 1 0,-1 0 0,1-1 0,0 1 0,0 0 0,0-1 0,0 1 0,-1-1 1,1 1-1,0 0 0,0-1 0,0 1 0,0-1-6,-10-41 122,8-12-86,3 0 0,2 0 0,3 0-1,2 0 1,2 1-36,-6 30 2,3-18-11,1-1-1,3 2 0,1 0 0,11-23 10,-19 51-2,1 0-1,1 1 0,0 0 1,1 0-1,0 1 0,1-1 1,-1 1-1,2 1 1,0 0-1,0 0 0,0 1 1,1 0-1,1 0 0,-1 1 1,1 1-1,0 0 0,4-2 3,-9 7 0,0-1-1,0 1 0,0 0 1,0 0-1,0 1 1,1 0-1,-1 0 0,0 0 1,0 1-1,0 0 0,0 0 1,0 0-1,0 1 1,0 0-1,-1 0 0,1 0 1,-1 1-1,1 0 0,-1 0 1,0 0-1,0 1 1,0 0-1,-1 0 0,1 0 1,-1 0-1,0 1 0,0 0 1,0 0-1,-1 0 1,0 0-1,0 0 0,2 6 1,-2-6 6,0 1-1,-1 1 1,1-1-1,-1 0 1,-1 0-1,0 1 1,1-1-1,-2 1 1,1-1-1,-1 1 1,0 0-1,0-1 0,-1 1 1,0-1-1,0 1 1,-1-1-1,1 1 1,-1-1-1,-1 0 1,1 0-1,-1 0 1,0 0-1,-1-1 1,1 1-1,-1-1 1,0 0-1,0 0 1,-1 0-1,-4 4-5,1-1 13,0-1 0,-1 0 0,0-1 1,0 0-1,-1 0 0,1-1 0,-1 0 0,0-1 0,0 0 0,-1 0 0,0-1 1,1 0-1,-8 0-13,-7 2-78,-1 0 0,1-2 0,-1-1 0,-18-1 78,32-1-162,0-1 0,0-1 0,0 0 0,0 0 0,0-1 0,1-1 0,-1 0 0,1-1 0,0 0 0,0 0 0,-1-2 162,9 5-193,1-1-1,0 1 1,-1-1 0,1 1-1,0-1 1,0 0-1,0 0 1,1 0-1,-1 0 1,1 0-1,0 0 1,0 0-1,0 0 1,-1-4 193,-4-32-9553,11 62 7723</inkml:trace>
  <inkml:trace contextRef="#ctx0" brushRef="#br0" timeOffset="6843.11">8284 1106 10312,'0'0'992,"0"0"-38,1-4-276,5-10-358,0 0 1,1 0 0,1 1 0,0-1-1,1 2 1,9-12-321,17-15 1286,18-14-1286,-37 37 104,22-23 1047,26-35-1151,-51 57 218,0-1 0,-1-1 0,-1 0-1,-1 0 1,8-20-218,-16 31 43,0-1-1,-1 1 0,0-1 1,0 1-1,-1-1 1,0 0-1,-1 1 1,1-1-1,-2 1 1,1-1-1,-3-5-42,-4-46 188,8 60-180,1-1 0,-1 1 0,0-1 0,0 0 0,0 1 0,0-1 0,0 0 0,0 1 0,-1-1 0,1 1 0,0-1 0,0 0 0,0 1 0,-1-1 0,1 1 0,0-1 0,0 1 0,-1-1 0,1 0 0,-1 1 0,1-1 0,0 1 1,-1 0-1,1-1 0,-1 1 0,1-1 0,-1 1 0,1 0 0,-1-1 0,1 1 0,-1 0 0,0 0 0,1-1 0,-1 1 0,1 0 0,-1 0 0,0 0 0,1 0 0,-1 0 0,0 0 0,1 0 0,-1 0-8,-1 0 8,1 0 0,-1 1 1,1-1-1,-1 1 0,1-1 0,-1 1 0,1-1 0,0 1 1,-1 0-1,1 0 0,0 0 0,0 0 0,-1 0 0,1 0 1,0 0-1,-1 1-8,-3 9 28,-1 1 1,1 0-1,1 0 1,0 0 0,1 0-1,0 1 1,0 8-29,-5 17 29,-2-3 12,2 1 0,2 0 0,-1 26-41,6-52 6,1-1-1,0 0 1,0 1 0,1-1-1,0 0 1,1 1-1,0-1 1,0 0-1,1 0 1,1 0-1,-1 0 1,1-1-1,1 0 1,-1 1-1,1-2 1,6 9-6,-9-14 0,0 0 0,0 0 0,0 0 0,0 0 0,0-1 0,0 1 0,1 0 0,-1-1 0,1 1 0,-1-1 0,1 0 0,-1 0 0,1 0 0,0 0 1,-1-1-1,1 1 0,0-1 0,0 1 0,-1-1 0,1 0 0,0 0 0,0 0 0,0-1 0,-1 1 0,1-1 0,0 1 0,0-1 0,-1 0 0,1 0 0,-1 0 0,1 0 0,-1-1 0,1 1 0,-1 0 0,0-1 0,1 0 0,0-1 0,10-8-17,0-1 1,-1 0-1,-1-1 0,0-1 0,7-10 17,-7 9-28,57-79-124,24-32-317,-90 123 452,0 0-1,1 0 0,0 1 1,0-1-1,0 0 1,0 1-1,0 0 0,0 0 1,0 0-1,1 0 1,-1 0-1,3 0 18,-5 1 4,0 1 0,1 0 0,-1 0 0,1 0-1,-1 0 1,0 1 0,1-1 0,-1 0 0,0 1 0,0-1 0,1 0-1,-1 1 1,0-1 0,0 1 0,1 0 0,-1 0 0,0-1 0,0 1-1,0 0 1,0 0 0,0 0 0,0 0 0,0 0 0,0 0 0,-1 0-1,1 0 1,0 0 0,-1 1 0,1-1 0,-1 0 0,1 0-1,-1 1 1,1-1 0,-1 0 0,0 1-4,8 25 89,-1 0 0,-1 0 0,-2 0 0,0 0 0,-2 1-1,-1 0-88,4 42 338,0-50-276,-4-17-18,0-1 1,0 1-1,-1 0 0,1 0 1,0 0-1,-1 0 1,0-1-1,0 1 1,0 0-1,0 0 0,0 2-44,95-214 147,-87 192-147,1-1 0,0 2-1,2-1 1,2-2 0,-8 12-3,0 1 0,1-1 0,0 1-1,0 1 1,0-1 0,1 1 0,-1 0 0,1 1-1,0 0 1,1 0 0,0 0 3,-5 2-1,0 1 0,1 0 0,-1 0 0,0 0 1,1 1-1,-1-1 0,1 1 0,-1 0 0,1 0 0,-1 0 0,1 0 0,-1 1 1,1-1-1,-1 1 0,0 0 0,1 0 0,-1 0 0,0 0 0,0 1 0,1 0 0,-1-1 1,0 1-1,-1 0 0,1 0 0,0 0 0,-1 1 0,1-1 0,-1 1 0,1 0 1,1 2 0,6 10-34,0 0 1,-1 1 0,-1 0 0,0 0 0,3 11 33,1 3-136,50 103-1467,-60-131 1457,-1 1 0,0-1 0,1 1-1,0-1 1,-1 0 0,1 0-1,0 0 1,0 0 0,1 0 0,-1 0-1,0 0 1,1-1 0,-1 1-1,0-1 1,1 0 0,0 0-1,1 1 147,2 0-942,0 0 0,1 0 0,0 0 0,-1-1-1,1 0 1,0-1 0,4 1 942,-3-1-4906,-18 0 3695</inkml:trace>
  <inkml:trace contextRef="#ctx0" brushRef="#br0" timeOffset="8168.21">9921 671 8968,'0'-29'1156,"-1"0"0,-2 0 0,-1 0 0,-4-14-1156,6 33 225,-1 1 0,0-1-1,0 1 1,-1 0 0,0 0 0,-1 0 0,0 0 0,0 1 0,-1 0 0,0 0 0,0 0 0,-1 1 0,0 0 0,0 0 0,-1 0-225,6 6 49,0 0 0,0 0 1,0 0-1,0 0 0,0 1 0,0-1 0,0 1 0,0-1 0,-1 1 0,1 0 1,0-1-1,0 1 0,0 0 0,-1 1 0,1-1 0,0 0 0,0 1 0,0-1 1,0 1-1,0 0 0,-1-1 0,1 1 0,0 0 0,1 0 0,-1 0 1,0 1-1,0-1 0,0 0 0,1 1 0,-1-1 0,0 2-49,-7 5 52,1 1-1,0-1 1,0 2-1,-5 9-51,-2 2 82,2 1-1,0 0 0,2 1 0,0 1 0,2-1 0,-6 23-81,14-37 17,0-1 0,0 1-1,1-1 1,0 1 0,0-1-1,1 1 1,0-1 0,0 0 0,1 1-1,1-1 1,-1 0 0,1 0 0,0 0-1,1 0 1,0-1 0,0 1 0,1-1-1,0 0 1,0 0 0,2 1-17,-5-6 2,0 1 0,0-1-1,0 0 1,1-1 0,-1 1 0,0 0 0,1-1 0,-1 1 0,1-1 0,-1 0 0,1 0 0,0 0 0,0 0 0,-1 0-1,1 0 1,0-1 0,0 1 0,0-1 0,1 0-2,0 0 6,1-1 0,0 0 0,0 0-1,-1 0 1,1 0 0,0-1 0,-1 1 0,0-1-1,1 0 1,-1-1 0,1 0-6,8-5 15,-1-2 1,0 1-1,-1-1 0,0-1 0,-1 0 1,9-12-16,-8 9 15,-1-1 1,-1 0-1,0 0 0,-1-1 1,-1 0-1,-1-1 1,0 1-1,-1-1 0,0-3-15,10-45 40,-2 0-1,-4-1 0,-2-4-39,-3 26 11,2 0 1,4-13-12,-5 38 15,0 1 0,1-1 1,1 1-1,0 0 0,1 1 0,6-9-15,-4 16 179,-7 21 6,0 3-153,99 458 751,-90-408-649,4 0 1,2-2-1,3 0 0,15 28-134,-33-83 9,0-1-1,1 1 0,0-1 0,1 0 0,-1 0 1,1-1-1,0 1 0,0-1 0,1 0 1,0-1-1,0 1 0,3 1-8,-4-5-5,-3-1 1,0 0 0,1 0 0,-1-1 0,1 1 0,-1-1 0,0 1 0,0-1 0,1 0 0,-1 0 0,0 0 0,0 0 0,0 0 0,0 0 0,0-1 0,0 1 0,0-1 1,0 1-1,0-1 0,-1 0 0,1 0 0,-1 0 0,1 0 0,-1 0 0,0 0 0,0 0 0,1-1 4,4-7-31,11-16-97,-1-1 0,-2 0 1,0-2-1,3-13 128,10-20-87,-16 41 44,-2-1 0,-1 0 1,0 0-1,-2-1 0,0 1 1,-1-4 42,-5 22-7,0 1 1,0-1 0,0 1 0,0-1-1,0 1 1,-1 0 0,1-1 0,-1 1-1,0 0 1,0-1 0,0 1 0,-1 0 0,1 0-1,-1 0 1,0 0 0,1 0 0,-1 0-1,-1 1 1,1-1 6,0 1-4,1 1 0,-1-1-1,0 1 1,0-1 0,0 1 0,0 0-1,0-1 1,0 1 0,0 0-1,0 1 1,0-1 0,-1 0 0,1 1-1,0-1 1,0 1 0,-1-1 0,1 1-1,0 0 1,-1 0 0,1 0 0,0 1-1,-1-1 1,1 0 0,0 1 0,-1 0-1,0 0 5,-2 1 0,-1 0 0,0 1 0,1 0 1,0 0-1,-1 0 0,1 1 0,0-1 0,1 1 0,-1 1 0,1-1 0,-4 5 0,-1 4 1,0 0 0,1 1-1,-6 11 0,-1 4 3,6-12-1,1 0 1,1 0-1,0 1 1,1 1-1,1-1 1,-2 14-3,5-24 1,1 1-1,0-1 1,0 0 0,1 1 0,0-1-1,1 0 1,0 1 0,0-1-1,1 0 1,0 0 0,0 0 0,1 0-1,0 0 1,0 0 0,1-1-1,3 5 0,-5-9 1,0-1-1,0 1 1,0 0-1,1-1 1,-1 0-1,1 0 0,-1 1 1,1-1-1,0-1 1,0 1-1,0 0 1,0-1-1,0 0 0,1 1 1,-1-1-1,0 0 1,1-1-1,-1 1 1,0-1-1,1 1 0,-1-1 1,1 0-1,-1 0 1,1-1-1,-1 1 1,0-1-1,1 1 0,1-2 0,5-1 2,0-1-1,0 0 1,0 0-1,0-1 1,-1 0-1,0-1 1,0 0-1,4-4-1,159-136-92,-162 136 49,0-1-1,-1 0 1,0-1-1,-1 0 1,-1 0-1,0 0 0,0-1 1,-1 0-1,-1-2 44,23-35-69,-28 49 67,0 0 0,0 1-1,0-1 1,1 0 0,-1 0 0,0 1-1,0-1 1,1 1 0,-1-1 0,1 0-1,-1 1 1,0-1 0,1 1 0,-1-1-1,1 1 1,-1-1 0,1 1 0,0-1-1,-1 1 1,1-1 0,-1 1 0,1 0-1,0-1 1,-1 1 0,1 0 0,0 0-1,-1 0 1,1-1 0,1 1 2,-1 0 3,0 1-1,0-1 1,0 1 0,0-1 0,0 1-1,0 0 1,0-1 0,0 1 0,0 0-1,0-1 1,0 1 0,-1 0 0,1 0-1,0 0 1,0 0 0,0 1-3,1 2 23,1 0-1,-1 0 1,1 0 0,-1 1 0,-1-1 0,1 1-1,-1 0 1,0-1 0,1 4-23,2 64 342,3-1 0,8 24-342,-7-50 201,-7-44-142,-1-1 6,9-23 6,48-126-52,-45 123-21,2 1 0,1 1 1,1 0-1,0 1 1,4-1 1,-17 20-1,0 1 1,1-1 0,-1 1 0,1 0 0,-1 0-1,1 0 1,0 1 0,1-1 0,3-1 0,-7 4 0,1-1 0,-1 1 0,1-1 1,0 1-1,-1-1 0,1 1 0,0 0 1,-1 0-1,1 0 0,0 0 0,-1 0 1,1 0-1,0 1 0,-1-1 0,1 0 1,0 1-1,-1 0 0,1-1 0,-1 1 1,1 0-1,-1-1 0,1 1 1,-1 0-1,0 0 0,1 0 0,-1 1 1,0-1-1,0 0 0,1 1 0,9 13 17,0 1 0,-1 0 0,-1 0-1,-1 1 1,2 6-17,9 17 32,-7-18 0,4 11-20,3 0 1,0-1-1,4 2-12,-18-28-136,-5-4 97,1-1 0,0 1 0,0-1 0,0 1 1,0-1-1,1 0 0,-1 1 0,0-1 0,0 0 0,1 0 0,-1 0 0,1 0 1,-1 0-1,1 0 0,-1 0 0,1 0 0,0-1 0,-1 1 0,1-1 1,0 1-1,-1-1 0,1 0 0,0 1 0,0-1 39,-1 0-429,0-15-212,1 1 1,0 0-1,0 0 1,2-2 640,-1 7-439,-1 0 1,0 0 0,-1-1-1,0 1 1,0 0 0,-1-1 0,-1 1-1,1-1 1,-1 1 0,-2-5 438,2 6-236,1 1 0,-1 0 0,1 0 0,0-1 0,1 1 0,0 0 0,1-7 236,2-24-472,-4-8-872,0-25-5056</inkml:trace>
  <inkml:trace contextRef="#ctx0" brushRef="#br0" timeOffset="8530.732">11366 313 9328,'0'0'1465,"0"0"-36,-1 3-367,-3 10-710,1 0 1,0 0 0,0 0 0,2 1-1,0-1 1,0 0 0,1 1 0,2 11-353,-3 49 771,-1-56-634,-10 112 1895,5 28-2032,8-156 19,0 3 23,-11 14-46,10-19-15,-1 1-1,0-1 0,1 0 0,-1 0 0,0 1 0,1-1 1,-1 0-1,0 0 0,0 0 0,1 0 0,-1 0 0,0 0 1,1 0-1,-1 0 0,0 0 0,1 0 0,-1-1 0,0 1 1,0 0-1,1 0 0,-1-1 0,1 1 0,-1 0 1,0-1-1,1 1 0,-1 0 0,1-1 0,-1 1 0,1-1 1,-1 1-1,1-1 0,-1 0 20,-20-17-589,20 17 580,-4-3-169,1 0 0,0 0 0,1-1 0,-1 0 0,1 1 0,0-1 0,0 0 0,0-1 0,1 1 0,-1 0 0,0-4 178,-4-10-571,1 7 196,5 11 331,0-1 0,0 1 1,0 0-1,1-1 1,-1 0-1,0 1 0,1-1 1,-1 1-1,1-1 1,-1 0-1,1 1 0,0-1 1,0 0-1,0 0 1,0 1-1,0-1 0,0 0 1,0 1-1,1-1 1,-1 0-1,1 0 0,-1 1 1,1-1-1,-1 1 1,1-1-1,0 1 0,0-1 1,0 1-1,0-1 1,0 1-1,0 0 0,0-1 1,0 1-1,1 0 1,-1 0-1,1-1 44,6-5 91,0 1-1,0 0 1,0 0 0,0 1-1,1 0 1,0 0 0,0 1-1,3 0-90,82-26 1164,-62 22-708,-1-2-1,5-4-455,-16 6 11,91-43 647,-32 5-3663,-56 31-4414,-54 35 5593</inkml:trace>
  <inkml:trace contextRef="#ctx0" brushRef="#br0" timeOffset="10739.797">2539 2253 9688,'-25'-36'1058,"23"31"-866,-1 0 0,0 1-1,1 0 1,-1-1 0,-1 1-1,1 0 1,-1 0-1,1 1 1,-1-1 0,0 1-1,0 0 1,-1 0-1,1 0 1,-2 0-192,-8-3 432,-3-3-67,-1 1 0,-1 1 0,1 1 0,-1 1 0,0 0 1,0 2-1,-12-1-365,26 4 78,1 0 0,0 1 0,0 0 0,0 0 0,0 0 0,0 1-1,0 0 1,1-1 0,-1 1 0,0 0 0,1 1 0,-1-1 0,1 1 0,0-1 0,0 1 0,0 0 0,0 0 0,1 0 0,-1 1 0,1-1 0,-1 1 0,1-1 0,-1 4-78,-5 10 122,0 0 1,2 0 0,0 0 0,-3 12-123,5-10 51,0 1 0,1-1 0,1 0 0,1 1 0,1 0 0,1-1 0,2 19-51,-2-26 22,1-1 0,1 0 1,-1 0-1,2 0 0,-1 0 1,2 0-1,-1-1 0,2 1 1,-1-1-1,1 0 0,1-1 0,-1 0 1,2 0-1,1 1-22,-6-7 17,0 0 0,0 0-1,1 0 1,-1 0 0,1-1 0,-1 0 0,1 0-1,0 0 1,0 0 0,0 0 0,0-1 0,0 0-1,1 0 1,-1 0 0,0 0 0,0-1 0,1 1-1,-1-1 1,0 0 0,1-1 0,-1 1 0,4-2-17,-2 0 21,0 0 0,0 0 0,0-1 1,0 0-1,-1-1 0,1 1 0,-1-1 0,0 0 1,0 0-1,-1 0 0,1-1 0,-1 0 1,0 0-1,0 0 0,0-1-21,14-18 68,-1-1 0,-2 0 1,0-1-1,-2-1 0,0 0 0,-2-1 0,-2 0 0,0-2-68,18-46 328,-26 75-229,-1 29 190,0 7-174,-1-1 1,-2 8-116,-1-9-59,1-1 1,2 1-1,1-1 0,2 1 1,1 4 58,-2-29-202,1 1 1,0-1-1,0 0 0,0 0 1,1-1-1,0 1 1,1 0-1,0-1 0,0 0 1,1 0-1,-1 0 1,1 0-1,1-1 1,-1 0-1,1 0 0,0-1 1,1 1-1,-1-1 1,1-1-1,0 1 0,2 0 202,-8-5-84,1 1 0,-1-1 0,1 0 0,-1 0 0,0 0 0,1 0 0,-1 0 0,1 0 0,-1 0-1,1 0 1,-1 0 0,0-1 0,1 1 0,-1-1 0,0 1 0,1-1 0,-1 1 0,0-1-1,1 0 1,-1 0 84,19-7-2159,1 3-4782,-49 12 5220</inkml:trace>
  <inkml:trace contextRef="#ctx0" brushRef="#br0" timeOffset="11197.889">3136 2079 11120,'0'0'1297,"0"0"-65,0 0-281,0 0-119,0 0-191,0 0-95,-4 2-254,-4 0-227,1 1 0,0 0 0,-1 1 0,1 0 0,0 0 0,1 1 0,-1-1 0,1 1-1,0 1 1,0-1 0,1 1 0,-1 0 0,1 0 0,1 1 0,-2 1-65,-9 18 124,1 1 0,1 0 0,1 1-1,0 5-123,8-21 72,0 1-1,1 0 0,1 0 0,0 0 1,1 0-1,1 1 0,0-1 0,0 0 1,2 0-1,2 13-71,-2-16 35,1 0 0,0 1 0,1-1 1,0-1-1,0 1 0,1 0 0,0-1 0,1 0 0,0 0 1,1-1-1,0 0 0,3 4-35,-6-9 6,1 1 0,-1 0-1,1-1 1,-1 0 0,1 0 0,0 0 0,0 0-1,0-1 1,1 0 0,-1 0 0,0 0 0,1-1-1,0 0 1,-1 0 0,1 0 0,-1-1 0,1 0-1,0 0 1,-1 0 0,1-1 0,0 0-1,-1 0 1,1 0 0,1-1-6,8-4-53,0 1-1,0-2 1,-1 0 0,0-1-1,0-1 1,0 0 0,-2-1 0,2-1 53,25-24-1375,29-34 1375,-20 20-696,-17 15-421,-2-1 1,-1-2-1,-2-1 1,-1-1-1,10-24 1117,3-4-7726</inkml:trace>
  <inkml:trace contextRef="#ctx0" brushRef="#br0" timeOffset="11517.602">3737 1707 9416,'23'80'4928,"-5"-5"-3052,3 39-1876,-14-51 581,-3 0 1,-3 21-582,3 72 598,-3-97-357,-1-42-266,0 0-1,1 0 1,1 3 25,-1-19-627,-1-1-206,-1 0 773,1 1-1,0-1 1,0 1 0,-1-1-1,1 0 1,0 1-1,-1-1 1,1 1 0,0-1-1,-1 0 1,1 1-1,0-1 1,-1 0 0,1 0-1,-1 1 1,1-1-1,-1 0 1,1 0 0,0 0-1,-1 1 1,1-1-1,-1 0 1,1 0 0,-1 0-1,1 0 1,-1 0-1,1 0 1,-1 0 0,1 0-1,-1 0 1,1 0-1,-1 0 1,1-1 0,-1 1-1,1 0 1,-1 0-1,1 0 1,0-1 60,-20-5-727,3-5-937,-8-6-6376</inkml:trace>
  <inkml:trace contextRef="#ctx0" brushRef="#br0" timeOffset="11851.758">3609 2094 12824,'204'11'4903,"-184"-10"-4982,0-2 0,0 0 0,0-1 0,0-2 0,-1 0 0,1 0 0,-1-2 0,0-1 0,0 0 0,-1-1 0,0-1 0,0-1 0,-1 0 0,-1-2 0,2 0 79,15-15-646,-23 18-31,0 0-1,1 1 1,0 1-1,0 0 1,5-2 677,23-4-2109,-7 3-4771</inkml:trace>
  <inkml:trace contextRef="#ctx0" brushRef="#br0" timeOffset="12186.393">4389 1894 9504,'14'53'1505,"-9"-35"-554,0-1 0,-1 1 0,-1 0 0,-1 0 0,0 5-951,-1 1 186,2 0 0,0 0 0,6 17-186,-3-12 143,-2 0 0,0 5-143,0-16-766,-3-17 162,-1-1-1810,0 0-5946</inkml:trace>
  <inkml:trace contextRef="#ctx0" brushRef="#br0" timeOffset="12187.393">4288 1453 7896,'0'0'0,"0"0"0,0 0 0,0 0-2544,0 0 2544,0 0-2536,0 0 2536,0 0-80,0 0 80,0 0-80,12 49 80,-1-2-1496</inkml:trace>
  <inkml:trace contextRef="#ctx0" brushRef="#br0" timeOffset="12521.121">4919 1809 10136,'-11'0'41,"-3"0"310,1 0 1,0 1-1,-1 1 0,-4 1-351,17-3 142,0 0 0,0 1 0,0-1 0,0 1 0,0-1 0,0 1 0,0-1 0,0 1 0,1 0 0,-1-1 0,0 1 0,0 0 0,1 0 0,-1 0 0,0 0 0,1 0 0,-1 0-142,-9 8 1116,-10 1-832,1 1 1,0 0 0,1 2-1,1 0 1,0 1 0,0 0-1,2 1 1,-4 6-285,18-20 14,-1 0 6,4 31 64,-1-27-77,0 0-1,1-1 0,-1 1 0,1-1 0,0 0 0,0 1 0,1-1 0,-1 0 0,1 0 0,0 0 0,0-1 0,0 1 0,0-1 0,1 1 0,0-1 0,-1 0 1,1-1-1,0 1 0,0-1 0,2 1-6,14 7 9,0-1-1,0-1 1,0-1 0,3 0-9,14 5 13,4 1 10,-26-9 7,-1 1 0,0 0 0,0 1 0,9 6-30,-18-9 31,-1 0 1,1 0-1,-1 1 1,0 0-1,0 0 1,0 0-1,0 0 1,-1 1-1,1 0 1,-1-1-1,-1 1 1,1 0-1,0 0 1,0 4-32,1 1 153,-1 0 0,0 1 0,0-1 0,-1 1 0,-1 0 0,1 8-153,-4-14 54,1-1 0,-1 0 0,1 0 0,-1 0-1,0 0 1,-1 0 0,1-1 0,-1 1-1,0-1 1,1 1 0,-2-1 0,-1 2-54,-5 7 108,-1 2-50,9-10-45,0-1 0,-1 1 1,0 0-1,0-1 0,0 0 1,0 1-1,0-1 1,0 0-1,-1-1 0,0 1 1,1-1-1,-1 1 0,0-1 1,0 0-1,0-1 1,0 1-1,-1-1 0,1 1 1,-2-1-14,-21 3 29,-9 1-2712,-34 0 2683,50 2-5046,11-2-3387</inkml:trace>
  <inkml:trace contextRef="#ctx0" brushRef="#br0" timeOffset="12964.629">5141 2355 10488,'13'-8'432,"-1"0"-1,0-1 1,0 0 0,-1-1 0,9-9-432,38-31 1573,-48 43-1386,-1 1 0,0-1 0,-1-1 0,1 0 0,-1 0 0,-1-1 0,0 1 0,0-2 1,-1 1-1,0-1 0,0 0 0,-1 0 0,0 0 0,-1-1 0,0 0 0,-1 0 0,0 0 0,0-5-187,-2 7 139,2-6 145,-2 0 1,1 0 0,-2 0 0,0 0 0,0 0-1,-1 0 1,-1 0 0,-1 1 0,-4-13-285,7 25 301,-4 2-209,0 1 0,0-1-1,1 1 1,-1 1 0,0-1 0,1 0 0,-1 1-1,1 0 1,0-1 0,-1 1 0,1 1 0,0-1-1,0 0 1,0 1 0,1 0 0,-3 2-92,-9 10 145,1 1 0,-8 13-145,2-2 249,12-18-171,1 0 0,0 0 1,1 1-1,0 0 0,0 0 0,1 0 1,1 1-1,-1 4-78,-5 20 377,-2 31-377,11-62 28,-1 4 3,0 1 0,0-1 0,2 0 0,-1 0 0,1 1 1,0-1-1,0 0 0,1 0 0,0 0 0,1 0 1,-1 0-1,2-1 0,-1 1 0,1-1 0,0 0 0,0 0 1,1 0-1,0-1 0,1 1 0,-1-1 0,1 0 1,0-1-1,0 1 0,1-1 0,0-1 0,0 1 0,0-1 1,0 0-1,3 0-31,1 1-59,-1 0-1,1-1 1,0-1 0,0 0 0,0 0-1,0-1 1,1-1 0,-1 0 0,1 0 0,-1-1-1,1-1 1,-1 0 0,1 0 0,-1-1 0,0-1-1,0 1 1,0-2 0,0 0 0,0 0 0,8-6 59,-7 3-315,0 0-1,0-1 1,-1-1 0,0 0 0,10-10 315,14-22-3424,-15 16-6436,-47 58 7427</inkml:trace>
  <inkml:trace contextRef="#ctx0" brushRef="#br0" timeOffset="9780.042">241 2507 11832,'0'0'1289,"0"0"-52,0 0-227,0 0-114,0 0-223,1 7-155,90 308 646,-53-179-851,-15-58 365,8 60-678,-29-96-281,-2-41 261,0-1 0,-1 1 1,1-1-1,0 1 0,-1-1 1,1 1-1,0-1 0,-1 0 0,1 1 1,0-1-1,-1 1 0,1-1 1,-1 0-1,1 1 0,-1-1 1,1 0-1,-1 0 0,1 1 1,-1-1-1,1 0 0,-1 0 0,1 0 1,-1 0-1,0 1 0,1-1 1,-1 0-1,1 0 0,-1 0 1,1 0-1,-1 0 0,0 0 0,1-1 1,-1 1 19,-20-3-326,17 0 282,-1 0 0,1 0 1,-1 0-1,1-1 0,0 0 1,0 0-1,1 0 0,-1 0 1,1-1-1,0 1 0,0-1 1,1 0-1,-1 0 0,1 0 1,0 0-1,0 0 0,0-2 44,-4-12-126,1 0-1,1-1 0,1 0 0,0-3 127,-2-29-202,1 0 0,3-1 0,2 1 0,2 0 0,4-12 202,-2 36-79,2-14-39,7-25 118,-9 52 30,0 1 0,0 0 1,1 0-1,1 0 1,0 1-1,4-5-30,-4 9 78,0 0 0,0 0-1,1 0 1,0 1 0,1 0 0,0 1-1,0 0 1,0 0 0,1 1-1,0 0 1,0 1 0,1 0 0,0 0-1,0 1 1,0 1 0,0 0-1,0 1 1,0 0 0,1 0 0,3 1-78,-2 0 97,0 1 0,-1 1 0,1 0 1,0 1-1,-1 0 0,1 1 0,-1 0 1,0 1-1,0 1 0,0 0 1,0 0-1,-1 1 0,0 0 0,0 1 1,-1 1-1,0-1 0,0 2 0,2 2-97,-7-7 68,-1 1 0,0-1-1,0 1 1,-1 0 0,1 0-1,-1 0 1,0 0 0,0 1-1,-1-1 1,0 1-1,0 0 1,0-1 0,0 1-1,-1 0 1,0 0 0,0 0-1,-1 0 1,0 3-68,-1-2 45,0 0 0,0 0 1,-1 0-1,1 0 0,-2 0 0,1 0 1,-1-1-1,0 1 0,0-1 0,-1 0 0,0 0 1,0 0-1,-1 0 0,1-1 0,-2 1-45,-3 5 12,4-6 29,0 1 0,0-1 1,0 0-1,0 0 0,-1-1 0,0 1 1,0-1-1,0-1 0,-6 4-41,-31 12 18,18-7 24,-2-1 0,1-1 0,-25 5-42,45-13-27,0 0 0,-1-1 0,1 0 0,-1-1 0,1 1 0,0-1 0,-1-1 0,1 1 0,-1-1 0,1 0 0,0 0 0,-1-1 0,1 0 0,0 0 0,0 0 0,0-1 0,1 0 0,-1 0 0,-1-2 27,5 3-63,0 0 1,-1 0 0,1 0 0,1 0-1,-1-1 1,0 1 0,0-1-1,1 1 1,0-1 0,-1 1 0,1-1-1,0 0 1,0 0 0,1 0-1,-1 1 1,0-1 0,1 0 0,0 0-1,0 0 1,0 0 0,0 0-1,0 0 1,0 0 0,1 0 0,0 0-1,-1 0 1,1 0 0,0 1-1,0-1 1,2-2 62,-1 0-292,0 0-1,1 1 1,0-1-1,0 0 1,0 1-1,0 0 1,1-1 0,0 1-1,0 1 1,0-1-1,0 0 1,0 1-1,1 0 1,0 0-1,-1 1 1,5-3 292,9 1-488,0-1 0,0 2 0,12 0 488,-11 0-1091,45-6-7075</inkml:trace>
  <inkml:trace contextRef="#ctx0" brushRef="#br0" timeOffset="10133.103">1163 2492 9688,'36'-11'1500,"-31"8"-1126,1 1 0,0 0-1,0 1 1,0-1 0,0 1 0,0 0 0,1 1-374,-6 0 936,-1 0-5,0 0-117,11 23 153,-7-12-805,0-1 1,0 1-1,-1 0 1,-1 0 0,0 2-163,11 37 499,-10-40-153,0 0 0,-1 0 0,0 0 0,-1 1 0,1 9-346,-1-27 88,1 1-1,-1 0 0,1 0 0,1 0 0,-1 0 1,1 0-1,0 0 0,4-5-87,-1 0 74,67-133 538,-18 35-677,25-32 65,-74 130-169,2 0-1,-1 1 1,1 0 0,1 0-1,0 1 1,0 0 0,8-5 169,-14 11-125,1 1 1,0-1-1,0 1 1,0 0-1,0 0 1,0 1-1,0-1 1,0 1 0,1 0-1,-1 0 1,1 0-1,-1 0 1,0 1-1,1 0 1,-1 0-1,1 0 1,-1 1-1,1-1 1,-1 1 0,1 0-1,-1 0 1,0 1-1,2 0 125,16 7-2170,14 6-8450</inkml:trace>
  <inkml:trace contextRef="#ctx0" brushRef="#br0" timeOffset="14923.526">6863 1809 13272,'0'0'1617,"0"0"-76,0 0-322,0 0-157,0 0-318,2 7-190,12 36-423,2-1 1,1 0 0,3-1 0,1-2-1,15 22-131,-30-54 6,1 0 0,-1-1 0,1 0 0,0-1-1,0 1 1,1-1 0,0-1 0,-1 1 0,2-1-1,-1-1 1,0 1 0,1-1 0,-1-1 0,4 1-6,-3-1-26,1 0 0,0-1 0,0 0 1,0 0-1,0-1 0,0-1 0,0 1 0,0-2 1,0 1-1,0-1 0,0-1 0,7-2 26,-6-1-82,-1 1-1,1-2 1,-1 1-1,0-1 1,-1-1-1,0 0 1,0 0-1,6-9 83,-9 9-63,-1-1-1,0-1 0,0 1 0,-1-1 0,0 0 0,-1 0 0,0 0 0,-1 0 1,0-1-1,0 1 0,-1 0 0,0-1 0,-1 1 0,-1-1 0,1 1 0,-2-1 1,1 1-1,-1-1 0,-1 1 0,0 0 0,-3-7 64,0 1-92,6 16 93,0 0-1,0 0 0,0 0 1,0 0-1,0 0 0,0 0 1,0 0-1,0 0 0,0 0 1,0 0-1,0 0 0,1 0 1,-1 0-1,0 0 0,0 0 1,0 0-1,0 0 0,0 0 1,0 0-1,0 0 0,0 0 1,0 0-1,0 0 0,0 0 1,0 0-1,0 0 0,0 0 1,1 0-1,-1 0 0,0 0 1,0 0-1,0 0 0,0 0 1,0 0-1,0 0 0,0 0 1,0 0-1,0 0 0,0 0 1,0 0-1,0 0 0,0 0 1,0 0-1,0 0 0,0-1 1,0 1-1,0 0 0,0 0 1,0 0-1,0 0 0,0 0 1,0 0-1,0 0 0,0 0 1,0 0-1,0 0 0,0 0 1,0 0-1,23 28 255,24 45 303,-39-60-522,10 26 204,20 78 404,1 26-644,-34-124 107,5 23 48,-2 0 0,-2 0 0,1 25-155,5 130 210,-11-175-112,-1-1 0,0 1 1,-3 8-99,0 3 45,1-4-19,-6 57 96,-9-2 20,14-79-121,0 1-1,0 0 1,0-1-1,-1 0 0,0 0 1,0 0-1,0 0 1,0 0-1,-1-1 1,0 0-1,0 0 0,0 0 1,-5 2-21,3-1 10,4-3-6,0 1 0,0-1-1,0 0 1,-1 0 0,1 0-1,-1 0 1,0-1 0,1 1-1,-1-1 1,0 0 0,-2 0-4,-9 3 6,-45 7-1,40-10-82,0-1 0,0-1 0,0-1 0,0-1 0,0 0 0,1-2 0,-1 0 0,-7-4 77,-21-12-204,31 9-536,-20-35 206,-8-14-2666,8 11-5628,87 116 6655</inkml:trace>
  <inkml:trace contextRef="#ctx0" brushRef="#br0" timeOffset="15336.711">7658 2117 12016,'0'0'1617,"0"0"-85,1 4-361,7 18-728,1-1 1,1-1 0,1 0 0,0 0-1,2-1 1,6 7-444,-15-21 32,1-1 0,-1 0 0,1 0 0,0 0 0,0-1 0,1 1 0,-1-1 0,1-1 0,-1 1 0,1-1 0,0 0 0,0 0 0,0-1-32,3 2 21,-3-1-9,0-1 0,1 0-1,-1 0 1,0 0 0,1-1-1,-1 0 1,0 0 0,1-1-1,-1 1 1,0-1 0,0-1-1,0 1 1,2-2-12,1 1 27,-6 1 1,1 1 0,-1-1 1,1 0-1,0 0 0,-1-1 0,0 1 0,1-1 1,-1 0-1,0 0 0,0 0 0,0 0 0,2-1-28,7-7 49,1 2-24,-8 6-18,-1-1-1,1-1 1,-1 1 0,0-1-1,0 1 1,0-1 0,0 0-1,1-3-6,9-9 47,-2-1 0,1-1 0,-2 0 0,-1 0 0,0-1 0,2-8-47,-8 14 47,-1 0 1,-1 0-1,0 0 1,0 0-1,-2 0 1,1-1 0,-2 1-1,0 0 1,-1-3-48,1 12 18,0 1 0,0 0 1,0 0-1,-1 0 0,1-1 0,-1 2 1,0-1-1,0 0 0,0 0 0,0 0 1,0 1-1,-1-1 0,1 1 1,-1 0-1,0 0 0,0 0 0,1 0 1,-4-1-19,2 0 25,-8-1 137,-25 3 3,-12 7-132,21 3-172,0 1 0,0 1-1,1 1 1,-18 11 139,30-16-50,10-5-32,1 0 0,-1 1 0,1-1 0,0 1 0,0 0 0,0 0 0,1 0-1,-2 1 83,-18 19-280,-20 19-2944,12-12-5761,72-69 6771</inkml:trace>
  <inkml:trace contextRef="#ctx0" brushRef="#br0" timeOffset="16003.981">8463 1818 11568,'0'0'1664,"0"0"-40,0 0-160,0 0-130,1 5-357,8 34-537,1-1 0,3 0 0,0-1 0,3 0 0,1-1 0,21 32-440,3-15 259,-36-49-237,-1 1 0,1-1 0,0 0 0,0 0 0,0-1 0,0 1 0,0-1 0,1 0 0,0-1 0,3 2-22,-6-4 9,-1 0 0,1 0 0,0-1-1,0 1 1,0-1 0,0 0 0,0 1 0,-1-1 0,1 0-1,0-1 1,-1 1 0,1 0 0,-1-1 0,1 1 0,-1-1-1,0 0 1,0 0 0,2-1-9,-2 1 8,8-7 23,0 0 1,-1-1-1,0 0 0,-1 0 1,1-1-1,-2-1 1,0 1-1,0-1 1,1-6-32,1 2-5,-4 6 22,-1 0-1,0 0 1,-1-1-1,0 0 1,0 0 0,-1 1-1,-1-1 1,0-1-1,0 1 1,-1-11-17,-4-2 243,2 26-149,1 13-13,1 5-8,1 0 0,1-1 0,0 1 0,2-1 0,0 1 0,2 1-73,15 40-148,10 18 148,10 27-4648,-27-67-5253,-32-90 7461</inkml:trace>
  <inkml:trace contextRef="#ctx0" brushRef="#br0" timeOffset="16440.738">10406 1529 14344,'0'0'1689,"0"0"-69,0 0-296,0 0-147,-5 4-308,-15 16-367,-2 1-209,1 1-1,2 0 0,-4 6-292,12-14 41,8-11-17,0 1 1,0 0-1,0 0 1,1 0-1,-1 0 1,1 0-1,0 0 1,0 1-1,-1 3-24,-4 13 101,1 0 0,1 0-1,0 0 1,2 1 0,0-1-1,1 7-100,3-18 13,0-1-1,0 1 0,1 0 1,0-1-1,0 1 0,2 0-12,-3-6-1,1 1-1,0 0 1,1-1-1,-1 0 1,1 1-1,0-1 1,0 0 0,0-1-1,0 1 1,1 0-1,0-1 1,-1 0-1,1 0 1,3 2 1,2 0-85,1-1-1,-1 0 1,1 0 0,0-1 0,0 0 0,1 0 0,-1-1 0,0-1 0,1 0 0,-1 0 0,3-1 85,6-2 50,31-2-3451,1 2-6915,-119 5 7774</inkml:trace>
  <inkml:trace contextRef="#ctx0" brushRef="#br0" timeOffset="17308.421">11001 1487 12640,'0'0'1417,"0"0"-32,0 0-148,0 0-114,0 0-308,0 0-142,-3 6-276,-96 159 511,92-150-836,0-1 0,2 1 0,-4 11-72,3-8 46,5-14-12,0 1-1,0-1 1,0 0 0,0 0 0,1 0 0,0 1-1,0-1 1,0 0 0,0 1 0,1-1 0,-1 0 0,1 0-1,0 1-33,1 2 17,-2-6-15,1 1 0,-1 0 0,1-1 1,0 1-1,-1 0 0,1-1 0,0 1 0,0-1 1,0 0-1,0 1 0,0-1 0,1 0 0,-1 1 1,0-1-1,0 0 0,1 0 0,-1 0 0,1 0 1,-1 0-1,1 0 0,0-1 0,-1 1 1,1-1-1,0 1 0,-1-1 0,1 1 0,0-1 1,-1 0-1,1 0 0,0 0 0,0 0 0,0 0-2,3 0 12,0 0 0,0 0 0,0-1 0,0 0 0,0 0 0,-1 0 0,1-1 0,0 0 0,-1 1 0,4-3-12,0-1 14,0-1 0,0 1-1,-1-1 1,0-1 0,0 0 0,0 0-1,-1 0 1,0 0 0,0-1-1,-1 0 1,0-1 0,-1 1-1,3-6-13,4-16 202,0 0 0,-2-1 0,3-20-202,-7 86 806,-5-24-799,0 15 224,1-1 0,2 1 0,2 8-231,-4-29 9,3 14 61,1-1 0,6 17-70,-9-30-23,0 1-1,1-1 0,-1 0 1,1 0-1,0 0 0,1-1 1,-1 1-1,1-1 0,0 1 0,0-1 1,0-1-1,3 3 24,-6-6-48,0 1-1,0-1 1,0 0 0,1 1 0,-1-1-1,0 0 1,0 0 0,0 0 0,1 0 0,-1 0-1,0 0 1,0 0 0,1 0 0,-1 0-1,0 0 1,0-1 0,0 1 0,1-1-1,-1 1 1,0-1 0,0 1 0,0-1-1,0 1 1,1-2 48,23-17-1211,-16 9 640,0 0 1,-1-1 0,0 1 0,0-2-1,-1 1 1,5-13 570,31-77-2562,-27 60 2118,-14 37 453,0-1 1,1 1-1,-1 0 0,1-1 1,0 1-1,-1 0 0,2 0 1,-1 1-1,0-1 0,1 1 1,0-1-1,0 1 0,0 0 1,0 1-1,0-1 0,4-1-9,-7 4 51,0 0 1,0 0-1,0 1 0,0-1 0,0 0 1,0 0-1,0 1 0,0-1 0,0 0 1,0 1-1,0-1 0,0 1 0,0-1 1,0 1-1,0 0 0,-1-1 0,1 1 1,0 0-1,0 0 0,-1-1 0,1 1 1,0 0-1,-1 0-51,15 21 953,-15-21-885,10 18 552,-2-1 0,-1 1-1,1 4-619,15 35 885,-5-7 397,-7-16-24,-10-33-985,8-29 305,3-25-366,2 1 0,6-9-212,-16 47 16,1 0 1,0 0-1,1 1 1,1 0-1,0 0 1,0 0-1,1 1 1,1 0-1,0 0 1,5-3-17,-13 12 5,1 1 1,0-1-1,0 1 0,0 0 1,0-1-1,0 1 1,0 0-1,0 1 0,0-1 1,1 0-1,-1 1 1,0-1-1,0 1 0,1-1 1,-1 1-1,0 0 0,1 0 1,-1 0-1,0 1 1,1-1-1,-1 0 0,0 1 1,0-1-1,1 1 0,-1 0 1,0 0-1,0 0 1,0 0-1,0 0 0,0 0 1,0 1-1,0-1 1,-1 1-1,1-1 0,0 1 1,-1 0-1,1-1 0,-1 2-5,9 7 32,-2 1 0,1 1 0,-2-1 0,0 1 0,5 10-32,-2-1-156,2 0 1,0-1-1,2-1 0,6 7 156,-9-12-391,-10-12 325,0-1-1,-1 0 0,1 0 1,0 1-1,0-1 1,0 0-1,0 0 1,1 0-1,-1 0 1,0-1-1,0 1 1,1 0-1,-1 0 0,0-1 1,1 1-1,-1-1 1,0 1-1,1-1 1,-1 1-1,1-1 1,-1 0-1,1 0 1,-1 0-1,1 0 0,-1 0 1,1 0-1,0 0 67,19-1-1338,10-2-10738,-52 5 9851</inkml:trace>
  <inkml:trace contextRef="#ctx0" brushRef="#br0" timeOffset="17660.362">12227 1162 11384,'2'3'920,"6"7"-336,-2-14 361,4-4 120,-8 7-161,-2 6 71,32 187 1975,36 141-694,-68-332-2281,5 18-592,-2-18-794,2-8-1722,-3 2-5824,-5 11 6757</inkml:trace>
  <inkml:trace contextRef="#ctx0" brushRef="#br0" timeOffset="18009.769">12262 1441 13088,'2'0'1648,"134"-27"3430,-10 18-8189,-117 9 2421,31-3-7889,-93 6 6473</inkml:trace>
  <inkml:trace contextRef="#ctx0" brushRef="#br0" timeOffset="18695.363">12025 871 13624,'0'0'1569,"0"0"-67,0 0-284,0 0-165,0 6-386,-5 31-189,-3 21-382,7-25-459,0-1 0,2 0 0,2 0 0,1 7 363,0-15 110,4 18-3015,0 9-5623,-19-118 6424</inkml:trace>
  <inkml:trace contextRef="#ctx0" brushRef="#br0" timeOffset="19699.004">391 3934 7536,'0'0'1456,"0"0"-24,0 0-95,0 0-44,0 0-99,0 0-90,0 0-256,-2-5-195,-28-46 852,30 51-1479,-1-1 0,1 1 0,-1-1-1,0 1 1,1 0 0,-1 0 0,0-1 0,0 1-1,1 0 1,-1 0 0,0 0 0,1 0 0,-1-1-1,0 1 1,0 0 0,1 0 0,-1 1 0,0-1-1,0 0 1,1 0 0,-1 0 0,0 0 0,0 1-1,1-1 1,-1 0-26,-1 1 68,-3 0-23,1 1 0,-1 0 0,1 0 0,0 0 0,0 0 0,0 1 0,0 0 0,0-1-1,0 1 1,1 1 0,-1-1 0,1 1 0,0-1 0,0 1 0,0 0 0,-1 3-45,-5 5 28,3-5 11,0 0-1,1 0 1,0 1 0,1 0-1,0 0 1,0 0-1,0 0 1,1 0 0,1 1-1,-1 1-38,-5 15 69,-2 8 51,1 1 0,-3 33-120,11-47 38,2 1 1,0-1 0,1 1-1,4 16-38,-5-32 5,1 0-1,0 0 1,0 0 0,1 0-1,-1 0 1,1-1-1,0 1 1,0-1-1,0 0 1,1 0-1,3 3-4,-1 0 1,-3-4-3,0 0 0,0-1 0,1 1 0,-1-1-1,1 1 1,0-1 0,0 0 0,-1 0 0,1-1 0,1 1 0,-1-1 0,0 0 0,4 1 2,-1-1-38,-2 0-38,0 0 0,0 0 0,0 0 1,1-1-1,-1 0 0,0 0 0,0-1 1,0 1-1,0-1 0,0 0 0,1 0 1,-2-1-1,1 0 0,0 1 0,0-2 1,1 0 75,23-10-742,-1-2 0,0-1 0,-1-2 0,3-3 742,7-11-1930,-9 6-221,-3 3-4300,-59 53 4854</inkml:trace>
  <inkml:trace contextRef="#ctx0" brushRef="#br0" timeOffset="20173.46">721 3949 8520,'0'0'977,"0"0"-16,0 0-82,0 0-48,0 0-127,0 0-80,0 0-192,0 0-40,0 0 33,0 0-1,-2 12 236,-1 3-444,1 0 0,0 1 0,1-1 0,1 0 0,1 1 0,0-1 0,1 0 1,0 0-1,1 0 0,1 0 0,1 0 0,0-1 0,1 1 0,3 6-216,-6-15 32,1-1-1,-1 1 1,1-1 0,0 0 0,1 0-1,-1 0 1,1-1 0,0 1-1,0-1 1,0 0 0,0-1-1,1 1 1,0-1 0,-1 0 0,1 0-1,0-1 1,1 0 0,-1 0-1,0 0 1,1-1 0,-1 0-1,0 0 1,1-1 0,0 1 0,-1-1-1,1-1 1,-1 1 0,1-1-1,-1-1 1,0 1 0,2-1-32,1-1 27,1 0 0,-1-1 1,1 0-1,-1 0 0,0-1 0,-1 0 1,1-1-1,-1 0 0,0 0 0,0 0 1,2-5-28,-2 2 42,-1-1 0,0-1 1,-1 1-1,0-1 0,-1 0 1,0-1-1,-1 1 0,1-5-42,-4 7 34,1 0 0,-2 0 0,1 0 0,-1 0 0,-1 0 0,0 0 0,0 0 0,0 0 0,-1 0 0,-1 1 0,1-1 0,-2 1 0,1-1 0,-1 0-34,-7-8 61,0 1-1,-1 1 1,0 0-1,-2 0 1,-2-2-61,-14-3 9,26 19-21,0-1-1,0 1 1,0 0-1,0 0 1,0 1 0,-1-1-1,1 1 1,0 0-1,0 0 1,0 0-1,-1 1 1,1-1-1,0 1 1,0 0-1,0 0 1,0 0-1,0 1 1,0 0-1,-1 0 13,-5 3-79,1 1-1,0 0 0,0 0 0,0 1 0,-5 4 80,7-3-150,0-1 0,0 1-1,1 0 1,0 0 0,0 1-1,0 0 1,2 0 0,-3 5 150,0-1-186,1-3-191,1 0-1,0 0 1,0 1-1,1-1 0,-2 10 378,-15 44-2946,0-10-4578,49-126 5683</inkml:trace>
  <inkml:trace contextRef="#ctx0" brushRef="#br0" timeOffset="20704.747">1418 3933 8608,'0'0'944,"0"0"14,0 0 61,0 0-14,0 0-130,0 0-83,1 4-216,11 68 952,4-2 0,22 64-1528,-30-119 395,0-12-129,-7-4-247,0 0 0,0-1 1,0 1-1,0 0 0,0 0 0,0-1 0,0 1 0,-1-1 0,1 1 0,0-1 0,-1 1 1,1-1-1,-1 1 0,1-2-19,11-62 314,-12 65-300,8-56 71,19-146 135,-25 190-168,0 0-1,1 0 1,1 1-1,-1-1 1,2 0-1,0 1 1,0 0-1,1 0 0,0 1 1,1 0-1,0 0 1,7-8-52,-12 17 15,0 0 0,1 0 0,-1 0 0,0 0 0,0 0-1,0 1 1,0-1 0,1 1 0,-1 0 0,0 0 0,1 0 0,-1 0 0,0 0 0,0 0 0,1 0 0,-1 1 0,0-1 0,0 1 0,0 0 0,0-1 0,1 1 0,-1 1-15,0-2 13,-1 1-6,1-1-1,0 1 0,0 0 0,0 0 0,-1 0 1,1 0-1,-1 0 0,1 0 0,0 1 0,-1-1 1,0 0-1,1 1 0,-1-1 0,0 1 0,0 0 1,0-1-1,0 1-6,5 6 14,2 0 0,-5-5 2,-1 0-1,1 0 1,-1 0 0,1 1 0,-1-1 0,0 1 0,0-1 0,-1 1-1,2 3-15,26 69 269,14 58-269,-41-128-2,8 29-266,1-1-1,13 24 269,-20-50-104,0 1-1,1-1 1,0 0 0,1 0 0,-1-1-1,2 0 1,-1 0 0,1 0 0,0 0-1,0-1 1,4 1 104,-10-6-68,0 0 1,1 0-1,-1 0 0,1-1 1,-1 1-1,1-1 0,-1 1 1,1-1-1,-1 0 0,1 1 1,-1-1-1,1 0 0,0 0 1,-1 0-1,1 0 0,-1 0 1,1-1-1,-1 1 0,1 0 1,-1-1-1,1 0 68,31-17-1620,-8 2 1023,-19 13 374,0 0-1,0 0 1,0-1 0,0 0 0,-1 0 0,0-1 0,0 0 0,0 1 0,0-2 0,2-2 223,3-3-993,9-10-5445,-45 49 4844</inkml:trace>
  <inkml:trace contextRef="#ctx0" brushRef="#br0" timeOffset="21144.795">2311 3739 12728,'0'0'1473,"0"0"-53,0 0-234,0 0-132,-6 4-413,-4 6-578,1 0 0,-1 0 0,1 1 1,1 0-1,0 0 0,1 1 0,0 0 0,0 0 0,2 1 0,-1 0 0,2 0 0,0 0 1,0 1-1,1-1 0,0 11-63,2-14 6,2 1 0,0-1 0,0 0 0,1 6-6,-1-14 1,-1-1-1,1 0 1,-1 0 0,1 0 0,-1 0-1,1 0 1,0 1 0,0-1 0,-1 0-1,1-1 1,0 1 0,0 0 0,0 0 0,0 0-1,0 0 1,0-1 0,0 1 0,0 0-1,0-1 1,1 1 0,-1-1 0,0 0-1,1 1 0,1 0 3,28 8-1,92-2-75,-115-6 73,-1-1-1,1 1 1,-1 1-1,0-1 1,0 1-1,1 0 1,-1 1-1,-1 0 1,1 0-1,0 0 1,-1 1-1,1 0 1,-1 0-1,0 0 1,-1 1 0,1 0-1,0 1 1,-5-4 25,1 0-1,0 1 1,0-1-1,-1 1 1,0 0-1,1-1 1,-1 1-1,0 0 1,0 0-1,-1 0 1,1 0 0,0 0-1,-1 0 1,0 0-1,0 0 1,0 0-1,0 0 1,0 0-1,-1-1 1,1 1-1,-1 0 1,0 1-25,-1 2 53,-1 0 0,0 0 0,0 0 0,0 0 0,-1 0 0,0-1 0,0 1 0,0-1 0,-1 0 0,0-1-53,-9 10 76,-2-1 0,1 0 0,-2-2 1,0 0-1,-15 7-76,19-12-87,0-1 0,0 0 1,0-1-1,0-1 0,-1 0 1,0-1-1,-3 0 87,14-2-254,-1 0 0,1 0 0,0 0 1,0-1-1,0 1 0,0-1 0,-1 0 0,1 0 0,0 0 0,-1-1 254,9-19-3742,-2 11-3545,-6 23 5501</inkml:trace>
  <inkml:trace contextRef="#ctx0" brushRef="#br0" timeOffset="21540.334">2881 4046 13360,'0'0'1313,"0"0"-57,0 0-250,0 0-143,0 0-324,2 6-154,1 2-356,0-1 0,1 0 0,0 0 0,0 0 0,1-1 0,-1 1 0,1-1 0,1 0 0,-1 0 0,1-1 0,6 5-29,39 14 212,-48-24-195,0 1 0,0-1 0,0 0 0,0 0 0,0-1 0,-1 1-1,1 0 1,0-1 0,0 0 0,0 0 0,0 0 0,0 0 0,-1 0 0,1-1 0,0 1 0,-1-1 0,1 1 0,-1-1 0,0 0-17,1 0 20,-1 1-8,-1 0-1,1 0 0,-1 0 0,1 0 1,-1-1-1,1 1 0,-1 0 1,0-1-1,0 1 0,0-1 0,0 1 1,0-1-1,0 1 0,0-1 0,0 0 1,0-1-12,3-5 26,0 0-4,0 0 1,0 0-1,-1-1 1,0 1-1,0-1 0,-1 1 1,0-1-1,-1 0 0,0 0 1,0 0-1,-1 0-22,-1-12 78,0 0 0,-1 0 0,-5-17-78,6 30 26,-2 0 0,1 0 1,-1 0-1,0 1 0,-1-1 0,0 1 0,0 0 1,-5-6-27,2 2 15,3 5 1,1 1 1,-1-1-1,0 1 0,0 0 0,-1 0 0,1 1 0,-1-1 0,-6-3-16,4 3 9,4 3-6,0 1 0,0-1 1,0 1-1,0 0 0,0 0 1,-1 0-1,1 0 1,0 1-1,-1-1 0,1 1 1,0 0-1,-1 0 0,1 0 1,-1 0-1,1 1 0,-4 0-3,3 0-1,-1 0-7,0 0 1,1 1-1,-1-1 1,1 1-1,-1 0 1,1 1-1,-1-1 1,1 1-1,0 0 1,0 0-1,1 0 1,-1 0 0,0 1-1,0 1 8,-1 0-53,-6 4-221,1 2 0,1-1 0,0 1 0,0 1 0,1 0 0,1 0-1,0 0 1,-5 12 274,3-1-609,0 0-1,2 0 0,1 1 1,0 0 609,6-21-203,-1 0 1,0 0-1,1 0 1,0-1 0,0 1-1,0 0 1,0 0-1,0 0 1,0 0 0,1 0-1,0 1 203,3 25-2055,-2-3-3923,-5-61 4498</inkml:trace>
  <inkml:trace contextRef="#ctx0" brushRef="#br0" timeOffset="21907.856">3404 3111 12280,'1'4'1296,"52"207"2521,-1 6-2377,-31-122-1032,31 177 228,-36-177-504,9 27-508,-25-121 329,0 0 1,0-1-1,0 1 1,0 0-1,0 0 1,1-1 0,-1 1-1,0 0 1,0 0-1,1-1 1,-1 1-1,0 0 1,1-1-1,-1 1 1,0 0 0,1-1-1,-1 1 1,1-1-1,-1 1 1,1-1-1,0 1 1,-1-1-1,1 1 1,0-1-1,-1 0 1,1 1 0,0-1-1,-1 0 1,1 1-1,0-1 1,-1 0-1,1 0 1,0 0 46,1 0-135,-1-1-1,1 0 1,-1 1 0,0-1 0,0 0-1,1 0 1,-1 0 0,0 0 0,0 0-1,0-1 1,0 1 0,0 0 0,0 0-1,0-1 1,0 1 135,25-52-2882,-25 52 2846,5-11-145,6-23-374,10-54-1318,-1 7-5087</inkml:trace>
  <inkml:trace contextRef="#ctx0" brushRef="#br0" timeOffset="22273.31">3822 3722 8520,'0'0'1425,"2"-1"-1142,0 1-1,0 0 1,0-1 0,-1 1-1,1 0 1,0 0 0,0 0-1,0 1 1,-1-1 0,1 0-1,0 1 1,0-1 0,-1 1-283,7 7 322,-2 1 1,1 0 0,-1 0 0,0 0 0,-1 1 0,0 0 0,-1 0 0,0 0-1,1 5-322,-5-14 20,50 144 878,-33-111-890,-16-34-9,-1 0 0,0 0 0,0 1 0,1-1 0,-1 0 1,0 0-1,0 1 0,1-1 0,-1 0 0,0 0 1,1 0-1,-1 0 0,0 0 0,1 1 0,-1-1 1,0 0-1,1 0 0,-1 0 0,0 0 0,1 0 1,-1 0-1,0 0 0,1 0 0,-1 0 0,0 0 0,1 0 1,-1-1-1,0 1 0,1 0 0,-1 0 1,3-1-47,-1 1 11,-1-1-1,0 1 1,0-1-1,0 1 1,1-1-1,-1 0 1,0 1-1,0-1 0,0 0 1,0 0-1,-1 0 1,1 0-1,0 0 1,0 0-1,0 0 0,-1 0 1,1 0-1,-1-1 1,1 1-1,-1 0 1,1 0-1,-1 0 1,1-1-1,-1 1 0,0-1 37,3-7-736,4-16-26,-1 0 0,-1 0 1,-1-1-1,-2 1 0,0-1 1,-2 0-1,-2-19 762,0-35-6893</inkml:trace>
  <inkml:trace contextRef="#ctx0" brushRef="#br0" timeOffset="22274.31">3935 3393 8696,'0'0'0,"0"0"728,-3-13-728,3 13 736,0 0-736,0 0-936,0 0 936,0 0-928,12-9 928,-12 9 0,0 0 0,11-10-5512,-22 20 5512</inkml:trace>
  <inkml:trace contextRef="#ctx0" brushRef="#br0" timeOffset="22829.832">4585 3677 11120,'0'0'1297,"0"0"10,0 0 17,-5-3-218,-72-37 827,65 38-1653,-59 16 86,66-12-343,0 0 0,1 0 0,-1 1 0,1 0 0,-1-1 0,1 2 0,0-1 0,0 0 0,0 1 0,1 0 0,-1 0 0,1 0 0,0 0 0,-2 4-23,1-2 24,-1 0 2,2 0 0,-1 1 0,0-1 0,1 1 0,1 0 0,-1 0 0,1 0 0,0 0 0,1 1 0,-1 4-26,0-1 16,-1 0 3,2 0 0,-1 0 0,2-1 0,-1 1 0,1 0-1,1 0 1,1 5-19,-1-5 12,-1-6 0,1 0-1,-1 0 1,1 0-1,1-1 1,-1 1 0,1 0-1,-1-1 1,1 1-1,0-1 1,1 0-1,-1 0 1,1 0-1,0 0 1,0 0-1,0 0 1,1-1-1,-1 1 1,1-1-1,0 0 1,0 0-1,0 0 1,0-1-1,0 0 1,0 1-1,4 0-11,-6-3 12,1 0-1,-1 0 0,0 0 1,0 0-1,1 0 1,-1-1-1,0 1 0,0-1 1,1 0-1,-1 1 0,0-1 1,0 0-1,0 0 0,0 0 1,0-1-1,0 1 1,-1 0-1,1-1 0,0 1 1,0-1-1,-1 0 0,1 1 1,-1-1-1,0 0 0,1-1-11,11-21 38,-1 1-1,-1-2 0,-2 1 1,0-1-1,-2-1 0,0 0 1,-2 0-1,-1 0 0,0-11-37,3-56 228,-4-21-228,-6 22 84,3 63-63,-2 6 46,2-1 0,1 1 0,0 0 0,2 0 0,1 0 0,0 0 0,4-7-67,-7 28 16,-1 0 1,1 0 0,0 0 0,0 0 0,1 0-1,-1 0 1,0 0 0,1 0 0,-1 1-1,1-1 1,-1 0 0,2 0-17,1 4 95,5 11-27,-1 0 1,-1 0-1,0 0 1,-1 1-1,0 0 1,-1 0 0,-1 1-1,1 4-68,18 52 162,46 138 512,-49-140-628,10 48-102,-15-53-2778,18 44 2834,-16-89-2623,-3-11-7841,-23-12 8634</inkml:trace>
  <inkml:trace contextRef="#ctx0" brushRef="#br0" timeOffset="23579.094">5279 3868 9688,'0'0'1233,"0"0"-17,0 0-88,-3-4-203,-9-12-383,-2 0-1,1 1 1,-2 0-1,0 1 1,-1 1-1,-2-1-541,11 9 94,0 1 0,0-1 0,0 1 0,0 1-1,-1-1 1,0 1 0,1 1 0,-1-1 0,0 1 0,-1 0 0,1 1-1,0 0 1,0 1 0,-1-1 0,1 1 0,-5 1-94,9 0 51,0 0 1,0 1-1,0-1 1,0 1-1,1-1 0,-1 1 1,1 0-1,-1 1 1,1-1-1,0 0 1,0 1-1,0 0 0,0 0 1,0 0-1,1 0 1,-2 1-52,-2 5 47,0 0 1,1 1 0,0-1-1,-1 4-47,5-11 9,-3 6 31,2 0-1,-1 0 1,1 0-1,0 1 1,1-1-1,0 1 1,0-1-1,1 1 1,0-1-1,0 1 1,1-1-1,0 1 1,1 3-40,0-6 8,0 1 0,0-1 1,1 0-1,0 0 0,0 0 1,1 0-1,-1 0 0,1-1 0,0 1 1,1-1-1,-1 0 0,1-1 1,3 3-9,-5-5 12,0-1 0,0 1 0,0-1 0,0 0 0,0 0 0,0 0 1,0-1-1,1 1 0,-1-1 0,0 1 0,0-1 0,0 0 0,1-1 0,-1 1 1,0 0-1,2-1-12,0 0 8,-1 1-3,1-1-1,0 0 0,0 0 0,-1-1 1,1 1-1,-1-1 0,0 0 1,1 0-1,-1-1 0,0 1 0,0-1 1,0 0-1,-1 0 0,1 0 0,1-3-4,-2 4 4,13-12 6,-1-1-1,-1-1 0,-1 0 1,3-5-10,-11 13 7,0-1 1,0 0 0,-1 0-1,0-1 1,-1 1 0,0-1 0,0 0-1,-1 0 1,-1 0 0,1 0-1,-1-7-7,-2-7 26,0 0 0,-2 0 0,0 0 0,-3-4-26,7 26 32,3 8-9,9 20 8,4 9 11,6-1-34,-2-6-39,2-1 1,1-1 0,11 9 30,-32-32-52,0-1-1,-1 1 1,1-1 0,0 1-1,0-1 1,1 0 0,-1 0-1,0-1 1,1 1 0,-1-1-1,1 1 1,0-1 0,-1 0-1,1 0 1,0-1 0,0 1-1,-1-1 1,1 0 0,0 0-1,0 0 53,1-1-143,-1 0 0,1-1 0,-1 1 0,1-1-1,-1 0 1,0 0 0,0-1 0,0 1 0,0-1 0,-1 0-1,1 0 1,-1 0 0,1 0 0,0-2 143,10-13-780,0 0 1,-2-2-1,0 1 1,-1-1-1,7-19 780,-9 20-372,-2 4-178,-1 1 1,-1-1-1,0 1 0,1-13 550,-1 8-233,0 2-199,-2 0 0,0 0 0,0 0 0,-2-1 0,0-2 432,1-3-96,3-87-214,-4 73 1131,1 0 0,4-18-821,3 17 864,-2 48 429,7 31-535,-2 1 0,5 34-758,-9-39 638,29 134 822,-15-83-1221,-7-22 253,24 61-492,-35-118-23,-2-3-70,1 0 0,-1 1 0,-1-1 0,1 0 0,-1 1 0,0-1 0,0 5 93,-1-9-653,-10-15-2493,6 7-3360,10 14 4918</inkml:trace>
  <inkml:trace contextRef="#ctx0" brushRef="#br0" timeOffset="23930.282">5470 3623 13448,'0'0'1369,"0"0"-72,0 0-306,4 0-226,73-1 287,56-8-1052,-103 6-297,-1-2 1,0-1-1,-1-2 0,0 0 1,0-2-1,8-5 297,-31 12-118,-1 1-1,1 0 1,0 0-1,0 1 1,0 0 0,0-1-1,0 2 1,0-1-1,0 0 1,0 1-1,0 0 1,0 0 0,1 1-1,-1 0 119,1 0-603,1 1 0,0 0 0,-1 1 0,0 0 0,0 0-1,0 0 1,3 2 603,3 3-5728,-28-18 4314</inkml:trace>
  <inkml:trace contextRef="#ctx0" brushRef="#br0" timeOffset="24263.993">6221 3870 10040,'5'-10'2837,"20"-56"946,-20 53-3522,-1 0-1,-1 0 1,0 0 0,0-1 0,-2 1 0,1-6-261,-3 15 64,1 0 0,-1 0 0,0 0 1,0 0-1,0 0 0,-1 1 0,1-1 0,-1 0 1,0 1-1,0-1 0,-1-1-64,-1-1 36,-1-1 30,0 1-1,0 0 0,-1 0 0,1 0 0,-1 1 1,-1 0-1,1 0 0,-1 0 0,1 1 0,-6-2-65,9 5 14,-1-1-1,0 1 0,1 1 0,-1-1 0,0 1 0,0-1 1,0 1-1,0 0 0,0 0 0,1 1 0,-1-1 1,0 1-1,0 0 0,0 0 0,1 0 0,-1 1 0,0-1 1,1 1-1,0 0 0,-1 0 0,1 0 0,0 0 1,0 0-1,0 1 0,0 0 0,0-1 0,1 1 0,-1 0 1,1 0-1,0 0 0,0 1 0,0-1 0,0 1 1,0-1-1,0 3-13,-15 67 237,17-66-202,0 0 0,0 0 0,0 0 0,1 0 0,0 0 1,0-1-1,1 1 0,0 0 0,0-1 0,1 1 0,-1-1 0,3 3-35,-1 1 32,0 0 7,1 0-1,0-1 0,0 1 0,1-1 1,0 0-1,0-1 0,1 1 0,3 1-38,-2 0 26,-2-4 4,1 1-1,-1 0 1,1-1-1,0 0 1,1-1-1,-1 0 1,1 0-1,0-1 0,4 2-29,-3-1 23,3 0-15,-1-1 0,1 0 0,0-1 0,0 0 0,0-1 0,0 0 0,1-1 0,-1-1 0,1 0 0,-1 0 0,0-1 0,1-1 0,-1 0 0,0 0 0,10-4-8,-8 2-396,1 0-1,-1-1 1,12-6 396,21-10-3323,-1 2-5755,-107 44 6853</inkml:trace>
  <inkml:trace contextRef="#ctx0" brushRef="#br0" timeOffset="25120.839">7521 3730 12280,'0'0'1520,"0"0"-39,0 0-153,0 0-123,0 0-354,0 7-213,21 94 133,-19-95-737,1 0 0,-1 0 0,1 0 1,1-1-1,-1 1 0,1-1 0,0 0 0,0 0 0,0 0 0,1-1 1,3 4-35,0-1 27,-4-2-7,1-1 0,0 1 1,1-1-1,-1 0 1,1-1-1,0 0 0,-1 0 1,2 0-1,-1 0 0,0-1 1,0 0-1,1 0-20,2 1 22,0-1 4,0 0-1,0-1 0,0 0 0,0 0 1,0-1-1,0 0 0,1-1 0,-1 0 1,0 0-1,0-1 0,0 0 0,-1 0 1,1-1-1,0-1 0,-1 1 0,0-1 1,3-2-26,-7 4 18,-1 0 0,1-1 1,-1 1-1,1-1 0,-1 0 1,0 0-1,0 0 0,-1 0 0,1 0 1,0-1-1,-1 1 0,0-1 1,0 1-1,0-1 0,0 0 1,-1 0-1,1 0-18,0-6 13,1 1 0,-1-1 1,-1 0-1,1 1 0,-2-2-13,1 8 5,-2-9 23,1 1 0,-2 0 0,1-1 0,-2 1 0,1 0 0,-2 0 0,1 0 0,-2 0-28,3 3 26,-5-8 21,0 1 1,-1 0-1,-1-1-47,7 13 22,-1 1 9,3 2-31,0 0 1,0 0 0,0 0 0,0 0 0,0 0 0,0-1-1,0 1 1,0 0 0,0 0 0,0 0 0,0 0 0,0 0-1,0 0 1,0 0 0,-1-1 0,1 1 0,0 0 0,0 0-1,0 0 1,0 0 0,0 0 0,0 0 0,0 0 0,0 0 0,-1 0-1,1 0 1,0 0 0,0 0 0,0 0 0,0 0 0,0 0-1,0 0 1,-1 0 0,1 0 0,0 0 0,0 0 0,0 0-1,0 0 1,0 0 0,0 0 0,-1 0 0,1 0 0,0 0-1,0 0 1,0 0 0,0 0 0,0 0 0,0 0 0,0 0-1,-1 1 1,1-1 0,0 0 0,0 0 0,0 0 0,0 0-1,0 0 1,0 0-1,26 82 83,1-2-30,38 132 31,-57-188-80,8 38 36,-8-11 100,-2 1-1,-2 0 1,-3 16-140,-1-65 17,0 0-1,0 0 1,0 0 0,-1 0-1,1 0 1,-1 0 0,0 0-1,0 0 1,0 0 0,0 0-1,0 0 1,-1 0 0,1-1-1,-1 1-16,-5 9 34,2 1-7,4-10-2,0 1 0,-1-1-1,1 0 1,-1 0 0,0 1 0,0-1 0,0-1-1,0 1 1,-1 0 0,1 0 0,-2 0-25,-4 6 33,-2-1 0,1 0 1,-1-1-1,0 0 0,0-1 1,-1 0-1,1 0 0,-1-1 1,-1 0-1,1-1 0,-5 1-33,1-2 14,-44 5 126,23-7-85,0-2 0,0-1 0,-36-7-55,54 5-8,11 3-20,0 0 0,0-1 0,0 0-1,1-1 1,-1 1 0,0-2 0,1 1 28,-25-13-293,1 0 1,0-3 0,1 0-1,-10-11 293,26 19-88,-24-30-632,30 32 479,0-1-1,1 0 1,0-1-1,0 1 1,1-1 0,1 0-1,0-1 1,0 1-1,1-1 1,0-2 241,1 4-146,2 7 71,-1 1 0,1-1 0,0 1 0,-1-1-1,1 1 1,0-1 0,1 0 0,-1 1 0,0-1-1,1 1 1,-1 0 0,1-1 0,0 1 0,0-1-1,0 0 76,6-11-423,0 0-1,1 0 0,0 1 0,1 0 1,0 1-1,1 0 0,1 1 1,5-5 423,20-18-1518,3 2 0,15-9 1518,28-19-7806</inkml:trace>
  <inkml:trace contextRef="#ctx0" brushRef="#br0" timeOffset="25548.9">7858 3739 6008,'11'-5'484,"27"-11"1509,-36 15-1245,6-2 101,-6 4 3277,-5 9-3970,-1 0 0,2 0 0,0 1 0,0-1 0,1 1 0,0-1 0,0 1 0,2 0 0,-1-1 0,1 1 0,1 0 1,0-1-1,0 1 0,1-1 0,0 0 0,1 0 0,0 0 0,1-1 0,0 1 0,0-1 0,1 0 0,1 0 0,-1-1 1,1 0-1,0 0 0,1-1 0,0 0 0,0 0 0,1 0 0,0-1 0,0 0-156,-3-3 52,0-1-1,-1 0 1,1 0-1,0 0 1,0 0-1,0-1 1,1 0 0,-1 0-1,0-1 1,5 0-52,-3 1 35,0-1-2,-1-1 0,0 1 0,0-1 0,0-1 0,0 1 0,-1-1 0,1 0 0,0-1 1,-1 0-1,6-3-33,-1 2 37,3-3 43,0 1-1,-1-1 1,0-1 0,0-1 0,0 0 0,-1 0 0,-1-1 0,0-1-1,6-6-79,-11 10 28,0 1 0,0-1-1,0 0 1,-1-1 0,0 1-1,-1-1 1,0 0-1,0 0 1,0-1 0,-1 1-1,0-1 1,-1 1 0,0-1-1,0 0 1,-1 0 0,0 0-1,-1 0 1,0 0-1,0 0 1,-1 0 0,0 0-1,-1 0-27,0 1 35,-1 1-1,1-1 1,-2 1-1,1 0 1,-1 0-1,0 0 1,0 0-1,-1 1 1,0 0-1,-4-4-34,-4-4 75,-1 1 1,-14-10-76,24 20 0,0 0-3,-1-1 0,0 1 0,0 0 0,0 0 0,0 1 0,0 0 0,-1 0 0,1 0 0,-1 0 0,0 1 0,1 0 0,-1 0 0,0 0 0,0 1 1,0 0-1,1 0 0,-1 0 0,0 1 0,0 0 0,1 0 0,-1 1 0,0-1 0,1 1 0,0 0 0,-1 1 0,1-1 0,0 1 0,0 0 0,0 1 3,-12 8-369,0 1 0,0 1 0,2 0 0,0 1 0,0 1 0,2 0 0,-1 1 369,6-5-320,-1-1 0,2 1 0,-6 9 320,-5 27-4365,14-33-2775,9-35 5407</inkml:trace>
  <inkml:trace contextRef="#ctx0" brushRef="#br0" timeOffset="26443.033">8493 3598 11568,'0'0'1216,"0"0"-79,0 0-314,0 0-117,0 0-147,0 8-121,-1 16-370,2-1-1,1 0 1,0 0-1,2 0 1,0-1-1,2 1 1,0-1-1,9 19-67,-11-34 55,-1 0 0,1 0 0,0 0 0,0 0-1,1-1 1,0 0 0,0 0 0,1 0 0,-1-1-1,1 0 1,0 0 0,1 0 0,-1-1-1,1 0 1,0 0 0,0-1 0,0 0 0,1 0-1,-1 0 1,1-1 0,-1 0 0,2-1-55,-5-1 27,0 0 0,0-1 0,-1 0-1,1 0 1,0 0 0,-1 0 0,1-1 0,-1 1 0,1-1 0,-1 0 0,0 0 0,0 0 0,0-1 0,0 1-1,0-1 1,0 1 0,-1-1 0,1 0 0,-1 0 0,2-2-27,6-9 105,-1-1 1,0 1-1,7-17-105,-9 16 64,-1 0-1,0-1 1,-1 0-1,-1 0 0,0 0 1,0-7-64,-3 14 49,0 0 1,-1 0-1,0 0 1,0 0-1,-1 0 1,0 0-1,-1 0 1,0 0-1,0 0 1,-1 1 0,0-1-1,-3-4-49,-2-18 578,9 24-34,6 19-366,35 91 301,-26-60-226,2-1-1,19 34-252,-33-70-16,0 1 0,1-1 0,-1 0 0,1 0 0,1-1 0,-1 1 0,1-1 0,0 0 0,0-1 0,0 1 0,1-1 0,4 2 16,-10-6-29,0 0 1,-1 0-1,1 0 1,0-1-1,0 1 1,0 0-1,0 0 1,0-1-1,0 1 1,-1-1-1,1 1 1,0-1-1,0 1 1,-1-1-1,1 1 0,0-1 1,-1 1-1,1-1 1,0 0-1,-1 0 1,1 1-1,-1-1 1,1 0-1,-1 0 1,0 0-1,1 1 1,-1-1-1,0 0 1,1 0-1,-1 0 0,0-1 29,13-39-1299,-10 30 880,13-69-1245,-9 40 327,12-37 1337,-19 76 7,1 0 1,-1 0-1,0 0 0,0 0 0,1 0 0,-1 0 0,0 0 1,1 0-1,-1 0 0,1 1 0,-1-1 0,1 0 1,-1 0-1,1 1 0,0-1 0,-1 0 0,1 1 0,0-1 1,0 0-1,-1 1 0,1-1 0,0 1 0,0-1 1,0 1-1,0 0 0,0-1 0,0 1-7,0 0 31,1 0 1,-1 1-1,0-1 1,0 1-1,0-1 0,0 1 1,1-1-1,-1 1 0,0 0 1,0 0-1,0-1 1,0 1-1,-1 0 0,1 0 1,0 0-1,0 0 0,0 1-31,4 5 159,0 0-1,-1 0 1,0 0 0,-1 1-1,1 0-158,12 39 861,-2 1-1,-2 1 0,0 9-860,-12-57 260,0-1 60,0 0 34,-1-19 179,0 10-369,1 1-1,0 0 1,1-1-1,-1 1 0,2-2-163,3-20 127,1 1 1,2 0-1,1 0 0,1 1 0,12-22-127,-16 33 2,15-23-88,-9 21-153,0 0 0,1 1 0,1 1 0,1 1-1,4-5 240,-6 12 48,20-14-3494,0-3-6734,-77 60 7675</inkml:trace>
  <inkml:trace contextRef="#ctx0" brushRef="#br0" timeOffset="27012.659">10185 2992 11568,'0'0'1216,"0"0"-19,1 6-74,24 230 1402,-12-99-2022,-6-77-228,24 188 343,-30-242-535,1 19-521,1 1-1,2-1 1,1 2 438,-5-23-992,-1 2-145,0-2-4272,0-1 1507,0-9 2229</inkml:trace>
  <inkml:trace contextRef="#ctx0" brushRef="#br0" timeOffset="27477.407">10553 3614 13808,'0'0'1456,"0"0"-70,0 0-277,3-5-242,9-13-608,-1-1 0,-1-1 0,0 0 0,-2 0 0,0-1-1,1-6-258,-4 11 17,5-26 202,-8 27-140,0-1 0,-1 1 0,-1-1 0,-1 1 0,-1-10-79,1 19 40,0 0 0,0 0 1,0 0-1,-1 0 0,0 1 0,0-1 1,-1 1-1,1 0 0,-1-1 0,-1 1 1,1 0-1,0 1 0,-1-1 0,0 1 1,0-1-1,-1 1 0,0 0-40,4 4 10,-1 1 1,1-1-1,-1 1 0,1 0 0,-1-1 1,1 1-1,-1 0 0,1 0 1,0 0-1,0 0 0,-1 0 0,1 0 1,0 0-11,-1 1 13,-4 4-1,-1 0 0,1 1-1,0 0 1,1 0 0,0 0 0,0 1 0,1 0 0,-1 0 0,2 0 0,-1 0 0,-1 8-12,-4 12 92,2 1 0,1 1 1,0 13-93,3-20 58,2 1 0,0-1 0,2 0 0,0 0 0,2 1 0,1-1 0,0-1 0,2 1 0,6 17-58,-10-37 9,0 1 1,1-1-1,-1 0 0,1 1 0,0-1 0,-1 0 0,1-1 0,1 1 0,-1 0 0,0-1 0,1 0 0,-1 0 1,1 0-1,0 0 0,1 0-9,0 0 5,0 1-14,1-1 0,0 0 1,0 0-1,0 0 0,0-1 1,0 0-1,0 0 1,1 0-1,-1-1 0,0 0 1,0-1-1,1 1 0,1-1 9,6-2-58,-1 0-1,0-1 0,0 0 1,2-1 58,-13 4-3,20-9-378,0 0-1,-1-2 0,0 0 0,-1-2 1,-1 0-1,9-8 382,-25 19-15,24-20-1100,-1-1 1,-2 0-1,0-3 1,13-20 1114,-23 32-513,0-1 0,1 2 0,1 0 0,0 0 0,0 2 0,2 0 513,-17 11-17,41-27-1507,24-18-5769</inkml:trace>
  <inkml:trace contextRef="#ctx0" brushRef="#br0" timeOffset="27948.913">11290 3285 8968,'0'0'1432,"-6"-17"1153,1 12-2243,0 1-1,0-1 1,-1 1-1,1 1 1,-1-1 0,0 1-1,0 0 1,0 0-1,-1 1 1,1 0 0,-1 0-1,-1 0-341,4 1 97,-1 0-1,1 1 1,0 0 0,0-1-1,-1 2 1,1-1-1,0 0 1,-1 1-1,1 0 1,0 0-1,0 0 1,0 0 0,-1 1-1,2 0 1,-1 0-1,0 0 1,0 0-1,0 0 1,1 1-1,-2 1-96,-2 3 100,0 1-1,0 0 0,1 0 0,0 0 0,1 1 0,-1 0 0,2 0 1,-1 1-1,0 2-99,-6 19 142,1 0-1,1 2-141,6-24 36,2 0 0,-1 0 0,1 0 0,1 0 0,-1 0 0,2 0 0,-1 1 0,1-1-1,1 0 1,-1 0 0,1-1 0,1 1 0,0 1-36,-3-9 4,1 0 0,-1 0 1,0 0-1,1 0 0,-1 0 0,1-1 1,-1 1-1,1 0 0,0 0 0,-1 0 1,1 0-1,0-1 0,0 1 0,-1 0 0,1-1 1,0 1-1,0 0 0,0-1 0,0 1 1,0-1-1,0 1 0,0-1 0,0 0 0,0 1 1,0-1-1,0 0-4,1 0 6,0 0 0,-1 0-1,1-1 1,0 1 0,0-1 0,0 1 0,-1-1-1,1 1 1,0-1 0,-1 0 0,1 0 0,-1 0-1,1 0 1,0 0-6,4-4 22,-1 0-1,1 1 1,-1-2-1,-1 1 0,1-1 1,-1 1-1,3-6-21,14-29 226,12-40-226,-27 65 36,-6 14 32,10 7 138,-7 0-168,13 32 142,2-2 0,1 0 0,2-1 0,1-2 0,7 8-180,-28-39-2,1 0 0,0 0 0,-1 0 1,1-1-1,0 1 0,0 0 0,0-1 0,0 1 1,0-1-1,0 0 0,1 1 2,-2-2-58,0 0 1,0-1-1,0 1 1,0 0-1,0 0 1,0 0-1,0-1 0,-1 1 1,1 0-1,0-1 1,0 1-1,0-1 0,0 1 1,0-1-1,-1 1 1,1-1-1,0 1 0,0-1 1,-1 0-1,1 0 1,-1 1-1,1-1 0,-1 0 1,1 0-1,-1 0 1,1 1-1,-1-1 0,1 0 1,-1 0-1,0 0 1,0 0-1,1-1 58,3-10-401,-1-1 0,0 1-1,-1-1 1,0 0 0,-1 0 0,-1 0 0,0 0-1,0 1 402,2-48-1955,5 2-1081,-3 33-3392,-9 58 4839</inkml:trace>
  <inkml:trace contextRef="#ctx0" brushRef="#br0" timeOffset="28285.587">11492 3329 10848,'11'9'1801,"-6"0"-1458,0-1 1,0 1-1,-1 1 0,0-1 1,-1 1-1,0-1 0,0 1 1,1 9-344,9 31 1149,-4-24-392,-6-16-508,0 0 1,1 1 0,0-2 0,1 1 0,0 0 0,1 0-250,25 42 1216,-30-50-928,-1-2 57,0 0-18,0 0-21,0 0-78,0 0-30,16-29 114,-1-6-221,-1-1 0,-2-1 0,1-9-91,-2 6 19,3-1 0,11-23-19,-20 52-88,1 0 1,1 1 0,0 0 0,1 0 0,0 0 0,0 1 0,1 0 0,0 1 0,1 0 0,5-3 87,-12 9-157,1 1 0,-1 0 1,1-1-1,0 2 1,-1-1-1,1 0 0,0 1 1,0 0-1,0-1 1,0 2-1,0-1 0,2 0 157,16 5-3739,-16-1-4538,-11-6 6208</inkml:trace>
  <inkml:trace contextRef="#ctx0" brushRef="#br0" timeOffset="28743.767">12010 3427 13624,'0'0'1345,"0"0"-45,0 0-200,0 4-222,6 51 1593,8 28-2471,-6-35 527,-8-47-341,3-1 42,-3 1-226,1-1 1,-1 0 0,0 0 0,0 0-1,1 0 1,-1 0 0,0 0-1,0 1 1,0-1 0,1 0-1,-1 0 1,0 0 0,0 0-1,1 0 1,-1 0 0,0 0-1,0 0 1,1 0 0,-1 0-1,0 0 1,0-1 0,1 1-1,-1 0 1,0 0 0,0 0 0,1 0-1,-1 0 1,0 0 0,0 0-1,0-1 1,1 1 0,-1 0-1,0 0 1,0 0 0,0 0-1,0-1 1,1 1-3,23-70 257,-18 49-208,1 0 1,0 1 0,2 0 0,0 0-1,6-8-49,-7 15 22,42-57 103,-45 64-114,0 0-1,1 0 1,0 1 0,0 0-1,0 0 1,1 0 0,0 0-1,-1 1 1,8-2-11,-10 4 6,-1 1 0,1 0 0,-1 0 0,1 0 0,0 0 0,-1 1 0,1-1 0,0 1-1,0 0 1,0 0 0,-1 0 0,1 1 0,0 0 0,-1-1 0,1 1 0,0 0 0,1 1-6,0 1 11,1 0-1,-1 0 1,0 0-1,0 1 1,0 0-1,0 0 1,-1 0-1,0 0 1,1 1-1,0 1-10,10 16 34,-1 0-1,-1 0 1,-1 1 0,8 22-34,-7-16 2,-9-20 100,-3-5-174,0 0-1,1 0 1,0 0-1,0 0 0,0-1 1,0 1-1,0-1 1,1 1-1,-1-1 1,1 0-1,0 0 1,0 0-1,0 0 1,0-1-1,2 2 73,-4-4-62,0 0-1,0 0 1,0 0 0,0 0-1,0 0 1,-1 0-1,1 0 1,0-1-1,0 1 1,0 0-1,0 0 1,0-1 0,0 1-1,-1-1 1,1 1-1,0 0 1,0-1-1,-1 0 1,1 1 0,0-1-1,0 1 1,-1-1-1,1 0 1,-1 1-1,1-1 1,-1 0-1,1 0 1,-1 0 0,1 0 62,11-24-1424,-8 7 456,0 0 0,-1-1 0,0-2 968,3-20-1941,-1 2-5285,-12 91 5436</inkml:trace>
  <inkml:trace contextRef="#ctx0" brushRef="#br0" timeOffset="29064.812">12777 3304 11480,'5'30'4201,"11"48"-1441,13 30-2760,-29-106-394,-2-2 217,0-1 0,-1 1 0,1-1 0,0 0 0,-1 0-1,1 0 1,0 0 0,0 0 0,0 0 0,0 0 0,0-1-1,0 1 1,0-1 0,0 1 0,1-1 0,-1 0 177,-13-11-2407,-1 0-4206,38 31 5004</inkml:trace>
  <inkml:trace contextRef="#ctx0" brushRef="#br0" timeOffset="29397.379">12399 2992 8880,'0'0'0,"0"0"432,0 0-432,0 0 440,0 0-440,0 0-448,0 0 448,0 0-448,10 4 448,-10-4 48,0 0-48,9 6-6104,-18-12 6104</inkml:trace>
  <inkml:trace contextRef="#ctx0" brushRef="#br0" timeOffset="29730.288">12933 3230 12280,'0'0'1201,"0"0"-52,0 0-226,0 0-106,0 0-212,1 5-145,10 26 18,-1 1 0,-1 1-1,-2-1 1,-2 1-1,2 31-477,-7-64 13,0 1-1,0 0 0,0 0 0,-1-1 0,1 1 0,0 0 1,0 0-1,1-1 0,-1 1 0,0 0 0,0 0 1,0-1-1,0 1 0,1 0 0,-1 0 0,0-1 1,1 1-1,-1 0 0,0-1 0,1 1 0,-1-1 0,1 1 1,-1 0-1,1-1 0,-1 1 0,1-1-12,0 0 17,-1 0 1,1 0-1,0 0 0,0-1 0,-1 1 0,1 0 1,0-1-1,-1 1 0,1 0 0,0-1 1,-1 1-1,1-1 0,-1 1 0,1-1 0,-1 1 1,1-1-1,-1 1 0,1-1 0,0 0-17,18-29 207,-12 14-167,1 0 1,0 0-1,1 1 0,2-2-40,27-47 28,-18 25-14,5-7-12,2 4-2,3 5 0,-22 28 1,1 1-1,0 1 0,0 0 0,1 0 1,2 0-1,-11 6 0,0 0 1,1 0 0,-1 0-1,0 1 1,1-1 0,-1 1-1,1-1 1,-1 1 0,1-1-1,-1 1 1,1 0 0,-1 0-1,1 0 1,0 0 0,-1 0-1,1 0 1,-1 0 0,2 1-1,3 0 1,-3-1-1,0 0 0,0 1 1,0-1-1,0 1 0,0 0 0,0 0 0,-1 0 0,4 2 0,-2 0-16,1 1 1,0-1-1,-1 1 0,0 0 0,0 0 0,0 0 0,0 1 0,-1 0 0,0-1 0,0 1 0,0 0 0,0 0 0,-1 1 0,1 1 16,6 18-210,-1 0 0,3 20 210,11 30-234,-20-69 98,0-1 0,1 1 0,0-1 0,0 0-1,0 0 1,1 0 0,-1 0 136,-2-4-74,0-1 0,-1 1-1,1 0 1,0-1 0,0 1-1,-1 0 1,1-1 0,0 1 0,0-1-1,0 0 1,0 1 0,0-1-1,0 0 1,0 1 0,0-1-1,0 0 1,0 0 0,0 0 0,0 0-1,0 0 1,0 0 0,0 0-1,0 0 1,0 0 0,0 0-1,0-1 1,-1 1 0,1 0 0,0-1-1,0 1 1,0-1 0,0 1-1,0-1 1,0 1 0,-1-1 0,1 1-1,0-1 1,0 0 0,-1 0-1,1 1 1,-1-1 0,1 0-1,0 0 1,-1 0 0,0 0 0,1 0 74,0-1-146,30-37-4224,25-24 4370,-20 25-7420</inkml:trace>
  <inkml:trace contextRef="#ctx0" brushRef="#br0" timeOffset="30212.492">13709 3002 8968,'0'0'1113,"-12"0"612,5 1-1571,0 1 0,0 0-1,0 0 1,1 1 0,-1-1-1,0 2 1,1-1 0,0 1-1,0 0 1,0 0 0,0 0-1,-3 4-153,-3 3 67,0-1 0,0 2 0,1 0-1,0 0 1,1 1 0,1 0 0,-2 4-67,7-11 60,0 1 1,1 0-1,0 0 0,0 0 1,0 0-1,1 1 0,0-1 1,0 0-1,1 1 0,0 0 1,0-1-1,1 1 0,0 0 1,0-1-1,1 1 1,1 3-61,-1-6 36,0-1 1,0 0-1,0 1 1,1-1 0,0 0-1,0 0 1,0 0-1,0 0 1,1 0 0,-1 0-1,1-1 1,0 1-1,0-1 1,1 0 0,-1 0-1,0 0 1,1 0 0,0-1-1,0 1 1,0-1-1,0 0 1,0 0 0,0-1-1,0 1 1,3 0-37,1-1 55,-1 0 0,1 0 0,-1-1 0,0 0 0,1 0 0,-1-1 0,1 0 0,-1 0 0,0-1 0,1 0 0,-1 0 0,0-1 0,-1 0 0,1 0-1,1-1-54,2-1 110,0-1-1,0 0 0,-1 0 0,0-1 0,1-1-109,-7 6 16,-1-1-1,1 1 1,-1-1-1,0 0 1,0 0 0,0 0-1,0 0 1,-1 0 0,1 0-1,-1 0 1,1-1-1,-1 1 1,0 0 0,-1-1-1,1 1 1,-1-1-1,1 1 1,-1-2-16,13-173 377,-13 173-371,1-2 99,-1 10 73,9 23 81,68 164 257,-55-124-430,-20-60-92,18 57 434,5 32-428,-20-76 27,-4-13 14,1 1 0,-1 0-1,0 0 1,-1 0 0,1 0 0,-1 2-41,-1 30 259,-1 1-1,-2-1 0,-2 5-258,3-30 46,-11 30 309,6-24-164,-1 0 0,-1 0-1,-1-1 1,-1 0 0,-9 10-191,13-18 42,6-8-24,0-1-1,1 1 1,-2-1-1,1 0 1,0 1-1,0-1 1,-1 0 0,1 0-1,-1-1 1,0 1-1,0 0 1,1-1-1,-2 1-17,-16 8 80,-1-1 0,0-1 0,0 0 0,0-2 0,-1 0 0,-21 2-80,26-6 18,7-1 0,-1-1-1,1 1 0,0-2 0,-1 0 0,0 0-17,-29-5 34,0-1 0,0-2 0,-32-12-34,3-10-70,40 18-229,1-1 0,1-1 0,0-1 0,1-2-1,-14-13 300,35 26-213,-1 0-1,1 0 0,0 0 0,1-1 1,-3-3 213,6 7-83,0 1 1,0-1-1,0 0 0,0 0 1,1 0-1,-1 0 1,0 0-1,1 1 0,-1-1 1,1 0-1,0 0 1,-1 0-1,1 0 1,0-1-1,0 1 0,1 0 1,-1 0-1,0 0 1,1 0-1,-1 1 1,1-1-1,0 0 0,0-1 83,1-8-2702,0-11-5589,-5 52 6261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1:59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236 562 5384,'0'0'865,"0"0"-18,0 0-95,0 0-23,3-4 6,5-8-429,2-4-97,-1 0-1,2 1 1,0 1 0,1 0 0,1 1-1,0 0 1,0 1 0,15-10-209,50-21 417,-63 39-170,1 4-168,-1 1 0,0 0 0,0 2 0,3 0-79,-4 4 101,3 9-13,-1 0 0,12 15-88,-18-15 247,-4 4-200,-1 0 0,-1 1 0,0-1 0,-2 1 0,0-1 0,-1 1 0,-2 0 0,0 8-47,-1-6 10,1-11 19,0-1-1,-1 0 1,0 0-1,0 0 1,-3 4-29,-14 46 137,-2-1 1,-27 52-138,-4-18 133,36-68-69,0-2 0,-1 1 0,-16 15-64,32-39 5,0 0 0,0 0 0,0 0-1,-1 0 1,1-1 0,0 1 0,0 0 0,-1 0 0,1-1 0,0 1 0,-1-1-1,1 1 1,-1-1 0,1 0 0,-1 1 0,1-1 0,-1 0 0,1 0 0,-1 0-1,1 0 1,-1 0 0,1 0 0,-1-1-5,-1 0 8,0 0 0,0 0 1,0 0-1,0-1 0,1 1 0,-1-1 0,0 0 0,1 0 1,-1 0-1,1 0 0,0 0-8,-4-4 9,0-1 0,1 1 1,0-1-1,0 0 0,0 0 0,1-1 1,0-1-10,0-2 11,0 0 0,1 0 0,0-1 1,1 1-1,1-1 0,-1 1 0,2-1 1,0 0-1,0 0 0,1 1 1,1-3-12,14-46 30,-16 58-26,1 0 1,0 1-1,0-1 0,0 0 0,1 0 1,-1 1-1,0-1 0,1 1 0,-1-1 0,1 1 1,-1 0-1,1-1 0,0 1 0,-1 0 1,1 0-1,0 0 0,0 0 0,0 1 0,0-1 1,0 0-1,0 1 0,0-1 0,0 1 1,0 0-1,0 0 0,0-1 0,0 1 0,0 1 1,0-1-1,0 0 0,0 0-4,6 2 13,0-1 0,0 1 0,0 0 0,0 0-1,5 3-12,-12-4 0,2-1 7,-1 1 0,1 0 1,-1 1-1,1-1 0,-1 0 0,0 1 1,0-1-1,0 1 0,1 0 0,-1-1 1,-1 1-1,2 1-7,4 4 13,24 25-2,-11-11-828,-2 2 0,-1 1 0,0 0 0,5 13 817,-6-10-5921,-37-62 4486</inkml:trace>
  <inkml:trace contextRef="#ctx0" brushRef="#br0" timeOffset="514.114">603 12 3680,'0'0'1353,"-8"-2"-221,-18-2-171,0 1 0,1 1 0,-2 1-961,13 5 801,-67 34 298,64-26-438,-74 77 244,72-66-370,-72 126 196,72-108-310,-77 234 146,80-214-286,-28 257 110,43-308-331,0 1 0,0 0 1,1-1-1,2 8-60,11 98 315,12 30-315,-23-138 20,0-1 0,0 1 0,0-1 0,1 0 0,1 2-20,25 49 64,2-1 0,12 12-64,-41-66 5,1 1 0,-1-1 0,0 0 0,1 0 0,0-1 0,0 1 0,0-1 0,1 2-5,19 11 15,0 0 0,1-1 0,1-2 0,18 7-15,-41-18 4,0 0 1,1-1-1,-1 1 1,0 0 0,0-1-1,0 0 1,1 0-1,-1 0 1,0 0 0,1 0-1,-1 0 1,0 0-1,1-1-3,45-7 43,0-3 1,40-14-45,-83 23 14,0 0 1,1 0 0,-1 0-1,0-1 1,-1 0 0,4-2-15,68-50 130,27-27-130,-72 48 100,24-45 40,15-35-140,-51 71 102,8-50 59,5-41-161,-27 86 173,-5-72 62,-6-7-235,-1 79 133,-49-177 62,55 220-170,-1 0 0,0 0-1,0 0 1,0 0 0,0 0 0,-1 0-1,0 1-24,-31-47 114,-1 1-1,-8-3-113,41 50 14,-1 1-1,0-1 1,1 0-1,-1 1 1,-1-1-1,1 1 1,-3-2-14,-22-11 27,0 1 0,-2 1 1,0 1-1,0 2-27,0 5-47,1 5-24,1 2 0,-1 1 0,-20 5 71,10-2-2694,-41 2-5725,186-19 6354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2:01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5296,'0'0'945,"0"0"23,0 0 71,2 6-159,43 212 1806,-41-193-2624,13 39 350,-4-25-179,2 0 0,2-1 1,19 32-234,-27-55 26,-7-10 0,1-1 0,0 1 0,0-1 0,1 0 0,-1 0 0,1 0 0,0-1 0,0 1 0,1 0-26,3 2 27,0 0 0,0 0 0,0-1 0,1 0 1,0 0-1,0-1 0,0 0 0,1-1 1,-1 0-1,1 0 0,-1-1 0,3 0-27,-7-3 18,1 1 0,0-1 0,0 0 0,-1 0-1,1-1 1,-1 1 0,1-1 0,-1-1 0,0 1-1,0-1 1,0 0 0,0 0 0,0 0 0,0-1 0,-1 1-1,0-1 1,1 0-18,2-4 14,-1 0 0,1 0 0,-1-1 0,0 1 0,-1-1 0,0-1 0,-1 1 0,0-1 0,0 1 0,0-4-14,6-30 20,-2-2 0,-1 1 0,-3-1 0,-1-1-20,-1-36 16,0 14 975,-3-10-991,10 165 417,1 38-177,-1 80 129,-8-152-334,-1-4 113,-6 202 80,4-202 0,-20 175 76,16-182-176,-25 94 456,-15 32-584,37-141 30,6-15 12,-2 0 0,1 0 0,-2 0 0,-4 7-42,4-5 61,1-4-38,1 0-1,-1 0 1,-1 0 0,0-1-1,0 0 1,-1 0-1,0-1 1,-2 2-23,6-7 3,0-1 1,0 1 0,0-1-1,-1 0 1,1 0-1,0 0 1,-1-1-1,1 1 1,-1-1 0,0 0-1,1 0 1,-1 0-1,0 0 1,0-1-1,0 1 1,1-1 0,-1 0-1,0 0 1,0-1-1,0 1 1,0-1-1,0 0-3,-4-1-56,1-1-1,0 0 0,-1-1 0,1 1 0,0-1 0,1-1 1,-1 1-1,1-1 0,0 0 0,0-1 0,0 1 0,-3-7 57,-3-2-167,2 0-1,0-1 1,0-1-1,1 0 0,1 0 168,-2-3-105,5 10-69,1 0 0,0 0 0,1 0-1,0-1 1,0 1 0,1-3 174,-28-122-1201,25 106-1958,-1 1 0,-7-21 3159,9 30-2189,29 126 648</inkml:trace>
  <inkml:trace contextRef="#ctx0" brushRef="#br0" timeOffset="486.747">654 847 6728,'0'0'1192,"0"0"-40,0 0-160,0 9-199,2 38 427,5 27-1220,-2-60 147,41 43 90,-43-54-194,1 0 0,-1-1 1,1 0-1,0 1 0,-1-1 0,1-1 1,0 1-1,0 0 0,1-1 0,-1 0 1,0 0-1,0 0 0,1-1 0,-1 1 1,0-1-1,3 0-43,-1 0 64,0 0 2,0 0 1,0 0-1,0-1 1,0 0-1,0 0 1,0-1-1,-1 1 1,1-1-1,0-1 1,-1 1-1,0-1 1,5-3-67,-2 2 58,2 0 34,-1-1-1,0-1 1,0 0-1,0 0 1,-1 0 0,6-7-92,-6 6 49,-4 3-6,0-1 1,0 0 0,0 0 0,0 0 0,-1 0 0,0-1 0,0 1 0,0-1 0,-1 0 0,0 0 0,0 0 0,1-6-44,-1 3 45,0 3-1,0-1 1,-1 0-1,0 0 1,0 0-1,-1-1 1,0 1-1,0 0 1,-1 0 0,0 0-1,0 0 1,-1-2-45,0-2 44,0 3 2,0 0 1,0 1-1,0-1 0,-1 1 1,0-1-1,-1 1 0,0 0 0,0 0 1,0 1-1,-3-4-46,0 0 36,3 4-1,0 1 0,0-1 0,-1 1 0,1-1 1,-1 2-1,-1-1 0,1 0 0,-1 1 0,-4-3-35,3 2 20,5 3-13,0 1 0,0 0 1,1 0-1,-1 0 0,0 0 0,0 0 1,-1 0-1,1 0 0,0 1 0,0-1 1,0 1-1,0-1 0,0 1 0,-1 0 1,1 0-1,0 0 0,-1 0-7,-6 0 17,-35 4-3,38-2-51,0-1 0,0 2 0,0-1 0,0 1 0,0 0 0,0 0 0,1 0 0,0 1 0,-1 0 0,1 0-1,1 0 1,-1 1 0,1 0 0,-1 0 0,1 0 0,1 0 0,-1 1 37,2-2-148,-1 1 0,1 1 0,0-1 0,1 0 0,-1 0 0,1 1 0,0-1 0,1 1 0,-1-1 0,1 0 0,0 1 0,0-1 0,1 1 0,-1-1 0,2 3 148,1 29-1431,-1 2-5147,-5-91 4942</inkml:trace>
  <inkml:trace contextRef="#ctx0" brushRef="#br0" timeOffset="942.563">1298 627 6008,'0'0'1296,"0"0"-46,0 0-179,0 0-86,-1 4-179,-5 54 328,1-27-669,2 0 0,2 10-465,0-26 82,2 0 1,0 1-1,0-1 0,2 0 1,0 0-1,0-1 1,6 14-83,-7-26 13,-1 0 1,0 0-1,1 0 1,-1 0-1,1 0 1,0 0-1,0-1 1,0 1-1,-1-1 1,1 0-1,1 1 1,-1-1-1,0 0 1,0 0-1,0 0 1,1 0-1,-1-1 1,0 1-1,1-1 1,-1 1-1,0-1 1,1 0-1,-1 0 1,1 0-1,0 0-13,5 0 25,-1-1-1,0 0 0,1 0 0,-1-1 1,5-1-25,-6 0 4,1 0 0,-1 0 1,1 0-1,-1-1 0,0 0 1,0 0-1,-1-1 0,1 0 1,-1 1-1,0-2-4,2-1 3,-2 3 2,0 0 0,-1 0 0,1-1-1,-1 1 1,0-1 0,1-3-5,4-4 5,22-34-1,-19 24 9,0 0 0,-2-1 1,4-13-14,10-21 41,-11 26 88,-12 28 166,1 5-245,-1 1-1,0-1 1,1 0-1,-1 1 1,0-1 0,0 1-1,-1-1 1,1 1 0,0 0-1,-1-1 1,1 1 0,-1 0-1,0 0-49,4 88 482,-5-73-437,1 1 0,1-1-1,0 0 1,2 1 0,0-1 0,1 0 0,0-1 0,2 1-1,1 2-44,2 1-95,-7-17 3,0 0 0,-1 1 0,1-1 1,1 0-1,-1 0 0,1 0 1,0-1-1,-1 1 0,2 0 92,0-1-494,-1 0 1,1-1-1,0 1 0,0-1 1,-1 0-1,1 0 0,4 1 494,2 0-6392,-23-7 4806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2:07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7264,'0'0'-2248,"0"0"2248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2:07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9328,'0'0'1200,"0"7"-200,-3 246 2628,4-147-3103,10 187 527,-5-160-706,-6-96-199,-1 1 163,2 1 0,1-1-1,5 16-309,-4-41 46,-2-11 2,-1-2-39,1 1 0,0-1 0,0 0 0,0 0 0,0 1 0,0-1 0,0 0 0,0 0 0,0 0 0,0 0 0,0 0 0,0 0 0,-1 0 0,1 0 0,0-1 0,0 1-9,12-19 69,-2 0 0,-1-1-1,0 0 1,3-12-69,7-14 65,-13 29-58,-5 11-5,0 0 0,1 1 0,0 0 0,-1-1 0,2 1-1,2-4-1,-5 8-4,42-56 62,-39 52-38,1 1-1,-1 0 1,1-1-1,0 2 1,0-1-1,0 1 1,0-1-1,0 1 0,1 1 1,-1-1-1,3 0-19,-7 3 18,0 0 0,1 0 0,-1 0 0,0 0 0,1 0-1,-1 0 1,0 0 0,1 0 0,-1 1 0,0-1 0,1 0-1,-1 1 1,0-1 0,0 1 0,1-1 0,-1 1 0,0 0-1,0 0 1,0-1 0,0 1 0,0 0 0,1 1-18,2 1 47,11 9 70,0 1-1,-1 1 1,0 0-1,-1 0 0,-1 2 1,0-1-1,3 7-116,42 54 557,-57-76-556,10 12 19,0 0 0,1-1-1,0 0 1,0-1 0,1 0-1,0-1 1,10 6-20,-20-14-44,0-1 0,0 1 0,1 0 0,-1-1 0,0 1 0,0-1 0,0 0 0,1 0 0,-1 0 0,0 0-1,0 0 1,1 0 0,-1 0 0,0-1 0,0 1 0,0-1 0,0 0 0,0 1 0,1-1 0,0-1 44,30-8-3416,-1 4-5489,-75 14 6729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2:08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1 9776,'0'0'1425,"0"0"11,0 0 23,0 0-59,1 8-257,9 121 499,1 22-1013,-8-114-334,6 173 355,-8-112-436,1 17-170,-2-96-10,1 21-265,-2 0 0,-2-1 0,-4 16 231,1-42-1542,-1-14 518,-9-26-870,9 14 488,-4-5-5738,26 43 5372</inkml:trace>
  <inkml:trace contextRef="#ctx0" brushRef="#br0" timeOffset="407.406">1 425 9688,'0'0'968,"0"0"-47,26-10 927,-8 4-1678,0 1 0,1 0 0,-1 1 0,9 0-170,-17 4 16,1 0 0,-1 0 0,0 0-1,0 2 1,0-1 0,0 1 0,0 1 0,0-1 0,0 2 0,0 0-16,8 4 28,1 2 1,-2 0-1,0 1 1,0 1-1,2 2-28,15 19 49,-1 0 0,2 7-49,-14-15 25,-7-7 38,0-1 0,0-1 0,2-1 0,0 0 0,1-1 1,9 6-64,-20-18 35,-1 0 1,1 0 0,0-1 0,0 0-1,0 0 1,0 0 0,0-1 0,0 1-1,0-2 1,0 1 0,0-1 0,0 0-1,0 0 1,0 0 0,-1-1 0,4-1-36,4-3 75,-1 0 1,0-1 0,0 0 0,0-1 0,-1 0 0,0-1 0,-1 0-1,0 0 1,2-4-76,1-1 62,-1 0 0,-1-1 0,0 0-1,-1-1 1,-1 0 0,0-2-62,-7 12 39,0 0 0,0 0 1,-1 0-1,0-1 0,0 1 0,0-1 0,-1 1 1,0 0-1,0-1 0,-1 1 0,0-1 1,0 1-1,0 0 0,-1 0 0,0-1 0,0 1 1,0 0-1,-1 1 0,-3-5-39,4 6 21,0 0-1,-1 0 0,0 1 1,0 0-1,0-1 1,0 1-1,-1 0 1,1 1-1,-1-1 0,0 0 1,0 1-1,0 0-20,-2-2 18,4 3-10,0 0-1,0-1 1,0 1 0,0 0 0,0 0 0,0 1-1,0-1 1,0 0 0,0 1 0,0-1 0,0 1-1,-1 0 1,1 0 0,0 0 0,-2 0-8,-7 0 16,-1-2-11,7 1-13,0 1 1,0 0-1,0-1 0,0 2 0,0-1 1,0 1-1,-5 0 8,-38 10 202,-16 4-3184,13-3-5021,119-28 6041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2:06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8 206 11832,'0'0'1153,"-1"4"-188,-1 28-17,0-8-935,0 0 1,1 0 0,2 0-1,0 0 1,2 0-1,0 0 1,7 21-14,-10-44-97,0 0 0,0-1 0,0 1 0,1 0 0,-1 0 0,0 0 0,1 0 0,-1 0 0,1 0 0,-1-1 0,1 1 0,-1 0 1,1 0-1,-1-1 0,1 1 0,0 0 0,-1-1 0,1 1 0,0 0 0,0-1 0,-1 1 0,1-1 0,0 1 0,0-1 97,14 10-1950,-3 1-3493,-28-26 4098</inkml:trace>
  <inkml:trace contextRef="#ctx0" brushRef="#br0" timeOffset="699.358">538 1 10936,'0'0'1152,"0"0"-68,0 0-272,0 0-123,0 0-217,0 0-119,0 0-274,-8 6-67,-26 18-3,31-21-3,-1 0-1,0 0 1,1 0-1,-1 1 1,1-1-1,0 1 1,0 0 0,1 0-1,-1 0 1,1 0-1,0 1 1,0-1-1,0 1-5,-2 4 6,3-8-4,0 1 0,0 0 1,1-1-1,-1 1 0,0 0 1,1 0-1,-1-1 1,1 1-1,-1 0 0,1 0 1,0 0-1,0 0 1,0-1-1,0 1 0,0 0 1,0 0-1,1 1-2,0 4 6,6 31 1,-3-28-6,0 0 1,1 0-1,0 0 0,1 0 1,0-1-1,0 0 0,5 4-1,58 61-29,-48-54 71,-1 1 0,-1 2 1,8 11-43,-24-31 41,-1 0 1,0 1 0,1-1 0,-1 1 0,-1 0 0,1-1-1,0 1 1,-1 0 0,0 0 0,0 0 0,0 0 0,0 0 0,-1 0-1,1 0 1,-1 0 0,0 1 0,-1-1 0,1 0 0,-1 0-1,1 0 1,-1 0 0,0 0 0,-1 0 0,1 0 0,-1 0 0,1-1-1,-1 1 1,-1-1 0,1 1 0,0-1 0,-2 2-42,2-3 26,1 0 1,0-1-1,-1 1 1,1 0-1,-1-1 0,0 0 1,0 1-1,1-1 1,-1 0-1,0 0 1,0 0-1,0 0 0,0 0 1,0-1-1,-1 1-26,-8 3 57,-8 4 122,0 0-1,-1-1 1,-9 1-179,-17-1 47,25-6-137,-1-1 0,1-1 1,0-1-1,0 0 0,-1-2 1,2 0-1,-8-4 90,26 8-63,0-1 0,0 0-1,0 1 1,0-1 0,1 0 0,-1 0 0,0 0 0,1 0 0,-1 0 0,0 0-1,1 0 1,-1-1 0,1 1 0,0-1 0,0 1 0,-1-1 0,0-1 63,-16-18-2700,-1 4-4571,44 40 5486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2:05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68 455 10136,'0'0'1016,"0"0"-72,0 0-287,0 0-89,0 0-89,1 4-99,11 24-91,-12-27-275,0-1 0,1 1-1,-1-1 1,1 1 0,-1-1 0,1 1-1,-1-1 1,1 0 0,-1 1 0,1-1-1,-1 0 1,1 1 0,-1-1 0,1 0 0,0 0-1,-1 0 1,1 1 0,-1-1 0,1 0-1,0 0 1,-1 0 0,1 0-14,1 0 13,-1-1-1,0 1 1,1-1 0,-1 1 0,0-1-1,0 0 1,0 1 0,0-1-1,1 0 1,-1 0 0,0 0 0,0 0-1,-1 0 1,1 0 0,0 0 0,0 0-13,9-12 54,-1-1 0,-1 1 0,3-7-54,31-49 55,-36 61-35,0-1 0,1 1 0,-1 0 0,2 1 0,-1 0 0,1 0 0,0 0 0,0 1 0,1 0 0,0 1 0,0 0 0,8-3-20,-16 7 8,1 1 1,0 0-1,-1 0 0,1-1 1,0 1-1,-1 0 0,1 0 1,0 0-1,-1 1 1,1-1-1,-1 0 0,1 1 1,0-1-1,-1 1 0,1-1 1,-1 1-1,1 0 0,-1 0 1,1 0-9,4 2 21,6 2 22,0 1 1,-1 1-1,1 0 0,-2 0 1,1 1-1,-1 1 1,0 0-1,1 1-43,22 26 496,22 31-496,-45-54 17,15 20 478,2-2 0,21 19-495,-45-47 54,0-1-1,0 1 1,0-1-1,1 0 0,-1 0 1,0 0-1,1 0 0,-1 0 1,1-1-1,0 0 1,1 1-54,-4-2 26,1 0 0,-1 0 1,1 0-1,-1 0 0,1 0 1,-1 0-1,1-1 0,-1 1 1,1 0-1,-1-1 0,1 1 1,-1-1-1,1 1 0,-1-1 1,0 0-1,0 0 0,1 0 1,-1 1-1,0-1 0,0 0 1,0 0-1,0-1 0,0 1 1,0 0-1,0 0 0,0 0 1,0-1-1,-1 1 0,1 0 1,0-1-1,-1 1 0,1-1 1,-1 1-1,0-1-26,3-6 113,-1-1 0,0 1 0,-1-1 0,0 0-1,0 1 1,-1-1 0,0 0 0,-1-5-113,-10-61 352,8 64-358,-4-38-129,2 0 0,2-29 135,3 63-291,0 1 0,1-1 0,1 1 0,1-1 0,0 1-1,0 0 1,4-7 291,-5 14-1308,1 1 0,-1-1 0,0 1 0,-1-1 0,1 0 0,-1-3 1308,2 3-2818,-17 58 813</inkml:trace>
  <inkml:trace contextRef="#ctx0" brushRef="#br0" timeOffset="598.942">25 1 9864,'0'0'1392,"0"0"-63,0 0-250,0 0-129,-1 5-260,-6 23-431,1 1 0,2 0 0,-1 22-259,4 24 16,3-18-408,2 1 1,4-1-1,1 0 392,13 38-2342,-7-22-4272,-35-170 4992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1:40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2160 622 4760,'0'0'0,"2"30"0,5 19 0,-7-26-320,-5-10 320,5-13-320,-10 0 320,2 0-2536</inkml:trace>
  <inkml:trace contextRef="#ctx0" brushRef="#br0" timeOffset="23143.392">9 320 10040,'0'0'1280,"0"0"-48,0 0-191,0 8-209,-8 174 1405,14-214-2084,2 2-25,10-42-53,2 1-1,4 1 0,3-2-74,-25 69 5,-1 0 0,1 0 0,0 0 0,0 0 0,0 0 0,1 0 0,-1 0 0,1 0 0,-1 1 0,1-1 0,0 1 0,0 0 0,0 0 0,0 0 0,3-1-5,-2 1 6,4 2 36,-2 4-23,0 0 1,0 1 0,0 0-1,-1 0 1,1 0 0,-1 1-1,-1-1 1,1 1 0,-1 0-1,0 1 1,0-1 0,-1 1-1,1 1-19,5 11 90,0 1 0,-2 0 1,0 0-1,-1 2-90,8 45 208,-10-32-114,1 3 43,1-2-1,1 1 1,8 18-137,-15-54 4,0 0-2,0-1 0,0 1 1,0 0-1,0 0 0,1 0 0,-1 0 0,0-1 0,0 1 0,1 0 0,-1 0 0,0 0 0,1-1 0,-1 1 1,1 0-1,-1-1 0,1 1 0,0 0-2,9-2 16,9-16-10,-12 11-6,-2-2 0,22-36 0,0-4-10,-2-1-1,3-14 11,13-29-9,-14 41 7,-4 7 2,0 10 0,-20 29 1,1 1-1,0 0 0,1 0 0,-1 0 0,1 0 1,-1 1-1,2-1 0,-5 4 1,0 0-1,-1-1 1,1 1 0,0 0 0,0 0 0,0 0-1,0 0 1,-1 0 0,1 1 0,0-1-1,0 0 1,0 0 0,0 1 0,-1-1 0,1 0-1,0 1 1,0-1 0,-1 0 0,1 1 0,0-1-1,-1 1 1,1 0 0,0-1 0,-1 1 0,1-1-1,-1 1 1,1 0-1,10 13 8,-7-9-1,-1 1 1,0 0-1,-1 0 1,1-1-1,-1 2 0,0-1 1,-1 0-1,1 0 0,-1 1 1,0 2-8,0 0 9,34 179 185,-16-74-400,-18-110 120,0 0 0,0 0 1,1-1-1,-1 1 0,1 0 0,0-1 1,0 0-1,0 1 0,0-1 0,1 0 1,0 0-1,-1 0 0,3 2 86,-1-1-143,-3-3 72,0 0 0,0 0 0,0 0-1,0 0 1,0 0 0,0-1-1,0 1 1,1 0 0,-1 0 0,0-1-1,1 1 1,-1-1 0,0 1-1,0-1 1,1 0 0,-1 1 0,1-1-1,-1 0 1,0 0 0,1 0-1,-1 0 1,1 0 0,-1 0-1,1-1 72,23 2-2147,-2 2-5061,-54-8 5415</inkml:trace>
  <inkml:trace contextRef="#ctx0" brushRef="#br0" timeOffset="23595.393">1192 40 9688,'0'0'1233,"0"0"-40,0 0-178,0 0-103,-4 2-249,0 1-541,-10 5 21,1 1 0,0 0 0,1 0 0,0 2 1,0-1-1,-1 4-143,3-3 30,-21 30 183,19-22-141,0 1 1,0 1 0,2 0 0,0 3-73,7-16 11,0 0-1,1 0 0,0 0 0,0 0 1,1 0-1,0 1 0,0-1 0,1 1 1,0-1-1,0 1 0,1-1 1,0 0-1,3 9-10,-4-16 4,0 0 0,0 0 1,1-1-1,-1 1 0,1 0 0,-1 0 0,0 0 1,1 0-1,-1 0 0,1 0 0,0 0 1,-1-1-1,1 1 0,0 0 0,-1 0 1,1-1-1,0 1 0,0-1 0,0 1 0,0-1 1,0 1-5,2 1 11,18 4 1,-14-7-9,0 0 0,0 0 0,0-1 0,0 0 0,0-1 0,0 0 0,-1 0 0,1 0 0,-1-1 0,0 1 0,0-2 0,5-3-3,20-19 2,-3-7-2,-5-4 0,-15 21 146,0-1-1,-1 0 0,-1 0 0,0-1 0,-2 0 0,3-18-145,-9 56 128,1-1-1,1 0 0,0 1 1,1-1-1,2 0 1,-1 0-1,2 0 0,1 0 1,5 14-128,4 4 22,-12-31-120,0 1-1,1-1 0,0 0 0,0 0 0,1 0 0,-1-1 1,1 1-1,0-1 0,0 0 0,0 0 0,1 0 0,0-1 1,-1 1-1,1-1 0,0 0 0,1-1 0,-1 1 0,0-1 0,1 0 1,-1 0-1,1-1 0,0 0 0,0 0 0,-1 0 0,1 0 1,0-1-1,0 0 0,0-1 0,0 1 0,1-1 99,-3 0-791,-1 0-1,1 0 0,0 0 0,-1 0 1,1 1-1,0 0 0,0-1 1,-1 1-1,1 1 0,2-1 792,-4 1-1296,-42 2-381</inkml:trace>
  <inkml:trace contextRef="#ctx0" brushRef="#br0" timeOffset="24229.856">1631 1 11480,'0'0'1296,"0"0"-54,0 0-211,0 0-108,-1 5-240,-1 68 316,4 21-999,-1-85 52,0 0 0,1 0-1,0 0 1,1 0 0,0-1 0,0 1-1,1-1 1,1 4-52,2 1 27,-1 0 5,1 0-1,0 0 1,1-1-1,0 0 0,1 0 1,0-1-1,1 0 1,1-1-1,7 6-31,-16-14 6,1 0-1,0 0 0,0 0 1,0-1-1,0 1 1,0-1-1,0 0 1,0 0-1,0 0 1,1 0-1,-1 0 1,0-1-1,1 1 0,-1-1 1,0 0-1,1 0 1,-1 0-1,0-1 1,1 1-1,-1-1 1,0 0-1,0 0 1,0 0-1,1 0 0,-1 0 1,1-2-6,2 1-7,-1-2 0,1 1 0,0-1 1,-1 0-1,0 0 0,0 0 0,0-1 0,0 1 1,-1-1-1,0 0 0,0-1 0,1-1 7,4-13-52,0 0 0,-1-1-1,-1 0 1,-2 0 0,0-1-1,-1 0 1,1-14 52,1-2-339,9-34 339,-14 70-6,-1 0 0,0 0-1,1 0 1,-1 0 0,1 0 0,0 0 0,0 0 0,0 0 0,0 1-1,0-1 1,0 0 0,0 0 0,0 1 0,1-1 0,-1 1 0,1-1 0,-1 1-1,1 0 1,-1 0 0,1-1 0,0 1 0,0 0 0,0 0 0,-1 1-1,3-2 7,-2 4-2,-1-1 0,1 1-1,-1-1 1,1 1 0,-1-1-1,1 1 1,-1 0 0,0 0-1,0 0 1,0 0 0,0 0-1,0 0 1,-1 0 0,1 0-1,0 0 1,-1 1 2,1-2-3,29 101-57,15 89 60,7 107 10,-48-274-6,-1-7 4,0 1 0,-1 0 1,0-1-1,-2 1 0,0 0 0,-1 0 1,-1-1-1,0 1 0,-1-1 0,-6 17-8,3-16 14,4-11 11,-1 0 1,0 0 0,-1 0 0,1 0-1,-1 0 1,-1-1 0,0 1-26,-11 16 107,-1 0 1,-1-1-1,-1-1 1,-1-1 0,0-1-1,-9 5-107,-23 8 67,26-22 61,-136 29 37,127-36-130,-37-4 10,-26-7-45,66 0-5,-12-13-71,2-1 0,-9-8 76,10 6-2728,-42-19-5924,194 101 6527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2:10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1 209 5560,'0'10'705,"7"118"115,-3-90-228,1 0-1,6 18-591,-6-29 93,-2-13 98,0 0 0,0 0 0,2-1 0,3 9-191,-7-18 15,1-1 0,0 0 0,0 1 1,0-1-1,0 0 0,0 0 0,0-1 0,1 1 0,-1 0 0,1-1 0,0 1 0,0-1 1,0 0-1,0 0 0,1 0-15,-1-1 30,0-1-1,0 0 1,0 1 0,0-1 0,0-1 0,0 1-1,0 0 1,0-1 0,0 1 0,0-1 0,0 0 0,-1 0-1,1 0 1,0 0 0,0-1 0,-1 1 0,1-1-1,-1 1 1,0-1 0,1 0 0,-1 0 0,0 0-30,12-10 61,0-1 0,-1 0-1,-1-1 1,0 0 0,-1-1 0,-1-1 0,0 1 0,-1-1 0,-1-1 0,0 0-61,22-53 379,0-9-379,-18 44 49,7-18 1216,9-47-1265,-35 168 2526,3 11-2526,4-17 842,8 43-842,-6-91-19,0 0-1,1-1 1,1 1-1,4 10 20,-5-17-82,0-1 0,0 0 0,0 0 0,1 0 0,-1 0 0,1-1 0,1 1 0,-1-1 0,1 0 0,4 4 82,20 20-8820,-55-56 7164</inkml:trace>
  <inkml:trace contextRef="#ctx0" brushRef="#br0" timeOffset="481.673">938 1 8432,'0'0'1145,"0"0"-38,0 0-174,0 0-88,0 0-194,-9 9-146,-1 0-466,-22 21 289,1 2 0,-18 24-328,42-46 49,0-1 1,1 1-1,0 0 1,0 1 0,1-1-1,0 2-49,4-7 11,-1-1 0,1 1 0,0 0-1,0-1 1,1 1 0,0 0 0,-1 0 0,1 0 0,1 0-1,-1-1 1,1 1 0,0 0 0,0 0 0,0-1 0,1 1-1,-1 0 1,2 1-11,4 4 7,-1 0 0,2 0-1,-1-1 1,1 0 0,0 0-1,1-1 1,0 0 0,1-1 0,-1 0-1,1 0 1,3 0-7,46 37 20,-49-37-21,27 24 104,20 22-103,-54-50 43,-1-1 0,0 1 1,0 0-1,-1 0 0,1 0 0,-1 0 0,1 0 0,-1 0 0,0 1 0,0-1 0,0 0 1,0 1-1,-1-1 0,0 1 0,1-1 0,-1 1 0,0-1 0,-1 1 0,1-1 0,-1 0 0,1 1 1,-1-1-1,-1 2-43,1 0 56,-1-1 1,0 0 0,0 0-1,0 1 1,0-2 0,-1 1-1,0 0 1,0 0 0,0-1-1,0 1 1,0-1 0,-1 0-1,1 0 1,-1 0 0,0-1-1,0 1 1,-4 1-57,-6 1 60,-1 0 0,0-1 0,0 0 0,0-1 0,-1-1 1,1 0-1,0-1 0,-1-1 0,1-1 0,-1 0 0,-9-2-60,24 3-24,-1 0 0,0-1 0,0 1 0,0-1 0,1 0 0,-1 1 0,0-1 0,1 0 0,-1 0 0,1 0 0,-1 0 0,1 0 0,-1-1 0,1 1 0,-1-1 24,-18-15-2974,1 5-4632,44 28 5748</inkml:trace>
  <inkml:trace contextRef="#ctx0" brushRef="#br0" timeOffset="894.906">1324 473 10848,'0'0'1449,"0"0"-50,0 0-223,2-6-243,28-62 453,-4 12-1049,-3-1 0,7-27-337,-30 81 17,1-1-1,0 1 1,-1 0 0,0-1 0,0 1 0,0 0 0,0-1-1,0 1 1,-1 0 0,0-1 0,0-2-17,-1 0 11,1 5-6,0-1-1,0 1 1,0 0 0,-1-1 0,1 1-1,0 0 1,-1 0 0,1 0 0,-1 0-1,0 0 1,1 0 0,-1 0 0,0 0 0,1 1-1,-1-1 1,0 1 0,0-1 0,0 1-1,1 0 1,-1-1 0,0 1 0,0 0-1,0 0 1,0 0 0,0 1 0,0-1-5,-4 1 21,-1 1-1,1 0 1,-1 0 0,1 1 0,0 0-1,0 0 1,0 0 0,0 1 0,1 0 0,-1 0-1,1 0 1,0 1 0,0-1 0,0 1-1,1 0 1,0 1 0,0-1 0,0 1 0,1 0-1,0 0 1,0 0 0,0 0 0,1 1-1,-2 5-20,-1 1 21,3-9 1,0 0 1,1 0-1,0 0 0,-1 1 0,2-1 1,-1 1-1,0-1 0,1 1 1,0-1-23,-1 14 125,0 0 0,1 0-1,1-1 1,1 1 0,1 0 0,4 16-125,-4-25 56,0 0-1,1 0 1,0-1-1,0 1 1,1-1 0,0 0-1,1 0 1,-1 0-1,2-1 1,-1 0 0,1 0-1,0-1 1,5 4-56,0-2 87,1-2-1,-1 1 1,1-2 0,1 0 0,-1 0 0,1-1 0,2 0-87,4-3 75,-1 0 0,1-1 1,-1-1-1,9-2-75,-23 2-33,-1 0 0,1 0-1,-1 0 1,1 0 0,-1-1 0,0 0-1,0 0 1,1 0 0,-2 0 0,1-1 0,0 0-1,0 0 34,36-23-3093,-2 5-6579,-88 49 7278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2:14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0 11208,'0'0'1353,"0"0"-65,0 0-280,0 0-128,0 0-248,-7 3-154,5-3-470,-13 6 63,1 1 0,-1 0 0,1 0 0,0 1 0,1 1 0,-8 7-71,-15 25 52,35-41-50,0 1 0,1 0 0,-1 0 0,1 0 0,-1 0 0,1 0 0,0 0 0,-1 0 1,1 0-1,0 0 0,0 0 0,-1 0 0,1 0 0,0 0 0,0 1 0,0-1 0,0 0 0,1 0 0,-1 0 0,0 0 0,0 0 1,1 0-1,-1 1-2,1 1 5,10 21 2,10 1-2,12-2-4,25 15 25,50 22-26,-72-40 10,0 1-1,-1 1 1,8 9-10,-31-22 9,-4-4 2,0 0 0,-1 0 1,0 1-1,0 0 0,0 1 0,-1-1 0,0 1 0,0 0 0,-1 1 0,5 6-11,-10-13 8,0 0-1,0 1 1,0-1-1,0 0 1,0 0-1,0 0 1,0 1-1,0-1 1,-1 0-1,1 0 1,0 0-1,-1 0 1,1 1 0,-1-1-1,1 0 1,-1 0-1,0 0 1,1 0-1,-1 0 1,0 0-1,0 0 1,0-1-1,0 1 1,0 0-1,0 0 1,0-1-1,0 1 1,0 0-8,-28 15 47,27-14-32,-36 17 217,-1-1-1,-6 0-231,31-13-11,0-1-1,0-1 0,1 0 1,-2-1-1,1-1 1,0 0-1,0-1 1,0 0-1,-9-2 12,22 2-66,0 0 0,0 0 0,0 0 0,0 0 0,-1 0 0,1-1 0,0 1 0,0 0 0,0-1 0,0 1 0,0-1 0,0 1 0,0-1 0,0 1-1,0-1 1,0 0 0,-1 0 66,-14-9-2845,2 4-4683,33 14 5682</inkml:trace>
  <inkml:trace contextRef="#ctx0" brushRef="#br0" timeOffset="458.259">782 309 8432,'0'0'921,"0"0"-16,0 0-83,0 0-77,-1 5-218,-6 48 573,0 46-1100,7-92 52,1-1 1,-1 1-1,2-1 1,-1 1-1,0-1 0,1 1 1,0-1-1,1 0 1,1 4-53,1 1 41,-3-8-21,0 0-1,0 0 1,0 0 0,1 0-1,-1 0 1,1-1 0,0 1-1,0-1 1,0 1 0,0-1-1,0 0 1,0 0 0,0-1-1,1 1 1,-1 0 0,1-1-1,0 0-19,1 1 37,2 0 11,-1 0 0,1 0 0,0 0 0,0-1 0,0 0 0,-1-1 0,1 0 0,0 0 0,0 0 0,0-1 0,6-1-48,-3 1 48,3 0 40,0-1 1,0-1 0,0 0-1,0 0 1,-1-1 0,7-4-89,-6 3 48,-4 2 11,0-1 1,0-1-1,0 1 1,-1-1 0,0-1-1,0 0 1,0 0-1,6-7-59,-4 4 37,-4 4-3,1-1-1,-2-1 1,1 1 0,-1-1 0,0 0-1,0 0 1,-1 0 0,0-1 0,0 1-1,0-5-33,0 4 32,-1 2 10,0 0 0,-1-1 0,0 1 0,-1 0 0,1-1 0,-1 1 0,0-1 0,0 1 0,-1-1 0,0-4-42,0 4 21,-4-5 61,0 4-54,-1 1-1,0 0 1,-1 0 0,0 0-1,0 1 1,-1-1 0,1 1 0,-1 1-1,0 0 1,-1 0 0,0 0-1,1 1 1,-1 0 0,-4-1-28,-2-1 19,8 3-9,1 1 0,-1 0 0,0 0 1,0 1-1,0 0 0,0 0 0,-6 0-10,-82-5 70,91 6-66,-1-1 0,0 1-1,1 1 1,-1-1 0,1 1 0,-1-1 0,0 1 0,1 0 0,-1 0 0,1 0 0,-1 1-1,-2 1-3,-7 3 7,-1-1-4,9-4-5,1 1 1,-1 0 0,1 0-1,0 0 1,0 0 0,0 1-1,0 0 1,0 0 0,-2 2 1,-8 6-173,1 1 0,1 0-1,0 1 1,1 0 0,0 1 0,1 0 0,-6 12 173,8-8-5,-12 28-2681,-3 1-4472,53-109 5410</inkml:trace>
  <inkml:trace contextRef="#ctx0" brushRef="#br0" timeOffset="1219.216">1340 374 6904,'0'0'1392,"2"4"-232,21 44 87,-2 2 0,-1 1 0,-4 1 0,-1 0 1,2 26-1248,-12-55 749,-3-20-3,-4-17-446,1-4-234,0 1-1,1-1 1,1 1-1,1-1 1,0 1-1,1-1 1,1 1-1,1 0 0,0 0-65,6-13 20,1 0-1,1 1 1,1 0-1,5-5-19,-15 28 4,0 0-1,1 0 1,-1 0-1,1 1 1,0 0-1,1 0 1,-1 0-1,1 1 1,0 0-1,0 0 1,1 0-4,2-2 5,-4 3 2,0 1-1,0-1 0,0 1 1,0 0-1,1 0 1,-1 1-1,0-1 0,1 1 1,-1 1-1,1-1 1,-1 1-1,5 0-6,-1-1 12,-5 2-1,0-1-1,0 1 0,0-1 0,0 1 0,0 0 0,-1 0 0,1 1 0,0-1 1,0 1-1,-1 0 0,1 0 0,-1 0 0,0 0 0,1 1 0,-1-1 0,0 1 0,0 0-10,1 1 8,5 4 2,-1 0 0,0 0-1,-1 1 1,1 0-1,-2 1 1,1 0 0,-2 0-1,1 0 1,-1 0-1,2 8-9,18 54 140,-22-64-83,-1 0 0,0 0 1,-1 1-1,0 0 0,0-1 0,-1 1 1,0-1-1,0 6-57,0-8 457,7-24-251,13-43-163,-13 42-11,13-33 11,3 0-1,24-38-42,-44 84 1,-1 1 1,1 1 1,-1-1-1,1 0 0,0 1 1,0 0-1,1 0 1,2-3-3,5-4 3,24-24-1,3 9-2,0 12 0,-32 12 6,1 1-1,-1-1 1,0 2-1,1-1 1,-1 1-1,1 0 1,-1 0-1,1 1 1,-1 0-1,0 0 1,1 0-1,-1 1 1,0 0-1,0 0 1,0 0-1,2 2-5,-1 1 16,0-1 1,-1 1-1,1 0 0,-1 0 1,-1 1-1,1 0 0,-1 0 1,0 0-1,0 1 0,-1-1 1,1 1-1,-1 1-16,3 7 27,0 0-1,-1 0 0,-1 1 1,0 0-1,-2 0 1,1 0-1,-2 1 1,0-1-1,-1 1 1,-1-1-1,0 1 1,-2 5-27,-3 10 94,-2-2 0,-1 1 1,-6 14-95,-4 15-246,14-47-1308,0 3-9908,7-26 9320</inkml:trace>
  <inkml:trace contextRef="#ctx0" brushRef="#br0" timeOffset="1685.98">2580 655 5560,'0'0'1336,"0"0"-39,0 0-153,0 0-75,0 0-163,9-9-186,38-46 152,51-78 816,-61 78-1160,-23 30-159,0-1 0,-1 0 1,2-11-370,-15 36 14,0 0 1,0 1 0,0-1 0,0 0 0,0 0 0,0 0 0,0 0 0,-1 0 0,1 0 0,0 0 0,-1 0 0,1 0 0,0 1 0,-1-1-1,1 0 1,-1 0 0,1 0 0,-1 1 0,0-1 0,1 0 0,-1 1 0,0-1 0,0 1 0,1-1 0,-1 1 0,0-1-15,-15-9 28,13 8-8,-1 1 1,1-1 0,-1 1-1,0 0 1,0 0 0,0 0 0,1 1-1,-1-1 1,0 1 0,0 0 0,-3 0-21,0 0 25,2 0 9,0 0-1,-1 0 1,1 1 0,-1 0-1,1 0 1,0 0 0,-1 1 0,1-1-1,0 1 1,0 1 0,0-1-1,1 1 1,-1-1 0,-3 4-34,-2 0 48,1 0 1,1 0-1,-1 1 1,1 0-1,1 1 1,-1-1-1,1 2 1,-2 2-49,2 2 118,0 0 0,1 0-1,1 1 1,1 0 0,-1-1 0,2 2 0,0-1 0,1 0 0,0 1 0,1-1 0,1 1-1,0 3-117,1-10 95,0 0 0,0 0-1,1-1 1,0 1-1,0-1 1,0 1-1,4 6-94,-2-4 62,-1-5-1,-1 1 0,1-1 0,0 0 0,1 0 0,-1 0 0,1 0 0,0-1 0,0 1 0,1-1 0,4 3-61,-2 0 53,-3-3-5,1 0-1,0 0 0,0-1 1,0 0-1,0 0 1,0 0-1,1 0 1,-1-1-1,1 0 1,0 0-1,2 0-47,0 0 45,-2 0-6,0-1 0,0 0-1,0 0 1,0 0 0,0-1 0,0 0 0,0-1 0,0 1 0,0-1 0,0 0 0,0 0 0,3-2-39,-1 1-5,-3 1-6,0 0 0,0 0-1,0-1 1,0 1 0,-1-1 0,1 0-1,0-1 1,-1 1 0,0-1-1,1 0 1,-1 0 0,0 0 0,0-1 11,42-30-3348,-3 6-6488,-101 65 7411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2:23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1006 459 11568,'0'0'1257,"0"0"-109,0 0-457,0 0-167,0 0-207,0 0-97,-5-1-201,-13-2-37,3 0 11,0 1-1,0 0 1,0 2-1,0-1 1,-9 2 7,12 0-1,9-1 2,-1 0 0,1 1-1,-1-1 1,1 1 0,0 0-1,0 0 1,-1 0 0,1 0-1,0 0 1,0 1 0,-1 0-1,-10 6 4,0 1 0,0 0 0,1 0 0,0 1 0,1 1 1,1 0-1,-5 6-4,11-11 6,1 0 1,-1 0-1,2 0 1,-1 0-1,1 1 0,0 0 1,0-1-1,0 1 1,1 0-1,0 1 0,1-1 1,0 0-1,0 0 1,0 1-1,1-1 0,0 0 1,0 1-1,1-1 1,0 0-1,0 1 1,1-1-7,-1-3 0,1-1 1,-1 1-1,1-1 1,0 0-1,-1 1 1,2-1 0,1 3-1,22 14 0,7-6 0,-23-12 2,1-1 0,-1 0 1,0-1-1,1 0 0,-1-1 1,1 0-1,-1 0 0,0-1 1,0-1-1,0 1 0,0-2 1,9-3-3,-11 3 7,-1 0 0,0-1 0,0 1 0,0-1 0,-1-1 0,0 1 0,0-1 0,0 0 0,-1 0 1,1-1-1,-1 0 0,-1 0 0,0 0 0,0 0 0,0-1 0,1-3-7,-5 10 1,6-12 41,-1 1 0,0-1 1,-1-1-1,0 1 0,-1 0 0,0-1 0,-2 0 0,1 0 0,-2 1 1,0-3-43,0 14 21,-2 38 104,3-13-104,1-1 1,2 1-1,2 8-21,17 96 25,-14-67-25,-2 3 0,-6-13 22,-2 0 0,-7 42-22,6-72 6,-8 33 90,-3-13 87,-1 0 1,-2-1-1,-4 5-183,18-39 48,-1-1-1,0 0 0,1 1 0,-2-1 0,1-1 0,0 1 0,-1 0 0,0-1 0,0 0 0,0 0 0,0 0 0,0 0 0,-1 0 0,1-1 0,-2 1-47,-3 0 68,-1 0-1,1 0 1,-1-1 0,0 0 0,0 0-1,-10-1-67,-3 0 26,-1-2-1,1 0 1,-1-2-1,1 0 1,0-2-1,0-1 1,0 0-1,1-2 1,-13-6-26,29 11-12,0-1 1,1 1-1,-1-1 1,1 0-1,0-1 0,0 1 1,0-1-1,1 0 1,0 0-1,0-1 1,0 1-1,0-2 12,-8-13-349,1-1 1,-6-16 348,7 11-653,1 0 0,2-1 0,-5-26 653,11 50-90,1 0 0,0 0-1,-1 0 1,1 0 0,0 0 0,1 0 0,-1 0-1,0 1 1,1-1 0,0 0 0,-1 0-1,1 0 1,0 1 0,1-1 0,-1 0 0,0 1-1,1-2 91,15-34-2042,-6 2-4427,-26 84 4864</inkml:trace>
  <inkml:trace contextRef="#ctx0" brushRef="#br0" timeOffset="414.755">1284 571 11208,'0'0'1041,"0"0"-69,5 1-397,-3-1-571,2 1 69,0 0 0,0 0 0,0 0 0,0 1 0,0-1-1,0 1 1,0 0 0,0 0 0,-1 1 0,1-1 0,-1 1-1,0-1 1,0 1 0,0 0 0,0 0 0,0 0 0,0 1 0,0 1-73,8 18 121,-1 1 1,-1 1 0,1 4-122,8 24 736,4 6 293,-21-57-856,-1-2 54,0 0 76,0 0-13,0 0-140,0 0-24,-3-26 174,9-13-251,1 1 0,1 1-1,2-1 1,2 1-1,2 1 1,1 1-1,7-11-48,-19 40-115,0 1-1,1 0 0,-1-1 0,1 1 0,1 1 0,-1-1 0,1 1 1,-1 0-1,1 0 0,0 0 0,1 0 0,-1 1 0,6-3 116,7-1-984,1 0 1,0 2-1,0 0 0,2 0 984,-8 2-573,8-2-6394,-50 12 5237</inkml:trace>
  <inkml:trace contextRef="#ctx0" brushRef="#br0" timeOffset="747.729">1959 461 12104,'2'7'760,"40"205"1335,-36-182-1948,-6-23-233,1-1-1,1 0 1,-1 0-1,1 0 1,0 0-1,0 0 1,0-1-1,1 1 1,0-1-1,0 1 1,1-1-1,0 0 1,-1 0-1,2 0 1,2 2 86,-5-6-913,-2 0 862,1-1 0,-1 0 0,1 0-1,0 0 1,-1 0 0,1 0 0,-1 0 0,1 0 0,0 0 0,-1 0 0,1 0 0,-1 0 0,1 0 0,-1 0 0,1-1 0,0 1 0,-1 0 0,1 0 0,-1-1 0,1 1 0,-1 0 0,1-1 0,-1 1 0,1 0 0,-1-1 0,0 1 0,1-1 51,17-10-1482,1-2-5178</inkml:trace>
  <inkml:trace contextRef="#ctx0" brushRef="#br0" timeOffset="1080.327">1815 12 10400,'0'0'0,"3"15"0,3 11 0,0-6-1640,-1-1 1640,0 4-1640,-2 0 1640,-3-23 56,0 0-56,7 23 56,2 2-56,6 23-4960</inkml:trace>
  <inkml:trace contextRef="#ctx0" brushRef="#br0" timeOffset="1417.369">2679 605 9144,'10'-34'272,"-5"18"380,-1-1 0,-1 0 0,2-15-652,-4 26 118,-1-1 0,0 1-1,-1 0 1,0 0 0,0-1 0,0 1-1,0 0 1,-1 0 0,0 0-1,0 1 1,-1-1 0,-3-5-118,5 9 4,0-1 30,-1-1 1,0 1 0,0 0-1,0-1 1,0 1 0,0 0-1,0 1 1,-1-1 0,0 0-1,1 1 1,-1-1 0,0 1-1,0 0 1,0 0 0,-1 0 0,1 0-1,0 1 1,-1-1 0,1 1-1,-1 0 1,-1-1-35,-7 0 54,0-1 0,0 2 0,0 0 0,0 0 0,-1 1 0,1 0 0,0 1 0,0 1 0,0 0 0,0 1 0,1 0 0,-1 0 0,0 1 0,1 1 0,0 0-1,0 1 1,1 0 0,0 0 0,0 1 0,0 0 0,1 1 0,0 0 0,0 1 0,1 0 0,-5 6-54,-4 8 137,0 1-1,2 1 1,1 0-1,1 1 1,-2 7-137,8-17 63,2 0 1,-1 0-1,2 0 1,0 1-1,1 0 0,1-1 1,1 1-1,0 0 1,1 12-64,0-24 9,1-1 1,-1 0-1,1 1 1,0-1-1,0 0 1,0 0-1,0 1 1,1-1-1,0 0 1,0 0-1,0-1 1,0 1-1,1 0 1,-1-1-1,1 1 1,0-1-1,0 0 1,0 0-1,0 0 1,1 0-1,-1-1-9,2 0 4,-1 0-1,1 0 1,-1 0-1,1-1 1,-1 0 0,1 0-1,0 0 1,0-1-1,-1 0 1,1 1-1,0-2 1,0 1 0,0 0-1,-1-1 1,1 0-1,0 0 1,-1-1-1,5-1-2,14-7 28,1 0 0,-1-2 1,-1-1-1,0-1 1,-1 0-1,-1-2 1,0 0-1,-1-2 1,-1 0-1,-1-1 1,12-15-31,-6 0 137,-1 0 0,-2-2 0,-1-1-136,-8 10 112,-1 0-1,-1-1 0,-1 0 0,2-24-111,1 0 73,7-19 59,5-24 836,1-29-968,-23 119 32,4-21 438,-5 26-466,0 0 0,0 0 0,0 0 0,0 1-1,0-1 1,0 0 0,0 0 0,0 0-1,0 0 1,0 0 0,0 0 0,0 0 0,0 0-1,0 0 1,0 0 0,0 0 0,0 0-1,0 0 1,0 0 0,0 0 0,0 0 0,1 0-1,-1 0 1,0 0 0,0 0 0,0 0-1,0 0 1,0 0 0,0 0 0,0 0-1,0 0 1,0 0 0,0 0 0,0 0 0,0 0-1,0 0 1,0 0 0,1 0 0,-1 0-1,0 0 1,0 0 0,0 0 0,0 0 0,0 0-1,0 0 1,0 0 0,0 0 0,0 0-1,0 0 1,0 0 0,0 0 0,0 0-1,0 0 1,0 0 0,0 0 0,0 0 0,0 0-1,0-1 1,1 1 0,-1 0 0,0 0-1,0 0 1,0 0 0,0 0 0,0 0-4,3 17 113,2 37 305,-1 19-418,3 46 402,1-60-166,2 1 0,10 24-236,-13-60 41,0 0 0,2-1 0,1 0 0,1-1 0,1 0 0,0-1 0,6 5-41,-9-14 31,-2 0-216,2-1-1,-1 0 1,2-1-1,-1 0 1,5 2 185,-2 0-1284,-2 1-3476,-5-7-1509,-16-19 3993</inkml:trace>
  <inkml:trace contextRef="#ctx0" brushRef="#br0" timeOffset="6489.283">1 1535 11384,'0'0'1200,"0"0"-64,2 5-392,16 45-335,-2 1 1,-2 0 0,-2 1-1,-2 1 1,-2 9-410,20 102 313,-6-44 401,6 114-714,-27-222 95,1 1-1,1-1 0,3 11-94,-5-19 47,0 1 1,1-1-1,0 0 1,0 0-1,0 0 1,0 0 0,1 0-1,-1-1 1,1 1-1,0-1 1,1 2-48,-3-5 10,0 1 1,0-1-1,0 0 1,0 1 0,0-1-1,0 0 1,1 0-1,-1 0 1,0 0 0,0 0-1,0 0 1,0 0-1,0 0 1,0 0-1,0 0 1,0-1 0,0 1-1,0 0 1,0-1-1,0 1 1,0-1-1,0 1 1,0-1 0,0 0-1,0 1 1,-1-1-1,1 0 1,0 0-1,0 0-10,21-21 98,-9 2-52,-2 0 1,0-1-1,-1 0 0,-1 0 1,1-4-47,36-74 58,-39 86-57,1 1 0,1-1 0,0 1 0,1 1-1,0 0 1,0 0 0,1 1 0,1 1 0,0 0-1,12-8 0,-21 16 0,1 0 0,-1 0-1,0 0 1,1 0-1,-1 1 1,0 0-1,1-1 1,-1 1 0,1 0-1,-1 1 1,0-1-1,1 0 1,-1 1-1,1 0 1,-1 0 0,0 0-1,0 0 1,0 1-1,0-1 1,0 1-1,0 0 1,0-1-1,0 1 1,0 1 0,-1-1 0,13 10-3,0 1 0,-1 0 0,-1 1 0,0 2 3,-3-5 0,58 74 32,-51-61-3,2-1 0,0-1 0,1 0 0,1-1 0,11 7-29,-25-23 12,1 2 9,0-1 1,1-1-1,0 1 0,-1-1 0,7 2-21,-13-6 5,1 0 1,0-1-1,-1 1 0,1 0 1,0-1-1,-1 0 0,1 1 0,0-1 1,0 0-1,-1-1 0,1 1 1,0 0-1,0-1 0,-1 1 1,1-1-1,-1 0 0,1 0 1,0 0-1,-1 0 0,0 0 0,1-1 1,1-1-6,8-6 21,0 0 0,-1-2 0,0 1 0,-1-1 1,-1 0-1,1-1 0,-2 0 0,0-1 0,0 0 1,-1 0-1,-1-1 0,0 1 0,-1-1 0,0-1 0,-1 1 1,-1-1-1,0 1-21,-3 8 8,0-1 0,0 1 0,-1 0 0,0 0 0,0 0 0,-1 1 0,0-1 1,0 0-1,0 0 0,0 1 0,-1-1 0,0 1 0,-4-5-8,6 9 28,0 0-27,-1 1 0,0 0-1,1-1 1,-1 1 0,1-1 0,-1 1-1,1-1 1,-1 0 0,1 1 0,-1-1-1,1 0 1,0 0 0,-1-1-1,1 1-1,0 0 1,0 1 0,0-1-1,0 0 1,0 0-1,0 1 1,-1-1-1,1 1 1,0-1 0,0 1-1,-1-1 1,1 1-1,0 0 1,0-1-1,-1 1 1,1 0 0,0 0-1,-1 0 1,1 0-1,0 0 1,-1 0-1,1 1 1,0-1 0,-1 0-1,1 1 1,-1-1 0,-1 2-1,-1 1 1,1-1 0,-1 0-1,1 1 1,0 0-1,0-1 1,0 1 0,1 0-1,-1 1 1,1-1-1,0 0 1,-1 1 0,1 0-1,1-1 1,-1 1-1,1 0 1,-1 0-1,1 0 1,0 0 0,0 0-1,1 0 1,-1 0-1,1 0 1,0 1 0,0 11-1,0-1-1,1 1 0,1 0 1,0-1-1,3 10 2,-3-18 3,0 1 0,0 0-1,1-1 1,0 1-1,1-1 1,-1 0 0,1 0-1,1-1 1,-1 1-1,1-1 1,0 0 0,1 0-1,-1 0 1,1-1-1,4 3-2,-5-5-1,-1 0 0,1 0 0,1 0-1,-1-1 1,0 1 0,1-1-1,-1-1 1,1 1 0,0-1 0,-1 0-1,1 0 1,0-1 0,0 1-1,-1-1 1,1-1 0,0 1 0,0-1-1,-1 0 1,1 0 0,0-1-1,2-1 2,2 1-99,-1-1 0,0-1 0,0 0 0,0 0 0,-1 0 0,1-1 0,-1-1 0,0 1 0,-1-1 0,1-1 0,2-3 99,17-17-1267,0 1-1,2 1 1,20-12 1267,-42 32-153,-1 0 1,0-1 0,0 1-1,0-1 1,2-3 152,13-13-1638,28-25-6842</inkml:trace>
  <inkml:trace contextRef="#ctx0" brushRef="#br0" timeOffset="6934.397">1525 1966 10584,'2'5'455,"0"1"0,-1-1 1,0 1-1,0-1 0,-1 1 1,1 3-456,-1-8 780,0-1 93,-9 17 216,-6 22-637,14-37-339,1-2 37,0 0 52,0 0 5,0 0-38,0 0 11,0-25 376,-2 6-395,0 0-1,-1 0 0,-2 1 0,1-1 1,-4-4-161,-1-6 116,-13-36 323,18 54-201,0 0 0,0 0 0,1-1-1,-1-5-237,4 33 44,0 1-1,2-1 0,0 1 1,0-1-1,2 0 0,0 0 1,1 0-1,2 5-43,12 46 87,-1 29 0,-8-38 98,13 39-185,21 26-12,-44-123-80,0 1-1,0-1 1,0 1 0,0 0 0,0-1 0,1 1 0,-1-1 0,0 1-1,0 0 1,1-1 0,-1 1 0,0-1 0,1 1 0,-1-1-1,0 0 1,1 1 0,-1-1 0,1 1 0,-1-1 0,1 0 0,-1 1-1,1-1 1,-1 0 0,1 1 0,-1-1 0,1 0 0,0 0 0,-1 1-1,1-1 1,-1 0 0,2 0 92,-1-1-93,0 1 0,-1-1 0,1 1 0,0-1-1,0 1 1,0-1 0,0 0 0,-1 0 0,1 1 0,0-1-1,0 0 1,-1 0 0,1 0 0,-1 0 0,1 0 0,-1 0 93,14-30-597,-9 19-1447,4-10-5432,-21 51 5619</inkml:trace>
  <inkml:trace contextRef="#ctx0" brushRef="#br0" timeOffset="7398.728">1706 2028 14256,'3'5'1100,"22"30"-223,-15-22-529,0-1 0,-1 2 1,-1-1-1,0 1 0,1 4-348,8 36 37,-3 0 0,-2 1 0,0 16-37,11 51-407,-16-89 345,2-1 0,9 22 62,-18-53 19,0-1 25,0 0 24,-7-32 196,2-4-234,1 0 1,2-1 0,2-34-31,13-109 99,-12 171-89,2-15-5,2 0 1,0 0-1,1 0 0,2 0 0,0 1 1,2 0-1,0 1 0,1 0 0,2 1 1,0 0-1,1 1 0,1 0 0,1 2 1,1-1-1,0 2 0,10-7-5,-23 20 6,0 1 0,0 0 0,1 0 1,0 0-1,-1 0 0,1 1 0,0-1 0,0 1 0,1 0 0,-1 1 0,0 0 0,0-1 1,1 2-1,-1-1 0,1 1 0,-1-1 0,1 2 0,-1-1 0,1 0 0,-1 1 0,0 0 0,1 1 1,-1-1-1,0 1 0,0 0 0,0 0 0,0 0 0,0 1 0,0 0 0,-1 0 0,3 2-6,0-1 16,-1 1 0,1 1 0,-1 0 0,0 0 0,0 0 0,-1 0 0,0 1 0,0 0 0,-1 0 0,1 0 0,-2 1 0,1-1 0,-1 1 0,0 0-1,-1 0 1,1 0 0,-2 0 0,1 1 0,-1-1 0,0 2-16,-1 2 62,-1 0-1,0 0 1,0 0-1,-1-1 1,-1 1 0,0-1-1,-1 1 1,-3 8-62,3-13 83,0 0 1,0 0 0,0 0 0,-1 0-1,0-1 1,0 0 0,-1 0 0,0 0-1,0 0 1,0-1 0,-1 0 0,1-1-1,-4 2-83,6-4 32,0 0-1,-1 0 0,1 0 0,0-1 1,-1 0-1,1 0 0,-1 0 0,1 0 1,-1-1-1,1 1 0,-1-1 0,0 0 1,1-1-1,-1 1 0,1-1 0,-1 0-31,-40-4-382,1-1 0,0-2 0,-6-4 382,48 11-76,-1 0-1,1 0 1,0 0 0,0 0 0,-1 0-1,1 0 1,0 0 0,0-1 0,0 1 0,0-1-1,0 1 1,1-1 0,-1 0 0,1 0 0,-2 0 76,-13-16-2830,1 3-5481,35 35 6270</inkml:trace>
  <inkml:trace contextRef="#ctx0" brushRef="#br0" timeOffset="8385.386">3154 1913 12640,'0'0'1105,"0"0"-36,0 0-163,0 0-125,0 0-331,1 6-143,13 50-273,2-1 0,7 13-34,-19-60 3,0 1 0,0-1 0,1 0 0,1 0 0,0 0-1,0-1 1,0 0 0,3 2-3,14 18 34,-20-24-22,-1 1 0,1-1-1,0-1 1,0 1-1,0 0 1,0-1-1,0 0 1,1 1-1,-1-1 1,1-1-1,-1 1 1,1 0 0,0-1-1,0 0 1,0 0-1,0 0 1,-1 0-1,1-1 1,0 1-1,0-1 1,0 0-1,0 0 1,0-1 0,0 1-1,0-1 1,0 0-1,0 0 1,0 0-1,0 0 1,-1-1-1,1 1 1,0-1-1,-1 0 1,1 0 0,-1-1-1,0 1-11,8-6 7,-1 0 1,0 0-1,-1-1 0,1 0 0,-2-1 1,0 0-1,0 0 0,0-1 0,-2 0 0,6-9-7,-6 8-10,5-11-45,-1 0 1,6-20 54,-14 35-21,0 0-1,0 0 1,-1 0 0,0-1 0,-1 1-1,1-1 1,-2 1 0,1 0 0,-1-1-1,-1-2 22,1 6-20,0 0-1,1 1 0,0-1 1,0 0-1,0 0 0,0 0 1,1 0-1,0 1 0,0-1 1,1-4 20,-1 7-54,1 5 42,-1 1 0,1 0 0,-1 0 0,0 0 0,0 0 0,-1 0 0,1 0 0,0 4 12,-1-7-4,8 50-96,7 19 100,8 45-44,-8-24 19,-8-57 27,-2 1 0,-1-1 0,-2 1 1,-1 0-1,-3 25-2,-1-39 38,0 0-1,-1-1 1,-2 1 0,0-1-1,-1 0 1,-1 0 0,0-1-1,-4 4-37,3-8 95,-1 0-1,0-1 0,-1 0 0,0-1 1,-1 0-1,-1-1 0,0-1 0,-1 0 1,0 0-1,-2-1-94,10-4 68,-1-2 0,0 1 0,-1-1-1,1 0 1,-1 0 0,1-1 0,-1 0 0,0 0 0,0-1 0,0 0 0,-1-1 0,1 1 0,0-2 0,-1 1 0,1-1 0,-1 0-1,1-1 1,-8-1-68,-63-13-45,-3-5 45,78 19-48,0-1-1,0 0 1,1 0-1,-1 0 1,0 0-1,1-1 1,0 1-1,-1-1 1,1 0-1,0 0 1,0 0-1,1 0 1,-1-1-1,0 0 49,-34-57-553,28 44 124,4 8 300,1 1 1,0 0 0,1-1-1,-1 1 1,2-1 0,-1 0-1,1 0 1,0 0 0,1-1-1,0 1 1,1 0 0,0-7 128,3-82-2179,0 6-7347</inkml:trace>
  <inkml:trace contextRef="#ctx0" brushRef="#br0" timeOffset="8815.037">3807 2025 12728,'6'6'251,"0"0"0,-1 1 0,0 0 0,0 0 0,0 1 0,-1-1 0,0 1 0,-1 0 0,1 2-251,1 1 437,0 1 0,1-1 0,7 9-437,-12-18-1,1 0 1,0 0-1,0 0 0,0-1 1,0 1-1,0-1 0,0 1 0,0-1 1,0 0-1,1 0 0,-1 0 0,0 0 1,1 0-1,-1-1 0,1 1 1,-1-1-1,1 1 0,-1-1 0,1 0 1,-1 0-1,1 0 0,-1-1 1,1 1-1,-1 0 0,2-1 1,3-1 8,-1 1 0,1-1 0,0-1 0,-1 1 1,0-1-1,0 0 0,0-1 0,5-2-8,25-21 135,-1 0 0,0-2 0,-3-2 1,0-1-1,8-14-135,-34 39 30,0-1 0,-1-1 0,0 1 0,0-1 0,0-2-30,-4 9 15,0 0 0,0 0 0,0 0-1,-1 0 1,1-1 0,-1 1 0,1 0-1,-1 0 1,0-1 0,0 1 0,0 0 0,0 0-1,0-1 1,0 1 0,-1 0 0,1 0 0,-1 0-1,0-1 1,1 1 0,-1 0 0,0 0-1,0 0 1,0 0 0,-1 0 0,0-1-15,-7-6 38,7 7 54,-10 1 0,-10-2-62,-2 1-1,1 1 0,0 0 0,0 2 0,-7 2-29,20-2-2,0 0 1,1 1 0,-1 0-1,0 1 1,1 0-1,-1 0 1,1 1-1,0 1 1,0-1 0,1 1-1,-1 1 1,1 0-1,0 0 1,-2 2 1,-28 27-1394,-26 30 1394,50-49-529,1 1 0,0 0 0,1 0 0,1 2 0,-6 14 529,15-29-246,1-2 67,0 0 0,0 1 0,0-1 0,0 0 0,0 1 0,0 0 0,1-1 0,-1 1 1,1-1-1,0 1 0,0 0 0,0-1 0,0 1 0,0-1 0,0 1 0,1 0 179,1 15-7133</inkml:trace>
  <inkml:trace contextRef="#ctx0" brushRef="#br0" timeOffset="9210.021">4474 1819 11568,'0'217'3949,"0"-212"-3868,-1 5-56,1 0 1,0 0-1,1 0 1,1 6-26,-1-11-3,0-5 4,0 0 0,0 0-1,0 0 1,0 0 0,0-1 0,0 1 0,-1 0 0,1 0 0,0-1-1,0 1 1,0 0 0,0-1 0,-1 1 0,1-1 0,0 1 0,0-1-1,-1 1 1,1-1 0,0 1 0,-1-1 0,1 0 0,-1 1 0,1-2-2,17-15 5,42-65-70,-43 56-72,1 1 0,2 0 0,0 1 0,20-15 138,-35 35-10,0 0 0,0 1 0,1 0 0,-1 0 0,1 0 0,0 0-1,0 1 1,0 0 0,0 1 0,0-1 0,0 1 0,6 0 10,-10 2 26,-1-1 0,1 1 0,0 0 1,0 0-1,-1 0 0,1 0 0,0 1 0,-1-1 0,0 0 1,1 1-1,-1-1 0,0 1 0,1-1 0,-1 1 0,0-1 1,0 2-27,16 28 401,-12-15-431,2 0 0,-1-1 1,2 1-1,0-1 0,1-1 0,1 1 1,0-2-1,0 1 0,2-1 0,0-1 1,0 0-1,1-1 0,12 9 30,5-12-1092,5-4-7217,-61-8 6672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2:28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0 13720,'1'0'2,"4"1"280,0 1 0,0-1 0,0 1 0,0-1 0,0 1 1,2 3-283,-5-4 88,-1 0-1,1 0 1,-1 0 0,0 0 0,1 1 0,-1-1 0,0 1-1,0-1 1,0 1 0,0-1 0,0 1 0,0 0 0,-1-1 0,1 1-1,-1 0 1,1 0 0,-1-1 0,1 1 0,-1 0 0,0 0-1,0 0-87,1 11 344,3 36 343,2 0 0,7 22-687,19 74 84,34 131-59,-48-201-46,-10-40-109,1 0-1,1-1 0,2 0 0,1-1 0,12 19 131,-25-51-51,0 0-1,1 0 0,-1-1 1,1 1-1,-1 0 0,1 0 1,-1 0-1,1-1 0,0 1 0,-1 0 1,1-1-1,0 1 0,-1-1 1,1 1-1,0-1 0,0 1 1,0-1-1,-1 1 0,1-1 1,0 0-1,0 1 0,0-1 0,0 0 52,0 0-191,0 0 0,0-1 0,0 1 0,0-1-1,0 1 1,0-1 0,0 1 0,0-1 0,0 1-1,0-1 1,-1 0 0,1 0 0,0 1 0,0-1-1,-1 0 1,1 0 0,0 0 0,-1 0-1,1 0 1,-1 0 191,4-5-6970,-9 14 5270</inkml:trace>
  <inkml:trace contextRef="#ctx0" brushRef="#br0" timeOffset="559.693">50 532 9328,'-47'3'3446,"44"-3"-2732,3 0-9,0 0-77,0 5-341,0-4-263,0 0 0,0 0 0,0 0 0,0 0 0,0 0 0,0 0 0,1 0 0,-1 0 0,0 0 0,0 0 0,1 0 0,-1 0 0,0 0 0,1 0 1,-1 0-1,1 0 0,0-1 0,-1 1 0,1 0 0,-1 0 0,1-1 0,0 1 0,0 0 0,-1-1 0,1 1 0,1 0-24,6 7 57,0-1-1,1 1 1,0-2 0,0 1-1,1-1 1,-1-1 0,1 1-1,1-2 1,-1 1 0,1-2-1,0 1 1,5 0-57,11 1 53,0-2 1,-1-1-1,1 0 0,0-3 0,0 0 1,0-1-1,25-6-53,12-1 251,23 2-251,-73 7 26,0 0 1,0 1 0,-1 0-1,1 1 1,0 0 0,-1 2-1,1-1 1,-1 2 0,0-1-1,0 2 1,6 3-27,-14-5 16,-1 0 0,0 0-1,0 0 1,0 0 0,0 1 0,-1 0-1,0-1 1,0 1 0,2 4-16,18 24 153,-20-31-135,-1-1 1,1 1-1,-1-1 0,1 1 1,0-1-1,0 0 1,0 0-1,0-1 0,0 1 1,0-1-1,0 1 1,0-1-1,0 0 0,0 0 1,0 0-1,0 0 1,0-1-1,0 1 0,0-1 1,0 0-1,0 0 1,0 0-1,-1 0 0,1 0 1,0-1-1,0 1 1,-1-1-1,1 0 0,-1 0 1,0 0-1,0 0 1,1 0-1,-1 0 0,0-1 1,0 0-19,-1 0 11,0 1 0,0-1 0,-1 0 0,1 1 0,-1-1 0,1 0 0,-1 1 0,0-1 0,0 0 0,0 0 0,0 1-1,-1-1 1,1 0 0,-1 0-11,-1-6 99,1 6-87,0 0-1,0 1 1,0-1 0,-1 0 0,1 1 0,-1 0-1,1-1 1,-1 1 0,0 0 0,-2-2-12,-1-2 19,-9-12 37,0 2 1,-1-1-1,0 2 0,-2 0 0,0 1 0,-15-10-56,30 23 25,-1 0 0,0 0-1,1 0 1,-1 0-1,0 0 1,0 1-1,0-1 1,0 1 0,1 0-1,-1 0 1,0 0-1,0 0 1,0 0-1,0 1 1,-2 0-25,-44 15-22,34-11 54,5-1-17,0 0-1,1 1 1,-1 0 0,1 0-1,0 1 1,1 0 0,-1 0 0,1 1-1,-5 6-14,8-8-5,0 1-1,0 0 0,1 0 1,0 0-1,0 0 0,0 0 1,1 1-1,0 0 0,0 0 1,1 0-1,0 0 0,0 0 1,-1 7 5,3-12-41,0-1-1,-1 1 1,1-1 0,0 1 0,0 0 0,0-1-1,1 1 1,-1-1 0,0 1 0,1-1 0,-1 1-1,1-1 1,-1 1 0,1-1 0,0 1 0,-1-1-1,1 0 1,0 1 0,0-1 0,0 0 0,0 0-1,0 0 1,0 1 0,0-1 0,1 0 0,-1-1-1,1 2 42,2-1-459,-1 1 0,1-1 0,0 1 0,0-1 0,0-1 0,0 1 0,0 0 0,0-1 0,0 0 0,3 0 459,6 0-7244,-30 0 5446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2:26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16 319 11480,'0'0'1248,"0"0"-68,0 0-272,0 0-155,1 4-400,37 95-148,-18-50-36,6 26-169,18 99 245,14 134-245,-49-273 245,-7-26 112,1 1 0,-1 0 0,-1-1 0,1 11-357,-15-39 165,-21-38-111,2-2-1,2-1 0,3-1 1,3-1-1,3-2 0,-11-53-53,29 97 1,0-1 0,1 1 0,1-1 0,1 1 0,1-1-1,1-3 0,4-18 0,1 1-1,7-18 1,-10 42-5,1 1 0,0 0-1,1 0 1,1 0-1,1 1 1,0 0-1,1 0 1,1 1-1,0 0 1,1 1 0,0 0-1,1 0 1,0 1-1,1 1 1,1 0-1,0 1 1,0 1 0,1 0-1,0 1 1,0 0-1,1 1 1,0 1-1,0 1 1,1 0-1,12-2 6,-20 6-3,-1 0-1,1 0 0,0 1 1,-1-1-1,1 2 0,0 0 1,-1 0-1,1 0 0,-1 1 1,1 0-1,-1 1 0,0 0 1,0 0-1,0 1 0,0 0 1,-1 0-1,0 0 0,1 1 1,-2 1-1,1-1 0,0 1 1,-1 0-1,0 1 0,-1-1 1,1 1-1,-1 0 0,-1 0 1,1 1-1,-1 0 0,-1-1 0,1 1 1,-1 1-1,-1-1 0,1 0 1,-1 1-1,-1-1 0,0 2 4,1 6 70,0 1 0,-1-1-1,-1 0 1,-1 1-1,-1-1 1,0 3-70,1-13 27,0 0 0,-1 0 0,1 0 0,-1 0 1,0-1-1,-1 1 0,1 0 0,-1-1 0,0 0 0,-1 0 0,1 0 0,-1 0 0,0 0 0,0-1 0,-1 1 1,1-1-1,-1-1 0,-1 2-27,-6 2 64,-2-1 0,1 0 0,-1-1 0,0 0 0,0-1-1,0-1 1,-1 0 0,1-1 0,-1 0 0,-11-1-64,-12-1-57,1-2-1,-1-1 0,-22-6 58,24 2-2482,34 0 382,0-5-6423,4 19 6633</inkml:trace>
  <inkml:trace contextRef="#ctx0" brushRef="#br0" timeOffset="556.074">1428 131 12640,'0'0'1288,"-4"-4"-215,-15-11-664,-2-3-39,0 1 1,-1 2 0,0 0 0,-2 1 0,0 1-371,17 10 19,1 0 0,-1 0 0,0 1 0,0 0 0,-1 0 0,1 1 0,0-1 0,0 2 1,-1-1-1,1 1 0,-1 0 0,1 1 0,0-1 0,-1 2 0,1-1 0,0 1 0,0 0 0,0 0 1,0 1-1,0 0 0,-1 1-19,-7 5 18,1 1 1,0 0-1,0 1 1,2 0-1,-1 1 1,1 1 0,1 0-1,0 0 1,1 1-1,1 1 1,-8 13-19,4-3 44,2 1-1,0 0 1,2 1 0,0 0 0,2 1-1,-3 25-43,9-47 20,0 0-1,1 1 0,0-1 0,0 0 0,1 0 0,0 1 0,0-1 0,0 0 0,0 0 1,1 0-1,0 0 0,1 0 0,-1-1 0,1 1 0,0-1 0,0 1 0,1-1 0,0 0 1,0 0-1,0-1 0,0 1 0,1-1 0,0 0 0,0 0 0,0-1 0,0 1 0,0-1 1,1 0-1,-1 0 0,1-1 0,0 0 0,0 0 0,2 0-19,-1-1 22,0 0-1,0-1 1,0 0-1,0 0 1,1-1 0,-1 1-1,0-2 1,0 1-1,0-1 1,-1 0 0,1 0-1,0-1 1,0-1-22,4-1 24,0-2 0,0 0 1,-1 0-1,0-1 0,0 0 1,-1 0-1,3-5-24,8-10 77,-1-1 0,-2 0 1,0-2-1,-2 0 0,12-26-77,34-103 480,-58 147-452,-2 5-5,0 0 0,0 1 0,0-1 0,0 0 0,0 1 1,1-1-1,-1 1 0,1 0 0,0-1 0,-1 1 0,1 0 0,0 0 0,0 0 0,1 0 0,-1 0 0,0 1 0,1-1-23,-1 1 62,18 36 123,-8 1-100,-2 0 0,-1 1 0,1 13-85,-3-13 42,-2-5-17,-4-22-45,1 0 0,0 0 0,0-1 0,1 1 0,0 0 0,0-1 0,1 1 0,1-1 0,0 0 1,0-1-1,0 1 0,3 2 20,-5-8-199,-1-1 1,1 1-1,0-1 1,0 1-1,0-1 0,0 0 1,0 0-1,1 0 1,-1-1-1,1 1 1,-1-1-1,1 0 1,0 0-1,-1 0 1,1 0-1,0-1 0,0 1 1,-1-1-1,1 0 1,0 0-1,0 0 1,-1-1-1,4 0 199,4 0-951,11-2-7730,-40 5 6875</inkml:trace>
  <inkml:trace contextRef="#ctx0" brushRef="#br0" timeOffset="1048.938">1753 358 10584,'13'19'134,"-2"-4"352,-1 0 0,-1 1 0,0 0 0,-1 0 0,0 1 0,-1 0 0,3 15-486,14 89 497,-6 0 0,-1 43-497,-16-148-15,3 52 259,-4-62-136,0 1-1,0-1 1,-1 0-1,0 1 1,-1-1 0,1 0-1,-1 0 1,0 0 0,-1 0-109,3-4 320,-1-2-293,1 0-1,0 0 1,-1 0 0,1 0-1,0 0 1,-1 0 0,1 0-1,0 0 1,-1 0 0,1 0-1,0 0 1,-1 0 0,1 0-1,0 0 1,0 0 0,-1 0-1,1-1 1,0 1 0,-1 0-1,1 0 1,0 0 0,0 0-1,-1-1 1,1 1 0,0 0-1,0 0 1,-1 0 0,1-1-1,0 1 1,0 0 0,0-1-1,0 1 1,-1 0 0,1 0-1,0-1 1,0 1-1,0 0 1,0-1 0,0 1-1,0 0 1,0-1-26,-11-13 332,-4-16-256,1-1 1,2 0-1,1-1 0,2 0 0,1-1 1,1 0-1,2 0 0,1 0 0,2-1 1,1-7-77,1 3 29,3 0 0,1 0 1,1 0-1,2 0 0,2 1 1,1 0-1,2 1 0,15-31-29,-20 53 5,1-1-1,0 1 0,1 0 1,0 1-1,1 0 0,1 1 0,0 0 1,0 0-1,1 1 0,1 1 0,0 0 1,5-2-5,-11 7-1,0 1 1,0 1 0,0 0-1,1 0 1,-1 0 0,1 1-1,0 0 1,0 0 0,-1 1-1,1 0 1,0 0 0,0 1-1,0 0 1,0 0 0,0 1-1,0 0 1,0 1 0,0 0-1,-1 0 1,1 0-1,0 1 1,-1 0 0,0 1-1,0-1 1,5 5 0,-5-3-2,0 1 1,0-1-1,-1 2 1,1-1-1,-2 1 1,1 0-1,-1 0 0,0 0 1,0 1-1,-1 0 1,0 0-1,2 7 2,-1-3 3,-1 0 1,-1 1-1,0-1 0,0 1 0,-1 0 0,-1 0 1,0 0-1,-1 10-3,0-20 20,-1 1-1,0 0 1,0-1 0,0 1 0,0-1 0,0 1 0,-1-1-1,1 0 1,-1 0 0,0 1 0,0-1 0,0 0-1,-1 0 1,1-1 0,-3 3-20,-12 10 131,15-13-129,0 0 0,0 0 0,0 0 0,0-1 0,-1 1 0,1-1 0,0 1 0,-1-1 0,1 0 0,-2 0-2,-10 3-147,0 0-1,-1-2 1,1 1 0,-1-2 0,-6 0 147,-50 7-1535,27 1-2675,31-4-4570</inkml:trace>
  <inkml:trace contextRef="#ctx0" brushRef="#br0" timeOffset="1718.558">2354 486 11744,'66'0'1286,"0"-3"0,33-7-1286,-79 8 257,-1-2 0,0 0 0,0-2 0,0 0 1,-1-1-1,0-1 0,0 0 0,-1-1 0,0-1 0,10-9-257,-19 12 7,0 0-1,0-1 0,-1 0 1,1 0-1,-2-1 0,1 0 1,-1 0-1,-1 0 0,2-4-6,2-8 25,-1 1 0,0-1 0,4-22-25,-10 36 50,-1 0-1,1 0 0,-1 1 0,0-1 0,-1 0 0,1 0 0,-1 0 0,-1 0 0,1 0 0,-1 0 1,-1 0-1,1 0 0,-1 1 0,0-1 0,-1 1 0,1-1 0,-2-1-49,2 6 7,0 0-1,0 0 1,-1 0 0,1 1-1,0-1 1,-1 1-1,1-1 1,-1 1 0,0 0-1,1 0 1,-1 0 0,0 0-1,1 0 1,-1 1-1,0 0 1,-3-1-7,-45 0 41,43 2-33,0 0 1,0 0-1,0 1 1,0 0-1,0 1 1,1 0-1,-1 0 1,1 1-1,0-1 1,0 2-1,0-1 1,0 1-1,1 0 1,0 0-1,0 1 1,-2 1-9,1 1 10,0 1 0,1-1 0,0 1 0,1 0 0,-1 0 0,2 1 0,-1-1 1,1 1-1,1 0 0,0 1 0,0-1 0,1 2-10,-2 10 51,1 1-1,0 0 1,2 0-1,1 0 1,1 5-51,0-19 14,0-1 1,0 0-1,1-1 0,0 1 1,0 0-1,1 0 0,0-1 1,0 0-1,1 1 1,0-1-1,0-1 0,1 1 1,0-1-1,0 1 0,1-1 1,3 3-15,0-2 5,-1 0 1,1 0 0,-1-1 0,2-1-1,-1 1 1,1-1 0,-1-1 0,1 0-1,1 0 1,5 0-6,-9-2 3,-1-1 0,1-1 0,0 1 0,0-1 0,-1 0 0,1-1-1,0 0 1,0 0 0,-1 0 0,1-1 0,-1 0 0,1 0 0,-1 0 0,0-1 0,0 0 0,0 0-1,2-2-2,31-24-330,-2-1-1,0-2 0,-3-2 0,0-1 0,24-35 331,-45 54-140,-8 9 57,1 0 0,0 0-1,0 1 1,0 0 0,0 0-1,6-4 84,-9 9-15,-1 0 0,0 0 0,0 0 0,0 0 0,1 0 0,-1 0 0,0 1 0,1-1 0,-1 1 0,0-1 0,1 1-1,-1 0 1,1 0 0,-1 0 0,0 1 0,1-1 0,-1 0 0,1 1 0,-1-1 0,0 1 0,0 0 0,1 0 0,-1 0-1,0 0 1,0 0 0,0 1 0,0-1 15,6 5-10,-1 0-1,-1 0 0,1 0 1,-1 1-1,0-1 1,0 2-1,-1-1 1,0 1-1,0-1 0,-1 2 11,13 23-128,10 32 128,-12-29-16,-6-11 152,-1-1 1,0 2-1,-2-1 1,-1 1-1,0 7-136,-4-23 1428,1-10-657,1-19-427,3-13-82,15-19-134,3 1 0,1 2 0,3 0 0,19-24-128,-32 54-361,0 2 0,1-1 0,1 2 0,1 0 0,0 2 0,6-4 361,21-18-2231,-14 11-6101,-72 59 6254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3:03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568 550 12728,'15'-24'79,"-2"2"168,2 1 0,0 1-1,1 0 1,1 1 0,3-3-247,5 0 1,16-17-9,2 2-1,2 2 1,41-24 8,-84 58-2,0-1 0,-1 1 0,1 0 0,0 1 0,0-1 0,0 0 0,0 1 0,0-1 0,0 1 0,0-1-1,0 1 1,0 0 0,0 0 0,1 0 0,-1 0 0,0 0 0,0 1 0,0-1 0,0 0 0,0 1 0,0 0 0,0-1 0,0 1 0,0 0 0,0 0 0,-1 0 0,1 1 2,1 0 1,-1 0 1,0 0-1,0 1 0,0-1 1,0 1-1,0-1 0,0 1 1,-1 0-1,0 0 0,1 0 1,-1 0-1,0 0 0,0 0 1,-1 0-1,1 0 1,-1 0-1,1 0 0,-1 1-1,0 3 42,0 1-1,-1 0 0,0 0 0,0-1 1,-1 1-1,0-1 0,0 1 1,-1-1-1,0 0 0,-2 5-41,-43 71 556,33-58-425,3-5 25,-1-1-1,0 0 0,-1-1 1,-1 0-1,-1-1 1,-1-1-1,0 0 0,-1-1 1,-3 1-156,-4 3 162,23-17-82,2-2 4,0 0-46,3 0-13,41-8-17,-15 3-2,0 0 0,0 2 0,1 1 0,-1 1-1,23 3-5,-40 0 1,0 0-1,1 0 0,-1 2 1,-1-1-1,1 1 0,0 1 0,-1 0 1,0 1-1,0 0 0,-1 0 0,5 4 0,-8-4 1,-1 0 0,0 0-1,0 0 1,0 1-1,-1-1 1,0 1-1,0 1 1,-1-1 0,0 1-1,0 0 1,-1 0-1,0 0 1,0 0-1,-1 0 1,0 1-1,1 6 0,-2-6 11,0-1 0,0 1 0,-1 0 0,0-1-1,-1 1 1,0 0 0,0-1 0,-1 1-1,0-1 1,-1 0 0,0 1 0,0 0-11,-3 3 33,-1-1 0,0 1 0,0-1 0,-1-1 0,0 1 0,-1-1-1,-7 5-32,-5 6 90,-1-1 0,-1-1 0,-1-1 0,-1-1 0,0-2-1,-1 0 1,-1-2 0,0 0 0,0-2 0,-1-1-1,-1-2 1,0 0 0,0-2 0,-25 2-90,50-8-51,0 1 0,0-1 0,0 0 1,0 0-1,0-1 0,-1 1 0,1-1 0,0 0 1,0 0-1,0 0 0,1-1 0,-1 1 0,0-1 1,0 0-1,1 0 0,-1-1 0,1 1 0,0-1 1,0 1-1,0-1 0,-2-1 51,-4-9-757,0 0 0,0 0 0,2-1 0,-1 1 0,-2-11 757,2 7-649,-8-16-6259,37 77 5192</inkml:trace>
  <inkml:trace contextRef="#ctx0" brushRef="#br0" timeOffset="520.959">467 1 12016,'19'2'210,"-15"-2"844,-14 3 331,-17 6-1153,1 2-1,-1 2 1,2 0 0,0 1 0,1 2 0,0 0-1,1 2 1,1 0 0,-4 7-232,1-2-5,2 2-1,1 1 1,1 1 0,1 1 0,1 1-1,1 0 1,-8 21 5,16-23 23,0 0 0,1 1 0,2 0-1,1 0 1,1 0 0,0 25-23,1 38 224,5 46-224,2-52 247,4 0 0,15 63-247,-11-94 108,2 0 0,3-1 0,2 0 0,20 39-108,-26-68 68,1 0 1,1 0 0,1-1 0,1-1-1,0-1 1,15 14-69,-19-23 38,1-1-1,0 0 1,1 0-1,0-2 1,0 0-1,1 0 1,0-1-1,1-1 1,-1-1 0,2 0-1,2 0-37,14 3 86,0-2 0,0-2 0,0-1 0,1-1 0,-1-2 0,5-2-86,-17 0 44,-1-1 0,1 0 0,-1-2 0,0-1 0,1 0 0,-2-2 0,1 0 0,-1-1 0,0-1 0,8-6-44,6-5 56,-1-2-1,-1-1 1,0-1-1,-2-2 1,-1 0-1,-2-3 1,0 0-1,13-22-55,-15 16 40,-1-1 0,-2-2-1,-2 0 1,-2-1 0,-1 0-1,-2-2 1,-2 1 0,-2-2 0,-1 0-1,-1-12-39,-4 21 30,-2 0 0,-1 0 0,-2 0 0,-1 0 0,-2 1-1,-1-1 1,-1 1 0,-2 0 0,-2 1 0,0-1 0,-2 2 0,-1 0-1,-13-19-29,-28-37 97,-5 2 0,-3 3 0,-22-19-97,73 88-16,0 0 1,-1 1-1,0 0 1,-1 1-1,0 0 1,-1 1-1,0 0 1,0 1-1,-1 1 1,0 0-1,0 1 1,0 1-1,-1 0 1,0 1-1,0 1 1,0 0-1,-12 0 16,1 2-299,-1 1 0,1 2 0,-23 3 299,-21 2-3147,28-3-5997,100-9 6886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3:25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444 1 12016,'115'84'194,"-97"-66"426,-18-18-605,1 0 0,-1 0-1,0 0 1,0 0 0,0 1 0,0-1 0,0 0 0,0 0 0,0 0-1,0 0 1,0 0 0,0 1 0,0-1 0,1 0 0,-1 0 0,0 0-1,0 0 1,0 1 0,0-1 0,0 0 0,0 0 0,0 0 0,0 0-1,0 0 1,-1 1 0,1-1 0,0 0 0,0 0 0,0 0 0,0 0-1,0 1 1,0-1 0,0 0 0,0 0 0,0 0 0,0 0 0,-1 0-1,1 0 1,0 0 0,0 1 0,0-1 0,0 0 0,0 0 0,0 0-1,-1 0 1,1 0 0,0 0 0,0 0 0,0 0 0,0 0 0,0 0-1,-1 0 1,1 0 0,0 0 0,0 0-15,-36-5 1366,15 1-1346,18 4 24,1 0 0,0 1 0,0-1-1,0 1 1,0 0 0,-1 0 0,1 0 0,0 0 0,0 0 0,0 0 0,1 0-1,-1 0 1,-1 2-44,-17 8 137,-27 5 47,4-2-103,-29 14-81,59-21-15,-1 0 0,1 0 0,0 1 1,1 1-1,0 0 0,0 1 0,-1 2 15,-2 3-14,0 2 1,1 0-1,0 0 0,1 1 1,2 1-1,0 0 1,0 1-1,2 0 0,1 0 1,-4 14 13,11-32-1,0 0 0,1 1 0,-1-1 1,1 0-1,0 1 0,-1-1 0,1 0 0,0 0 0,0 1 0,1-1 1,-1 0-1,0 1 0,1-1 0,-1 0 0,1 0 0,0 1 1,0-1-1,0 0 0,0 0 0,0 0 0,0 0 0,1 0 1,-1 0-1,1-1 0,-1 1 0,1 0 0,-1-1 0,1 1 1,0-1-1,0 1 0,0-1 0,0 0 0,0 0 0,0 0 1,0 0-1,1 0 0,-1 0 0,0-1 0,0 1 0,1-1 1,-1 0-1,2 1 1,5 0-2,0-1 0,-1 1 0,1-1 1,0-1-1,-1 1 0,1-2 0,-1 1 1,1-1-1,-1 0 0,1-1 0,1-1 2,3-2 18,0-1 0,-1-1 1,0 0-1,0 0 0,-1-1 0,0-1 0,0 0 0,-1 0 1,0-1-1,-1-1 0,-1 1 0,0-1 0,0-1 0,-1 1 0,-1-1 1,0-1-1,0 1 0,0-6-18,8-24 293,-6 20-41,-1 0-1,-2 0 1,0-1-1,-1 1 1,-1-1-1,0-9-251,-4 25 61,1 5-27,0 0 0,0 0 0,0-1 0,0 1 0,0 0 0,1 0 0,0 0 1,-1 0-1,1 0 0,0 0 0,0 0 0,1 0-34,5 45 372,28 196-58,-13-104-110,-5 9-204,-14-97 46,-1-1 0,-3 1-1,-2-1 1,-2 1-1,-3 6-45,2-19 188,-1-1-1,-2 0 0,-9 19-187,14-39 81,-2 0 1,0-1-1,0 0 0,-1 0 0,-1 0 1,1-1-1,-2 0 0,1-1 1,-2 0-1,-8 8-81,8-10 89,0-1 0,-1 0 0,0 0 0,0-1 0,0 0 0,0-1 0,-1 0-1,0-1 1,1-1 0,-9 2-89,3-2 66,1-1-1,0 0 1,0-1-1,0-1 1,0 0-1,0-1 1,-12-4-66,19 3-54,1-1 0,1 0 1,-1 0-1,1-1 0,-1 0 0,1 0 1,1-1-1,-1 0 0,1 0 1,0 0-1,0-1 0,1 0 0,0 0 1,0 0-1,1-1 0,-4-6 54,6 8-107,-1 0 1,1 1-1,0-1 0,1 0 1,0 0-1,-1 0 1,2 0-1,-1 0 0,1 0 1,0-5 106,2-7-525,1-1 1,0 1-1,2-2 525,6-33-2122,-2 1-6764,-21 121 6676</inkml:trace>
  <inkml:trace contextRef="#ctx0" brushRef="#br0" timeOffset="368.158">750 218 14792,'20'20'255,"-12"-13"12,0 0-1,-1 1 0,0 0 0,0 1 0,-1-1 0,0 1 1,-1 1-1,0-1 0,0 1 0,-1 0 0,0 0-266,-1 0 17,8 22 134,-2 0-1,-1 1 1,-2-1-1,2 34-150,-9-46 3,-1-1-1,-4 18-2,3-18 348,0 0-1,1 17-347,2-35 304,0-1 27,0 0-22,-1-3-105,-3-28-123,1 0 1,1-1-1,2 1 0,0 0 1,3-1-1,0 1 0,2 0 1,2 1-1,1-1 0,1 1 1,1 1-1,11-22-81,-20 49 4,8-16-174,0-1 0,1 2 0,2-1 0,8-11 170,-16 25-155,-1 0-1,1 0 0,0 1 1,0-1-1,0 1 0,0 0 1,0 0-1,1 0 0,0 0 1,-1 1-1,1 0 0,0 0 1,0 0-1,0 1 0,0-1 0,1 1 1,-1 1-1,0-1 0,0 1 1,5-1 155,55 10-2795,-22-2-7271</inkml:trace>
  <inkml:trace contextRef="#ctx0" brushRef="#br0" timeOffset="812.555">1525 236 9592,'5'-14'591,"-4"11"-463,0 0 0,0 0 0,0 1 0,-1-1 0,1 0 0,-1 0 0,1 0 0,-1 0 0,0 0 0,0 1 0,0-1 0,0 0 0,-1 0 0,1 0 0,-1 0 0,0 0 0,0 1 1,0-1-1,0 0 0,-1-1-128,2 3 60,-1-1 0,0 1 1,0 0-1,0-1 1,0 1-1,0 0 0,0 0 1,0 0-1,0 0 0,0-1 1,0 2-1,-1-1 1,1 0-1,0 0 0,-1 0 1,1 0-1,-1 1 1,1-1-1,-1 1 0,1-1 1,-1 1-1,0 0-60,-2-1 71,-1 1 1,1-1-1,-1 1 0,0 1 0,1-1 1,-1 1-1,1-1 0,-3 2-71,-7 1 151,1 2 0,-1 0 0,0 0 0,-10 7-151,13-5 80,1 0 0,0 0 0,1 1 0,0 0 0,0 1 1,1 0-1,0 0 0,0 1 0,1 0 0,0 1 0,1-1 0,0 1 0,1 0 0,0 1 0,-1 5-80,1-2 58,0 0 1,2 0-1,-1 0 0,2 0 1,0 1-1,1-1 1,0 0-1,2 1 0,-1-1 1,2 1-1,0-1 0,2 3-58,-3-13 8,1 1-1,-1-1 0,1 0 0,1 0 0,-1 0 1,1-1-1,0 1 0,0 0 0,0-1 0,1 0 0,-1 0 1,1 0-1,0 0 0,0 0 0,1-1 0,-1 0 1,1 0-1,-1 0 0,1-1 0,0 1 0,0-1 1,0 0-1,0 0 0,1-1 0,-1 0 0,0 0 0,1 0 1,-1 0-1,1-1 0,-1 0 0,1 0 0,-1-1 1,1 1-1,-1-1 0,0 0 0,1-1 0,-1 1 0,0-1 1,0 0-1,0 0 0,0-1 0,0 1 0,-1-1 1,1 0-1,-1-1 0,1 1 0,-1-1 0,0 0 0,1-2-7,3-3-8,0-1-1,-1 0 0,-1 0 0,0 0 0,0-1 1,-1 0-1,0 0 0,-1-1 0,0 1 0,-1-1 1,0 0-1,-1 0 0,1-6 9,-1-7 44,-1 0-1,-1 0 1,-1 0 0,-1 0 0,-1 0-1,-2-2-43,4 21 48,-1 0-1,0 1 0,0-1 0,-1 0 0,1 1 0,-1 0 0,-1 0 0,1 0 0,-2-3-47,3 7-24,0-1 0,-1 1 0,1-1 0,0 1 0,0 0 0,-1 0 0,1 0 0,-1 0 0,1 0 0,-1 1 0,1-1 0,-1 1 0,1 0 0,-1-1 0,1 1 0,-1 0 0,1 1 0,-2-1 24,1 0-92,2 0-768,-21 12-3903,16-11-1465,14-3 4684</inkml:trace>
  <inkml:trace contextRef="#ctx0" brushRef="#br0" timeOffset="1278.425">1619 190 13448,'0'0'880,"0"0"-64,0 0-256,0 8-147,1 9-235,10 93 142,-3-48 100,10 29-420,-17-88 26,0-1 0,0 1-1,0 0 1,0-1-1,0 1 1,0 0 0,1-1-1,-1 1 1,1-1-1,0 0 1,-1 1 0,1-1-1,0 0 1,1 0-1,-1 0 1,0-1 0,0 1-1,1 0 1,-1-1-1,1 0 1,-1 1 0,1-1-1,0 0 1,0 0-1,-1-1 1,1 1 0,0-1-1,0 1 1,0-1-1,0 0 1,-1 0 0,4 0-26,2-1 31,0 0 0,-1 0 1,1-1-1,0 0 0,0 0 1,-1-1-1,1 0 0,-1 0 1,0-1-1,0 0 0,5-3-31,7-8 49,-1 0 0,0-1-1,-2-1 1,7-8-49,-5-1 38,-1 0 0,-1-1 0,0-2-38,18-31 129,-15 24 249,1 2-54,-18 32-222,-2 2 16,4 31 72,-3-14-135,0-1 0,-1 0 1,-1 7-56,0 30 31,4-20-88,5 62 54,-6-84-115,0-1 0,0 1 0,2-1 0,-1 1 0,1-1-1,0 0 1,3 4 118,-5-12-199,0 1 0,0-1-1,0 0 1,0 0 0,1 0-1,-1 0 1,1 0 0,-1-1-1,1 1 1,0-1 0,-1 1-1,1-1 1,0 0 0,2 1 199,-2-2-252,7-8-1919,2-1-7195</inkml:trace>
  <inkml:trace contextRef="#ctx0" brushRef="#br0" timeOffset="1799.204">2092 222 13088,'103'243'3833,"-96"-224"-3743,-2 0 1,0 1 0,0 0-1,-2 0 1,-1 0 0,0 2-91,0 35 262,-4 28-262,-9-9 1070,11-76-1060,0 0 0,0-1 0,0 1 0,0 0 0,-1 0 0,1 0 0,0 0 0,0-1 0,0 1 0,-1 0 0,1 0 0,0 0 0,0 0 0,0 0 0,-1 0 0,1 0 0,0 0 0,0-1 0,-1 1 0,1 0 0,0 0 1,0 0-1,-1 0 0,1 0 0,0 0 0,0 0 0,-1 0 0,1 0 0,0 1 0,0-1 0,-1 0 0,1 0 0,0 0 0,0 0 0,0 0 0,-1 0 0,1 0 0,0 1 0,0-1 0,0 0 0,-1 0 0,1 0 0,0 0 0,0 1 0,0-1 0,0 0 0,0 0 0,-1 0 0,1 1 1,0-1-1,0 0 0,0 0 0,0 1 0,0-1 0,0 0 0,0 0 0,0 0 0,0 1 0,0-1-10,-8-19 125,4-19-86,2 0 0,1 0 0,2 0 0,3-8-39,-2-1-5,1-10 6,2 1 0,2 0 0,14-50-1,-17 88-5,2-1-1,0 1 1,1 0-1,1 1 1,1-1-1,0 2 1,1-1-1,1 1 1,0 1-1,2 0 1,-1 1-1,2 0 1,5-4 5,-16 15 8,1-1 1,0 1-1,1 0 1,-1 1-1,0-1 1,1 1-1,-1 0 1,1 0-1,0 0 1,-1 0-1,1 1 1,0 0-1,0 0 1,0 0-1,0 1 1,0 0-1,0 0 1,1 0-1,-1 0 1,0 1-1,0 0 1,0 0-1,-1 0 1,1 1-1,0-1 1,0 1-1,-1 0 1,1 1 0,-1-1-1,1 1 1,-1 0-1,0 0 1,0 0-1,-1 0 1,1 1-1,-1 0 1,1 0-1,-1 0 1,0 0-1,-1 0 1,1 0-1,-1 1 1,1-1-1,-2 1 1,1 0-1,0 0 1,0 3-9,6 27 162,-1-1 0,-2 1 0,-1-1 0,-1 22-162,-4-47 60,0-1 0,-1 1-1,1 0 1,-2-1 0,1 0 0,-1 1 0,0-1 0,-1 0 0,0 0 0,0-1 0,-1 1 0,0-1 0,-1 1-60,3-3 28,-1 0 0,0-1 0,0 1 1,0-1-1,-1 0 0,0 0 0,1 0 0,-1-1 0,0 0 1,-1 0-1,1 0 0,-1 0 0,1-1 0,-1 0 1,0 0-1,1 0 0,-1-1 0,0 0 0,-5 0-28,-6-3-91,0-1-1,0 0 0,1-2 0,0 0 1,-15-6 91,-11-4-344,19 9-667,1-2 0,0-1 1,-4-3 1010,-15-7-2527,2 2-5710,91 40 6212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3:10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4645 778 15960,'38'19'258,"-37"-18"-130,0-1 0,-1 1-1,1-1 1,0 1 0,-1-1 0,1 1 0,0 0-1,-1-1 1,1 1 0,-1 0 0,1 0-1,-1 0 1,1-1 0,-1 1 0,0 0-1,1 0 1,-1 0 0,0 0 0,0 0 0,0-1-1,1 1 1,-1 0 0,0 0 0,0 0-1,0 0 1,-1 0 0,1 0 0,0 0-128,-7 26 791,4-21-592,-3 46 969,1 52-1168,6-78 11,0 1 0,2-1 0,5 17-11,-4-19 20,0 1 69,1 0 0,2-1 0,0 1 0,2-1 0,1-1 0,0 1 0,6 5-89,-10-15 22,-4-11-19,-1 1 0,1-1 0,0 0 0,0 0 0,0 0 0,0 0 0,0 0 0,1 0 0,-1-1 0,1 1 1,0-1-1,1 1-3,7 6 11,1-2 1,0 1-1,12 4-11,-20-11 3,-1 0 0,1-1 0,-1 1-1,1-1 1,-1 0 0,1 0 0,-1-1-1,1 1 1,0-1 0,-1 0 0,1 1-1,-1-2 1,0 1 0,1 0-1,-1-1 1,0 1 0,0-1 0,0 0-3,1 0 0,1-1-3,0-1 0,0 1 0,0-1 1,-1 1-1,0-1 0,0-1 0,0 1 0,0-1 1,-1 1-1,1-1 0,-1 0 0,-1 0 0,2-3 3,1 0-13,8-16-78,0 0 0,-1-2 0,-2 1 0,0-1 0,-2 0 0,-1-1 0,3-26 91,-6 30-15,3-13-49,-2-1 0,-2-1 0,-2 1 0,-1-15 64,-6 7 7,6 42 26,-2 7 1,-4 20 69,1 0 1,2 1 0,0-1-1,1 1 1,2-1 0,1 22-104,0-34 14,-1 24 88,1-24-85,5 69 18,-4-54-264,1 1 0,1-1 0,2 0 0,1-1 0,1 3 229,-7-27-225,0-1 0,1 1 1,-1-1-1,0 1 0,1-1 0,-1 0 1,1 1-1,-1-1 0,1 0 0,0 0 1,0 0-1,-1 0 0,1 0 0,0 0 1,0-1-1,0 1 0,0-1 0,0 1 0,0-1 1,0 0-1,0 0 0,0 0 0,2 0 225,-4 0-349,1 0-1,0 0 1,0 0 0,-1 0-1,1 0 1,0 0-1,0 0 1,-1 0-1,1 0 1,0 1-1,0-1 1,-1 0-1,1 0 1,0 1-1,-1-1 1,1 0-1,0 1 1,-1-1-1,1 1 1,-1-1 0,1 0-1,-1 1 1,1 0-1,0-1 350,-24-9-2321</inkml:trace>
  <inkml:trace contextRef="#ctx0" brushRef="#br0" timeOffset="508.956">5384 948 15512,'2'4'913,"29"97"780,-15-54-1078,-2 2-1,4 31-614,7 51 377,-8-41-160,0 28-217,-14-90 167,-1 0-1,-2 0 1,0 0 0,-3 0 0,0 0 0,-4 15-167,5-39 78,1 0 0,-1 0 0,0 0 0,0 0 0,0 0 1,-1 0-1,-1 2-78,3-5 168,-1-13 44,-1-33-180,2 0 0,3-25-32,-1-47-12,-1-49-733,16-100 745,-9 161-102,-4 65 15,2 1 1,2 0-1,1 0 1,2 1-1,3-4 87,-7 24-7,1 0-1,1 0 1,0 1 0,2 0 0,0 1-1,0 0 1,1 0 0,1 1-1,1 1 1,0 0 0,8-6 7,-14 15 8,-1 0 0,1 1 0,0 0 0,0 0 0,0 0 0,0 1 0,1 0 0,-1 1 0,1-1 0,0 2 0,-1-1 0,1 1 0,0 0 0,0 0 0,0 1 0,0 0 0,0 1 0,0 0 0,0 0 0,0 0 0,0 1 0,-1 1 0,1-1 0,-1 1 0,1 0 0,-1 1 0,4 2-8,0 1 42,0 0 0,0 1 0,-1 0 0,0 0-1,-1 1 1,0 1 0,0-1 0,-1 1 0,-1 1 0,1 0 0,-2 0 0,1 0 0,-2 0 0,1 1-1,-2 0 1,4 11-42,-5-4 69,0 0-1,0-1 1,-2 1 0,-1 0-1,0 1 1,-1-1-1,-1-1 1,-1 1-1,-1 0 1,0 0 0,-1-1-1,-1 0 1,-9 16-69,4-9 104,-1-1 1,-1 0 0,-1-1-1,-2-1 1,0 0 0,-1-1-1,-1-1 1,-1 0 0,-11 8-105,10-14 147,0 0 0,-1-1 0,-1-1 0,0-1 1,-18 6-148,33-15 6,1 0 0,0-1 1,-1 1-1,1-1 1,-1-1-1,0 1 1,1-1-1,-1 0 1,0-1-1,1 0 0,-1 0 1,1 0-1,-1-1 1,1 1-1,0-2 1,0 1-1,0-1 1,-6-3-7,-6-3-46,1-2 1,0 0 0,1-1-1,0 0 1,-5-7 45,12 10-85,1 0 1,-1 0 0,2 0-1,-1-1 1,2 0-1,-1-1 1,1 0-1,-2-6 85,-4-13-459,2-1 0,-4-18 459,8 30-126,-2-12 262,-8-31-3495,-2-5-6874,42 157 7703</inkml:trace>
  <inkml:trace contextRef="#ctx0" brushRef="#br0" timeOffset="-3545.651">443 318 8248,'22'44'218,"-23"-51"1391,-7-34 327,2-1-1,2-7-1935,4 48 630,0 3-118,2 26-218,2 0 1,1-1-1,1 0 1,1 0 0,9 18-295,-1 3 321,9 32 187,-3 1 0,-4 1 0,6 72-508,-15-36 724,-5 20-724,-4-95 162,-2-1 0,-2 0 0,-1 0 0,-3 0 1,-1 0-163,10-39 6,-8 11-96,7-12-344,0-6 1,-4-18-318,1 1 0,1-1 0,1-1 0,1-18 751,1 18-46,-3-50-1900,-1-36-7520</inkml:trace>
  <inkml:trace contextRef="#ctx0" brushRef="#br0" timeOffset="-3070.29">151 279 8792,'24'-16'517,"-2"-1"0,0-1 0,-1-1 0,-1-1 1,5-7-518,2-2 773,1 2 1,8-5-774,-25 24 95,0 0 0,0 0 0,1 1-1,0 1 1,0 0 0,1 1 0,0 0 0,5-1-95,0 1 67,1 2 0,-1 0 0,0 1 1,1 1-1,-1 0 0,1 2 1,-1 0-1,1 1 0,-1 1 0,0 1 1,0 0-1,0 1 0,-1 1 0,1 1 1,-1 1-1,-1 0 0,0 1 1,8 5-68,3 5 53,0 1 1,-2 2 0,0 0 0,-2 1-1,0 2 1,-2 0 0,0 1-1,-2 1 1,13 26-54,-5-7 157,-3 0 1,-1 2-1,-3 0 0,-2 2 1,0 7-158,-12-33 96,0 1 1,-2 0-1,-1 0 1,-1 0-1,-1 0 1,-1 0-1,-2 1 1,0-1-1,-2 0 1,0 0-1,-6 15-96,-1-8 155,-1-1 0,-1 0 0,-2-1 0,-1-1 0,-15 22-155,3-12 282,-1-1-1,-2-1 1,-27 24-282,14-21 179,-2-2 0,-1-2 0,-2-3-1,-2-1 1,0-2 0,-2-3 0,-1-2 0,-54 16-179,102-39-42,1 0 1,-1-1-1,0 0 1,0 0 0,0 0-1,0-1 1,0 0-1,0 0 1,0 0 0,0-1-1,0 0 1,0 0-1,0 0 1,0-1-1,1 0 1,-1 0 0,0-1-1,1 1 1,0-1-1,0 0 1,0-1-1,0 1 1,0-1 0,1 0-1,-1 0 1,1-1-1,0 1 1,0-1 0,1 0-1,-1 0 42,3 2-84,0 1 1,0-1-1,0 0 0,0 0 1,0 0-1,1 0 0,-1 0 1,1 0-1,0 0 0,0 0 0,0 0 1,0 0-1,1 0 0,-1 0 84,1-7-71,10-102-2919,-7 63-4886,-10 114 5919</inkml:trace>
  <inkml:trace contextRef="#ctx0" brushRef="#br0" timeOffset="-2690.631">1512 748 13536,'0'0'1472,"2"6"-246,11 30-129,-1 1 1,-2 0-1,3 29-1097,-5-8 91,-2 10 33,-2 43-124,-7-55-647,-2 0 0,-4 8 647,8-61-880,-3-20-386,3 12 984,0 0 0,1 0-1,-1-1 1,1 1 0,0 0 0,0 0 0,1 0 0,0-1 282,1-39-484,-6-102-1486,0 10-5756</inkml:trace>
  <inkml:trace contextRef="#ctx0" brushRef="#br0" timeOffset="-2342.055">1259 371 9328,'0'0'0,"6"15"0,8 8 0,-5-12-1448,-2-2 1448,-7-9-1440,12 11 1440,-12-11 48,0 0-48,11 12-4040,-22-24 4040</inkml:trace>
  <inkml:trace contextRef="#ctx0" brushRef="#br0" timeOffset="-1974.022">1590 863 11208,'0'0'728,"5"2"-122,6 2-485,0 1-1,0 0 1,-1 0-1,1 1 0,-1 0 1,0 1-1,-1 0 1,0 1-1,0 0 0,0 0 1,-1 1-1,-1 0 1,2 3-121,19 33 648,-2 2 1,-2 0 0,-2 2-1,-2 1 1,-3 0-1,4 23-648,10 83 1875,-15-223-431,2-64-1410,-11 68-10,3 1-1,9-28-23,-9 48-163,2 1 0,2 1 0,1 0 0,2 1 0,2 0 0,6-6 163,-5 14-207,-6 9-104,1 0 1,10-12 310,-19 28-176,0 0 1,0 0 0,0 0 0,1 1 0,-1 0-1,1 0 1,1 1 0,-1 0 0,0 0 0,3 0 175,4-3-405,1 0-4004,-9 4-1681,-19 9 4137</inkml:trace>
  <inkml:trace contextRef="#ctx0" brushRef="#br0" timeOffset="-1624.38">2523 721 11744,'0'0'832,"0"0"-4,0 0-16,0 0-4,3 4-135,8 11-502,-1 0 0,0 1 0,-2 0 0,0 0-1,0 1 1,-2 0 0,0 1 0,-1 0 0,-1 0 0,2 17-171,0 11 322,-2-1 1,-2 1-1,-5 44-322,-1-56 58,-1 0 1,-2 0-1,-4 10-58,-6 27-522,17-70 55,0-1-549,2-10-1146,22-79-1011,-15 56-2587,-21 76 4336</inkml:trace>
  <inkml:trace contextRef="#ctx0" brushRef="#br0" timeOffset="-1623.38">2373 144 8520,'0'0'0,"4"16"0,6 11 0,-10-27-408,0 0 408,13 45-5504,-26-90 5504</inkml:trace>
  <inkml:trace contextRef="#ctx0" brushRef="#br0" timeOffset="-1043.728">3250 965 11744,'0'0'1009,"-1"-7"-164,-8-30 53,-1-1-1,-4-8-897,13 44 56,0 0-1,-1 0 1,1 0 0,0 0 0,-1 1 0,1-1-1,-1 0 1,1 0 0,-1 1 0,0-1 0,0 1-1,0 0 1,0-1 0,0 1 0,0 0 0,0 0-1,-1 0-55,-39-13 340,31 11-312,-4-1 98,-1 0 0,1 1 0,-1 0 1,0 2-1,-15-1-126,25 2 38,-1 1 1,1-1-1,-1 1 1,1 0 0,-1 1-1,1-1 1,0 1-1,-1 1 1,1-1-1,0 1 1,0 0-1,1 0 1,-1 1 0,1 0-1,-4 2-38,-4 8 50,-1 1 0,2 0-1,0 1 1,1 1 0,1-1 0,0 2-1,1-1 1,1 1 0,1 0 0,0 1-1,-1 11-49,-2 8 76,2 1-1,2 0 0,2 1 1,1 0-1,2 10-75,1-30 42,1 1 0,0-1 0,2 0 0,2 11-42,-4-27 1,0 0 0,0 0 0,0 0 0,0 0 0,1 0 0,-1 0-1,1 0 1,0-1 0,0 1 0,0-1 0,1 1 0,-1-1 0,1 0 0,0 0 0,0 0 0,0 0 0,0-1-1,1 1 1,-1-1 0,0 0 0,1 0 0,0 0 0,0 0 0,-1-1 0,2 1-1,3-1 3,0 0 0,0 0 1,0 0-1,0-1 0,0 0 0,0-1 1,0 0-1,0 0 0,0-1 0,0 0 1,0 0-1,-1 0 0,1-1 1,-1-1-1,3 0-3,1-3 17,1 0 0,-1-1 0,-1 0 0,1-1 0,-1 0 0,-1-1 0,0 0 0,8-10-17,3-11 39,0-1-1,-2-1 1,-2-1 0,3-11-39,-3 9 14,1-6 14,-2 0 0,-2-1-1,-1-1 1,-3 0-1,-2 0 1,-1-1-1,-2-20-27,-1-73 171,-14-104-171,8 167 48,3 43-22,1 26 8,0 8 20,16 132 380,-5 2 0,-5 61-434,4 65 425,-7-163-234,-4-58-134,2-1-1,2 1 1,2 0-1,1 0-56,-6-39-73,-1-1 1,0 1-1,1 0 0,-1 0 0,1-1 0,-1 1 0,1 0 0,0-1 0,0 1 1,-1 0-1,1-1 0,0 1 0,1-1 0,-1 0 0,0 1 0,0-1 0,1 0 1,-1 0-1,0 0 0,1 0 0,0 0 73,-1 0-135,1-1-1,0 0 1,0 0-1,-1-1 1,1 1 0,0 0-1,-1-1 1,1 1 0,0-1-1,-1 1 1,1-1-1,-1 0 1,1 1 0,-1-1-1,1 0 1,-1 0 0,0 0-1,1 0 1,-1-1 0,0 1-1,1-1 136,9-8-846,9-8-8598,-20 18 9432,-17 15-1960</inkml:trace>
  <inkml:trace contextRef="#ctx0" brushRef="#br0" timeOffset="-604.915">3563 1192 15600,'57'-55'2403,"-2"-2"0,0-5-2403,-44 49-2,12-14-1,-2-1 0,1-2 3,-18 23 1,1 0 0,-1 0-1,-1 0 1,1-1 0,-1 0 0,-1 1-1,1-1 1,-1 0 0,-1 0-1,1 0 1,-1-5-1,-12-40 80,8 51-77,0 1 1,-1 0-1,1 0 1,0 0-1,0 0 0,0 0 1,-1 0-1,1 1 1,-2 0-4,-3 0 7,1 1 1,-1 0 0,1 0-1,-1 1 1,1 0 0,0 0-1,0 1 1,0 0 0,0 0 0,0 1-1,1 0 1,0 0 0,-1 0-1,1 1 1,1 0 0,-1 0-1,1 1 1,0-1 0,0 1-1,-3 5-7,-5 8 68,1 0 0,1 1 0,0 1-1,2 0 1,0 1 0,0 3-68,2 0 94,0 0 0,1 0 1,2 0-1,0 1 0,1 23-94,2-33 64,1-1 0,1 0 0,1 1-1,0-1 1,1 0 0,0 0 0,1-1-1,1 1 1,0-1 0,5 8-64,-6-14 35,0-1 0,1 0-1,0 0 1,0 0 0,1 0 0,-1-1 0,2 0 0,-1 0-1,1-1 1,-1 1 0,1-1 0,1-1 0,-1 0 0,1 0-1,0 0 1,0-1 0,0 0 0,0 0 0,0-1-1,1 0 1,-1-1 0,1 0 0,-1 0 0,1-1 0,0 0-35,1-1-65,1-1 1,-1 0-1,1-1 1,-1 0-1,0-1 1,0 0-1,-1-1 0,1 0 1,-1 0-1,4-4 65,-13 9-1,7-4-228,0 0-1,-1 0 1,1-1 0,-1 0-1,0 0 1,-1-1-1,2-1 230,21-21-2970,-2 2-6628,-61 61 7226</inkml:trace>
  <inkml:trace contextRef="#ctx0" brushRef="#br0" timeOffset="1764.155">7304 801 12192,'13'17'139,"-9"-13"10,0 1 0,-1 0-1,1 0 1,-1 0-1,0 0 1,-1 1 0,2 4-149,7 8 2228,-10-18-2196,-1 0 0,0 1 0,1-1 0,-1 0 0,0 0 0,1 1 0,-1-1 0,0 0 0,0 1 0,1-1 1,-1 0-1,0 1 0,0-1 0,1 0 0,-1 1 0,0-1 0,0 0 0,0 1 0,0-1 0,0 1 0,0-1 0,0 1 0,1-1 0,-1 0 0,0 1 0,0-1 0,-1 1 1,1-1-1,0 0 0,0 1 0,0-1 0,0 1 0,0-1 0,0 0 0,0 1 0,-1-1 0,1 1 0,0-1 0,0 0 0,-1 1 0,1-1 0,0 0 0,0 1 0,-1-1 0,1 0 1,0 0-1,-1 1 0,1-1 0,-1 0 0,1 0 0,0 0 0,-1 1 0,1-1 0,0 0 0,-1 0 0,1 0 0,-1 0 0,1 0 0,-1 0 0,1 0 0,0 0 0,-1 0-32,-2 2 60,0 0-1,0-1 0,1 2 0,-1-1 0,0 0 0,1 0 0,0 1 0,-1-1 0,1 1 0,0 0 0,1-1 0,-1 1 0,0 0 0,1 0 0,-1 0 0,1 0 0,0 1 0,0-1 0,1 0 0,-1 0 1,0 1-1,1 0-59,-2 13 85,1 0 0,0 0 1,2 15-86,0-22 47,4 61 427,4-1 0,14 51-474,-6-30 225,-5-16 50,-3 1 0,-3 5-275,-6-64 101,0 0 1,-1 1-1,0-1 1,-1 0-1,-1 0 0,-1 0 1,-1 0-1,0-1 1,-3 5-102,6-15 31,-1 0 1,0-1 0,0 1-1,-1-1 1,1 1 0,-1-1-1,0 0 1,0-1 0,-1 1-1,0-1 1,0 0 0,0 0-1,0 0 1,0-1 0,-1 0-1,1 0 1,-1 0-1,0-1 1,0 0 0,0 0-1,0 0 1,0-1 0,-1 1-1,1-2 1,0 1 0,-3-1-32,-10 1 17,0 0 0,0-2 0,0 0 0,0-1 0,0-1 0,0-1 0,0 0 0,1-1 0,0-2 0,0 0 0,0 0 0,1-2 0,-5-3-17,-16-13-186,2-2 1,1-1-1,1-2 0,2-1 0,1-2 1,2-1-1,1-1 0,1-2 0,2 0 1,-14-31 185,6 2-298,21 35-600,-43-171-226,48 160 870,-6-200-2224,1 19-8395</inkml:trace>
  <inkml:trace contextRef="#ctx0" brushRef="#br0" timeOffset="2100.827">7296 493 12912,'72'-25'1398,"-71"25"-1684,-1 0-277,19 16-2254,34 25 669,-17-14-3372</inkml:trace>
  <inkml:trace contextRef="#ctx0" brushRef="#br0" timeOffset="2558.991">7927 791 11120,'5'6'34,"-4"-5"47,0 1 1,0-1-1,1 1 1,-1 0-1,0-1 1,0 1-1,0 0 1,-1 0 0,1 0-1,0 0 1,-1 1-82,0-1 45,0-1 1,0 0 0,-1 0 0,1 1-1,-1-1 1,1 0 0,-1 0 0,0 0-1,1 0 1,-1 0 0,0 1 0,0-1 0,0-1-1,0 1 1,0 0 0,0 0 0,0 0-1,0 0 1,0-1 0,0 1 0,0 0-46,-10 8 206,0 1 0,1 0 0,0 1 1,1 0-1,0 1 0,0 0 1,2 0-1,-1 1 0,2 0 0,-2 4-206,-10 26 751,2 0 0,-5 28-751,17-56 153,0 0 1,1 1 0,1 0 0,0 13-154,2-23 53,0-1-1,0 0 1,0 0-1,1 0 0,-1 0 1,1 0-1,1 0 1,-1 0-1,1 0 1,0 0-1,0 0 0,0-1 1,0 1-1,1-1 1,0 1-1,3 2-52,-3-4 30,0-1-1,0 0 1,0 0 0,1-1-1,-1 1 1,1-1-1,-1 1 1,1-1 0,0 0-1,-1 0 1,1-1-1,0 1 1,0-1-1,-1 0 1,1 0 0,0 0-1,0 0 1,-1-1-1,1 0 1,0 1 0,0-1-1,-1-1 1,1 1-1,2-2-29,8-2 64,0-1 0,-1-1-1,0 0 1,0-1-1,7-6-63,-7 4 22,-1 0 0,-1-1-1,0 0 1,0 0 0,-1-1 0,0-1-1,-1 0 1,-1 0 0,0 0 0,-1-1-1,0 0 1,-1-1 0,-1 0-1,0 0 1,-1 0 0,-1 0 0,0 0-1,-1-1 1,-1 1 0,0-1 0,-1 0-1,-1 1 1,0-1 0,-1 0 0,-1 1-1,-4-15-21,5 23-13,-5-24-145,-1 1 0,-2-1 1,-13-27 157,22 57-492,1 1-626,-19 5-2664,11-3-3361,19-5 5397</inkml:trace>
  <inkml:trace contextRef="#ctx0" brushRef="#br0" timeOffset="3035.104">8307 380 10848,'0'0'689,"0"0"-10,2 6-163,17 42-118,-3 0-1,-2 1 1,-2 1 0,-2 0 0,-2 0 0,-2 7-398,-2 18 697,-2 1 1,-4-1-1,-11 68-697,8-93 390,2-18 142,-1-1-1,-2 0 0,-9 31-531,34-102 555,2 2 0,2 0 0,20-24-555,-4 2 126,-6 9-87,41-62 10,-62 98-47,1 0 1,0 1-1,0 0 1,1 1-1,14-9-2,-23 18 1,0 0 0,0 1 0,1 0 0,0 0 0,-1 0 0,1 1 0,0 0 0,0 0 0,0 1-1,1-1 1,-1 1 0,0 1 0,0-1 0,1 1 0,-1 0 0,0 0 0,1 1 0,-1 0 0,0 0 0,0 1 0,0-1 0,0 1 0,0 0 0,0 1 0,0 0 0,-1 0-1,1 0 1,-1 0 0,0 1 0,0 0 0,0 0 0,-1 0 0,1 1 0,-1 0 0,0 0 0,0 0 0,-1 0 0,1 0 0,-1 1 0,0-1 0,2 7-1,4 11 35,0 0 1,-1 0-1,-1 1 1,-2 0 0,0 1-1,-1-1 1,-2 2-36,-1-9 49,0 0 1,-2 1 0,0-1 0,-1 1 0,0-1-1,-2 0 1,0 0 0,-1 0 0,0 0-1,-4 4-49,4-10 22,2-3 7,0 0 0,-1-1 1,0 0-1,0 0 0,-3 4-29,5-9-79,1-1-1,-1 1 1,0 0-1,1-1 1,-1 1-1,0-1 0,0 1 1,0-1-1,0 0 1,0 0-1,0 0 1,0 0-1,-2 0 80,3-1 33,0 1 1,0-1-1,0 0 0,0 0 0,0 0 1,0 0-1,0 0 0,0-1 0,0 1 1,0 0-1,0 0 0,-1-1 0,1 1 1,0-1-1,0 1 0,1-1 1,-1 1-1,-1-1-33,-14-19-2840,10 9-4457,5 9 3551,4 12 1593</inkml:trace>
  <inkml:trace contextRef="#ctx0" brushRef="#br0" timeOffset="3752.584">8324 1321 10312,'4'-1'8,"0"-2"175,0 1 0,0 0-1,1 0 1,-1 1 0,1-1 0,-1 1-1,1 0 1,0 0 0,-1 0-1,1 1 1,0 0 0,0 0-1,0 0 1,-1 0 0,1 1-1,0 0 1,0 0 0,-1 0 0,2 1-183,74 29 1370,-63-23-1276,-1-1-1,2 0 1,-1-2-1,0 0 1,1 0-1,0-2 1,0 0-1,0-1 1,3-1-94,-14-3-191,0 0 0,0 0 1,-1-1-1,1 0 1,-1 0-1,1 0 1,-1-1-1,0 0 1,0 0-1,1-2 191,36-33-8232,-71 64 6598</inkml:trace>
  <inkml:trace contextRef="#ctx0" brushRef="#br0" timeOffset="4419.039">9552 557 12728,'1'6'5,"5"21"497,-1 1 0,-1 0 1,0 24-503,-7-60 260,0 1 0,-1-1 0,1 1 0,-2 0 0,1 0 0,-1 0 0,-3-3-260,-2-3 213,9 10-125,-1 0 1,1 1 0,-1 0-1,0-1 1,0 1-1,0 0 1,0 0 0,0 0-1,0 0 1,-1 0-1,1 1 1,-2-2-89,1 3 32,1-1-1,0 1 1,-1-1 0,1 1-1,-1 0 1,1 0 0,0 0 0,-1 1-1,1-1 1,-1 1 0,1-1-1,0 1 1,0 0 0,-1-1-1,0 2-31,-14 5 17,2 1 0,-1 0-1,1 2 1,0-1-1,1 2 1,0 0-1,1 0 1,0 2 0,1-1-1,1 2 1,0-1-1,0 1 1,1 1-1,-2 5-16,11-18 9,-1 0 0,1 1-1,0-1 1,-1 1-1,1-1 1,0 1-1,0-1 1,1 1 0,-1-1-1,0 1 1,1 0-1,0 0 1,-1-1-1,1 1 1,0 0 0,1-1-1,-1 1 1,0 0-1,1 0 1,-1-1-1,1 1 1,0-1 0,0 1-1,0-1 1,0 1-1,1-1 1,-1 1-1,1-1 1,-1 0-1,1 0 1,0 0 0,0 0-1,0 0 1,0 0-1,0 0 1,0-1-1,2 2-8,9 6 26,2-1-1,-1 0 0,1-1 0,0-1 0,15 4-25,-4 0 21,-25-10-20,45 18 35,-2 2 1,40 23-37,-34-18 104,-38-20 0,0 1 0,0 0 0,0 1 0,6 5-104,-17-11 21,-1-1 1,1 1 0,0 1-1,-1-1 1,1 0 0,-1 0-1,1 0 1,-1 0 0,1 0-1,-1 0 1,0 0 0,0 1-1,0-1 1,1 0 0,-1 0-1,0 0 1,0 1 0,-1-1-1,1 0 1,0 0 0,0 0-1,-1 1 1,1-1 0,0 0-1,-1 0 1,1 0 0,-1 0-1,0 0 1,1 0 0,-1 0-1,0 0 1,1 0 0,-1 0-1,-1 0-21,-2 5 105,0-1 0,0 0-1,-1-1 1,0 1 0,-4 2-105,-6 3 63,0 0 1,-1-2 0,0 0 0,0-1 0,-1 0-1,0-1 1,0-1 0,-1-1 0,1 0-1,-1-2 1,0 0 0,0-1 0,0 0-1,0-2 1,0 0 0,0-1 0,-9-2-64,9-6-3520,7 0-6664,20 18 8027</inkml:trace>
  <inkml:trace contextRef="#ctx0" brushRef="#br0" timeOffset="5025.399">10753 583 13720,'0'0'1129,"0"0"-45,0 0-202,0 0-96,0 0-188,-6 0-138,-6 1-427,1 1-1,0 0 0,0 0 0,0 1 1,0 0-1,1 1 0,-1 1 0,1-1 0,0 2 1,0-1-1,1 1 0,0 1 0,0 0 1,0 0-1,1 1 0,0 0 0,0 0 0,-5 8-32,7-8 29,1-1 0,0 1 0,1 0-1,-1 1 1,2-1 0,-1 1-1,1 0 1,1 0 0,-1 0 0,1 0-1,1 0 1,0 0 0,0 1 0,1-1-1,0 0 1,1 0 0,0 1-1,0-1 1,1 0 0,0 0 0,0 0-1,4 7-28,-1-4 31,0-1 1,1 1-1,1-1 0,0-1 0,0 1 0,1-1 0,0 0 0,1-1 0,0 0 0,0 0 0,1-1 0,0 0 0,10 5-31,33 28 176,12 13-176,-63-52 11,0 0 0,-1 0-1,1 0 1,0 0-1,-1 0 1,1 1 0,-1-1-1,0 0 1,1 1-1,-1-1 1,0 1 0,-1-1-1,1 1 1,0 0-1,-1-1 1,1 1-1,-1 0 1,0-1 0,0 1-1,0 0 1,0-1-1,-1 1 1,1 0 0,-1-1-1,1 1 1,-1 0-1,0-1 1,0 1 0,0-1-1,-1 1 1,0 1-11,-1 1 56,-1 1 0,1-1 0,-1 0 0,0 0 0,0-1 0,0 1 0,-1-1 0,0 0 0,0 0 0,0 0 1,0-1-1,0 0 0,-3 1-56,-7 2 51,0-1 0,0 0 1,-1-1-1,1-1 0,-1-1 1,1 0-1,-1-1 0,-12-1-51,27 0-109,-1-1 0,1 1 0,0-1 0,-1 0 0,1 1 0,0-1 0,-1 0 0,1 0-1,0 0 1,0 0 0,0 0 0,0-1 0,0 1 0,0 0 0,0 0 0,0-1 0,0 1-1,1 0 1,-1-1 0,0 0 109,0 0-151,0 0 0,0 0 0,0 0 0,0 0 0,1-1 0,-1 1 0,1 0 0,-1 0 0,1-1 0,0 1 0,0 0 0,0 0 0,0-1 0,0 1-1,1-2 152,7-14-446,1 0-1,1 0 1,0 1-1,6-6 447,2-4-1609,25-38-7931</inkml:trace>
  <inkml:trace contextRef="#ctx0" brushRef="#br0" timeOffset="5392.339">11030 1067 12824,'27'20'931,"1"-1"1,0-2 0,9 4-932,-26-16 281,0 0-1,1 0 1,-1-1-1,1-1 1,0 0 0,0 0-1,0-2 1,0 1-1,0-1 1,9-1-281,-18-1 7,1 1 1,-1-1 0,0 0-1,1-1 1,-1 1-1,0 0 1,0-1 0,0 0-1,0 0 1,0 0-1,0 0 1,0 0 0,-1 0-1,1-1 1,-1 1 0,1-1-1,-1 0 1,0 0-1,0 0 1,0 0 0,-1 0-1,2-2-7,0-2 29,1-1 0,-1 1 0,-1-1-1,1 0 1,-1 0 0,-1 0 0,1 0 0,-1 0-1,-1-5-28,-2-4 12,-1-1 1,-1 1-1,0 0 0,-1 0 0,-6-11-12,10 25 1,-55-118 188,55 118-181,-1 1-1,1 0 1,-1 0-1,0 0 1,1 0-1,-1 1 1,0-1-1,0 0 1,0 1-1,0-1 1,-1 1-1,1 0 1,0 0-1,-1 0-7,-36-16 31,32 14-27,-5-2 5,1 1 0,-1 0 0,0 1 0,-1 1-1,1-1 1,0 2 0,-1 0 0,1 0 0,-1 1 0,-1 1-9,4 0-28,1 1 0,0 0 0,1 0 0,-1 1 0,0 0-1,1 1 1,0 0 0,-1 0 0,2 1 0,-1 0 0,0 0 0,1 1 0,0 0 0,0 1 28,-115 117-4088,98-101-3810,56-54 5930</inkml:trace>
  <inkml:trace contextRef="#ctx0" brushRef="#br0" timeOffset="6552.035">74 2550 8072,'28'-30'1705,"1"1"0,2 1 0,18-11-1705,46-41 2837,-83 67-2755,0 0 0,0-1 1,-2 0-1,1-1 1,-2 0-1,0 0 0,-1-1 1,-1-1-1,0 1 1,-1-1-1,-1 0 0,0 0 1,-1-1-1,-1 1 1,-1-1-1,0-8-82,-2 22 12,0 1 1,0-1-1,0 1 0,0 0 0,-1-1 0,1 1 1,-1 0-1,0-1 0,0 1 0,0 0 0,-1 0 1,1 0-1,-1 0 0,1 0 0,-1 0 0,0 0 1,0 1-1,0-1 0,-1 1 0,1-1 0,-1 1 1,1 0-1,-1 0 0,0 0 0,0 0 0,0 1 1,0-1-1,0 1 0,0-1 0,0 1 0,0 0 1,0 0-1,-1 1 0,1-1 0,0 1 1,-1-1-1,1 1 0,-1 0 0,1 1 0,0-1 1,-1 0-1,1 1 0,0 0 0,0 0 0,-1 0 1,1 0-1,0 0 0,0 1 0,0-1 0,0 1 1,0 0-1,-1 1-12,-15 12 8,0 1 0,1 1 0,1 0 0,0 1 1,1 1-1,1 1 0,1 0 0,1 1 0,1 1-8,6-10 2,0 0 1,1 0-1,1 0 0,0 1 1,0 0-1,2 0 0,-1 0 1,2 0-1,0 1 0,0-1 1,1 0-1,1 1 0,0-1 0,1 0 1,0 0-1,1 0 0,0 0 1,2 0-1,-1-1 0,1 0 1,1 0-1,0 0 0,1 0 1,0-1-1,1 0 0,6 7-2,6 5 8,0 0-1,2 0 1,1-2-1,0-1 1,2-1-1,9 5-7,-26-20 3,0 0-1,0-1 0,1 0 0,-1 0 0,1 0 1,0-1-1,0-1 0,-1 0 0,1 0-2,82 0 16,-67-2-13,-12 0-54,1-1 0,-1 0 0,1-1 0,-1 0-1,0-1 1,0 0 0,5-3 51,77-42-1618,-64 31 655,-1-1-1,-2-2 0,0-1 1,10-11 963,20-19-8300</inkml:trace>
  <inkml:trace contextRef="#ctx0" brushRef="#br0" timeOffset="6885.019">992 2165 9416,'3'8'384,"1"1"1,0 0-1,0-1 0,1 0 1,2 3-385,-2-2 358,0-1 0,0 1 0,-1 1 0,3 8-358,7 21 179,2 0 0,1 0-1,2-2 1,2 0 0,1-1-1,18 21-178,23 20 411,-57-70-296,1 0 0,-1-1 0,2 0 0,-1 0 0,1-1 0,0 0 0,0 0 0,0 0 0,3 0-115,-10-5 36,1 0 1,0 1-1,-1-1 1,1 0-1,-1 0 1,1 0-1,-1 0 1,1 0 0,-1 0-1,1-1 1,-1 1-1,1-1 1,-1 1-1,1-1 1,-1 1-1,1-1 1,-1 0 0,0 1-1,1-1 1,-1 0-1,0 0 1,0 0-1,0 0 1,0 0 0,1 0-1,-1-1 1,-1 1-1,1 0-36,25-40 628,-26 40-613,21-47 300,-2 0 0,-2-2 0,-2 0 0,-2-5-315,-2-1 21,1-21-21,-7 36-409,1 1 0,3 0-1,8-23 410,-8 40-570,0 1-1,8-11 571,10-20-2268,-6 6-6938</inkml:trace>
  <inkml:trace contextRef="#ctx0" brushRef="#br0" timeOffset="7507.239">1923 2660 7896,'62'-85'2621,"-44"62"-1255,0-1 0,-1-1 0,-2 0 0,10-21-1366,-19 32 229,-1 1 1,-1-1-1,0 0 1,0 0-1,0-10-229,-3 18 51,-1 0-1,1 0 1,-1 1-1,-1-1 1,1 0-1,-1 0 1,0 0-1,-1 1 1,1-1-1,-1 0 1,0 1-1,0-1 1,-1 1-1,-2-4-50,3 7 15,0 0-1,0 1 0,0-1 0,0 1 0,0-1 0,0 1 0,-1 0 0,1-1 0,0 1 0,-1 1 0,1-1 0,-1 0 0,1 0 1,-1 1-1,0 0-14,-6-3 15,3 1-12,-1 1 0,0 0 0,0 0 0,1 0 0,-1 1 0,0-1-1,0 2 1,0-1 0,0 1 0,0 0 0,1 0 0,-1 1 0,0 0 0,1 0 0,-1 1 0,1 0 0,0 0-1,0 0 1,0 1 0,0 0 0,1 0 0,-1 0 0,1 1 0,0 0 0,1 0 0,-1 0 0,1 0 0,0 1 0,0 0-1,0 0 1,1 0 0,0 0 0,-2 7-3,0 4 17,1 0-1,0 0 1,1 0-1,1 1 1,1 0-1,0-1 1,1 1-1,1-1 1,1 1-1,1-1 1,0 1-1,1-1 1,5 13-17,-5-17 9,1-1 0,1 1 0,0-1 1,1 0-1,0-1 0,0 1 0,1-1 1,1-1-1,0 1 0,0-2 1,1 1-1,0-1 0,1-1 0,0 0 1,0 0-1,1-1 0,0 0 0,0-1-9,-4-3 8,1 1-1,-1-1 0,1-1 0,-1 1 0,1-1 0,0-1 0,0 0 0,0 0 0,5 0-7,-9-2-26,1 1-1,-1-1 1,0 0 0,0-1-1,0 1 1,0-1-1,0 0 1,0 0-1,0-1 1,-1 1 0,1-1-1,-1 0 1,0 0-1,0 0 1,0-1 0,0 0-1,0 0 27,26-28-908,-1-1-1,-2-1 1,-1-2-1,-2-1 1,-1 0 0,8-22 908,6-10-1862,-3 6-5324</inkml:trace>
  <inkml:trace contextRef="#ctx0" brushRef="#br0" timeOffset="7856.18">2500 2295 7264,'0'0'800,"23"9"1722,-21-7-2429,1 1 0,0-1 0,0 0 0,-1 1 0,1 0 0,-1 0 0,0 0 0,0 0 0,0 0 0,0 0 0,0 0 0,-1 1 0,1-1 0,-1 1 0,0-1 0,0 3-93,13 68 740,-10-46-518,26 203 1356,-17-120-603,-12-105-175,2-6-299,3-15-133,3-24-296,44-238 588,-43 237-693,2 1 1,8-16 32,-14 39-236,1 0 1,0 1 0,2 0-1,0 1 1,0 0 0,12-13 235,-18 24-186,0 0 1,-1 0 0,1 0-1,1 1 1,-1 0 0,0-1-1,1 1 1,0 0 185,20-13-2080,-2 1-4756,-51 33 5138</inkml:trace>
  <inkml:trace contextRef="#ctx0" brushRef="#br0" timeOffset="8400.571">3104 2323 13000,'-4'0'353,"4"0"-354,-23 3 490,22-2-465,1-1 0,-1 0 0,0 1 0,0-1 0,1 1 0,-1-1 0,1 1 0,-1 0 0,0-1 0,1 1 0,-1 0 0,1-1 0,0 1 0,-1 0 0,1-1 0,-1 1 0,1 0 0,0 0 0,0 0 0,-1-1 0,1 1 0,0 0 0,0 0 0,0 0 0,0-1 0,0 1 0,0 0 0,0 0 0,0 0 0,0 0 0,1-1 0,-1 1 0,0 1-24,5 15 94,0 0-1,1 0 1,0 0 0,1-1 0,1 0 0,1 0-1,1-1 1,0 0 0,3 3-94,-4-6 68,1-1 0,1 0 0,-1 0 0,2-1 1,-1-1-1,1 0 0,1-1 0,0 0 0,0 0 0,0-2 0,3 1-68,-13-6 20,1 0 0,-1 0 0,1-1 1,0 1-1,-1-1 0,1 0 0,0 0 0,-1 0 0,1-1 0,0 1 0,-1-1 0,1 0 1,-1 0-1,1 0 0,-1-1 0,1 1 0,2-2-20,7-5 58,0 1 1,-1-2 0,8-6-59,-13 10 17,0 0 19,-1-1 0,0 0 0,0 0 0,-1 0 0,1 0-1,-1-1 1,-1 0 0,1 0 0,-1-1 0,0 1 0,-1-1 0,0 1 0,0-1 0,1-6-36,-3 8 30,0-1 1,0 1-1,0 0 0,-1-1 0,0 1 1,0-1-1,0 1 0,-1 0 0,0-1 1,0 1-1,-1 0 0,0 0 0,0 0 1,0 0-1,-1 0 0,0 0 1,0 1-1,-4-5-30,6 7 22,-1 1 1,1 0-1,-1 0 0,0 0 1,0 0-1,0 0 0,0 0 1,0 0-1,0 1 1,-1-1-1,0 0-22,2 2 2,1 0 0,-1 0 0,0 0 0,0 0-1,1 0 1,-1 0 0,0 0 0,0 0 0,0 1 0,1-1 0,-1 0 0,0 0 0,1 1 0,-1-1-1,0 0 1,1 1 0,-1-1 0,0 1 0,1-1 0,-1 1 0,1-1 0,-1 1 0,1-1 0,-1 1-1,1 0 1,-1-1 0,1 1 0,-1 0 0,1-1 0,0 1 0,-1 0 0,1-1 0,0 1 0,0 0 0,0 0-1,-1 0-1,0 3 3,0 0 0,0 0 0,1 1 0,-1-1 0,1 0-1,0 0 1,0 0 0,0 1 0,0-1 0,1 0 0,0 2-3,13 46 14,-13-48-14,69 187 23,-12-36-2,-43-111 19,-2 0 0,-2 1 0,-2 1 1,-2 0-1,-2 0 0,-1 19-40,-4-45 63,-1 0 0,-1 1 0,0-2 0,-2 1 0,0 0 0,-1-1 0,-1 0 0,-1 0-1,0 0 1,-2-1 0,0 0 0,-1 0 0,0-1 0,-2-1 0,-13 15-63,5-8 131,-2-1 0,-1-1-1,0 0 1,-6 1-131,20-15 58,-1-1-1,0 0 1,0 0 0,-1-1-1,0 0 1,0-1 0,0 0-1,0-1 1,0 0-1,-1-1 1,1 0 0,-7-1-58,-3-1 18,1-1 0,0 0-1,0-2 1,-1 0 0,2-2 0,-1 0 0,0-1 0,1-1 0,-2-2-18,13 5-35,1-1-1,0 0 1,0 0-1,0-1 1,0 0-1,1 0 1,0 0-1,0-1 1,1 0-1,-3-4 36,4 6-40,-6-13-578,-27-104-144,32 99-1943,-1 1 0,-1 0 0,-3-6 2705,6 12-3224,33 113 980</inkml:trace>
  <inkml:trace contextRef="#ctx0" brushRef="#br0" timeOffset="8999.031">4249 2323 13984,'0'0'1337,"1"6"-218,1 105 460,-4-79-1353,2 0 0,2 0-1,1 0 1,1 0-1,1 0 1,3 3-226,-3-18-4,1 0 0,1-1 0,0 0 0,0 0 0,2-1 0,0 0 1,1-1-1,2 3 4,-7-11-3,0-1 1,0 0 0,1 0 0,0 0-1,-1 0 1,2-1 0,-1 0 0,0-1-1,1 1 1,-1-1 0,1 0 0,0-1-1,0 0 1,0 0 0,1 0 0,-1-1-1,0 0 1,1 0 0,-1-1 0,4 0 2,1-1 0,-1-1 0,0 0 0,0-1 1,0 0-1,0-1 0,0 0 0,0-1 1,-1 0-1,0-1 0,0 0 0,-1 0 1,1-1-1,-1 0 0,-1-1 0,3-2 1,20-21 17,-2-2 0,-2 0 0,7-13-18,-31 43 3,7-14 19,0 0 0,-1-1 1,0 0-1,5-18-22,-8 20 11,-1 3 6,-1 1 0,0-1 0,-1 1-1,0-1 1,-1 0 0,-1 0 0,0 0 0,0 0 0,-1-1 0,-1 1-1,-1-3-16,-1 4 11,-1-1-1,0 1 1,-1 0-1,0 0 0,-6-9-9,-2-5 6,5 10 9,0-1-1,-1 1 0,-1 0 0,0 1 0,-9-10-15,16 22 2,0-1 1,0 1-1,0 0 0,-1 0 0,1 0 1,-1 1-1,1-1 0,-1 1 0,0 0 1,0 0-1,0 0 0,0 0 0,0 1 1,-1 0-1,1 0 0,0 0 0,-1 0 1,1 1-1,-1-1 0,1 1 0,0 0 1,-1 1-1,1-1 0,-1 1 0,-3 0-2,-7 5-12,0 0-1,1 1 0,-1 0 0,1 1 0,1 0 0,0 1 1,0 1-1,1 0 0,0 1 0,-4 5 13,-21 24-607,1 1 0,-9 18 607,22-30-660,2 1 0,-4 12 660,20-34-225,0 1 0,1 0 0,0 1 0,1-1 0,0 1 0,0-1 0,1 1 0,0 0 0,1 0 1,0 5 224,1-8-115,1-1 1,-1 0-1,1 0 1,0 0-1,1 0 1,-1 0-1,3 4 115,3 14-1540,9 37-6906</inkml:trace>
  <inkml:trace contextRef="#ctx0" brushRef="#br0" timeOffset="9481.425">5031 2295 13272,'-2'10'359,"1"-1"1,0 0 0,0 1-1,1-1 1,0 1-1,1-1 1,0 0 0,0 1-1,3 6-359,3 45 1141,-10 135-401,1-176-730,1-17 1,1 0 0,-1-1 0,1 1 0,0 0 0,0 0 0,0 0 1,0-1-1,1 1 0,-1 0 0,1 1-11,-1-3 79,0-1 37,2-3-11,20-51-19,3 2-1,3 1 1,1 1 0,6-3-86,-31 46 2,34-52 41,6-2-43,-28 41 9,0 0 0,2 1-1,0 2 1,13-11-9,-26 23 5,0 2 0,1-1 1,-1 0-1,0 1 0,1 0 0,0 0 1,0 1-1,6-2-5,-10 3 9,0 1-1,0 0 1,0 0 0,0 0-1,0 0 1,0 0 0,0 0 0,1 1-1,-1-1 1,0 1 0,0-1-1,0 1 1,0 0 0,0 0 0,0 0-1,-1 0 1,1 0 0,0 0-1,0 0 1,-1 1 0,1-1 0,-1 1-1,1-1 1,-1 1 0,0 0-1,1-1 1,0 2-9,2 7 43,0-1 0,0 1-1,-1-1 1,0 1 0,-1 0 0,0 0 0,0 0-1,-1 1 1,0 3-43,1 5 47,-1-7-34,9 60 216,-4 1 0,-2 61-229,-9-58-1226,-6 31 1226,10-106-60,1 0 0,0 0 0,0 0-1,0 0 1,-1 0 0,1 0 0,1 0 0,-1 0-1,0 0 1,0 0 0,0 1 0,0-1-1,1 0 1,-1 0 0,0 0 0,1 0-1,-1 0 1,1 0 0,-1 0 0,1-1 0,0 1-1,-1 0 1,1 0 0,0 0 0,0 0-1,0-1 1,-1 1 0,1 0 0,0-1-1,0 1 1,0-1 0,0 1 0,0-1 0,0 1-1,0-1 1,0 0 0,0 0 0,0 1-1,0-1 1,1 0 60,1 1-781,-1-4 321,22-39-1677,1 4-6903</inkml:trace>
  <inkml:trace contextRef="#ctx0" brushRef="#br0" timeOffset="9880.597">5696 2606 13808,'11'0'316,"1"-1"0,-1 0 0,1 0 0,-1-1 0,0-1 1,0 1-1,0-2 0,-1 0 0,1 0 0,-1-1 1,0 0-1,0-1 0,0 0 0,1-2-316,29-19 504,-1-2-1,-1-2 1,-2-1 0,11-15-504,35-45 130,-81 91-127,0-1 0,0 0-1,0 1 1,0-1-1,-1 0 1,1 0-1,0 0 1,-1 1 0,1-1-1,-1 0 1,0 0-1,1 0 1,-1 0 0,0 0-1,0 0 1,-1 0-1,1 0 1,0 1 0,-1-1-1,1 0 1,-1 0-1,1 0 1,-1 0-1,0 1 1,0-1 0,0 0-1,0 1 1,0-1-1,0 0 1,0 1 0,0-1-1,-1 1 1,1 0-1,-1-1-2,0 1 18,-30-8 6,21 6-12,0 2 0,0-1 1,0 1-1,0 1 0,0 0 1,-1 0-1,1 1 0,0 1 1,0 0-1,0 0 0,1 1 1,-1 0-1,1 1 0,-1 0 1,1 1-1,0 0 1,1 1-1,-6 3-12,5-2 43,0 1 0,0 0-1,1 0 1,0 1 0,0 0 0,1 0 0,0 1 0,1 0 0,0 0-1,0 1 1,1 0 0,1 0 0,0 1 0,0-1 0,1 1 0,-1 7-43,3-7 43,0 0 1,0 0 0,1 0-1,1 0 1,0 1 0,1-1-1,0 0 1,1 0 0,0 0-1,4 11-43,-3-15 44,0-1 0,0 0 0,0 1-1,1-1 1,1 0 0,-1 0-1,1-1 1,0 0 0,0 0-1,1 0 1,0 0 0,0-1 0,0 0-1,1 0 1,0 0 0,7 3-44,-3-3 59,0 0 0,0 0-1,1-1 1,0 0 0,-1-1 0,2-1 0,-1 0 0,0 0 0,0-1 0,0-1 0,1 0 0,4-1-59,0-1 17,0-1 1,0 0-1,0-2 0,0 0 1,-1-1-1,1-1 0,-2 0 1,5-3-18,14-11-468,-1-1 1,-1-2-1,0-1 1,-2-1-1,-1-2 1,-1-1-1,-1-1 468,-12 13-2503,15-14-7007,-71 73 7141</inkml:trace>
  <inkml:trace contextRef="#ctx0" brushRef="#br0" timeOffset="10370.491">7258 2396 13360,'21'17'284,"-15"-13"-101,0 0-1,0 1 1,-1 0 0,0 0-1,0 0 1,0 0-1,-1 1 1,2 2-183,2-1 1428,-7-7-1380,-1 0 1,0 0-1,1 0 0,-1 1 1,0-1-1,0 0 0,1 0 1,-1 0-1,0 1 0,0-1 1,1 0-1,-1 0 0,0 1 1,0-1-1,0 0 0,0 0 0,1 1 1,-1-1-1,0 0 0,0 0 1,0 1-1,0-1 0,0 0 1,0 1-1,0-1 0,0 0 1,0 1-1,0-1 0,0 0 1,0 1-1,0-1 0,0 0 0,0 0 1,0 1-1,0-1 0,0 0 1,0 1-1,0-1 0,0 0 1,-1 0-1,1 1 0,0-1 1,0 0-1,0 0 0,-1 1 0,1-1 1,0 0-1,0 0 0,-1 1 1,1-1-49,-3 10 71,0 0 0,1 0 0,0 1 1,0-1-1,1 1 0,1-1 0,0 1 0,0 0 1,1-1-1,1 3-71,-1 1 24,6 60 16,3 0 1,10 27-41,-12-83-193,-7-16 43,0 0 0,0 1-1,1-1 1,-1 0 0,-1 1 0,1-1 0,0 1 0,-1-1 0,1 1-1,-1 1 151,14-17-3754,-9 7-3741,-12 14 5665</inkml:trace>
  <inkml:trace contextRef="#ctx0" brushRef="#br0" timeOffset="10719.369">7180 2032 7264,'0'0'0,"0"0"0,0 0 0,0 0-2024,23 6 2024,0 1-2944,-46-14 2944</inkml:trace>
  <inkml:trace contextRef="#ctx0" brushRef="#br0" timeOffset="11070.16">7571 2630 15776,'7'-34'210,"-2"23"788,0 12-580,2 10 273,15 71 731,-22-80-1400,0-2-9,2-13-129,-1 0-1,2 0 1,0 0 0,0 0 0,2 0 116,-3 5-59,18-54-274,25-55 333,-34 92-52,1 1 0,2 0 0,0 0 0,1 2 0,17-20 52,-27 37 15,0 0 0,0 0 0,0 0 0,1 1 0,0 0 0,-1 0 0,1 0 0,1 1 1,-1 0-1,1 0 0,-1 0 0,1 1 0,0 0 0,-1 0 0,1 1 0,0 0 0,0 0 0,0 1 0,1 0 1,-1 0-1,0 0 0,4 2-15,-2-1 81,1 2 0,0 0 0,-1 0 0,0 0 0,0 1 0,0 1 0,0-1 0,-1 2 0,0-1 0,0 1-1,0 0 1,0 1 0,-1-1 0,0 2 0,4 5-81,5 6 94,-1 1 0,-1 1-1,-1 1 1,-1 0 0,0 0 0,-2 1-1,-1 0 1,0 1 0,-2 0-1,-1 1 1,0 6-94,-6-30-365,3 14 923,0-10-5207,-3-5-6365</inkml:trace>
  <inkml:trace contextRef="#ctx0" brushRef="#br0" timeOffset="11994.905">9145 2114 14616,'0'0'1001,"0"0"-37,0 0-168,0 0-90,0 0-206,1 9-126,1 8-368,8 54 105,4-1 1,12 40-112,-20-90 32,1 0 0,0-1 0,1 1 0,2-2 0,0 1 0,0-1 0,2-1 0,0 0 0,1 0 0,1-2 0,8 8-32,-18-19 12,1 0 0,0 0 1,0-1-1,0 0 0,0 0 0,1 0 0,-1 0 1,1-1-1,0 0 0,-1 0 0,1-1 0,0 0 1,0 0-1,0 0 0,0 0 0,0-1 0,0 0 1,0-1-1,0 1 0,0-1 0,0 0 0,0 0 1,5-2-13,-3 0 3,-1-1 1,1 1-1,-1-1 1,0-1-1,0 1 1,0-1-1,0-1 1,-1 1-1,0-1 1,0 0-1,0 0 1,-1-1-1,0 1 1,-1-1-1,1-1 1,-1 1-1,0-2-3,0 1-8,-1-1 0,0 0 1,-1 0-1,0 0 0,-1 0 0,1 0 0,-2-1 0,1 1 1,-2 0-1,1 0 0,-1-1 0,0 1 0,-1 0 0,0 0 1,0 0-1,-1 0 0,-1 0 0,1 1 0,-1-1 0,-1 1 1,1 0-1,-1 1 0,-1-1 0,0 0 8,-1 0-3,6 7 3,0 0 0,1 1 0,-1-1 0,0 0 0,0 1 0,0-1 0,1 1 0,-1-1 0,0 1 0,0-1 0,0 1 0,0-1 0,0 1-1,0 0 1,0 0 0,0-1 0,0 1 0,-8 6-2,5 10-4,4-4 4,0-1 0,0 1 0,2 0 1,-1 0-1,1-1 0,1 1 0,0-1 0,1 0 0,0 0 0,1 1 2,1 4-2,57 152-41,28 89-66,-87-243 114,-1 1 1,-1-1-1,0 1 0,-1 0 1,-1-1-1,0 1 1,-1 0-1,-1 0 1,0-1-1,-1 1 1,-1-1-1,0 0 0,-6 13-5,4-14 80,-2 0-1,0-1 0,-1 0 0,0 0 1,0-1-1,-1 0 0,-1-1 1,0 0-1,0 0 0,-1-2 0,-6 5-79,5-5 70,0-1 0,0 0-1,0-1 1,-1-1 0,0 0 0,0-1-1,0 0 1,-1-1 0,1-1-1,-1 0 1,-14 0-70,11-3 69,-1 0-1,1-1 0,0-1 1,0-1-1,1 0 1,-1-1-1,1-1 1,0-1-1,-6-3-68,16 6 24,-19-8-146,1-1-1,-10-8 123,25 14-158,0 0 0,1-1 0,0 0 0,1 0 0,0-1 0,0 0 0,-3-6 158,1 1-248,0 0-1,2 0 0,0-1 1,0 0-1,-4-15 249,7 14-931,1-1 1,0 1 0,2-1-1,-1-7 931,0-7-8237,7 72 6192</inkml:trace>
  <inkml:trace contextRef="#ctx0" brushRef="#br0" timeOffset="12407.896">9956 2287 14256,'0'0'1321,"0"0"-104,-1 5-548,0 7-477,-4 30 89,3 0 0,1-1 0,2 1 0,3 21-281,-3-60-3,-1 1 0,1 0 0,0 0 0,0 0-1,1-1 1,-1 1 0,1-1 0,-1 1-1,1-1 1,0 1 0,0-1 0,1 0 0,-1 0-1,1 0 1,-1 0 0,1-1 0,0 1 3,0-2-3,0 1 1,0-1-1,0 1 1,0-1 0,0 0-1,0 0 1,0 0-1,0-1 1,1 1 0,-1-1-1,0 0 1,0 0 0,1 0-1,-1 0 1,0 0-1,0-1 1,0 0 0,1 1-1,-1-1 1,1-1 2,7-2-5,-1 0 1,1-1 0,-1 0-1,0-1 1,-1 0-1,1 0 1,-1-1 0,0-1-1,-1 1 1,0-1-1,0-1 1,4-5 4,2-5-10,0-1 1,-1 0-1,-1-1 0,-1 0 0,4-12 10,-14 29 2,0 1 0,1 0 0,-1 0 0,-1-1 0,1 1 0,0 0 0,-1-1 0,0 1 0,1-1 0,-2 1 0,1-1 0,0 1 0,0-1 0,-1 1 0,0 0 0,0-1 0,0 1 0,0 0 0,-2-3-2,3 5 24,-24-12 14,7 3-31,-1 1 0,0 0 0,-1 1 0,0 1 0,0 1 0,-17-2-7,26 6-120,1 1-1,0 0 1,-1 1 0,1 0-1,-1 0 1,1 1 0,0 0-1,-1 1 1,1 0 0,0 1-1,0-1 1,0 2 0,1-1-1,-1 1 1,1 1-1,-1 0 121,7-4-126,1 0 0,-1 0 0,0 0 0,1 0 0,-1 1 0,0-1 0,1 1 0,0-1 0,-1 1 0,1 0 0,0 0 0,0-1 0,0 1 0,0 0 0,0 0 0,0 0 0,1 0 0,-1 0 0,0 0 0,1 2 126,0 1-409,0 1 0,0-1-1,1 1 1,-1-1 0,1 1 0,1-1-1,1 5 410,4 15-7606</inkml:trace>
  <inkml:trace contextRef="#ctx0" brushRef="#br0" timeOffset="12999.571">10401 2314 10672,'2'0'201,"0"0"0,0 0 0,0 0 0,0 0 0,0 0 0,0 1 0,0-1 0,0 0 0,0 1 0,0 0 0,-1-1 0,1 1 0,1 1-201,14 22 3119,-15-19-3048,11 20 122,42 75 411,-47-86-514,2-1 0,-1 0 0,2 0 0,-1-1 0,13 10-90,-17-18 39,0 0-1,0 0 1,0 0-1,1-1 1,-1 0-1,1 0 1,0-1-1,0 1 1,0-2-1,0 1 1,0-1 0,0 0-1,0 0 1,1-1-1,-1 0 1,0 0-1,0-1 1,0 0-1,1 0 1,-1-1-1,0 0 1,-1 0-1,1 0 1,0-1-39,2-1 9,-1 0 0,1 0 0,-1 0-1,0-1 1,-1-1 0,1 1 0,-1-1 0,0 0 0,0-1-1,-1 0 1,0 0 0,0 0 0,-1-1 0,0 1 0,0-1-1,0-1 1,-1 1 0,1-5-9,2-21 9,-1 0-1,-2 0 1,-1 0 0,-1-28-9,-1 84 109,1 0 1,1 0-1,2 0 1,1 4-110,8 45 142,-3-8-128,13 43-14,-24-105-38,0 0-1,0 0 0,0 0 0,1 0 1,-1 1-1,0-1 0,1 0 0,-1 0 1,1 0-1,-1 0 0,1 0 0,-1 0 1,1 0-1,0 0 0,-1 0 1,1-1-1,0 1 0,0 0 0,0 0 1,0 0 38,2-1-361,-1 0 1,0 0 0,1 0 0,-1-1-1,1 1 1,-1-1 0,0 1 0,0-1 0,1 0-1,-1 0 1,1 0 360,7-3-7741,-24 9 5840</inkml:trace>
  <inkml:trace contextRef="#ctx0" brushRef="#br0" timeOffset="13519.472">11068 2349 12280,'0'0'1384,"0"0"-66,0 0-259,0 0-135,2 4-390,11 23-322,0 1-1,-2 1 0,-2-1 1,0 2-1,-2-1 0,4 30-211,-3 1 367,-4-36 454,-1-1-1,-1 18-820,-3-78 285,3 1 0,0-1 0,3 1-1,1 0 1,3-6-285,-6 29-30,1 0 1,1 0-1,0 0 1,1 1-1,0 0 1,1 0-1,1 1 0,-1 0 1,2 0-1,-1 1 1,2 0-1,-1 0 1,1 1-1,1 1 0,6-6 30,2 3-1178,0 0-1,0 1 1,7-1 1178,4 0-11108,-46 17 9124</inkml:trace>
  <inkml:trace contextRef="#ctx0" brushRef="#br0" timeOffset="25358.416">262 3508 6192,'2'4'753,"-1"-3"-764,8 17 545,-6-11 97,-6-9 239,2 0-215,-22-15 535,-2-1-914,16 10-137,-1 1 0,0 0 0,0 0 0,0 2 0,-11-6-139,18 10 23,0 0 0,-1 0 0,1 0 0,-1 1 0,1-1 0,-1 1 0,1 0 0,-1 0 0,1 0 0,0 0 0,-1 0 0,1 1 0,-1 0 0,1 0 0,-1 0 0,1 0 0,0 0 0,0 0-1,0 1 1,0 0 0,0-1 0,-3 3-23,0 2 44,-1-1 1,1 1-1,0 0 0,1 1 0,0-1 0,0 1 0,0 0 0,1 0 0,0 1 0,0-1 1,0 1-1,1 0 0,1 0 0,-1 0 0,1 1 0,1-1 0,-1 0 0,2 1 0,-1-1 1,1 2-45,0 2 49,0 1 0,1-1 0,0 0 1,1-1-1,0 1 0,1 0 0,1-1 1,0 1-1,0-1 0,1 0 0,0 0 1,1-1-1,6 10-49,-5-12 4,1 4 37,0-1 0,1-1 1,0 1-1,1-1 0,0-1 0,1 1-41,-8-8 11,0 0-1,1 0 1,-1 0 0,0-1 0,1 1-1,-1-1 1,1 0 0,-1 0 0,1 0-1,0 0 1,0 0 0,-1-1 0,1 0 0,0 0-1,0 0 1,-1 0 0,1 0 0,0-1-1,0 0 1,-1 0 0,1 0 0,-1 0-1,1 0 1,1-2-11,3-1 17,-1 0-1,1-1 1,-1 0-1,0-1 1,0 1-1,-1-1 1,0-1-1,0 1 0,0-1 1,-1 0-1,0 0 1,4-7-17,8-17 40,-2 0 1,8-22-41,-17 38 15,2-5 0,-2-1 0,0 0 1,-1 0-1,-1 0 0,-1 0 1,0-7-16,0-39 64,-4-24-64,0 20 74,0 58-61,0 0-1,-1 0 1,-1 0-1,0 0 1,0 0 0,-1 0-13,-8-32 36,7 22-26,3 9 19,-1 1 0,0-1 0,-1 1 0,-1 0 0,0 0-1,0 0 1,-5-5-29,10 17 54,0 1 19,-5 18 90,-2 8-77,25 403 807,-9-263-665,-6-130-183,1 0 0,2 0 0,1 0 0,2-1 0,2-1 0,4 10-45,-14-42-54,0 1 0,-1-1 0,1 1 0,0-1 1,0 1-1,1-1 0,-1 0 0,0 0 0,1 1 0,-1-1 1,1 0-1,0 0 0,0-1 0,0 1 0,0 0 0,0-1 1,0 1-1,0-1 0,0 1 0,1-1 0,-1 0 0,0 0 1,1 0-1,-1 0 0,1-1 0,-1 1 0,1-1 0,-1 1 1,3-1 53,4-7-2888,-9 7-5544</inkml:trace>
  <inkml:trace contextRef="#ctx0" brushRef="#br0" timeOffset="25886.76">884 3523 8072,'0'0'664,"0"0"-626,0 0 1,-1 0-1,1 0 1,0 0-1,-1 0 1,1 0-1,0 0 1,-1 0-1,1 0 1,-1 0 0,1 0-1,0 0 1,-1 0-1,1 0 1,0 0-1,-1 0 1,1 0-1,0 0 1,0-1-1,-1 1 1,1 0-1,0 0 1,-1 0-1,1 0 1,0-1-1,0 1 1,-1 0-1,1 0 1,0-1-39,-15-79 2117,15 79-2084,-1 0-1,1 0 0,-1 1 1,0-1-1,0 0 0,1 0 1,-1 0-1,0 1 0,0-1 0,0 0 1,0 1-1,0-1 0,0 1 1,0-1-1,0 1 0,0-1 1,0 1-1,0 0 0,0-1 1,0 1-1,0 0 0,-1 0 1,1 0-1,0 0 0,0 0 1,0 0-1,0 0 0,0 0 1,0 1-1,-1-1 0,1 1-32,-33 9 417,29-7-349,0 1-1,0 0 1,0 0 0,1 0-1,0 1 1,0-1 0,0 1-1,0 0 1,1 0 0,0 0-1,0 1 1,0-1 0,0 1-1,1-1 1,0 1 0,1 0-1,-1 0 1,0 6-68,-2 13 249,2 1 0,0 0 0,3 24-249,-1-21 143,0-16-94,1 0 0,0 1 0,1-1 0,0 0 0,1 0 0,1 0 0,0-1 0,1 1 0,0-1-1,1 0 1,0 0 0,1 0 0,0-1 0,1 0 0,0-1 0,1 0 0,0 0 0,3 1-49,-10-8 9,1-1 0,0 0 0,0 0 0,0-1 0,0 1 0,0 0 0,1-1 0,-1 0 0,0 0 0,1 0 0,-1 0 0,2 0-9,-4-1 7,1 0 0,0 0 0,0 0 1,0 0-1,0 0 0,-1-1 0,1 1 1,0 0-1,0-1 0,0 1 0,-1-1 1,1 0-1,0 0 0,-1 1 0,1-1 1,-1 0-1,1 0 0,-1-1 0,1 1 1,-1 0-1,0 0 0,0-1 0,1 1 0,-1-1-7,23-31 104,-2 0 0,12-26-104,-27 45 15,0-2 0,-1 1 0,-1-1 0,0 0 0,-1 0 0,-1 0 0,0-1 0,-1 0-15,-1 3 12,-1-1 0,0 0-1,-1 0 1,-1 0-1,0 0 1,-1 0 0,-1 1-1,0-1 1,-1 1-1,-5-12-11,-5-14-1,12 37-9,1 0 0,0 0 0,0 0 1,-1 0-1,0 1 0,1-1 0,-1 1 0,0 0 0,0 0 0,0 0 0,-3-1 10,1-1-54,1 1-24,0 1 0,-1-1 0,1 0 0,-1 1 0,0 0 0,0 0 0,0 1-1,0-1 1,0 1 0,0 0 0,0 0 0,0 1 0,-3 0 78,5 0-104,-1 0 1,1 1-1,0-1 1,0 1-1,-1 0 1,1 0-1,0 0 0,0 0 1,0 1-1,0 0 1,0-1-1,0 1 1,1 0-1,-1 0 1,0 0-1,1 1 1,0-1-1,-1 1 0,1-1 1,-1 3 103,-76 107-3839,66-95-1283,31-40 3854</inkml:trace>
  <inkml:trace contextRef="#ctx0" brushRef="#br0" timeOffset="26360.608">1300 4155 14616,'11'-98'325,"22"-156"1401,-32 248-1603,0 0 0,1 0 0,0 0 0,1 0-1,-1 0 1,1 1 0,0-1 0,1 1-1,-1-1 1,2 0-123,44-47 114,-19 23-150,-9 6 25,-1-1 1,2-5 10,-16 22 3,-1 0 0,0 0 0,-1 0 0,0-1 0,0 0 0,-1 0 0,0 1 0,0-2 0,0-4-3,-3 11 5,0 1 0,1-1-1,-1 0 1,0 1 0,-1-1-1,1 0 1,0 1-1,-1-1 1,1 0 0,-1 1-1,0-1 1,0 1 0,0-1-1,0 1 1,0 0-1,-1-1 1,1 1 0,-1 0-1,0 0 1,1 0 0,-1 0-1,0 0 1,0 0-1,0 1 1,0-1 0,-1 0-1,1 1 1,0 0 0,-1 0-1,1-1 1,-3 1-5,0-1 1,0 1 1,0-1-1,0 1 0,-1 1 1,1-1-1,0 1 0,0 0 1,-1 0-1,1 1 1,0-1-1,0 1 0,-1 0 1,1 1-1,0-1 0,-1 1-1,-3 2 7,0 0 0,1 0 0,-1 1 0,1 0 0,0 0 0,0 1 0,1 0 0,0 0-1,0 1 1,0 0 0,1 0 0,0 1 0,0 0 0,1 0 0,0 0 0,0 0 0,1 1-1,-3 7-6,-3 9 5,1 0-1,2 0 1,0 0-1,2 1 0,0 5-4,3-17 3,1 0 0,0 0 0,2 0-1,-1 0 1,2 0 0,0 0 0,0-1-1,1 1 1,1 0 0,3 6-3,-1-5 11,1 1 1,0-2 0,1 1-1,1-1 1,5 6-12,-9-14 2,0 0-1,0-1 0,0 1 1,1-1-1,0-1 1,0 1-1,0-1 1,0 0-1,1 0 1,0-1-1,-1 0 1,1 0-1,4 0-1,-4 0-45,0-1 1,1 0-1,-1-1 1,1 0-1,-1 0 0,1 0 1,0-1-1,-1 0 1,1-1-1,-1 1 0,1-1 1,-1-1-1,1 0 1,-1 0-1,0 0 0,1-1 1,-1 0-1,-1 0 1,1-1-1,0 0 0,-1 0 1,5-4 44,-7 4-175,1 1 0,-1 0 0,0-1 1,0 0-1,0 0 0,0 0 0,-1 0 1,0-1-1,1 1 0,-2-1 0,2-3 175,22-45-2066,-8 16-5077,-42 86 5366</inkml:trace>
  <inkml:trace contextRef="#ctx0" brushRef="#br0" timeOffset="26742.52">1881 3350 13272,'0'0'1169,"0"0"-77,0 0-328,-4 5-192,-21 26-326,8-12-147,2 0 0,1 1-1,0 1 1,-2 6-99,14-23-10,1 0 0,-1 0 0,1 0 0,0 1 0,0-1 0,1 0 0,-1 0 0,1 1 0,0-1 0,0 0 0,0 0 0,1 1 0,-1-1 0,1 0 0,0 0 0,1 0 0,-1 0 0,1 0 0,-1 0 0,1 0 0,0 0 0,1 0 0,-1-1 0,0 1 0,1-1 0,0 0 0,0 0 0,0 0 0,0 0 0,1 0 10,13 11-49,0-1 0,1 0 1,1-1-1,0-1 0,6 1 49,-18-8-19,41 19-71,38 21 64,-77-38 25,-1-1 0,0 1 1,-1 0-1,1 1 0,-1 0 0,0 0 1,-1 0-1,3 4 1,-6-6 15,0 0 1,-1 0-1,0 0 1,0 0-1,0 0 0,0 0 1,-1 0-1,0 1 1,0-1-1,0 1 1,-1-1-1,0 1 0,0-1 1,0 2-16,0-5 27,0 1 1,-1-1-1,1 0 0,-1 1 1,1-1-1,-1 0 0,0 1 1,0-1-1,0 0 1,0 0-1,0 0 0,0 0 1,-1 0-1,1 0 0,-1 0 1,1 0-1,-1 0 1,0-1-1,0 1 0,0 0 1,0-1-1,0 0 0,0 0 1,0 1-1,0-1 1,0 0-1,-1-1 0,1 1 1,0 0-1,-1-1 0,1 1 1,-1-1-28,-19 3 119,10-1-160,0 0 0,0-1 0,0 0-1,0-1 1,0 0 0,0-1-1,0-1 1,-9-2 41,-27-6-1697,16 4-7551,57 11 7359</inkml:trace>
  <inkml:trace contextRef="#ctx0" brushRef="#br0" timeOffset="27551.183">4249 3497 14168,'-6'2'1280,"-12"4"-945,6-1 366,-1-1 1,1-1-1,-1 0 1,0 0-1,-8 0-701,9-2 86,1 1 0,-1 0 0,1 0 0,0 2-1,-1-1 1,2 1 0,-1 1 0,0 0 0,1 0 0,-2 3-86,4-3-18,0 0 0,1 0 0,-1 1 0,1 0 0,0 1 0,1 0 1,-1 0-1,1 0 0,1 1 0,-1-1 0,1 2 0,-2 4 18,7-11-7,0 0 0,0 0 1,0 0-1,1 0 0,-1 0 0,0-1 0,1 1 0,0 0 0,-1 0 1,1 0-1,0 0 0,0-1 0,0 1 0,0 0 0,0-1 1,0 1-1,0-1 0,1 1 0,-1-1 0,0 0 0,1 1 1,0-1-1,0 0 7,58 41-316,25 10 316,-39-25-38,-1 2 0,-1 2 0,17 17 38,-42-32-15,-10-9 13,0 1-1,0-1 0,-1 1 0,0 1 0,-1-1 1,0 2-1,0-1 0,4 8 3,-11-16 8,1 0 0,0 1 0,-1-1 0,0 1 0,1-1 0,-1 0 0,0 1 1,0-1-1,1 1 0,-1-1 0,0 1 0,-1-1 0,1 1 0,0-1 0,0 1 0,-1-1 0,1 0 0,0 1 0,-1-1 0,0 1 0,1-1 0,-1 0 0,0 0 0,0 1 0,1-1 1,-1 0-9,-2 1 24,1 1 0,-1-1 1,0-1-1,1 1 1,-1 0-1,0 0 1,0-1-1,0 0 1,0 0-1,-1 0 1,-1 1-25,-10 1 68,1 0 0,-1-2 1,1 1-1,-12-2-68,-36-2 216,-44-9-216,17 2-908,84 8 497,0 1-1,0-1 1,0 1-1,0 1 1,0-1-1,0 1 1,0 0 0,0 0-1,0 0 1,0 1-1,0 0 1,-3 1 411,0 1-7640,18-9 5743</inkml:trace>
  <inkml:trace contextRef="#ctx0" brushRef="#br0" timeOffset="27955.224">4513 3711 14520,'0'0'1176,"0"0"-110,0 0-437,0 0-150,0 0-164,1 6-83,0 15-221,2 16-124,1 0 0,7 29 113,-9-56-19,1 0 0,0 0 0,0 0 0,1-1 0,0 1 1,1-1-1,0 0 0,0 0 0,1-1 0,1 0 0,-1 0 0,7 6 19,-8-10 24,0 0 0,1-1 0,-1 0-1,1 0 1,0 0 0,0-1 0,0 0 0,0 0-1,0-1 1,1 1 0,4-1-24,-2 1 45,1-1 0,-1-1 1,1 0-1,-1 0 0,0-1 1,1 0-1,7-3-45,-14 3 31,1-1-1,0 0 0,-1 0 1,0 0-1,1 0 1,-1 0-1,0-1 1,0 0-1,-1 1 1,1-1-1,0 0 1,-1 0-1,0-1 1,0 1-1,0 0 1,0-1-1,0 1 0,-1-1 1,1 0-1,-1 0 1,0-1-31,4-10 70,-1-1 0,-1 0 0,0 0 0,-1-7-70,-1 14 39,-1 1-1,0-1 1,0 0 0,0 1 0,-1-1-1,-1 1 1,0-1 0,0 1-1,0-1 1,-1 1 0,0 0-1,-2-3-38,-2 0 26,-1-1 0,0 1-1,0 0 1,-1 1 0,-1 0-1,0 0 1,-4-2-26,-1-2-17,0 1 0,-1 1 0,0 0-1,-1 1 1,-8-3 17,20 11-124,0 1 1,0 0-1,0 0 0,0 0 0,0 1 0,0 0 0,-1 0 0,1 0 1,-1 0-1,1 1 0,0 0 0,-1 0 0,1 0 0,-1 1 0,1 0 1,0 0-1,-1 0 0,1 1 0,0 0 0,0 0 0,0 0 0,-2 2 124,-23 15-3138,17-12-4323,30-17 5609</inkml:trace>
  <inkml:trace contextRef="#ctx0" brushRef="#br0" timeOffset="28682.794">5004 3754 12552,'0'0'784,"0"0"-74,1 4-350,4 9-272,-2 0 0,0 1 0,0-1 0,-1 1 0,-1 0-1,0 0 1,-1 12-88,-3 19 195,-7 35-195,1-18 477,8-44-118,2-22 240,7-34 399,-4 20-1137,13-47 298,3 1 1,24-54-160,-42 113 13,0 0 0,0 1-1,1-1 1,-1 1 0,1 0 0,0 0 0,1 0 0,-1 0 0,1 0 0,0 0-1,-1 1 1,2 0 0,-1 0 0,0 0 0,0 0 0,1 1 0,0 0 0,-1 0 0,1 0-1,0 0 1,0 1 0,0 0 0,0 0 0,0 0 0,1 0 0,-1 1 0,0 0-1,0 0 1,0 0 0,0 1 0,0 0 0,5 1-13,-1 0 52,0 0-1,-1 1 1,0 0-1,1 1 1,-1-1-1,-1 1 0,1 1 1,0 0-1,-1 0 1,0 0-1,0 1 1,-1 0-1,1 0 1,-1 1-1,-1 0 1,1 0-1,-1 0 1,-1 0-1,2 2-51,0 7 92,0-1 0,-1 1-1,-1 0 1,-1 0 0,0 0-1,0 1 1,-2-1 0,0 14-92,5 3 309,0-20 10,-6-13-314,0 0 0,0-1 0,0 1 0,0 0 0,0 0 0,0 0 0,0 0 1,0 0-1,0 0 0,0 0 0,0 0 0,0 0 0,0 0 0,0-1 0,0 1 0,0 0 0,0 0 1,0 0-1,0 0 0,0 0 0,0 0 0,0 0 0,0 0 0,1 0 0,-1 0 0,0 0 0,0 0 1,0 0-1,0 0 0,0 0 0,0 0 0,0 0 0,0 0 0,0 0 0,0 0 0,1 0 0,-1 0 1,0 0-1,0 0 0,0 0 0,0 0 0,0 0 0,0 0 0,0 0 0,0 0 0,0 0 0,1 0 1,-1 0-1,0 0 0,0 0 0,0 0 0,0 0 0,0 0 0,0 0 0,0 0 0,0 0 0,0 0 1,0 0-1,0 0 0,0 0 0,0 1 0,0-1 0,1 0 0,-1 0 0,0 0 0,0 0 0,0 0 1,0 0-1,0 0-5,19-69 47,-15 48-42,2 0 0,0 1 0,1-1 0,1 1 0,1 1 0,1 0 0,0 0 0,2 1 0,3-4-5,3-1-18,2 1-1,0 1 1,2 1 0,0 1 0,18-12 18,-35 28-2,1-1 0,0 2 0,0-1 1,1 0-1,-1 1 0,1 1 0,-1-1 0,1 1 0,-1 0 0,1 0 1,0 1-1,-1 0 0,1 0 0,0 0 0,-1 1 0,1 0 0,0 1 1,-1-1-1,1 1 0,-1 0 0,0 1 0,0 0 0,0 0 0,0 0 1,3 2 1,-2 0 26,1 0 0,-1 1-1,0 0 1,-1 0 0,0 0 0,1 1 0,-2 0 0,1 0 0,-1 0 0,0 1 0,-1 0 0,0 0 0,0 0 0,-1 0 0,0 1 0,0-1 0,-1 1 0,2 8-26,-2 30 150,-2-37-202,0-1 0,0 1 0,1-1 0,0 0 0,1 0 1,0 1-1,0-1 0,1 0 0,4 8 52,8 7-1535,-13-23 495,23-10-824,-9-1-166,6-2-7843</inkml:trace>
  <inkml:trace contextRef="#ctx0" brushRef="#br0" timeOffset="29144.492">6266 3819 14256,'12'-2'2177,"3"-7"-1811,-1-1 0,0 0 0,-1-1 0,0-1 1,0 0-1,2-5-366,11-12 73,-3-2 1,7-11-74,-24 32 18,32-50 39,-35 54-23,0 1 0,-1-1-1,0 0 1,0 0 0,0 0-1,0 0 1,-1 0 0,0-1-1,0-3-33,-1 9 28,0-1 0,-1 1-1,1 0 1,0-1 0,-1 1-1,1-1 1,-1 1-1,1 0 1,-1-1 0,0 1-1,1 0 1,-1 0 0,0-1-1,0 1 1,0 0-1,0 0 1,0 0 0,0 0-1,0 0 1,0 0-1,-1 0 1,1 1 0,0-1-1,0 0 1,-1 1 0,1-1-1,0 1 1,-1-1-1,1 1 1,-1 0 0,1-1-1,-1 1 1,1 0 0,-1 0-1,1 0 1,-1 0-1,0 1-27,-9-1 66,-1 0 0,1 2 0,0-1 0,-7 3-66,11-3 50,-3 2-13,-1 0-1,1 0 0,0 1 0,0 0 1,0 1-1,1 0 0,-1 1 0,1 0 0,1 0 1,-1 1-1,1 0 0,0 0 0,1 1 1,-1 0-1,1 0 0,1 1 0,0 0 0,0 0 1,1 1-1,0-1 0,-1 6-36,-1 1 78,1 1-1,1 0 1,0 0 0,2 0-1,0 0 1,0 1-1,2-1 1,0 1 0,1-1-1,1 1 1,1-1-1,3 18-77,-3-27 26,0-1-1,0 1 0,1-1 1,-1 0-1,2 0 0,-1 0 0,1 0 1,0 0-1,0-1 0,1 1 1,0-1-1,0-1 0,1 1 0,-1-1 1,1 0-1,0 0 0,1 0 1,-1-1-1,1 0 0,0 0 1,0-1-1,0 0 0,3 1-25,4 0 21,1 0 0,-1-1-1,1-1 1,0 0 0,-1-1 0,1-1-1,0 0 1,0-1 0,-1 0 0,1-1-1,0-1 1,-1-1-21,2 1-9,-1-1-1,0-1 1,0 0 0,0-1-1,0-1 1,-1-1 0,0 1-1,-1-2 10,17-12-369,-2-2 0,-1 0-1,6-8 370,48-40-2496,-53 48 2214,-13 11-2137,15-13-6495,-70 58 6698</inkml:trace>
  <inkml:trace contextRef="#ctx0" brushRef="#br0" timeOffset="29477.342">7151 3862 16583,'0'0'0,"0"0"128,0 0-128,0 0 136,0 0-136,0 0-479,0 0 479,0 0-11712,0 0 11712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4:36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1009 226 13176,'0'0'272,"0"0"13,0 0 54,0 0-41,0 0-212,0 0-81,-1 7-85,-8 44 10,-3 1 1,-1-1-1,-4-1 0,-10 23 70,-19 31-246,-37 59 246,25-70 309,-4-2 1,-3-3 0,-21 16-310,72-83 410,13-17-138,8-12-205,3-5-19,1 0-1,1 0 1,0 1 0,0 1-1,2 0 1,-1 1-1,1 0 1,1 1 0,-1 0-1,1 2 1,1 0-1,0 0 1,0 1 0,0 1-1,1 1 1,-1 1-1,16-2-46,174-11 681,-141 13-411,-16-1-65,42-2 48,-81 6-185,0 1 1,0 0-1,0 1 0,0 0 1,0 0-1,-1 1 0,8 3-69,-15-6-15,-2 0-107,-3 4-206,0 0 1,-1 0 0,1 0-1,-1 0 1,1-1 0,-1 0-1,0 0 1,-1 0 0,1 0-1,-4 1 328,-22 16-2589,13-7-3829,40-30 4826</inkml:trace>
  <inkml:trace contextRef="#ctx0" brushRef="#br0" timeOffset="334.083">875 516 10936,'0'0'1152,"0"0"-76,0 0-303,7 5-188,6 5-350,0 1 0,0 0-1,8 11-234,7 16 55,-5 12-50,-6 8-2,-6-3 92,-2 0-1,1 45-94,-6 31 489,-7 18-489,0 1 167,3-96-143,1 7-674,-6 40 650,5-99-107,0-1 1,0 0 0,-1 1 0,1-1 0,0 1 0,0-1 0,1 0 0,-1 1 0,0-1 0,0 0 0,1 1 0,-1-1-1,1 0 1,-1 1 0,1-1 0,-1 0 0,1 0 0,0 0 0,-1 0 0,1 1 0,0-1 0,0 0 0,0 0 0,0 0-1,0-1 1,0 1 0,0 0 0,1 0 0,-1-1 0,0 1 0,0 0 0,1-1 0,-1 1 0,0-1 0,0 0 0,1 1-1,-1-1 1,1 0 0,-1 0 0,0 0 0,1 0 0,-1 0 0,0 0 0,1 0 0,-1 0 0,1-1 106,9-1-7060</inkml:trace>
  <inkml:trace contextRef="#ctx0" brushRef="#br0" timeOffset="964.975">1165 168 9864,'0'1'23,"-1"0"1,0 0 0,1-1 0,-1 1-1,1-1 1,-1 1 0,0-1 0,1 1-1,-1-1 1,0 1 0,1-1 0,-1 1-1,0-1 1,0 0 0,0 1 0,1-1-1,-1 0 1,0 0 0,0 0 0,0 1-1,0-1 1,1 0 0,-1 0 0,0 0-1,0-1 1,0 1 0,0 0-1,1 0 1,-1 0 0,0-1 0,0 1-1,0 0 1,1-1 0,-1 1 0,0 0-1,0-1 1,1 1 0,-2-1-24,-2-4 337,0 1 0,0-1-1,0 0 1,0 0 0,-2-5-337,-18-22 918,9 20-859,0 1 0,-1 0 0,0 1 0,0 0 0,-1 1 0,0 1 0,-1 1 0,1 1 0,-2 0 0,1 1 0,0 1 0,-1 1 0,0 1 0,0 0 0,0 1 0,0 1 1,0 1-1,0 1 0,1 1 0,-1 0 0,0 1 0,1 1 0,0 1 0,-17 8-59,11-3 4,0 2 1,1 1-1,1 0 1,0 2-1,1 0 1,-1 4-5,-37 35 75,-16 24-75,38-39 39,7-5 10,1 0-1,2 2 0,1 1 1,2 1-1,2 2 0,2 0 0,1 1 1,3 0-1,1 2 0,-4 21-48,4 1 60,3 0 0,3 2 0,2-1 0,4 1 0,3-1 0,6 51-60,1-61 36,2 1-1,3-1 1,2-1 0,3 0-1,13 27-35,27 51 319,45 73-319,-81-168 97,1-1 1,28 34-98,-40-58 12,2 0 0,-1-1 0,2 0 0,0-1 0,1-1 0,0 0 0,0-1 0,14 8-12,-14-12 24,0-1-1,-1 0 1,2-1 0,-1 0 0,0-1-1,1-1 1,-1 0 0,1-1 0,0-1-1,-1 0 1,1-1 0,6-1-24,13-4 112,1 0 0,-1-3 0,0 0 0,21-11-112,-35 12 29,-1-1-1,-1 0 0,1-2 1,-2 0-1,7-6-28,25-22 114,6-9-114,-22 18 39,26-23 38,-2-2-1,-3-2 1,-3-3 0,-2-2 0,5-14-77,-27 34 78,-2-1-1,-3-1 1,-1-1 0,-2 0 0,-2-2 0,-2 0 0,-2-1-1,6-44-77,-11 31 66,-3 0-1,-2 0 0,-3 0 0,-3 0 0,-2 0 1,-4 0-1,-1 1 0,-4 1 0,-1 0 0,-24-56-65,22 78 86,-2 1-1,-1 1 1,-1 1-1,-2 0 1,-2 2-1,-1 1 0,-1 0 1,-1 3-1,-2 0 1,-1 2-1,-1 1 1,-1 1-1,-1 2 0,-22-10-85,43 26-216,-2 1 0,1 0 0,0 1 0,-1 1 0,0 0 0,0 1 0,-6 0 216,-1-1-1737,-9-2-7595,72 11 7034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4:40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547 337 11928,'0'0'1520,"0"0"-100,0 0-400,-4 5-254,-5 7-667,1 1-1,-1 0 0,2 0 1,0 1-1,1 0 1,0 0-1,1 0 0,0 1 1,2-1-1,-1 1 1,2 0-1,0 1 0,1-1 1,0 0-1,1 2-98,-12 747 623,11-749-741,0 1 1,-1-1-1,0 0 0,-2 0 1,0 1 117,-5-56-3021,-4-82-77,8 80-3176,12 98 4718</inkml:trace>
  <inkml:trace contextRef="#ctx0" brushRef="#br0" timeOffset="594.482">318 368 14344,'0'0'1153,"0"0"-73,0 0-314,5-6-192,22-30-492,-2-1 0,6-12-82,1-2-73,9-8 73,-30 44-41,2 0-1,-1 1 1,2 1-1,0 0 1,14-10 41,-21 18-29,0 1 1,0 0 0,1 0-1,-1 0 1,1 1-1,0 0 1,0 1 0,0 0-1,1 0 1,-1 0 0,0 1-1,1 1 1,-1-1-1,1 1 1,-1 1 0,0-1-1,1 2 1,-1-1-1,0 1 1,0 0 0,0 1-1,0 0 1,0 0 0,0 0-1,-1 1 1,1 1-1,-1-1 1,0 1 0,-1 0-1,1 1 1,-1-1 0,0 1-1,-1 1 1,1-1-1,-1 1 1,0 0 0,-1 0-1,0 0 1,0 1-1,0-1 1,-1 1 0,0 0-1,-1 0 1,1 0 0,-1 7 27,1-3 4,-1 0 0,-1 1-1,0 0 1,-1-1-1,0 1 1,-1 0-1,0-1 1,-1 1-1,0-1 1,-1 0-1,-1 0 1,0 0-1,0 0 1,-1 0-1,-1-1 1,0 0-1,-1 0 1,-2 3-3,-15 19 143,-1-2 1,-2 0-1,-1-2 0,-1-1 1,-1-2-1,-1-1 1,-2-1-1,-1-1 0,-1-1-143,10-7 184,-1 0 0,0-1 0,-2-1-184,26-13 305,11-3-247,18-4-67,2 6 7,-1 1 1,0 2-1,0 0 1,0 2-1,0 1 1,0 1-1,-1 1 1,0 2-1,22 10 2,-29-10-7,0 1 0,-1 0 0,0 1 0,-1 2 0,0-1 0,-1 2 1,-1 1-1,0 0 0,-1 0 0,-1 2 0,0 0 0,-1 1 0,0 1 7,-10-14 4,-1 0 0,1 0 0,-1 0 0,0 0 0,-1 0 0,1 1 0,-1-1 0,0 0 0,0 1 0,0-1 0,-1 1 0,0-1 0,0 1 0,-1 0 0,1-1 0,-1 0 0,0 1 0,-1-1 0,1 0 0,-1 1 0,0-1 0,0 0 0,-1 0 0,0 0 0,0-1 0,0 1 0,-2 2-4,-5 5 46,0 0-1,-1-1 1,0-1 0,-1 0 0,0 0 0,0-1 0,-1-1 0,0 0 0,-6 2-46,-86 38 226,-1-4 0,-11-2-226,87-32 59,0-1-1,0-2 0,-1-1 1,-11 0-59,27-5-1,0 0 0,0-1 0,-1 0 0,1-1 0,0-1 0,0 0 0,0-1 0,1-1 0,-13-5 1,25 9-52,0-1 0,0 0 1,0 0-1,0-1 0,0 1 0,1 0 0,-1 0 0,0-1 0,1 1 0,-1-1 0,1 0 0,-1 0 0,1 1 0,0-1 0,0 0 0,0 0 0,0 0 0,-1-1 52,-7-43-2182,6 26 624,0-4-6502,7 56 6056</inkml:trace>
  <inkml:trace contextRef="#ctx0" brushRef="#br0" timeOffset="1115.296">1280 1076 12912,'-11'5'298,"8"-4"-162,1 0 0,0 0 0,0 0 0,0-1 0,0 1 0,0 0-1,-1-1 1,1 0 0,0 0 0,0 1 0,-2-1-136,14-20 1463,12-13-445,-8 13-743,-1 0 0,0 0 0,-2-2 0,0 1-1,-1-1 1,-2-1 0,3-11-275,-9 22 5,-1-1-1,-1 0 0,0 1 1,-1-1-1,0 0 1,-1 1-1,-2-4-4,-3-36 30,7 49-24,0 1-1,0 0 0,-1-1 0,1 1 0,-1 0 1,0 0-1,1-1 0,-1 1 0,0 0 1,0 0-1,-1 0 0,1 0 0,0 0 0,-1 0 1,1 1-1,-1-1 0,1 0 0,-1 1 1,-1-1-6,0-1 3,-1 1 1,1 0-1,-1 0 1,0 0 0,0 1-1,0-1 1,0 1 0,0 0-1,-1 0 1,-1 0-4,-4 0 1,0 0 1,0 1-1,0 0 1,0 1-1,0 0 0,0 0 1,0 1-1,-7 3-1,7-1 3,1 0-1,1 0 1,-1 1 0,0 1-1,1-1 1,0 1 0,1 1-1,-1-1 1,1 1 0,1 1-1,-1-1 1,1 1 0,0 0 0,1 1-1,0-1 1,0 1 0,0 2-3,-5 12 16,0 1 1,2 0 0,1 1 0,1 0 0,1 0 0,0 6-17,3-17 50,1-1 0,0 1 0,1-1 0,0 1 1,2 0-1,-1-1 0,2 1 0,-1-1 0,2 0 0,0 0 1,6 13-51,-7-20 16,0 1 1,1-1-1,-1 0 1,2 0-1,-1 0 0,1-1 1,-1 0-1,1 0 1,1 0-1,-1 0 1,1-1-1,0 0 1,0 0-1,0 0 1,1-1-1,-1 0 1,1 0-1,-1-1 1,1 0-1,0 0 0,0 0 1,0-1-1,4 0-16,0 1-15,0-1 0,0 0 0,-1-1 0,1 0 0,0-1 0,0-1 0,0 1 0,0-2 0,-1 1 0,1-1 0,-1-1 0,0 0 0,0 0 0,0-1 0,-1-1 0,1 1 0,-1-2 0,4-3 15,45-40-2350,10-3 2350,-46 36-1414,15-12-7285,-79 62 6525</inkml:trace>
  <inkml:trace contextRef="#ctx0" brushRef="#br0" timeOffset="10968.984">208 1430 12640,'5'20'456,"0"1"0,1-1 0,1 0 0,1 0 0,2 1-456,-9-19 195,0 0 1,1 0 0,-1 0 0,1-1 0,-1 1 0,1 0-1,0-1 1,0 1 0,-1-1 0,2 1-196,16 16 528,-5 10-417,-1 0 0,-1 1 0,-2 0 0,-1 1 0,4 26-111,-6-32 14,22 107 16,6 82-30,3 133 47,-21-174-37,-10-98-6,2 15-5,5 9 1,-9-87-111,0 6-3242,-5-17-6352</inkml:trace>
  <inkml:trace contextRef="#ctx0" brushRef="#br0" timeOffset="11521.846">1 2407 13984,'5'0'1208,"32"3"-186,1-1-1,35-4-1021,7-7 78,-15-2-632,0-3 0,47-18 554,-92 25-84,53-21-429,9-9-326,4-6 839,-37 14-555,25-21 555,-73 50-6,0 0-1,-1-1 1,1 1 0,-1 0-1,1-1 1,0 1-1,-1-1 1,1 1-1,-1-1 1,1 1 0,-1-1-1,1 1 1,-1-1-1,0 0 1,1 1-1,-1-1 1,0 0 0,1 1-1,-1-1 1,0 0-1,0 1 1,0-1-1,1 0 1,-1 1 0,0-1-1,0 0 1,0 1-1,0-1 7,-1 0-2,1 0 0,-1 1 0,0-1 0,1 0 0,-1 1 0,0-1-1,1 1 1,-1-1 0,0 1 0,0-1 0,1 1 0,-1 0 0,0-1-1,0 1 1,0 0 0,0-1 0,1 1 0,-2 0 2,-34-4 25,29 4-13,1 1 0,0 0 1,0 0-1,-1 0 0,1 1 1,0 0-1,0 0 0,0 0 0,0 1 1,1 0-1,-1 0 0,1 1 0,0-1 1,-1 1-1,0 1-12,5-4 19,-1 1 0,1-1 1,0 1-1,-1-1 0,1 1 0,0-1 1,0 1-1,0 0 0,0-1 1,0 1-1,1 0 0,-1 0 0,0 0 1,1-1-1,-1 1 0,1 0 0,0 0-19,-3 8 46,-5 16-10,1 0 0,2 1 0,0 0 0,2 0 0,0 0 0,2 0 0,1 1 0,4 22-36,-3-33 22,2 0 0,0 0 0,1 0-1,0 0 1,2 0 0,0-1-1,0 0 1,2 0 0,0-1-1,1 0 1,0 0 0,1-1 0,1 0-1,5 5-21,-12-16 10,-1 0 0,0 0 1,1 0-1,0 0 0,0 0 0,0-1 0,0 1 0,0-1 0,0 0 0,1-1 0,-1 1 1,1-1-1,-1 0 0,1 0 0,0 0 0,-1 0 0,1-1 0,0 0 0,-1 0 0,1 0 1,0-1-1,-1 0 0,1 1 0,0-2 0,-1 1 0,1 0 0,-1-1 0,0 0 1,0 0-1,1 0 0,-1-1 0,0 1 0,-1-1 0,2 0-10,7-7 39,-1 1 1,0-2-1,-1 1 0,0-1 0,0-1 0,-1 0 1,-1 0-1,0-1 0,0 0 0,0-3-39,16-36 141,-2 0 1,-3-2-142,-12 31 78,-1 0 1,0 0-1,-2-1 0,-1 0 1,-1 0-1,-1-2-78,-1 24 9,-1 0 0,0 1-1,0-1 1,0 0 0,-1 1-1,1-1 1,0 1-1,0-1 1,-1 1 0,1 0-1,-1-1 1,0 1-9,-3-4 23,-4-4 4,-1 0 1,1 1-1,-1 0 0,-1 0 0,1 1 0,-1 1 0,-1 0 1,-9-4-28,17 8-39,0 1 0,0-1 0,0 1 0,0 0 0,-1 0 0,1 1 1,0-1-1,-1 1 0,1 0 0,0 0 0,-1 0 0,1 1 0,0-1 0,-1 1 1,1 0-1,0 1 0,0-1 0,0 1 0,0-1 0,0 1 0,0 0 1,1 1-1,-1-1 0,0 1 0,1 0 0,0-1 0,-3 4 39,-39 37-1739,11-15-6394,58-47 6467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4:48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1 998 11480,'18'-29'427,"2"1"0,2 1 1,0 0-1,2 2 1,0 1-1,2 1 0,1 1 1,0 1-1,9-3-427,-2 2 220,0-2-1,-1-2 0,-2 0 1,0-2-1,-2-2 0,-2 0 0,0-2 1,3-8-220,-20 25 98,0-2 1,-1 1 0,-1-1-1,0-1 1,-1 0 0,-1 0-1,-1 0 1,-1 0 0,0-1-1,-1 0 1,-1 0 0,-1 0-1,-1-10-98,0 24 47,-1 0-1,0-1 0,0 1 0,0 0 1,-1-1-1,1 1 0,-1 0 1,-1 0-1,1 0 0,-2-1-46,2 5 9,0-1 0,0 1-1,0 0 1,0 0 0,-1 0 0,1 0 0,0 0-1,-1 1 1,1-1 0,0 1 0,-1-1 0,1 1-1,-1 0 1,1 0 0,-1 0 0,1 0 0,-1 1-1,1-1-8,-44 10 62,34-6-55,1 1 0,-1 0 0,1 1-1,1 0 1,-1 1 0,1 0 0,0 1 0,1 0 0,-1 0 0,2 1-1,-1 0 1,1 1 0,1 0 0,-1 0-7,-5 11 6,0 0 0,1 1 1,1 0-1,1 1 0,1 0 0,-3 13-6,6-16 8,1 0 0,1 1 0,1-1 0,0 1 0,2 0 0,0 0 0,2-1 0,0 1 0,1 0 0,5 18-8,-4-28 45,0 1 0,1 0 0,1-1 0,-1 0 0,2 0 0,0 0 0,0 0 0,1-1 0,0 0-1,1-1 1,0 0 0,0 0 0,1 0 0,0-1 0,1 0 0,-1-1 0,2 0 0,-1-1 0,2 0-45,3 2 86,1-1 0,-1 0 1,2-2-1,-1 0 1,0-1-1,1 0 0,0-1 1,11 0-87,-18-3 2,0 0 1,0 0-1,0-1 1,0 0 0,-1 0-1,1-1 1,0 0-1,-1-1 1,0 0-1,1-1 1,-1 0-1,0 0 1,-1-1-1,1 0 1,3-4-3,35-28-1447,17-21 1447,-39 40-530,1 1-2673,-5 2-5065,-49 35 6242</inkml:trace>
  <inkml:trace contextRef="#ctx0" brushRef="#br0" timeOffset="336.56">953 551 13720,'28'22'360,"-7"-6"813,0 1 0,4 7-1173,-20-19 198,1 1 0,-1 0 0,0 0-1,-1 1 1,0 0 0,0-1 0,0 1-1,-1 1 1,3 6-198,6 19 1093,15 30-1093,-18-44-172,0 1-1,-1 0 1,-1 0 0,-1 1-1,-1 0 1,2 19 172,-6-34-456,-1-1 1,1 0 0,0 0-1,1 1 1,-1-1-1,1 0 1,2 4 455,3 6-7915,-15-33 5937</inkml:trace>
  <inkml:trace contextRef="#ctx0" brushRef="#br0" timeOffset="669.923">1251 406 14792,'0'0'1336,"-2"9"-223,-24 66 1617,-28 53-2730,21-67 76,-106 171-141,123-203-191,2 0-1,0 1 1,2 1-1,-2 10 257,-6 14-1605,15-46 599,-4 3-8628,9-12 9617,6-10-1861</inkml:trace>
  <inkml:trace contextRef="#ctx0" brushRef="#br0" timeOffset="1024.946">1492 706 5024,'2'3'-30,"21"44"1589,-2 1-1,-1 1 1,11 50-1559,-12-25 1647,-4 2 0,-3 0 1,1 67-1648,-14-108 514,-2 0 0,-3 14-514,6-47-68,0 0 0,0 0 0,-1 0 0,1-1 1,-1 1-1,1 0 0,-1 0 0,0 0 0,0-1 1,0 1-1,0 0 0,0-1 0,0 1 0,0-1 1,-1 1-1,1-1 0,-1 1 0,1-1 0,-1 0 1,1 0-1,-1 0 0,0 0 0,1 0 0,-1 0 1,0 0-1,0-1 0,0 1 0,1-1 1,-1 1-1,0-1 0,0 0 0,0 1 0,0-1 1,0 0-1,0 0 0,0-1 0,0 1 0,0 0 1,0-1-1,0 1 0,1-1 0,-1 1 0,0-1 1,0 0-1,0 0 0,1 0 0,-1 0 0,0 0 1,1 0-1,-1 0 0,1-1 0,-1 1 68,-11-12-1466,-8-6-5614</inkml:trace>
  <inkml:trace contextRef="#ctx0" brushRef="#br0" timeOffset="1369.544">1407 798 7800,'30'-58'227,"-2"2"710,2 2 0,2 1 0,3 2 1,8-7-938,-36 50 190,0 1 0,1-1 0,-1 2 1,2-1-1,-1 1 0,1 0 0,0 1 1,0 0-1,0 0 0,1 1 1,-1 1-1,1-1 0,0 2 0,0-1 1,0 1-1,9 0-190,-14 1 75,1 1 1,-1 0 0,0 1-1,1-1 1,-1 1 0,0 0-1,1 0 1,-1 1-1,0-1 1,0 1 0,0 0-1,0 1 1,0-1-1,-1 1 1,1 0 0,-1 0-1,1 0 1,-1 1 0,0 0-1,-1 0 1,1 0-1,-1 0 1,1 0 0,-1 1-1,0-1 1,-1 1-1,1 0 1,-1 0 0,0 0-1,0 0 1,-1 0-1,1 3-75,4 13 167,-2 1 0,0 0 0,-2 0-1,0 1 1,-1-1 0,-1 0 0,-2 0-1,0 4-166,0-12 127,0 1-1,-1 0 1,-1-1-1,0 0 0,-1 1 1,-1-2-1,0 1 1,-1-1-1,0 0 0,-1 0 1,0-1-1,-7 7-126,10-12 18,0-2 0,-1 1-1,0 0 1,0-1 0,0 0-1,-1-1 1,0 1 0,0-1 0,0-1-1,0 1 1,-1-1 0,1-1 0,-1 1-1,0-1 1,1 0 0,-1-1 0,0 0-1,0 0 1,0-1 0,0 0 0,0 0-1,0-1 1,0 0 0,0 0-1,0-1 1,0 0 0,0-1 0,1 1-1,-1-1 1,1-1 0,0 0 0,0 0-1,-2-1-17,2-1-364,-1 0 0,1 0 0,0-1-1,1 1 1,0-2 0,0 1 0,0-1-1,0-1 365,-6-8-1335,-10-12-7487,51 68 6626</inkml:trace>
  <inkml:trace contextRef="#ctx0" brushRef="#br0" timeOffset="1697.986">2133 1 11296,'3'4'1246,"0"1"-1110,7 9 361,0 0-1,0 1 1,-2 1 0,0-1-1,0 1 1,-2 1-1,0-1 1,0 1-1,-1 4-496,0 29 619,-2-1 0,-2 1 0,-3 0 0,-2 0 0,-4 17-619,-1 31 489,-30 259 683,32-275-1354,7-81 160,0-1 1,0 1-1,0-1 1,-1 0-1,1 1 1,0-1-1,0 1 1,0-1-1,0 1 1,0-1-1,0 1 1,0-1-1,0 1 1,0-1 0,0 1-1,0-1 1,0 1-1,0-1 1,1 0-1,-1 1 1,0-1-1,0 1 1,0-1-1,1 1 1,-1-1-1,0 0 1,0 1-1,1-1 1,-1 0-1,0 1 1,1-1-1,-1 0 1,1 1-1,-1-1 1,0 0-1,1 0 1,-1 1 0,1-1-1,-1 0 1,0 0-1,1 0 1,-1 0-1,1 0 1,-1 0-1,1 0 1,-1 1-1,1-1 1,-1 0-1,1-1 1,-1 1-1,1 0 1,-1 0-1,1 0 1,-1 0-1,1 0 22,1-1-140,0 0-1,0 0 1,-1 1 0,1-1-1,0-1 1,0 1-1,-1 0 1,1 0-1,0-1 1,-1 1 0,0 0-1,1-1 1,-1 0-1,0 1 1,1-1 140,41-68-3245,-24 39-4846,-45 73 6082</inkml:trace>
  <inkml:trace contextRef="#ctx0" brushRef="#br0" timeOffset="2030.373">2597 501 14616,'0'0'688,"0"0"-7,0 0-27,0 0 10,0 0 66,-7-1-105,1 0-591,-1 0 0,0 0 0,1 1 0,-1 0 1,0 1-1,1 0 0,-1 0 0,0 0 0,1 1 0,-1 0 0,1 0 0,0 0 0,0 1 0,0 0 1,0 0-1,0 1 0,0-1 0,1 1 0,0 1 0,0-1 0,-2 2-34,-2 4 65,0 1 1,1 0-1,0 0 0,1 0 0,0 1 0,1 0 1,0 0-1,1 1 0,0-1 0,1 1 1,1 0-1,-2 11-65,2-4 73,0-4 50,0 1-1,1 0 1,1 0-1,1 13-122,1-25 14,-1 0 0,1-1 0,0 1 1,0 0-1,0 0 0,1-1 0,0 1 0,0 0 0,0-1 0,0 0 0,1 0 0,-1 1 1,1-1-1,0-1 0,1 1 0,-1 0 0,1-1 0,3 3-14,-4-3 12,1 0 0,0 0 0,0-1-1,0 0 1,1 0 0,-1 0 0,0 0 0,1 0 0,-1-1 0,1 0 0,0 0-1,-1 0 1,1-1 0,0 1 0,-1-1 0,1 0 0,0-1 0,0 1-1,-1-1 1,1 0 0,0 0 0,-1 0 0,1-1 0,-1 1 0,0-1-1,1 0 1,-1-1-12,5-2 20,-1-1-1,1 0 0,-1 0 0,-1-1 1,1-1-1,-1 1 0,0-1 0,-1 0 1,0 0-1,0-1 0,3-8-19,19-46 125,-25 53-80,0 1 0,1 0 0,0 0 0,0 0-1,1 1 1,0-1 0,0 1 0,1 0 0,0 1 0,1-1 0,0 1 0,0 0-1,0 1 1,2-1-45,-8 7 13,0 0-1,0-1 0,1 1 1,-1 0-1,0 0 1,0 0-1,1 0 0,-1 0 1,0 1-1,0-1 1,1 0-1,-1 1 0,0-1 1,0 0-1,0 1 1,0 0-1,1-1 0,-1 1 1,0-1-1,0 1 0,0 0 1,0 0-1,-1 0 1,1 0-1,0 0 0,0 0 1,0 0-1,-1 0 1,1 0-1,0 0 0,-1 0-12,3 2 29,-1 1-1,0-1 1,0 0-1,0 1 1,0-1-1,-1 1 1,1 0-1,-1-1 1,0 1-1,0 0 1,0 2-29,0 21 70,-2 0 1,0 1 0,-2-1-1,-1 0 1,-3 10-71,-18 87 140,23-111-272,0-1 1,1 0-1,0 0 0,1 4 132,0-14-740,0-2-200,2-4 641,1 1 0,-1-1 0,0 0 0,0 0 0,-1 0 0,1 0 0,-1 0 0,0-1 299,-1 5-14,7-21-11146,-13 39 8987</inkml:trace>
  <inkml:trace contextRef="#ctx0" brushRef="#br0" timeOffset="2366.96">2884 626 13448,'36'77'1231,"-25"-57"-1042,-1 0 0,0 1 0,-2 0 1,-1 1-1,3 15-189,-5-9 5,-3-13-147,1 0 0,1 0 1,0 0-1,1 0 0,1 1 142,-6-16-74,0 1 1,0-1 0,0 0-1,0 0 1,0 0 0,1 1-1,-1-1 1,0 0-1,0 0 1,0 0 0,0 0-1,0 0 1,0 1 0,1-1-1,-1 0 1,0 0-1,0 0 1,0 0 0,0 0-1,1 0 1,-1 0-1,0 0 1,0 0 0,0 0-1,1 1 1,-1-1 0,0 0-1,0 0 1,0 0-1,1 0 1,-1 0 0,0 0-1,0 0 1,0-1 0,1 1-1,-1 0 1,0 0-1,0 0 1,0 0 0,1 0-1,-1 0 1,0 0-1,0 0 1,0 0 0,0-1-1,1 1 1,-1 0 0,0 0 73,11-13-1078,5-22 185,-11 13-243,4-13-4244</inkml:trace>
  <inkml:trace contextRef="#ctx0" brushRef="#br0" timeOffset="2367.96">2795 120 10488,'0'0'0,"13"4"-1456,8 3 1456,-5 5-1448,3 4 1448,-6-3-1312,1-2 1312,-2 4-1312,-4-4 1312,-8-11-208,0 0 208,21 26-2704,-42-52 2704</inkml:trace>
  <inkml:trace contextRef="#ctx0" brushRef="#br0" timeOffset="2699.967">3105 755 8520,'0'54'481,"2"-25"301,-2 0 0,-1 1-1,-1-1 1,-1-1 0,-2 1-1,-1 0 1,-5 11-782,-28 63 2874,39-103-2842,0 0-1,0-1 0,0 1 1,0 0-1,0 0 0,0 0 1,0 0-1,-1-1 0,1 1 1,0 0-1,0 0 0,0 0 1,0 0-1,0 0 0,-1 0 1,1 0-1,0-1 0,0 1 1,0 0-1,0 0 0,-1 0 1,1 0-1,0 0 0,0 0 1,0 0-1,-1 0 0,1 0 1,0 0-1,0 0 0,0 0 1,0 0-1,-1 0 0,1 0 1,0 0-1,0 0 0,0 0 1,0 1-1,-1-1 0,1 0 1,0 0-1,0 0 0,0 0 1,0 0-1,-1 0 0,1 0 1,0 1-1,0-1 0,0 0 1,0 0-32,-2-19 483,3 6-409,0-1 1,1 1-1,1 0 1,0 0-1,1 0 0,5-13-74,3-3 81,2 0-1,7-11-80,-1 6 51,1 1 0,2 1 0,19-21-51,-26 35 27,1 0-1,1 2 0,0 0 0,1 1 0,0 1 0,17-8-26,-33 20 15,0 0 0,1 1 0,-1-1 0,1 1 0,-1 0 0,1 0 1,0 0-1,-1 1 0,1-1 0,0 1 0,-1 0 0,1 0 0,0 0 0,0 0 0,-1 1 0,1-1 0,0 1 0,-1 0 0,1 0 0,-1 1 0,1-1 0,-1 1 0,0-1 0,0 1 0,2 2-15,0-1 25,0 2 0,0-1 0,0 0 0,-1 1 0,1 0 0,-1 0 0,-1 1 0,1-1 0,-1 1 0,0-1 0,0 1 0,0 0 0,-1 0 0,1 4-25,6 25 71,-2 1 1,-1-1-1,-1 1 1,-3 0-1,-1 0 1,-3 33-72,5 8-743,2-25-3248,-2-24-4615,-6-67 6252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4:46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6422 1 14792,'4'0'200,"0"0"1,0 0 0,0 0 0,-1 1 0,1 0 0,0 0 0,0 0 0,3 2-201,-6-2 92,1 0 1,-1 0 0,1 0-1,-1 1 1,0-1-1,1 1 1,-1-1-1,0 1 1,0-1-1,0 1 1,0 0 0,0-1-1,0 1 1,-1 0-1,1 0 1,0 0-1,-1 0 1,0 0 0,1 0-1,-1 1-92,72 449 945,-56-305-595,-6 0 0,-6 18-350,-6-93 22,-5 33-22,3-78-12,0 0 0,-2 0-1,-1-1 1,-1 0-1,-6 12 13,10-29-100,0-1-1,0 0 0,-1 0 0,0 0 1,-2 3 100,5-10-84,1 1 0,0 0 0,-1-1 0,1 1 1,-1-1-1,1 1 0,-1-1 0,0 0 0,1 0 0,-1 0 0,0 0 1,0 0-1,0 0 0,0 0 0,0-1 0,0 1 0,0-1 0,0 1 1,0-1-1,0 0 0,0 0 0,0 0 0,0 0 0,0 0 0,-2 0 84,-1-2-208,0-1-1,0 1 0,1-1 0,-1 0 0,1 0 0,-1 0 1,-3-4 208,1 1-80,-7-3-1912,-13-8-5296,63 40 5478</inkml:trace>
  <inkml:trace contextRef="#ctx0" brushRef="#br0" timeOffset="495.895">5923 893 14616,'4'0'1360,"74"-4"653,1-4 0,62-14-2013,-44 6-2341,58-1 2341,-120 15-595,0-1 0,0-2 0,0-1 0,-1-2 0,17-7 595,-13 3-548,-27 10 408,-1-1 0,0 0 0,0-1 0,0 0 0,0 0-1,0-1 1,-1 0 0,0-1 0,0 0 0,0-1 0,-1 1 0,5-7 140,-6 6-51,-6 6 596,-4 1-81,1 1-414,-1 2 65,1-1 1,0 1-1,0 0 1,0 0-1,0 0 1,0 0-1,1 0 1,-1 1-1,1-1 1,0 0-1,0 1 1,0-1-1,0 4-115,-1-1 220,-4 17-35,1 1 0,2-1-1,0 1 1,1 0 0,2 0 0,0 0-1,2-1 1,0 1 0,2 0 0,0-1-1,2 1 1,1-2 0,0 1 0,2-1-1,0 0 1,5 6-185,-7-18 85,0 0 0,0-1 0,1 0 0,1 0 0,0 0 0,0-1 0,0-1 0,1 0 0,0 0 0,1 0 0,-1-2 0,1 1 0,4 0-85,-2 0 115,0-1 0,0-1 0,0 0 0,1-1 0,0 0 0,0-1 0,0-1 0,0 0 0,0-1 1,0 0-1,7-2-115,-17 1 45,0 1 0,0-1 0,0-1 0,1 1 1,-1 0-1,0-1 0,-1 0 0,1 0 0,0 0 0,0-1 0,-1 1 1,0-1-1,1 0 0,-1 0 0,0 0 0,0-1-45,1-1 50,0-1-1,-1 1 1,1-1-1,-1 0 1,-1 0 0,1 0-1,-1-1 1,0 1-1,-1-1 1,1 1-50,0-15 56,0 0 0,-1 1 1,0-1-1,-2 0 0,-1 1 1,-1-6-57,1 10-13,-2-16 122,-2-1 0,-1-2-109,4 25 19,0 0 0,-1 0 0,0 0 0,0 1 0,-1 0 0,0 0 0,0 0 0,-7-7-19,6 9 19,4 3-49,0 1 1,-1 0-1,0-1 1,1 1-1,-1 0 1,0 1-1,-1-1 1,1 0-1,0 1 0,-1 0 1,0 0-1,1 0 1,-1 0-1,0 0 1,0 1-1,0 0 0,0-1 1,0 2-1,-1-1 30,-43 0-429,16 3-2596,-4-1-6968,84-3 7525</inkml:trace>
  <inkml:trace contextRef="#ctx0" brushRef="#br0" timeOffset="-3800.23">95 1037 9688,'-1'41'1978,"0"-23"-525,1-15-909,0-4-234,1-17 1027,-1 18-1320,0 0-1,0 0 1,0 0-1,0 0 1,0 0-1,0 0 0,0 0 1,0 1-1,0-1 1,0 0-1,0 0 1,0 0-1,0 0 1,0 0-1,0 0 1,1 0-1,-1 0 1,0 0-1,0 0 0,0 0 1,0 0-1,0 0 1,0 0-1,0 0 1,0 0-1,0 0 1,0 0-1,0 0 1,0 0-1,0 0 0,1 0 1,-1 0-1,0 0 1,0 0-1,0 0 1,0 0-1,0 0 1,0 0-1,0 0 1,0-1-1,0 1 0,0 0 1,0 0-1,0 0 1,0 0-1,0 0 1,0 0-1,0 0 1,0 0-1,0 0 1,0 0-1,1 0 0,-1 0 1,0 0-1,0 0 1,0 0-1,0-1 1,0 1-1,0 0 1,0 0-1,0 0 1,0 0-1,0 0 0,0 0 1,0 0-1,0 0-16,8 25 1057,-4-14-1137,14 55 627,-3 1 1,-3 0-1,4 65-547,-9 5 911,-7 64-911,1-188 63,-2 0 0,0 0 0,-1 0-1,0 0 1,-1 0 0,0 0 0,-1-1 0,0 1-1,-5 8-62,9-21 6,0 1 1,0 0-1,-1-1 0,1 1 0,0-1 0,0 1 0,-1-1 0,1 1 0,0 0 0,-1-1 0,1 1 0,0-1 1,-1 1-1,1-1 0,-1 0 0,1 1 0,0-1 0,-1 1 0,1-1 0,-1 0 0,0 1 0,1-1 1,-1 0-1,1 0 0,-1 1 0,1-1 0,-1 0 0,0 0 0,1 0 0,-1 0 0,0 0 0,1 0 0,-1 0 1,1 0-1,-1 0 0,0 0 0,1 0 0,-1 0 0,0 0 0,1 0 0,-1-1 0,1 1 0,-1 0 0,1 0 1,-1-1-1,1 1 0,-1 0 0,1-1 0,-1 1 0,1-1 0,-1 1 0,1 0 0,-1-1 0,1 1 1,0-1-1,-1 0 0,1 1 0,0-1 0,-1 0-6,-21-44-34,15 28-62,-7-20-22,1-1 1,2 0 0,1-1-1,3 0 1,0-6 117,2 18-49,-5-37-218,2-1 0,4 1 1,2-1-1,5-51 267,1 80-100,0-1-1,3 1 1,1-1-1,1 2 1,2-1-1,2 2 1,1-1 0,1 2-1,3-1 101,-12 23-19,1 0 0,0 0-1,0 1 1,1 0 0,1 1-1,0 0 1,0 0 0,0 1-1,8-5 20,-13 11-4,-1 0 1,1-1-1,0 2 0,-1-1 0,1 0 0,0 1 0,0 0 0,1 0 0,-1 0 0,0 0 0,0 1 0,0 0 0,0 0 0,1 0 0,-1 0 0,0 0 0,0 1 0,0 0 0,0 0 1,0 0-1,0 0 0,0 1 0,0 0 0,0-1 0,0 1 0,-1 1 0,1-1 0,-1 0 0,0 1 0,1 0 4,7 7 3,-1 1-1,0 0 0,0 0 1,-1 1-1,-1 0 1,0 1-1,0 0 1,-2 0-1,4 9-2,11 30 168,12 50-168,-25-74 50,-3-10 46,0 0 0,-2 1 0,0 0 0,-1 0-1,-1 0 1,-1 0 0,0 0 0,-2 0 0,0 0 0,-2 7-96,2-17 57,0 0 1,0 0-1,-1-1 0,0 1 1,-1-1-1,0 0 1,0 0-1,0 0 1,-1-1-1,-1 1 1,1-1-1,-1 0 1,0-1-1,0 1 0,-1-1 1,0-1-1,0 1 1,-1-1-1,1 0 1,-1-1-1,0 0 1,-4 2-58,6-5 28,1 0 1,-1 0-1,0-1 1,1 0 0,-1 0-1,0 0 1,1 0-1,-1-1 1,0 0-1,1-1 1,-1 1 0,1-1-1,0 0 1,-1 0-1,1 0 1,0-1-1,0 0 1,-1-1-29,-13-5-2,7 2-231,0 0 0,0 0 0,1-1 0,0 0 0,-7-8 233,6 6-271,9 7 176,-1 0 0,1 0 0,-1 0 1,1-1-1,0 1 0,0-1 0,1 0 0,-1 0 1,1 0-1,0 0 0,0-1 0,-2-3 95,2-4-589,0 0-1,0 0 0,1 0 0,1-10 590,-1 2-1070,0-14-6770,2 80 5894</inkml:trace>
  <inkml:trace contextRef="#ctx0" brushRef="#br0" timeOffset="-3338.879">711 897 10760,'0'0'952,"0"0"-82,0 0-323,0 0-139,0 0-248,0 0-32,0 0 104,0 0 64,0 0 136,-2 9-40,-8 24 69,2 0 0,-2 29-461,8-47 195,1 0 0,1 0 1,0 0-1,1 0 0,0 0 0,2 0 1,0 0-1,2 5-195,22 74 2414,5 48-2414,-27-120 736,-6-28 158,-5-40 165,4 32-1313,-1-11 286,2-1 1,1 1-1,1-1 0,1 1 1,1 0-1,3-7-32,10-44 30,12-26-30,-23 84-36,1 0-1,1 1 1,0-1 0,1 2-1,1-1 1,6-7 36,-11 18-101,0 1 0,1-1 0,0 1 0,0-1 0,0 2 0,0-1 0,1 0-1,0 1 1,0 0 0,0 0 0,0 1 0,1 0 0,-1 0 0,1 1 0,0-1 0,0 1 0,0 1 0,0-1 101,9 0-996,0 0 0,0 1 1,0 1-1,10 0 996,3 3-11426</inkml:trace>
  <inkml:trace contextRef="#ctx0" brushRef="#br0" timeOffset="-2848.264">1120 1264 11656,'8'-1'169,"0"0"1,1 0-1,-1-1 1,0 0-1,0 0 1,0-1-1,0 0 1,0-1-1,0 0 1,-1 0-1,1-1-169,20-13 635,0-2 1,3-4-636,-8 5 95,-7 6 51,-1-1-1,0-1 1,-1 0-1,0-1 1,-1-1 0,2-5-146,10-18 643,-2 0 0,4-15-643,-22 45 156,-1-1 0,0 0 1,0 0-1,-2-1 0,1 1 0,-1-1 0,-1 1 0,0-4-156,-1 14 19,0 0 0,0 1 0,-1-1 0,1 0 0,0 0-1,0 1 1,-1-1 0,1 0 0,-1 0 0,1 1-1,-1-1 1,1 0 0,-1 1 0,1-1 0,-1 1-1,0-1 1,1 1 0,-1-1 0,0 1 0,1-1-1,-1 1 1,0-1 0,0 1 0,1 0 0,-1 0 0,0-1-1,0 1 1,0 0 0,1 0 0,-1 0 0,0 0-1,0 0 1,0 0 0,0 0 0,1 0 0,-1 0-1,0 0 1,0 0 0,0 1 0,1-1 0,-1 0 0,0 1-1,0-1-18,-36 12 5,29-8 8,-1 1-1,1 1 1,0-1 0,0 1 0,1 1 0,0-1 0,0 1 0,0 1-1,1-1 1,0 1 0,1 0 0,-1 0 0,2 1 0,-1 0 0,1-1-1,0 1 1,1 2-13,-10 27 48,2 1-1,1 1 0,-1 21-47,5-31 32,2-7 18,1 0 1,1 0-1,1 0 1,1 0 0,1 0-1,1 0 1,3 9-51,-3-22 37,1 1 1,0-1-1,0 0 1,1 0-1,1 0 1,-1 0-1,7 8-37,-7-13 18,0 0-1,0 1 1,0-2-1,1 1 1,0 0-1,0-1 1,0 0-1,0 0 1,1 0-1,0-1 1,0 0-1,0 0 1,0 0-18,0-1-12,1-1 0,-1 0 0,1 0 0,0 0 0,-1-1 1,1 0-1,0 0 0,-1-1 0,1 1 0,-1-1 0,1-1 0,-1 0 1,1 0-1,-1 0 0,0 0 0,0-1 0,0 0 0,0 0 1,0-1 11,20-12-598,-1-1-1,-1-1 1,12-11 598,-32 25-122,100-92-2811,-100 91 2828,1 0 0,-1-1 0,0 1 1,0-1-1,-1 0 0,0 0 0,2-4 105,9-18-1626,24-36-7060</inkml:trace>
  <inkml:trace contextRef="#ctx0" brushRef="#br0" timeOffset="-2385.243">1903 916 11296,'-6'266'2833,"2"-200"-1883,-4-1 0,-3-1 0,-3 4-950,3-13 122,3 1 0,1 10-122,1-2 514,-9 28-514,13-86 82,0 1 1,0-1-1,-1 0 1,0 1-1,0-1 0,-1 1-82,3-6 200,1-1 11,-12-9 26,6-17-205,1 0-1,2-1 1,-1-20-32,0-5 17,-1-24-30,2 0-1,5 1 1,2-1-1,4 1 1,3 0-1,8-23 14,-9 58-23,1 0 0,1 1 0,3 1 0,18-35 23,-25 57-7,0 1 0,2-1 0,0 2 0,0 0 0,1 0 1,1 0-1,1 2 0,0 0 0,0 0 0,1 1 0,0 1 0,13-7 7,-23 14 6,1 1 0,0 0 0,0 0 0,0 1 0,0-1 0,0 1 0,0 0 0,0 0 0,0 1 0,0 0-1,0-1 1,1 2 0,-1-1 0,0 1 0,0 0 0,0 0 0,0 0 0,0 0 0,0 1 0,0 0 0,-1 0 0,1 1-1,-1-1 1,1 1 0,-1 0 0,0 0 0,0 0 0,0 1 0,0-1 0,-1 1 0,3 3-6,3 4 23,-1 0-1,0 0 1,-1 1 0,0 0 0,-1 0 0,0 0 0,-1 1 0,-1 0-1,0 0 1,0 0 0,0 10-23,-2-4 65,0 1 0,-2-1 0,0 0 0,-1 0 0,-1 1 0,-1-1 0,0 0 0,-2-1 0,0 1 0,-1-1 0,-2 3-65,2-6 76,0-1-1,-2 0 0,0-1 1,0 0-1,-1 0 1,0-1-1,-1 0 0,-1 0 1,0-1-1,-1-1 1,0 0-1,0 0 0,-1-1 1,-1 0-76,9-7-30,-1 1 1,0-1 0,1 0 0,-1-1-1,0 1 1,0-1 0,-1 0 0,1-1-1,0 1 1,0-1 0,0 0 0,0-1-1,0 0 1,0 0 0,0 0-1,0-1 1,0 1 0,0-1 0,-1-1 29,5 2-962,-1-6 59,-2-1-2116,1 1-5146,9 16 6165</inkml:trace>
  <inkml:trace contextRef="#ctx0" brushRef="#br0" timeOffset="-1778.993">2737 716 10040,'38'78'288,"-38"-77"-209,1 1 0,0 0 1,-1-1-1,1 1 0,-1 0 1,1 0-1,-1-1 0,0 1 1,0 0-1,0 0 0,0 0 1,0 0-1,0-1 0,0 2-79,-1-2 38,1-1-1,0 1 0,0-1 1,-1 1-1,1-1 0,-1 1 0,1-1 1,0 1-1,-1-1 0,1 0 1,-1 1-1,1-1 0,-1 0 0,1 1 1,-1-1-1,1 0 0,-1 1 1,1-1-1,-1 0 0,1 0 0,-1 0 1,0 0-1,1 0 0,-1 1 0,1-1 1,-1 0-1,0 0-37,-4-1 171,-1 0-1,1 0 1,-1 0 0,1 0-1,-1-1 1,1 0-1,-1-1-170,-3 0 38,-3-1 172,-1 1 1,1 0-1,-1 0 1,0 1-1,0 1 1,0 0-1,0 1 1,-1 0-1,-1 1-210,7 0 70,1 0 0,0 1-1,0-1 1,0 1 0,0 1 0,1-1-1,-1 1 1,0 1 0,1-1 0,0 1-1,0 0 1,0 0 0,0 1 0,1 0-1,0 0 1,0 0 0,-2 3-70,-14 21 72,0 0 0,3 2 1,0 0-1,2 1 0,1 1 0,-1 9-72,9-22 34,0 0 0,2 0 0,0 0 0,2 0 0,0 1 1,1 0-1,1-1 0,1 1 0,1 0 0,1 0 0,2 9-34,-3-25 6,0 1 1,1-1-1,0 1 0,0-1 1,0 1-1,1-1 1,-1 0-1,1 0 0,1 0 1,-1-1-1,1 1 1,-1-1-1,1 0 0,1 0 1,-1 0-1,0 0 1,1-1-1,0 0 0,0 0 1,1 1-7,1-1 1,1 0-1,0-1 1,-1 0 0,1 0 0,0 0 0,0-1 0,0 0 0,0-1-1,0 0 1,0 0 0,0-1 0,0 0 0,0 0 0,1-1-1,4-1 2,1-1 1,-1 0-1,0-1 1,0 0-1,0-2 1,-1 1-1,0-1 1,0-1-1,9-8-2,10-11 22,-1-2-1,18-21-21,-37 38 7,-3 2 14,0 0 0,-1 0 0,-1-1 1,0 0-1,0 0 0,-1 0 0,0-1 0,-1 0 1,0 0-1,-1 0 0,-1 0 0,2-11-21,-2-3 171,0 0 1,-1 0-1,-2 0 0,-1 0 0,-4-20-171,6 46-9,-8-30 660,8 30-636,0 0 1,0 0 0,0 0-1,-1 0 1,1 0 0,0 0-1,0-1 1,0 1 0,-1 0-1,1 0 1,0 0 0,0 0-1,0 0 1,-1 0 0,1 0-1,0 0 1,0 0 0,0 0-1,-1 0 1,1 0 0,0 0-1,0 0 1,0 0 0,-1 0-1,1 0 1,0 0 0,0 0-1,0 0 1,-1 1 0,1-1-1,0 0 1,0 0 0,0 0-1,0 0 1,-1 0 0,1 0-1,0 1 1,0-1-16,-12 15 95,5-1-38,1 0 0,0 0 0,0 1-1,2-1 1,0 1 0,0 0 0,1 1 0,1 0-57,-4 42 183,2 30-183,3-52 57,-1 23 3,1 4 104,-9 52-164,8-100-3673,6-27 3000,6-29-1461,-2 3-7812</inkml:trace>
  <inkml:trace contextRef="#ctx0" brushRef="#br0" timeOffset="-1414.891">3052 828 13720,'22'28'409,"-16"-21"-170,-1 0-1,1 0 1,-1 0-1,-1 1 1,1 0-1,-1 0 0,-1 0 1,1 1-239,27 106 2192,-5 4-2192,-24-107 10,9 66-20,-9-58 24,0 1 0,2-1 1,0 0-1,3 5-14,-6-20 197,0 0 1,0 0-1,0-1 0,0 1 1,-1 0-1,1 0 0,-1 0 1,0 0-1,-1 0 0,1 0 1,-2 2-198,-9-40 708,5 5-580,3-1 0,0 0 1,2-1-1,0 1 0,5-28-128,2 7 63,2 1-1,2-1 1,3-2-63,-5 27 1,0 0-1,1 1 1,2 0-1,1 1 1,0 0 0,9-11-1,-12 21-200,1 1 1,0-1 0,0 2-1,1-1 1,1 1-1,0 1 1,1 0 0,-1 1-1,2 0 1,-1 1 0,5-1 199,-15 7-105,1 1 0,0 0 1,-1 0-1,1 0 0,0 0 1,0 0-1,0 1 0,0 0 1,0 0-1,-1 0 0,1 0 1,0 0-1,4 2 105,5 1-630,0 1-1,-1 1 1,9 3 630,-4-1-1144,36 15-9329</inkml:trace>
  <inkml:trace contextRef="#ctx0" brushRef="#br0" timeOffset="-1015.695">3665 1234 13808,'12'-2'229,"-1"-1"1,1 1 0,-1-2-1,0 0 1,0 0 0,-1-1-1,1 0 1,-1 0 0,0-2-1,-1 1 1,1-1-1,-1 0 1,0-1 0,-1 0-1,0-1 1,0 1 0,-1-2-1,0 1 1,-1-1 0,4-7-230,17-34 95,-1-2 0,-3-1 0,4-21-95,-25 72 7,-1-1 0,-1 1 0,1 0 0,0-1 0,-1 1 0,0 0 0,1-1 0,-1 1 0,-1 0 0,1-1 0,0 1-1,-1 0 1,0-1 0,0 1 0,0 0 0,0 0 0,0-1 0,0 1 0,-2-2-7,1 3 73,-8 0 251,5 1-307,-1 1 0,1-1 0,-1 1 0,0 0 0,1 0 0,-1 0 0,1 1 0,-1 0 0,1 0 0,-1 0 0,1 1 0,0 0 0,-1 0 0,1 0 0,-4 4-17,2-2 29,1 1 0,-1 0-1,1 0 1,1 1-1,-1 0 1,1 0-1,0 0 1,0 1 0,1 0-1,-2 2-28,-7 19 72,0 0 0,2 0 0,1 2-1,2-1 1,-2 10-72,9-34 2,-4 17 77,0 1 1,1 0-1,1 0 1,1 1-1,2-1 1,0 0-1,3 20-79,-2-35 13,1-1-1,0 1 1,0-1 0,0 1-1,1-1 1,0 0 0,1 0-1,-1 0 1,1 0 0,1-1-1,2 3-12,-3-4-2,0-1 0,1 0 0,-1 0-1,1 0 1,0-1 0,0 1 0,1-1-1,-1-1 1,1 1 0,0-1 0,-1 0 0,1 0-1,0 0 1,0-1 0,0 0 0,0 0 2,5 0-119,-1 0 1,0-1-1,0-1 0,1 1 1,-1-2-1,0 1 1,0-1-1,6-3 119,14-5-784,0-1 0,1-3 784,38-13-1310,38-12-1184,-19 7-7306</inkml:trace>
  <inkml:trace contextRef="#ctx0" brushRef="#br0" timeOffset="-540.897">4756 883 13360,'-15'11'98,"-22"15"568,35-25-637,1 0-1,0-1 1,-1 1 0,1-1 0,-1 1 0,1-1-1,-1 0 1,1 1 0,-1-1 0,1 0-1,-1 0 1,0 0 0,1 0 0,-1 0 0,1-1-1,-1 1 1,1 0 0,-1-1 0,1 1 0,-1-1-1,1 1 1,0-1 0,-1 0 0,1 0 0,0 0-29,-41-38 1197,34 30-1033,-1 0 1,0 1-1,0 0 0,-5-3-164,10 8 47,-1 1-1,1 0 1,0 0 0,-1 0-1,1 0 1,-1 1 0,1-1-1,-1 1 1,0 1 0,0-1-1,1 0 1,-1 1 0,-4 0-47,-3 2 45,0 0 0,0 0-1,1 2 1,-1-1 0,1 1 0,-1 1 0,1 0 0,1 0-1,-1 1 1,1 1 0,0 0 0,0 0 0,1 1 0,0 0 0,0 0-1,1 1 1,-1 2-45,-17 21 14,0 1 0,3 2 0,1 0 0,-6 15-14,17-29 30,0 1 0,2 0-1,-6 19-29,13-34 5,0 0-1,0 0 1,1 0-1,-1 0 1,2 0-1,-1 1 1,1-1-1,0 0 1,0 1-1,1-1 1,0 0-1,0 0 1,1 0-1,1 5-4,-1-9 3,-1 0 0,1 0 0,0 0-1,0 0 1,0 0 0,0 0 0,0 0-1,1-1 1,-1 1 0,1-1 0,0 0-1,0 0 1,0 0 0,0 0 0,0 0-1,0 0 1,0-1 0,0 0 0,1 0-1,-1 1 1,1-2 0,-1 1 0,1 0-1,-1-1 1,1 0 0,-1 0 0,4 0-3,1 0 5,-1-1 1,1-1-1,0 1 1,-1-1 0,1-1-1,-1 1 1,0-1 0,0-1-1,0 1 1,0-1-1,6-5-5,17-16 13,-1-1-1,-1-2 0,-1-1 0,-2-1 0,11-18-12,-6 11 22,-3 0 8,-2-1 0,-2-2 0,-1 0 0,-2-1-1,-1-1 1,11-41-30,11-59 248,10-70-248,-23 88 166,3 16 1725,-35 150-1525,2 1 0,2-1-1,3 10-365,-1-4 247,-1 0 0,-4 17-247,2-64 3,-11 129 858,5 41-861,6-98 180,0 16 139,5 12-319,-1-72 24,0-1 0,2 1 0,2-1-1,0 0 1,7 14-24,-12-35-70,2 0 0,-1 0-1,1 0 1,0-1 0,0 1-1,0-1 1,1 0 0,0 0-1,1 0 71,-4-4-77,1 0-1,-1 0 0,1 0 0,0 0 0,-1 0 0,1 0 0,0-1 0,0 1 0,0-1 0,0 0 0,0 0 0,0 0 0,0 0 0,1-1 0,-1 1 0,0-1 0,0 0 0,1 0 0,-1 0 0,0 0 0,0-1 0,2 0 78,3-1-38,14-4-3122,-1 2-6811,-50 10 7509</inkml:trace>
  <inkml:trace contextRef="#ctx0" brushRef="#br0" timeOffset="7173.522">401 2165 12016,'0'0'1169,"1"5"-190,11 60-124,2-1 0,4-1 0,2 0-855,4 14 29,13 74-29,-20-33-239,-3 36 239,-6-125-108,-3-12-5755,-5-17-893</inkml:trace>
  <inkml:trace contextRef="#ctx0" brushRef="#br0" timeOffset="7505.931">42 2615 13000,'0'0'1233,"0"0"-88,0 0-370,0 0-194,8 3-429,-5-2-156,13 6-21,0-1-1,0 0 0,0-2 0,1 0 0,8 1 26,10-4-348,1-1 0,0-2 1,-1-1-1,0-2 0,1-2 0,22-7 348,-4-3-1620,-1-3-1,0-1 0,41-25 1621,-74 34-720,0-1 0,-1-1 0,11-11 720,22-18-4900</inkml:trace>
  <inkml:trace contextRef="#ctx0" brushRef="#br0" timeOffset="7912.294">704 2182 8968,'5'7'325,"-1"0"1,0 1 0,0 0 0,-1-1-1,0 1 1,0 0 0,0 1 0,-2-1-1,1 0 1,-1 1-326,8 25 835,10 46 584,6 58-1419,-2-7 294,-7-12-88,-13-89-83,0 0-1,2 0 1,2 0-1,0 0 1,2-1-1,4 7-122,2-10 350,-7-24-44,-1-12-239,8-39-59,-1-1 0,-2-1 0,1-27-8,-8 37-75,3 2 0,0-1 0,3 1 0,2 1 0,1 0 1,7-12 74,-17 42-20,0 0 0,1 1 0,0-1 1,0 1-1,1 1 0,0-1 0,0 1 1,1 0-1,0 0 0,0 0 0,1 0 20,-4 4-4,0 0-1,0 0 1,1 0-1,-1 0 1,0 1-1,0 0 1,1 0-1,-1 0 0,1 0 1,-1 1-1,1 0 1,-1 0-1,1 0 1,-1 0-1,1 1 1,-1-1-1,1 1 0,-1 0 1,0 1-1,1-1 1,-1 1-1,4 2 5,7 5 7,0 2 0,0 0-1,-1 1 1,0 0 0,-1 1-1,0 1 1,-1 0 0,-1 0-1,9 15-6,-11-15 28,-1-1 0,-1 1-1,0 0 1,-1 1 0,0 0 0,-1 0-1,-1 2-27,7 32 236,2 30-236,-1-6 84,-9-50-421,-1 0 1,-1 0-1,-1 2 337,0-24-744,0-1-137,0 0 105,0 0-992,0 0-5433</inkml:trace>
  <inkml:trace contextRef="#ctx0" brushRef="#br0" timeOffset="8448.355">1538 2867 10672,'0'0'0,"0"0"984,35 0-984,-12-2 984,4-3-984,-2-6 608,-2-8-608,4-1 608,3-3-608,-2-3 144,-2-1-144,-2 2 144,4-2-144,-5-2-8,0 2 8</inkml:trace>
  <inkml:trace contextRef="#ctx0" brushRef="#br0" timeOffset="9405.504">1655 2813 7176,'0'0'880,"0"0"12,0 0 48,3-5-147,19-24-30,1 1-1,1 1 1,25-22-763,37-34 1452,-63 62-1138,-12 12-59,-1 0 0,0-1 0,0 0 0,-1-1 0,0 0 0,4-8-255,-12 18 88,-1 0-70,0 0-1,0 0 1,-1 1 0,1-1 0,0 0 0,0 0-1,0 0 1,-1 0 0,1 1 0,0-1 0,-1 0-1,1 0 1,0 1 0,-1-1 0,1 0-1,-1 1 1,0-1 0,1 0 0,-1 1 0,1-1-1,-1 1 1,0-1 0,1 1 0,-1-1 0,0 1-1,0 0 1,1-1 0,-2 1-18,-1-1 18,0 0 0,0 0 0,-1 1 1,1-1-1,0 1 0,0 0 0,-1 0 0,-1 1-18,-55 10-26,57-10 50,-16 5-15,0 1 0,1 1 1,0 0-1,0 2 0,0 0 0,2 1 0,-12 9-9,21-15 3,-10 9 11,1 1-1,0 0 1,1 1 0,0 1 0,2 0 0,-6 9-14,14-18 5,-6 5-3,-13 24 38,15-20-23,0 0 0,2 1 0,0 0 0,0 1-1,-1 11-16,7-23 10,1 1-1,-1 0 0,1 0 1,0 0-1,1 0 0,0 0 1,0-1-1,1 1 0,0 0 1,1-1-1,-1 1 0,1-1 1,1 0-1,-1 0 0,1 0 1,0 0-1,1-1 0,0 0 1,0 0-1,5 6-9,0-2 18,-6-5 24,1-1-1,0 1 1,0-1-1,0 0 0,1 0 1,4 2-42,21 12 41,0 0 1,1-2-1,1-2 1,1-1-1,0-1 1,0-2-1,1-1 1,1-2-1,16 0-41,-44-6-43,1-1 1,0 0-1,-1 0 0,1-1 0,-1 0 1,1-1-1,-1 1 0,1-2 0,-1 1 0,0-1 1,0-1-1,0 1 0,6-5 43,-11 5-270,1 0 0,0-1-1,-1 1 1,0-1 0,0 1-1,2-4 271,13-16-2358,-6 9-4854,-28 33 5418</inkml:trace>
  <inkml:trace contextRef="#ctx0" brushRef="#br0" timeOffset="10137.113">4124 2429 14344,'2'-6'773,"17"-55"1167,-19 60-1908,0 0 0,0 1 0,-1-1 0,1 0 0,0 0 0,-1 0 0,1 1 0,0-1 0,-1 0 0,1 1 0,-1-1 0,1 0 0,-1 1 0,0-1 0,1 1 0,-1-1 0,0 1 0,1-1 0,-1 1 0,0-1 0,1 1 0,-1-1 0,0 1 0,0 0 0,0 0-32,-20-9 152,12 6-141,0 1 0,1 0 0,-1 1 0,0 0 0,0 0 0,0 1 0,0 0 1,0 0-1,0 1 0,0 1 0,0-1 0,0 1 0,1 1 0,-1 0 0,1 0 0,0 0 0,0 1 1,0 1-1,0-1 0,-2 3-11,-3 2-4,2 0 0,-1 1 0,1 0-1,1 1 1,0 0 0,1 1 0,0 0 0,0 1 0,1-1 0,1 2 0,-5 11 4,0 5-2,2 0-1,1 0 0,1 0 1,2 1-1,1 0 1,1 1-1,2-1 1,1 1-1,1-1 1,2 1-1,3 10 3,-4-35-2,0 0 1,1 0-1,0-1 0,0 1 0,0-1 0,1 1 1,0-1-1,1 0 0,-1 0 0,1 0 1,0 0-1,5 4 2,-6-7-8,1 1 0,0 0 0,1-1 0,-1 0 0,0 0 0,1-1 0,0 1 0,0-1 1,0 0-1,0 0 0,0 0 0,0-1 0,0 0 0,0 0 0,1 0 0,3 0 8,14-2-388,0-1-1,-1-1 0,1-1 1,0-1-1,-1 0 1,0-2-1,-1-1 0,4-2 389,4-1-1039,0 2 0,1 0 0,17-1 1039,-43 9-77,1 0 0,-1 0 0,1-1 1,-1 1-1,1-1 0,-1 0 0,0-1 1,0 1-1,0-1 0,2-1 77,16-10-1219,36-15-5234</inkml:trace>
  <inkml:trace contextRef="#ctx0" brushRef="#br0" timeOffset="10470.132">4437 1801 10760,'7'10'188,"0"0"1,0 0-1,-1 0 1,-1 1-1,0 0 1,4 11-189,18 74 1803,-15-48-1392,31 125 196,-8 2 1,-8 2 0,-4 52-608,-20-198-36,1 2-245,-2 0-1,-1-1 1,-1 1-1,-2 0 1,-5 25 281,7-44-3531,0-14-3775</inkml:trace>
  <inkml:trace contextRef="#ctx0" brushRef="#br0" timeOffset="12237.727">7336 2977 13360,'0'0'0,"0"0"-1192,0 0 1192,0 0-1192,48 5 1192,-48-5-624,0 0 624,48 5-6832,-96-10 6832</inkml:trace>
  <inkml:trace contextRef="#ctx0" brushRef="#br0" timeOffset="10990.597">5200 2475 9952,'8'-18'702,"-6"13"-517,0 1-1,0-1 1,0 0-1,0 1 1,-1-1-1,0 0 1,0 0-1,0 0 1,-1 0-1,0 0 1,1 0-1,-2 0 1,1-2-185,-32 0 979,24 7-914,0 1 0,1 0 1,-1 0-1,1 0 0,-1 1 1,1 0-1,-1 0 0,1 1 1,0 0-1,0 0 1,1 1-1,-1 0 0,1 0 1,-5 4-66,2 0 57,0 0 1,0 1 0,1 0 0,1 1 0,0 0-1,0 0 1,1 0 0,0 1 0,0 0-58,-5 15 61,1 0 0,1 0 0,2 1 0,0 0 0,2 1 0,1-1 0,0 27-61,3-42 10,1 1-1,0 0 1,1-1-1,1 1 1,0 0 0,1-1-1,0 0 1,1 0-1,0 0 1,5 10-10,-7-18 2,0 0 0,1 0 0,-1 0 0,1-1 0,0 1 0,0 0 0,1-1 0,-1 0 0,1 0 0,0 0 0,-1 0-1,1-1 1,0 1 0,1-1 0,-1 0 0,0 0 0,1-1 0,-1 1 0,1-1 0,-1 0 0,1 0 0,-1 0 0,1-1 0,0 0 0,0 0 0,-1 0 0,1 0 0,0-1 0,-1 0 0,3 0-2,11-4-68,-1-1 0,0 0 0,0-2 0,0 0 0,-1 0 0,-1-2 0,8-5 68,-14 8-77,-1-2-1,0 1 1,0-1 0,-1 0 0,0-1-1,0 1 1,0-4 77,-5 9-28,5-9-8,-1 0-1,-1-1 1,0 0 0,0 0 0,-2-1 0,0 1 0,0-1 0,-2 0 0,1-10 36,-2 9 26,2 1-1,0-1 0,1 1 1,0 0-1,1 0 0,1 0 1,0 1-1,1-1 1,1 0-26,-6 15 8,-1 0 1,0-1 0,0 1-1,1 0 1,-1 0 0,0-1-1,1 1 1,-1 0 0,1 0-1,-1 0 1,0 0 0,1-1 0,-1 1-1,1 0 1,-1 0 0,0 0-1,1 0 1,-1 0 0,1 0-1,-1 0 1,0 0 0,1 0-1,-1 0 1,1 0 0,-1 0 0,0 1-1,1-1 1,-1 0 0,1 0-1,-1 0 1,0 0 0,1 1-1,-1-1 1,0 0 0,1 0-1,-1 1 1,0-1 0,0 0 0,1 0-1,-1 1 1,0-1 0,0 0-1,1 1-8,10 12 110,-11-13-113,4 7 65,0-1 1,-1 1 0,1 0-1,-2 0 1,1 0 0,-1 1-1,0-1 1,0 0 0,-1 1 0,0 2-63,3 79 207,-4-71-187,0-3-3,0 56 168,-8 54-185,1-96-49,5-25-73,1 0 0,0 0 0,0 1 0,0-1 0,0 0 0,1 1 0,0-1 0,0 1 0,0 2 122,0-5-155,1-1-1,0 0 1,0 0 0,-1 0-1,1 0 1,0 0 0,0 0-1,0 0 1,0 0 0,0 0 0,0-1-1,1 1 1,-1 0 0,0-1-1,0 1 1,0-1 0,1 1 0,-1-1-1,0 1 1,1-1 0,-1 0 155,9 3-6160,-20-6 4620</inkml:trace>
  <inkml:trace contextRef="#ctx0" brushRef="#br0" timeOffset="11442.814">5856 2330 14168,'0'0'1136,"-4"4"-190,-39 38-554,-9 9 138,-7 12-530,44-46-231,2 1-1,0 0 1,0 1-1,2 0 1,0 1 0,1 3 231,9-22-16,1 0 1,-1 1 0,1-1 0,0 1 0,0-1 0,-1 1 0,1-1 0,0 1 0,0-1 0,1 1 0,-1-1 0,0 1 0,1-1 0,-1 1 0,0-1 0,1 1 0,0-1-1,-1 1 1,1-1 0,0 0 0,0 0 0,-1 1 0,1-1 0,0 0 0,0 0 0,1 0 0,-1 0 0,0 0 0,0 0 0,0 0 0,1 0 0,-1-1 0,0 1-1,1 0 1,-1-1 0,0 1 0,2-1 15,8 5-21,0-2 0,0 1 0,0-1 0,7 0 21,-15-2-12,307 49-862,-253-40 778,-32-6 109,0 0 0,0 1 0,-1 2 0,0 0 0,-1 2-1,1 1 1,5 3-13,-28-12 29,0-1-1,0 1 0,0-1 0,0 1 1,0-1-1,0 1 0,-1-1 0,1 1 1,0 0-1,0 0 0,0-1 1,-1 1-1,1 0 0,0 0 0,-1 0 1,1 0-1,-1 0 0,1 0 1,-1 0-1,1 0 0,-1 0 0,0 0 1,0 0-1,1 0 0,-1 0 1,0 0-29,-1 1 36,0 0 0,1 0 0,-1 0 0,0-1 0,0 1 0,-1 0 1,1-1-1,0 1 0,-1-1 0,1 1 0,-1-1 0,1 0 0,-1 1 1,-1 0-37,-12 10 171,-1 0 1,0-1 0,-1 0-1,0-2 1,-1 0-1,1 0 1,-2-2 0,-16 5-172,-3 1 99,1 1 0,0 3 0,-13 8-99,-16 8-40,60-30 48,-27 11-418,1 2 0,0 2 0,2 0 0,-5 6 410,22-11-1494,24-22-1405,2-6-4494</inkml:trace>
  <inkml:trace contextRef="#ctx0" brushRef="#br0" timeOffset="11900.837">6695 2321 11032,'5'-8'3062,"-19"9"-2981,0 0 0,0 1 0,0 1 0,1 1 0,-1-1 0,1 2 0,-1 0 0,1 1 0,1 0 0,-4 3-81,-12 7 160,1 2 0,1 1 0,1 1 0,0 1-160,3-1 2,2 0 0,-3 5-2,18-20 0,0 0 0,1 1 1,0-1-1,0 1 0,1 0 1,0 0-1,0 1 0,0-1 1,1 1-1,0-1 1,-2 8-1,4-13-1,0 1 0,0 0 1,0-1-1,1 1 1,-1 0-1,0-1 1,1 1-1,-1 0 0,1-1 1,-1 1-1,1-1 1,0 1-1,0-1 1,0 1-1,-1-1 0,1 0 1,1 1-1,-1-1 1,0 0-1,0 0 1,0 0-1,1 1 0,-1-1 1,0-1-1,1 1 1,-1 0-1,1 0 1,0-1-1,-1 1 1,1 0-1,-1-1 0,1 0 1,1 1 0,9 2-11,0-1 1,1 0 0,-1-1 0,7 0 10,3 1-19,32 3-120,25-2 139,-45-3 8,0 1 1,-1 2 0,1 1-1,-1 2 1,9 3-9,-32-5 54,0-1 0,-1 1 0,1 1 0,-1 0 0,0 0 0,0 1 0,0 0 0,-1 0 0,0 1 1,0 0-1,1 3-54,-6-7 37,-1 0 1,1 0 0,-1 0 0,0 0 0,0 0 0,0 1 0,0-1 0,-1 1 0,1 0-1,-1-1 1,0 1 0,0 0 0,0 0 0,-1 0 0,1 0 0,-1-1 0,0 1 0,0 0-1,0 0 1,-1 0 0,1 0 0,-1 0 0,0 0 0,0-1 0,-1 1 0,1 0 0,-1-1-1,1 1 1,-1-1 0,0 1 0,-1 0-38,-6 8 140,0-1-1,-1-1 1,0 0 0,0 0-1,-1-1 1,0 0-1,-1-1 1,1 0 0,-2-1-1,-3 1-139,1 0-68,-1-1 1,0 0-1,0-2 0,-1 0 1,0-1-1,0 0 0,0-2 1,-5 1 67,20-3-162,0 0 0,1 1 0,-1-1 0,0 1 0,1-1 0,-1 1 0,1-1 0,-1 1 0,0 0 1,1 0-1,0 0 0,-1 0 0,1 0 0,0 0 0,-1 0 0,1 0 0,0 1 0,0-1 0,0 0 0,0 1 0,0-1 0,0 1 0,0-1 1,1 1-1,-1 0 0,1-1 0,-1 1 0,1-1 0,-1 2 162,-1 3-7000,5-14 5263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3:46.1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1403 8072,'0'0'1689,"0"0"-68,0 0-290,0 0-119,0 0-201,0 0-105,0 0-213,3 8-159,22 54 226,-3 2 1,8 42-761,-18-45 611,4 52-611,2 23 670,-11-106-433,1-1 0,1 1 0,13 25-237,-12-37 296,-9-18-291,-1 0 0,0-1-1,0 1 1,1 0 0,-1 0-1,0 0 1,0 0 0,1 0 0,-1 0-1,0-1 1,0 1 0,0 0-1,1 0 1,-1 0 0,0 0 0,0-1-1,0 1 1,0 0 0,0 0 0,1-1-1,-1 1 1,0 0 0,0 0-1,0-1 1,0 1 0,0 0 0,0 0-1,0-1 1,0 1 0,0 0-1,0 0 1,0-1 0,0 1 0,0 0-1,0 0 1,0-1 0,0 1-5,-1-46 162,1 33-102,-4-61 169,-3-1 0,-3 2-1,-6-9-228,0-10 142,-2-57-142,16 127-1,-1-24 6,4 43-5,-1 1 1,0-1-1,1 0 1,-1 1-1,1-1 0,0 1 1,0-1-1,0 1 0,0 0 1,0-1-1,1 1 1,-1 0-1,1 0 0,-1 0 1,2-1-1,-3 2 0,1 1 1,-1 0-1,0-1 0,1 1 1,-1 0-1,1-1 1,-1 1-1,1 0 1,-1 0-1,1 0 0,-1 0 1,1-1-1,-1 1 1,1 0-1,-1 0 1,1 0-1,-1 0 0,1 0 1,-1 0-1,1 0 1,-1 0-1,1 0 1,-1 0-1,1 1 0,-1-1 1,1 0-1,-1 0 1,1 0-1,-1 1 1,0-1-1,1 0 0,-1 0 1,1 1-1,-1-1 1,0 0-1,1 1 1,-1-1-1,1 1 0,12 16 6,-10-13 0,19 33 68,-1 1 1,-2 0-1,-2 2 1,-2 0-1,6 26-74,-18-58 25,32 118 127,-23-75 215,17 41-367,-29-97 73,0 0-1,0 0 1,0 0 0,0 0 0,1 0 0,-1 0 0,2 0 0,0-2-73,17-69 113,-2 9-39,-1-29-56,-10 53-9,2 0 1,4-8-10,-9 38 1,2 1 0,-1-1-1,2 1 1,-1 0 0,2 0 0,0 1 0,0 0-1,1 0 1,2-2-1,-9 11-2,1 1 0,-1-1 0,1 1 0,0-1 0,-1 1 0,1 0 0,0-1 0,0 1 0,0 0 0,0 0 0,0 0 0,0 0 0,0 1 0,0-1 0,0 1 0,0-1 0,1 1 0,-1 0 0,0 0 0,2 0 2,-2 1-4,0 0-1,0 0 0,0 0 0,0 0 0,0 1 1,0-1-1,-1 1 0,1 0 0,0-1 1,-1 1-1,0 0 0,1 0 0,-1 0 1,1 1 4,2 3-14,15 19-26,-1 1-1,-1 1 0,-2 1 1,10 22 40,-17-27-39,0-1 0,-2 2 1,-1-1-1,-1 1 0,0-1 1,-2 5 38,7 41-354,-8-62 68,1-1 0,0 1 0,0 0 0,1 0 0,0-1 0,0 1 0,1-1 0,-1 0 0,2 1 286,9 17-3147,-5-9-6103,-21-35 6970</inkml:trace>
  <inkml:trace contextRef="#ctx0" brushRef="#br0" timeOffset="648.082">1204 1167 11568,'-7'-10'474,"-1"0"1,0 0 0,0 0 0,-1 1-1,0 0 1,0 1 0,-2-1-475,8 7 212,0-1 0,-1 1 0,1 0 0,-1 0 0,0 1 0,1-1 1,-1 1-1,0 0 0,0 0 0,0 0 0,-3 0-212,5 1 58,0 0 0,-1 0 0,1 0 0,-1 1 1,1-1-1,0 1 0,-1-1 0,1 1 0,0 0 0,0 0 0,-1 0 0,1 0 0,0 1 0,0-1 1,0 0-1,0 1 0,1-1 0,-1 1 0,0 0 0,0 0-58,-7 10 95,1 0 0,0 0 0,0 1 0,2-1-1,-1 2 1,2-1 0,0 1 0,0-1 0,2 1 0,-1 1 0,2-1 0,0 0-1,1 1 1,0-1 0,1 3-95,0 13 99,1 0-1,2 0 0,1 0 1,2 0-1,0-1 0,9 22-98,-6-24 98,2-2-1,0 1 0,1-2 0,10 14-97,-13-24 42,0-1-1,1 0 1,1-1-1,0 0 0,0-1 1,1 0-1,1-1 0,3 3-41,-12-11 4,-1 1-1,1-1 0,0 0 1,0-1-1,0 1 0,0-1 1,0 1-1,0-1 0,0 0 1,0-1-1,0 1 0,0-1 1,1 1-1,-1-1 0,0-1 1,0 1-1,1-1 0,-1 1 1,0-1-1,0 0 0,0-1 1,0 1-1,0-1 0,0 0 1,-1 1-1,1-2 0,0 1 1,-1 0-1,1-1 0,1-2-3,2-1 4,-1 0-1,0 0 0,0-1 1,-1 0-1,0 0 0,0 0 1,-1-1-1,0 1 0,0-1 1,-1 0-1,0-1 0,0 1 1,-1 0-1,1-4-3,0-1 3,-2 1 1,1-1-1,-1 0 1,-1 0-1,0 0 0,-1 0 1,-1 0-1,0 0 1,-3-12-4,-65-208 96,55 174 82,15 57-87,0 2-18,0 0 1,11 29 161,-7-21-212,70 171 467,49 75-490,-119-246-65,1-1 1,0 1-1,0-1 0,1-1 1,0 1-1,0-1 1,1 0-1,-1 0 1,1 0-1,8 4 65,-13-9-81,1 1 0,-1-1 0,1 1-1,0-1 1,-1 0 0,1 0 0,0 0-1,0-1 1,0 1 0,0-1 0,-1 1 0,1-1-1,0 0 1,0 0 0,0 0 0,0 0 0,0-1-1,0 1 1,0-1 0,0 0 0,-1 0 0,1 0-1,0 0 1,-1 0 0,1-1 0,-1 1 0,1-1-1,-1 0 1,1 1 0,-1-1 0,0 0 0,0 0-1,1-2 82,4-5-423,-1-1-1,0 0 1,-1 0-1,0 0 0,0-1 1,-1 1-1,1-6 424,8-18-1666,3-7-6058,-37 95 5808</inkml:trace>
  <inkml:trace contextRef="#ctx0" brushRef="#br0" timeOffset="985.419">1587 794 12640,'25'101'1000,"-7"-25"2586,26 66-3586,-17-66 897,-8-20-287,3 0 0,2-2 0,5 6-610,52 67-2504,-81-126 2477,0-1 1,0 0 0,0 1-1,0-1 1,0 0 0,0 1-1,1-1 1,-1 0-1,0 0 1,0 1 0,0-1-1,0 0 1,1 0 0,-1 1-1,0-1 1,0 0-1,0 0 1,1 0 0,-1 1-1,0-1 1,0 0-1,1 0 1,-1 0 0,0 0-1,1 1 1,-1-1 0,0 0-1,0 0 1,1 0-1,-1 0 1,0 0 0,1 0-1,-1 0 1,0 0 0,1 0-1,-1 0 1,0 0-1,1 0 1,-1 0 0,0 0-1,0 0 1,1-1 0,-1 1-1,0 0 1,1 0-1,-1 0 1,0 0 26,6-13-380,-7-10-1552,1-10-7461</inkml:trace>
  <inkml:trace contextRef="#ctx0" brushRef="#br0" timeOffset="1318.985">1540 1284 12552,'8'3'238,"0"0"1,0 0 0,1-1-1,-1 0 1,1-1 0,-1 1-1,1-2 1,-1 1 0,1-1-1,0 0 1,-1-1 0,1 0-1,0-1 1,-1 0 0,0 0-1,1 0 1,-1-1-1,1-1-238,5-2 430,-1 0 0,0-1-1,-1 0 1,1-1-1,-2 0 1,1-1 0,-1-1-1,0 0 1,-1 0-1,5-7-429,55-71-5422,-3-5 5422,-48 65-8395,-44 65 6309</inkml:trace>
  <inkml:trace contextRef="#ctx0" brushRef="#br0" timeOffset="1651.786">1880 676 13176,'5'4'255,"-1"0"1,0 0 0,0 1 0,-1 0 0,0-1 0,1 1-1,-1 0 1,-1 1 0,1-1 0,-1 0 0,0 1 0,0-1-1,-1 1 1,1 0 0,-1 0 0,0 1-256,10 45 1250,3-1-1,3-1 1,5 10-1250,58 148 1487,-64-169-1048,-8-15-100,2-1 0,10 17-339,13 13 163,-14-25 194,-1 0 0,9 25-357,-26-51 184,-1-2-98,9-18-8,3-15-20,-1-1-1,-2 0 1,-1 0-1,-1-1 1,-3 0-1,2-35-57,-4 31 0,2 1-1,2 0 1,1 0-1,2 1 1,7-16 0,-14 48-3,0 0-1,0 0 1,1 1 0,0-1-1,0 1 1,0 0 0,0-1 0,1 1-1,0 1 1,-1-1 0,1 1 0,1-1-1,-1 1 4,-2 2-4,-1 1 1,1-1-1,-1 1 0,1-1 0,0 1 1,-1 0-1,1 0 0,0 0 0,-1 0 0,1 0 1,0 0-1,-1 0 0,1 1 0,0-1 0,-1 0 1,1 1-1,-1-1 0,1 1 0,-1 0 0,1 0 1,-1-1-1,1 1 0,-1 0 0,0 0 1,1 0-1,-1 1 0,1 0 4,32 33-20,-20-12 17,0 1 0,-1 1 0,-1 0 1,-1 0-1,-2 1 0,3 14 3,0-4-3,1-1 0,2 0 0,4 6 3,2-1-267,-15-26 44,0 0 0,1 0 0,1-1 0,0 0 1,1 0-1,0-1 0,1-1 0,9 10 223,-7-16-1033,3-1-12181,-26-7 10768</inkml:trace>
  <inkml:trace contextRef="#ctx0" brushRef="#br0" timeOffset="2004.393">3008 528 13536,'0'0'2056,"-8"7"-343,-31 27-1098,-15 12 1706,2 2 0,-29 37-2321,79-83 36,0 0 0,1 0 0,-1-1 0,1 2 0,-1-1 0,1 0 0,0 0 0,0 0 0,0 0 0,0 1 0,0-1 1,0 2-37,1-3 7,1 1 1,-1-1-1,0 0 1,1 0-1,-1 0 1,1 0-1,-1 0 1,1 0-1,-1 0 1,1-1-1,-1 1 1,1 0-1,0 0 1,0 0-1,-1 0 1,1-1-1,0 1 1,0 0-1,0-1 1,0 1-1,0-1 1,0 1-1,0-1 1,0 0-1,0 1 1,1-1-8,38 15 66,0-1-1,1-3 1,0-1 0,5-1-66,83 21 36,-94-20-26,-1 1 0,0 2 0,-1 1 1,0 2-1,-2 1 0,0 2 1,10 8-11,-38-25 2,-2-2 7,0 1-1,0 0 1,1-1-1,-1 1 1,0 0-1,0 0 1,0 0-1,0 0 1,0-1 0,-1 1-1,1 0 1,0 1-1,0-1 1,0 0-1,-1 0 1,1 0-1,-1 0 1,1 1 0,-1-1-1,1 0 1,-1 0-1,0 1 1,0-1-1,0 0 1,1 1-1,-1-1 1,0 0 0,-1 1-1,1-1-8,1 5-6,-1 8 55,1 0 0,-1 1 1,-1-1-1,-1 1 1,0-1-1,-1 0 0,0 0 1,-3 5-50,3-11 24,-1 0 0,1 0 0,-2 0 0,1-1 0,-1 1 0,0-1-1,-1 0 1,0-1 0,0 1 0,0-1 0,-1 0 0,0-1 0,0 1 0,-5 1-24,-4 3 33,-1-1 0,0-1 0,-1-1 0,0 0 0,0-1 0,-12 2-33,20-6-46,-1 0-1,0 0 1,0-1 0,1 0 0,-1-1-1,0 0 1,0-1 0,0 0 0,1-1-1,-1 0 1,1-1 0,-6-1 46,9 0-330,0 0 1,0 0-1,1-1 0,-1 0 1,1 0-1,0 0 0,0-1 1,1 0-1,-1 0 0,1 0 1,-3-7 329,-1 2-1577,-5-6-8620,33 40 7683</inkml:trace>
  <inkml:trace contextRef="#ctx0" brushRef="#br0" timeOffset="2415.57">4195 351 12728,'0'0'2192,"0"0"-107,0 0-427,0 0-179,2 2-294,37 77 393,-25-47-1258,1-2 0,2 0 0,14 19-320,79 91 454,-64-94-967,-44-44 69,-22 0-1707,17-2 2008,0 1 0,-1-1 0,1 0 0,0 1-1,0-1 1,-1-1 0,1 1 0,0 0 0,-1-1 0,1 0 0,0 0 0,0 0 0,0 0-1,-1-1 144,-48-25-2588,3 2-8751</inkml:trace>
  <inkml:trace contextRef="#ctx0" brushRef="#br0" timeOffset="2732.76">3877 1 13624,'0'0'0,"0"0"1392,0 0-1392,0 0 1392,0 0-1392,0 0 343,0 0-343,0 0 352,0 0-352,0 0-1455,8 0 1455,-8 0-1448,9 0 1448,-9 0-424,0 0 424,11 11-424,8 5 424,11 11-9432</inkml:trace>
  <inkml:trace contextRef="#ctx0" brushRef="#br0" timeOffset="3070.281">4816 202 15416,'-5'-5'500,"1"1"1,0 0-1,-1 0 1,0 1 0,0-1-1,0 1 1,0 0 0,0 1-1,-1-1 1,1 1 0,-5-1-501,6 2 153,0 0 1,0 1-1,-1 0 1,1 0 0,0 0-1,0 1 1,0-1-1,-1 1 1,1 0 0,0 0-1,0 0 1,0 1 0,0-1-1,0 1 1,0 0-1,1 0 1,-1 1-154,-16 10 165,0 1 0,1 1 0,1 1-1,0 0 1,1 1 0,-7 12-165,23-28 22,2 4-20,1-1 1,0 1-1,1 0 1,-1-1-1,1 0 1,0 0-1,0 0 1,0 0 0,0 0-1,1-1 1,0 1-1,1 1-2,8 5-1,1 1 0,0-2-1,1 0 1,0-1 0,12 5 1,85 31-2,-33-15 2,-37-11-44,-1 1 0,-1 2 0,-1 2 0,23 17 44,-49-30-32,0 0 0,-1 0 0,0 1-1,-1 0 1,0 1 0,-1 1 0,0 0 0,-1 0-1,0 1 1,-1 0 0,-1 0 0,0 1 0,-1 0 0,3 10 32,-7-17-1,-1 0-1,1 0 1,-2 0 0,1 0 0,-1 0 0,0 0 0,-1 0 0,0-1 0,0 1 0,-1 0 0,1 0 0,-2 0 0,1-1 0,-1 1-1,-1-1 1,1 0 0,-1 0 0,-4 5 1,-1 0 0,0 0-1,-2-1 1,1 0 0,-2 0-1,1-1 1,-1-1 0,-1 0-1,1 0 1,-6 1 0,10-5 10,-8 4-116,0 0 0,-1-1 0,-8 3 106,21-9-45,0-1-1,-1 0 1,1 0 0,0 0 0,-1 0 0,1-1 0,0 0 0,-1 0 0,1 0 0,-1 0 0,1-1 0,0 1 0,-1-1 0,1 0 0,0-1 0,-2 0 45,5 2-54,0-1 0,-1 1 0,1-1 0,0 0 0,0 0 1,-1 1-1,1-1 0,0 0 0,0 0 0,0 0 0,0 0 0,0-1 1,1 1-1,-1 0 0,0 0 0,0 0 0,1-1 0,-1 1 0,1 0 1,-1-1-1,1 1 0,0-1 0,-1 1 0,1-1 54,-8-19-3199,-2 0-6716,24 48 7465</inkml:trace>
  <inkml:trace contextRef="#ctx0" brushRef="#br0" timeOffset="4026.76">731 2931 12192,'-6'-19'756,"-1"1"0,-1 1 0,0 0 0,-2 0 0,-2-4-756,9 16 223,-1 1 0,0-1 0,0 1 1,-1-1-1,1 1 0,-1 0 1,0 1-1,0-1 0,0 1 1,0 0-1,-1 0 0,1 1 1,-1-1-1,0 1 0,0 0 1,0 1-1,0 0 0,-2-1-223,2 1 75,-1 1 0,1 0 0,0 0 0,0 0 0,0 0 0,-1 1 0,1 0 0,0 1 0,0-1 0,0 1 0,0 0 0,1 1 0,-1-1 0,0 1 0,0 1-75,-2 2 45,0-1 1,0 2-1,1-1 1,0 1-1,0 0 0,1 1 1,0-1-1,0 1 1,-1 4-46,-4 7 42,1 1 0,1-1 0,0 2 0,2 0 0,1 0 0,0 0 0,2 0 0,-2 12-42,3 8 43,2-1 1,1 1-1,3 0 0,1 0 1,1-1-1,3 0 1,2 3-44,-6-28 16,2 1 0,-1-1 0,2 0 0,0-1 0,1 0 0,0 0 0,1 0 0,1-1 0,5 6-16,0-3 3,0 0 0,2-1 0,0 0 0,0-1 0,1-1 0,9 4-3,-19-12-53,1-2-1,-1 1 0,1-1 0,-1-1 0,1 0 1,0 0-1,0 0 0,-1-1 0,1-1 0,0 1 1,0-1-1,0-1 0,0 0 0,0 0 0,0-1 1,2 0 53,-2-1-131,1 1 0,-1-1 1,0 0-1,0-1 0,-1 0 0,1-1 1,-1 1-1,0-2 0,0 1 1,-1-1-1,0 0 0,1-1 0,-2 0 1,1 0-1,-1-1 131,10-16-723,-1 0-1,-2-2 0,0 0 1,-2 0-1,0-1 1,5-27 723,11-33-10293</inkml:trace>
  <inkml:trace contextRef="#ctx0" brushRef="#br0" timeOffset="4375.934">935 2737 11832,'1'6'10,"15"91"1902,-15-93-1623,1 0 0,0-1 0,0 1-1,0 0 1,0-1 0,0 0 0,1 0 0,-1 0 0,1 0-1,0 0 1,1 0-289,17 22 1044,29 54 493,62 93-19,-89-128-1153,-21-38-319,1 1-1,1 0 1,-1-1-1,1 0 1,0 0-1,0 0 1,1 1-46,-3-5 59,0 1-1,0-1 1,0 1 0,-1 0-1,0 0 1,1 0 0,-1 0-1,0 0 1,0 0-59,-1 0 14,1-1 0,0 1-1,0 0 1,0-1 0,0 1 0,1-1-1,-1 0 1,1 1 0,-1-1 0,1 0 0,0 0-1,1 1-13,-3-3 122,-14-25 48,9 13-158,0-1 1,1 0-1,0 0 0,1 0 0,0 0 0,1-1 0,1-4-12,-2-99 87,3 91-83,0-23-29,2 0 1,2 0-1,3 1 0,1 0 0,3 0 0,2 1 0,1 1 1,6-8 24,-19 51-103,1 0 1,-1-1 0,1 1-1,-1 0 1,1 0 0,0 0-1,0 1 1,0-1-1,1 0 1,2-1 102,-3 3-246,0 0 0,0 0 0,0 0 0,0 0-1,0 1 1,1-1 0,-1 1 0,0 0 0,0-1 0,1 1 0,-1 0-1,0 0 1,1 1 0,-1-1 0,0 0 0,0 1 0,1 0 246,10 1-9451,-30-5 7097</inkml:trace>
  <inkml:trace contextRef="#ctx0" brushRef="#br0" timeOffset="4820.276">1785 3043 12192,'15'-44'6763,"10"-42"-6763,-23 78 170,11-48 1122,30-134 866,-39 164-1926,-1 1 0,-1-1-1,-1 0 1,-1 1 0,-3-18-232,2 34 22,0 0 1,-2 0-1,1 0 0,-1 0 1,0 0-1,0 1 1,-1-1-1,-1 1 0,-3-6-22,7 14 7,0-1-1,1 0 0,-1 1 1,0-1-1,0 1 0,0-1 1,0 1-1,0 0 1,0-1-1,0 1 0,0 0 1,0 0-1,0 0 0,0 0 1,0-1-1,0 1 0,0 1 1,0-1-1,0 0 1,0 0-1,0 0 0,0 0 1,0 1-1,1-1 0,-1 0 1,0 1-1,-1-1-6,-16 9 8,16-8-5,0 0 0,0 0 0,0 1 0,0-1 0,1 0-1,-1 1 1,0-1 0,1 1 0,-1 0 0,1 0 0,-1-1 0,1 1 0,0 0-1,-1 2-2,-5 6 7,-22 32 0,4 12-2,4 10-4,9 11-1,10 10 0,5-54 0,1 1-1,2-1 1,8 25 0,-12-46-2,1 0 0,1 1 0,-1-1 0,2 0 0,-1-1 0,5 7 2,6 9-1,26 51-2,-24-51-4,-9-14-10,-2-3 1,0 0 0,0-1 1,1 1-1,0-2 0,0 1 0,0-1 1,1 0-1,0 0 0,0-1 0,1 0 1,1 0 15,4 0-170,-1-1 0,1 0 0,0 0 0,1-2 0,-1 0 0,0 0 1,1-2-1,-1 0 0,1 0 0,-1-1 0,1-1 0,-1-1 0,0 0 1,0 0-1,0-1 0,-1-1 0,1-1 0,-1 0 0,0 0 0,9-8 170,-8 8-149,-11 5 58,0-1 1,1 0-1,-1 1 1,0-1 0,0 0-1,0-1 1,-1 1-1,1 0 1,0-1 0,-1 0-1,0 1 1,2-4 90,23-27-555,-3-2 0,-1-1-1,15-32 556,1-15-2163,24-46-8377</inkml:trace>
  <inkml:trace contextRef="#ctx0" brushRef="#br0" timeOffset="5310.07">2557 2237 12912,'-9'-1'80,"2"1"386,0-1 0,-1 1 0,1 0 0,-1 1 0,1 0 0,0 0 0,0 0-1,-1 1 1,1 0 0,0 0 0,1 1 0,-1 0 0,0 0 0,1 1 0,-4 2-466,-3 5 190,1 1 1,0 0 0,1 0-1,0 1 1,1 1 0,1 0-1,0 0 1,1 1 0,0 0-1,1 0 1,0 5-191,0-2 92,0 1 0,2 0 1,0 1-1,2-1 0,-1 10-92,3-18 21,1 0-1,0 0 1,1-1 0,1 1-1,-1 0 1,2-1-1,-1 0 1,1 1 0,1-1-1,0 0 1,1 1-21,7 13 44,1 0 1,12 16-45,-18-30 22,0-1 0,1 1 1,0-1-1,1 0 1,0-1-1,0 0 0,5 3-22,-7-7 10,0-1-1,1 0 1,-1 0-1,1 0 0,-1-1 1,1 0-1,0 0 1,0-1-1,0 0 0,0-1-9,81 0 65,-75-1-54,-1-1 1,0-1-1,1 0 0,-1 0 1,-1-1-1,1-1 0,-1 0 1,0-1-1,0-1 0,0 1 1,-1-2-1,0 0 0,0 0 1,-1-1-1,0 0 0,1-2-11,-4 4 1,-1 0-1,0-1 0,-1 1 0,1-1 0,-2 0 0,1 0 0,-1-1 0,0 1 0,-1-1 1,1 0-1,-2 0 0,0 0 0,0-1 0,0 1 0,-1 0 0,-1-1 0,1 1 0,-2-1 1,1 1-1,-1 0 0,-1-1 0,1 1 0,-2-2 0,-10-25-28,-2 1 0,-1 1 0,-10-16 28,-1-2-40,-6 1 19,40 94 152,1-2 1,13 37-132,-14-58 40,0-1-1,2-1 0,0 1 0,1-2 1,0 1-1,2-1 0,4 4-39,2 3 18,-11-14-2,0 0 1,1-1-1,0 0 1,1 0-1,-1 0 1,2-2-1,-1 1 1,6 3-17,0-3-63,0 0 0,1-1 0,0 0 0,4 0 63,-14-5-80,0-1 0,-1 0 0,1 0-1,0 0 1,-1-1 0,1 0 0,0 0-1,0 0 1,-1-1 0,1 0 0,0 0-1,-1 0 1,1-1 0,3-1 80,2-2-337,-1 1-1,-1-2 1,1 1 0,-1-2-1,0 1 1,7-7 337,50-56-3081,-20 16-8832</inkml:trace>
  <inkml:trace contextRef="#ctx0" brushRef="#br0" timeOffset="5675.448">3138 1722 14968,'14'43'375,"-5"-16"647,-1 1-1,2 14-1021,-6-8 2809,-3-23-2265,0 0 0,1 0 0,1-1 0,2 8-544,15 31 1017,2-1-1,9 12-1016,20 42 381,-27-49-176,3-1 1,2-1 0,3-1-1,20 23-205,-21-28-205,-25-35-4,1 0 0,0 0 1,1-1-1,0 0 0,0 0 0,1-1 1,5 4 208,-13-11-51,0 0 1,0 0-1,0-1 1,0 1-1,0 0 1,0-1-1,0 1 1,0-1-1,0 1 1,0-1-1,0 0 1,1 1-1,-1-1 1,0 0-1,0 0 1,0 0-1,0 0 1,1 0-1,-1 0 1,0 0-1,0 0 1,1 0 50,1-2-498,-1 1 0,1-1 1,-1 0-1,0 0 0,0 0 1,1 0-1,-1 0 0,-1 0 0,1-1 1,0 0 497,7-8-9515,-21 26 7177</inkml:trace>
  <inkml:trace contextRef="#ctx0" brushRef="#br0" timeOffset="6039.666">3060 2277 13000,'30'-15'2113,"-23"11"-1313,-1 1 0,0 0 0,1 0 0,0 1 0,-1 0 0,6-1-800,15-3 531,1-2 1,-2 0-1,1-2 0,-1-1 1,11-7-532,37-23 200,9-10-200,46-27-856,-127 77 830,-1 1-1,1 0 1,0-1-1,-1 1 1,1 0-1,-1 0 1,1 0-1,-1 0 1,1 0-1,0 0 1,-1 0-1,1 0 1,-1 1-1,1-1 1,-1 1-1,1-1 1,-1 1-1,1 0 1,-1-1-1,0 1 1,1 0-1,-1 0 1,0 0-1,0 0 1,1 0-1,-1 0 1,0 0-1,0 1 1,0-1-1,0 0 1,0 1 26,7 9 49,-1-1 0,0 1 0,3 8-49,-5-9-49,12 20 77,19 34 561,3-1 0,36 43-589,-46-63 235,-25-35-190,1 1-1,1-1 1,-1-1 0,1 1-1,1-1 1,-1 0-1,1 0 1,0-1-1,1 0 1,2 2-45,0 1 30,-10-9-4371,-34-70 1067,19 38-4997,35 75 6217</inkml:trace>
  <inkml:trace contextRef="#ctx0" brushRef="#br0" timeOffset="6391.938">3432 1649 11384,'0'0'0,"-4"-9"0,-3-5 0,2 5-16,3-1 16,2 1-8,5 2 8,-5 7-744,13-15 744,-13 15-744,0 0 744,0 0-32,0 0 32,0 0-6712,0 0 6712</inkml:trace>
  <inkml:trace contextRef="#ctx0" brushRef="#br0" timeOffset="6740.786">3910 1979 12016,'0'0'1889,"0"0"-69,0 0-298,0 0-147,4-2-462,0 0-824,1 0 0,0 0-1,0 1 1,0-1-1,0 1 1,0 0 0,0 0-1,0 1 1,1 0-1,-1 0 1,0 0-1,0 0 1,0 1 0,1 0-1,-1 0 1,0 0-1,0 0 1,0 1 0,-1 0-1,1 0 1,0 1-1,-1-1 1,1 1 0,-1 0-1,0 0 1,0 0-1,4 4-88,42 39 725,-2 2-1,-1 1 1,24 38-725,-57-69 153,0 0 1,2-1 0,0 0 0,1-2-1,0 0 1,1-1 0,1 0 0,0-2 0,10 5-154,-25-15 64,-1-1 1,1 1 0,0-1-1,0 0 1,-1 0 0,1-1 0,0 1-1,0-1 1,0 1 0,0-1-1,2-1-64,-4 1 28,0 0-1,1-1 1,-1 0-1,0 1 1,0-1-1,0 0 0,0 0 1,0 0-1,-1 0 1,1 0-1,0-1 1,0 1-1,-1 0 0,1-1 1,1-1-28,0-2 27,0 0 0,0 0 0,0-1 0,-1 1 0,1-1 0,-1 0 0,-1 1 0,1-1 0,-1 0 0,0 0 0,0 0 0,-1 0 0,0-1-27,2-58 202,-3 0 0,-6-28-202,1 26 47,4-1 1,3-13-48,8 5-93,-5 47-796,0-1 0,-2-8 889,4 35-818,-4 2-3734,-2 1-9009</inkml:trace>
  <inkml:trace contextRef="#ctx0" brushRef="#br0" timeOffset="7075.058">4898 2134 14520,'0'0'2113,"4"-3"-348,16-17-1252,-1-1 1,-1-1-1,-1-1 0,-1-1 1,-1 0-1,-1 0 0,-1-2 1,-1 0-1,-2 0 0,0-1 1,-2 0-1,0-2-513,-5 13 104,0 0 0,-2 0 0,1 0 1,-2 0-1,0 0 0,-1 0 0,-1 0 0,0 0 0,-2-6-104,3 17 8,0-1 0,-1 0 0,0 1 0,0 0 0,0-1 0,0 1 0,-1 0 0,0 0 0,0 0 0,0 1 0,-1-1 0,0 1 0,1-1 0,-1 1 0,-1 1 0,1-1 0,-1 0 0,1 1 0,-1 0 0,0 0 0,0 1 0,-1-1 0,1 1 0,0 0 0,-1 0 0,1 1 0,-4-1-8,6 2 0,0 0-1,1 0 1,-1 0-1,1 1 1,-1-1-1,0 1 1,1-1-1,-1 1 1,1 0-1,-1 0 1,1 0-1,0 0 1,-1 1-1,1-1 1,0 1-1,0-1 1,0 1-1,0 0 1,0 0-1,0-1 1,0 1-1,1 1 1,-1-1-1,1 0 1,-1 0-1,1 1 1,0 0 0,-5 9-8,0 0-1,1 1 1,0-1 0,-1 10 8,5-20 1,-4 12-4,1 0 0,1 0 0,0 0 0,0 1 0,2-1 0,0 1 0,0 0 0,2-1 0,-1 1 1,2-1-1,0 1 0,1-1 0,0 1 0,1-1 0,3 5 3,1 2 36,1-1 1,2 1 0,0-2-1,0 1 1,2-2-1,1 1 1,12 12-37,-15-20 43,0 0 1,1-2 0,0 1 0,1-1 0,-1-1-1,2 0 1,-1-1 0,1 0 0,0-1 0,1-1-1,-1 0 1,3-1-44,0 1 46,0-1 0,1-1-1,-1-1 1,17 0-46,-27-2-9,1-1 1,-1 1-1,0-1 0,1-1 1,-1 0-1,0 0 0,0 0 1,0 0-1,0-1 0,0-1 1,-1 1-1,6-5 9,5-4-827,-1-1 1,0-1-1,13-15 827,-13 14-2261,5-7-9588,-50 51 8917</inkml:trace>
  <inkml:trace contextRef="#ctx0" brushRef="#br0" timeOffset="20009.286">4614 2702 8072,'0'0'-1088,"0"0"1088,0 0-1080,0 0 1080,0 0-1128,0 0 1128,0 0-2552,0 0 2552</inkml:trace>
  <inkml:trace contextRef="#ctx0" brushRef="#br0" timeOffset="21026.875">5447 2209 15152,'0'0'968,"0"0"-968,0 0 975,0 0-975,0 0-480,0 0 480,0 0-471,0 0 471,0 0-712,0 0 712,0 0-10800,0 0 10800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4:18.4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1 675 13360,'0'0'1089,"0"0"10,0 0 16,0 0-65,0 0-282,0 0-127,0 0-244,0 0-62,0 0-4,0 0-6,7-3-82,50-20-17,-4 0 5,2 2 1,0 3 0,28-4-232,-60 18 85,77-16 603,63-23-688,-97 24 342,5 3-342,36-10 338,285-79 550,-357 95-832,-21 6 6,1 0 0,-1 0 1,0 2-1,1 0 0,0 0-62,-14 2 95,-1 0-53,0 0-24,0 0-28,0 0-90,0 0-334,0 0-156,0 0-2814,0 0-10123</inkml:trace>
  <inkml:trace contextRef="#ctx0" brushRef="#br0" timeOffset="512.095">853 1 13808,'0'0'1585,"0"0"-75,0 0-316,9 1-262,46 3-88,194 18 2,-205-20-745,16 1 6,35 9-107,-20-1 223,66 19-223,-123-24 15,29 13 101,-39-16-92,-1 1 0,-1 0 0,1 0 0,-1 1 1,1 0-1,-1 0 0,0 0 0,-1 1 0,1-1 1,-1 1-1,-1 1 0,1-1 0,-1 1 0,0 0-24,-2 0 23,0 0 1,0 0-1,-1 1 0,0-1 0,-1 1 0,1-1 0,-1 0 0,-1 1 0,0-1 0,0 0 0,0 1 0,-1-1 0,0 2-23,-4 9 53,-1 1 0,0-1-1,-2 0 1,-1 2-53,1-2 18,4-8 15,0 0 0,-1 0 0,-1-1 1,-3 5-34,-61 74 394,-74 70-394,32-40 110,86-91 192,-16 17-4018,11-11-6871,75-77 7979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43:51.339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13672 2113 7712,'0'0'0,"0"0"0,0 0 0,0 0-1888,0 0 1888,0 0-1880,0 0 1880,0 0 56,0 0-56,0 0-2064,0 0 2064</inkml:trace>
  <inkml:trace contextRef="#ctx0" brushRef="#br1" timeOffset="642355.56">15511 347 10936,'3'-6'1666,"38"-62"2479,-41 67-2933,0 1-90,-3 147 980,6 215-1118,-3-312-794,-1-37-117,0 0-1,1 0 0,1 0 1,0-1-1,1 1 1,1 0-1,-1-1 1,4 6-73,4-40 266,4-21-33,4-27-233,-10 34 79,2 1 0,14-32-79,-7 22 69,-2-1 1,4-24-70,17-52 22,-34 114-17,-1 5-2,0 0-1,1-1 1,-1 1-1,1 0 1,0 0 0,0 0-1,0 0 1,0 0 0,0 0-1,1 0 1,-1 1-1,1-1 1,-1 1 0,1 0-1,1 0-2,9-9 0,0 6 0,1 9 0,-12-2 0,0 1-1,1-1 1,-1 1-1,0-1 0,0 1 1,0 0-1,-1 0 1,1 0-1,-1 0 0,1 0 1,-1 0-1,0 0 1,1 3 0,9 46-9,-11-48 9,6 50 4,0 46-4,-2-5 26,-4-93-21,8 65 110,-7-61-87,1 0 0,-1-1 0,1 1 0,0 0 0,0 0 1,1-1-1,-1 1 0,1-1 0,3 4-28,-5-8 8,1 0 1,-1 0-1,0 0 0,1 0 1,-1 0-1,1 0 0,0 0 1,-1 0-1,1 0 0,0-1 1,-1 1-1,1-1 0,0 1 1,0-1-1,-1 0 0,1 0 1,0 0-1,0 0 0,0 0 1,-1 0-1,1 0 0,0 0 1,0-1-1,-1 1 0,1-1 1,0 1-1,0-1 0,-1 0 1,1 0-1,-1 0 0,1 0 1,-1 0-1,1 0 0,-1 0 1,0 0-1,1-1-8,8-5 37,0-2 1,-1 1-1,0-1 0,4-6-37,14-16 66,-1-1-1,10-19-65,12-16-13,-34 50-41,-1 0-1,-1-1 1,-1-1 0,0 0 0,-1 0-1,3-12 55,-11 26-5,2-11-57,1 1 0,1 1 0,0-1 0,1 1 0,1 0 0,0 0-1,1 1 1,0 0 0,6-5 62,-14 17-4,-1 0 1,1 0-1,-1 1 0,1-1 0,0 0 0,-1 1 1,1-1-1,0 0 0,0 1 0,-1-1 0,1 1 0,0-1 1,0 1-1,0 0 0,0-1 0,-1 1 0,1 0 1,0 0-1,0 0 0,0-1 0,0 1 0,0 0 0,0 0 1,0 0-1,0 0 0,0 1 0,0-1 0,0 0 4,0 1-7,0 0 1,0 0-1,0 0 0,0 0 0,0 0 0,0 0 0,0 0 0,-1 0 1,1 1-1,0-1 0,-1 0 0,1 1 0,-1-1 0,0 0 0,1 1 0,-1-1 1,0 0 6,3 12-67,-2 0 1,0 0-1,0 13 67,-1-18-29,1 78-91,-1-36-40,2 0-1,6 29 161,-6-65-125,1 1 0,0-1 0,1-1-1,0 1 1,2 0 0,-1-1 0,2 0-1,-1 0 1,2-1 0,0 0 0,1 1 125,-7-11-74,-1 0 0,1 0 0,0 0 0,-1 0 0,1-1 0,0 1 0,0-1 0,0 1 0,0-1 0,1 0 0,-1 1 0,0-1 1,0 0-1,1 0 0,-1-1 0,1 1 0,-1-1 0,0 1 0,1-1 0,0 0 0,-1 1 0,1-1 0,0-1 74,3 0-355,-1 0 0,1-1 0,0 0 0,-1 0 0,1-1 0,-1 1 0,0-1 0,0 0 0,4-4 355,29-17-11433</inkml:trace>
  <inkml:trace contextRef="#ctx0" brushRef="#br1" timeOffset="642771.072">16747 427 13000,'-13'-9'890,"-18"-10"489,30 18-1307,-1 1 0,1 0 0,-1-1-1,1 1 1,-1 0 0,1 0 0,-1 0 0,1 0-1,0 0 1,-1 0 0,1 0 0,-1 0 0,1 1 0,-1-1-1,1 1 1,0-1 0,-1 1 0,1-1 0,0 1-1,-1 0 1,1 0 0,0-1 0,-1 2-72,-9 9 237,1 0 1,1 0 0,-1 1-1,2 0 1,0 1 0,0 0-1,1 0 1,1 1 0,0-1-1,1 1 1,1 1 0,0 0-238,0-4 30,1 1 1,1 0 0,0-1-1,1 1 1,0 0 0,0 0-1,2-1 1,0 10-31,0-17 18,-1 0 0,1-1-1,0 1 1,0-1 0,0 1 0,0-1-1,1 0 1,0 1 0,-1-1 0,1 0 0,0 0-1,1 0 1,-1 0 0,0 0 0,1-1 0,0 1-1,-1-1 1,1 0 0,0 1 0,0-1 0,1 0-1,-1-1 1,0 1 0,0-1 0,1 1 0,-1-1-1,1 0 1,-1 0 0,3 0-18,0 0 19,-1 0 0,1-1 0,0 0 0,-1 1 0,1-2 0,-1 1 0,1-1 0,0 1 0,-1-2 0,2 1-19,-4 0 10,1-1 0,-1 1 0,0-1 0,0 1 0,0-1 0,0 0 1,-1 0-1,1 0 0,0-1 0,-1 1 0,0 0 0,1-1 0,-1 0 0,0 1 0,0-1 0,-1 0 0,2-3-10,25-38 214,-21 33-176,0 0 0,0 0 0,-1-1 0,-1 1 0,3-8-38,-7 13 31,1 0-1,-1-1 0,-1 1 0,1-1 0,-1 1 1,0-1-1,-1 1 0,1-1 0,-1 1-30,0 4 99,1 2 16,-2 4-81,0 0 1,1 0-1,-1-1 1,1 1-1,0 0 1,0 0-1,0 0 1,0 0-1,1 1 1,-1 2-35,2 3 50,0 0 1,0 0-1,1 0 1,0 0-1,3 8-50,2 12 93,-4-20-76,1 0 0,0 1 0,0-2 0,1 1 0,3 6-17,10 20-1,-13-20-32,-5-14-6,0-1 0,1 1 1,-1-1-1,0 0 0,0 1 0,1-1 1,-1 1-1,1-1 0,-1 0 0,1 0 1,-1 1-1,1-1 0,0 0 0,0 0 1,-1 0-1,1 1 0,0-1 0,0 0 0,0 0 1,0-1-1,0 1 0,1 0 0,-1 0 1,0 0-1,0-1 0,0 1 0,1-1 1,-1 1-1,0-1 0,1 1 0,-1-1 1,1 0-1,-1 1 0,0-1 0,1 0 0,-1 0 1,1 0-1,-1 0 0,0-1 0,1 1 1,-1 0 38,3-1-129,-1 1 0,0-1 0,0 0 0,0 0 0,1 0 0,-1 0 0,0-1 0,-1 0 1,1 1-1,0-1 0,0 0 0,-1 0 0,1 0 0,-1-1 0,1 1 0,-1 0 0,0-1 0,0 0 129,2-4-453,0 0-1,0 1 1,-1-1 0,0 0-1,-1-1 1,1 1-1,0-7 454,7-27-10506</inkml:trace>
  <inkml:trace contextRef="#ctx0" brushRef="#br1" timeOffset="643105.183">16982 171 12016,'0'0'104,"0"0"0,0 0 0,0-1 0,0 1 0,1 0 0,-1 0 0,0 0 0,0-1 0,0 1 0,0 0 0,1 0 0,-1 0 0,0 0 0,0-1 0,0 1 0,1 0 0,-1 0 0,0 0 0,0 0 0,1 0 0,-1 0 0,0 0 0,0 0 0,0 0 0,1 0 0,-1 0 0,0 0 0,0 0 0,1 0 1,-1 0-1,0 0 0,0 0 0,1 0 0,-1 0 0,0 0 0,0 0 0,1 0 0,-1 0 0,0 0 0,0 0 0,1 1-104,-5 81 3389,-3 3-3389,0-3 943,3 30-943,5-87 162,0 0 0,2 0 0,0 0 1,2-1-1,1 1 0,6 14-162,-11-34-1,1 1-1,0-1 1,1 0 0,-1 0-1,1 0 1,0 0 0,1 0-1,-1-1 1,1 1 0,0 0 1,-3-5-27,-1 0 0,1 0-1,-1 0 1,1 0 0,-1 0 0,1 0 0,-1 0 0,1 0 0,-1 0 0,0 0 0,1 0 0,-1-1 0,1 1 0,-1 0 0,1 0 0,-1 0 0,0-1 0,1 1-1,-1 0 1,1 0 0,-1-1 0,0 1 0,1 0 0,-1-1 0,0 1 0,0 0 0,1-1 0,-1 1 0,0-1 27,15-17-481,-3 3 83,5-1-488,-1-1 0,0 0 1,-1-1-1,-1-1 0,2-5 886,41-51-3812,-32 46-3968</inkml:trace>
  <inkml:trace contextRef="#ctx0" brushRef="#br1" timeOffset="643452.543">17253 500 9240,'-26'1'3456,"0"0"0,-23 5-3456,38-4 292,0 1 1,0 0 0,0 1-1,1 0 1,-1 1 0,1 0 0,0 1-1,0 0 1,-8 7-293,17-12 32,0 0-1,0 0 1,0 0-1,0 0 1,0 0-1,0 0 1,1 0-1,-1 1 0,0-1 1,1 0-1,-1 0 1,1 1-1,-1-1 1,1 0-1,0 1 1,-1-1-1,1 1 1,0-1-1,0 0 1,0 1-1,0-1 1,0 0-1,1 1 1,-1-1-1,0 1 1,0-1-1,1 0 1,-1 1-1,1-1 1,-1 0-1,1 1-31,1 2 8,1 0-1,-1 0 1,0 0 0,1 0-1,0-1 1,0 1 0,0-1-1,1 1-7,6 4 23,1-1 0,1 0 1,-1 0-1,1-1 0,0 0 0,1-1 0,-1-1 0,1 0 0,9 2-23,41 14-1288,-31 2-3166,-21-14-2530,-26-19 4983</inkml:trace>
  <inkml:trace contextRef="#ctx0" brushRef="#br1" timeOffset="643802.608">17422 746 10672,'13'-16'699,"0"0"-1,-1 0 1,-1-2 0,4-7-699,-11 17 217,0 0 0,-1 0 0,0-1 0,0 1 0,-1-1-1,0 0 1,-1 1 0,1-1 0,-2 0 0,1 0 0,-2-5-217,1 10 49,-1 0 1,0 0-1,0 0 1,0 0-1,0 0 1,-1 0-1,1 1 1,-1-1-1,0 0 1,0 1-1,-1 0 1,1-1-1,-1 1 1,0 0-1,1 0 1,-1 0-1,-1 0 1,1 1-1,0 0 1,-1-1-1,1 1 1,-1 0-1,1 0 1,-1 1-1,0-1 1,0 1-1,0 0 1,0 0-1,0 0 1,0 1-1,0-1 1,-3 1-50,2 0 68,-1 1 0,1 0 0,0 0 0,0 0 0,-1 1 0,1-1 0,0 1 0,0 0 0,1 1 0,-1-1 0,0 1 0,1 0 0,0 0 0,0 0 0,-1 1 0,2 0 0,-1 0 1,0 0-1,1 0 0,0 0 0,0 0 0,0 1 0,1 0 0,-1-1 0,1 1 0,0 0 0,0 0 0,1 0 0,0 1 0,0-1 0,0 1-68,0 3 86,0 0 1,0 0-1,1 0 0,1 0 0,0 0 0,0 1 1,0-1-1,1-1 0,1 1 0,0 0 1,0 0-1,0-1 0,1 0 0,0 1 1,1-1-1,0-1 0,0 1 0,4 2-86,-5-5 13,0 0 1,1 0-1,-1-1 0,1 1 1,1-1-1,-1 0 0,0-1 0,1 1 1,0-1-1,0-1 0,0 1 1,0-1-1,0 0 0,0 0 0,1 0 1,-1-1-1,1 0 0,-1-1 0,1 1 1,-1-1-1,1 0 0,-1-1 1,1 0-1,-1 0 0,1 0 0,1-1-13,23-9 246,5-4-3698,-11 5-6536,-52 21 7555</inkml:trace>
  <inkml:trace contextRef="#ctx0" brushRef="#br1" timeOffset="640846.912">13972 306 11384,'5'-37'1511,"-3"26"-1102,0-1 0,0 1-1,-1-1 1,-1 1 0,0-1 0,0 0 0,-1 1-1,-1-1 1,0 1-409,2 11 44,0 0 0,0 0 0,0-1 0,0 1 0,1 0 0,-1 0 0,0 0 0,0 0 0,0 0 0,-1-1 0,1 1 0,0 0 0,0 0 0,0 0 0,0 0 0,0 0 0,0-1 0,0 1-1,0 0 1,0 0 0,0 0 0,0 0 0,0 0 0,0 0 0,0 0 0,-1-1 0,1 1 0,0 0 0,0 0 0,0 0 0,0 0 0,0 0 0,0 0 0,-1 0 0,1 0 0,0 0 0,0 0 0,0 0 0,0 0 0,0 0 0,-1 0 0,1 0 0,0 0 0,0 0 0,0 0-1,0 0 1,0 0 0,-1 0 0,1 0 0,0 0 0,0 0 0,0 0 0,0 0 0,0 0 0,0 0 0,-1 0 0,1 0 0,0 0 0,0 0 0,0 1 0,0-1 0,0 0 0,0 0-44,-7 14 801,-3 29-931,9-38 369,-10 63-14,3-1 0,3 1-1,3 0 1,3 1 0,3-1 0,3-1-1,2 2-224,-3-40-1,1 1 0,3 3 1,-5-14-87,-5-19 60,0 1-1,0-1 1,0 1-1,1 0 1,-1-1-1,0 1 1,0-1-1,0 1 1,0-1-1,1 1 1,-1-1-1,0 1 1,1-1-1,-1 1 1,0-1-1,1 1 1,-1-1-1,0 0 1,1 1-1,-1-1 1,1 1-1,-1-1 1,1 0 0,-1 0-1,1 1 1,-1-1-1,1 0 1,-1 0-1,1 1 28,9-12-1500,-8 8 1342,-1-1-1,1 1 1,-1-1-1,0 1 1,0-1 0,-1 0-1,1 1 1,-1-1-1,1 0 1,-1 0 158,-8-42-2413,2 4-8087</inkml:trace>
  <inkml:trace contextRef="#ctx0" brushRef="#br1" timeOffset="641247.388">13751 437 11384,'5'-7'209,"1"0"1,0 1 0,0-1 0,1 1 0,-1 1-1,2-1 1,-1 1 0,0 0 0,1 1 0,0 0-1,0 0 1,0 0 0,0 1 0,1 0 0,-1 1 0,1 0-1,0 1 1,-1-1 0,1 2 0,0-1 0,0 1-1,0 0 1,0 1 0,0 0 0,-1 1 0,1 0-1,0 0 1,5 3-210,9 6 40,-1 1 0,0 1-1,-1 1 1,0 0 0,-1 2 0,7 8-40,-5-7 68,0-1 0,7 3-68,-12-9 23,-1 0 0,-1 1 0,0 1 1,0 1-1,7 9-23,-2 4 80,0 0 1,-2 1 0,7 17-81,14 20 511,-35-57-452,0 0 1,1-1-1,1 1 1,-1-1-1,1-1 0,0 1 1,0-1-1,0 0 0,1 0 1,0-1-1,0 0 0,0 0 1,0 0-1,1-1 0,-1 0 1,1-1-1,0 0 0,0 0 1,0-1-1,0 1 1,0-2-1,0 1 0,0-1 1,0 0-1,0-1 0,0 0 1,3-1-60,10-3 110,0 0 1,0-2-1,0 0 1,-1-1-1,-1-1 1,1-1-1,-1-1 1,10-7-111,-23 13 45,1-1 1,-1 1 0,0-1 0,0 0-1,-1 0 1,1-1 0,-1 0-1,-1 0 1,1 0 0,-1 0 0,-1-1-46,-1 3 32,0-1 1,0 1-1,-1-1 1,0 0-1,0 1 1,0-1 0,-1 0-1,0 0 1,0 0-1,0 1 1,-1-1-1,0 0 1,0 0 0,0 1-1,-1-1 1,-2-4-33,0 0 43,-1 1 1,0-1-1,-1 1 0,0 0 1,0 1-1,-1-1 1,0 1-1,-1 1 1,0-1-1,0 1 0,0 1 1,-6-4-44,-12-7 114,0 2 0,-1 0 1,-19-6-115,41 19 14,0 1 1,-1 0 0,1-1 0,0 2 0,-1-1 0,1 0 0,0 1-1,-1 0 1,1 1 0,-1-1 0,1 1 0,0 0 0,-1 0-1,1 1 1,0-1 0,0 1 0,0 0 0,0 1 0,0-1 0,1 1-1,-3 1-14,-10 8 15,0 1 1,0 0-1,1 1 0,-8 10-15,16-13-159,0 0 1,1 0 0,1 1 0,0-1 0,1 2-1,0-1 1,-3 11 158,2-6-100,-17 35-8404,18-37 3668,29-74 2287</inkml:trace>
  <inkml:trace contextRef="#ctx0" brushRef="#br0" timeOffset="-160988.164">8773 2217 7264,'0'0'665,"0"0"-22,-6 8-195,2-4-434,-30 39 564,2 1 0,-26 46-578,49-73 10,6-12 4,0-1 0,1 1 0,0-1 1,-1 1-1,2 0 0,-1 0 0,1 0 0,-1 4-14,2-8 7,0 1-1,0-1 0,0 1 0,1-1 1,-1 1-1,1-1 0,-1 1 0,1-1 1,-1 1-1,1-1 0,0 1 1,0-1-1,-1 0 0,1 0 0,0 1 1,0-1-1,1 0 0,-1 0 0,0 0 1,0 0-1,0 0 0,1 0 0,-1 0 1,1-1-1,-1 1 0,0 0 1,1-1-1,-1 1 0,1-1 0,-1 1 1,2-1-7,7 2 35,0 0 1,0-1-1,-1 0 1,1-1-1,0 0 1,0 0 0,0-1-1,0 0 1,0-1-1,0 0-35,4-1 67,-1 1 0,1 1-1,0 0 1,0 1 0,3 1-67,-14-1 46,1 1 0,0-1 0,-1 1 0,1 0-1,0 0 1,-1 0 0,0 1 0,1-1 0,-1 1 0,0 0 0,1 0 0,-1 0 0,0 0-1,0 1-45,-1-1 44,-1 0 0,1 0 0,-1 0 0,0 0-1,0 0 1,0 0 0,0 0 0,0 0 0,0 1-1,-1-1 1,1 0 0,-1 0 0,0 1-1,1-1 1,-1 0 0,0 1 0,0-1 0,0 0-1,-1 1 1,1-1 0,-1 0 0,1 0-1,-1 1 1,0-1-44,-7 25 476,-2 0-1,-4 4-475,-1 5 601,14-34-529,-1 1-1,0 0 1,0-1 0,0 1-1,-1-1 1,1 1 0,-1-1-1,1 0 1,-2 1-72,-6 5 189,-5 5 8,-1 0 0,-13 8-197,-23 18 459,47-36-399,1 0 0,-1 0-1,0 0 1,0-1 0,0 1 0,0-1 0,0 0 0,0-1 0,0 1 0,-1-1-1,-3 0-59,-62 5 288,48-6-265,18 1-16,0-1-1,0 0 1,0-1-1,0 1 1,1-1-1,-1 0 1,0 0 0,1 0-1,-1-1 1,1 0-1,-1 1 1,1-2-1,0 1 1,-1 0-1,1-1 1,0 0 0,1 0-1,-1 0 1,1 0-1,-1-1 1,1 1-1,0-1 1,0 0-1,0 0 1,1 0 0,0 0-1,-2-5-6,1 3-76,1-1 0,-1 0 0,2 0-1,-1 0 1,1 0 0,0 0 0,1 0 0,-1 0-1,1 0 1,1 0 0,0 0 0,-1 0 0,2 0-1,-1 0 1,1 0 0,0 1 0,1-1 0,2-4 76,12-16-1613,2 0 1,15-17 1612,-8 9-6617,-56 75 4963</inkml:trace>
  <inkml:trace contextRef="#ctx0" brushRef="#br0" timeOffset="-160432.711">9219 1754 7984,'-14'74'1914,"4"1"0,2 9-1914,-4 405 2024,12-450-1824,0 19 368,2 0 0,3 1-568,-5-59 22,-1 1 0,1-1 1,0 0-1,0 1 0,0-1 1,0 1-1,0-1 1,0 1-1,0-1 0,0 1 1,1-1-1,-1 1 1,0-1-1,0 1 0,0-1 1,0 0-1,1 1 1,-1-1-1,0 1 0,0-1 1,1 0-1,-1 1 0,0-1 1,1 0-1,-1 1 1,0-1-1,1 0 0,-1 1 1,0-1-1,1 0 1,-1 0-1,1 0 0,-1 1 1,1-1-1,-1 0 1,0 0-1,1 0 0,-1 0 1,1 0-1,-1 0 0,1 0 1,-1 0-1,1 0 1,-1 0-1,1 0 0,-1 0 1,1 0-1,-1 0-22,3-2 33,0 1-1,-1-1 1,1 0 0,-1 0-1,0 0 1,1 0-1,-1 0 1,0 0 0,0-2-33,39-53 105,-17 18-25,1 1-1,1 1 1,2 1 0,2 2 0,1 1-1,30-24-79,-59 56 2,-1-1-1,1 1 0,0-1 0,0 1 0,0 0 1,0 0-1,0 0 0,0 0 0,0 0 0,1 0 0,-1 0 1,0 1-1,0-1 0,1 1 0,-1 0 0,0-1 0,1 1 1,-1 0-1,0 1 0,1-1 0,-1 0 0,0 1 1,1-1-2,1 2 0,-1 0 0,1 0 0,-1 1 0,1-1 1,-1 1-1,0-1 0,0 1 0,0 0 0,0 0 0,-1 1 1,1-1-1,1 4 0,8 13 9,-1 0 1,-1 1 0,-1 1-1,-1 0 1,4 16-10,-6-17-63,0-1-1,2 0 1,0 0-1,2-1 1,0 0 0,11 15 63,-16-27-136,-1-1-1,1 0 1,1 0 0,-1-1-1,1 0 1,-1 0 0,2 0-1,-1 0 1,0-1 0,1 0-1,0-1 1,6 3 136,-7-4-148,0-1 0,0 0-1,0-1 1,0 0 0,0 1 0,0-2-1,0 1 1,0-1 0,0 0 0,0 0-1,0-1 1,0 0 0,0 0 0,-1 0-1,1 0 1,-1-1 0,2-1 148,62-32-1739,-5 1-5547</inkml:trace>
  <inkml:trace contextRef="#ctx0" brushRef="#br0" timeOffset="-160020.912">10100 2220 7624,'-13'34'435,"-1"-1"1,-1-1-1,-2 0 1,-1-1-1,-18 24-435,18-28 155,7-10 38,1 0 0,1 1 1,1 0-1,1 0 0,-5 18-193,9-28 28,1 1-1,0 0 0,1 0 1,0 0-1,0 1 0,1-1 0,0 0 1,0 0-1,1 0 0,1 0 0,-1 0 1,2 0-1,1 5-27,-4-12 5,1 0-1,0 1 1,0-1-1,0 0 1,0 0-1,0 0 1,0 0 0,0 0-1,1 0 1,-1 0-1,1 0 1,0-1-1,-1 1 1,1-1 0,0 1-1,0-1 1,0 0-1,0 1 1,0-1 0,0 0-1,0 0 1,0 0-1,1-1 1,-1 1-1,0-1 1,1 1 0,-1-1-1,0 0 1,1 1-1,-1-1 1,0 0-1,1-1 1,-1 1 0,0 0-1,1-1 1,-1 1-1,0-1 1,0 0-5,6-2 26,-1 0 1,0-1 0,0 1-1,0-2 1,-1 1 0,1-1-1,-1 0 1,0 0-1,0-1 1,2-3-27,5-6 116,-2-1-1,0 0 1,-1-1 0,0 0-1,-1-1 1,-1 0-1,-1 0 1,-1 0 0,0-1-1,-2 0 1,0-1 0,-1 1-1,-1-1 1,0 1 0,-2-20-116,4-1 576,-4 39-316,0 25 312,-2 22-215,1 1 0,3-1 0,1 1 0,7 26-357,-7-58 0,0-1 0,1 1 0,0 0 0,1-1 0,0 0 0,2 0-1,-1-1 1,2 0 0,0 0 0,0 0 0,1-1 0,1-1 0,0 1-1,0-2 1,1 1 0,2 0 0,-10-10-74,0 1 0,0-1 0,0 0-1,0 1 1,0-2 0,1 1 0,-1 0 0,0-1-1,1 1 1,-1-1 0,0 0 0,1 0 0,-1 0-1,0 0 1,1-1 0,-1 0 0,0 1 0,0-1-1,0 0 1,1 0 0,0-1 74,4-2-238,1 0 0,-1 0 0,-1 0 0,1-1 0,-1 0 0,1-1 0,-1 1 0,2-4 238,50-53-1798,-4 5-5548</inkml:trace>
  <inkml:trace contextRef="#ctx0" brushRef="#br0" timeOffset="-159587.401">10696 2493 8344,'8'113'947,"8"200"3736,-16-294-4499,1 0 0,1 0 0,0 0 0,2 0 0,0 0 0,1 0 0,0-1 0,3 2-184,-13-34 192,0 0 0,2-1-1,-1 1 1,2-1 0,0 0 0,1-3-192,-4-107-155,5 82 246,0-6-99,3 0 0,2 1 0,2 0 0,2 0 0,2 0 1,3 2-1,1-1 0,2 2 0,2 0 0,3 1 0,21-34 8,-33 62-24,1 0 0,1 1 0,0 0 0,0 1 0,2 0 1,0 1-1,0 1 0,1 0 24,-9 8-14,1 0-1,-1 0 1,1 1 0,-1 0 0,1 0 0,0 0-1,0 1 1,0 0 0,1 0 0,0 1 14,-3 0-5,0 1 1,1 0-1,-1 0 1,0 1-1,0-1 1,0 1-1,0 0 1,0 1-1,0-1 1,0 1-1,-1 0 0,1 0 1,0 0-1,-1 1 1,3 1 4,-2 0-7,-1 0 1,1 1-1,-1 0 1,0-1-1,0 1 1,0 1-1,-1-1 1,1 0-1,-1 1 1,-1 0-1,1-1 1,-1 1-1,0 0 0,0 0 1,-1 1-1,0-1 1,0 0-1,0 3 7,1 11-7,-1 0 0,-1-1 0,-1 1 0,0 0 0,-2 2 7,1-4 0,-1-1 1,-1 0 0,0 0-1,-1 0 1,-1 0 0,0-1-1,-2 0 1,1-1 0,-2 1-1,0-1 1,-1-1 0,-6 7-1,3-5-2,5-6 17,0-1 0,0 0 0,-1 0 0,0 0 0,-1-1-1,0-1 1,-10 7-15,8-7-18,0-1 1,0 0-1,-1-1 0,0 0 0,-1-1 1,1 0-1,0-1 0,-1-1 0,-5 0 18,18-2-73,-1 0 0,1-1 0,0 1 1,0-1-1,0 1 0,0-1 0,0 0 0,0 1 0,1-1 0,-1 0 0,0 0 0,0 0 0,0 0 1,1 1-1,-1-1 0,0 0 0,1 0 0,-1 0 0,1 0 0,-1 0 0,1-1 0,0 1 73,-7-17-53,6 15 24,0-1-1,0 0 1,0 1 0,0-1-1,0 0 1,1 0 0,0 0-1,0 0 1,0 0 0,0 1 0,1-2 29,0-16-1509,-3-34-6837</inkml:trace>
  <inkml:trace contextRef="#ctx0" brushRef="#br0" timeOffset="-159203.508">11356 2591 9328,'62'-17'1050,"-1"-1"1,21-13-1051,-52 19 481,-1-2 0,0-1 1,-2-2-1,0 0 1,17-15-482,-35 24 72,0-1 1,0 0 0,-1 0 0,-1-1 0,1 1-1,-1-2 1,-1 1 0,0-1 0,-1 0 0,0 0-1,0-1 1,-1 1 0,-1-1 0,0 0 0,-1 0-1,0 0 1,0-1 0,-2 1 0,1 0 0,-2-12-73,1 23 1,-1 0 1,1 0 0,0 0-1,0 0 1,0 0-1,-1 0 1,1 0 0,-1 0-1,1 0 1,-1 0 0,1 0-1,-1 0 1,1 0 0,-1 0-1,0 0 1,0 0 0,1 0-1,-1 1 1,0-1 0,0 0-1,0 1 1,0-1 0,0 1-1,0-1 1,0 1 0,0-1-1,0 1 1,0-1 0,0 1-1,0 0 1,0 0 0,0 0-1,-1-1 1,1 1-1,0 0 1,0 0 0,0 1-1,0-1 1,0 0 0,0 0-1,0 0 1,0 1 0,0-1-1,0 1 1,-1 0-2,-8 2 12,1 1 1,0 0-1,-1 1 0,2 0 1,-1 1-13,-1 0 4,-4 3 39,0 1 1,0 0 0,1 1 0,0 0 0,1 1 0,0 1 0,1 0 0,-7 11-44,11-15 34,1 1 0,1-1 0,-1 1 0,2 0 0,-1 0 0,2 0 1,-1 1-1,1-1 0,1 1 0,0 0 0,0 0 0,1 0 0,0 10-34,2-14 49,0-1-1,0 0 1,1 1-1,0-1 1,0 0-1,0 0 0,1 0 1,0 0-1,0-1 1,0 1-1,1-1 1,-1 0-1,1 0 1,1 0-1,-1 0 1,1-1-1,0 0 1,0 0-1,0 0 1,0 0-1,1-1 0,-1 0 1,1 0-1,1 0-48,7 3 96,0 0-1,0-2 1,0 0 0,0 0-1,1-1 1,0-1-1,-1 0 1,1-1-1,0-1 1,1 0-96,-3-2 76,0 0 1,0 0 0,0-1-1,0-1 1,-1 0-1,1 0 1,6-5-77,20-10-128,23-17 128,-17 9-707,-38 23 536,0 0 0,-1-1 0,1 0-1,-1 0 1,0 0 0,0-1 0,-1 0 0,0 0-1,0-1 1,0 0 0,-1 1 0,3-7 171,7-9-1292,10-14-6520,-56 84 5868</inkml:trace>
  <inkml:trace contextRef="#ctx0" brushRef="#br0" timeOffset="-162751.461">5314 2783 6904,'171'-194'6322,"-166"189"-6211,0-2 0,-1 1-1,1 0 1,-1-1-1,-1 0 1,1 1 0,-1-3-111,-2 6 44,0 0 0,0 1-1,-1-1 1,1 0 0,-1 0 0,0 0 0,0 0 0,0 1 0,0-1 0,0 0-1,-1 0 1,1 0 0,-1 1 0,0-1 0,0 0 0,0 0 0,0 1-1,0-1 1,-1 1 0,0-2-44,1 3 21,-1-1 0,0 1 0,1-1-1,-1 1 1,0-1 0,0 1 0,0 0-1,0 0 1,0 0 0,-1 0 0,1 0 0,0 1-1,0-1 1,-1 0 0,1 1 0,0 0-1,-1 0 1,0-1-21,-1 1 26,-1 0 1,1 0-1,0 0 0,-1 0 0,1 1 1,-1-1-1,1 1 0,-5 2-26,-1 1 21,0 2 0,1-1 0,-1 1 0,1 1 0,0 0 0,1 0 0,-1 1 0,1 0 0,1 0 0,0 1 1,0-1-1,1 2 0,0-1 0,0 1 0,1 0 0,-1 4-21,-1 2 8,1 1 1,1-1 0,0 1 0,2 0-1,0 0 1,0 1 0,2-1 0,0 1-1,1-1 1,2 7-9,0-10 15,1 0 1,1-1-1,0 1 0,0-1 1,2 0-1,0 0 0,0 0 0,1-1 1,1 0-1,0 0 0,9 10-15,-14-19 7,1 0-1,-1 0 0,1 0 1,0 0-1,0-1 1,0 1-1,0-1 0,0 0 1,0 0-1,1-1 0,-1 1 1,1-1-1,-1 0 1,1 0-1,-1 0 0,1-1 1,0 0-1,-1 1 1,1-2-1,0 1 0,2-1-6,3 0-1,0-1 0,0-1-1,0 1 1,-1-1-1,0-1 1,1 0-1,-1 0 1,0-1 0,3-2 1,48-33-2170,41-35 2170,3-3-1592,-55 43 64,25-18-5718</inkml:trace>
  <inkml:trace contextRef="#ctx0" brushRef="#br0" timeOffset="-162324.814">6099 2391 7264,'-10'11'46,"8"-8"0,0 0 1,0 0 0,-1-1-1,1 1 1,0-1 0,-1 1 0,0-1-1,0 0 1,1 0 0,-1 0-1,-1 0 1,1-1 0,0 1 0,0-1-1,0 0 1,-1 0 0,1 0-1,-1 0 1,0 0-47,-5 0 190,0 0-1,1 1 1,0 1 0,-1-1-1,1 1 1,0 0 0,1 1 0,-1 0-1,0 0 1,1 1 0,0 0-1,0 0 1,1 1 0,-1 0-1,-1 2-189,-8 9 38,0 1-1,1 0 0,1 1 1,-10 20-38,18-29 37,2 1 0,0 0 1,0 0-1,1 0 1,0 1-1,0-1 1,2 1-1,-1-1 0,2 1 1,-1 0-1,2-1 1,-1 1-1,2 0 0,0-1 1,0 1-1,1-1 1,0 0-1,5 11-37,-8-20 6,1 0 0,0 0 0,0 0 1,0 0-1,1 0 0,-1 0 0,0 0 0,1 0 1,-1 0-1,1-1 0,0 1 0,-1-1 0,1 1 0,0-1 1,0 1-1,0-1 0,0 0 0,0 0 0,0 0 0,1 0 1,-1-1-1,0 1-6,2 0 13,-1-1 1,1 0 0,0 0-1,-1 0 1,1-1 0,-1 1-1,1-1 1,-1 1 0,1-1-1,-1-1 1,1 1-1,-1 0 1,1-1-14,8-4 24,-1-1 1,-1 0-1,1 0 0,-1-1 0,0 0 0,-1-1 1,3-4-25,18-20 68,-2-2 1,2-6-69,-19 25 59,-2 1 1,0-1 0,-1-1 0,0 1 0,-1-1 0,2-12-60,-8 26 20,-1-1 0,1 1 0,-1 0 0,0 0 0,0-1 0,0 1 0,0 0 0,-1-1 1,1 1-1,-1 0 0,0 0 0,0 0 0,0 0 0,0 0 0,-1 0 0,1 0 0,-1 0 0,0 0 1,0 0-1,0 1 0,0-1 0,0 1 0,0-1 0,-1 1 0,1 0 0,-1 0-20,1 1 110,0 3 7,-5 13-39,-1 1 0,2 0 1,0 1-1,1 0 0,1 0 0,0 0 1,1 0-1,1 0 0,1 1 0,1-1 1,0 1-1,1 4-78,1 0 57,1 1 1,2-1-1,0 0 1,1-1-1,1 0 1,1 1-1,0-2 0,2 0 1,6 10-58,-11-21-69,1-1-1,-1 0 1,1-1-1,0 1 1,1-1 0,0 0-1,0-1 1,1 0 0,-1 0-1,4 1 70,-6-4-171,1 0 0,0 0 0,0-1 0,0 1 0,0-1 0,0-1 0,1 1 0,-1-1 0,1-1 0,-1 1 0,1-1 0,-1 0 0,1 0 0,-1-1 0,6-1 171,-7 1-59,0 0 0,0 0 0,0 0-1,0-1 1,-1 0 0,1 0 0,-1-1-1,1 1 1,-1-1 0,0 0 0,0 0-1,0 0 1,0-1 0,-1 1 0,1-1 0,-1 0-1,1-1 60,20-20-1122,37-33-5251</inkml:trace>
  <inkml:trace contextRef="#ctx0" brushRef="#br0" timeOffset="-161637.227">6607 2374 6552,'-1'6'5,"-3"25"42,4-30-6,0 0 1,0 0-1,-1 1 1,1-1-1,-1 0 1,1 0-1,0 0 1,-1 0-1,0 0 1,1 0-1,-1 0 0,0 0 1,0 0-1,1 0 1,-1 0-1,0 0 1,0 0-1,0 0 1,-1 0-42,-13 32 2066,3-19-1874,0 2 1,1-1-1,1 1 0,0 1 0,1 0 0,1 1 0,1-1 0,0 1 0,2 1 0,-2 5-192,4-9 76,0-1-1,1 1 1,1 0-1,0 0 1,1 0-1,0 0 1,2 0-1,-1-1 1,2 1-1,0 0 1,1-1-1,0 0 1,4 8-76,-7-18 10,0-1 0,1 0 0,-1 0 1,1 0-1,-1 0 0,1 0 0,0-1 0,0 1 0,0 0 0,0-1 0,1 0 1,-1 1-1,1-1 0,0 0 0,-1 0 0,1 0 0,0-1 0,0 1 1,0-1-1,0 1 0,0-1 0,1 0 0,-1 0 0,0-1 0,1 1 1,-1-1-1,0 1 0,1-1 0,-1 0 0,0 0 0,1 0 0,-1-1 1,0 0-1,1 1 0,-1-1 0,0 0 0,0 0 0,3-2-10,10-4 35,-1-1-1,0-1 0,-1 0 0,0-1 1,0 0-1,-1-1 0,1-3-34,15-13 106,-1-1 1,-2-2-1,-1 0 0,-1-2 0,-1-1-106,-5 5 65,-2-2 0,0 0 1,-2-1-1,-1 0 0,1-10-65,8-38 62,7-46-62,-8 29 21,13-23-21,-44 189 464,2 1 0,4 29-464,-4 19 292,5-89-200,2-1-1,1 0 0,1 1 1,1-1-1,1 1 1,2-1-1,7 22-91,-10-45 30,1 0 0,-1-1 1,1 0-1,0 1 0,0-1 0,1 0 0,0 0 0,-1-1 1,2 1-1,-1-1 0,0 0 0,1 0 0,3 2-30,-6-6 6,-1 0 0,0 0 0,0 0 0,0 0 0,1 0 0,-1 0 0,0 0 0,0-1 0,0 1 0,0 0 0,1-1 1,-1 1-1,0-1 0,0 1 0,0-1 0,0 0 0,0 0 0,0 1 0,0-1 0,-1 0 0,1 0 0,0 0 0,0 0 0,-1 0 0,1 0 0,0 0 0,0-1-6,3-2 54,11-13-8,-1-1 0,-1 0 0,0 0 0,0-4-46,1 0 22,1 0 1,0 1-1,2 0-22,-3 5 12,1 0 0,1 1 0,0 1 0,1 0 0,0 1 0,8-3-12,-23 15 1,0 0 0,1 0-1,-1 0 1,0 0 0,1 0-1,-1 0 1,1 1 0,0-1 0,-1 1-1,1 0 1,0 0 0,-1 0 0,1 0-1,-1 0 1,1 0 0,0 1-1,-1-1 1,1 1 0,-1 0 0,1 0-1,-1 0 1,0 0 0,1 0-1,-1 0 1,0 1 0,0-1 0,1 1-1,-1 0 1,-1 0 0,1-1 0,0 1-1,0 0 1,-1 0 0,1 1-1,-1-1 1,1 1-1,6 9 47,-1 2 0,-1-1 0,0 1 0,0 0 0,1 11-47,-5-19 28,5 15 16,-1-1 53,1 0 0,0-1 0,2 1 0,0-1-1,6 8-96,-14-26 10,0 1 0,0-1-1,0 1 1,0-1-1,0 1 1,0-1-1,0 0 1,1 0-1,-1 0 1,0 1-1,1-1 1,-1 0-1,1-1 1,-1 1 0,1 0-1,0 0 1,-1-1-1,1 1 1,0-1-1,-1 1 1,1-1-1,0 0 1,0 1-1,-1-1 1,1 0-1,0 0 1,0-1-1,0 1 1,-1 0 0,1 0-1,0-1 1,-1 1-1,1-1 1,0 0-1,-1 1 1,1-1-1,-1 0 1,1 0-1,-1 0 1,1 0-1,-1 0 1,0 0 0,2-2-10,4-4-38,1 0 0,-1-1 0,-1 0 0,0 0 0,0 0 0,4-8 38,4-6-812,1 1 0,1 0 0,0 1 812,0 1-1532,0 0-5750,-37 45 5470</inkml:trace>
  <inkml:trace contextRef="#ctx0" brushRef="#br0" timeOffset="-154365.95">5962 3867 11480,'-8'-20'554,"0"1"0,-1 0 0,-9-12-554,17 29 111,0 0-5,0 1-1,1-1 1,-1 1-1,0 0 1,0-1 0,0 1-1,0 0 1,0-1-1,0 1 1,0 0-1,0 0 1,-1 0 0,1 0-1,0 0 1,-1 0-1,1 0 1,0 1 0,-1-1-1,1 0 1,-1 1-1,0-1 1,1 1-1,-1 0 1,1-1 0,-1 1-1,0 0 1,1 0-1,-1 0 1,1 0 0,-1 0-1,-1 1-105,-7 0 55,0 0 0,0 1 0,1 1 1,-1-1-1,0 1 0,1 1 0,0 0 0,0 0 0,0 1 0,0 0 0,1 1 0,0 0 0,0 0 0,0 0 1,1 1-1,0 1 0,0-1 0,-3 7-55,-5 6-6,1 0-1,1 1 1,1 1 0,1 0 0,0 1 0,-6 23 6,10-25 1,0 1 1,2-1 0,0 1-1,2 0 1,-1 18-2,3-34 0,1 0 1,0 0-1,0 1 0,1-1 1,0 0-1,0 0 0,0 0 0,1 0 1,0-1-1,0 1 0,0 0 0,1-1 1,0 1-1,0-1 0,0 0 1,1 0-1,-1 0 0,1 0 0,1-1 1,-1 0-1,1 1 0,-1-2 0,2 2 0,-2-3 4,1 1-1,0-1 0,-1 0 1,1 0-1,0-1 0,0 0 1,0 1-1,0-2 0,0 1 1,0 0-1,1-1 0,-1 0 1,0 0-1,0-1 0,0 0 1,0 1-1,0-2 0,0 1 1,0 0-1,0-1 0,-1 0 1,3-1-4,3-2 9,-1 0 0,0 0 0,0-1 0,0 0-1,-1-1 1,0 1 0,0-2 0,-1 1 0,0-1 0,2-3-9,1-3 26,-1-1 0,0 0 0,-2-1 0,1 0-1,-2 0 1,0 0 0,-1-1 0,-1 0 0,0-2-26,2-18 90,-1-1 1,-2 0-1,-2-23-90,2 4 312,-3 56-257,-4 26 99,3-1-112,-2 33 99,4 1 0,1-1-141,0-41 32,0 0 1,0-1-1,1 1 1,1-1-1,1 0 1,0 0-1,1 0 1,1-1-1,5 10-32,-11-22 2,1 1-1,0-1 0,0 1 0,-1-1 0,2 0 1,-1 0-1,0 0 0,0 0 0,1 0 0,-1 0 1,1-1-1,-1 1 0,1-1 0,0 0 0,-1 1 1,1-1-1,0-1 0,0 1 0,0 0 1,0-1-1,0 1 0,0-1 0,0 0 0,0 0 1,1 0-2,3-1-377,-1-1 1,1 1-1,-1-1 1,1 0-1,-1 0 1,0-1 0,0 0-1,0 0 1,0-1-1,0 0 1,2-2 376,6-4-8107,-32 23 6089</inkml:trace>
  <inkml:trace contextRef="#ctx0" brushRef="#br0" timeOffset="-153637.281">7235 3941 10400,'-32'-107'2573,"31"102"-2386,-1 1 0,0-1 0,-1 1-1,1-1 1,-1 1 0,1 0 0,-1 0 0,0 0 0,-1 0 0,1 1-1,-1-1 1,0 1 0,1 0 0,-2 0 0,1 0 0,0 0 0,0 1-1,-1 0 1,1 0 0,-2 0-187,4 2 7,1 0 0,-1 0 0,0 1 0,1-1 0,-1 1-1,1-1 1,-1 1 0,1-1 0,-1 1 0,1 0 0,0 0 0,-1 0 0,1 0-1,0 0 1,0 0 0,0 0 0,0 0 0,-1 2-7,-4 1 23,-8 9-8,1 0 0,0 1 0,0 1 0,1 0-1,1 1 1,1 0 0,0 0 0,1 1 0,-3 9-15,-1 5 23,1 1-1,2 1 1,1-1-1,2 1 0,1 2-22,5-26-1,0 1-1,1 0 0,0 0 0,1 0 0,0-1 0,1 1 0,0 0 0,0-1 0,1 1 0,0-1 0,1 0 0,2 3 2,-5-8-1,1-1 0,-1 1 1,1-1-1,0 1 0,1-1 0,-1 0 0,1 0 0,-1 0 0,1 0 0,0 0 0,0-1 1,0 1-1,0-1 0,0 0 0,1 0 0,-1 0 0,1 0 0,0-1 0,-1 1 0,1-1 1,0 0-1,0 0 0,0 0 0,0-1 0,0 1 0,-1-1 0,1 0 0,0 0 1,0 0-1,0-1 0,2 0 1,4-2-2,1-1 0,-1 0 1,0-1-1,0-1 1,0 1-1,-1-1 0,0-1 1,0 0-1,0 0 0,-1-1 1,0 0-1,-1 0 0,0-1 1,0 0-1,2-4 2,5-9 4,0 0 0,-1-1 0,-2-1 0,0 0 0,-2 0-1,1-4-3,-3-1 21,-1 1-1,-1-1 0,-1 0 0,-2 0 0,0 0 0,-3-1 0,-1-10-20,-8-55 166,-15-57-166,1 8 95,20 112-74,3 16 8,-1 0 0,-1 1 1,0-1-1,-1 1 1,-4-8-30,8 21 24,-2 56 8,-1-5-19,5 39-13,10 12 95,4-1-1,22 68-94,-21-94 83,48 168 269,-64-239-361,-1 1 0,1-1 0,0 1 1,-1-1-1,1 1 0,0-1 0,1 0 0,-1 1 0,0-1 0,1 0 0,-1 0 0,1 0 0,0 0 0,-1 0 1,1 0-1,0-1 0,0 1 0,0 0 0,1-1 0,-1 0 0,0 1 0,0-1 0,3 0 9,-3 0-58,0-1-1,0 1 0,0-1 1,1 0-1,-1 0 0,0 0 1,0 0-1,1 0 0,-1-1 0,0 1 1,0-1-1,0 1 0,0-1 1,0 0-1,0 0 0,0 0 1,0 0-1,0 0 0,0 0 1,0-1-1,0 1 0,-1-1 1,1 1-1,0-1 0,-1 0 1,1 0 58,70-97-2094,1-1-291,-13 24-5728</inkml:trace>
  <inkml:trace contextRef="#ctx0" brushRef="#br0" timeOffset="-153302.814">7691 3894 9592,'-2'60'691,"1"-35"-82,0-1-1,2 0 1,0 1 0,3 6-609,-4-31 7,2 14 204,1 0 0,1-1 0,0 1 0,3 7-211,-6-19-93,0 1 1,0-1 0,1 1 0,-1-1-1,0 1 1,1-1 0,0 0-1,-1 0 1,1 0 0,0 0-1,0 0 1,0 0 0,0 0 0,1-1-1,-1 1 1,0-1 0,1 0-1,-1 1 1,1-1 0,-1 0-1,1 0 1,-1-1 0,1 1 0,0 0-1,-1-1 1,3 0 92,-4 0-34,1 0 0,0 0 0,0 0 0,-1 0 0,1-1 0,0 1 1,-1-1-1,1 0 0,0 1 0,-1-1 0,1 0 0,-1 0 0,1 0 0,-1 0 0,0 0 0,1 0 0,-1 0 0,0 0 0,1-2 34,18-30-355,-9 12-630,27-40-5055</inkml:trace>
  <inkml:trace contextRef="#ctx0" brushRef="#br0" timeOffset="-153301.814">7691 3326 8968,'0'0'0,"9"15"0,10 10 0,-12-12-1616,-6-3 1616,-1-10-1616,12 9 1616,-12-9 80,0 0-80,14 4 88,5 1-88,13 5-3976</inkml:trace>
  <inkml:trace contextRef="#ctx0" brushRef="#br0" timeOffset="-152809.374">8346 3832 7624,'-4'-6'23,"-3"-5"451,0 0 1,-1 0-1,-7-7-474,14 17 68,1 0 31,-1-1 0,0 1 0,0 0 0,0-1 1,0 1-1,0 0 0,0 0 0,-1 0 0,1 0 1,0 0-1,-1 0 0,1 0 0,0 1 0,-1-1 1,1 0-1,-1 1 0,1-1 0,-1 1 0,1-1 1,-1 1-1,0 0 0,1 0 0,-1 0 0,1 0 1,-1 0-1,0 0 0,1 0 0,-1 0 1,1 0-1,-1 1 0,1-1 0,-1 1 0,1-1 1,-1 1-1,1 0 0,-2 0-99,-18 8 147,0 0-1,0 2 1,1 0 0,1 1-1,0 1 1,0 1 0,0 2-147,11-9 38,-1 1-1,1 0 1,0 0 0,1 1 0,0 0-1,1 0 1,-1 1 0,2 0 0,-1 0-1,2 1 1,-1-1 0,1 1 0,1 0-1,0 0 1,0 3-38,1-1 17,1-1-1,0 0 0,1 1 0,0-1 1,1 1-1,0-1 0,1 0 0,0 1 1,2 1-17,-3-10 12,1 0 0,0 0 0,0 0 1,0 0-1,0 0 0,0 0 0,1-1 0,0 1 1,-1-1-1,1 0 0,1 1 0,-1-1 0,0-1 1,1 1-1,-1 0 0,1-1 0,0 0 0,0 0 1,0 0-1,0 0 0,0-1 0,0 0 0,1 1 1,-1-1-1,0-1 0,1 1 0,1-1-12,0 1 26,1-1 0,-1 0 0,0 0 0,1 0 0,-1-1 0,0 0 0,0 0 0,0-1-1,0 0 1,0 0 0,0 0 0,0-1 0,0 0 0,-1 0 0,0 0 0,1-1-26,2-2 43,-2 0-1,1 0 1,-1-1-1,0 0 1,0 0 0,-1-1-1,0 1 1,0-1 0,-1 0-1,2-5-42,3-8 140,-2-1 0,0 0-1,-1-1 1,-2 1 0,0-1-1,-1 0 1,-2 0 0,0-9-140,1-29 914,-2 59-652,0 2 26,2 32-122,2 0 0,2 0 0,1-1 1,1 1-1,2-2 0,4 7-166,-12-28 12,1-1 0,1 0 0,0 0-1,0 0 1,0-1 0,1 0 0,0 1 0,1-2-1,-1 1 1,1-1 0,1 1 0,-1-2 0,1 1-1,3 1-11,-5-4-64,1 0-1,-1 0 0,1-1 0,0 0 0,0 0 0,0 0 0,0-1 0,1 0 0,-1 0 0,0-1 0,0 0 0,1 0 0,-1 0 0,0 0 0,0-1 1,1 0-1,-1-1 0,0 0 0,0 1 0,4-3 65,6-3-468,0-1 0,0 0 1,-1-1-1,0 0 0,-1-1 0,0-1 1,-1 0-1,0-1 0,0-1 468,2 0-819,11-11-6005,-61 56 5132</inkml:trace>
  <inkml:trace contextRef="#ctx0" brushRef="#br0" timeOffset="-152190.213">9187 3795 9504,'-5'-2'1200,"-15"-6"-491,0 1 1,-1 2 0,1 0 0,-1 1-1,-8-1-709,17 5 112,1-1 0,0 1 0,-1 1-1,1 0 1,0 1 0,-1 0 0,1 1 0,0 0 0,0 0-1,1 1 1,-5 3-112,6-3 2,0 0 5,0 0-1,1 0 1,0 0-1,0 1 1,1 0-1,-1 1 0,1 0 1,0 0-1,0 0 1,-5 8-7,2 1 3,0 0-1,1 1 1,1 1 0,-6 15-3,11-23 2,1 1 0,-1-1 0,2 1 0,-1 0 0,1-1 0,1 1 1,0 0-1,0 0 0,1-1 0,0 4-2,1-6 2,-1 0 0,1 0-1,1 0 1,-1 0 0,1 0 0,0 0 0,1-1 0,-1 0 0,1 1 0,1-1-1,-1-1 1,1 1 0,0-1 0,0 1 0,4 2-2,-6-6 0,0 0 0,-1-1 0,1 1 1,0 0-1,0-1 0,0 0 0,-1 1 0,2-1 0,-1 0 0,0-1 1,0 1-1,0 0 0,0-1 0,0 0 0,1 0 0,-1 0 0,0 0 1,0 0-1,0-1 0,1 1 0,-1-1 0,0 0 0,0 0 0,0 0 1,0 0-1,0-1 0,0 1 0,-1-1 0,1 0 0,0 0 0,-1 0 1,1 0-1,-1 0 0,0 0 0,0-1 0,2-1 0,18-22 158,0-1-1,-2-1 0,-1 0 1,-1-2-1,-1 0 0,-2-1 0,-1-1 1,3-12-158,-3 6 138,-14 38-132,0-1 0,0 1 0,0 0 0,1 0 0,-1 0 0,0 0-1,0-1 1,1 1 0,-1 0 0,0 0 0,1 0 0,-1 0 0,0 0-1,0 0 1,1 0 0,-1 0 0,0 0 0,1 0 0,-1 0 0,0 0-1,0 0 1,1 0 0,-1 0 0,0 0 0,1 0 0,-1 0 0,0 0-1,0 0 1,1 0 0,-1 1 0,0-1 0,0 0 0,1 0-1,-1 0 1,0 0 0,0 1 0,1-1 0,-1 0 0,0 0 0,0 1-1,0-1 1,0 0 0,1 0 0,-1 1 0,0-1 0,0 0 0,0 0-1,0 1-5,8 13 47,1 23-26,-2 0 0,-1 0 0,1 39-21,0 1 27,21 104 114,-13-90-18,-3 1-1,-1 70-122,-11-149 58,0 0 0,-1 0-1,-1 0 1,0 0 0,-1 0-1,0 0 1,-1-1 0,0 1-1,-2 1-57,2-6 48,0-1-1,0 0 0,-1-1 0,1 1 0,-1-1 0,-1 0 1,1 0-1,-1-1 0,0 1 0,-1-1 0,1-1 1,-1 1-1,0-1 0,0 0 0,-4 1-47,2-1 57,-1 0 0,0-1 0,0 0-1,0-1 1,-1 0 0,1-1 0,0 0 0,-1 0-1,1-1 1,-1 0 0,1-1 0,-1-1 0,-7-1-57,11 1 33,0 0 0,0 0 0,0 0-1,1-1 1,-1 0 0,1-1 0,0 1 0,0-1 0,0 0 0,0-1 0,1 1 0,0-1 0,0 0 0,0-1 0,0 1 0,1-1 0,0 0 0,0 0-1,1 0 1,-3-5-33,-1-8-42,0 0 0,2-1 0,0 1 0,1-1 0,1 0 0,1 0 0,1 0 0,0 0-1,3-12 43,1-7-126,2 1 0,2 0 0,1 0-1,9-20 127,-9 34-344,2 1-1,1-1 1,0 2-1,2 0 0,0 0 1,6-4 344,17-22-2096,35-34 2096,-56 66-209,1 0 1,0 2 0,16-12 208,11-7-1670,53-49-7163</inkml:trace>
  <inkml:trace contextRef="#ctx0" brushRef="#br0" timeOffset="-151853.438">9499 3884 10488,'4'10'390,"0"-1"1,0 1 0,-1 1-1,0-1 1,-1 0 0,0 1-1,0 0 1,-1-1 0,-1 1-1,0 0 1,0 0 0,-2 5-391,2 120 3081,12-167-2368,-6 16-625,20-63 400,-17 46-363,1-1 1,2 1 0,1 1-1,2 0 1,0 1-1,8-9-125,-13 27 7,0-1 0,0 2 0,1-1-1,6-3-6,-13 10-150,2 1 0,-1 0 0,0 0 0,1 1 0,-1 0 0,1 0 0,0 0 0,0 1 0,0 0 0,1 0 0,-1 0 0,1 1 150,-4 0-158,1 2 1,-1-1-1,0 0 0,0 1 1,0-1-1,0 1 0,0 0 1,0 0-1,0 0 1,0 0-1,0 1 0,1 0 158,16 6-2449,-5-2-5026,-35-14 5621</inkml:trace>
  <inkml:trace contextRef="#ctx0" brushRef="#br0" timeOffset="-150984.279">10429 3813 9328,'0'0'1424,"-4"-2"-238,-13-10-478,0 1-1,-1 2 1,-11-5-708,22 10 133,0 2 0,0-1 0,-1 1 0,1 0 0,0 1 0,-1 0 1,1 0-1,-1 0 0,1 1 0,-1 0 0,1 0 0,-2 1-133,3 1 57,0 0 1,1 0-1,0 0 0,-1 0 0,1 1 1,0 0-1,0 0 0,0 0 0,1 1 1,-1-1-1,-3 5-57,-44 51 93,30-32-17,18-22-51,0 1 0,1 0 1,-1 0-1,1 0 0,1 0 1,-1 0-1,1 1 0,0-1 1,0 1-1,1-1 0,0 1 1,0 0-1,1 6-25,-1-4 15,1 0 1,1 0-1,0 0 0,0 0 1,1 0-1,0 0 0,0 0 1,1-1-1,0 1 0,1 1-15,-3-8 3,0-1 0,0 1 0,0-1 0,0 1 0,0-1 0,0 1-1,0-1 1,1 1 0,-1-1 0,1 0 0,-1 0 0,1 0-1,-1 0 1,1 0 0,-1 0 0,1 0 0,0 0 0,0-1-1,-1 1 1,3 0-3,-1-1 10,1 1 0,-1-1 0,1 0 0,-1-1 0,0 1 0,1-1 0,-1 1 1,0-1-1,1 0 0,-1 0 0,1-1-10,11-5 52,0 0 0,-1-1 1,0-1-1,9-8-52,-13 10 15,6-5 57,0-2 0,-1 0 0,-1 0-1,0-2 1,-1 0 0,0 0-1,4-10-71,17-29 184,17-42-184,-49 94 5,-2 2-5,0 1 0,0 0 0,0 0 0,0 0 0,0 0 0,0 0 0,1-1 0,-1 1 0,0 0 0,0 0 0,0 0 0,0 0 0,0 0 1,0 0-1,1 0 0,-1 0 0,0-1 0,0 1 0,0 0 0,0 0 0,0 0 0,1 0 0,-1 0 0,0 0 0,0 0 0,0 0 0,0 0 0,1 0 0,-1 0 0,0 0 0,0 0 0,0 0 0,0 0 0,1 0 0,-1 0 0,0 0 0,0 1 0,0-1 0,0 0 0,1 0 0,-1 0 0,0 0 0,0 0 0,5 9 2,1 11 3,14 79 20,-2-13 6,5 7-31,-21-86 2,1 0 0,0 0-1,0 0 1,1 0 0,0 0 0,0-1-1,3 5-1,-5-9 0,-1 0-1,1 0 0,0 0 0,-1 0 1,1-1-1,0 1 0,0 0 0,0-1 1,0 1-1,0-1 0,1 0 1,-1 0-1,0 0 0,1 0 0,-1 0 1,0 0-1,1-1 0,-1 1 0,1-1 1,-1 0-1,1 0 0,-1 0 1,1 0-1,1 0 1,-2-1-23,0 1 1,0-1 0,-1 0-1,1 0 1,0 0-1,0 0 1,-1-1 0,1 1-1,-1 0 1,1-1-1,-1 1 1,0-1 0,1 1-1,-1-1 1,0 0-1,0 0 1,0 1-1,0-1 1,0-1 22,15-42-484,-12 29 275,40-93-1241,-8 24 136,-32 75 1068,0 1-1,0 0 0,1 0 1,1 0-1,3-5 247,-7 11-36,0 1 0,0-1 0,0 1-1,0 0 1,0-1 0,1 1 0,-1 1-1,1-1 1,-1 0 0,1 0 0,0 1 0,0-1-1,-1 1 1,1 0 0,0 0 0,0 0-1,0 1 1,0-1 0,3 0 36,-5 1 3,0 1 0,0-1 1,-1 1-1,1-1 0,0 0 0,0 1 1,-1-1-1,1 1 0,0-1 0,-1 1 1,1 0-1,-1-1 0,1 1 0,-1 0 0,1-1 1,-1 1-1,1 0 0,-1 0 0,1-1 1,-1 1-1,0 0 0,0 0 0,1 0 1,-1 0-1,0-1 0,0 1 0,0 0 1,0 0-1,0 0 0,0 0-3,1 30 140,-1-29-126,-8 128 486,-1 46 437,9-172-879,0-1 0,0 1-1,0-1 1,1 1 0,0-1 0,0 1 0,0-1-1,0 1 1,0-1 0,1 0 0,-1 0 0,1 1 0,0-1-1,0 0-57,-1-3 26,-1 1-1,1 0 1,0 0-1,0-1 1,-1 1-1,1-1 1,0 1-1,0 0 1,0-1-1,0 0 1,0 1-1,0-1 1,-1 1-1,1-1 1,0 0-1,0 0 1,0 0-1,0 0 1,0 1-1,1-1-25,0-1 24,-1 1 0,1-1 0,0 1 0,-1-1 0,1 1 0,0-1-1,-1 0 1,1 0 0,-1 0 0,1 0 0,-1 0 0,1 0-1,-1 0 1,0 0 0,1-2-24,12-13 131,0-2-1,-1 1 0,-1-2 1,-1 0-1,-1 0 0,3-9-130,30-53 365,-3 7-107,-25 44-169,1 0 0,3-1-89,-14 23 32,0 1 1,0 0-1,1 1 1,0-1-1,0 1 1,1 0 0,0 0-1,0 1 1,0 0-1,1 0-32,-7 5 15,0-1 0,0 1 1,0-1-1,0 1 0,0-1 0,0 1 0,0 0 0,0 0 1,0 0-1,0-1 0,0 1 0,0 0 0,0 0 0,1 1 1,-1-1-1,0 0 0,0 0 0,0 0 0,0 1 0,0-1 0,0 0 1,0 1-1,0-1 0,0 1 0,0-1 0,0 1 0,0 0 1,-1-1-1,1 1 0,0 0 0,0 0 0,-1 0 0,1-1 1,0 1-1,-1 0 0,1 0 0,-1 0 0,1 0 0,0 1-15,2 5 90,0 1 1,0 0-1,0 0 0,-1 0 0,0 1-90,2 6 99,4 9 128,1-1-1,11 19-226,-17-35 60,1-1-1,0 1 1,0-1 0,1 0-1,0 0 1,0 0-1,0 0 1,1-1-1,0 0 1,0-1-1,3 3-59,-5-5 31,-1-1-1,1 0 0,-1 0 0,1 0 0,0-1 1,-1 1-1,1-1 0,0 0 0,-1 0 1,1 0-1,0 0 0,0-1 0,-1 1 0,1-1 1,-1 0-1,1 0 0,-1 0 0,1-1 1,-1 1-1,1-1 0,-1 0 0,0 0 0,1-1-30,6-3 90,0-1 0,0 0 0,-1-1 0,0 0 0,-1-1 0,4-4-90,1-2 60,2-4 125,0 1-1,2 1 0,14-12-184,-27 25 24,0 1-1,0 0 0,0-1 0,1 2 0,0-1 0,0 1 0,-1-1 0,1 1 0,1 1 0,-1-1 0,0 1 0,0 0 1,0 0-1,1 0 0,-1 1 0,1-1 0,-1 1 0,0 1 0,1-1-23,-4 2 8,0-1 0,0 0 0,0 1 0,0-1 0,-1 1 0,1-1-1,0 1 1,-1 0 0,0 0 0,1 0 0,-1 0 0,0 0 0,0 0 0,0 0 0,0 0 0,0 0 0,-1 0 0,1 1 0,0 0-8,6 14 49,32 65 5,-30-60-167,1 0-1,0-1 1,2 0-1,1 0 1,0-1-1,2-1 1,6 6 113,-19-23-71,0 0-1,0 0 1,0 0 0,0 0 0,0 0-1,1-1 1,-1 1 0,1-1-1,-1 0 1,1 0 0,-1 0 0,1 0-1,0 0 1,0 0 0,-1-1-1,1 0 1,0 1 0,0-1 0,0 0-1,-1 0 1,1 0 71,19 1-2384,2 1-7108,-56-4 7151</inkml:trace>
  <inkml:trace contextRef="#ctx0" brushRef="#br0" timeOffset="-166584.773">1459 2118 4576,'-27'-144'4130,"27"142"-3929,0 1-1,-1 0 0,1 0 0,0 0 0,0 0 0,0 0 0,-1 0 1,1 0-1,-1 0 0,1 0 0,-1 0 0,1 0 0,-1 0 1,1 0-1,-1 0 0,0 0 0,1 1 0,-1-1 0,0 0 0,0 0 1,0 1-1,0-1-200,-9 7 2829,2 5-3784,3 2 1087,0 1 0,0-1 0,1 1 0,1-1 0,0 1 0,1 0 0,1 0 0,-1 9-132,0 7 194,-20 282 709,2-21-59,13-197-583,-4 33 80,8-95-584,0-9-427,-3-54 135,2-22-2413,3-40 2948,-1-16-2363,-1 36-5557</inkml:trace>
  <inkml:trace contextRef="#ctx0" brushRef="#br0" timeOffset="-166016.24">1562 1743 5384,'-8'9'-85,"-15"13"462,22-21-328,-1-1 0,1 1 0,-1-1 0,1 0 0,-1 1 0,1-1 0,-1 0 0,0 0 0,1 0 0,-1 0 0,1 0 0,-1 0 0,1-1 0,-1 1 0,1 0 0,-1-1 0,1 1 0,-1-1-1,0 0-48,-8-2 350,-1 1-1,1 0 0,-1 0 0,0 1 0,1 1 0,-1-1 0,-8 2-349,-19-1 578,29 0-400,0 0 0,1 1 0,-1 0 0,1 0 0,-1 1 1,1 0-1,0 0 0,-1 1 0,1 0 0,1 1 0,-1 0 0,-6 4-178,-6 5 267,2 1-1,0 0 1,0 2 0,-3 5-267,-3 3 158,2 1 0,1 1 1,0 1-1,2 1 0,2 0 1,0 2-1,2 0 1,1 0-1,-2 10-158,-12 36 214,4 2 0,3 1-1,3 0 1,4 2 0,0 29-214,9-37 343,4 72-343,2-119 55,2 1 1,1-1-1,1 0 0,1 0 0,1-1 0,1 1 1,3 3-56,-5-17 34,0 0 1,1-1-1,0 1 1,0-2-1,1 1 1,1-1-1,0 0 1,0-1-1,1 0 1,0 0 0,1-1-1,0 0 1,0-1-1,0 0 1,1-1-1,5 1-34,0 0 41,0-1 1,1-1-1,-1 0 0,1-2 0,1 0 0,-1-1 0,0 0 0,0-2 1,1 0-1,-1-1 0,10-2-41,7-3 105,0 0 0,-1-3 1,0-1-1,0-1 0,-1-1 1,-1-3-1,0 0 0,-1-2 1,0-1-1,-2-2 0,2-3-105,-14 8 31,-1-1-1,-1-1 0,0-1 0,-2 0 0,0-1 0,0 0 1,-2-1-1,-1 0 0,0-1 0,-2 0 0,1-3-30,4-18 120,-2 0 0,-1-1 0,-2-1 0,-2 1 0,-2-16-120,-3-6 93,-3 1-1,-2-1 1,-4 0-1,-2 1 1,-3 1-1,-3 0 1,-3 0-1,-12-22-92,18 51 91,-1 1 0,-2 1 0,-2 0 0,0 1 0,-21-24-91,28 40 21,-1 1 1,0 1-1,-1 0 0,-1 1 1,0 0-1,0 1 0,-1 0 1,0 1-1,-1 1 0,-1 1 1,1 0-1,-8-2-21,20 9-8,0 0 1,0 0-1,-1 1 0,1-1 0,0 1 1,0 0-1,0 0 0,0 1 1,0-1-1,-1 1 0,1 0 0,0 0 1,0 0-1,0 0 0,1 1 1,-1 0-1,0-1 0,0 1 0,1 1 1,0-1-1,-1 1 0,1-1 1,0 1-1,-2 2 8,-4 4-133,0 1 0,1 0 0,1 0 0,0 1 0,0 0 0,1 0 0,-2 7 133,-11 23-1602,-6 19-8401,51-117 7714</inkml:trace>
  <inkml:trace contextRef="#ctx0" brushRef="#br0" timeOffset="-164710.682">3733 1781 6904,'-48'-45'1432,"35"31"-693,1 2 1,-2 0-1,-8-5-739,17 13 161,0 1 0,-1 0 0,1 0 0,-1 1-1,0 0 1,0 0 0,0 0 0,0 1 0,0-1-1,0 2 1,0-1 0,-1 1 0,1-1-1,0 2 1,0-1 0,0 1 0,-1 0 0,1 0-1,-6 2-160,1 1 78,-1 1 0,1 0 0,0 0-1,0 1 1,1 1 0,0 0-1,0 0 1,0 1 0,-8 8-78,4 0 28,0 1 0,0 1 0,2 0 1,0 0-1,1 1 0,1 1 0,1 0 0,0 0 0,2 1 1,0 0-1,-1 15-28,-5 27 91,2 0 0,4 0 0,1 25-91,4 81 503,11 70-503,1 50 357,-9-229-178,-4 0 1,-2 0-1,-3 5-179,8-64-34,0-1 0,0 0 0,0 1 0,0-1 0,-1 1 0,1-1 0,0 0 0,0 1 0,0-1 0,-1 0 0,1 1 0,0-1 0,-1 0 0,1 1 0,0-1 0,0 0 0,-1 0 0,1 1 0,-1-1 0,1 0 0,0 0 0,-1 0 0,1 1 0,0-1 0,-1 0 0,1 0 0,-1 0 1,1 0-1,0 0 0,-1 0 0,1 0 0,-1 0 0,1 0 0,-1 0 0,1 0 0,0 0 0,-1 0 0,1 0 0,-1 0 0,1-1 0,0 1 0,-1 0 0,1 0 0,0 0 0,-1-1 0,1 1 0,-1 0 34,-18-16-927,15 9 866,0 0 0,0 0 0,0-1-1,1 0 1,0 0 0,1 0 0,0 0-1,0 0 1,1 0 0,0-5 61,-7-30-1454,-16-58-6406</inkml:trace>
  <inkml:trace contextRef="#ctx0" brushRef="#br0" timeOffset="-164185.904">2885 2701 6104,'47'-35'505,"-26"19"42,0 1-1,1 1 0,0 1 0,12-5-546,2 3 363,1 2 0,1 2-1,-1 1 1,3 1-363,156-21 732,-189 29-715,24-6 95,10-1 758,-48 33-332,0-4-414,-3 11 149,1 1 1,0 11-274,7-31 45,0 0 0,2-1-1,-1 1 1,2 0 0,0-1 0,0 1 0,1 0 0,1 0-45,0 2 74,1 0-1,0 0 1,1-1 0,1 0 0,0 0 0,1 0 0,3 5-74,-8-16 23,0 0 0,1 0-1,-1 0 1,1 0 0,0 0-1,0 0 1,0-1 0,0 0 0,0 1-1,1-1 1,-1 0 0,1 0-1,-1-1 1,1 1 0,0-1-1,-1 0 1,1 0 0,0 0 0,0 0-1,0-1 1,0 1 0,0-1-1,0 0 1,0 0 0,-1-1-1,1 1 1,0-1 0,0 0-1,0 0 1,0 0 0,0-1-23,6-2 48,-1 0 0,0-1 0,0 0 1,0-1-1,-1 0 0,1 0 0,-1-1 0,-1 0 0,1 0 0,-2-1 1,1 0-1,-1 0 0,0 0 0,0-1 0,-1 0 0,0 0 1,-1-1-1,0 1 0,0-1 0,-1 0-48,0 0 39,0 0 0,0 0 0,-1 1 0,0-1 0,-1-1 0,0 1 0,0 0 0,-1 0 0,-1 0 0,0 0 0,0 0 1,-1 0-1,0 0 0,-1 0 0,0 0 0,0 0 0,-1 1 0,-1 0 0,1 0 0,-4-4-39,2 6 48,0 0 0,-1 0 0,0 1 1,-1 0-1,1 0 0,-1 1 0,0-1 0,-1 2 0,1-1 1,-1 1-1,0 1 0,0 0 0,0 0 0,0 0 0,-7 0-48,14 2-58,0 1-1,0-1 0,-1 1 0,1-1 0,0 1 0,0 0 0,0 0 0,-1 0 0,1 0 0,0 0 1,0 0-1,-2 1 59,4-1-44,-1 0 1,1 0 0,0 1 0,0-1 0,0 0 0,0 0 0,0 0 0,0 0 0,0 1 0,-1-1-1,1 0 1,0 0 0,0 0 0,0 0 0,0 1 0,0-1 0,0 0 0,0 0 0,0 0 0,0 1-1,0-1 1,0 0 0,0 0 0,0 0 0,0 1 0,0-1 0,0 0 0,1 0 0,-1 0 0,0 0-1,0 1 1,0-1 0,0 0 0,0 0 0,0 0 0,0 0 0,0 0 0,1 1 0,-1-1 0,0 0-1,0 0 1,0 0 43,17 14-996,3-2-668,10 8-6422</inkml:trace>
  <inkml:trace contextRef="#ctx0" brushRef="#br0" timeOffset="-163833.058">3859 2555 9056,'12'11'494,"0"0"1,-1 1-1,0 0 1,-1 1-1,0 1 1,-1-1-1,-1 1 1,0 1-1,1 3-494,8 19 455,-8-19-197,-1 0 0,0 0 0,-1 1-1,-1 0 1,0 5-258,-7-4 327,0-13 67,0-16 809,1-28-993,-1 18-137,1-1-1,1 0 0,0 1 1,2 0-1,1-4-72,0 8 5,1 0-1,0 0 0,1 0 1,1 1-1,0 0 1,1 0-1,1 0 0,0 1 1,1 1-1,0 0 1,1 0-1,0 1 1,1 0-1,0 1 0,1 0 1,10-6-5,-20 15-148,-1 0 0,1-1 0,-1 1 0,1 1 0,0-1 0,0 0 0,-1 1 0,1-1 0,0 1 0,2 0 148,11-2-2192,-5 1-5335,-26 3 5653</inkml:trace>
  <inkml:trace contextRef="#ctx0" brushRef="#br0" timeOffset="-157903.442">2400 3803 9776,'0'0'1513,"-3"-7"-248,-41-68 1541,41 72-2707,-1 0 0,1 0 1,0 0-1,-1 1 0,0-1 1,1 1-1,-1 0 1,0 0-1,0 0 0,0 1 1,0 0-1,-1-1 1,1 1-100,-2-1 59,0 0-32,0 1 0,0-1 0,0 1 0,0 0 0,0 0-1,0 1 1,0 0 0,0 0 0,0 0 0,-1 1-27,-3 0 21,4-1-6,0 1 1,0 0-1,0 0 0,0 0 1,0 1-1,1 0 1,-1 0-1,1 0 0,-1 1 1,1 0-1,0 0 1,-2 2-16,0-1 7,-2 2-5,0-1 0,1 1 0,0 1 1,0 0-1,1 0 0,0 0 0,0 1 1,1 0-1,0 0 0,0 1 0,0 0-2,-2 8 8,-1 0 1,2 0-1,0 0 0,2 1 0,-1 2-8,3-7 17,1 0-1,0 0 0,0 1 1,2-1-1,0 0 0,0 1 1,1-1-1,1 0 0,0 0 1,1 1-17,4 14 17,1-1 0,2-1 0,1 1 0,2 1-17,-11-24 6,0 0-1,1-1 1,0 1 0,-1-1-1,1 0 1,0 1 0,1-2-1,-1 1 1,1 0 0,-1-1-1,1 1 1,0-1-1,-1 0 1,1 0 0,0-1-1,1 1 1,-1-1 0,0 0-1,0 0 1,1 0 0,-1-1-1,0 1 1,1-1 0,1 0-6,5 0 27,0 0 1,0-1 0,0 0 0,0-1 0,0-1 0,0 1 0,0-1 0,-1-1 0,4-2-28,-11 4 6,1 0 0,-1-1-1,1 0 1,-1 1 0,0-1 0,0 0 0,0-1 0,-1 1 0,1-1-1,-1 1 1,0-1 0,0 0 0,0 1 0,0-1 0,1-4-6,4-13 30,-1 0 0,3-14-30,-3 10 18,4-22 55,-1-1-1,-3 1 0,-1-1 0,-3 0 1,-2 0-1,-2-9-72,-12-88 295,-14-52-295,19 139-38,25 260 43,25 297-73,-38-446 64,1 1 0,3 0 0,12 40 4,-19-93 1,1 4-26,1 1-1,0-1 1,0 1-1,0-1 0,0 0 1,1 0-1,1 1 26,-4-5-22,1 0-1,0 0 0,0 0 0,0-1 0,-1 1 0,1 0 0,0-1 0,0 1 0,0 0 0,0-1 0,0 1 0,0-1 0,1 0 0,-1 1 0,0-1 0,0 0 1,0 0-1,0 1 0,0-1 0,0 0 0,1 0 0,-1 0 0,0-1 0,0 1 0,0 0 0,0 0 0,0 0 0,1-1 0,-1 1 0,0-1 0,0 1 0,0-1 1,0 1-1,0-1 0,0 0 0,0 1 0,0-2 23,6-2-132,-1 1 0,0 0 0,0-1 0,-1 1 0,1-1 0,-1 0 0,0-1 0,0 1 0,-1-1 0,1 0 0,-1 0 0,0-1 0,-1 1 0,1-1 0,-1 0 0,0 0 0,0 0 0,0-2 132,24-104-1989,0 8-6991</inkml:trace>
  <inkml:trace contextRef="#ctx0" brushRef="#br0" timeOffset="-157537.598">2659 3759 8160,'15'158'5570,"29"123"-5570,-43-275 92,1 1 0,-1-1 0,1 0-1,1 0 1,-1 0 0,1 0 0,0-1-1,0 1 1,1-1 0,0 0 0,3 4-92,-6-8 341,-1-1 52,1 0-368,0-1-1,1 1 1,-1-1-1,0 1 1,0-1-1,0 1 1,1-1-1,-1 1 1,0-1-1,0 0 1,0 0-1,0 0 0,0 0 1,0 0-1,-1 1 1,1-2-1,0 1 1,0 0-1,-1 0 1,1 0-1,0 0 1,-1 0-25,14-32 167,-11 26-109,6-22 17,-1 1 0,-2-1 0,-1-1 0,-1 1 0,-2-1 0,-1 0-75,10-79 183,-7 86-157,0 1-1,2-1 0,1 1 0,0 1 0,2-1 0,0 1 0,1 1 0,1 0 0,3-2-25,-12 19-46,0-1-1,1 1 1,0 0 0,0 0 0,0 0-1,0 0 1,0 1 0,1-1 0,-1 1 0,1-1-1,-1 1 1,1 1 0,0-1 0,0 0-1,0 1 1,0 0 0,0 0 0,0 0-1,0 0 1,0 1 0,0-1 0,1 1-1,-1 0 1,0 1 0,0-1 0,0 1 0,0-1-1,1 1 1,-1 1 0,0-1 0,0 0-1,-1 1 1,1 0 0,0 0 46,14 8-609,0 0 0,-1 1 0,0 1 0,0 1-1,-2 0 1,9 10 609,26 23-7966</inkml:trace>
  <inkml:trace contextRef="#ctx0" brushRef="#br0" timeOffset="99997.597">3755 3744 2784,'17'1'-9,"-10"-2"86,-16-10 55,5 5 89,-1 0 0,0 0 0,-1 1 0,1 0 0,-1 0 0,0 1 0,0-1 0,0 1 0,-1 0 0,1 1 0,-1 0 0,0 0 0,0 0 0,0 1-1,-6-1-220,3 2 113,0 0 0,0 1-1,0 0 1,0 1-1,1 0 1,-1 0-1,0 1 1,1 1-1,-1-1 1,1 2-1,-1-1 1,1 1 0,1 1-1,-1-1 1,1 1-1,-1 1 1,1 0-1,1 0 1,-1 0-1,1 1 1,-2 3-113,-3 4 61,1 0 0,1 0 1,0 1-1,1 1 0,1 0 0,0 0 1,1 0-1,1 1 0,0 0 0,2 0 1,-2 6-62,-1 8 64,2-1 1,0 1-1,3 0 1,0 0-1,2 19-64,1-46 13,-1 0-1,1 1 0,0-1 0,0 0 0,0 0 0,0 0 1,1 1-1,0-2 0,0 1 0,0 0 0,0 0 0,0-1 1,1 1-1,0-1 0,0 1 0,0-1 0,0 0 0,0 0 1,1-1-1,-1 1 0,1-1 0,0 0 0,-1 1 1,1-2-1,0 1 0,0 0 0,0-1 0,1 0 0,-1 0 1,1 0-13,2 1 23,1-2 0,-1 1 1,1-1-1,-1 0 1,1 0-1,-1 0 1,1-1-1,-1-1 1,0 1-1,1-1 1,-1-1-1,0 1 1,0-1-1,0 0 0,-1-1 1,1 1-1,0-2-23,8-5 59,-1-1-1,0 0 1,-1-1-1,-1-1 1,1 0-59,-8 6 29,1 0 1,-2-1-1,1 1 1,-1-1-1,0 0 1,0 0 0,-1 0-1,0-1 1,-1 1-1,2-9-29,-2 9 62,-1 1 0,1-1 0,-1 0 0,-1 0 0,0 0 0,0 1 0,0-1 0,-1 0 0,0 0-1,0 0 1,-1 1 0,0-1 0,-1 1 0,0 0 0,0-1 0,-4-5-62,0 0 180,5 8-74,0 1 1,0-1-1,-1 1 0,0 0 0,0 0 0,0 0 1,0 0-1,0 0 0,-1 1 0,0-1 0,1 1 1,-3-1-107,5 6 18,1-1 0,-1 1 1,1 0-1,0-1 1,0 1-1,0 0 0,0-1 1,0 1-1,0 0 1,0 0-1,0-1 0,1 1 1,-1 0-1,1-1 1,-1 1-1,2 1-18,-1 2 14,14 68 272,3-1 1,4-2 0,18 41-287,-34-99-11,1 0 0,-1-1 1,2 1-1,0-2 0,0 1 1,1-1-1,0-1 0,0 1 1,7 3 10,-9-6-16,-6-6-120,0 0-1,0 1 1,0-1 0,0 0-1,0 0 1,0 0-1,0 0 1,0-1-1,0 1 1,1 0 0,-1 0-1,0-1 1,0 1-1,1-1 1,-1 1 0,0-1-1,1 1 1,-1-1-1,1 0 1,-1 0-1,0 0 1,1 0 0,-1 0-1,1 0 1,-1 0-1,1 0 1,-1 0 0,0-1-1,1 1 1,-1 0 136,10-5-236,-8 4-43,-2-2 4,9-10-883,2-3-4362</inkml:trace>
  <inkml:trace contextRef="#ctx0" brushRef="#br0" timeOffset="100728.097">3957 3689 4760,'4'2'83,"0"-1"0,0 2 0,0-1 1,0 0-1,-1 1 0,1-1 0,-1 1 0,1 0 1,-1 0-1,0 1-83,-2-1 49,1-1-1,-1 1 1,0 0 0,0 0 0,0 0 0,0 1-1,-1-1 1,1 0 0,-1 0 0,0 0 0,0 0-1,0 0 1,0 1 0,-1-1 0,1 0-49,-3 27 263,-3 54 950,3 14-1213,4-72 212,0 0 0,2 0 0,0-1 0,2 1 0,1-1 0,1 1-212,-5-22 78,-1 0 0,0 0 0,1 0 0,0 0 1,0 0-1,0-1 0,0 1 0,1-1 0,-1 1 1,1-1-1,0 0 0,0 0 0,0 0 0,0-1 0,1 1 1,-1-1-1,1 0 0,2 2-78,-3-3 54,1 0 1,-1 0 0,1-1-1,-1 1 1,1-1-1,0 0 1,-1 0-1,1 0 1,-1 0-1,1 0 1,0-1-1,-1 0 1,1 0-1,-1 0 1,1 0-1,-1 0 1,0-1-1,0 1 1,1-1-1,-1 0 1,1-1-55,4-2 55,-1-1 0,0 1 1,0-1-1,0 0 0,-1-1 1,0 1-1,0-1 1,-1 0-1,2-4-55,4-8 98,-1-1-1,-1 1 1,-1-3-98,13-27 7,25-32 72,-27 51 53,-18 29-52,10 22 44,-4 1-76,0 0 0,-2 0-1,-1 0 1,0 8-48,-1-8 56,1-1 0,1 1 0,0 0 0,4 5-56,-8-25 5,3 9 93,1 0 1,0 0 0,0-1-1,1 0 1,3 3-99,-7-11 20,-1 0 0,0 0 0,1 0 0,0-1 0,-1 1 0,1 0 0,0-1 0,0 1 0,0-1-1,0 0 1,0 0 0,0 0 0,0 0 0,0 0 0,0 0 0,0 0 0,1-1 0,-1 1 0,0-1 0,1 0 0,-1 0 0,0 1 0,1-1 0,-1-1 0,0 1 0,1 0 0,-1-1 0,0 1 0,3-1-20,-2-1 27,1 0 1,-1 0 0,0 0-1,1-1 1,-1 1-1,0-1 1,0 0-1,-1 1 1,1-1 0,0-1-1,-1 1 1,0 0-1,0 0 1,2-4-28,23-55 165,-22 49-115,8-30 44,-1-1 0,-2-1 0,-2 0 0,1-38-94,-2 23-1141,14-58 1141,-18 103-2177,4-16-4093,-16 73 4744</inkml:trace>
  <inkml:trace contextRef="#ctx0" brushRef="#br1" timeOffset="631143.077">337 410 9504,'0'-4'1166,"0"-1"-721,0-1-1,1 1 0,-1 0 0,1-1 0,1 1 0,-1 0 1,1-1-445,-1 4 982,-1 2-96,0 0-146,7 28 61,8 50-188,-3 0 1,-2 35-614,0 159 782,-3-56-406,-7-209-465,1 3 119,-1-3-3912,0-7-6527</inkml:trace>
  <inkml:trace contextRef="#ctx0" brushRef="#br1" timeOffset="631478.153">0 930 10848,'6'-5'1133,"15"-12"-645,1 1-1,0 1 1,1 1-1,0 1 1,1 1-1,1 2 1,0 0 0,0 1-1,1 2 1,14-3-488,33-3-254,0 2 1,38 2 253,78-11-2805,-149 14 1122,0-3 1,0-1-1,10-5 1683,-17 5-5513</inkml:trace>
  <inkml:trace contextRef="#ctx0" brushRef="#br1" timeOffset="631840.497">745 766 8520,'15'-6'202,"29"-8"1105,-30 14-598,-14 0-696,0 0-1,0 0 1,1 0 0,-1 1-1,0-1 1,0 0 0,0 0-1,0 1 1,1-1-1,-1 0 1,0 0 0,0 1-1,0-1 1,0 0 0,0 1-1,0-1 1,0 0 0,0 1-1,0-1 1,0 0-1,0 0 1,0 1 0,0-1-1,0 0 1,0 1 0,0-1-1,0 0 1,0 0 0,-1 1-1,1-1 1,0 0-1,0 0 1,0 1 0,0-1-1,-1 0 1,1 0 0,0 1-1,0-1-12,-51 102 1526,42-82-1000,7-17-453,0 0 0,1 0 0,-1 0 0,1 0 0,0 0 0,0 0 0,1 0 1,-1 0-1,0 1 0,1-1 0,0 0 0,0 0 0,0 1 0,0-1 1,0 0-1,1 0 0,0 1-73,1 11 166,2 0 1,0-1-1,1 1 0,0-1 1,1-1-1,0 1 0,2-1 1,3 5-167,-8-13 26,0 0 0,1-1 0,-1 0 0,1 0 0,0 0 0,0 0 0,1 0 0,-1-1 0,1 0 0,0 0 1,0 0-1,0-1 0,0 1 0,0-1 0,1 0 0,-1-1 0,1 1 0,-1-1 0,1 0 0,-1-1 0,1 1 0,0-1 1,4-1-27,0 0 38,0-1 0,0 0 0,0 0 1,-1-1-1,1-1 0,-1 0 1,0 0-1,0 0 0,0-2 1,0 1-1,-1-1 0,0 0 0,0 0 1,-1-1-1,0 0 0,0-1 1,0 1-1,-1-2-38,7-7 74,-2-1 1,-1 0-1,0 0 1,-1-1-1,0-1 1,-2 1-1,0-1 1,2-14-75,-7 24 31,0 1-1,-1-1 1,0 0 0,-1 1 0,0-1 0,0 0-1,-1 1 1,0-1 0,-1 0 0,0 1 0,0-1 0,-1 1-1,1 0 1,-2 0 0,1 0 0,-1 0 0,-1 1-1,1-1 1,-1 1 0,-1 0 0,-1-2-31,2 4 14,0 0 1,-1 0 0,1 0-1,-1 1 1,0 0-1,0 0 1,0 0 0,-1 1-1,1-1 1,-1 2-1,0-1 1,0 1 0,0 0-1,0 0 1,0 1-1,0 0 1,-1 0 0,1 1-1,0 0 1,0 0-1,-1 1 1,1 0 0,0 0-1,0 1 1,-3 0-15,-21 14-1015,11-3-9490,32-22 8436</inkml:trace>
  <inkml:trace contextRef="#ctx0" brushRef="#br1" timeOffset="632574.666">1860 250 11032,'0'0'1336,"13"11"1192,-2 19-1742,-1 2 1,-1-1 0,-2 2 0,3 29-787,-3-22 298,8 49 114,19 148 349,-24-146-588,-4-46-133,2 21 944,0 48-984,-8-111 122,-4-20 108,8-24-147,2-1 0,1 0-1,9-22-82,-2 17 7,6-7-6,3 12-1,4 13 0,-24 28 0,-1-1 0,0 1 0,1 0 0,-1-1 0,1 1 0,-1 0 0,1 1 0,0-1 0,-1 0 0,3 0 0,-2 1 0,0 0 0,0 0 0,0 0 0,0 0 0,0 1 0,0-1 0,0 1 0,-1 0 0,4 0 0,-1 2 1,1 0 0,0 0 0,-1 1 0,0 0 0,0 0 0,0 0 1,0 0-1,-1 1 0,1 0 0,-1-1 0,0 2 0,-1-1 0,1 0 0,0 3-1,5 9 8,-1 0 0,0 1 0,2 8-8,-6-12 16,0 1 0,0 0 1,-1 0-1,-1 0 0,0 6-16,0-4 10,-2-6 4,1 1-1,-1-1 1,-1 0 0,0 1 0,0-1 0,-1 0 0,-1 0-1,-3 10-13,2-7 11,0 4 27,-2 0 0,0-1 0,-8 16-38,6-15 7,5-13-3,1 0 0,-1 0 0,0 0-1,-1 0 1,1 0 0,-1-1-1,0 1 1,0-1 0,-1 0 0,1-1-1,-1 1 1,-3 2-4,0-1-9,5-2-6,-1-1-1,1 0 0,-1 0 1,0 0-1,0 0 0,0-1 1,0 0-1,0 0 0,0 0 1,0 0-1,0 0 0,0-1 1,0 0-1,0 0 0,-4 0 16,3 0-63,1 0-19,1-1 1,-1 0-1,1 0 1,-1 0-1,1 0 1,0 0-1,0 0 1,-1-1-1,1 0 1,0 1-1,0-1 1,1-1-1,-1 1 1,0 0-1,1 0 1,-1-1-1,0 0 82,0-1-156,0 2 7,0-1 0,1 1 0,0 0 0,-1-1-1,1 0 1,0 0 0,0 1 0,1-1 0,-1 0-1,1 0 1,-1-1 0,1 1 0,-1-2 149,-12-30-2975,-2 4-4876,37 72 5929</inkml:trace>
  <inkml:trace contextRef="#ctx0" brushRef="#br1" timeOffset="633034.016">2441 1166 11384,'-41'-10'281,"41"10"-228,-1 0-1,1 0 1,-1-1 0,1 1-1,-1 0 1,1 0 0,-1-1-1,1 1 1,-1 0 0,1-1-1,-1 1 1,1-1 0,0 1-1,-1 0 1,1-1 0,0 1-1,-1-1 1,1 1 0,0-1-1,-1 1 1,1-1 0,0 1-1,0-1 1,0 1 0,0-1-1,0 1 1,-1-1 0,1 1-1,0-1 1,0 0-1,0 1 1,0-1 0,1 1-1,-1-1 1,0 1 0,0-1-1,0 1 1,0-1 0,0 1-1,1-1 1,-1 0-53,10-17 1173,28-4 183,-32 19-1167,1-1-1,-1 1 1,0-1-1,1 0 1,-2-1-1,1 1 1,1-2-189,22-24 918,-1-1 1,2-6-919,-21 25 151,0-1 1,0 0 0,-1-1-1,-1 0 1,0 0 0,-1-1-1,2-7-151,-7 17 41,1 0 0,-1-1-1,0 1 1,0-1 0,0 1 0,-1-1-1,0 1 1,0-1 0,0 1-1,-1-1 1,0 1 0,0-1 0,0 1-1,-1-1 1,0 1 0,0 0-1,0 0-40,1 3 12,1 1 0,-1 0-1,0 0 1,0 0-1,0 0 1,0 0 0,0 0-1,0 0 1,0 0-1,0 0 1,0 0 0,0 0-1,0 1 1,-1-1-1,1 1 1,0-1 0,0 1-1,-1-1 1,1 1-1,-1-1 1,1 1 0,0 0-1,-1 0 1,1 0-1,-1 0-11,-1 0 11,0 1 0,0-1 0,0 1 0,0 0-1,0 0 1,0 0 0,1 1 0,-1-1-1,0 1 1,0-1 0,0 2-11,-6 4 10,0 0 0,1 0 0,0 1 0,1 0 0,-7 9-10,3-2 5,0 1-1,2 0 1,-1 1 0,2 1-1,0-1 1,1 1-1,1 0 1,1 1 0,1-1-1,0 1 1,1 0 0,1 0-1,1 0 1,1 0-1,0 1 1,1-1 0,2 4-5,3 12 6,1-1 0,1 0 0,3 4-6,-8-32 4,0 1 1,1-1-1,-1 0 0,1 0 0,0-1 0,0 1 0,1-1 1,0 0-1,0 0 0,0-1 0,1 1 0,-1-1 0,1 0 0,0-1 1,0 1-1,0-1 0,1 0 0,-1-1 0,2 1-4,1 0 6,0 0 0,0-1 0,0 0-1,0 0 1,1-1 0,-1 0 0,0-1 0,1 0-1,-1 0 1,0-1 0,1-1 0,-1 1 0,0-1-1,1-1-5,2-2-114,0-1 0,0-1-1,-1 0 1,0 0-1,0-1 1,-1-1 0,0 0-1,0 0 1,-1-1-1,3-4 116,18-16-2615,-8 8-7274,-51 51 7450</inkml:trace>
  <inkml:trace contextRef="#ctx0" brushRef="#br1" timeOffset="633793.269">4159 664 12280,'-12'-9'838,"1"0"0,-2 0 1,1 1-1,-1 1 1,0 0-1,-6-1-838,12 5 266,-1 1 0,1 0 0,-1 1 0,1 0 0,-1 0 0,1 1 0,-1-1 0,0 2 0,1-1-1,-1 1 1,1 0 0,-1 1 0,-2 1-266,2-1 108,0 0 0,0 1 0,1 0-1,-1 0 1,1 1 0,0 0-1,0 1 1,1-1 0,-5 4-108,-3 6 74,-1 1 0,2 0 0,-3 4-74,11-11 32,-7 7-22,1 0 0,1 1 0,1 0-1,0 1 1,1 0 0,1 1 0,1-1-1,0 3-9,2-7 6,0 0 0,2 0 0,0 1 0,0-1 0,1 1 0,1-1 0,0 1 0,1-1 0,0 1 0,1-1 0,3 10-6,-2-15 0,0 0 0,0-1-1,1 1 1,0-1 0,0 0 0,0 0-1,1 0 1,0-1 0,1 1-1,0-1 1,-1 0 0,2-1 0,-1 0-1,1 0 1,0 0 0,0-1 0,0 0-1,0 0 1,1 0 0,-1-1-1,1-1 1,0 1 0,0-1 0,0-1-1,1 1 1,-1-1 0,0-1-1,0 1 1,1-1 0,-1-1 0,0 0-1,0 0 1,2-1 0,34-5-28,45-10-290,-80 14 241,0 0 0,0-1 0,0 1 0,-1-2 0,1 1-1,-1-1 1,0-1 0,3-2 77,9-9-429,-1-1-1,-1-1 1,0 0-1,-2-1 0,0-1 1,-1 0-1,-1-1 0,-1-1 1,-1-1 429,1-2-1263,-1-1 0,-2 0 0,0-3 1263,7-22-9100</inkml:trace>
  <inkml:trace contextRef="#ctx0" brushRef="#br1" timeOffset="634130.002">4364 673 10040,'0'2'1100,"14"41"1383,-7-21-1564,-1 1-1,0 0 0,0 7-918,30 236 1773,-32-211-591,-4-54-950,0-1 68,0 0-10,7-19-44,21-93 10,-20 73-77,2 1 0,13-35-179,-18 62-41,0 0 0,0 0 0,1 0 0,1 1 0,0 0 0,0 0 0,1 1-1,0-1 1,1 2 0,0-1 0,5-3 41,-8 8-160,0 0 0,1 1 0,0-1 0,0 1 0,3-1 160,26-12-4019,-30 13-4375,-15 8 6308</inkml:trace>
  <inkml:trace contextRef="#ctx0" brushRef="#br1" timeOffset="634549.83">4949 1147 9952,'0'0'1577,"4"-9"-258,63-131 2434,-21 66-864,54-64-2889,-94 130 124,-1 1 1,0-1-1,-1 0 1,0 0-1,0 0 0,0 0 1,-1-1-1,-1 0 1,1 1-1,-1-5-124,-1 11 24,-1 0 1,0 0-1,0 0 0,0 0 1,-1 0-1,1 0 0,0 0 1,-1 0-1,1 0 0,-1 0 1,0 1-1,1-1 0,-1 0 1,0 0-1,0 1 0,0-1 1,-1 0-1,1 1 0,0-1 1,0 1-1,-1 0 0,1-1 1,-1 1-1,1 0 0,-1 0 1,0 0-1,0 0 0,1 0 1,-3 0-25,-1-2 28,0 1 0,-1 0-1,1 1 1,-1-1 0,1 1 0,-1 0 0,1 1 0,-4-1-28,8 1 13,-1 0-1,1 1 1,-1-1-1,0 0 0,1 1 1,-1-1-1,1 1 1,0 0-1,-1-1 1,1 1-1,-1 0 0,1 0 1,0 0-1,0 0 1,-1 0-1,1 0 0,0 1-12,-5 3 29,-16 13 53,2 1 0,-17 20-82,35-36 9,-1 0 0,1-1 0,0 1-1,0 0 1,0 0 0,0 1-1,1-1 1,-1 0 0,1 1 0,0-1-1,0 0 1,0 2-9,-3 10 15,-2 1-6,2-7-2,1 0 0,1 0 0,0 0 1,-2 10-8,0 12 15,1 1 0,1 0 0,2 1 0,1 12-15,10 4 2,-8-41-10,0-1 0,0 0 0,0 1 0,1-1 0,0 0 0,0-1 0,1 1 0,-1-1 0,2 0 0,-1 0 0,1 0 0,0-1-1,0 0 1,0 0 0,0-1 0,3 2 8,0-2-95,0 1-1,0-2 0,0 1 1,0-1-1,1-1 0,-1 0 0,1 0 1,-1 0-1,1-2 0,0 1 1,0-1-1,8-1 96,-2 0-855,-1-1 0,1 0 0,-1-1 1,1-1-1,-1 0 0,4-2 855,8-4-8472,-63 23 6367</inkml:trace>
  <inkml:trace contextRef="#ctx0" brushRef="#br1" timeOffset="635023.961">5709 710 13088,'0'0'1689,"0"0"-78,-4-2-534,-4 0-864,0-1-1,0 1 1,-1 1 0,1 0 0,-1 0 0,1 0-1,-1 1 1,1 0 0,0 1 0,-8 1-213,9 0 62,1 0 1,0 0-1,0 1 1,0 0-1,0 0 1,0 0-1,1 1 1,-1 0-1,1 0 1,0 1-1,0-1 1,1 1-1,-5 5-62,-8 11 21,1 1 0,-9 17-21,18-27 58,-2 0-44,1 1 0,1 0 0,0 0 0,1 1 0,0 0 0,1 0 0,1 0 0,0 1 0,1 0 0,1 0 0,0-1 0,1 1 0,0 0 0,2 1 0,0 7-14,0-17 3,0-1-1,0 0 1,1 1-1,0-1 0,0 0 1,0 0-1,0 0 1,1 0-1,0-1 0,0 1 1,0-1-1,0 1 1,1-1-1,0 0 0,1 1-2,-2-3 3,0 0-1,-1 0 0,1 0 0,0 0 0,0-1 0,0 1 0,0-1 1,0 0-1,0 0 0,1 0 0,-1-1 0,0 1 0,0-1 0,1 1 0,-1-1 1,0 0-1,1 0 0,-1-1 0,0 1 0,0-1 0,1 1 0,-1-1 0,0 0 1,0 0-1,3-2-2,2-1 2,0-1 1,0 0-1,0 0 1,-1-1-1,1 0 1,-1 0-1,-1-1 1,1 0-1,-1 0 1,-1-1-1,1 1 1,-1-1-1,2-4-2,9-19 9,-1-2-1,-2 1 1,-1-2-9,15-35 47,-20 51-21,0-1-1,-2 0 1,0-1-1,-1 1 1,-1-1-1,-1-3-25,18 82 470,-12-23-406,-1 3-8,1 1 0,3-1 1,1-1-1,1 0 0,3-1 0,1 1-56,-13-31-17,0-1-1,0 0 1,1 0-1,0-1 1,0 1 0,0-1-1,0 0 1,6 3 17,-10-7-82,1 1 0,0-1-1,0 0 1,0 0 0,0 0 0,0 0 0,0 0 0,0 0 0,1-1-1,-1 1 1,0-1 0,0 1 0,0-1 0,1 0 0,-1 0-1,0 0 1,0 0 0,1 0 0,-1-1 0,0 1 0,0-1-1,1 1 1,-1-1 0,0 0 0,0 0 0,0 0 0,0 0-1,0 0 1,0 0 0,0-1 82,5-6-309,0-1 0,0 0 1,-1-1-1,0 1 0,-1-1 0,0 0 0,-1 0 1,0-1-1,1-4 309,4-7-254,16-41-1739,16-35-7687</inkml:trace>
  <inkml:trace contextRef="#ctx0" brushRef="#br1" timeOffset="635359.001">6079 510 11832,'6'161'5340,"8"10"-5340,1 9 2335,-15-162-2477,2-1 0,0 0 0,1 1-1,1-1 1,0 0 0,1 0-1,5 10 143,-10-26-46,1 0-1,-1 0 0,0-1 1,1 1-1,-1 0 0,1 0 1,-1 0-1,1 0 0,0 0 0,-1-1 1,1 1-1,0 0 0,-1-1 1,1 1-1,0 0 0,0-1 1,0 1-1,0-1 0,-1 1 1,1-1-1,0 0 0,0 1 0,0-1 1,0 0 46,29-8-3661,-17 3-3596,-30 12 5456</inkml:trace>
  <inkml:trace contextRef="#ctx0" brushRef="#br1" timeOffset="635692.55">5953 795 11568,'21'4'2640,"-12"-3"-2496,-1-1 1,1 0 0,0 0 0,0-1-1,-1 0 1,1-1 0,-1 0 0,1 0 0,-1-1-1,3-1-144,24-10 1688,27-16-1688,-25 12 248,-27 13-253,1 1-1,-1 0 0,1 0 0,-1 1 0,1 1 0,0 0 0,0 0 1,0 1-1,1 0 0,8 2 6,-15-1-3,0 1 0,0-1 0,0 2 1,-1-1-1,1 0 0,0 1 0,0 0 1,-1 0-1,1 0 0,-1 1 0,0-1 0,0 1 1,0 0-1,0 1 0,0-1 0,-1 1 1,1-1-1,-1 1 0,0 0 0,0 0 0,0 0 1,-1 1-1,1-1 0,1 5 3,5 19 63,0 1 1,-2-1-1,0 1 0,-3 1 0,2 19-63,-1-2 213,-1 0 157,3 23 214,-6-65-527,0-1 0,0 1 1,1-1-1,-1 0 0,1 1 1,0-1-1,0 0 0,1 0 1,-1 0-1,1 0 0,0 0 1,1 0-58,-4-3-4,0-1 0,1 1 1,-1-1-1,0 0 0,1 1 0,-1-1 1,1 0-1,-1 1 0,1-1 1,-1 0-1,0 1 0,1-1 0,-1 0 1,1 0-1,-1 0 0,1 0 0,-1 1 1,1-1-1,-1 0 0,1 0 1,-1 0-1,1 0 0,0 0 0,-1 0 1,1 0-1,-1 0 0,1-1 1,-1 1-1,1 0 0,-1 0 0,1 0 1,-1-1-1,1 1 0,-1 0 0,0 0 1,1-1-1,-1 1 0,1 0 1,-1-1-1,1 1 4,0-2-157,1-1 1,0 1-1,-1 0 1,0-1 0,0 1-1,0-1 1,0 1-1,0-1 1,0-1 156,5-27-3778,-6 30 3448,0 0 1,0 1-1,0-1 0,1 0 0,-1 1 0,0-1 0,0 0 0,0 1 0,-1-1 1,1 0-1,0 1 0,0-1 0,0 0 0,0 1 0,-1-1 0,1 0 0,0 1 1,0-1-1,-1 0 0,1 1 0,-1-1 0,1 1 330,0 20-1925</inkml:trace>
  <inkml:trace contextRef="#ctx0" brushRef="#br1" timeOffset="636027.737">6135 269 10584,'0'0'0,"0"0"-328,17 14 328,-2-14-320,3-7 320,-18 7-304,0 0 304,32-7-6592,-64 14 6592</inkml:trace>
  <inkml:trace contextRef="#ctx0" brushRef="#br1" timeOffset="636361.172">6670 699 14520,'2'5'1573,"87"216"3948,-1 6-3750,-88-227-1753,0 1 0,0-1 0,0 1 1,0-1-1,1 1 0,-1-1 1,0 0-1,0 1 0,0-1 0,1 1 1,-1-1-1,0 0 0,0 1 0,1-1 1,-1 0-1,0 1 0,1-1 0,-1 0 1,1 1-1,-1-1 0,0 0 1,1 0-1,-1 1 0,1-1 0,-1 0 1,1 0-1,-1 0 0,0 0 0,1 0 1,-1 1-1,1-1 0,-1 0 1,1 0-19,13-12 228,7-27-144,-19 36-39,6-18 49,-1 0 0,-1 0 1,0 0-1,-2-1 1,0-8-95,2-3 46,5-49-249,-9 61-424,0 0 1,1 0 0,2 0-1,0 1 1,1-1-1,1 1 1,0 1-1,2-1 1,5-7 626,-3 8-10212,-26 45 7698</inkml:trace>
  <inkml:trace contextRef="#ctx0" brushRef="#br1" timeOffset="636718.456">7253 949 14344,'0'0'1689,"6"-8"-277,1-2-1219,10-12 852,-1-1-1,-1 0 0,-1-2 0,0-1-1044,-8 15 46,-1-1 0,0 0 0,-1 0 0,0 0-1,-1 0 1,0 0 0,-1-1 0,0 0 0,-1 1 0,-1-1-1,-1-10-45,0-12 8,-1 27-19,0 0-1,0 0 1,-1 1-1,1-1 1,-2 1-1,1 0 1,-1 0-1,-1-2 12,-13 26-120,9-4 110,0 2 0,1-1 1,1 1-1,1 1 0,0-1 0,0 1 0,2 0 0,-1 4 10,-1 8 19,2 0 0,0 1 0,2-1 1,1 4-20,1-17 108,1 1 0,1-1 0,1 1 0,0-1 0,2 4-108,-1-2 65,-2-7 23,1 1-1,1-1 1,-1 0 0,1 0-1,1 0 1,0-1 0,1 0-1,5 8-87,-3-5 59,1 2 39,1 0 1,0-1-1,1 0 1,0-1-1,1 0 1,0-1-1,5 3-98,-12-10 40,0 0-1,1-1 0,0 0 1,0 1-1,0-2 0,0 1 0,0-1 1,0 0-1,1 0 0,-1-1 1,1 0-1,0 0 0,-1 0 0,1-1 1,-1 0-1,1 0 0,0-1 1,-1 0-1,2 0-39,1-1-85,-1-1-1,1 0 1,-1 0 0,0 0-1,0-1 1,3-2 85,17-11-3456,-25 15 2849,7-4-10446,-23 14 8319</inkml:trace>
  <inkml:trace contextRef="#ctx0" brushRef="#br1" timeOffset="637474.985">8381 681 9504,'-11'-13'1458,"7"8"-888,1 0 0,-1 1-1,-1-1 1,1 1 0,-1 0-1,1 0 1,-4-2-570,5 5 1240,2 1-1073,0 0-1,0 1 0,1-1 1,-1 0-1,0 1 0,0-1 1,0 1-1,0 0 0,0-1 1,1 1-1,-1 0 1,0-1-1,0 1 0,1 0 1,-1 0-1,1-1 0,-1 1 1,0 0-167,-12 31 330,0 0 1,2 0-1,2 2 0,0-1 1,0 20-331,8-43 43,2 0 0,-1 0 0,1 0 0,1 0 0,0 0 0,0-1 0,1 1 0,0-1 0,1 0 0,0 0 0,0 0 0,1 0 0,0 0-1,1-1 1,0 0 0,0 0 0,0-1 0,1 0 0,0 0 0,1 0 0,0-1 0,0 0 0,0-1 0,0 0 0,4 2-43,-6-5 23,-1 0 0,1 0-1,0 0 1,0 0 0,-1-1-1,1 0 1,0 0 0,0-1 0,0 0-1,0 0 1,0 0 0,0-1-1,0 0 1,0 0 0,0 0-1,0-1 1,3-1-23,-1 0 20,0-1 0,0-1 1,0 0-1,-1 0 0,0 0 0,0-1 0,0 0 1,-1 0-1,0-1 0,0 1 0,1-3-20,5-10 49,0 1-1,-1-2 1,0 1-1,-2-1 0,-1-1 1,0 0-1,-2 0 1,0 0-1,0-8-48,-2 1 55,-2 1 0,0-1-1,-2 1 1,-1-1 0,-2 1-1,-1-2-54,4 29 2,0 0 0,0-1 1,0 1-1,0-1 0,0 1 0,-1 0 0,1-1 0,0 1 0,0 0 0,-1-1 0,1 1 0,0 0 1,-1-1-1,1 1 0,0 0 0,-1 0 0,1-1 0,0 1 0,-1 0 0,1 0 0,0 0 0,-1 0 0,1-1 1,-1 1-1,1 0 0,-1 0 0,1 0 0,-1 0-2,0 0 16,3 24-14,1 1 1,2-1-1,0 0 0,1 0 0,2-1 1,2 5-3,19 69-5,-19-49 5,9 32-4,-4 0 0,2 63 4,-17-133 23,0-1 0,-1 1 1,-1 0-1,0-1 0,0 1 0,-1-1 0,0 0 0,-1 0 0,0 0 0,0 0 0,-1-1 0,0 1 1,0-1-1,-6 5-23,-2 5 65,-2-2 0,0 0 0,-1-1 0,0 0 1,-1-1-1,-2-1-65,5-3 29,-1-1 1,-1-1-1,1 0 1,-1-1-1,0-1 1,0-1-1,-1 0 0,0-1 1,0-1-1,0 0 1,0-1-1,-1-1 1,-3-1-30,13 0 1,0 0 0,0-1 0,0 0 0,1 0 0,-1-1 0,0 0 0,0 0 0,1-1 0,-1 0 0,1 0 0,0-1 0,0 0 0,0 0 0,1-1 0,-1 0 0,1 0 0,0 0 0,1-1 0,-1 0 0,1 0 0,0 0 0,0-1 0,1 0 0,0 0 0,0 0 0,1 0 0,0 0 0,0-1 0,0-3-1,-1 1-146,1 0-1,0 0 1,1 0 0,0-1-1,1 1 1,0-1-1,1 0 1,0 1 0,1-1-1,0 1 1,0-1 0,1 1-1,3-11 147,0 3-654,9-28 519,2-9-3180,1 0-6602,-39 129 7475</inkml:trace>
  <inkml:trace contextRef="#ctx0" brushRef="#br1" timeOffset="637869.155">8909 664 14704,'0'0'1281,"0"0"-28,0 0-132,0 0-115,0 0-332,0 0-178,0 0-384,0 0-88,7 6 22,19 14 7,0-1 1,2-2 0,0 0-1,13 4-53,-23-13 34,0-2-1,1 0 0,-1-1 1,1 0-1,4-1-33,-17-3 12,0-1-1,0 1 0,1-1 1,-1 0-1,0-1 0,0 1 1,0-1-1,1 0 0,-1-1 1,0 0-1,0 0 1,-1 0-1,1 0 0,0-1 1,-1 0-1,0 0 0,4-3-11,-7 4 16,0 1 0,0-1 0,0 0 1,0 0-1,-1 1 0,1-1 0,-1 0 0,1 0 0,-1-1 0,0 1 0,1 0 0,-1 0 0,0-1 0,-1 1 0,1-1 0,0 1 0,-1 0 0,1-1 0,-1 1 0,0-1 0,0 0-16,0-1 15,-1 0-1,1 1 1,-1-1-1,-1 1 0,1-1 1,0 1-1,-1-1 1,1 1-1,-1 0 0,0 0 1,0 0-1,0 0 1,-2-1-15,-4-5 33,-1 0 0,0 1 0,0 0 0,-1 1 0,0 0 0,0 0 0,-11-4-33,9 6 26,0 0 0,0 1 0,0 1-1,-1 0 1,1 0 0,-1 2 0,0-1-1,1 2 1,-1 0 0,-2 0-26,-13 2-12,0 2 1,0 0 0,1 2-1,-1 1 12,26-7-37,0 1 0,0-1 1,0 1-1,0 0 0,0 0 0,0 0 0,0 0 0,0 0 0,1 0 0,-1 0 0,0 1 0,1-1 0,-1 1 0,1-1 0,-1 1 0,1-1 0,0 1 1,-1 1 36,0 2-670,0 0 0,0 0 0,0 1 0,1-1 0,0 0 0,0 1 0,0 2 670,-1 7-9027,5-35 6805</inkml:trace>
  <inkml:trace contextRef="#ctx0" brushRef="#br1" timeOffset="638315.321">9422 545 13000,'0'0'1769,"0"0"-68,0 0-290,0 0-143,2 4-298,9 26-166,5 13 98,18 36-902,-26-63 45,0-1 0,1 1 1,0-1-1,2-1 0,-1 0 1,2 0-1,0-1 0,13 11-45,-19-19 13,0 0 0,1 0 0,0-1 0,0 1-1,0-2 1,1 1 0,-1-1 0,1 0 0,-1-1 0,3 1-13,-6-3 11,0 1 1,1-1-1,-1 0 1,0-1 0,1 1-1,-1-1 1,0 1-1,0-1 1,1-1-1,-1 1 1,0 0 0,0-1-1,0 0 1,-1 0-1,1 0 1,0-1 0,-1 1-1,1-1 1,-1 0-1,1 0-11,7-9 26,1 0 0,-1 0-1,-1-1 1,0-1-1,-1 0 1,-1 0 0,0-1-1,1-4-25,1-3 47,-1 0-1,-1 0 1,-1-1-1,-2 0 1,3-15-47,-8 34 175,-1 6-53,-3 17 10,-5 30 25,8-24-143,0 1 0,2 0-1,1-1 1,1 5-14,-1-18-6,0-1 0,1 1 0,0-1 0,1 0 0,1 1 0,-1-2 0,2 1 0,-1-1 0,2 1 0,2 2 6,27 37-1252,-4-5-2543,-13-16-6146,-45-67 7491</inkml:trace>
  <inkml:trace contextRef="#ctx0" brushRef="#br1" timeOffset="638937.197">10501 637 14256,'4'-3'1626,"6"-4"-720,-1-1-1,0-1 1,0 1-1,0-2 1,-1 1-1,-1-1 1,2-3-906,1 0 957,-10 12-945,0 1 0,0 0 0,0 0 0,1-1 0,-1 1 1,0 0-1,0 0 0,0 0 0,0-1 0,1 1 0,-1 0 0,0 0 0,0 0 0,1-1 0,-1 1 1,0 0-1,0 0 0,1 0 0,-1 0 0,0 0 0,0 0 0,1 0 0,-1-1 0,0 1 0,1 0 0,-1 0 1,0 0-1,0 0 0,1 0 0,-1 0 0,0 0 0,1 1 0,-1-1 0,0 0 0,0 0 0,1 0 1,-1 0-1,0 0 0,1 0 0,-1 0 0,0 1 0,0-1 0,1 0 0,-1 0 0,0 0 0,0 1 1,0-1-1,1 0 0,-1 0 0,0 0 0,0 1 0,0-1 0,0 0 0,0 1 0,1-1 0,-1 0 0,0 0 1,0 1-1,0-1 0,0 0 0,0 1 0,0-1 0,0 0 0,0 0-12,6 26-38,-5-20 130,13 86 137,-12-68-190,2 1 0,0-1 0,1 0 0,2-1 0,0 0 0,9 18-39,-16-41 5,0 1 1,0-1 0,0 0 0,1 0-1,-1 1 1,0-1 0,0 0 0,0 0-1,1 1 1,-1-1 0,0 0 0,1 0-1,-1 0 1,0 0 0,0 0 0,1 1-1,-1-1 1,0 0 0,1 0 0,-1 0-1,0 0 1,0 0 0,1 0 0,-1 0-1,0 0 1,1 0 0,-1 0 0,0 0-1,1 0 1,-1 0 0,0 0 0,1 0-1,-1-1 1,0 1 0,0 0 0,1 0-1,-1 0 1,0 0 0,1 0 0,-1-1-1,0 1 1,0 0 0,0 0 0,1-1-6,17-17 139,21-39 14,-31 45-92,39-69 59,-36 58-74,2 1 1,0 0 0,2 1 0,0 1 0,15-15-47,-29 34 1,-1 0 0,1 0 0,0 0 0,0 0 0,0 0 1,0 0-1,-1 1 0,1-1 0,0 0 0,1 1 0,-1-1 1,0 1-1,0-1 0,0 1 0,0-1 0,0 1 0,0 0 1,1-1-1,-1 1 0,0 0 0,0 0 0,0 0 0,1 0 1,-1 0-1,0 0 0,0 1 0,0-1 0,1 0 0,-1 0 1,0 1-1,0-1 0,0 1 0,0-1 0,0 1 0,0 0 1,0-1-1,0 1 0,0 0 0,0 0 0,0-1 0,0 1 1,0 0-1,-1 0 0,1 0 0,0 0 0,-1 0 0,1 0 1,0 0-1,-1 2-1,5 6 0,0 0 0,-2 1 0,1 0 1,-1 0-1,1 4 0,-3-9 0,3 12-24,17 59-482,8 14 506,-28-88-102,0 1 0,0-1 0,0 1 0,0-1 0,1 1 0,-1-1 0,1 0 0,-1 0 0,1 1-1,0-1 1,0 0 0,0-1 0,0 1 0,0 0 0,2 1 102,-2-3-60,-1 1-1,1-1 0,-1 1 1,0-1-1,1 0 1,-1 0-1,1 1 0,-1-1 1,1 0-1,-1-1 0,1 1 1,-1 0-1,1 0 0,-1 0 1,1-1-1,-1 1 0,1-1 1,-1 1-1,0-1 0,1 0 1,-1 0-1,0 1 0,0-1 1,1 0-1,-1 0 61,19-10-9622,-17 9 6024,-23 13 1068</inkml:trace>
  <inkml:trace contextRef="#ctx0" brushRef="#br1" timeOffset="639318.028">11455 838 13720,'2'-4'1889,"171"-235"5704,-170 235-7555,0 0-1,-1-1 1,0 1 0,0-1-1,0 0 1,0 1 0,-1-1-1,1 0 1,-1 0 0,-1 0-1,1 0 1,-1 0 0,0 0 0,0 0-1,0 0 1,-1 0 0,0 0-1,0 0 1,-1-4-38,-7-6 64,5 12-55,-9-8-1,10 10-10,1 0 0,0 1 0,-1-1 0,1 1 0,-1 0 0,1-1 0,0 1 0,-1 0 0,1 1 0,-1-1 0,1 0-1,-1 1 1,1-1 0,0 1 0,-1 0 0,1 0 0,0 0 0,-1 0 0,0 1 2,-4 1-25,1 1 0,0 0 0,1 1 0,-1-1 0,1 1 0,-1 0 0,-1 3 25,-5 7-44,1 1 0,0 0 1,1 0-1,1 1 1,1 0-1,-1 5 44,3-9-8,5-10 4,-1 1 0,1 0 0,0 0 0,0 0 0,0 0 0,0 0 0,1 0 0,-1 0 0,1 3 4,0 5-4,0 0-1,1 0 1,0 1 0,0-2-1,2 1 1,-1 0-1,1 0 1,1-1-1,4 8 5,-5-13-29,0 0 0,0-1 0,1 0-1,0 0 1,0 0 0,0 0-1,1 0 1,-1-1 0,1 0 0,0 0-1,1 0 1,-1-1 0,1 0 0,-1 0-1,1 0 1,0-1 0,0 1 0,4 0 29,3-2-239,0 0 1,1 0-1,-1-1 1,1-1-1,-1 0 1,0-1-1,0 0 1,3-2 238,-4 1-251,-1-1 1,1-1 0,-1 0 0,-1 0-1,1-1 1,-1 0 0,0-1 0,0 0-1,0-1 1,4-5 250,4-6-2262,13-13-8818</inkml:trace>
  <inkml:trace contextRef="#ctx0" brushRef="#br1" timeOffset="639666.875">11913 841 13720,'32'-36'2707,"1"2"1,12-9-2708,11-10 1712,-30 29-1170,-19 18-441,0 0-1,0 0 0,0 0 1,-1-1-1,0 0 0,0-1 1,-1 1-1,0-1 1,-1 0-1,1-1 0,-1 1 1,-1-1-1,3-8-100,-5 12-28,0 2 53,0 1 1,-1 0-1,1 0 1,-1-1-1,1 1 1,-1 0-1,0 0 1,0-1-1,0 1 1,0 0-1,-1-1 1,1 1-1,-1 0 1,1 0-1,-1-1 1,0 1-1,0 0 0,1 0 1,-2-2-26,-13-17 200,10 14-196,1 0 1,-1 1-1,-1-1 1,1 1 0,-3-1-5,7 5 3,-8-2 15,-12 12 11,9 0-30,0 1 0,1 1-1,0 0 1,1 0 0,0 1-1,0 1 1,1 0 0,1 0-1,0 0 1,1 1 0,0 0-1,1 1 1,0 1 1,1-3-1,1 1 0,1 0 0,0 1 0,0-1-1,1 0 1,1 1 0,1-1 0,0 1 0,0-1 0,1 1 0,1-1 0,0 1 0,1-1 0,1 0 0,0 0-1,0 0 1,1-1 0,1 0 0,0 0 0,1 0 0,0-1 0,1 1 0,0-2 0,1 1 0,0-1-1,1-1 1,0 0 0,9 7 1,-11-9-40,1-1 0,0-1 0,0 0 0,1 0 0,0 0 0,0-1 0,0-1 0,0 0 0,0 0 0,1-1 0,1 0 40,-4-1-221,-1-1 0,1 0 1,-1 0-1,1-1 0,-1 1 0,0-2 0,1 1 0,-1-1 0,0 0 0,0-1 0,2-1 221,13-3-1908,15-4-8156,-86 26 7579</inkml:trace>
  <inkml:trace contextRef="#ctx0" brushRef="#br1" timeOffset="640336.929">13064 519 10400,'-8'-4'1133,"-40"-23"1975,-28-22-3108,65 42 646,0 1 1,-1 1-1,1 0 1,-1 1-1,-11-2-646,-7-4 509,17 6-213,1 1 1,0 0-1,-1 1 0,1 0 0,-1 1 1,0 1-1,-11 0-296,18 0 102,0 4 91,-25 24-87,2 1-1,1 2 1,-5 9-106,19-22 22,1 0 0,1 1 0,1 0 0,1 1 0,0 1 0,2-1 0,-1 4-22,6-14 9,1-1 1,1 1-1,-1 0 0,2 0 1,-1 0-1,1 0 0,1-1 1,0 1-1,0 0 0,1 0 1,0-1-1,1 1 0,2 6-9,-3-12 3,-1 0 0,1 0-1,0 0 1,0-1 0,0 1-1,1 0 1,-1-1-1,1 1 1,0-1 0,0 0-1,0 0 1,0 0-1,0 0 1,1-1 0,0 1-1,-1-1 1,1 0 0,0 0-1,0 0 1,0-1-1,0 1 1,0-1 0,0 0-1,0 0 1,1-1 0,-1 1-1,0-1 1,1 0-1,-1 0 1,0 0 0,5-1-3,4-2 6,1 0 1,-1-1 0,0 0-1,1-1 1,-2-1 0,1 0-1,-1-1 1,0 0 0,0-1-1,-1 0 1,0-1-1,4-4-5,18-19 10,-1-3 0,-1 0 0,-1-3-11,-6 8 11,-17 20-4,0 0 1,0 0 0,-1-1 0,-1 0-1,0 0 1,0 0 0,-1-1-1,-1 0 1,0 1 0,0-1 0,-1 0-1,-1-1 1,0 1 0,0 0 0,-1-1-8,-3-28 62,-1 0 1,-2 0-1,-10-34-62,1 2 103,6 33-15,5 28-63,1 0 0,1 0 0,0-1 0,0 1 0,1 0-1,1-1 1,0 1 0,1-1 0,2-10-25,-3 21 79,0 33 347,-2-7-295,8 47 248,6 12-379,0 2 88,5 36 123,6-2-1,26 73-210,-28-132-765,-8-30-2104,2 3-8118,-32-71 8241</inkml:trace>
  <inkml:trace contextRef="#ctx0" brushRef="#br1" timeOffset="644277.524">4364 1437 9864,'14'27'336,"-14"-27"-294,1 0 0,-1 0 0,0 0 0,0 0 0,1 1 0,-1-1 0,0 0 0,0 0 1,1 0-1,-1 0 0,0 0 0,1 0 0,-1 0 0,0 0 0,0 0 0,1 0 0,-1 0 0,0 0 1,1 0-1,-1 0 0,0 0 0,1 0 0,-1 0 0,0 0 0,0 0 0,1 0 0,-1 0 0,0 0 0,0-1 1,1 1-1,-1 0 0,0 0 0,0 0 0,1 0 0,-1-1 0,0 1 0,0 0 0,0 0 0,1-1 1,-1 1-1,0 0 0,0 0 0,0-1 0,0 1 0,0 0 0,0-1 0,1 1 0,-1 0 0,0 0 1,0-1-44,8-13 1263,-3-38 2566,-5 50-2773,0 2 109,0 0-426,-5 12-26,-1 7-562,1 0 0,1 1 0,1 0-1,1 0 1,0 0 0,2-1 0,0 1-1,3 18-149,-1 26 344,-1-43-373,1 0 0,1 0 0,0 0-1,2-1 1,1 0 0,0 1 0,1-2 0,1 1 0,2 1 29,-9-19-63,0 0-1,1 0 1,-1-1-1,0 1 1,0 0-1,1-1 1,-1 1-1,1-1 1,-1 0-1,1 1 1,0-1-1,-1 0 1,1 0-1,0 0 1,0 0-1,0-1 1,0 1-1,0 0 1,0-1-1,0 1 0,0-1 1,0 0-1,0 1 64,5-1-1251,-1 0-1,0-1 1,0 1-1,1-1 0,5-2 1252,0 1-6562,-36 6 4268</inkml:trace>
  <inkml:trace contextRef="#ctx0" brushRef="#br1" timeOffset="644645.64">4710 1630 10400,'0'0'1360,"0"0"-40,0 0-159,0 8-222,-1 11-726,1-1 0,1 1 1,1-1-1,0 1 0,2-1 1,0 0-1,5 12-213,-6-22 40,0 0 0,1 0-1,0-1 1,0 1 0,1-1-1,0 0 1,0 0 0,1-1-1,0 1 1,0-1 0,0 0-1,1-1 1,0 0 0,0 0-1,0 0 1,1-1 0,-1 0-1,6 1-39,-2 0 19,0-2 0,0 0 0,0 0 0,1-1-1,-1 0 1,1-1 0,0-1 0,-1 1-1,1-2 1,0 0 0,4-1-19,-11 1 11,1 0 0,-1 0 0,0 0 0,0-1 0,0 0 0,0 0 0,0 0 0,0 0-1,0-1 1,-1 0 0,1 0 0,-1 0 0,0-1 0,0 1 0,0-1 0,0 0 0,-1 0 0,1-1 0,-1 1 0,0-1 0,-1 1 0,1-1 0,-1 0 0,0 0-1,1-3-10,-2 3 29,0 0-1,0 1 0,-1-1 0,1 0 0,-1 0 1,0 1-1,-1-1 0,1 0 0,-1 1 0,0-1 1,0 0-1,-1 1 0,1-1 0,-1 1 0,0 0 1,0-1-1,0 1 0,-1 0 0,1 0 1,-1 0-1,0 1 0,0-1 0,-1 1 0,1 0 1,-1-1-1,0 2 0,-3-4-28,-2 0 49,0 0 1,0 1-1,0 0 1,-1 0-1,0 1 1,0 0-1,0 1 0,0 0 1,-1 1-1,1 0 1,-10 0-50,-7 1-90,-1 2 0,1 0 1,0 2-1,-11 3 90,28-2-261,9-3-3574,1-1 3826,0 0-9804</inkml:trace>
  <inkml:trace contextRef="#ctx0" brushRef="#br1" timeOffset="644978.891">5257 1193 12376,'-2'22'910,"2"0"1,0 1 0,2-1 0,0 0-1,1 0 1,6 19-911,-4-16 553,27 145 1133,-25-136-1610,16 68 352,34 93-428,-51-175-383,1 0 0,1-1 0,8 15 383,-16-34-43,1 0 0,-1 1 0,0-1 0,1 0-1,-1 0 1,1 1 0,-1-1 0,0 0 0,1 0 0,-1 1 0,1-1 0,-1 0 0,1 0-1,-1 0 1,0 0 0,1 0 0,-1 0 0,1 0 0,-1 0 0,1 0 0,-1 0-1,1 0 1,-1 0 0,1 0 0,-1 0 0,0 0 0,1-1 0,-1 1 0,1 0 0,-1 0-1,1 0 1,-1-1 0,0 1 0,1 0 0,-1 0 0,0-1 0,1 1 0,-1 0-1,0-1 1,1 1 0,-1-1 0,0 1 0,0 0 0,0-1 0,1 1 0,-1-1 0,0 1-1,0 0 1,0-1 0,0 1 0,0-1 0,0 1 0,1-1 0,-1 1 0,0-1-1,0 1 1,-1-1 0,1 1 0,0-1 0,0 1 0,0 0 0,0-1 43,-3-41-2284,2 5-7529</inkml:trace>
  <inkml:trace contextRef="#ctx0" brushRef="#br1" timeOffset="645331.269">5241 1676 12640,'9'17'318,"-7"-14"1277,10-7 1443,31-14-1315,-26 10-1567,1 0 0,0 1 0,1 2 0,-1-1 0,1 2 0,9-1-156,56-9-550,-33 5-2823,-23 6-5632,-58 6 6931</inkml:trace>
  <inkml:trace contextRef="#ctx0" brushRef="#br1" timeOffset="645681.291">5799 1439 13624,'0'0'1752,"0"0"-95,0 0-379,0 0-184,-6 3-470,-7 6-563,1 1-1,-1 0 1,2 1 0,-1 0 0,2 1 0,-1 0-1,2 0 1,0 1 0,0 1 0,1-1 0,1 1 0,0 1-1,-3 10-60,10-22 1,-1 0 0,0 0 0,1 0 0,0 1 0,0-1-1,0 0 1,0 0 0,1 1 0,-1-1 0,1 0 0,0 0-1,0 0 1,0 0 0,0 0 0,0 0 0,1 0 0,-1 0-1,1 0 1,0-1 0,0 1 0,0-1 0,0 1 0,0-1-1,1 0 1,1 2-1,10 7 6,0 0-1,0-1 0,1-1 1,7 4-6,0 0 1,1 0-1,23 14-3,-2 1-1,0 2 0,-2 2 1,37 37 3,-77-67 31,0 0-1,0 1 1,0-1 0,0 1 0,-1-1 0,1 1 0,-1 0 0,1 0 0,-1 0-1,0 0 1,0 0 0,0 0 0,0 1-31,-22 15 619,13-12-562,-1-1 1,1 0-1,-1 0 0,-1 0 1,1-2-1,-1 1 1,0-1-1,0 0 1,0-1-1,0 0 1,0-1-1,-1 0 0,0-1 1,1 0-1,-10 0-57,4-1 29,0-1 0,0 0 0,0-2 0,0 1 0,1-2 0,-1 0 0,1-1-1,0-1 1,0 0 0,-4-3-29,16 8-41,1-1-1,-1 1 1,1-1-1,0 1 1,-1-1-1,1 0 1,0 0-1,0 0 1,0 0-1,0 0 0,0-2 42,-9-13-3461,5 7-6920,14 24 7821</inkml:trace>
  <inkml:trace contextRef="#ctx0" brushRef="#br1" timeOffset="646145.778">7628 1512 13176,'-4'0'288,"0"0"0,0 0 1,0 0-1,1-1 1,-1 1-1,0-1 0,0 0 1,1 0-1,-1 0 1,0-1-1,-2-1-288,2 2 285,1-1-1,-1 1 1,1-1 0,-1 1 0,0 0 0,1 0-1,-1 1 1,0-1 0,0 1 0,1 0-1,-1 0 1,0 0 0,0 0 0,0 1-1,-1 0-284,-1 1 127,0 1 0,-1 0-1,1 1 1,1-1-1,-1 1 1,0 0-1,1 0 1,0 1 0,0 0-1,0 0 1,1 0-1,-1 0 1,-2 5-127,-10 16 15,1 0-1,-6 14-14,14-25 84,5-9-64,0 1 1,1-1-1,-1 0 0,1 1 1,1 0-1,-1-1 0,1 1 0,0 0 1,1 0-1,-1-1 0,1 1 1,1 0-1,-1 0 0,1 0 1,1-1-1,0 4-20,-1-7 5,0 1-1,0-1 1,1 0 0,-1 1 0,1-1 0,0 0-1,0 0 1,0 0 0,0 0 0,1 0-1,-1-1 1,1 1 0,-1-1 0,1 1-1,0-1 1,0 0 0,0 0 0,0 0 0,1-1-1,-1 1 1,0-1 0,1 0 0,-1 0-1,1 0 1,-1 0 0,1 0 0,-1-1-1,1 0 1,0 1 0,1-2-5,6 1 14,0-1 0,0-1 0,0 0 0,1 0 0,-2-1 0,1-1 1,10-4-15,70-38 122,-71 35-82,-11 6-21,-1-1 0,1 0 0,-1 0-1,0-1 1,0 0 0,-1 0 0,0-1 0,0 1-1,-1-2 1,0 1 0,0-1 0,0-2-19,-3 5 22,0 0 0,-1 0 0,1 0 0,-1 0 1,0-1-1,-1 1 0,0 0 0,0-1 0,0 0 0,-1 1 1,0-1-1,0 1 0,0-1 0,-1 0 0,0 1 0,-1-1 1,1 1-1,-1 0 0,-1-3-22,0 3 21,-1 1 0,1 0 1,-1 0-1,1 0 0,-2 0 0,1 1 0,0-1 0,-1 1 1,0 0-1,0 0 0,0 1 0,0 0 0,-2-1-21,-4-2 14,1 1 0,-1 0 0,0 0 0,-1 2 0,1-1 0,-6 0-14,-21-1-14,1 1 0,-1 3 0,-8 0 14,37 5-431,5-1-524,1-4-2508,3 1-9447</inkml:trace>
  <inkml:trace contextRef="#ctx0" brushRef="#br1" timeOffset="646734.382">8048 1180 12552,'0'0'1816,"0"0"-75,0 0-299,0 0-151,-6 1-460,-2 0-733,0 1 0,0 1 0,0 0 0,0 0 1,0 0-1,1 1 0,-1 0 0,1 0 0,0 1 0,0 0 1,1 0-1,-1 1 0,1 0 0,0 0 0,1 0 0,0 1 1,0 0-1,0 0 0,-3 6-98,-1 2 57,1 1 0,1-1 1,0 2-1,1-1 0,1 0 0,0 1 0,2 0 0,0 0 0,-1 13-57,1 25 177,2 1-1,3 22-176,2-42 91,1-1 1,2 1-1,2-1 1,1-1-1,1 0 1,2 0-1,2-1 1,11 19-92,9 11 208,-35-62-202,0-1-34,0 0-144,0 0-82,-1 0 207,-1-1 1,1 1 0,-1-1 0,1 1-1,0-1 1,-1 0 0,1 0 0,0 0-1,-1 1 1,1-1 0,0-1-1,0 1 1,0 0 0,0 0 0,0 0-1,0 0 1,0-1 0,0 1 0,1 0-1,-1-1 1,0 1 0,1-2 46,-15-36-606,14 34 526,-16-59-2792,-9-64 2872,14 61-1162,11 64 1146,1 1-1,-1-1 0,1 1 0,0-1 1,-1 0-1,1 1 0,0-1 1,1 0-1,-1 1 0,0-1 0,1 1 1,-1-1-1,1 1 0,0-1 0,0 1 1,0-1-1,0 1 0,0 0 0,1-1 1,-1 1-1,1 0 0,0 0 0,-1 0 1,1 0-1,1-1 17,-1 2 153,10 1 860,44-3 1116,29-5-2129,-84 8-3,61-8-28,-60 7-10,-1 1-1,1-1 1,-1 1-1,1-1 1,-1 1 0,0-1-1,1 0 1,-1 0-1,0 0 1,0 0-1,0 1 1,1-2 0,-1 1-1,0 0 1,0 0-1,-1 0 1,1 0 0,1-2 41,2-2-102,27-31-2524,-5 6-6346,-57 65 6783</inkml:trace>
  <inkml:trace contextRef="#ctx0" brushRef="#br1" timeOffset="650262.863">9603 1265 7984,'-3'-32'1450,"1"-1"3473,-30 29-2467,24 4-2294,1 0 0,-1 0 1,0 1-1,1 0 0,-1 0 1,1 1-1,-1 0 0,1 0 1,0 0-1,0 1 0,0 1 1,0-1-1,1 1 0,-1 0 1,1 0-1,0 1 0,0 0 0,0 0 1,-3 5-163,-2 0 41,1 1 1,1 1 0,0-1-1,0 2 1,1-1-1,1 1 1,0 0 0,1 0-1,0 1 1,1 0-42,-8 29 100,2 0 0,0 11-100,9-41 27,0 1 0,1-1 0,0 1 0,1 0 0,1-1-1,0 1 1,1-1 0,0 1 0,4 9-27,-5-19 11,1 0 0,1 0-1,-1 0 1,0 0 0,1 0 0,0-1-1,0 1 1,0-1 0,0 0-1,1 0 1,-1 0 0,1 0-1,0 0 1,-1-1 0,1 0-1,0 0 1,1 0 0,-1 0 0,0-1-1,0 1 1,1-1 0,-1 0-1,1-1 1,-1 1 0,1-1-1,0 0-10,12 1-21,0 0-1,0-2 0,0 0 1,1-1-1,-1 0 0,3-2 22,12-4-570,-2-1 0,12-6 570,24-8-3254,-25 9-5563,-96 33 6645</inkml:trace>
  <inkml:trace contextRef="#ctx0" brushRef="#br1" timeOffset="650743.427">9911 1292 12104,'0'0'1585,"0"0"-58,0 0-256,0 0-116,0 0-214,-4 6-201,-9 12-617,1 0 0,1 0 1,1 1-1,1 1 0,0 0 0,2 0 0,-5 16-123,9-20 17,-4 36 148,7-39-117,0 0 0,0 0-1,2 0 1,1 9-48,-2-15 11,1-1 0,-1 0 0,1 0 0,0 0 0,1 0 0,0 0 0,0 0 0,0-1 0,0 0 0,1 1 0,3 2-11,-4-6 23,0 1-1,1-1 0,0 0 0,-1 0 0,1 0 1,0-1-1,0 1 0,0-1 0,0 0 1,0 0-1,1 0 0,-1-1 0,0 1 1,0-1-1,1 0 0,2 0-22,-2 0 20,-2 0-8,0 0-1,1 0 0,-1 0 0,0 0 0,0 0 0,0-1 0,1 1 1,-1-1-1,0 0 0,0 0 0,0 0 0,0 0 0,1-1-11,9-3 22,2 1-6,-10 2 1,0 1-1,0-1 0,-1 0 0,1 0 0,-1 0 0,1 0 0,-1-1 0,0 0 0,1 0-16,11-8 37,-2 0-1,1-1 1,-1-1-1,-1 0 1,-1-1-1,1 0 1,-2-1-1,6-10-36,-15 22 10,-1 0 0,1 0 0,-1 0 0,0-1 0,0 1 0,0-1-1,-1 1 1,1-1 0,-1 1 0,0-1 0,0 1 0,0-1 0,0 1 0,-1-1-1,1 1 1,-1-1 0,0 1 0,0 0 0,0-1 0,-1 1 0,1 0-10,-3-5 17,0 1 1,-1 0 0,0 0 0,0 0 0,0 1 0,-1-1-1,-5-3-17,-2-1-3,0 1 0,0 0-1,-1 1 1,0 0-1,0 1 1,-1 1-1,0 0 1,-1 1 0,-3 0 3,0 4-1145,19 3 1011,-1-1-1,1 0 1,-1 0 0,1 1 0,0-1 0,-1 0-1,1 0 1,-1 1 0,1-1 0,0 1 0,-1-1 0,1 0-1,0 1 1,0-1 0,-1 1 0,1-1 0,0 0-1,0 1 1,0-1 0,0 1 0,-1-1 0,1 1-1,0-1 1,0 1 0,0-1 0,0 1 0,0-1 0,0 1-1,0-1 1,0 1 134,0 3-9038,0-10 6790</inkml:trace>
  <inkml:trace contextRef="#ctx0" brushRef="#br1" timeOffset="651234.723">10358 1393 11928,'0'0'1609,"0"0"-64,2 4-475,3 14-480,0 0 1,-1 1 0,-1-1 0,-1 1 0,0 15-591,-3 42 378,-1-35 60,1-1 1,3 0-1,5 33-438,-7-73 12,0 1 1,0-1-1,0 0 0,0 0 0,0 0 0,0 0 0,0 1 0,0-1 0,0 0 0,0 0 0,1 0 1,-1 0-1,0 0 0,0 0 0,0 1 0,0-1 0,0 0 0,0 0 0,0 0 0,0 0 0,0 0 1,1 0-1,-1 0 0,0 1 0,0-1 0,0 0 0,0 0 0,0 0 0,0 0 0,1 0 0,-1 0 1,0 0-1,0 0 0,0 0 0,0 0 0,0 0 0,1 0 0,-1 0 0,0 0 0,0 0 0,0 0 1,0 0-1,0 0 0,1 0 0,-1 0 0,0 0 0,0 0 0,0 0 0,0 0 0,0 0 0,0 0 1,1-1-1,-1 1 0,0 0 0,0 0 0,0 0 0,0 0 0,0 0 0,0 0 0,0 0 0,0-1 1,1 1-1,-1 0 0,0 0 0,0 0 0,0 0-12,12-17 292,20-42-352,-16 28 229,8-13 62,8-26-231,-17 35 55,2 0 0,1 1 0,9-11-55,-16 29 27,-3 3 1,0 1-1,1 0 0,0 1 0,2-1-27,-8 10 3,-1-1 0,0 1 0,1 0 0,-1 0 0,1 0 0,0 1 0,0-1 1,0 0-1,0 1 0,0 0 0,0 0 0,0 0 0,0 0 0,0 0 0,1 1 0,-1-1 0,0 1 0,0 0 1,1 0-1,1 0-3,-3 1 0,0 0 0,0 0 1,0 0-1,0 0 1,0 0-1,0 1 1,-1-1-1,1 0 0,0 1 1,-1 0-1,1-1 1,-1 1-1,1 0 0,-1 0 1,0 0-1,0 0 1,0 0-1,0 0 0,0 0 1,0 0-1,0 0 1,-1 0-1,1 0 1,-1 2-1,3 8 14,-1 0 1,0 0 0,0 11-15,13 340 435,-15-360-439,0 0 0,0-1 0,0 1 0,1 0 0,-1-1-1,1 1 1,-1 0 0,1-1 0,0 1 0,0-1 0,0 1 0,0-1 0,1 1 0,-1-1 0,1 0 0,0 0-1,-1 0 1,1 0 0,0 0 0,0 0 0,0 0 0,0 0 0,1 0 4,1-1-106,-1 0 0,1 0 0,-1 0 0,1 0 0,0 0 0,-1-1 1,1 1-1,0-1 0,0 0 0,-1-1 0,1 1 0,0 0 0,-1-1 0,1 0 0,-1 0 0,1 0 0,0-1 106,3 0-46,12-4-3102,0 0-6505,-44 14 7273</inkml:trace>
  <inkml:trace contextRef="#ctx0" brushRef="#br1" timeOffset="651698.024">10977 1385 13088,'0'0'1872,"0"0"-93,0 0-367,1 6-312,9 123 821,-3-22-1338,0 10 97,-7-115-565,0-2 78,0 0-3,3-19 11,14-34-74,3 1 0,19-34-127,-31 70 11,1 1 1,0 1-1,1 0 1,0 0-1,1 1 1,1 0 0,0 1-1,0 0 1,1 1-1,14-9-11,-24 18 1,1-1 0,0 1-1,0 0 1,0 0-1,0 1 1,0-1 0,1 1-1,-1 0 1,0 0 0,1 1-1,-1-1 1,3 1-1,-5 0 1,1 0 0,-1 0-1,0 1 1,0-1 0,0 1 0,0 0 0,1 0 0,-1-1 0,0 1 0,0 1-1,0-1 1,-1 0 0,1 0 0,0 1 0,0-1 0,-1 1 0,1-1 0,-1 1-1,1 0 1,-1 0 0,0-1 0,1 1 0,-1 0 0,0 0 0,0 1-1,8 20 3,-2-1 0,0 1 0,-1 0 1,-2 1-1,0-1 0,-1 1 0,-1 20-3,0-5 25,3 0 0,4 15-25,-8-47 24,1 4-85,1-1 0,0 0 1,0 0-1,1 0 0,1 2 61,-4-10-91,1 1-1,-1-1 1,1 0 0,-1 0 0,1 1 0,0-1 0,0 0-1,0 0 1,0-1 0,0 1 0,1 0 0,-1-1-1,0 1 1,1-1 0,-1 0 0,1 0 0,-1 0 0,1 0-1,0 0 1,-1 0 0,3-1 91,7 5-9847,-10-5 6821,-14-4 577</inkml:trace>
  <inkml:trace contextRef="#ctx0" brushRef="#br1" timeOffset="652237.667">11571 1732 12824,'0'0'1840,"0"0"-68,0 0-271,4-4-303,20-25-333,2 2-1,0 1 1,26-19-865,-37 35 167,0 1 0,0 1 0,1 0 0,6-2-167,-4 3 149,0-2 1,0 0 0,0-3-150,-10 7 57,63-47 360,-64 47-353,-2 0 0,1 0 0,-1-1 0,1 0 0,-2 0 0,1 0 0,-1-1-1,0 0 1,2-4-64,-6 11 7,1-1-1,-1 1 1,0 0-1,0-1 1,0 1 0,0-1-1,0 1 1,0 0-1,0-1 1,0 1-1,0-1 1,0 1-1,0-1 1,0 1-1,0 0 1,0-1-1,0 1 1,0-1 0,0 1-1,-1 0 1,1-1-1,0 1 1,0-1-1,0 1 1,-1 0-1,1-1 1,0 1-1,0 0 1,-1 0 0,1-1-1,0 1 1,-1 0-1,1-1 1,0 1-1,-1 0 1,1 0-7,-21-5 89,-20 7-36,27 0-50,0 1 0,0 0 0,0 2 0,0-1 0,0 2 0,1 0 1,0 0-1,0 1 0,1 1 0,0 0 0,0 1 0,1 0 0,0 1 0,0 0 1,1 1-1,1 0 0,-4 5-3,6-7-3,-14 22-1,1 0 0,1 2 4,14-24-6,1 0 0,0 1 1,0-1-1,1 1 0,0 0 0,1 0 0,0 0 0,0 0 0,1 9 6,1-17-3,0 1 1,0 0 0,1 0-1,-1 0 1,1 0-1,0 0 1,0-1-1,0 1 1,0 0 0,0-1-1,0 1 1,1-1-1,0 1 1,-1-1-1,1 0 1,0 1-1,0-1 1,0 0 0,0 0-1,0 0 1,1-1-1,-1 1 1,1-1-1,-1 1 1,1-1-1,-1 0 1,1 0 0,0 0-1,0 0 1,-1 0-1,4 0 3,10 2 0,1-1 1,-1 0-1,1-1 0,-1-1 0,5 0 0,-2-1 3,39-1-650,0-4 0,-1-1 1,17-7 646,24-3-3800,-63 11-6132,-82 14 7478</inkml:trace>
  <inkml:trace contextRef="#ctx0" brushRef="#br1" timeOffset="652649.786">12656 1381 12552,'-1'-1'3,"-5"-7"436,-1 1 0,0 0 0,0 0 1,-1 1-1,1-1 0,-1 2 0,-1-1 1,1 1-1,-1 1 0,0-1 0,0 1 1,0 1-1,-10-3-439,14 6 127,0-1 1,-1 1 0,1 0 0,0 0-1,-1 1 1,1-1 0,0 1-1,0 1 1,0-1 0,0 1-1,0-1 1,0 1 0,-1 1-128,-31 16 197,22-7 136,0 6-161,0 0 0,1 1 0,1 1-1,1 0 1,0 1 0,-6 20-172,0 14 93,16-46-60,1 0 0,-1-1 0,1 1-1,1 0 1,0 0 0,0-1 0,0 1-1,1 0 1,1 0 0,-1-1 0,2 1 0,0 1-33,-1 1 26,0-4-5,1 0 1,-1 0-1,1-1 0,0 1 0,0-1 0,1 0 0,0 0 0,0 0 0,0 0 1,1-1-1,0 0 0,0 0 0,2 2-21,0 0 36,-1-2 8,1 1 0,-1-1 0,1 0 0,0 0 1,1-1-1,-1 0 0,1 0 0,-1-1 0,1 0 0,0-1 0,8 2-44,-5 0 0,-6-2-24,0-1-1,0 1 1,0-1-1,0 0 1,0 0 0,0 0-1,1-1 1,-1 0-1,0 0 1,2 0 24,11-1-36,17-1-214,0-1 1,0-2-1,-1-2 0,15-4 250,31-7-649,-74 17 527,-1-1 0,1 0-1,-1 0 1,0 0-1,1-1 1,-1 0 0,0 0-1,0 0 1,-1-1 0,1 0-1,-1 0 1,0 0-1,0 0 123,3-2-82,-1 0-1545,1 0 1,0 1-1,1 0 1,-1 0-1,8-3 1627,-8 2-3307,-58 42 1065</inkml:trace>
  <inkml:trace contextRef="#ctx0" brushRef="#br1" timeOffset="653011.803">13001 1169 12824,'-1'64'942,"0"-17"933,2-1 1,1 1 0,5 14-1876,28 195 1189,-33-242-1300,-1 0 0,-1 0 0,0-1 0,-1 8 111,-1 17-2795,-9-34 441,-1 0-7819</inkml:trace>
  <inkml:trace contextRef="#ctx0" brushRef="#br1" timeOffset="653365.465">12821 1546 12192,'8'-10'436,"1"0"1,1 1 0,0 0-1,0 0 1,1 1 0,0 0-1,0 1 1,1 1 0,7-4-437,11-4 1337,0 2 1,0 1 0,15-3-1338,-30 10 106,0 0-1,1 1 1,-1 0-1,1 1 0,0 1 1,0 1-1,0 0-105,-12 0 10,0 1 0,0-1 1,0 1-1,0 0 0,0 0 0,0 0 0,0 1 1,-1-1-1,1 1 0,0 0 0,-1 0 0,1 0 1,-1 1-1,0-1 0,0 1 0,0-1 0,0 1 1,0 0-1,-1 1 0,1-1 0,-1 0 0,0 1 1,0-1-1,0 1 0,0-1 0,-1 1 0,1 0 0,-1 0 1,0 1-11,7 31 23,-2 0 0,-2 1 0,0 16-23,9 68 33,-10-105-26,0 0-1,1-1 1,1 0-1,1 1 1,0-2-1,4 7-6,-8-19-219,0 0 1,0 1-1,1-1 0,-1 0 1,1-1-1,0 1 0,-1 0 1,1-1-1,0 1 1,0-1-1,0 0 0,3 1 219,10 1-10686,-31-6 8366</inkml:trace>
  <inkml:trace contextRef="#ctx0" brushRef="#br1" timeOffset="653366.465">13067 1150 10936,'0'0'0,"0"0"0,0 0 0,0 0-1224,0 0 1224,0 0-1224,0 0 1224,0 0-1240,0 0 1240,0 0-1240,54 7 1240,-54-7-88,0 0 88,52 7-3632,-104-14 3632</inkml:trace>
  <inkml:trace contextRef="#ctx0" brushRef="#br1" timeOffset="653729.792">13672 1545 14792,'0'0'1649,"0"0"-68,0 0-290,0 0-165,0 0-380,-5 5-201,-10 11-506,1 0 0,0 2 1,1 0-1,1 0 0,0 1 0,-4 14-39,13-26 10,0-1-1,0 1 0,1 1 1,1-1-1,-1 0 1,1 1-1,0-1 1,1 0-1,-1 1 0,2 3-9,-1-7 8,1 1 0,0-1-1,0 1 1,1-1-1,-1 1 1,1-1 0,0 0-1,0 1 1,0-1-1,1 0 1,0 0 0,-1-1-1,1 1 1,1-1-1,-1 1 1,0-1 0,3 1-8,-1 0 14,0-1 1,0 0 0,1 0 0,-1-1-1,1 0 1,-1 0 0,1 0 0,0-1-1,0 1 1,0-1 0,0-1 0,0 1 0,0-1-1,0 0 1,0 0 0,0-1 0,1 0-15,14-2 53,0-1-1,0-1 1,0-1 0,2-2-53,-8 3 31,0-1 0,0-1 0,-1 0 0,0-1 0,0 0 0,-1-1-1,0-1 1,0 0 0,-1-1 0,9-10-31,-17 16 18,0 1-1,0-1 1,-1-1-1,1 1 1,-1 0 0,0-1-1,-1 0 1,1 1-1,-1-1 1,0 0 0,-1 0-1,1-1 1,-1 1-1,0 0 1,-1 0 0,0-1-1,0 1 1,0 0-1,0 0 1,-1-1-1,0 1 1,-1 0 0,1 0-1,-1 0 1,0 0-1,-1 0 1,1 1 0,-3-5-18,0 2 10,1 0 1,-1 0-1,0 0 1,-1 0-1,1 1 1,-2 0-1,1 0 1,-1 1-1,0-1 1,0 2-1,-1-1 1,0 1-1,0 0 1,0 0-1,0 1 1,-1 0-1,0 1 1,1 0-1,-1 0 1,0 1-1,-1 0 1,1 1-1,0 0 1,-1 0-1,-3 1-10,-1 0-175,-1 1-1,0 0 0,1 1 0,-1 1 1,0 1 175,12-4-571,3 0-256,0 0-23,0 0-2142,0 0-8765</inkml:trace>
  <inkml:trace contextRef="#ctx0" brushRef="#br1" timeOffset="654134.015">14250 1638 14616,'0'0'1856,"0"0"-94,0 0-373,1 5-309,7 65 730,-8-68-1642,-2 7 112,2-4 38,2-5 520,13-26-644,0-1 1,-2-1-1,-2 0 1,1-3-195,-2 4 62,1 0 1,1 0 0,1 1 0,2 1 0,0 0-63,-7 15 29,0 0 1,0 0-1,1 1 1,0 1-1,1-1 1,0 2-1,0-1 1,3 0-30,-10 6 2,0 0 1,0 0 0,1 0 0,-1 1 0,0-1-1,1 1 1,-1 0 0,1 0 0,-1 0 0,1 1-1,0-1 1,-1 1 0,1 0 0,0 0 0,-1 0-1,1 0 1,0 1 0,-1-1 0,1 1 0,-1 0-1,1 0 1,-1 1 0,1-1 0,-1 1 0,0-1-1,0 1 1,0 0 0,0 0 0,3 2-3,0 3 1,1 0 0,-1 1 0,0 0 0,-1 0 1,1 0-1,-2 0 0,1 1 0,-1-1 0,2 8-1,5 18-1,-1 0 0,-2 2 1,1 0 1,2 14-77,-7-28 131,1 0 1,2 0-1,7 18-55,-12-34-98,1 0 0,0-1 0,0 1 0,1-1 0,-1 0 0,1 0 0,0 0 0,0-1 0,1 1 0,0-1 0,-1 0 0,1 0 0,1 0 0,-1-1 0,6 3 98,3 1-836,4 1-13278,-31-13 11469</inkml:trace>
  <inkml:trace contextRef="#ctx0" brushRef="#br1" timeOffset="654546.51">15218 1365 15960,'0'0'1817,"-5"-2"-299,-1-1-1047,0 0-1,-1 1 1,1-1 0,-1 2-1,1-1 1,-1 1-1,0 0 1,0 0-1,-3 0-470,5 1 44,-1 1 0,1-1 0,0 1-1,0 0 1,0 0 0,0 1 0,0-1 0,0 1-1,1 0 1,-1 1 0,0-1 0,1 1-1,0 0 1,-1 0-44,-13 14 10,8 5-5,10 6-4,1-23-1,0-1 0,1 1-1,-1-1 1,1 1 0,0-1-1,1 0 1,-1 1-1,1-1 1,0 0 0,0-1-1,0 1 1,4 3 0,50 39-9,-45-37 6,13 8-2,2 1 0,-1 2-1,2 2 6,1 8 0,7 17 3,-35-46-1,-1 1 1,1 0-1,-1 0 1,1 0-1,-1 0 0,0 0 1,0 0-1,1 0 1,-2 0-1,1 0 1,0 0-1,0 0 0,-1 0 1,1 0-1,-1 0 1,1 0-1,-1 0 0,0 0 1,0 0-1,0 0 1,-1 1-3,1-1 17,0 1 16,-1 1 1,0 0-1,-1-1 1,1 1-1,-1-1 0,0 0 1,1 0-1,-1 0 1,-1 0-1,1 0 1,0-1-1,-1 1 0,1-1-33,-12 9 137,3-3-34,0 0 1,0-2 0,-1 1 0,0-1 0,0-1-1,0-1 1,-13 4-104,22-8 7,0 1-1,0-1 0,0 0 0,0 0 1,0 0-1,0-1 0,0 0 0,0 1 1,0-1-1,0 0 0,1-1 1,-1 1-1,-3-2-6,2 0-12,4 3 11,0 0 1,0-1 0,0 1-1,0 0 1,0-1 0,0 1-1,0-1 1,0 0 0,0 1-1,1-1 1,-1 0 0,0 1-1,0-1 1,1 0 0,-1 0-1,0 0 1,1 0 0,-1 1-1,1-1 1,-1 0 0,1 0 0,0 0-1,-1 0 1,1 0 0,0 0-1,-1 0 1,1 0 0,0-1-1,0 1 1,0 0 0,0 0-1,0 0 1,-5-23-3985,-3 4-7836,19 47 8905</inkml:trace>
  <inkml:trace contextRef="#ctx0" brushRef="#br1" timeOffset="654911.042">15483 1834 15064,'0'0'1809,"0"0"-116,0 0-484,5-4-302,3-1-1058,51-34 124,-8 12-3627,-30 18-5399,-49 21 6832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6T07:56:30.6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614 12476 13624,'0'0'584,"0"0"-584,0 0 592,0 0-592,0 0-1440,0 0 1440,0 0-9328,0 0 9328</inkml:trace>
  <inkml:trace contextRef="#ctx0" brushRef="#br0" timeOffset="-352.299">1237 13141 16943,'0'0'2016,"1"4"-336,78 201 2615,-67-175-4167,66 161 143,-26-89-1590,-35-70-2929,-10-19-6416,-17-31 8034</inkml:trace>
  <inkml:trace contextRef="#ctx0" brushRef="#br0" timeOffset="506.847">1543 13115 12728,'0'0'1568,"0"0"-48,0 0-193,0 0-109,0 0-252,4 8-212,3 2-652,13 21 446,-2 0 0,5 14-548,-15-27 210,0-3-18,-1 0-1,-1 1 1,0-1 0,-1 1 0,-1 1 0,0-1-1,0 7-191,-21-137 914,17 8-678,5-18-236,-4 104 14,1 1 1,1 0 0,1-1 0,3-6-15,-3 11 7,-3 10 1,1-1-1,0 1 0,0 0 0,0 0 1,1 0-1,0 0 0,0 1 1,0-1-1,0 1 0,1-1 1,0 1-1,0 0 0,4-3-7,-3 2 5,6-1 15,-4 5-4,0 0 0,-1 1 0,1 0 0,-1 0 0,1 0 0,-1 1 0,1 0 0,-1 0 0,1 1 0,-1-1 0,0 1 0,0 1 0,0-1 0,0 1 0,0 0 0,0 1 0,-1-1 0,3 3-16,3 2 19,33 32 100,-11-5 61,-1 1 0,22 36-180,-14-7 144,36 94 620,-76-159-762,0 0 1,0 0-1,0 0 1,0 0-1,0 0 1,0 0-1,0 0 1,0 0 0,0-1-1,0 1 1,0 0-1,0 0 1,0 0-1,0 0 1,0 0-1,0 0 1,0 0 0,1 0-1,-1 0 1,0 0-1,0 0 1,0 0-1,0 0 1,0 0 0,0 0-1,0 0 1,0 0-1,0 0 1,0 0-1,0 0 1,0 0-1,1 0 1,-1 0 0,0 0-1,0 0 1,0 0-1,0 0 1,0 0-1,0 0 1,0 0-1,0 0 1,0 0 0,0 0-1,0 0 1,0 0-1,0 0 1,1 0-1,-1 0 1,0 1-1,0-1 1,0 0 0,0 0-1,0 0 1,0 0-1,0 0 1,0 0-1,0 0 1,0 0 0,0 0-1,0 0 1,0 0-1,0 0 1,0 0-1,0 1 1,0-1-1,0 0 1,0 0 0,0 0-1,0 0-2,2-10 47,-1-23 46,-17-213 168,15 176-250,1 31-22,1 0 0,3-1 1,1 1-1,7-27 11,-11 62-12,0 1 1,1 0 0,-1-1-1,1 1 1,0 0-1,-1 0 1,1 0 0,1 0-1,-1 0 1,0 1-1,1-1 1,-1 1 0,1-1-1,0 1 1,0 0-1,1-1 12,0 0-13,-3 2 8,0 1 0,1-1 0,-1 1 0,0-1 0,0 1 0,0-1 0,1 1 0,-1 0 0,0 0 0,0-1 0,1 1 0,-1 0 0,0 0 0,0 0 1,1 0-1,-1 0 0,0 1 0,0-1 0,1 0 0,-1 1 0,0-1 0,0 1 0,1-1 5,2 2-13,3 0 6,0 1 0,1 1-1,-1-1 1,0 1 0,-1 1-1,1-1 1,-1 1 0,0 0-1,0 0 1,0 1 0,2 3 7,10 12-20,-2 0 0,10 16 20,10 21-2,47 113 30,-58-127-394,20 26 366,-42-67-89,0 0 0,-1 0 0,1-1 1,1 0-1,-1 1 0,0-1 0,1-1 0,-1 1 0,1 0 0,-1-1 0,1 0 0,0 1 0,0-1 0,-1-1 0,1 1 1,0-1-1,1 1 89,0-1-121,14 6-3189,17 6-7893,-84-28 8437</inkml:trace>
  <inkml:trace contextRef="#ctx0" brushRef="#br0" timeOffset="-18627.183">1365 8986 14520,'0'0'1624,"0"0"-71,0 0-283,-5 2-270,-7 2-887,1 0-1,0 1 1,1 0-1,-1 1 1,1 0-1,0 1 1,1 0-1,0 1 1,0-1-1,0 2 1,1-1-1,0 1 1,1 1-1,0-1 1,0 1-1,-3 9-112,0 6 28,11-15-6,7 0-13,0 1 0,0-1 0,1 0 1,0-1-1,1 0 0,0-1 0,7 5-9,88 61 74,-84-59-60,53 34 90,83 71 218,-140-109-304,-13-9 10,0 0-1,-1 1 1,1 0-1,-1-1 0,0 1 1,1 1-1,-1-1 1,-1 0-1,1 1 0,1 1-27,36 60 326,-37-52-58,-3-5-192,-1-1-1,0 1 1,0-1 0,-1 1 0,0-1 0,0 0 0,0 0 0,-1 0 0,0 0 0,-1 0-1,0 0 1,0-1 0,-3 5-76,0-2 50,6-7-29,0 0 0,-1 0 1,0 0-1,1 0 0,-1 0 1,0 0-1,0-1 0,0 1 1,0-1-1,-1 1 0,1-1 1,0 0-1,-1 0 0,0 1-21,-20 7 121,0-1-1,0-1 1,-1-1 0,0-1-1,0-1 1,0-1-1,-6-1-120,12-2 0,1 0 0,-1-2 0,0 0 0,1 0 0,-1-2 0,1 0 0,0-1 0,-8-4 0,12 3-496,1 0 0,-1-1 0,1 0-1,0 0 1,-10-10 496,2 2-2309,-7-4-8916,63 45 8453</inkml:trace>
  <inkml:trace contextRef="#ctx0" brushRef="#br0" timeOffset="-18028.444">1724 9095 13272,'0'0'1977,"0"0"-85,0 0-362,0 0-188,0 0-394,1 7-236,0 2-609,-1-6-62,0 1 0,0-1-1,0 1 1,1-1 0,0 0 0,-1 1 0,1-1 0,1 0-1,0 2-40,22 57 504,3-2 0,17 28-504,-34-72 90,0 1-1,1-1 0,1-1 1,13 13-90,-12-13 38,-5-7 11,-1 0-1,1 0 0,1-1 1,0 0-1,0 0 0,0-1 1,0 0-1,4 1-48,-2-1 20,-5-3-9,-1 0 0,2 0 1,-1-1-1,0 0 0,0 0 0,1 0 0,-1-1 1,1 0-1,-1 0 0,1-1 0,1 1-11,1-1 18,4-3 102,-7-1-98,1 0 0,-1 0-1,1-1 1,-1 0 0,-1-1 0,1 1-1,-1-1 1,0 0 0,0 0 0,2-5-22,1-1 13,-2-1 0,1 0 1,-2 0-1,0-1 0,0 1 1,0-7-14,2-17 44,-1-1 0,-2 0 1,-1-16-45,-2 35 8,-4-31 49,-4 4-10,-3-5-36,-15-58 45,25 107-48,17 44 72,50 143 140,-37-117-184,-24-56-50,3 7-86,1 0 1,0 0 0,1-1 0,2 0-1,-1-1 1,2-1 0,0 0 0,8 6 99,20 9-838,-41-31 784,0 0-1,0 1 0,0-1 1,0 0-1,-1 1 0,1-1 1,0 0-1,0 0 0,0 0 1,0 0-1,0 0 0,0 0 1,0 0-1,0 0 1,0-1-1,0 1 0,-1 0 1,1-1-1,0 1 0,0 0 1,0-1-1,0 1 0,-1-1 1,1 1-1,0-1 0,0 1 1,-1-1-1,1 0 0,0 1 1,-1-1-1,1 0 0,-1 0 1,1 1-1,-1-1 1,1 0-1,-1 0 0,1 0 55,11-12-3338,4 2-6336,-37 26 7297</inkml:trace>
  <inkml:trace contextRef="#ctx0" brushRef="#br0" timeOffset="-52806.024">6362 5153 7088,'0'0'0,"0"0"-1912,0 0 1912,0 0-1904,0 0 1904,0 0-208,0 0 208,0 0-1296,0 0 1296</inkml:trace>
  <inkml:trace contextRef="#ctx0" brushRef="#br0" timeOffset="-48553.821">985 2413 6640,'-9'-87'3926,"2"25"-1216,5 41 263,0 30-187,3 34-1611,92 461 1197,-69-386-1969,65 262 1042,-89-379-1530,0-1-126,0 0-452,-1-11-442,-1-6-12349,4 28 10886</inkml:trace>
  <inkml:trace contextRef="#ctx0" brushRef="#br0" timeOffset="-48189.573">1 2919 11032,'16'-29'893,"1"2"1,1 0 0,2 1-1,0 1 1,20-17-894,34-29 2845,17-8-2845,2-1 900,-10 9 5,4 4 0,41-22-905,191-107 932,-273 168-757,51-27 942,83-33-1117,-172 85-149,0 0 0,1 0-1,-1 1 1,1 0 0,0 0-1,-1 1 1,1 0 0,4 0 149,-23 13-1091,-14 12 12,-8 6-5959,25-23 2209,33-32 2549</inkml:trace>
  <inkml:trace contextRef="#ctx0" brushRef="#br0" timeOffset="-47809.616">1583 2683 10848,'0'0'1497,"3"5"-245,16 40-106,-8-16-623,2 0 0,1-1-1,1-1 1,2 0 0,18 23-523,-31-44 41,1-1 0,0 0 0,0 0-1,0 0 1,1 0 0,0-1 0,0 0 0,0 0 0,0 0 0,1-1-1,0 0 1,-1 0 0,1-1 0,0 0 0,0 0 0,0-1-1,0 0 1,1 0 0,-1 0 0,0-1 0,0 0 0,1 0 0,-1-1-1,0 0 1,0-1 0,0 1 0,0-1 0,3-2-41,-2 1 47,0 0 1,-1-1 0,1 0 0,-1-1-1,0 0 1,0 0 0,0 0-1,-1-1 1,1 0 0,-2 0 0,1-1-1,-1 1 1,3-5-48,-1 0 57,0 0 1,-1 0-1,0-1 0,-1 0 1,-1 0-1,1 0 0,-2-1 0,2-9-57,-3 14 37,-1 0 0,0 0-1,-1 0 1,0 0 0,0 0-1,-1 0 1,0 0 0,-1 0-1,1 0 1,-1 0 0,-1 1-1,0-1 1,0 1 0,0-1-1,-1 1 1,0 0 0,0 0-1,-1 1 1,0-1 0,0 1-1,0 0 1,-5-3-37,0 0 33,0 1 0,-1 1 1,1 0-1,-1 0 0,-1 1 0,1 1 1,-1 0-1,0 0 0,-1 1 0,1 1 1,-1 0-1,1 0 0,-10 1-33,16 2 5,1 0 0,-1 0 0,0 1 0,0 0 0,1 0 0,-1 1 1,0-1-1,1 1 0,0 1 0,-1-1 0,1 1 0,0-1 0,0 2 0,0-1 0,1 0 0,-1 1-5,-15 13-89,1 0-1,1 1 0,-1 3 90,-3 2-385,20-20 285,-43 40-320,17-18-2782,11-10-5640,40-35 6665</inkml:trace>
  <inkml:trace contextRef="#ctx0" brushRef="#br0" timeOffset="-45056.254">3427 1871 11120,'4'-33'7414,"2"184"-5629,9 26-1785,2 40 630,-14-131-242,-3-44-131,2-1 0,2 1 1,3 10-258,-7-51 27,0-1 0,0 1 0,0-1 0,0 1 0,0-1 0,0 1 0,0 0 0,1-1 0,-1 1 0,0-1 0,0 1 1,0-1-1,1 1 0,-1-1 0,0 1 0,1-1 0,-1 1 0,0-1 0,1 0 0,-1 1 0,0-1 0,1 1 0,-1-1 0,1 0 0,-1 1 1,1-1-1,-1 0 0,1 0 0,-1 1 0,1-1 0,-1 0 0,1 0-27,0 0 17,0-1 1,1 1 0,-1 0-1,0-1 1,0 0-1,0 1 1,0-1-1,-1 0 1,1 1-1,0-1 1,0 0-1,0 0 1,-1 0-1,1 0 1,0 0-18,28-48-40,-25 42 124,23-47 166,-3-2 0,-2 0-250,2-6 213,17-28-213,-37 82 3,1-1 0,-1 1 0,2 0 0,-1 1 0,1-1 0,1 1 0,-1 1 0,7-6-3,-12 11 0,1 0 0,0-1 1,0 1-1,0 0 0,0 0 1,0 0-1,1 0 0,-1 0 0,0 0 1,0 1-1,0-1 0,1 1 1,-1-1-1,0 1 0,1 0 1,-1 0-1,0 0 0,1 0 1,-1 1-1,0-1 0,1 1 0,-1-1 1,0 1-1,0 0 0,1 0 1,-1 0-1,0 0 0,0 0 1,0 0-1,0 1 0,-1-1 0,1 0 1,0 1-1,0 0 0,-1-1 1,1 1-1,0 1 0,7 9-4,-1 1 0,0 1 0,-1-1 0,0 1 0,-1 1 0,-1-1 0,3 12 4,6 14-23,7 21 4,-11-30-17,2-1 1,0 0 0,11 17 35,-19-41-134,-1 0 0,1 0 0,0-1 0,0 0 0,0 0 0,1 0 0,0 0 0,0-1 0,0 1 0,0-1 0,1-1 0,0 1 0,0-1 0,0 0 1,0 0-1,0-1 0,0 0 0,1 0 0,2 1 134,-1-2-2866,9 4-7115,-40-11 7511</inkml:trace>
  <inkml:trace contextRef="#ctx0" brushRef="#br0" timeOffset="-44661.016">4295 2480 13808,'0'0'1768,"0"0"-59,6-3-471,7-6-883,0 0-1,0-1 0,0-1 0,-2 0 0,1-1 0,-1 0 1,4-7-355,6-10 316,-1-1 0,-1-1 0,-1-2-316,-13 24 50,-1 0-1,0-1 0,-1 1 1,0-1-1,-1 1 0,1-1 1,-2 0-1,1-9-49,-2 13 18,0 0 0,0 0 0,0 0 0,-1-1 0,0 1-1,0 0 1,-1 0 0,1 1 0,-1-1 0,-1 0 0,1 0 0,-1 1 0,0 0 0,-1-3-18,1 6 6,1-1 0,0 0 0,0 1 0,-1 0 0,0-1 0,1 1 0,-1 0 0,0 1 0,0-1 1,0 0-1,0 1 0,0 0 0,-1-1 0,1 1 0,0 0 0,-1 1 0,1-1 0,0 1 0,-1-1 0,1 1 1,-1 0-1,1 0 0,0 1 0,-1-1 0,1 1 0,-1 0 0,1-1 0,0 1 0,-1 1-6,-3 0 2,1 1-1,0-1 0,-1 2 0,1-1 1,0 0-1,1 1 0,-1 0 1,1 1-1,0-1 0,0 1 0,0 0 1,0 0-1,1 1 0,-1 1-1,-7 13-14,1 0 1,1 0-1,1 1 0,1 0 0,1 0 0,1 1 0,1 0 0,1 0 0,0 1 0,2-1 0,0 7 14,2-17-17,1 0-1,0 0 1,1-1-1,0 1 1,0 0-1,1-1 1,1 0-1,0 0 1,1 0-1,2 4 18,-3-7-9,1 0 0,1-1-1,-1 1 1,1-1 0,1-1-1,-1 1 1,1-1 0,0 0-1,1 0 1,-1-1 0,1 0-1,0 0 1,0-1 0,2 0 9,-1 0-4,0 0 1,1-1 0,-1 0 0,0 0-1,1-1 1,0-1 0,0 1 0,-1-2-1,1 1 1,0-1 0,0-1 0,0 0-1,-1 0 1,1-1 0,0 0-1,5-3 4,-3 0-75,0 0-1,0-1 0,-1 0 0,0-1 0,-1 0 0,1-1 0,-1 0 0,-1-1 1,1 0-1,-2 0 0,1-1 0,3-5 76,-7 8 91,2-1-406,-1 0 0,0-1-1,-1 1 1,0-1 0,0 0-1,-1-1 1,1-2 315,0-2-96,6-27-151,9-77-2210,-2 11-8789</inkml:trace>
  <inkml:trace contextRef="#ctx0" brushRef="#br0" timeOffset="-44339.672">4661 1552 13808,'8'19'701,"-1"1"0,-1 0 0,-1 0 0,-1 0 0,-1 0 0,0 1 0,-1 20-701,9 57 2068,6-29-1504,3-1 0,2-1 0,31 61-564,-33-75 103,-2 0 0,9 52-103,-19-61-144,-4-21-1154,1 0-3561,-5-23-6049</inkml:trace>
  <inkml:trace contextRef="#ctx0" brushRef="#br0" timeOffset="-43858.527">5074 1972 14344,'25'42'289,"-25"-42"-205,0 1 0,0 0-1,1 0 1,-1-1 0,0 1 0,1-1 0,-1 1 0,0 0 0,1-1-1,-1 1 1,1-1 0,-1 1 0,0-1 0,1 1 0,0-1 0,-1 1-1,1-1 1,-1 1 0,1-1 0,-1 0 0,1 1 0,0-1-1,-1 0 1,1 1 0,0-1 0,-1 0 0,1 0 0,0 0 0,0 0-1,-1 0 1,1 0 0,0 0 0,-1 0 0,1 0 0,0 0 0,0 0-84,4-1 374,-2 9 399,0 1 0,0-1 0,-1 1 0,1 5-773,99 414 1125,-97-409-1041,0 1 0,-2-1-1,0 1 1,0 14-84,-3-33 6,0 0 0,0 0 0,0-1 1,1 1-1,-1 0 0,-1 0 0,1 0 0,0 0 0,0 0 1,0 0-1,0-1 0,0 1 0,-1 0 0,1 0 0,0 0 1,-1-1-1,1 1 0,-1 0 0,1 0 0,-1-1 0,1 1 1,-1 0-7,0-1 1,1 0 1,-1 0 0,0 0 0,1 0 0,-1-1 0,1 1-1,-1 0 1,0 0 0,1-1 0,-1 1 0,1 0 0,-1-1-1,1 1 1,-1 0 0,1-1 0,0 1 0,-1-1 0,1 1-1,-1-1 1,1 1 0,0-1 0,-1 0-2,-18-35-3,7-20-28,2-1-1,3-1 1,1-50 31,2 19-119,5-36 119,1 95-18,0 1-1,3 0 1,0 0-1,2 0 1,1 0-1,4-7 19,-10 29-5,1 0-1,0 1 0,1-1 0,0 1 1,0 0-1,0 0 0,1 0 0,0 0 1,0 1-1,0 0 0,0 0 1,4-2 5,-6 5-4,1 0 1,-1 0 0,1 0-1,-1 1 1,1-1 0,0 1 0,0 0-1,0 0 1,0 0 0,0 1 0,0-1-1,0 1 1,0 0 0,0 0-1,0 0 1,0 1 0,0-1 0,0 1-1,0 0 1,-1 0 0,1 1 0,0-1-1,2 2 4,9 5 19,-1 0 0,0 0 0,0 1 0,-1 1 0,-1 0 0,0 1 0,0 1 0,-1 0 0,0 0 0,-1 1 0,-1 0 0,0 1 0,0 0 0,-2 0 0,0 1 0,0 0 0,-1 0 0,-1 1 0,-1 0 0,0-1 0,-1 1 0,1 15-19,-4-13 51,0 0 0,-1 0 0,-1 0 0,0 0 0,-2 0 0,0 0 0,0-1 0,-2 0 0,0 0 0,-2 0 0,1 0 0,-10 13-51,14-27 24,1 0 0,0 0-1,-1 0 1,1-1 0,-1 1 0,0-1 0,0 1 0,0-1 0,0 0 0,0 0 0,-1-1 0,-1 2-24,-44 15 89,37-15-89,-12 4 9,0-2-1,-11 1-8,-19 5-107,52-11 79,0 1 1,1-1-1,-1 0 0,1 1 0,-1-1 1,0 0-1,1 0 0,-1 0 0,1 0 0,-1 0 1,0 0-1,1-1 0,-1 1 0,0-1 0,1 1 1,-1-1-1,1 1 0,-1-1 0,1 0 0,0 0 1,-2 0 27,0-3-187,0 1 1,1-1 0,-1 1 0,1-1-1,0 0 1,0 0 0,-2-4 186,-6-14-2463,-4-4-7964,33 61 7853</inkml:trace>
  <inkml:trace contextRef="#ctx0" brushRef="#br0" timeOffset="-37592.213">2792 3876 11480,'0'0'2056,"0"0"-92,0 0-369,0 0-192,-8-1-555,-16 0-686,0 2-1,1 0 1,-1 2-1,0 0 1,1 2-1,0 1 1,0 0-1,0 2 1,1 0 0,0 2-1,1 1 1,-5 3-162,13-4 32,0 1 0,0 1 0,1 0 0,1 1 0,0 0 0,1 1 0,0 0 0,-6 13-32,-11 13 42,20-30 15,1 0 0,0 0 0,0 1 0,-3 9-57,8-16 17,-1 0 0,1 0-1,0 0 1,0 0 0,0 1-1,1-1 1,-1 0 0,1 1-1,0-1 1,1 0 0,-1 1-1,1-1 1,-1 0 0,2 1-17,-2-3 4,1-1 1,0 1 0,0-1-1,0 0 1,0 0 0,0 1-1,0-1 1,1 0 0,-1 0-1,0 0 1,0 0 0,1 0-1,-1-1 1,1 1 0,-1 0 0,1 0-1,-1-1 1,1 1 0,-1-1-1,1 0 1,-1 1 0,1-1-1,1 0-4,40 3 57,-38-3-47,35-2 47,0-2 0,13-4-57,-17 2 68,1 2 1,-1 2-1,8 1-68,-32 1 9,-1 1 0,1 0 0,-1 1 0,0 0 1,0 1-1,0 0 0,0 1 0,0 0 0,-1 1 0,1 0 0,-1 1 0,2 2-9,-10-6 5,1 0 0,0 1 0,-1-1 0,0 1 0,0 0 0,0 0 0,0 0 0,0 0 0,-1 0 0,1 0 0,-1 0 0,0 0 0,0 1 0,0-1 0,0 0 0,0 1 0,-1-1 0,0 1 0,0-1 0,0 1 0,0-1 0,0 1 0,-1-1 0,1 1 0,-1 0-5,-2 8 32,1 1 0,-2-1 0,0 1 0,-1-1-1,0 0 1,-3 4-32,-7 10 78,-2-2-1,0 0 0,-1-2 1,-2 0-1,0 0 0,-1-2 1,-1-1-1,-1-1 0,-14 9-77,27-21 36,-1 0 0,1 0-1,-2-1 1,1-1 0,0 0 0,-1 0-1,0-1 1,-2 0-36,-21 3 119,0-2 0,-7 0-119,34-4 20,-1 0 1,0 0-1,1 0 0,-1-1 0,0-1 0,1 1 0,-1-1 1,1-1-1,0 0 0,0 0 0,0 0 0,0-1 0,0-1 0,1 1 1,0-1-1,0 0 0,0-1 0,0 1 0,0-2-20,-5-6-138,1-1-1,0 0 1,1-1-1,1 0 1,0 0-1,1-1 0,0 0 1,-3-14 138,2-7-70,1-6-5880,5 22-2527,10 61 5892</inkml:trace>
  <inkml:trace contextRef="#ctx0" brushRef="#br0" timeOffset="-37239.638">2865 3511 12104,'9'21'1562,"0"1"0,0-1 0,2-1 1,13 19-1563,-16-25 457,0 0 0,-1 0 0,0 1 0,0 6-457,1-1 133,2 3 215,0 1-1,-2-1 1,4 22-348,9 30 546,65 199 646,-75-241-1140,25 60 264,-28-74-243,24 56-112,4-2 39,-31-63 127,21 38-1035,-24-44 763,1 0 0,-1-1 0,1 1-1,-1-1 1,1 0 0,0 0 0,1 0 0,-1 0 0,0-1 0,1 1-1,2 1 146,-6-4-43,1-1-1,-1 1 1,1 0-1,-1 0 0,0 0 1,1 0-1,-1-1 1,0 1-1,0 0 0,1 0 1,-1 0-1,0-1 0,0 1 1,1 0-1,-1-1 1,0 1-1,0 0 0,0-1 1,1 1-1,-1 0 1,0-1-1,0 1 0,0 0 1,0-1-1,0 1 1,0 0-1,0-1 0,0 1 1,0-1-1,0 1 1,0 0-1,0-1 0,0 1 1,0 0-1,0-1 1,0 1 43,0-1-24,-1-13-721,-1-17-10220,2 54 8709</inkml:trace>
  <inkml:trace contextRef="#ctx0" brushRef="#br0" timeOffset="-36894.815">2802 4212 12824,'5'-2'406,"1"0"1,0 1-1,-1 0 1,1 0 0,0 0-1,0 1 1,2 0-407,-1 0 524,-1-1 0,1 1 1,-1-1-1,1-1 0,0 1 0,5-3-524,214-93 1910,-183 75-2207,-1-2 0,-1-2 0,-1-2 1,-1-1-1,15-16 297,-52 43-121,0 0 1,0 0-1,1 0 1,-1 1-1,1-1 1,-1 1-1,1-1 1,-1 1-1,1 0 1,0 0-1,1 0 121,4-6-1150,-6 6 50,3 10 672,11 32 646,-8-18 23,1 0-1,0 0 1,2 0-1,1-1 1,1-1-1,1 0 1,0-1-1,14 14-240,125 126 1652,-147-153-1547,6 5-147,-1 0 1,0 2-1,8 13 42,-18-26-449,-1-1-352,-3 0 627,-1 0 1,1-1 0,0 0-1,0 0 1,0 0 0,-1 0-1,1-1 1,1 1 0,-1-1-1,0 1 1,-3-3 173,-3-2-1388,-23-14-8438</inkml:trace>
  <inkml:trace contextRef="#ctx0" brushRef="#br0" timeOffset="-36544.298">3359 3649 10584,'0'0'0,"10"4"0,6 5 0,-8-9 344,0-6-344,2 3 352,0-1-352,-10 4-296,0 0 296,21-8-7776,-42 16 7776</inkml:trace>
  <inkml:trace contextRef="#ctx0" brushRef="#br0" timeOffset="-35808.26">4292 3730 12824,'-8'1'554,"-1"-2"0,1 1 0,-1-1 0,1 0 1,0-1-1,0 0 0,-1 0 0,-1-2-554,-27-6 1798,34 10-1678,0 0 0,0 0 0,0 0-1,1 0 1,-1 1 0,0-1 0,0 1 0,1 0-1,-1 0 1,1 0 0,-1 0 0,1 0-1,-1 1 1,1-1 0,-1 1 0,1-1-1,0 1 1,-1 1-120,-37 36 347,37-35-278,-5 4 0,0 1 0,1 0 0,0 0 1,0 0-1,1 1 0,0 0 0,0 1 0,1-1 0,1 1 0,0 0 0,0 0 0,1 0 0,1 1 0,-1 3-69,0 20 90,2 0 0,1-1-1,1 1 1,2-1 0,5 19-90,-6-43 25,1 0 0,0 0 0,0 0 0,1 0 1,1-1-1,0 1 0,0-1 0,1 0 0,2 3-25,-3-6 12,0-1-1,0 0 1,1 0 0,0 0-1,-1-1 1,2 0 0,-1 0-1,0 0 1,1-1 0,-1 0 0,1 0-1,0 0 1,0-1 0,4 0-12,11 2 38,1-1 1,0-1-1,1-1 1,-1 0-1,0-3 1,0 0-1,0-1 1,0-1-1,0-1 0,-1-1 1,0-1-1,0 0 1,-1-2-1,0-1 1,7-5-39,-17 8-56,-1 0 1,0-1-1,0 0 1,-1-1-1,0 0 1,0 0-1,-1-1 1,0 0-1,-1 0 1,0-1-1,-1 0 0,0 0 1,-1-1-1,0 0 1,3-12 55,-2 5-248,-1 0 1,-2-1-1,0 1 1,-1-1-1,0 1 0,-2-1 1,0 0-1,-2 0 1,-3-16 247,-12-42-1847,-4 2 0,-32-75 1847,26 76-512,19 51 500,5 13 35,0 2 0,0-1 0,-2 0 0,1 1 0,-1-1 0,0 1-23,3 8 202,4 43 318,1 0-1,2 0 0,2-1 0,1 1 0,12 32-519,4-4 633,3-1 0,32 57-633,-38-83 136,-2-2 162,3-1 1,1 0 0,16 19-299,-39-59 13,0 0 0,0 0 0,0 0 0,0 1 0,0-1 0,0 0 0,0 0 0,0 0 0,1 0 0,-1 1 0,0-1 0,0 0 0,0 0 0,0 0 0,1 0 0,-1 0 0,0 0 0,0 1 0,0-1 0,0 0 0,1 0 0,-1 0 0,0 0 0,0 0 0,0 0 0,1 0 0,-1 0 0,0 0 1,0 0-1,0 0 0,1 0 0,-1 0 0,0 0 0,0 0 0,1 0 0,-1 0 0,0 0 0,0 0 0,0 0 0,0 0 0,1-1 0,-1 1 0,0 0 0,0 0 0,0 0 0,1 0 0,-1 0 0,0 0 0,0-1 0,0 1 0,0 0 0,0 0 0,0 0 0,0-1 0,1 1 0,-1 0 0,0 0-13,5-21 238,-1-37-269,-4 49 102,2-53 8,-2 25-61,2 0 0,1 0 0,2 0-1,7-23-17,-2 20 2,2 0 1,2 1-1,16-32-2,-24 60-19,0 1 0,0-1 0,1 1 0,0 0 1,0 0-1,1 1 0,1 0 0,-1 1 0,1 0 0,1 0 1,0 1-1,0 0 0,0 1 0,1 0 0,5-2 19,-13 7-10,-1 0-1,1 0 0,0 0 1,0 1-1,-1 0 1,1-1-1,0 1 0,0 0 1,0 0-1,-1 0 0,1 1 1,0-1-1,0 1 1,-1 0-1,1-1 0,0 1 1,2 1 10,11 3-69,-15-4 67,0 0 0,0-1 0,-1 1 1,1-1-1,0 1 0,-1 0 0,1 0 0,0 0 0,-1-1 1,1 1-1,-1 0 0,1 0 0,-1 0 0,0 0 0,1 0 1,-1 0-1,0 0 0,1 0 0,-1 0 0,0 0 0,0 0 1,0 0-1,0 0 0,0 0 2,-2 24-21,-3-13 25,-1 0-1,0 0 1,-1-1 0,0 0 0,0 0 0,-1-1 0,-1 0 0,0 0 0,-9 6-4,-16 13 81,-2-1 0,-10 4-81,17-12 71,-29 19 108,16-12 154,-21 21-333,62-48 9,0 0 0,1 1 0,-1-1 0,0 1 0,1-1 0,-1 1 0,1-1 0,-1 1 0,0 0 0,1-1 0,-1 1 0,1 0 0,0-1 0,-1 1 1,1 0-1,-1 0 0,1 0 0,0-1 0,0 1 0,-1 0 0,1 0 0,0 0 0,0-1 0,0 1 0,0 0 0,0 0 0,0 0 0,0 0 0,0-1 0,1 1 1,-1 0-1,0 0 0,0 0 0,1-1 0,-1 1 0,0 0 0,1 0 0,-1-1 0,1 1 0,-1 0 0,1-1 0,-1 1 0,1 0 0,-1-1 0,1 1 0,0-1-9,4 4 42,0 0 0,1-1-1,-1 0 1,1 0-1,0 0 1,0-1-42,3 2 11,16 6 68,1-1 0,1-1 0,0-2 0,-1 0-1,2-2 1,-1-1 0,21-1-79,-7 1 145,0 2-1,36 8-144,-22 0-42,54 15-1522,-108-28 1503,0 0 0,0-1 0,0 1 0,0-1-1,0 1 1,0-1 0,0 1 0,0-1 0,0 0 0,0 1 0,0-1 0,0 0 0,-1 0 0,1 0 0,0 0 0,-1 1 0,1-1 0,0-1 61,1 0-121,4-6 128,12-13-3242,-1 1-6912,-40 46 7641</inkml:trace>
  <inkml:trace contextRef="#ctx0" brushRef="#br0" timeOffset="-35443.88">5411 3275 14704,'33'1'325,"-27"-1"1303,-28 15 558,-6 1-1486,12-6-197,0-1 0,0 2-1,1 0 1,-3 4-503,14-11 89,-1 1-1,1 0 1,0 0 0,0 0-1,1 0 1,-1 0 0,1 1-1,0 0 1,1 0 0,-1-1-1,1 1 1,0 1 0,1-1-1,-1 5-88,0-2 24,1 0 1,0 0-1,1 0 0,0 0 0,0 0 0,1 0 0,0 0 1,1 0-1,1 6-24,0-9 13,-1 0 0,1 1 0,1-2 1,-1 1-1,1 0 0,0-1 0,0 1 1,0-1-1,1 0 0,0 0 0,0-1 0,0 0 1,4 3-14,40 26 36,2-2 0,10 2-36,-42-23 10,104 48 34,-93-41-43,-14-9 0,0 1 0,0 1 1,-1 0-1,0 1 0,-1 0 0,0 2 1,4 4-2,-17-15 1,0 0 1,0 0-1,0-1 1,0 1-1,-1 0 1,1 0-1,-1 0 1,1 0 0,-1 0-1,0 0 1,0 0-1,1 0 1,-2 0-1,1 0 1,0 0-1,0 0 1,-1 0-1,1 0 1,-1 0 0,1 0-1,-1 0 1,0 0-1,0-1 1,0 1-1,0 0 1,0-1-1,-1 3-1,-6 7 31,0 0-1,0 0 1,-8 7-31,10-12 12,-2 3 9,-1-1 0,0-1 0,0 0 0,-1 0 0,1 0-1,-2-1 1,1-1 0,-1 0 0,0 0-21,-27 9 29,-38 10-29,50-17-16,-5 1-338,0-1 0,-10 0 354,-9 0-3841,49-7 3660,-15 3-10039,37-6 7695</inkml:trace>
  <inkml:trace contextRef="#ctx0" brushRef="#br0" timeOffset="-40312.12">11236 75 11928,'5'1'1380,"1"2"-1089,0-1 1,1 1 0,-1 0 0,0 1 0,-1-1 0,1 1-1,-1 0 1,0 1 0,0-1 0,3 4-292,3 4 490,-2 1 0,0 0 0,0 0 0,3 8-490,28 55 522,-3 2 1,-4 1-1,-3 2 0,-3 1 0,-5 1 1,-3 0-1,-3 4-522,-9-34 250,10 46-56,-14-87-705,-5-15-390,-12-22-575,7 17 1382,-14-16-2428,3 3-6503,42 49 6780</inkml:trace>
  <inkml:trace contextRef="#ctx0" brushRef="#br0" timeOffset="-39694.34">10851 660 13896,'19'-1'474,"0"-1"1,0-1-1,0-1 0,0 0 1,0-1-1,-1-2 1,0 1-1,0-2 1,-1 0-1,0-2 1,0 1-1,-1-2 1,0 0-1,13-13-474,58-49 772,-40 35-460,30-32-312,-49 39 47,-2-2-1,0-1 1,-2-1 0,-2-1-1,3-10-46,-15 25 3,-1 1-1,3-15-2,12-28 3,-16 52-8,-6 22-6,2 14 3,8 15 24,-2 0-1,-2 1 1,0 14-16,56 298 273,-42-248-98,14 32 298,-10-44 110,-26-93-573,0 0-1,0 0 1,0 0 0,0 0-1,0 0 1,1 0 0,-1 0 0,0 0-1,0 1 1,0-1 0,0 0-1,0 0 1,0 0 0,0 0 0,1 0-1,-1 0 1,0 0 0,0 0-1,0 0 1,0 0 0,0 0-1,0 0 1,0 0 0,1 0 0,-1 0-1,0 0 1,0 0 0,0 0-1,0 0 1,0 0 0,0 0-1,1 0 1,-1 0 0,0 0 0,0 0-1,0 0 1,0 0 0,0 0-1,0-1 1,0 1 0,1 0 0,-1 0-1,0 0 1,0 0 0,0 0-1,0 0 1,0 0 0,0 0-1,0 0 1,0-1 0,0 1 0,0 0-1,0 0 1,0 0 0,0 0-1,0 0 1,0 0 0,0-1 0,0 1-1,0 0 1,0 0 0,0 0-1,0 0 1,0 0 0,0 0-1,0-1-9,9-16 148,8-22-41,26-95 112,-28 84-199,1 0 0,2 1 0,3 1 0,1 1 1,7-6-21,-28 51-2,0 0 0,0 1 0,0-1 0,0 1 0,0 0 1,1-1-1,-1 1 0,0 0 0,1 0 0,-1-1 0,0 1 1,1 0-1,0 0 0,-1 1 0,1-1 0,0 0 2,-1 1-2,0 0-1,0 0 1,0 0-1,0 0 1,0 0 0,0 0-1,-1 0 1,1 0-1,0 1 1,0-1-1,0 0 1,0 0 0,-1 1-1,1-1 1,0 1-1,0-1 1,-1 1-1,1-1 1,0 1 0,-1-1-1,1 1 1,0 0-1,-1 0 3,5 5-19,-1 1-1,0 0 0,0 0 0,-1 1 1,0-1-1,1 5 20,2 2-20,5 14-32,1 0 1,1-1 0,2 0 0,0-2 0,2 1 0,1-2-1,0 0 1,10 6 51,6 5-26,30 27-58,-57-55-1,1-1 0,1 0 0,-1-1-1,1 1 1,0-2 0,0 1 0,4 0 85,-10-4-83,0 0 1,1-1 0,-1 1-1,0-1 1,1 0-1,-1 0 1,1 0 0,-1 0-1,0-1 1,1 0 0,-1 1-1,0-1 1,0 0 0,1 0-1,-1-1 1,0 1-1,0-1 1,0 1 0,0-1-1,0 0 83,3-3-300,1 0 0,-1 0 0,0 0-1,-1-1 1,1 0 0,-1 0-1,2-4 301,-5 7-45,0-1 0,-1 0 0,1 1 0,-1-1-1,0 0 1,0 0 0,0 0 0,-1 0 0,0 0-1,1 0 1,-1 0 0,0 0 0,-1-1 0,1 1 45,0-20-1990,6-47-9583</inkml:trace>
  <inkml:trace contextRef="#ctx0" brushRef="#br0" timeOffset="-39324.198">12408 231 12824,'6'32'929,"6"38"2383,16 47-3312,-21-95 192,1 1-1,1-1 0,1 0 0,1 0 1,0-2-1,15 20-191,-3-11-819,17 25-68,-26-29-2436,-8-2-3871,-13-39 5580</inkml:trace>
  <inkml:trace contextRef="#ctx0" brushRef="#br0" timeOffset="-39323.198">12302 112 11568,'0'0'0,"0"0"1256,0 0-1256,0 0 1264,0 0-1264,0 0 712,11 2-712,-1 3 712,3 4-712,3 2-784,6 1 784,-2 4-776,5 2 776,-25-18-176,0 0 176,30 19-176,4-2 176,31 21-9680</inkml:trace>
  <inkml:trace contextRef="#ctx0" brushRef="#br0" timeOffset="-38994.796">13011 131 13272,'-46'12'5542,"-23"10"-5542,63-18 145,0 0 1,0 0-1,1 1 0,0 0 1,0 0-1,0 0 0,0 0 1,1 1-1,0 0 0,0 0 1,-3 5-146,2-3 69,2-4-54,1-1 1,-1 1-1,1 0 0,0 0 1,0 0-1,0 0 1,0 0-1,1 0 0,0 1 1,0-1-1,0 0 0,0 1 1,1-1-1,0 0 0,-1 1 1,2-1-1,-1 1 0,0-1 1,1 1-1,0-1 0,0 0 1,0 0-1,1 1 1,-1-1-1,1 0 0,0 0 1,0 0-1,1-1 0,-1 1 1,1 0-1,0-1 0,0 1 1,1 0-16,19 22 69,2-1 0,1-1 1,1-1-1,20 13-69,-23-20 61,4 1 47,-2 1-1,0 2 1,-1 1 0,-1 0-1,-1 2 1,9 11-108,-31-32 14,0-1 0,0 1 1,0-1-1,0 1 0,0-1 0,0 1 1,0-1-1,-1 1 0,1 0 1,0 0-1,-1-1 0,1 1 1,-1 0-1,0 0 0,0 0 0,0-1 1,0 1-1,0 0 0,0 0 1,0 0-1,0-1 0,-1 1 0,1 0 1,-1 0-1,1-1 0,-1 1 1,0 0-1,0-1 0,0 1 1,0 0-1,0-1 0,0 1 0,0-1 1,0 0-1,-1 1-14,-6 5 60,1-1 1,-1 0-1,0-1 1,0 0-1,-1 0 0,-2 0-60,-5 4-22,14-8 3,-30 17 401,-1 0 0,-13 2-382,33-15-556,-1 0 0,0-1 1,0-1-1,0 0 1,-1-1-1,1-1 1,-12 0 555,8-1-10699,39 0 8025</inkml:trace>
  <inkml:trace contextRef="#ctx0" brushRef="#br0" timeOffset="-42651.9">6373 2098 12728,'47'-28'2370,"-29"18"-45,0-1-1,15-12-2324,20-17 1036,-30 23-813,0 0 1,-1-2-1,-1-1 0,0 0 1,-2-1-1,0-2-223,-13 11 101,0 0 0,-1 0-1,-1-1 1,0 1 0,-1-1-1,0 0 1,-1 1 0,-1-1-1,0 0 1,0-8-101,-1 15 26,0 0 1,-1-1-1,1 1 1,-1 0-1,0 0 1,-1-1-1,0 1 1,0 0-1,0 0 1,0 0-1,-1 1 1,0-1-1,-1 1 1,1-1-1,-1 1 1,-1-2-27,2 5 10,1-1 1,-1 1-1,1-1 1,-1 1-1,0 0 0,0 0 1,0 1-1,0-1 1,0 0-1,-1 1 1,1 0-1,0 0 1,-1 0-1,1 0 1,-1 0-1,1 1 0,-1-1 1,1 1-1,-1 0 1,1 0-1,-1 0 1,1 1-1,-1-1 1,1 1-1,0 0 0,-1 0 1,1 0-1,0 0 1,-1 1-1,0 0-10,-5 3 5,0 1 0,0 0 1,0 1-1,1-1 0,0 2 0,0-1 0,1 1 0,0 0 0,0 1 0,-1 2-5,-9 14 3,2 0-1,0 1 1,0 5-3,10-17-3,0-1 0,0 1 1,2 0-1,0 0 0,0 0 0,1 0 0,1 0 0,0 0 1,1 1-1,1-1 0,1 11 3,-1-15-5,1 0 1,0 0-1,0 0 0,1 0 0,0-1 1,1 1-1,0-1 0,1 0 0,0 0 1,0-1-1,0 1 0,1-1 0,1 0 1,-1-1-1,1 1 0,7 4 5,-5-6-2,0-1-1,1 0 1,-1 0-1,1-1 1,0-1-1,1 1 1,-1-2-1,0 1 1,1-2-1,0 1 0,-1-1 1,1-1-1,3 0 3,12 0 0,0-2 0,0-1 0,-1-1 0,22-6 0,-35 6-59,-1 0 0,1 0 1,-1-2-1,0 1 0,-1-1 1,1-1-1,-1 0 0,-1 0 0,1-1 1,-1-1-1,0 1 0,-1-1 0,0-1 1,-1 1-1,0-1 0,0-1 1,-1 1-1,0-1 0,-1 0 0,0-1 1,0-3 58,6-13-301,-2-1 1,0 0-1,-3 0 1,0-1-1,-2 0 1,0-5 300,2-28-623,3 0-1,15-55 624,-11 88-381,-13 30 379,0 0 0,0 0 0,0-1 1,0 1-1,0 0 0,0 0 0,0 0 0,0 0 1,0 0-1,1 0 0,-1 0 0,0 0 1,0 0-1,0-1 0,0 1 0,0 0 0,0 0 1,0 0-1,0 0 0,0 0 0,1 0 1,-1 0-1,0 0 0,0 0 0,0 0 0,0 0 1,0 0-1,0 0 0,0 0 0,1 0 0,-1 0 1,0 0-1,0 0 0,0 0 0,0 0 1,0 0-1,0 0 0,0 0 0,1 0 0,-1 0 1,0 0-1,0 0 0,0 0 0,0 0 1,0 0-1,0 0 0,0 1 0,0-1 0,0 0 1,1 0-1,-1 0 0,0 0 0,0 0 0,0 0 1,0 0-1,0 0 0,0 0 0,0 1 2,0 17 49,-2 24 113,2 27-162,1 3 221,-1-42-25,2 0 0,1 1 0,2-2 0,1 1-1,1-1 1,6 14-196,-9-26 138,2 5 14,-4-13-14,0-1 1,0 1-1,1 0 0,0-1 0,1 1 0,0-1 0,0 0 1,5 6-139,-8-13 228,-1-1 53,0 0 14,10-18 27,4-15-211,-2 0 0,-1 0 0,-2-1 0,-1-1 0,0-12-111,1-1 63,2 0-1,5-8-62,-6 27 15,1-1 1,1 1-1,2 1 0,1 0 0,16-23-15,-14 24-1,-12 18 3,1 0 0,-1 1 0,1 0 0,6-5-2,-10 11-1,0 0 0,0 0 0,1 0 0,-1 0 0,1 0 0,0 1 0,-1 0 0,1-1 0,0 1 0,0 0 0,0 0 0,0 0 0,0 1 0,0-1 0,0 1 0,0-1 0,2 1 1,-3 1-4,1-1 0,-1 1 0,1 0 0,-1 0 0,1 0 0,-1 0 0,0 0 0,0 0 0,1 1 0,-1-1 0,0 1 0,0-1 0,0 1 1,0 0-1,-1 0 0,1 0 0,0 0 0,-1 0 0,0 0 0,1 1 0,-1-1 0,0 0 0,0 1 0,0 1 4,5 9-22,-1 1 0,0 0 1,1 11 21,23 109-72,-12-46-286,26 72 358,-40-152-115,0-1 0,1 0-1,0 0 1,0 0-1,0-1 1,1 0 0,-1 1-1,2-2 1,-1 1 0,1 0-1,0-1 1,0 0-1,0-1 1,0 1 0,6 1 115,-10-5-321,0 0 0,1-1 0,-1 1-1,1-1 1,-1 0 0,1 0 0,0 0 0,-1 0 0,1-1 0,-1 1 0,1-1 0,-1 1 0,0-1 0,1 0 0,-1 0 0,0 0 0,1 0 0,-1 0 0,0-1 321,9-2-3614,-7 6-195,-29 3 1455</inkml:trace>
  <inkml:trace contextRef="#ctx0" brushRef="#br0" timeOffset="-42271.761">8106 1036 14432,'26'-16'365,"-22"15"32,-5 3 90,-32 28 1558,15-14-1544,-125 100 2577,142-114-3060,-1 0 0,1 0 0,0 0 1,0 0-1,0 0 0,0 0 0,0 0 1,1 0-1,-1 0 0,1 1 0,-1-1 0,1 0 1,0 0-1,0 1 0,0-1 0,0 0 1,0 0-1,0 1 0,1-1 0,-1 0 1,1 0-1,-1 0 0,1 1 0,0-1 1,0 0-1,0 0 0,0 0 0,0 0 0,1-1 1,-1 1-1,0 0 0,1 0 0,0-1 1,1 2-19,14 10 30,1 0 1,13 6-31,-13-9 14,-1 1-1,-1 1 1,5 5-14,38 31 11,-41-35 2,0 1 0,-2 0 0,0 2 0,0-1-1,-1 2 1,-1 0 0,-1 1 0,3 6-13,-15-21 18,0 0 0,0 0 1,0 0-1,-1 1 0,1-1 0,-1 0 1,0 0-1,0 1 0,0-1 0,0 0 1,-1 0-1,1 1 0,-1-1 1,0 0-1,0 0 0,0 0 0,0 0 1,-1 0-1,1 0 0,-1 0 1,0 0-1,1-1 0,-3 3-18,-7 9 165,0 0 1,-1-1-1,-9 9-165,20-20 9,-7 5 23,5-5-7,0-1 1,1 2 0,-1-1 0,1 0 0,-1 0 0,1 1 0,0-1 0,0 1-1,0 0 1,1 0 0,-1 0 0,0 0 0,1 1-26,-12 2 257,8-5-249,-21 9 55,-1-2 1,1-1-1,-1-1 1,0-1-1,-1-1 1,1-2-1,-16-1-63,39-1-11,0 0-1,0-1 1,0 0-1,-1 0 1,1 0-1,0 0 1,0 0-1,0-1 1,1 0-1,-1 0 1,0 0-1,1 0 1,-1 0-1,1-1 1,0 0-1,-1 0 1,1 0-1,1 0 1,-1 0-1,0 0 1,1-1-1,0 1 1,-2-3 11,-1-6-549,1 0 0,0 0 1,0 0-1,2 0 1,-1-1-1,1 1 1,1-1-1,0-2 549,-1-11-10541,5 61 7944</inkml:trace>
  <inkml:trace contextRef="#ctx0" brushRef="#br0" timeOffset="-41774.509">8315 1176 14256,'0'0'1769,"0"0"-65,0 0-282,0 0-158,4 4-489,46 58 508,17 29-1283,-51-68 85,-4-6-12,1-1 0,1 0 0,0-1 0,1 0 1,6 2-74,-17-13 28,0 0 0,1 0 0,0-1 0,-1 0 0,1 0 0,1 0 0,-1-1 0,0 0 1,1 0-1,-1 0 0,1 0 0,-1-1 0,1 0 0,0 0 0,-1-1 0,1 1 0,0-1 1,0-1-1,0 1 0,-1-1 0,2 0-28,-1-2 23,0 0 0,0 0 0,0 0 1,-1-1-1,1 0 0,-1 0 0,0 0 0,-1-1 0,1 1 0,-1-1 1,1-1-1,-2 1 0,1 0 0,0-1 0,1-4-23,5-10 74,-1 0 0,0 0 0,-2-1 0,0-2-74,-2 3 35,-1 0-1,-1-1 1,-1 1 0,-1-1 0,-1 0-35,6-68 95,-4 107-83,0 0 1,2-1 0,3 12-13,4 25-1,-9-40-12,1 0 0,0-1-1,1 1 1,0-1 0,2 0 0,-1 0-1,1-1 1,1 1 0,0-1 0,1-1-1,0 1 1,1-2 0,0 1 0,1-1-1,0 0 1,1-1 0,-1 0-1,2-1 1,-1 0 0,2-1 13,-11-5-131,1-1 0,0 1 0,0-1-1,0 0 1,-1 0 0,1 0 0,0 0 0,0-1 0,0 1 0,0-1-1,0 0 1,0 0 0,0 0 0,1 0 0,-1-1 0,0 1 0,0-1-1,-1 1 1,1-1 0,0 0 0,0 0 0,0-1 0,0 1 0,-1 0-1,1-1 1,-1 0 0,1 0 0,1-1 131,-3 0-194,0 0 1,0 0-1,0 0 0,0 0 0,0 0 1,-1 0-1,1 0 0,-1 0 1,0 0-1,0 0 0,0 0 0,0 0 1,-1-2 193,1 1-181,-3-24-2005,2-14-8447</inkml:trace>
  <inkml:trace contextRef="#ctx0" brushRef="#br0" timeOffset="-41441.453">9130 897 11296,'1'35'963,"2"1"1,1-1 0,9 29-964,31 105 4161,-28-112-3658,-7-30-181,1 0-1,2 0 0,1-1 1,3 4-322,8 15 692,-20-50 793,2-15-1014,2-20-243,-1-16 636,-2-15-864,6-54 440,-3 70-262,2-9 333,10-33-511,-15 78 31,0 0 0,2 1 0,0-1 0,1 2-1,1-1 1,1 1 0,3-4-31,-5 12 2,-1 0-1,2 0 1,0 0 0,0 1-1,0 0 1,1 1 0,0 0 0,6-2-2,-11 5-151,0 1 0,1 0 0,-1 1 0,1-1 0,-1 1 0,1 1 0,0-1 0,0 1 0,0 0 0,0 0 1,0 0-1,0 1 0,0 0 0,0 0 0,0 1 0,0-1 0,4 2 151,-7 0-7604,3 0 1555,-15-6 3472</inkml:trace>
  <inkml:trace contextRef="#ctx0" brushRef="#br0" timeOffset="-41077.285">9741 1233 14168,'6'-1'162,"0"-1"1,0 0-1,0 0 1,0 0 0,-1-1-1,1 0 1,-1 0 0,1 0-1,-1-1 1,0 1 0,-1-1-1,1 0 1,-1-1-1,0 1 1,1-1-163,12-17 1764,0 0 0,11-20-1764,-10 15 436,-5 7-229,0 0 0,-1-1 0,-1 0 0,-1-1 0,6-18-207,-14 32-1,1 0 0,-1 0 0,-1 0 1,0 0-1,0-1 0,0 1 0,-1 0 0,0-1 1,-1 1-1,0 0 0,0-1 0,-1 1 0,0 0 1,-1 0-1,1 0 0,-1 0 0,-1 1 0,-2-5 1,5 9-27,-1 1-1,1 0 0,-1-1 0,0 1 1,1 0-1,-1 0 0,0 0 0,0 0 1,-1 0-1,1 0 0,0 0 0,-1 1 1,1 0-1,0-1 0,-1 1 0,0 0 1,1 0-1,-1 0 0,0 0 0,0 1 1,1-1-1,-1 1 0,0 0 0,0-1 1,0 1-1,0 0 28,3 1-3,-1-1 1,0 0-1,0 0 0,0 1 1,1-1-1,-1 1 0,0-1 1,0 1-1,1-1 0,-1 1 1,0-1-1,1 1 0,-1-1 0,0 1 1,1 0-1,-1-1 0,1 1 1,-1 0 2,-2 3-8,-13 13 36,0 0 1,1 1-1,2 1 1,-1 0-1,2 1 1,1 0-1,0 1 1,2 1-1,0-1 1,1 1-1,1 4-28,4-16 62,0 1 1,1-1-1,1 1 0,0 0 1,0 0-1,1 0 1,1-1-1,0 1 0,0 0 1,1 0-1,0-1 0,1 1 1,0-1-1,1 0 0,0 0 1,0 0-1,1 0 0,1-1 1,-1 0-1,1 0 1,1 0-1,0-1 0,0 0 1,1 0-1,1 0-62,0-1 80,-1-1 1,2 0-1,-1-1 0,1 1 0,-1-2 1,1 0-1,1 0 0,-1-1 1,1 0-1,-1 0 0,1-1 1,0-1-1,-1 0 0,1 0 0,0-1 1,0-1-1,0 0 0,9-2-80,3-1 82,-1-1-1,0 0 1,0-2-1,0-1 1,-1-1-1,0 0 1,-1-2-1,11-7-81,-18 8-172,1 0-1,-2-1 0,1-1 1,-2 0-1,8-10 173,8-8-2775,4-4-8804,-67 73 8685</inkml:trace>
  <inkml:trace contextRef="#ctx0" brushRef="#br0" timeOffset="-34892.629">7204 3118 12192,'0'0'1593,"0"0"-58,0 0-256,0 8-265,-1 53 727,6 58-1741,-3-96 99,1-1 1,1 0-1,2 1 0,0-2 0,1 1 0,1-1 1,3 5-100,-6-16 16,0 0 1,1 0-1,1 0 1,-1-1-1,1 0 1,1 0-1,0-1 1,3 3-17,-10-11-21,-1 0 0,1 1 0,-1-1 0,1 0 0,-1 1 1,1-1-1,-1 0 0,1 0 0,0 1 0,-1-1 0,1 0 0,-1 0 1,1 0-1,-1 0 0,1 0 0,0 0 0,-1 0 0,1 0 0,-1 0 1,1 0-1,0 0 0,-1 0 0,1 0 0,-1-1 0,1 1 0,-1 0 0,1 0 1,-1-1-1,1 1 0,-1 0 0,1-1 0,0 1 21,0-2-65,0 1 1,0-1-1,0 1 0,-1-1 0,1 1 0,0-1 1,-1 0-1,1 1 0,-1-1 0,0 0 1,1 1-1,-1-1 65,0-47-1969,0 48 1935,-3-25-890,-1 1 1,-2-1-1,-6-16 924,3 7-1434,-10-37-6966</inkml:trace>
  <inkml:trace contextRef="#ctx0" brushRef="#br0" timeOffset="-34555.974">6933 2748 10672,'-14'-28'1919,"12"25"-809,9 11-518,-3-4-585,-1-1-236,-1 0 0,1 0 0,0 0 0,1 0 1,-1 0-1,0-1 0,1 0 0,-1 0 1,1 0-1,0 0 0,-1 0 0,1-1 1,0 1-1,3-1 229,-2 1-479,10 4-5064,-35-14 4164</inkml:trace>
  <inkml:trace contextRef="#ctx0" brushRef="#br0" timeOffset="-34222.693">7560 3130 12912,'0'0'1537,"0"0"-68,2 5-476,21 113 1919,-2 30-2912,-16-86 180,-5-44-38,1 0-1,1 0 0,1 0 1,1 5-142,2-37 166,-1-1 0,-1 0 1,0 0-1,0-8-166,12-56 309,11-26-309,-19 78 62,1 1 0,2-1 0,1 1 0,0 1 0,12-15-62,-19 31 14,2 1 1,-1 0-1,1 1 1,0-1-1,1 1 0,0 0 1,0 1-1,0 0 1,1 0-1,0 1-14,-5 3 14,0 0 0,0 0 0,0 0 0,0 0 0,0 1 0,1 0-1,-1 0 1,0 0 0,1 1 0,-1-1 0,1 1 0,-1 0 0,1 0-1,-1 0 1,0 1 0,1 0 0,-1 0 0,0 0 0,1 0 0,-1 1-1,0-1 1,0 1 0,0 0 0,0 1-14,9 5 48,-1 1 0,0 0 1,-1 1-1,0 1 0,-1 0 0,0 0 1,-1 1-1,0 0 0,-1 1 0,0 0 1,3 8-49,7 20 143,-1 2 0,-3-1 0,1 9-143,0-2 28,-14-46 3,11 26-165,-12-29 112,1 1-1,-1 0 1,1-1 0,-1 1 0,1-1 0,-1 1 0,1 0 0,0-1 0,-1 1 0,1-1-1,0 1 1,-1-1 0,1 0 0,0 1 0,0-1 0,0 0 0,-1 0 0,1 1-1,0-1 1,0 0 0,0 0 0,-1 0 0,1 0 0,0 0 0,0 0 0,0 0 0,0 0-1,-1 0 1,1 0 0,0-1 0,0 1 0,-1 0 0,1-1 0,0 1 0,0-1 22,2 0-71,-1 0 0,0-1 1,0 0-1,1 1 0,-1-1 0,0 0 1,-1 0-1,1 0 0,0 0 1,0 0-1,-1-1 0,0 1 1,1 0-1,-1-1 0,0 1 1,0-1-1,0 1 0,0-1 0,-1 0 1,1 0 70,12-30-2985,0 2-6759,-31 72 7334</inkml:trace>
  <inkml:trace contextRef="#ctx0" brushRef="#br0" timeOffset="-33522.187">8879 2929 12016,'-3'-15'1121,"0"0"0,-2 0 1,1 1-1,-2-1 0,0 1 0,-1 0-1121,6 12 800,-1 0 137,2 2-927,0 0-1,0-1 0,0 1 0,0 0 0,0 0 0,-1 0 0,1 0 1,0-1-1,0 1 0,0 0 0,0 0 0,0 0 0,0 0 0,0 0 1,0-1-1,-1 1 0,1 0 0,0 0 0,0 0 0,0 0 0,0 0 1,-1 0-1,1 0 0,0-1 0,0 1 0,0 0 0,0 0 0,-1 0 1,1 0-1,0 0 0,0 0 0,0 0 0,-1 0 0,1 0 0,0 0 1,0 0-1,0 0 0,0 0 0,-1 0 0,1 0 0,0 0 0,0 1 1,0-1-1,-1 0 0,1 0 0,0 0 0,0 0 0,0 0-9,-2 20 164,1 1-1,1-1 0,1 0 1,0 0-1,2 0 0,1 5-163,-2-16 22,1 0 1,-1 0-1,2-1 0,-1 1 0,1-1 0,0 0 0,1 0 1,0 0-1,0-1 0,0 1-22,3 2 24,-2-2 8,1 1 0,0-1-1,0 0 1,1-1 0,0 0 0,0 0 0,1-1 0,-1 0 0,9 4-32,-4-2 30,-2-1 13,0-1 0,0 0 0,1-1 0,0 0-1,0-1 1,0 0 0,0-1 0,6 1-43,-2 0 32,-6-2 8,1 0 0,-1 0 0,0-1 0,1 0 0,0-1 0,-1 0 0,1-1 0,5-1-40,-2 0 34,-8 2-1,0-1-1,0 0 1,0 0-1,-1 0 1,1-1-1,0 0 1,-1 0-1,1 0 1,-1-1-1,0 0 1,0 0 0,0 0-1,0 0 1,-1-1-1,1 0 1,-1 0-1,0 0 1,0-1-1,0 1 1,-1-1-1,0 0 1,0 0-1,2-3-32,-4 5 16,0-1 0,0 1-1,-1-1 1,1 1 0,-1 0-1,0-1 1,0 1 0,0-1 0,0 1-1,-1-1 1,1 1 0,-1-1-1,0 1 1,0 0 0,0-1-1,0 1 1,-1-1-16,-26-47 182,22 43-192,-82-141 287,80 130-277,5 2-2,11 16-3,10 13-6,-18-12 11,19 19-52,-2 1 1,0 0 0,-1 1-1,-1 1 1,8 15 51,16 36-149,2 13 149,13 26-92,-26-56 73,-2 0-1,-3 2 1,-2 1-1,-3 0 1,4 28 19,-20-76-1,0 1 0,-1-1 0,0 0 1,-1 1-1,0-1 0,-1 1 0,0-1 0,-1 1 0,0-1 1,-1 0-1,0 0 0,-1 0 0,0 0 0,0-1 0,-1 1 1,-1-1-1,0-1 0,0 1 0,-1-1 0,0 0 0,-1 0 1,0-1-1,0 0 0,-2 1 1,-71 61 28,60-50 21,-2-1 1,1-1-1,-2 0 0,-7 2-49,24-17 27,0 0-1,0 0 0,-1-1 1,1 0-1,-1-1 1,1 0-1,-1 0 0,0 0 1,1-1-1,-1 0 1,0-1-1,0 1 0,-3-2-26,-14-3 15,0 0 0,0-1 0,-9-5-15,22 6-34,1 1 0,-1-2 0,1 1 0,0-2 0,0 1 0,1-2 1,0 1-1,0-1 0,0-1 0,1 0 0,1 0 0,0-1 0,0 0 0,0 0 0,2-1 0,-1 0 0,1 0 0,1 0 0,0-1 0,0 0 0,2 0 0,-1 0 0,1-1 0,1 1 0,0-1 0,1 1 0,1-1 0,0 0 0,0 1 1,1-1-1,1 0 0,2-10 34,10-27-603,2 2 1,2 0 0,2 0-1,23-39 603,-16 44-857,2 0 0,1 2 0,2 1 0,18-16 857,-43 49 83,23-26-2373,27-33-5953,-133 153 6198</inkml:trace>
  <inkml:trace contextRef="#ctx0" brushRef="#br0" timeOffset="-33171.606">9715 2515 12104,'0'4'449,"-1"1"1,0-1 0,0 1-1,-1-1 1,1 0 0,-1 1 0,0-1-1,-2 3-449,1-2 650,1 1 0,-1 0 0,1 0-1,0 0 1,-1 5-650,1 5 125,1 1 0,0-1 0,2 1 0,-1-1-1,2 1 1,0-1 0,1 0 0,1 0 0,1 0 0,0 0 0,0-1-1,2 0 1,0 0 0,1 0 0,2 2-125,-5-9 43,1 0-1,0 0 1,0 0 0,1-1-1,0 0 1,0 0 0,0 0-1,1-1 1,0-1 0,1 1 0,-1-1-1,1 0 1,0-1 0,0 0-1,0-1 1,1 0 0,-1 0-1,1-1 1,0 0 0,0 0-1,-1-1 1,1-1 0,0 0-1,0 0 1,7-2-43,-6 1 53,0-1 0,0 0-1,-1 0 1,1-2 0,0 1 0,-1-1 0,0-1-1,7-4-52,-12 7 25,-1-2-1,1 1 0,-1 0 0,0-1 0,0 0 0,-1 1 1,1-2-1,-1 1 0,0 0 0,0-1 0,0 1 0,-1-1 1,0 0-1,1 0 0,-2 0 0,1 0 0,-1 0 0,1-4-24,-1 4 24,-1-1 0,0 1 0,-1-1 0,1 1 1,-1 0-1,0-1 0,0 1 0,-1 0 0,1 0 0,-1 0 0,0 0 0,-1 0 0,1 0 0,-1 0 0,0 1 0,0-1 0,-1 1 0,1 0 0,-1 0 0,0 0 0,0 0 0,-2-1-24,-15-12 94,0 1 1,-2 0-1,-21-11-94,34 21 28,3 2-16,-1 0 0,0 1 0,0 0 0,0 0-1,0 1 1,0 0 0,-1 1 0,1-1 0,-9 1-12,-10 0-121,-1 2 0,-10 2 121,-4 0-230,16 4-1183,25-5-162,18-5 308,28-11-589,-1-2-1,24-12 1857,12-5-10366</inkml:trace>
  <inkml:trace contextRef="#ctx0" brushRef="#br0" timeOffset="-32743.765">10184 2384 12016,'-2'7'442,"0"-1"-1,0 1 1,1 0 0,-1 0 0,2 0 0,-1 0 0,1-1 0,0 1-1,0 0 1,1 0 0,0 0 0,0 0 0,1 4-442,-1-7 77,4 26 294,2-1 0,0 0 0,2 0 0,2-1 0,0 0-1,2-1 1,1 0 0,1-1 0,1 0-371,-11-18 75,1-1-1,0 0 1,0-1-1,1 1 1,-1-1-1,1-1 1,0 1-1,1-1 1,0 0-1,0-1 1,0 0-1,0 0 1,0-1-1,1 0 0,-1 0 1,3 0-75,-5-2 41,0 0 0,0-1 1,0 0-1,0 0 0,0 0 0,0 0 0,0-1 0,0 0 1,0 0-1,0-1 0,0 0 0,0 0 0,-1 0 1,1-1-1,-1 1 0,0-1 0,1-1 0,-1 1 0,-1-1 1,1 0-1,0 0 0,-1 0 0,0-1 0,2-1-41,11-16 70,0-1 0,-1 0 0,-1-1 0,-2 0 0,0-2-70,-7 13 13,0-1 1,-1 0-1,0-1 1,-2 1 0,1-1-1,-2 0 1,0 0-1,-1 1 1,0-2 0,-1 1-14,-2-7 21,-1 1 0,-1-1 0,-1 1 0,0 0 0,-7-15-21,11 34 9,-1 4-10,1 0 1,-1 0-1,1 0 0,-1 0 0,1 0 0,0 0 1,0 0-1,0 0 0,0 1 0,0-1 0,0 0 1,1 1-1,-1-1 0,1 1 0,0-1 1,-1 8 1,0 0 0,1 0-1,0 0 1,0 1 0,1-1 0,1 0-1,0 0 1,0-1 0,1 1-1,0 0 1,1-1 0,0 1 0,0-1-1,1 0 1,0-1 0,1 1-1,4 5 0,-2-3 3,1-1-1,1 0 0,-1 0 0,2-1 0,-1 0 1,1-1-1,0 0 0,1 0 0,0-2 1,0 1-1,1-2 0,9 4-2,-12-6-67,0 0 0,1 0 1,-1-1-1,1-1 0,-1 0 0,1 0 1,0-1-1,3 0 67,-10-1-98,0 1 1,-1-1 0,1 0-1,0 0 1,0 0 0,-1 0-1,1 0 1,0-1 0,-1 0-1,0 0 1,1 0 0,-1 0-1,0 0 1,0-1 0,0 1-1,0-1 1,-1 0-1,1 0 1,-1 0 0,1 0-1,-1 0 1,0-1 0,1-3 97,57-103-4403,-59 106 4291,1-1 0,-1 1-1,1-1 1,-1 1 0,-1-1 0,1 0 0,-1 0-1,1-2 113,1-18-1804,7-32-7716</inkml:trace>
  <inkml:trace contextRef="#ctx0" brushRef="#br0" timeOffset="-32410.76">11068 2144 11568,'11'28'1064,"-1"1"0,-2 0 0,-1 0 0,1 13-1064,15 58 2321,4-11-1152,33 123 983,-65-249-1470,1 0 0,1 0 0,3 0 0,1-7-682,3-46 386,-3 52-251,1 0 0,1 0 0,3 1 0,1-1 0,3-5-135,-7 33-39,1 0 0,-1 0 0,2 1 0,-1-1 0,2 1 0,-1 0 0,1 0 1,0 1-1,1 0 0,0 0 0,0 0 0,1 1 0,0 0 0,0 1 0,1 0 0,-1 0 0,1 1 0,1 0 1,-1 0-1,9-2 39,6-3-1008,0 0-4100,-10 4-3716,-38 16 6007</inkml:trace>
  <inkml:trace contextRef="#ctx0" brushRef="#br0" timeOffset="-31530.57">12178 1334 13360,'0'0'1496,"-1"3"-250,-5 39-534,2-1 0,2 1 0,1 0 0,3 0 0,1-1 0,7 35-712,17 60 919,21 53-919,-35-139 186,-10-39-148,90 364 1143,-90-353-1132,2 4 535,-2-45-104,5-118 7,0 15-336,-8 95-96,2-1 0,1 0 1,1 1-1,1 0 0,1 0 0,2-2-55,-4 19 7,-1 0-1,2 0 0,-1 0 0,1 1 0,1-1 1,0 1-1,0 1 0,0-1 0,1 1 0,1 0 0,-1 0 1,1 1-1,1 0 0,-1 1 0,1 0 0,9-5-6,-13 9-1,0 0 0,1 0 0,-1 1 0,1 0 0,0 0 0,-1 0 0,1 1 0,0 0 0,-1 0 0,1 0 0,0 0-1,0 1 1,-1 0 0,1 1 0,-1-1 0,1 1 0,-1 0 0,0 0 0,1 1 0,-1 0 0,0-1 0,-1 2 0,1-1 0,0 0 0,1 4 1,25 19-28,20 24 28,-29-27 4,1-1 0,0-1 0,9 3-4,-23-18 6,0 0 0,1 0 1,-1-1-1,1-1 0,1 1 0,-1-2 1,0 1-1,1-2 0,0 1 1,0-1-1,5-1-6,-3 0 20,0 0 0,0-2 0,0 1 1,0-2-1,0 0 0,0 0 0,0-1 0,-1-1 1,1 0-1,-1-1 0,0 0 0,-1-1 0,1 0 1,-1-1-1,0 0 0,0-1 0,-1 0 0,0-1 1,-1 0-1,0 0 0,1-2-20,2-2 19,-4 5 13,0-1 1,0 0-1,-1-1 1,6-9-33,-11 15 3,-1 1 0,1-1 1,-1 1-1,1-1 1,-1 0-1,0 1 1,-1-1-1,1 0 0,-1 0 1,1 0-1,-1 0 1,0 0-1,-1 1 0,1-1 1,-1 0-1,1 0 1,-2-2-4,-3-12-2,-2 0 0,0 1 0,0-1 0,-2 2 0,0-1 0,-1 1 1,-4-4 1,10 14-11,-1 0 0,0 1 1,-1-1-1,1 1 1,-1 0-1,0 1 1,-1 0-1,1-1 0,-2 1 11,3 2-19,1 0 0,-1 0 0,1 1 0,-1 0 0,1-1 0,-1 2 0,0-1 0,1 1 0,-1-1 0,0 1 0,1 1 0,-1-1 0,0 1 0,0-1 0,-1 2 19,2-1-25,0 1 1,0 0-1,1 0 0,-1 0 0,1 0 0,0 1 1,-1-1-1,1 1 0,0 0 0,1 0 1,-1 0-1,0 0 0,1 0 0,-1 1 25,-31 53-160,25-42 118,5-7 10,0 0-1,0 1 1,1 0 0,-1-1 0,2 1-1,0 0 1,0 0 0,0 0 0,1 1 0,0-1-1,1 4 33,0-7-11,1 0-1,-1 0 1,1 0-1,1 0 1,-1-1 0,1 1-1,0 0 1,0-1-1,1 1 1,-1-1-1,1 0 1,0 0-1,1 0 1,-1 0 0,1 0-1,0-1 1,4 4 11,5 3-29,1 0 1,0-1-1,1 0 1,0-2 0,0 1-1,1-2 1,0 0-1,0-1 1,1 0 0,0-2-1,0 0 1,10 1 28,-1-2-283,0-1 0,1-2 0,-1 0 0,0-2 0,0-1-1,0-1 1,0-1 0,3-2 283,19-7-2222,0-2 0,5-4 2222,-47 17-384,33-12-8562,-91 35 6721</inkml:trace>
  <inkml:trace contextRef="#ctx0" brushRef="#br0" timeOffset="-30607.352">13779 1397 13000,'-5'0'9,"-24"0"1284,0 1 1,-24 4-1294,47-4 262,1 1 0,-1 0 0,0 0 0,1 1 0,-1 0 1,1 0-1,0 0 0,0 0 0,0 1 0,-4 4-262,-39 42 728,44-46-702,-6 8 68,0 2-1,1-1 0,0 1 0,1 1 0,1-1 0,1 1 1,0 0-1,0 1 0,1 1-93,0 5 47,0 0 1,1 1 0,1-1-1,2 1 1,0 0-1,1 5-47,1-20 35,-1 0-1,2 1 0,-1-1 1,1 0-1,0 0 1,1 0-1,0 0 0,0 0 1,1 1-35,-2-6 18,1 1-1,-1 0 1,0-1 0,1 1 0,0-1 0,-1 0 0,1 0 0,1 0 0,-1 0 0,0-1 0,1 1 0,-1-1 0,1 0 0,0 0 0,0 0 0,0 0-1,0-1 1,4 1-18,7 1 54,1 0-1,0-2 0,0 0 1,0-1-1,0 0 0,0-1 1,0-1-1,0-1 0,0 0 1,-1-1-1,1-1 0,-1 0 1,0-1-1,-1-1 0,1 0 1,-1-1-1,7-5-53,-13 8 16,-1 0-1,0 0 1,0-1-1,0 1 1,-1-1 0,0-1-1,0 1 1,1-3-16,-5 5 10,0 0 1,1 0-1,-2-1 1,1 1-1,-1 0 1,1-1 0,-1 1-1,0-1 1,-1 1-1,1-1 1,-1 0-1,0 1 1,0-1-1,0 0 1,-1 1-1,0-1-10,-2-18 57,-1 2 0,-1-1 0,-1 0-1,-5-10-56,8 23 23,-1 0-1,0 1 1,-1-1-1,0 1 1,0 0-1,-1 0 1,0 1-1,0-1 1,-1 1-1,1 1 1,-3-2-23,6 6 47,3 2-46,0 0 0,0 0 0,-1 0 0,1 1 0,0-1 0,-1 0 0,1 0 0,0 0 0,0 0 0,0 1 1,-1-1-1,1 0 0,0 0 0,0 1 0,0-1 0,-1 0 0,1 0 0,0 1 0,0-1 0,0 0 0,0 0 0,0 1 1,0-1-1,0 0 0,0 1 0,-1-1 0,1 0 0,0 1 0,0-1 0,0 0 0,1 0 0,-1 1 0,0-1 1,0 0-1,0 1 0,0-1 0,0 0 0,0 0 0,0 1 0,0-1 0,1 0 0,-1 1 0,0-1 0,0 0 0,0 0 1,0 0-1,1 1 0,-1-1-1,10 21 29,-6-15-8,-4-5-20,14 35 64,2 0-1,1-1 1,15 22-65,-25-47 10,0-1 0,0 1 1,1-1-1,0-1 0,0 1 1,1-2-1,0 1 0,0-1 0,1 0 1,0-1-1,0 0 0,1-1 1,0 0-1,4 1-10,-3-2-34,0 0-1,1-1 1,-1 0 0,1-1 0,0 0-1,-1-1 1,1-1 0,0 0-1,0 0 1,0-2 0,0 1 0,-1-2-1,1 0 1,5-2 34,32-8-470,-40 12 319,0-1 0,-1 0 0,1-1 0,0 0 0,-1-1 0,0 0 0,0 0 0,0-1 0,0 0 0,-1-1 0,0 0 0,0 0 0,0-1 0,6-7 151,-5 2-213,-1-1 1,0 0-1,0 0 0,-2-1 0,0 0 1,0 0-1,-1 0 0,-1-1 1,1-5 212,16-49-623,-17 55 598,0-1 1,-1 0-1,-1 0 1,0 0-1,-1 0 0,-1 0 1,-1 0-1,0 0 1,0 0-1,-2 0 1,1 0-1,-2 0 0,-4-9 25,-2-8 138,-2 1 0,-2 1 0,0 0 0,-2 1 0,-16-21-138,28 44 40,-1 0-1,0 0 0,0 1 1,0 0-1,-1 0 0,0 0 1,0 1-1,0 0 0,0 0 1,-1 0-1,0 1 0,1 0 1,-1 1-1,-1-1-39,6 2 21,-1 1-1,1 0 0,0-1 1,0 1-1,-1 0 1,1 0-1,0 1 0,-1-1 1,1 0-1,0 1 1,0-1-1,0 1 1,-1 0-1,1-1 0,0 1 1,0 0-1,0 1-20,-33 22 152,30-20-107,-16 13 27,0 1-1,2 1 1,0 0-1,1 2 1,1 0-1,1 1 1,1 0-1,1 2 1,1-1-1,1 3-71,6-14 29,1 1 0,0 0 0,1 0 0,1 0 0,0 0 0,0 0 1,2 1-1,0-1 0,0 1 0,1-1 0,1 1 0,0-1 0,1 0 0,0 1 0,1-1 0,0 0 0,2 0 0,-1 0 0,1-1 0,1 0 0,2 4-29,-3-9 21,-1 1-1,2-1 1,-1 0-1,1 0 1,0 0 0,0-1-1,1 0 1,-1 0-1,1-1 1,1 1-1,-1-2 1,1 1-1,0-1 1,0 0-1,0-1 1,1 0-1,-1 0 1,1-1-1,-1 0 1,1 0-1,0-1 1,0 0-1,0-1 1,0 0 0,0 0-1,0-1 1,-1 0-1,1 0 1,0-1-1,0-1 1,-1 1-1,1-1 1,3-3-21,-6 4 9,0-1 0,0 0 0,0-1 0,0 1 0,-1-1 1,0 0-1,0-1 0,0 1 0,0-1 0,0 0 0,-1 0 1,1-2-10,4-7 14,-1-1 1,0-1 0,-1 1 0,0-3-15,10-21 34,-12 31-29,0-1 1,-1 0-1,0-1 1,-1 1-1,0 0 1,-1-1 0,0 0-1,0 0 1,-1 1-1,0-1 1,-1-4-6,-4-21 41,-2 0 1,-1 1-1,-1 0 1,-5-9-42,-7-29 10,-11-80 35,22 92 50,-4 1-1,-2 1 1,-5-6-95,19 61 31,0-1 0,-1 1 0,0 0 0,1-1 0,-1 1-1,-1 0 1,1 0 0,0 0 0,-1 1 0,0-1 0,0 0-31,2 2 5,1 1 0,0 0 0,0 0 0,-1 0-1,1 0 1,0 0 0,-1 0 0,1 0 0,0 0 0,0 0 0,-1 0 0,1 0-1,0 0 1,-1 0 0,1 0 0,0 0 0,-1 0 0,1 0 0,0 0 0,0 0 0,-1 0-1,1 1 1,0-1 0,0 0 0,-1 0 0,1 0 0,0 0 0,0 1 0,-1-1-1,1 0 1,0 0 0,0 1 0,0-1 0,-1 0 0,1 0 0,0 1 0,0-1 0,0 0-1,0 1 1,0-1 0,0 0 0,0 1-5,-6 12 128,6-12-101,-5 17 75,1 0 0,0 0 0,2 1 1,0-1-1,1 1 0,2 15-102,2 26 396,7 27-396,-4-57 94,0 1 0,2-1 1,1-1-1,1 0 0,1 0 0,4 3-94,23 41 423,33 46-423,-63-106-287,-5-7 296,1 0-1,0 0 0,0 0 1,0-1-1,6 6-8,-9-10-228,1 0-1,-1 1 0,1-1 1,0 0-1,0 0 1,0 0-1,-1 0 1,1 0-1,0-1 1,0 1-1,0-1 1,0 1-1,0-1 0,0 0 1,1 1-1,-1-1 1,0 0-1,0 0 1,0-1-1,0 1 1,0 0-1,2-1 229,4-1-10206,-19 5 7686</inkml:trace>
  <inkml:trace contextRef="#ctx0" brushRef="#br0" timeOffset="-28792.308">442 7102 10312,'20'67'1420,"-26"-87"621,1-1 0,1 0 0,-1-19-2041,5 39 844,0 1-120,0 3-184,1 13-281,1 0-1,1 0 0,0 0 0,1-1 0,0 0 1,6 13-259,0-4 155,0-1 0,2 0 0,14 21-155,-19-34 76,0 0-1,1-1 1,0 0-1,0 0 1,1-1 0,1 0-1,-1 0 1,1-1 0,7 4-76,-9-7 35,-1 0 0,1-1 0,0 0 0,0 0 0,0-1 0,1 1 0,-1-2 0,0 1 0,1-2 1,0 1-1,-1-1 0,1 0 0,-1-1 0,3 0-35,-4 0 30,0-1 0,1 0-1,-1-1 1,0 0 0,0 0 0,0 0 0,-1-1 0,1 0-1,-1 0 1,0-1 0,0 0 0,0 0 0,-1 0 0,1-1-1,-1 1 1,-1-1 0,1-1 0,-1 1 0,0-1 0,-1 1-1,1-1 1,1-7-30,0 1 18,0 0 1,-1 0-1,0 0 0,-2-1 0,1 0 0,-2 1 1,0-1-1,0 0 0,-1 0 0,-1 0 0,0 0 1,-2-3-19,-3-11 43,-1 1 0,-1 1 1,-1-1-1,-1 2 1,-3-2-44,5 11 11,-1 0-1,0 1 1,-2 0 0,1 1 0,-2 0 0,0 1 0,-1 0 0,-6-4-11,18 16 20,3 6-7,12 16-6,32 43-24,-22-31 15,39 62-1,-4 2-1,-4 5 4,96 208-4,-98-200-9,-32-67 14,-2 1-1,-2 1 1,-1 1 0,6 37-1,-18-66 17,-2 0-1,0 0 1,0 0 0,-2 1 0,0-1-1,-1 1 1,-1-1 0,-1 0 0,0 0-1,-1 0 1,-1 0 0,0-1 0,-2 0-1,-7 15-16,7-17 51,-1-1 0,0 0 0,-1 0 0,0-1-1,-1 0 1,-10 9-51,13-15 37,-1 0 0,0 0 1,0 0-1,-1-1 0,1 0 0,-1-1 0,0 0 0,0 0 0,-1-1 0,1 0 1,-4 0-38,-7 1 32,-1-1 1,0-1 0,0-1-1,0-1 1,1 0 0,-1-2 0,0 0-1,0-2 1,1 0 0,-1-1-1,1-1 1,-13-6-33,8 1 7,1 0 0,0-2 1,1 0-1,0-2 0,2-1 0,-1 0 0,2-2 1,0 0-1,-10-13-7,17 16-106,0 0 1,2-1-1,0-1 0,0 0 1,2 0-1,0-1 1,1 0-1,1 0 1,0-1-1,2 0 0,0 0 1,1 0-1,1-1 1,1 1-1,0-5 106,2 18-69,0 0 0,1 0 1,0 0-1,0 0 0,0 0 1,1 0-1,-1 0 0,2 0 0,-1 0 1,1 0 68,7-10-1445,0 0 1,1 0-1,1 0 1445,-11 15-198,14-19-9972,-35 47 7665</inkml:trace>
  <inkml:trace contextRef="#ctx0" brushRef="#br0" timeOffset="-28109.095">1409 6946 3768,'0'0'1321,"0"0"14,0 0 33,0 0-12,0 0-79,0 0-28,0 0-51,0 0-33,0 0-74,0 0-47,-2-4-263,-5-20-309,4 11-98,0 1 0,-1 0 1,0 1-1,-2-1-374,-13-19 1456,16 28-904,-15 1 503,15 1-990,-1 0 1,0 0-1,1 0 1,-1 1 0,1-1-1,-1 1 1,0 0 0,1 0-1,-1 0 1,0 1-1,1-1 1,-1 1 0,0 0-1,1 0 1,-1 0-1,1 1 1,-2 0-66,0 1 61,0 0 1,1 0-1,-1 0 1,0 1-1,1 0 1,0 0-1,0 0 0,0 0 1,1 1-1,-3 3-61,-1 3 47,1 1 1,0-1-1,1 1 0,1 0 0,-1 0 0,2 0 0,0 0 1,0 1-1,1 0 0,1 0-47,0 0 46,0 0 0,2 0 1,-1 1-1,2-1 0,0 0 0,0 0 0,1-1 1,1 1-1,0-1 0,1 1 0,0-1 1,1 0-1,0-1 0,1 1 0,1 0-46,0 1 45,0-1-1,1 0 1,1 0-1,0-1 1,0 0-1,1-1 1,0 0-1,1-1 1,6 3-45,-12-8 20,0 0 1,1-1-1,0 0 1,-1-1-1,1 1 0,0-2 1,0 1-1,0 0 1,1-1-1,-1-1 1,0 1-1,0-1 1,1 0-1,-1-1 0,0 0 1,0 0-1,0 0 1,0-1-1,0 0 1,3-2-21,1 0 12,-1-1 1,1-1-1,-1 0 1,0 0-1,-1-1 1,1-1 0,-2 1-1,1-1 1,-1-1-1,0 1 1,0-2 0,-1 1-1,-1-1 1,1 0-1,-2 0 1,1-1-1,-2 1 1,2-4-13,0-1 37,-1-1 1,-1 1-1,0-1 0,-1 0 1,-1 0-1,0 0 0,-1 0 1,-1 0-1,0-1 0,-1 1 1,-1 0-1,-1 0 1,0-1-38,0 5 19,-1 1 0,0-1 0,0 1 0,-1-1 0,-1 1 0,0 1 1,0-1-1,-1 1 0,-1 0 0,1 1 0,-2-1 0,1 2 1,-1-1-1,0 1 0,-1 1 0,0-1 0,0 2 0,-1-1 0,1 1 1,-2 1-1,1 0 0,0 1 0,-1 0 0,0 1 0,0 0 1,0 0-1,0 2 0,0-1 0,0 2 0,-12 0-19,19 0-26,1 0-1,-1 1 1,0 0-1,1 0 0,-1 0 1,1 1-1,-1-1 1,1 1-1,0 0 1,0 1-1,0-1 1,-2 2 26,4-3-64,1 1 1,-1-1-1,1 1 1,0 0 0,-1-1-1,1 1 1,0 0 0,0 0-1,0 0 1,0 0 0,0 0-1,1 0 1,-1 0 0,0 0-1,1 0 1,0 0-1,-1 0 1,1 0 0,0 1-1,0-1 1,0 0 0,1 0-1,-1 0 1,0 0 0,1 0-1,-1 0 1,1 1 63,0 5-214,-1-1-5174,0-4-4450,0-8 7084</inkml:trace>
  <inkml:trace contextRef="#ctx0" brushRef="#br0" timeOffset="-27605.596">1779 6673 14168,'8'18'288,"-7"-13"-132,1-1 0,0 0-1,-1 0 1,1 0 0,1 0 0,-1 0 0,0-1 0,1 1 0,0-1 0,0 0-1,0 1 1,0-1 0,1 0-156,-2-2 1571,-2 49 2497,8-10-3530,2 0 0,1-1 1,15 30-539,-21-56 26,1-1 1,1 1 0,0-2 0,1 1-1,0-1 1,0 0 0,1-1 0,1 0-1,0 0 1,0-1 0,1 0 0,0-1-1,0 0-26,-5-4 14,0-1 1,0 1-1,0-1 0,1-1 0,-1 1 0,1-1 1,0 0-1,-1-1 0,1 1 0,0-1 0,0-1 0,2 1-14,-3-2 15,0 1 0,-1-1 0,1-1 0,0 1-1,0-1 1,-1 0 0,1 0 0,-1 0 0,0-1-1,0 0 1,0 0 0,0 0 0,0-1 0,0 0-15,8-8 21,-1 1 0,0-2 0,-1 1 0,0-2 0,-1 1 1,0-2-1,-2 1 0,1-1 0,-2 0 0,0-1 1,-1 0-1,0 0 0,-1 0 0,-1-1 0,-1 1 0,0-1 1,-2 0-1,1 0 0,-2 0 0,0 0 0,-2 0 1,1 0-1,-2 0 0,0 0 0,-1 1 0,-1-1-21,1 4 61,-1 1 0,0 0 0,0 1 0,-2-1 0,1 1 0,-1 0 0,-1 1 0,0 0 0,0 0 0,-1 0 0,0 1 0,-1 1 0,0-1 0,0 2 0,-6-4-61,14 10 183,2 1-5,0 0-165,-1 1-1,1 0 1,0 0-1,-1 0 0,1-1 1,0 1-1,0 0 1,0 0-1,-1 0 1,1-1-1,0 1 0,0 0 1,0 0-1,0 0 1,1-1-1,-1 1 1,0 0-1,0 0 1,0 0-1,1-1 0,-1 1 1,0 0-1,1 0 1,-1 0-13,10 22 109,-10-21-85,16 31 58,2-1 0,0-1 0,20 25-82,74 84 82,-49-63-190,-10 2-815,-32-46 509,-8-4-204,-12-25 482,1 0-1,-1 0 1,1 0-1,0 0 1,0 0-1,1 0 1,1 2 136,-2-5 19,3 3-3600,0 3-7476,-12-16 8327</inkml:trace>
  <inkml:trace contextRef="#ctx0" brushRef="#br0" timeOffset="-26505.501">3706 5989 12376,'18'17'314,"-10"-9"237,0-1 0,0 2 0,0-1 0,-1 1 0,0 0 0,-1 0 0,0 1 0,-1 0 0,4 9-551,-8-17 55,72 186 4666,32 138-4721,-103-314 107,1-1 0,1 0 0,0 0 0,1 0 0,-1 0 0,2-1 0,2 4-107,-7-13 235,-1-1 30,0 0-84,-2-46 24,-2 0 0,-9-34-205,0 6 72,-2-5-57,3 0 1,3-1-1,4-13-15,6 78-7,0-1 0,1 1 0,0 0 0,2-1 0,0 1 0,0 0 0,1 1 0,2-3 7,-6 15-4,-1 1 0,1-1 0,0 1-1,0-1 1,-1 1 0,1 0 0,0 0 0,0-1-1,0 1 1,1 0 0,-1 0 0,0 0-1,0 0 1,0 0 0,1 0 0,-1 0 0,1 1-1,-1-1 1,0 0 0,1 1 0,-1-1-1,1 1 1,0-1 4,0 1-6,1 0-1,-1 1 0,1-1 0,-1 0 0,1 1 1,-1-1-1,1 1 0,-1 0 0,0-1 1,1 1-1,-1 0 0,0 1 0,2 0 7,6 5-25,1 1 0,-1 0-1,-1 1 1,0 0-1,2 2 26,-10-9-4,33 39-28,-2 1 0,-2 2 0,-2 1-1,-2 1 1,0 4 32,-3-7-4,16 44-63,1 3-312,-35-80 183,1 0 0,0 0 0,1-1 0,0 1-1,1-2 1,0 1 0,1 0 196,-8-8-72,1 1 0,-1-1 0,1 0 0,-1 0 0,1 0 0,-1 0 0,1 0-1,0 0 1,-1 0 0,1-1 0,0 1 0,0-1 0,-1 1 0,1-1 0,0 0-1,0 0 1,0 1 0,0-1 0,-1 0 0,1-1 0,0 1 0,0 0 0,0-1 0,0 1-1,-1-1 1,1 1 0,0-1 0,-1 0 0,1 1 0,0-1 72,1-2-74,0 1 0,1-1 0,-1 1 0,-1-1 0,1 0 1,0 0-1,-1 0 0,1-1 0,-1 1 0,0 0 0,0-1 0,0 0 0,-1 0 74,18-45-2313,10-23-9013</inkml:trace>
  <inkml:trace contextRef="#ctx0" brushRef="#br0" timeOffset="-26140.34">4579 6290 13088,'29'-35'2319,"-2"-1"1,-1-2 0,17-32-2320,-14 22 659,-20 33-387,0 0 0,-1-1 0,-1 0 0,0 0 0,2-9-272,-7 18 55,-1 0 0,0 0 1,0 0-1,0 0 1,0-1-1,-1 1 1,-1 0-1,1 0 1,-1-1-1,0 1 1,-1 0-1,0 0 1,0 0-1,-2-3-55,-1-3 43,-1 0-1,-1 1 1,-8-12-43,13 21 6,0 0-1,0-1 1,-1 1 0,0 0-1,1 0 1,-1 1 0,0-1-1,0 1 1,-1-1 0,1 1-1,0 0 1,-1 0 0,0 1-1,1-1 1,-1 1 0,-1-1-6,3 2-2,0 0 0,0 0 1,0 1-1,0-1 1,0 0-1,-1 1 0,1 0 1,0-1-1,0 1 0,0 0 1,1 0-1,-1 0 1,0 0-1,0 0 0,0 1 1,1-1-1,-1 1 1,1-1-1,-1 1 0,0 0 2,-29 37-23,26-32 13,-5 8-8,1 0-1,0 1 1,1 0-1,1 1 0,1 0 1,0 0-1,1 0 1,1 0-1,0 1 0,2 0 1,0 0-1,1 0 1,0 0-1,2 0 1,0 0-1,1 1 19,0-3-3,0 8-6,1-1-1,1 0 0,3 11 10,-4-26-1,-1 0-1,2 0 0,-1-1 0,1 1 1,0-1-1,0 0 0,1 0 1,0 0-1,1-1 0,-1 0 0,5 4 2,-4-4-4,1 0 0,0-1 0,0 0-1,0 0 1,1-1 0,-1 0 0,1 0 0,0-1-1,0 0 1,1 0 0,-1-1 0,0 0 0,1 0-1,0-1 1,-1 0 0,1-1 0,0 0 0,-1 0-1,1-1 1,0 0 0,-1-1 0,1 1 0,-1-2-1,0 1 1,1-1 0,6-4 4,30-15-763,-1-2 1,-1-2-1,-2-1 0,0-3 1,18-18 762,-4-4-4005,-33 32-3821,-51 47 5884</inkml:trace>
  <inkml:trace contextRef="#ctx0" brushRef="#br0" timeOffset="-25743.053">5113 6235 12016,'12'-10'259,"-5"5"362,1-1 0,-1 0-1,-1 0 1,1 0 0,-1-1-1,0 0 1,-1 0 0,0-1-1,0 0 1,1-1-621,17-41 3049,18-51-3049,-36 85 214,0-1 1,0 0-1,-2 0 0,0-1 1,-1 1-1,-1 0 1,-1-1-1,0-5-214,-2 11 94,0 1 0,-1-1 0,0 1 0,0 0-1,-2 0 1,1 0 0,-1 1 0,-1-1 0,0 1 0,-1-1-94,-3-3 82,0 1 0,0 0 0,-2 0 1,1 2-1,-2-1 0,-9-6-82,18 16-5,2 2 1,-1-1 1,1 0-1,0 1 1,-1 0 0,1-1-1,-1 1 1,1 0-1,-1 0 1,1 1 0,-1-1-1,1 0 1,-1 1-1,1 0 1,0-1 0,-1 1-1,1 0 1,0 0-1,-1 0 1,1 1 0,0-1-1,0 0 1,0 1-1,0-1 1,0 1-1,0 0 4,-3 3-12,0 0-3,0 0 0,0 0-1,1 0 1,0 1 0,0-1 0,0 1-1,1 0 1,0 1 0,0-1 0,1 0-1,-1 1 1,1 0 0,1-1 0,-1 1-1,1 0 1,0 0 0,1 1 15,-1 12-12,0 0 1,2 0-1,0 0 0,1 0 1,2 6 11,2 1-4,1 1 0,1-1-1,1 0 1,1-1 0,2 0 0,5 8 4,-6-15 30,0-1 0,1 0 0,1 0 0,1-1 0,1-1 0,0 0 0,1-1 0,7 5-30,-13-14 14,-1-1 1,1 1 0,0-1-1,1-1 1,-1 0 0,1-1-1,0 1 1,0-2 0,0 0-1,0 0 1,0-1 0,0-1-1,1 1 1,0-2-15,10 0-12,1-1-1,-1-1 1,1-1-1,-1 0 1,0-2-1,12-5 13,-21 5-103,-1 1 0,1-2 0,-1 0 0,-1 0 0,1-1 0,-1 0-1,0-1 1,-1-1 0,7-7 103,9-13-961,-1-2 1,12-20 960,-11 15-608,-19 27 314,-1 0 0,0-1-1,0 1 1,-1-1 0,0 0 0,1-6 294,13-30-356,31-75-2198,-4 11-8685</inkml:trace>
  <inkml:trace contextRef="#ctx0" brushRef="#br0" timeOffset="-25292.73">6006 5488 11928,'-11'-1'407,"1"0"0,0-1 0,0 0 0,0-1 0,1 0 1,-1 0-1,1-1 0,-5-3-407,6 3 384,0 0 0,-1 1 0,0 0 0,1 0 0,-1 1 0,0 0 0,-1 0 0,1 1 0,0 1 0,0-1 0,-1 1-384,1 1 68,0 0 1,0 0-1,-1 1 1,1 0 0,1 1-1,-1 0 1,0 0-1,1 1 1,-1 0-1,1 0 1,0 1-1,0 0 1,1 1 0,0-1-1,0 1 1,0 1-1,0-1 1,1 1-1,0 1 1,1-1 0,0 1-1,0 0 1,0 0-1,1 0 1,0 1-1,-1 3-68,-1 6 57,1-1 1,0 1-1,1 0 0,1 0 0,1 0 0,0 1 0,2-1 0,0 0 0,1 1 0,0-1 0,3 9-57,-2-18 24,-1 0 0,2 0 0,-1 0 0,1 0 0,1-1 0,-1 1-1,2-1 1,-1 0 0,1 0 0,0 0 0,1-1 0,-1 0 0,2 0 0,-1 0 0,1 0-1,0-1 1,0-1 0,1 1 0,-1-1 0,1 0 0,0-1 0,1 0 0,2 1-24,-4-2 14,0-1 0,1-1 1,-1 1-1,0-1 0,1 0 0,-1-1 1,1 0-1,-1 0 0,0 0 0,1-1 1,-1 0-1,0-1 0,1 0 1,-1 0-1,0 0 0,0-1 0,-1 0 1,1 0-1,0-1 0,-1 0 1,0 0-1,0 0 0,0-1 0,-1 0 1,2-1-15,7-8 53,-1-1 0,0 0 1,-1-1-1,-1 0 1,0-1-1,-2 0 0,0-1 1,6-15-54,-7 14 26,-2 0 0,0 0 1,-1 0-1,-1-1 1,-1 1-1,-1-1 0,-1 0 1,0 0-1,-1-2-26,-3-4 36,0 1-1,-1-1 1,-2 1-1,0 0 1,-2 1-1,-9-22-35,-74-157 72,22 52 22,55 120 75,3 0 0,0-1 1,1-6-170,19 79 809,8 39-464,4-1 1,3 0-1,7 7-345,27 32 276,6-2 1,5-4-1,15 13-276,-42-73-268,-30-39-57,-1 1 0,-1 0 0,0 0 0,4 9 325,-14-22-29,1-1-1,-1 1 1,0-1 0,0 1-1,1-1 1,-1 0-1,0 1 1,1-1 0,-1 1-1,0-1 1,1 0-1,-1 1 1,1-1 0,-1 0-1,1 1 1,-1-1-1,0 0 1,1 0 0,-1 1-1,1-1 1,-1 0-1,1 0 1,0 0 29,6 3-3685,0 0-7672,-17-7 8556</inkml:trace>
  <inkml:trace contextRef="#ctx0" brushRef="#br0" timeOffset="-24756.545">7487 4360 13624,'12'14'290,"-1"1"0,0 0 0,-1 0 0,-1 1 0,0 1 0,-1 0 0,-1 0 0,1 6-290,11 37 3453,8 50-3453,-13-48 512,29 111 2138,17 171-2650,-53-294 265,-3-31-217,-2 0 0,0 0 0,-1 0 0,-1 0 1,-1 14-49,1-33-64,-1 0 1,1 0 0,0-1 0,0 1-1,0 0 1,0 0 0,0 0 0,0 0-1,-1 0 1,1 0 0,0 0 0,0 0-1,0 0 1,0-1 0,0 1 0,-1 0-1,1 0 1,0 0 0,0 0-1,0 0 1,0 0 0,-1 0 0,1 0-1,0 0 1,0 0 0,0 0 0,0 0-1,-1 0 1,1 1 0,0-1 0,0 0-1,0 0 1,0 0 0,-1 0 0,1 0-1,0 0 1,0 0 0,0 0 0,0 0-1,0 1 1,0-1 0,-1 0 0,1 0-1,0 0 1,0 0 0,0 0 0,0 1-1,0-1 1,0 0 0,0 0-1,0 0 1,0 0 0,0 1 63,-8-21-112,7 18-82,-3-10-16,-11-31-2233,3 6-6541,28 86 6751</inkml:trace>
  <inkml:trace contextRef="#ctx0" brushRef="#br0" timeOffset="-24368.511">7214 4969 12728,'114'-59'763,"-23"10"2880,40-12-3643,-103 49 387,2 2 1,-1 1 0,1 1-1,1 1 1,-1 2-1,25-1-387,-43 5 12,0 1 0,0 1 0,0 0-1,0 1 1,0 0 0,0 0 0,0 1-1,-1 1 1,1 0 0,-1 1 0,0 0-1,0 1 1,8 5-12,-10-4 19,-1-1-1,0 1 0,-1 0 1,1 0-1,-1 1 1,-1 0-1,0 0 1,0 1-1,0 0 1,-1 0-1,0 0 1,-1 1-1,0-1 0,-1 1 1,0 0-1,0 2-18,8 41 97,-3-14 418,10 30-515,-14-58 65,0 0 1,0-1 0,1 0 0,1 1-1,-1-1 1,2-1 0,-1 0 0,4 4-66,-8-12 19,-1 1 0,1-1 0,-1 0-1,1 0 1,-1 0 0,1 0 0,0 0 0,-1 0 0,1 0 0,0-1 0,0 1 0,0-1 0,-1 1 0,1-1 0,0 0 0,0 1 0,0-1 0,0 0 0,0 0 0,0-1-1,0 1 1,-1 0 0,1-1 0,0 1 0,0-1 0,0 1 0,0-1 0,-1 0 0,1 0 0,0 0 0,-1 0 0,1 0 0,0 0-19,8-6 65,0 0 0,-1-1 0,0 0 0,7-8-65,-11 11 5,11-11 86,-1 0 0,0-1 0,-1-1 1,-2 0-1,1-1 0,-2 0 0,-1-1 0,0-1 0,4-13-91,-11 26 34,-1 0 0,0 0 1,0 0-1,-1-1 0,0 1 1,0-1-1,-1 1 0,0-1 1,-1 1-1,0-1 0,0 1 1,0-1-1,-1 1 0,-1 0 1,1 0-1,-1 0 0,-1 0 1,1 0-1,-2 1 0,1 0 1,-1-1-1,0 2 0,0-1 1,0 0-1,-1 1 0,-5-4-34,-6-5 62,0 0-1,-1 1 0,-1 1 1,0 0-1,-12-4-61,28 16 8,1 0 0,-1 1 1,0-1-1,1 1 0,-1-1 0,0 1 1,0 0-1,1 0 0,-1 0 0,0 1 0,0-1 1,1 0-1,-1 1 0,0 0 0,1 0 1,-1 0-1,1 0 0,-1 0 0,1 0 1,-1 1-1,0 0-8,-8 5 0,1 1 0,-1 0 0,-7 9 0,9-10 3,-27 24-170,22-20 39,0 1-1,1 0 1,1 1 0,-2 2 128,7-6-899,1 1 1,0-1-1,0 1 0,1 0 1,-1 4 898,-2 4-10204,19-42 7683</inkml:trace>
  <inkml:trace contextRef="#ctx0" brushRef="#br0" timeOffset="-23600.385">9355 4593 11384,'-4'-92'4852,"3"66"-1490,3 63-1777,6 49-685,3-1-1,8 17-899,-12-69 79,-6-25-11,1-1 0,0 1 1,1 0-1,-1-1 0,2 1 1,2 5-69,-4-11 27,-1 1 0,1 0 0,0-1 0,0 0 0,0 1 0,0-1 0,0 0 0,1 0 0,-1 0 0,1 0 0,-1 0 0,1-1 0,0 1 0,2 0-27,-2-2 12,-1 0 0,1-1 0,-1 0 0,0 1 0,1-1 0,-1 0 0,0 0 0,1 0 0,-1 0 0,0-1 0,0 1 0,0-1 0,0 1 0,0-1 0,0 0 0,-1 0 0,2-1-12,-2 2 12,9-10 47,-1 0 1,0-1 0,-1-1 0,0 1-1,-1-1 1,0-1 0,-1 1-1,-1-1 1,4-14-60,-5 16 16,49-164 460,-49 158-468,-2 12 15,-1 1 0,1-1 0,0 1 0,0-1-1,1 1 1,2-4-23,32-52 140,-35 58-137,0 1 0,1 0 0,-1 0 1,0 0-1,1 0 0,-1 1 0,1-1 0,0 1 0,0-1 0,-1 1 0,1 0 0,0 0 0,0 0 0,0 1 0,0-1 0,0 1 0,0-1 0,3 1-3,-2 0 7,0 0 0,1 0 0,-1 0 1,0 1-1,1-1 0,-1 1 1,0 0-1,1 1 1,-1-1-1,0 1 0,0-1 1,0 1-1,0 0 0,-1 1 1,4 1-8,-2-1 9,11 7 21,0 1 0,0 0 1,-1 1-1,7 8-30,14 11 36,-13-11 6,-1 2 1,-1 0-1,13 18-42,11 12 86,-42-48-69,1 0 0,-1-1 0,1 1 0,0-1 0,1 0 0,-1 0 0,0 0 1,1-1-1,0 0 0,0 0 0,-1 0 0,1 0 0,0-1 0,0 1 0,0-1 0,1-1 0,-1 1 0,2-1-17,6 1 119,-11-1-75,0 1 1,0-1 0,0 0 0,0 0 0,0 0 0,0-1 0,0 1 0,0 0 0,0-1-1,0 1 1,0-1-45,-1 0 9,0 1 0,-1-1 0,1 0 0,0 0 0,0 1 0,-1-1-1,1 0 1,-1 0 0,1 0 0,-1 0 0,1 0 0,-1 0 0,0 0 0,1 0-1,-1 0 1,0 0 0,0 0 0,0 0 0,0 0 0,0 0 0,0 0-1,0 0 1,0 0 0,0 0 0,0 0 0,-1 0 0,1-1-9,-2-8 30,0-1 0,0 0 0,-2 1 0,1-1 0,-1 1 0,-1 0 0,0 0 0,0 1 0,-5-7-30,-12-15 228,-1 2-1,-7-7-227,8 12 132,1-1 0,-14-26-132,28 40-186,0-1 0,1 0 0,0 0 0,1-1 0,0 0 0,1 0 0,-1-9 186,4 15-99,0 1 0,1-1 0,0 1 0,0-1 0,1 1 0,-1-1 0,1 1 0,1-1 0,-1 1 0,1-1 0,0 1 1,1 0-1,0 0 0,0 0 0,0 0 0,3-3 99,0 0-66,1 0-332,3-7-2873,6-9-8311,-37 58 8721</inkml:trace>
  <inkml:trace contextRef="#ctx0" brushRef="#br0" timeOffset="-23192.703">10347 4087 14520,'0'0'1848,"0"0"-57,0 4-475,2 21-727,2-1 1,0 1-1,2-1 0,0 0 0,2 0 0,2 4-589,15 48 532,39 132 828,-59-194-954,-7-24 110,-3-21-285,4-53 118,0-17 193,8-45-542,-4 116 18,1-1 1,1 1 0,2 0 0,2 0 0,0 1 0,12-25-19,-16 44-63,0 0 1,0 0-1,1 0 0,0 1 1,1 0-1,0 1 0,7-8 63,-10 13-123,0 0-1,0 0 0,0 0 0,1 0 1,-1 0-1,1 1 0,0 0 0,-1 0 0,1 0 1,0 1-1,0 0 0,1 0 0,-1 0 1,0 0-1,0 1 0,0 0 0,1 0 1,0 0 123,31 5-1641,-22-3-956,10 2-8294,-58-9 8203</inkml:trace>
  <inkml:trace contextRef="#ctx0" brushRef="#br0" timeOffset="-22859.131">10947 3894 14792,'0'0'1919,"0"0"-99,0 0-400,2 6-320,10 30-706,91 291 371,-88-289-2264,-14-37 1395,0 0 1,-1 0-1,1 1 1,0-1-1,0 0 1,0 0-1,0 0 1,0 0-1,1 0 1,-1-1-1,0 1 1,0 0-1,0 0 1,1-1-1,-1 1 1,0-1-1,1 1 1,-1-1-1,1 1 1,-1-1-1,1 0 1,-1 0-1,1 0 104,16 3-10873,-34-6 8752</inkml:trace>
  <inkml:trace contextRef="#ctx0" brushRef="#br0" timeOffset="-22525.77">10766 3137 10224,'0'0'0,"0"0"0,0 0 0,0 0-904,0 0 904,0 0-896,30 16 896,-30-16-1832,0 0 1832,21 11-1832,10 4 1832,-31-15-296,0 0 296,34 11-296,8 1 296,33 11-2576</inkml:trace>
  <inkml:trace contextRef="#ctx0" brushRef="#br0" timeOffset="-22196.928">11168 3302 10936,'5'4'239,"1"0"0,-1 0 0,0 0 0,0 1 0,-1-1 0,1 1 1,-1 1-1,0-1 0,0 0 0,-1 1 0,0 0 0,0 0 0,0 0 0,0 2-239,10 17 665,18 37 2955,13 44-3620,5 11 1829,111 262 781,-154-365-2546,14 25-15,-16-31-79,0-1-1,0 1 0,0 0 1,-1 0-1,0 0 1,-1 0-1,1 5 31,-3-14-32,0 1 1,0 0-1,0-1 0,0 1 1,1-1-1,-1 1 1,0 0-1,0-1 0,0 1 1,0 0-1,0 0 0,1-1 1,-1 1-1,0 0 1,0-1-1,1 1 0,-1 0 1,0 0-1,0-1 0,1 1 1,-1 0-1,0 0 1,1 0-1,-1-1 0,0 1 1,1 0-1,-1 0 0,0 0 1,1 0-1,-1 0 1,0 0-1,1 0 0,-1 0 1,0 0-1,1 0 0,-1 0 1,0 0-1,1 0 1,-1 0-1,0 0 0,1 0 1,-1 0-1,0 0 0,1 0 1,-1 0-1,0 1 1,1-1-1,-1 0 0,0 0 1,1 0-1,-1 1 0,0-1 1,0 0-1,1 0 1,-1 1-1,0-1 0,0 0 1,0 1-1,1-1 0,-1 0 1,0 1-1,0-1 1,0 0-1,0 1 0,0-1 1,0 0-1,1 1 0,-1-1 32,6-82-2665,-5 24-7839,-1 97 8350</inkml:trace>
  <inkml:trace contextRef="#ctx0" brushRef="#br0" timeOffset="-22195.928">11142 3713 13360,'2'1'320,"1"0"0,-1 0 0,1 0 0,-1 0 0,1-1 0,-1 1 0,1-1 0,-1 0 1,1 0-1,-1 0 0,1 0 0,-1 0 0,1 0 0,0-1 0,-1 1 0,1-1 0,-1 0 1,0 0-1,1 0 0,-1 0 0,2-1-320,6-2 396,35-14-183,1 2 0,0 2 0,1 2 0,1 3 1,-1 1-1,35 0-213,-72 7-192,0 2 0,0-1 0,0 2 0,0-1 0,0 1 0,0 1 0,-1 0 0,5 2 192,32 13-3470,-22-8-5443,-56-23 6723</inkml:trace>
  <inkml:trace contextRef="#ctx0" brushRef="#br0" timeOffset="-21864.166">11820 3887 13360,'62'-46'1289,"-25"20"474,-1-2-1,-2-1 1,-1-2-1,2-5-1762,-33 34 44,0-1-1,0 1 0,0-1 0,0 0 1,0 0-1,-1 0 0,1 0 1,-1 0-1,0 0 0,0 0 0,0 0 1,-1-1-1,1 1 0,-1 0 0,1-1 1,-1 1-1,0 0 0,0-1 1,-1 1-1,1 0 0,-1-1 0,0 1 1,1 0-1,-2 0 0,1 0 1,0 0-1,0 0 0,-1 0 0,0 0 1,0 0-1,0 0-43,-2-2-22,0-1 1,0 2-1,0-1 1,-1 0-1,0 1 1,0 0-1,0 0 1,-1 0-1,1 1 1,-1 0-1,0 0 1,0 0-1,0 1 1,0 0-1,-2 0 22,4 0-49,-1 1 0,1 0 0,-1 1 0,0-1 0,1 1 0,-1 0 0,0 0 0,0 0 0,1 1 0,-1 0 0,0 0 1,1 0-1,-1 0 0,1 1 0,-4 1 49,3 0-61,0 0-1,0 1 1,0 0 0,1 0 0,-1 0 0,1 1 0,0-1 0,0 1 0,1 0-1,-1 0 1,-1 5 61,-1 0 26,1 0 0,0 0 0,0 1 0,1-1-1,1 1 1,0 0 0,0 0 0,1 1-1,1-1 1,0 0 0,0 1 0,1-1 0,1 0-1,-1 1 1,2-1 0,0 0 0,0 0 0,1 0-1,0 0 1,1 0 0,1 0 0,-1-1 0,2 0-1,-1 0 1,1 0 0,1-1 0,0 0 0,0 0-1,8 6-25,-4-4 115,1-1 0,0-1 0,1 0 0,0-1 0,1 0 0,0-1 0,0 0 0,0-1 0,8 1-115,-12-4 66,0 0 0,0-1 0,0-1 0,0 1 0,0-2 0,0 1 0,1-2 0,-1 1 0,0-1 0,0-1 0,0 0 0,0 0 0,0-1 0,8-3-66,-11 3-65,3 0-54,-1-1 0,1 0 1,-1-1-1,0 0 0,0 0 1,-1-1-1,1 0 0,-1 0 1,-1-1-1,1 0 0,-1 0 1,4-7 118,14-17-1916,4-7-9845,-60 77 9173</inkml:trace>
  <inkml:trace contextRef="#ctx0" brushRef="#br0" timeOffset="-20842.521">12955 3140 15328,'0'0'1841,"0"0"-96,0 0-404,1 5-307,7 52-60,2 0 0,13 37-974,-18-73 18,-3-14 17,0 0-1,0-1 0,1 1 0,-1-1 1,1 1-1,1-1 0,3 5-34,56 86 264,-48-80-142,69 43 52,-77-56-150,1-1-1,-1 0 0,1 0 0,0 0 0,0-1 1,0 0-1,1-1 0,-1 1 0,0-2 1,1 1-1,1-1-23,2 0 10,5-1-2,-7-3-6,0 0 1,0 0 0,-1 0 0,0-2-1,0 1 1,0-1 0,0 0 0,-1-1 0,0 0-1,-1 0 1,1-1 0,-1 0 0,-1 0-3,20-39 2,-19 30-5,-1 0 0,-1 0 0,-1-1-1,0 0 1,-1 0 0,-1 0 0,-1-8 3,0 12-2,-5-30-14,0 16-8,-2 1 0,-1 0 0,-1 0 0,-2 1 0,-3-5 24,9 21-15,3 5 1,-1-1 0,0 1 1,0 0-1,-1 1 1,1-1-1,-3-2 14,7 24-51,12 30 47,-13-44 4,28 74 2,82 210 72,-90-232-51,-3 0-1,3 21-22,-12-41 7,0 4 33,10 146 18,-20-150-12,0-20-17,-1 8 5,-2-1 0,0-1 0,-1 1 0,-1 0 0,-1-1 1,-5 11-35,6-19 54,-1-1 1,0 1-1,0-1 1,-1 0-1,-1-1 1,0 0-1,-1 0 1,0-1-1,-11 8-54,9-8 19,8-7-16,1 0 1,-1-1 0,0 1 0,0-1 0,0 0-1,0 0 1,0-1 0,0 1 0,0-1-1,0 0 1,-3 1-4,-33 6 34,-29 3-34,43-12 6,-46-10-32,-1-4 26,47 6-174,-3-6 7,1-2 0,-6-6 167,32 22-53,1 0 0,0 0 0,-1-1 0,1 1 1,0 0-1,0 0 0,0-1 0,0 1 1,0-1-1,0 1 0,0-1 0,0-1 53,-20-41-474,3-2 0,-3-13 474,14 24-940,0-144-345,6 124-1682,-4-53-6539,11 252 7169</inkml:trace>
  <inkml:trace contextRef="#ctx0" brushRef="#br0" timeOffset="-20485.472">13694 2929 11744,'0'0'1681,"0"0"-52,-1 3-226,-1 11-971,1 1 0,0-1 1,1 0-1,1 0 0,0 0 1,1 0-1,1 0 0,2 10-432,-2-18 72,-1 0-1,1-1 0,0 1 0,0-1 0,1 1 1,0-1-1,0 0 0,0 0 0,1-1 0,-1 1 1,1-1-1,0 0 0,1 1-71,2 1 70,-3-2-11,0 0 0,1-1-1,0 1 1,0-1-1,0 0 1,0-1 0,0 0-1,0 1 1,1-2-1,-1 1 1,1-1 0,2 0-59,1 1 51,-2 0-5,0-1 1,0-1-1,-1 1 1,1-1-1,0 0 0,0-1 1,0 0-1,-1 0 1,1-1-1,3-1-46,0 1 36,-2 0 8,-1 0 1,1-1-1,-1 0 1,0 0-1,0 0 1,0-1-1,0-1 1,0 0-45,-1 1 35,-4 2-2,0 0 1,0 0 0,0 0-1,0 0 1,-1-1 0,1 1-1,-1-1 1,0 0 0,1 0-1,-1 0 1,-1 0 0,1 0-1,0 0 1,-1 0 0,2-4-34,-2 3 27,0 2-13,0-1 1,-1 1 0,0-1 0,0 0 0,0 1 0,0-1-1,0 0 1,0 1 0,0-1 0,-1 1 0,0-1 0,1 0-1,-1 1 1,0-1 0,0 1 0,0 0 0,-1-1-1,1 1 1,-2-2-15,2 2 12,-3-4-3,0 0-1,0 1 1,-1 0-1,0 0 1,0 0-1,0 0 1,0 1-1,-1 0 1,0 0-1,-2-1-8,-2-1 18,-10-8 18,0 2 1,-1 0 0,-1 2-1,0 0 1,-1 1 0,0 1-37,3 2-291,-1 0 1,0 1 0,-5 0 290,26 5-28,-1 0 0,0 0-1,1 0 1,-1 0 0,1 0 0,-1 0 0,1 1 0,-1-1 0,1 0-1,-1 0 1,1 0 0,-1 1 0,1-1 0,0 0 0,-1 0-1,1 1 1,-1-1 0,1 0 0,-1 1 0,1-1 0,0 0-1,-1 1 1,1-1 0,0 1 0,0-1 0,-1 1 0,1-1-1,0 1 1,0-1 0,0 1 0,-1-1 0,1 1 0,0-1-1,0 1 1,0-1 0,0 1 0,0-1 0,0 1 0,0-1 0,0 1-1,0-1 1,0 1 0,0-1 0,0 1 0,1-1 0,-1 1-1,0-1 1,0 1 28,0 11-3403,-4 0-6284,9-28 7311</inkml:trace>
  <inkml:trace contextRef="#ctx0" brushRef="#br0" timeOffset="-19984.139">14116 2729 13360,'0'0'1632,"0"0"-67,0 0-265,3 9-268,3 7-863,2 10 433,2-1 0,0 0-1,10 15-601,-8-20 152,1-1-1,0-1 0,2-1 1,5 6-152,-13-17 57,0-1 1,1 1 0,-1-1-1,1-1 1,0 1-1,3 0-57,-7-3 24,0-1 0,0 1 1,0-1-1,0 0 0,0 0 0,1 0 0,-1-1 0,0 1 0,0-1 0,0 0 0,1-1 0,-1 1 0,0-1 0,3 0-24,-4-1 21,0 0-1,0 0 1,0 0 0,-1-1-1,1 1 1,-1-1-1,1 0 1,-1 1-1,0-1 1,0 0 0,0 0-1,0-1 1,0-1-21,0 2 15,5-9 16,-1 0 0,-1 0 0,0 0 0,-1-1 0,0 0 0,0 0 0,-2 0 0,0 0 0,0-2-31,1-2 9,7-49 560,1-50-569,-11 115 10,-1 1 0,1-1 0,0 1 1,0-1-1,0 1 0,0-1 0,0 0 0,0 1 0,0-1 0,0 1 0,1-1 0,-1 1 0,0-1 0,0 1 0,0-1 0,1 0 0,-1 1 0,0-1 0,0 1 0,1 0 0,-1-1 0,0 1 1,1-1-1,-1 1 0,1-1 0,-1 1 0,1 0 0,-1-1 0,1 1 0,-1 0 0,1-1 0,-1 1 0,1 0 0,-1 0 0,1 0 0,0-1-10,0 2 13,1-1 0,-1 1 0,1 0 0,-1-1 0,1 1-1,-1 0 1,0 0 0,1 0 0,-1 0 0,0 0 0,0 0 0,0 0-1,1 1-12,40 53 102,-34-44-37,52 74 178,-56-79-266,1 0 0,0-1 0,0 1 0,1-1 1,-1 0-1,5 3 23,-8-7-23,0 0 0,0 0 0,0 0 0,0 0 1,0 0-1,0-1 0,0 1 0,0-1 0,0 1 0,0-1 1,0 0-1,0 1 0,0-1 0,0 0 0,0-1 1,0 1-1,1 0 0,-1 0 0,0-1 0,0 1 0,0-1 1,0 0-1,0 0 0,0 0 0,-1 0 0,1 0 23,10-5-264,-9 4 126,0 1-1,0 0 1,0-1-1,-1 1 1,1-1-1,0 0 1,-1 0-1,1 0 0,-1 0 1,0 0-1,0-1 1,0 1-1,0-1 1,0 1-1,0-1 0,-1 0 1,1 0-1,-1 1 1,0-1-1,1 0 1,-2 0-1,1-1 0,0 1 1,-1 0-1,1 0 1,-1-1 138,1-4-214,2-12-544,-2 0 0,0 0 1,-1 1-1,0-1 0,-2 0 0,-1 1 0,-1-6 758,-7-24-9546</inkml:trace>
  <inkml:trace contextRef="#ctx0" brushRef="#br0" timeOffset="-19647.121">14702 2453 11296,'8'4'1522,"-5"0"2507,7 14-3292,-1 0-1,-1 1 1,0 0-1,0 8-736,1-2 445,0-1 0,6 9-445,-11-25 126,1 1 0,0-2 0,0 1 1,1 0-1,0-1 0,0 0 0,1 0 1,5 3-127,-3-3 242,0-1 0,0 0 0,1 0 1,0-1-1,1 0 0,3 1-242,-19-20 892,1-3-449,-84-169 1499,86 180-1916,0 0 0,0 0-1,1 0 1,0 0 0,0-1 0,1 1-1,-1 0 1,1 0 0,1-1-1,0-4-25,-1 3 1,1 5-11,-1 1 1,0-1 0,0 0 0,1 0-1,0 1 1,-1-1 0,1 0 0,0 1 0,1-1-1,-1 0 1,0 1 0,1 0 0,-1-1 0,2-1 9,4-6-18,5-6 119,0 1-593,5-14-3201,9-16-8607,-61 105 9278</inkml:trace>
  <inkml:trace contextRef="#ctx0" brushRef="#br0" timeOffset="-17358.819">2509 9013 13624,'0'0'1929,"0"0"-84,2 4-356,140 266 2790,-137-260-4077,4 2 417,-10-38-431,-28-208 456,25 210-630,2 12-10,1 0 0,0-1 0,1 1 0,0-5-4,1-41 12,6-9-10,-4 51-3,1 0-1,0-1 0,1 2 1,5-11 1,-8 24-3,-1 0 0,0-1 0,1 1 0,0 0 0,-1 1 0,1-1 0,0 0 0,0 0 0,0 1 0,0-1 1,0 1-1,0 0 0,1 0 0,-1-1 0,0 1 0,1 1 0,-1-1 0,1 0 0,-1 1 0,1-1 0,-1 1 1,1 0-1,-1-1 0,2 2 3,-1-2-8,8 3-50,-3 3 39,1 0 1,-1 1-1,0 0 1,-1 0-1,1 1 1,-1 0-1,-1 0 1,4 5 18,5 7-23,-1 1-1,-1 1 1,5 11 23,18 41 14,2 15-14,-8-4 366,-3 6-366,-26-88 100,-1-2 12,-2-31 32,-1 0-1,-3-10-143,-1-8 37,-2-20 69,5 38-74,0-1 0,2 0 1,1 0-1,3-22-32,6-8 3,5 1 2,6 6-4,6 11-1,7 12 0,-27 29 0,1 0 0,-1 0 1,1 0-1,0 0 0,0 1 0,0 0 0,1 0 0,-1 1 0,0 0 0,1 0 0,-1 0 1,0 1-1,1 0 0,-1 0 0,1 0 0,-1 1 0,1 0 0,-1 1 0,0-1 0,0 1 1,1 0-1,-1 1 0,2 0 2,0 0 0,-1 1 0,1 0 0,-1 1 1,1-1-1,-1 2 0,-1-1 0,1 1 0,-1 0 1,0 0-1,0 0 0,0 1 0,-1 0 0,-1 0 0,1 1 1,1 2-3,15 45 72,-3 0 1,-2 1-1,-2 1 1,-3 3-73,1-6-20,-12-51-78,1 0 1,-1 0-1,1 0 0,0 0 1,0-1-1,0 1 0,0 0 0,1 0 1,-1-1-1,2 3 98,9 9-2828,-8-10 1751,6 7-10386,-23-26 8629</inkml:trace>
  <inkml:trace contextRef="#ctx0" brushRef="#br0" timeOffset="-16543.074">3506 8497 15776,'0'0'1935,"0"0"-108,0 0-436,1 4-319,27 97 891,9 10-1963,-31-93 103,76 195 775,-55-156-169,-22-78-562,2-66 197,-2-11-344,-5 92 9,3-74 68,2 2 105,10-42-182,-12 100 7,-2 13-5,1 0 0,-1 1 0,1-1-1,0 1 1,0-1 0,4-5-2,-3 3-2,1 1 1,1-1-1,0 1 0,0 0 0,2-2 2,-5 7-3,0 1-1,0-1 0,0 1 1,1 0-1,-1 0 1,0 0-1,1 0 0,-1 0 1,1 1-1,0-1 1,0 1-1,-1-1 0,1 1 1,0 0-1,0 0 1,0 1-1,0-1 0,0 1 1,3-1 3,-4 1-3,-1 0 1,1 1 0,-1-1-1,1 0 1,-1 1 0,1-1-1,-1 1 1,1-1 0,-1 1-1,0 0 1,1 0-1,-1 0 1,0 0 0,0 0-1,1 0 1,-1 0 0,0 0-1,0 0 1,0 0-1,0 1 3,3 2-5,5 6-5,-1 0 0,0 1 1,0-1-1,-1 1 1,-1 1-1,1 1 10,16 39-2,1 18 59,4 24-57,6 33 241,-34-125-222,1 1 0,0-1 0,-1 1-1,1-1 1,0 1 0,1-1 0,-1 0-1,0 1 1,1-1 0,-1 0 0,1 0 0,1 1-19,-1 0 22,-1-3-11,0 0-1,0-1 1,0 1-1,0 0 1,-1-1-1,1 1 1,0-1-1,-1 1 1,1-1-1,0 1 1,0-1 0,-1 1-1,1-1 1,-1 0-1,1 1 1,-1-1-1,1 0 1,-1 1-1,1-1-10,-1 1 7,6-9 23,0 0 1,-1 0-1,0 0 0,-1-1 1,0 0-1,0 0 1,1-6-31,3-16 88,-2 0 0,1-10-88,0-43 187,-3-2-187,-2 46 9,-1 25 4,0 0 0,2 0-1,0 0 1,3-8-13,-2 7 4,-3 12-2,1 0 1,0-1 0,-1 1-1,2 0 1,-1 0 0,1 0-1,-1 1 1,1-1 0,0 1-1,1-1 1,3-3-3,-3 3 1,-3 4 0,0 0 0,0 0 0,0 0 0,0 0-1,0 1 1,0-1 0,0 0 0,0 0 0,0 1 0,0-1-1,0 1 1,0-1 0,1 1 0,-1-1 0,0 1-1,0 0 1,1-1 0,-1 1 0,0 0 0,0 0-1,1 0 1,0 0-1,2 0 2,-1 0-1,0 0-1,0 0 0,1 0 1,-1 0-1,0 1 0,0 0 1,0-1-1,0 1 0,0 0 0,30 18 0,2 14 1,-2 5 5,-3 6-4,-3 3 4,1-1-4,64 95-544,-90-138 438,0 0 0,0 0 0,0-1-1,1 1 1,-1-1 0,1 1 0,0-1 0,-1 0 0,1 0 0,0 0 0,2 0 104,-1 1-160,-3-3 84,0 1 0,1-1 0,-1 1 1,0-1-1,1 0 0,-1 1 0,0-1 1,1 0-1,-1 0 0,0 0 0,1 0 1,-1 0-1,0 0 0,1-1 0,-1 1 1,0 0-1,0-1 0,1 1 0,-1-1 1,0 1-1,0-1 0,1 0 0,-1 1 1,0-1-1,1-1 76,18-7-3605,2 2-7347,-52 17 8250</inkml:trace>
  <inkml:trace contextRef="#ctx0" brushRef="#br0" timeOffset="-15975.925">5103 8074 12376,'0'0'1881,"-7"-7"-309,-20-21-1007,25 25-396,0 1-1,0 0 0,0 0 1,0 0-1,0 0 1,0 0-1,-1 1 0,1-1 1,-1 1-1,1 0 1,-1-1-1,1 1 0,-4-1-168,-7-2 324,0-4-128,8 5-61,0 1 0,1-1 1,-1 1-1,0 0 0,0 1 0,0-1 1,0 1-1,-1 0-135,-17-5 414,0 2 1,-1 1-1,1 0 0,-1 2 1,-10 1-415,-6 7 168,25-1 198,-2 7-202,1 0 0,1 1 0,-3 5-164,7-3 262,2 5-141,1 0 1,1 0-1,1 0 1,1 1-1,1 0 1,-1 17-122,4-23 28,0-13-17,1 1-1,0 0 1,0 0 0,0 0 0,1 0 0,-1 0-1,1 0 1,0 0 0,0-1 0,0 1-1,1 0 1,-1 0-11,2 4 37,1 0-1,-1-1 0,1 1 1,0-1-1,1 0 0,0 0 1,0-1-1,1 1 0,-1-1 1,1 0-1,0-1 1,1 1-1,0-1 0,-1-1 1,7 4-37,-3-4 21,-5-1-13,0-1-1,0-1 0,0 1 0,0-1 1,0 0-1,1 0 0,-1 0 1,3-1-8,7 2 15,0-1 0,0 0 0,1-1 0,-1-1 0,0-1 0,0 0 0,0-1 0,13-4-15,17-18 8,-38 20-6,0-1 1,0 1-1,-1-1 1,0-1-1,0 1 1,0-1 0,-1 0-1,0-1 1,0 1-1,-1-1 1,0 0-1,0 0 1,-1 0 0,0-1-3,-1 0 2,0-1 1,-1 1 0,0-1 0,0 0 0,-1 1 0,-1-1 0,1 1 0,-2-1 0,1 1-1,-1-1 1,-1 1 0,-2-8-3,-31-78 79,35 92-6,1 3 33,0 4-60,0 0 0,1 0 0,0 0 0,0 0 1,0 0-1,1 0 0,-1 0 0,2 2-46,5 13 109,8 17 28,2-1 0,22 33-137,-35-61-43,0 0 0,0 0 1,0-1-1,1 0 0,0 0 1,0 0-1,1-1 0,-1 0 1,1 0-1,0-1 0,1 0 1,-1 0-1,1 0 0,0-1 1,0 0-1,0-1 0,1 0 43,-8-1-31,1-1 0,-1 0-1,1 0 1,0 0 0,-1 0-1,1 0 1,-1 0 0,1 0-1,0 0 1,-1-1-1,1 1 1,-1-1 0,1 1-1,-1-1 1,1 0 0,-1 1-1,1-1 1,-1 0 0,1 0-1,-1 0 1,1 0 31,1-2-201,-1 0-1,1-1 1,0 1-1,-1 0 1,0-1-1,0 1 0,0-1 1,2-3 201,1-8-613,0 0 1,0-1-1,-2 1 1,0-2 612,-1 10 63,1-9-2691,4-17-7204,-16 76 7386</inkml:trace>
  <inkml:trace contextRef="#ctx0" brushRef="#br0" timeOffset="-15625.865">5287 7921 14168,'5'12'3226,"20"38"16,3-2 0,20 27-3242,-5-8 577,11 13 822,-40-61-730,-1 0 1,10 20-670,-22-37 246,3 1 263,-8-15-363,-14-63 683,-6-65-829,21 85 109,4 34-91,1-46-5,1 41-188,1 0 0,2 0 0,0 1 1,2 0-1,0 0 0,11-20 175,-6 21 84,-1 2-679,8-17-3031,13-25-9429,-77 150 9833</inkml:trace>
  <inkml:trace contextRef="#ctx0" brushRef="#br0" timeOffset="-15175.509">5877 7789 16671,'0'0'1898,"6"2"-313,17 8-790,1-1 0,0 0 0,0-2-1,1-1 1,0-2 0,4 1-795,-19-4 60,0 0-1,1 0 1,-1-1-1,1 0 1,-1-1-1,0 0 1,1-1-1,-1 0 1,0-1-1,0 0 1,0 0-1,0-1 1,-1 0-1,0-1 1,1 0-1,0-2-59,-7 5 3,-1 1 0,0-1 0,0 0 0,0 1 0,0-1 0,0 0 0,0-1 0,-1 1 0,1 0-1,-1 0 1,1-1 0,-1 1-3,4-8 5,14-28-1,-5-7-4,-8-5 0,-4 16-12,-2 0-1,-1 1 1,-4-16 12,-14-64-11,18 86 12,1 27-1,0 0 1,0 0-1,0 0 1,0 0-1,0-1 1,0 1-1,0 0 1,0 0-1,1 0 1,-1 0-1,0 0 1,0 0-1,0-1 1,0 1-1,0 0 1,0 0-1,1 0 1,-1 0-1,0 0 1,0 0-1,0 0 1,0 0-1,1 0 1,-1 0-1,0 0 1,0 0-1,0 0 1,0 0-1,1 0 1,-1 0-1,0 0 1,0 0-1,0 0 1,0 0-1,1 0 1,-1 0-1,0 0 1,0 0-1,0 0 1,0 0-1,0 0 1,1 0-1,-1 0 1,0 1-1,0-1 1,0 0-1,0 0 1,0 0-1,0 0 1,0 0-1,1 0 1,-1 1-1,0-1 1,0 0-1,0 0 1,0 0-1,0 0 1,0 1-1,26 39 62,-18-26-62,27 45 46,31 65 10,60 123 64,-104-199-72,72 189 34,-79-191 18,37 166 31,-48-174-78,-4 30 31,-7 34-84,-1-71 102,-19 25 44,-23 32-146,30-63 100,-21 9 40,-42 27-140,55-47 102,-47 10 3,55-19-98,0-2 0,0 0 0,-16 1-7,6-5-10,1-1-1,-1-2 1,0-1 0,1-1-1,-9-4 11,4-2-258,-23-20-194,-36-28 452,48 30-3696,-46-25-8888,212 129 9475</inkml:trace>
  <inkml:trace contextRef="#ctx0" brushRef="#br0" timeOffset="-14497.939">7892 6500 14616,'0'0'1807,"0"0"-77,1 6-316,3 22-450,10 55 232,24 59-324,-15-68-472,35 95-78,26 50-101,-67-177-108,-5-15-103,66 139 199,-64-139-235,2-1 1,1 0-1,1-1 0,1-1 1,12 11 25,-25-29 156,7 5-3815,6 7-7414,-44-42 8343</inkml:trace>
  <inkml:trace contextRef="#ctx0" brushRef="#br0" timeOffset="-14047.017">7848 7000 14704,'0'0'1681,"0"0"-95,6-5-398,98-69 438,-57 41-1174,9-7-362,-38 27-91,1 1 0,0 0 0,1 2 0,1 0 0,-1 1-1,2 1 1,-1 1 0,6-1 1,-24 8 0,0 0-1,0 0 1,1 0 0,-1 1 0,0-1-1,0 1 1,0 0 0,0 0-1,1 0 1,-1 0 0,0 0 0,-1 1-1,1-1 1,0 1 0,0 0-1,-1 0 1,1 0 0,-1 0 0,3 2 0,-2-1 0,2 2 3,-1 1-1,1-1 1,-1 1 0,0 0 0,0 0 0,-1 0-1,1 1 1,-2-1 0,1 1 0,-1 0 0,2 6-3,-1-3 15,27 84 329,-1-3 163,-23-75-463,-5-12-10,1 1 0,0-1 0,0 0 0,0 0 0,0 1 0,1-1 0,0-1-1,0 1 1,2 2-34,7 7 116,0 0 0,1 0 0,8 4-116,-18-15 31,-1-1-1,0 1 1,0-1-1,1 1 1,-1-1-1,1 0 1,-1 0-1,1 0 1,-1 0-1,1-1 1,0 1-1,-1-1 1,1 1-1,0-1 1,2 0-31,6 0 62,1 2-17,-9-1-24,1 0 1,-1-1-1,0 1 1,1-1 0,-1 0-1,0 0 1,1-1-1,-1 1 1,0-1 0,0 1-1,1-1 1,-1 0 0,3-1-22,10-5 62,-1 0 0,0 0 1,0-1-1,0-1 0,-1-1 1,0 0-1,-1 0 0,4-6-62,-6 5 20,-7 8 1,0-1 0,0 0 0,-1 0 0,0 0 0,0-1 0,0 1 0,0-1 0,1-3-21,19-44 203,-21 47-172,-1-1-1,1 1 1,-1-1 0,0 1 0,0-1 0,-1 1 0,1-1 0,-1 0 0,-1 1 0,1-2-31,-1 3 9,0 0-1,-1 0 0,1 0 0,-1 0 1,0 0-1,0 0 0,0 1 1,0-1-1,0 1 0,-1 0 1,0 0-1,0 0 0,0 0 1,0 0-1,0 0 0,0 1 1,-3-2-9,-3-3 8,6 4-4,-1 1 0,1 0 1,-1 0-1,1 0 0,-1 0 0,0 1 1,0-1-1,0 1 0,1 0 0,-2 0-4,-40-12 34,-14 2-28,22 6-143,-34-1 137,-17 5-4016,52 1-7492,85 0 8658</inkml:trace>
  <inkml:trace contextRef="#ctx0" brushRef="#br0" timeOffset="-13347.301">8958 6592 12824,'0'0'1888,"0"0"-53,0 0-207,0 0-148,0 0-384,0 0-169,2 4-294,68 171 1065,-56-137-1495,-2-5 97,1 1 0,2-2 1,10 15-301,1-16 228,-26-31-216,1 0 1,0 1-1,-1-1 1,1 0-1,0 0 1,0 0 0,-1-1-1,1 1 1,0 0-1,-1 0 1,1 0-1,0 0 1,-1-1 0,1 1-1,0 0 1,-1-1-1,1 1 1,0 0-1,-1-1 1,1 1 0,-1-1-1,1 1 1,-1-1-1,1 1 1,-1-1-1,1 1 1,-1-1 0,0 0-14,1 1 23,5-7-6,0-1 1,-1 0-1,0 0 1,0 0-1,-1 0 1,0-1-1,-1 1 1,0-1-1,1-2-16,1-5 8,9-21 31,-3 0 0,-1-1 0,5-35-39,-5 1 4,-1 3-4,0 3 0,10-22-5,-19 87 2,0 0 1,0 0-1,0-1 1,1 1-1,-1 0 1,0 0-1,1 0 1,-1 0-1,1-1 0,0 1 1,-1 0-1,1 0 1,0 0-1,0 0 1,-1 0-1,1 0 1,0 0-1,0 1 1,0-1-1,0 0 0,0 0 1,0 1-1,1-1 1,-1 1-1,0-1 1,1 0 2,0 2-5,-1-1 1,1 0 0,-1 0-1,1 1 1,-1-1 0,1 1-1,-1-1 1,0 1 0,1 0-1,-1 0 1,0 0 0,1-1-1,-1 1 1,0 0 0,0 0-1,0 1 1,1 0 4,5 5-14,-1 1 0,0 0 0,0 0 1,2 7 13,-8-15 3,61 119-104,-41-76 70,2-2 0,17 24 31,-31-54-82,0 0-1,1 0 0,0-1 1,0 0-1,1 0 0,0-1 1,10 6 82,-19-14-74,1 0 1,0 0-1,0 0 1,0 0-1,0-1 1,0 1-1,0 0 1,0-1-1,0 0 1,0 1-1,0-1 1,0 0-1,0 0 1,0 0-1,0 0 1,1-1-1,-1 1 1,0 0-1,0-1 1,0 0-1,0 1 1,0-1-1,-1 0 1,1 0-1,1-1 74,5-3-331,-1 0 0,0-1 0,0 0-1,0 0 1,2-5 331,9-7-854,13-11 107,11-12-2774,-8 9-5143,-79 75 6547</inkml:trace>
  <inkml:trace contextRef="#ctx0" brushRef="#br0" timeOffset="-12998.336">9848 6235 16471,'0'0'0,"0"0"-11879</inkml:trace>
  <inkml:trace contextRef="#ctx0" brushRef="#br0" timeOffset="-12997.336">9894 6242 12280,'14'27'4249,"36"79"-2172,-49-103-2117,1 0 1,0 1-1,0-1 1,0 0-1,0 0 0,0 0 1,1 0-1,0-1 0,-1 1 1,1-1-1,0 1 0,2 0 40,28 25-2916,-6-2-5244,-63-61 6154</inkml:trace>
  <inkml:trace contextRef="#ctx0" brushRef="#br0" timeOffset="-12996.336">9587 5943 11480,'0'0'0,"0"0"-720,0 0 720</inkml:trace>
  <inkml:trace contextRef="#ctx0" brushRef="#br0" timeOffset="-12507.693">10499 6020 14344,'0'0'1736,"-6"-4"-290,-20-11-470,0 2 0,0 1 0,-2 1-976,25 10 69,0 0 0,0 0 1,1 0-1,-1 0 0,0 1 0,-1-1 1,1 1-1,0 0 0,0 0 0,0 0 1,0 0-1,0 1 0,0-1 0,-1 2-69,-9 0 138,-32 6-20,28-2-76,-3 8-22,0 0 1,1 2-1,1 0-20,6 0 33,-10 28 1,18-33-32,0 1 0,1-1 0,0 1 0,1 1-2,0 6 2,1 0-1,1 0 1,1 0 0,1-1 0,0 1-2,4 1 13,0-8-5,1 0 1,1-1-1,0 0 0,0 0 0,1 0 0,1-1 0,-1-1 0,2 0 1,-1 0-1,11 6-8,18 2 14,-23-14 28,-6-4-19,0-1-1,0-1 1,0 0 0,-1 0 0,1-1 0,-1 0 0,0 0 0,0-1 0,0 0 0,0-1-1,-1 0 1,3-3-23,-2 1 20,0-1 0,-1 0 0,0-1 0,-1 0 0,1 0 0,-2 0 0,0-1 0,0 0 0,-1-1 0,0 1 0,1-6-20,0-8 115,-2 0 1,-1-1-1,0 1 0,-2 0 0,-1-1 0,-3-17-115,3 41 95,0 2 39,1 4 66,15 65 85,2-1 0,23 51-285,-2-27 94,21 42 17,-54-123-66,-1-1 0,-1 1 1,0 0-1,0 1 0,-1-1 0,-1 1-45,5 19 42,16 56-2,-18-54 2,-5-18-12,1 1-2,-1 0 0,-1 0 1,0 0-1,-2 0 0,1-1 0,-2 1 0,0 0 1,-6 13-29,4-15 55,-1-1 1,0 0-1,-1-1 1,-6 7-56,10-13 9,-1 0 0,0 0 0,0 0 0,-1-1 0,1 0 0,-1-1 0,0 1 0,-1-1 0,1 0 0,-7 3-9,7-5-1,0-1 1,0 0-1,1 0 1,-1-1 0,0 0-1,0 0 1,0 0 0,1 0-1,-1-1 1,0 0 0,0 0-1,1-1 1,-6-2 0,3 2-25,1 0-21,-1-1-1,0 0 1,1 0-1,0-1 0,0 0 1,0-1-1,0 1 1,0-1-1,1 0 1,0-1-1,-4-4 47,1 2-96,-2-2-122,0 0 0,1 0 0,0-1 0,1 0 0,-7-10 218,-31-41-3602,3 7-7252,103 128 8173</inkml:trace>
  <inkml:trace contextRef="#ctx0" brushRef="#br0" timeOffset="-11697.165">10490 5469 14344,'0'0'1872,"4"9"-313,50 140 1749,-33-90-2200,2-1-1,22 38-1107,-5-24 335,-14-30 89,2-2 1,32 36-425,-57-74 28,-1 0 0,0 0 0,0-1 1,0 1-1,1 0 0,-1-1 0,1 0 0,0 1 0,-1-1 1,1 0-1,0 0 0,-1 0 0,1-1 0,0 1 0,0-1 1,0 0-1,0 1-28,1-1 33,-2 0-11,1-1 0,-1 1 0,1-1 0,-1 0 0,0 0 0,0 0 0,1 0-1,-1 0 1,0 0 0,0-1 0,0 1 0,0-1 0,0 1 0,-1-1 0,1 0 0,0 0 0,-1 0 0,1 0 0,-1 0 0,0 0 0,1 0 0,-1 0 0,0 0 0,0-2-22,7-16 72,-1 0 0,-1-1 0,-1 0 0,3-17-72,-1-10 137,1-29-137,-5-1 55,-3 56-38,1 0 1,2 0-1,0 0 1,1 0-1,0 1 1,2-1-18,-5 21 1,-1 0-1,1 1 1,-1-1 0,1 1 0,-1-1 0,1 1 0,-1-1-1,1 1 1,-1-1 0,1 1 0,0 0 0,-1-1-1,1 1 1,0 0 0,-1 0 0,1-1 0,0 1-1,-1 0 1,1 0 0,0 0 0,-1 0 0,1 0-1,0 0 1,0 0 0,-1 0 0,1 0 0,0 0-1,-1 0 1,1 0 0,0 1 0,-1-1 0,1 0-1,0 1 1,-1-1 0,1 0-1,15 8 7,-12-5-2,0-1 0,0 1 1,-1 0-1,1 0 1,-1 0-1,0 1 1,1-1-1,-1 1 0,-1 0 1,1 0-1,-1 0 1,2 3-6,15 23 17,-8-14-26,14 21 98,2-2 1,5 4-90,-21-27 10,-6-6-4,1-1 0,-1 0 0,1 0 0,0 0 0,5 2-6,-1 1-14,2-1 1,-1 0 0,1 0-1,0-2 1,0 1 0,1-1-1,-1-1 1,1 0 0,0-1-1,13 2 14,-24-5-63,1 0-1,0-1 0,0 1 1,-1-1-1,1 1 0,0-1 1,-1 0-1,1 0 1,0 0-1,-1 0 0,1 0 1,-1 0-1,0-1 1,1 1-1,-1-1 0,0 0 1,0 0-1,0 0 0,0 0 1,0 0-1,-1 0 1,1 0-1,0-1 64,1-2-141,-1 0 0,1 0 0,-1 0-1,1-1 1,-2 1 0,1 0 0,0-1 0,-1 0 0,0 1 0,0-4 141,-1-10-332,1 0 1,-2 0-1,-1 0 0,0 0 1,-1 0-1,-1 0 1,-1 0-1,-1 1 1,-1-2 331,-57-165-1306,55 163 1261,-8-37-4,6 7 310,-4-51-261,15 98 355,3 8 3,4 5-188,-1 0-1,0 1 1,-1-1-1,0 1 0,0 0 1,-1 1-1,0-1 1,0 1-1,-1 0 1,0 1-170,11 28 435,-8-21-370,14 25 388,-10-27-372,14 25 249,2-2 1,2 0-1,32 32-330,-52-60-93,0-3-198,-1 1-1,0 0 0,0 1 1,-1-1-1,0 1 1,1 5 291,-7-15-34,0 0 1,0 1 0,0-1 0,0 0-1,0 1 1,0-1 0,-1 0 0,1 1-1,0-1 1,0 0 0,0 0 0,0 1-1,0-1 1,-1 0 0,1 0 0,0 1-1,0-1 1,0 0 0,-1 0 0,1 1-1,0-1 1,0 0 0,-1 0 0,1 0-1,0 0 1,0 0 0,-1 1 0,1-1-1,0 0 1,-1 0 0,1 0 0,0 0-1,0 0 1,-1 0 0,1 0 0,0 0-1,-1 0 1,1 0 0,0 0 0,-1 0-1,1 0 1,0 0 0,0 0 0,-1 0-1,1-1 1,0 1 0,-1 0 0,1 0-1,0 0 1,0 0 0,-1 0 0,1-1-1,0 1 34,-24-9-993,16 2 774,0 1 0,0-1 0,0 0 0,1 0 0,0-1 0,1 0 0,-1-1 0,-1-3 219,6 9 6,0 0-1,1 0 1,-1 0 0,0 0-1,1 0 1,0 0-1,-1-1 1,1 1 0,1 0-1,-1-1 1,0 1-1,1-1 1,0 1 0,0-1-1,0 1 1,0-1-1,0 1 1,1-1 0,0 1-1,-1-1 1,1 1 0,1-1-1,-1 1 1,0 0-1,1 0 1,-1 0 0,1 0-1,1-2-5,1 1 116,-1 0-1,1 1 0,0-1 1,1 1-1,-1-1 0,0 1 1,1 1-1,0-1 1,-1 1-1,1-1 0,4 0-115,57-12 1309,-58 14-1161,1 0 1,0 0-1,0-1 1,-1 0-1,1-1 1,-1 0-1,0 0 1,0-1-1,0 0 1,0 0-1,0-1 0,-1 0 1,4-4-149,-6 4-9,1 0 0,-1 1-1,1 0 1,0 0 0,5-3 9,10-3-2946,-6 4-7507,-32 13 7840</inkml:trace>
  <inkml:trace contextRef="#ctx0" brushRef="#br0" timeOffset="-10423.451">1008 11318 14968,'0'0'1937,"0"0"-112,0 0-466,-4-3-321,-25-11-193,0 2 0,-1 0-845,27 11 5,0 0 1,1 0 0,-1 1 0,0-1 0,0 0 0,1 1-1,-1 0 1,0 0 0,0 0 0,0 0 0,1 0-1,-1 0 1,0 1 0,-1-1-6,-9 3 12,-31 0 4,27 2 17,-22 15 1,30-15-32,1 1 0,1 0 0,-1 0 0,-5 6-2,7-6 1,1 0-1,0 1 1,0 0 0,0 0 0,1 0 0,0 1-1,-1 2 1,0 1-1,1 1 1,0-1 0,-1 8-1,2-3 1,0 0 1,2 0 0,-1 10-2,6 55 1,9-6-1,12-6 0,6-13 0,7-12 0,-31-37 1,0-2 0,0 1 0,1-1 0,0 0-1,0-1 1,1 1 0,-1-2 0,2 1-1,4-2 33,19-9 1,-29 5-33,0-1 0,0 1 0,1-1 0,-1 1 0,-1-1 0,1 0 0,0 0 0,-1-1-1,3-2 1,0 0 0,-1 0 1,0-1-1,4-7-1,15-36 1,-5-4-1,-7-4 0,-8 35-2,-1-1 0,-1 1 1,-1-1-1,-1 1 0,-1-1 0,-1 0 0,-1 1 0,-1 0 0,-6-17 2,2 18-7,8 22 7,0 0 0,0 0 0,0-1 0,0 1 0,0 0 0,0 0 0,0-1 0,0 1 0,0 0 0,0 0-1,0 0 1,0-1 0,-1 1 0,1 0 0,0 0 0,0 0 0,0-1 0,0 1 0,0 0 0,-1 0 0,1 0 0,0 0 0,0-1-1,0 1 1,-1 0 0,1 0 0,0 0 0,0 0 0,0 0 0,-1 0 0,1 0 0,0-1 0,0 1 0,-1 0 0,1 0 0,0 0-1,0 0 1,-1 0 0,1 0 0,0 0 0,0 0 0,-1 0 0,1 1 0,0-1 0,0 0 0,0 0 0,-1 0 0,1 0 0,0 0-1,0 0 1,-1 0 0,1 0 0,0 1 0,0-1 0,-1 1-1,1 0 0,-1-1 1,1 1-1,0 0 1,-1 0-1,1-1 0,0 1 1,0 0-1,-1 0 0,1-1 1,0 1-1,0 0 0,0 0 1,0 0-1,0-1 1,0 1-1,0 0 0,0 0 1,2 8-2,12 49-24,13 34 14,26 81 27,-44-145-15,-5-14-1,0 0 1,1-1 0,0 1 0,1-1 0,0-1 0,2 1 0,0 0 0,-7-12-27,-1 0 1,1-1 0,-1 1 0,1-1 0,-1 1 0,1-1-1,-1 1 1,1-1 0,0 1 0,-1-1 0,1 1 0,0-1-1,0 0 1,-1 0 0,1 1 0,0-1 0,0 0 0,-1 0-1,1 0 1,0 0 0,0 0 0,-1 0 0,1 0 0,0 0-1,0 0 1,0 0 0,0 0 26,0-1-73,1 0-1,0 0 1,-1 0-1,1 0 1,0 0-1,-1 0 1,1 0 0,-1 0-1,0-1 1,1 1-1,0-1 74,4-6-384,-1 0 0,1 0 0,-2 0 0,3-5 384,0-2-37,12-26-3145,1 2-5716,-46 91 6717</inkml:trace>
  <inkml:trace contextRef="#ctx0" brushRef="#br0" timeOffset="-9977.265">1175 11299 11480,'1'3'1337,"31"130"3313,-18-66-3149,3-1 0,26 62-1501,-42-125 121,0 2-61,1-1 0,-1 0 0,1 0 0,0 0 0,0 0 1,0 0-1,1-1 0,-1 1 0,1-1 0,0 1 0,0-1 0,0 0 0,0 0 0,2 0-60,-4-2 18,0-1 0,0 1 0,0-1 0,0 0 0,0 0-1,0 0 1,0 1 0,0-1 0,0 0 0,0 0 0,0 0-1,0-1 1,0 1 0,0 0 0,1 0 0,-1 0 0,0-1 0,0 1-1,0-1 1,-1 1 0,1-1 0,0 1 0,0-1 0,0 1-1,0-1 1,0 0 0,-1 1 0,1-1 0,0 0 0,0 0 0,-1 0-1,1 0 1,-1 1 0,1-1 0,-1 0 0,1 0-18,3-6 73,0-1 0,-1 1 0,1-1 0,-1 1 0,0-6-73,13-54 389,-3 0 0,3-68-389,-14 123 11,-1-1 1,2 1 0,-1-1-1,2 1 1,0 0 0,0 0-1,1 0 1,6-10-12,-9 21 7,-1-1 0,1 1 0,0 0 0,0 0 1,0 0-1,0 1 0,0-1 0,0 0 0,0 1 0,0-1 0,0 1 0,0 0 1,0 0-1,0 0 0,0 0 0,0 0 0,1 0 0,-1 0 0,0 1 0,0-1 0,0 1 1,0-1-1,0 1-7,0 0 8,4 0 7,1 1-1,-1 0 1,0 1-1,0-1 1,0 1-1,0 1 1,-1-1-1,3 2-14,0 0 12,-3-2-1,0 1 0,1-1 1,-2 1-1,1 0 0,0 1 0,-1-1 0,0 1 1,1 0-1,-2 0 0,1 0 0,0 2-11,15 19 28,76 91-27,-85-104-15,-8-9-29,1-1 1,0 0-1,0 0 0,0 0 0,0 0 1,1 0-1,-1-1 0,1 1 0,-1-1 1,1 0 42,8 5-223,0 0 1,0-1-1,0 0 1,1-1-1,0-1 1,0 0-1,0 0 1,0-1-1,3-1 223,-4-1-144,-9 0 39,1-1 1,-1 0-1,0 0 1,1 0-1,-1 0 1,1-1-1,-1 0 0,0 1 1,0-1-1,1 0 1,-1 0-1,0-1 105,17-6-673,-1-1-1,0 0 0,0-2 0,-1 0 1,0-1-1,1-3 674,-8 6-167,28-29-374,28-48-1650,-7 5-6515</inkml:trace>
  <inkml:trace contextRef="#ctx0" brushRef="#br0" timeOffset="-9576.798">2215 11065 10488,'-2'-2'1504,"-12"-12"-431,8 6-720,-1 1 0,0 0-1,0 0 1,-1 1-1,0 0 1,0 1-1,0-1 1,-1 1-1,0 1 1,0 0-1,-9-3-352,-56-5 1119,59 14-724,-3 8-124,1 1 0,-16 13-271,21-10 320,0 13-106,1 1-1,-4 16-213,12-33 53,1 1 0,0-1 0,1 1 0,0-1-1,1 1 1,1-1 0,-1 1 0,2-1 0,1 8-53,-1-3 44,4 6 171,42 81 75,-35-86-150,7 2-37,1-1 0,12 6-103,-30-22 23,-1 0 0,1 0 1,-1-1-1,1 1 1,0-1-1,-1 0 0,1 0 1,0 0-1,0 0 1,0-1-1,0 1 0,0-1 1,0 1-1,3-1-23,6 0 46,-2 1-29,0-1 0,0-1-1,0 0 1,0 0 0,0-1 0,0 0-1,-1-1 1,1 0 0,-1 0 0,1-1-1,-1 0 1,0-1 0,-1 0 0,1 0 0,-1-1-1,0 0 1,0-1 0,-1 0 0,5-5-17,-7 6 12,0 0 1,-1-1-1,1 1 0,-1-1 1,-1 0-1,1-1 1,-1 1-1,-1-1 1,1 1-1,0-8-12,4-17 61,-2 0 0,-1-1-61,-2 20 15,0-21 17,-1 1 1,-1-1-1,-2 1 1,-2-1-1,-1 1 1,-1 0-1,-2 1 1,-1-1-1,-3-1-32,3 11 90,-1 2-1,-11-19-89,-7-17 38,9 8-23,14 33-6,-1 0 0,-1 0 1,0 1-1,-1 0 1,0 1-1,-7-9-9,0-6 9,10 19-18,11 21 5,67 142 168,30 98-164,-8-17 468,-85-209-359,0-1-1,2 1 1,14 20-109,-22-37-299,2-1 0,-1 0 0,1 0-1,0 0 1,0-1 0,1 0 0,0 0 0,0-1 0,0 0 0,1 0 0,0 0 0,0-1 0,0-1 0,0 1 299,9 2-10523,-36-13 7893</inkml:trace>
  <inkml:trace contextRef="#ctx0" brushRef="#br0" timeOffset="-8797.449">4093 10072 14432,'0'0'1928,"2"8"-322,-1 2-1354,9 30 1257,90 255 1605,-75-220-2574,16 28-540,-7-22 204,38 91 202,-68-162-368,4 8 211,0 0-1,1 0 1,8 9-249,-11-40 480,1-22-304,-2 0 1,-2 0-1,-1 0 0,-3-32-176,2-13 55,3-25 0,8-37-55,-9 120 0,-2 12-3,1-1 1,0 1-1,1 0 0,0 0 1,1-2 2,-4 12 0,27-68-31,-24 63 24,-1 0-1,1 0 1,0 1-1,0 0 1,0-1 0,1 1-1,-1 0 1,1 0-1,0 1 1,0-1 0,0 1-1,1 0 1,4-2 7,-8 4-2,0 1 0,1 0 0,-1-1 0,0 1 0,1 0 0,-1 0 1,0 0-1,1 0 0,-1 0 0,0 1 0,1-1 0,-1 0 0,0 0 0,1 1 0,-1-1 0,0 1 0,0-1 1,1 1-1,-1 0 0,0-1 0,0 1 0,0 0 2,4 2-5,3 2-2,1 1 1,-1 0-1,0 1 0,0 0 0,0 0 0,-1 0 0,3 6 7,29 35-4,-22-24 8,0 1-1,-2 0 0,-1 2-3,61 105 6,-68-119-111,0-1-1,1 1 1,1-1-1,0-1 1,1 1-1,0-2 1,1 1-1,0-2 1,9 7 105,-19-16-64,0 1-1,0-1 1,0 0-1,1 0 1,-1 1 0,0-1-1,0 0 1,1 0-1,-1 0 1,0 0 0,0 0-1,1-1 1,-1 1 0,0 0-1,0-1 1,0 1-1,1 0 1,-1-1 0,0 0-1,0 1 1,0-1-1,1 0 65,1-1-150,7-5 140,1 0-474,7-3-2655,11-4-7451,-67 32 7986</inkml:trace>
  <inkml:trace contextRef="#ctx0" brushRef="#br0" timeOffset="-8465.159">5039 9967 13720,'1'4'1353,"4"20"-811,0-1 0,2 1 0,1-1 0,1-1 0,0 0 0,2 0 0,1-1 0,12 18-542,-3-11-456,2 0 0,19 19 456,-24-32-1013,0-1 0,0-1 0,2-1 1,18 9 1012,-31-17-485,28 16-6836,-82-47 5529</inkml:trace>
  <inkml:trace contextRef="#ctx0" brushRef="#br0" timeOffset="-8112.601">4692 9611 11656,'0'0'0,"0"0"1000,0 0-1000,0 0 1000,0 0-1000,0 0-368,0 0 368,0 0-368,27 21 368,-27-21-1040,0 0 1040,27 20-8080,-54-40 8080</inkml:trace>
  <inkml:trace contextRef="#ctx0" brushRef="#br0" timeOffset="-7761.794">5744 9836 12640,'0'0'1865,"-3"-9"-306,-13-27-1009,15 33-401,0 0-1,0 1 1,0-1-1,0 0 1,-1 1 0,1 0-1,-1-1 1,0 1-1,0 0 1,1 0-1,-2 0 1,1 0 0,0 0-1,-1 0-148,-7-7 307,0-3-122,7 8-72,0 1 1,0 0-1,0 0 1,0 0-1,-1 0 1,1 0-1,-1 1 1,0-1-1,-1 0-113,-72-39 1014,60 38-788,-70 6 93,70 4-86,-1 8-138,0 0 0,1 1-1,-3 4-94,18-17 2,1-1 0,0 0-1,0 0 1,0 1 0,0-1-1,0 0 1,1 1 0,-1-1-1,0 1 1,1-1 0,-1 1-1,0 0-1,-12 45 35,-6 34-35,17-53 53,8 37 31,4 8-84,-1-45 100,22 25 31,25 32-131,-54-83 6,-1 1 0,1-1 0,0 0 0,0 1 0,0-1 0,1 0-1,-1 0 1,0-1 0,2 1-6,21 14 26,0-2-1,1-1 0,24 8-25,-26-16 60,-12-5-44,0 0 0,0-1 0,0-1-1,0 0 1,0-1 0,0 0 0,0 0 0,-1-2-1,0 1 1,0-1 0,0-1 0,2-1-16,-2-1 9,-7 6-2,0-1 1,0 0-1,-1 1 0,1-2 0,-1 1 1,0 0-1,0-1 0,0 1 0,2-5-7,4-4 36,-1-1-1,0 0 1,-1 0-1,-1-1 1,0 0-1,0 0 1,-2 0-1,3-10-35,-5 10 15,-1 8-5,0 0 0,0 1 0,-1-1 0,0 0 0,0 0-1,0 1 1,-2-4-10,0-12 41,-1 1 0,-2-1 1,0 1-1,-1 0 0,-1 1 0,-1 0 0,0 0 0,-2 0 0,0 1 0,-1 0 0,-2-1-41,-1-2 47,14 21-47,0 0 0,0 0 0,0 0 0,0 0 1,-1 0-1,1 1 0,0-1 0,0 0 0,0 0 0,0 0 0,0 0 1,0 0-1,0 0 0,0 0 0,0 1 0,-1-1 0,1 0 0,0 0 0,0 0 1,0 0-1,0 0 0,0 0 0,-1 0 0,1 0 0,0 0 0,0 0 1,0 0-1,0 0 0,0 0 0,-1 0 0,1 0 0,0 0 0,0 0 0,0 0 1,0 0-1,0 0 0,-1 0 0,1 0 0,0 0 0,0 0 0,0 0 1,0 0-1,0 0 0,-1 0 0,1-1 0,0 1 0,0 0 0,7 25-7,37 61-57,4-3 1,11 8 63,-16-23-27,18 33 18,-37-59 4,34 67 3,9 27 2,-63-127 4,15 31 14,-1 1 1,-3 0 0,-1 1 0,-3 1 0,2 15-19,-7-35 49,0 7 3,0-1 0,-2 1 1,-1 0-1,-2 0 0,-1 10-52,-5 32 236,-5 7-236,2-54 140,-2-5-72,-2-1-1,0 0 1,-13 14-68,8-20 173,-1-6-132,-1 0 0,0-1-1,0-1 1,0-1 0,-1-1-1,0 0 1,1-2 0,-15 0-41,19-1 6,10 0-4,0-1-1,0 1 1,0-1-1,0 0 1,0 0-1,0 0 1,1-1-1,-1 0 1,-4-2-2,-26-11-64,0-2 1,2-2-1,0-1 1,0-1-1,2-2 1,1-1 0,-26-28 63,35 29-269,2-1 0,0-1 0,2-1 1,-1-5 268,-1 2-147,16 24 27,0 1 0,0-1 0,1 0 0,-1 0 0,1 0 0,-1-3 120,-70-218-1002,52 156-2062,-22-65-7112,100 315 7667</inkml:trace>
  <inkml:trace contextRef="#ctx0" brushRef="#br0" timeOffset="-7014.264">5815 9159 13720,'0'0'1936,"5"6"-323,2-1-1357,-4-3-82,0 0 0,0 1-1,-1-1 1,1 1 0,-1 0 0,0 0-1,0 0 1,0 0 0,1 2-174,165 247 3577,-129-196-2924,-7-9-361,-3 1 0,-1 1-292,72 133 367,-43-77 20,-12-21-155,-42-77-147,-2-1-40,2 0 1,-1 0 0,1 0 0,0 0-1,0-1 1,1 1 0,-1-1 0,1 0-1,0 0 1,2 1-46,-6-6 4,0 0 0,1 0 0,-1 0 0,0 1 0,0-1 0,0 0 0,1 0 0,-1 0 0,0 0 0,0 0 0,1 0-1,-1 0 1,0 0 0,0 0 0,0 0 0,1 0 0,-1 0 0,0 0 0,0-1 0,1 1 0,-1 0 0,0 0 0,0 0 0,0 0 0,1 0 0,-1 0 0,0 0-1,0-1 1,0 1 0,0 0 0,1 0 0,-1 0 0,0 0 0,0-1 0,0 1 0,0 0 0,0 0 0,0 0 0,0-1 0,1 1 0,-1 0 0,0 0 0,0 0-1,0-1 1,0 1 0,0 0 0,0 0 0,0-1 0,0 1 0,0 0 0,0 0-4,1-17 201,-1 12-212,-1-152 217,-2 29-161,3 61-40,3 1-4,0 47-4,0-1-1,2 1 1,4-14 3,-8 30-6,0 1 0,0-1 0,0 1 1,1 0-1,-1 0 0,1 0 0,-1 0 1,1 0-1,0 0 0,0 0 0,0 0 1,0 1-1,0-1 0,0 1 0,0 0 1,0-1-1,1 1 0,-1 0 1,0 0-1,1 0 0,1 0 6,0 0-9,-3 0 4,1 1-1,0 0 0,-1-1 1,1 1-1,0 0 1,-1 0-1,1 0 1,0 0-1,0 0 0,-1 0 1,1 1-1,0-1 1,-1 0-1,1 1 0,0-1 1,-1 1-1,1 0 1,-1 0-1,1 0 6,5 1-14,3 2 6,-5-3 3,-1 1 0,1-1 0,-1 2 0,0-1 0,1 0 0,-1 1 1,2 2 4,65 45-41,30 29 8,-82-64 13,1-2 0,0 0 0,0-1-1,2-1 1,-1 0 0,21 5 20,-38-15-48,0 0 0,0-1 0,1 0 0,-1 1 0,0-2 0,0 1 0,0 0 1,0-1-1,0 0 0,0 0 0,0 0 0,0 0 0,0-1 0,0 0 0,1 0 48,1 0-72,4-4-126,0 1 1,0-2-1,0 1 0,-1-1 0,0-1 0,0 1 0,-1-2 1,0 1-1,6-10 198,-7 10-170,2 0 80,-6 6 30,-1-1-1,0 1 1,0 0-1,0-1 1,0 1-1,0-1 0,0 0 1,-1 0-1,1 1 1,-1-1-1,0 0 1,1-3 60,4-12-240,-1 0 1,0 0-1,-2-1 1,0 1-1,-1-1 1,-1 0-1,0 0 1,-2-2 239,-11-68-806,-39-127-520,31 145 1276,-21-53 901,40 121-476,2 10-119,-1 0 1,1 0-1,1-1 1,-1 1-1,2 3-256,56 128 982,-59-137-971,26 51 635,1-1-1,13 14-645,23 27 1054,26 23-1054,-15-29 346,-69-79-282,23 25 32,1-1 0,22 17-96,-50-47-43,0 0-1,1 0 0,-1 0 0,0 0 1,1-1-1,-1 1 0,1-1 1,-1 1-1,1-1 0,-1 1 0,1-1 1,-1 0-1,1 0 0,-1 0 0,1 0 1,0 0-1,-1 0 0,1 0 1,-1 0-1,1 0 0,-1-1 0,1 1 44,32-19-1858,-17 8-738,2 0-7614,-45 26 7693</inkml:trace>
  <inkml:trace contextRef="#ctx0" brushRef="#br0" timeOffset="-6664.405">7680 9293 14168,'0'0'1713,"0"0"-81,0 0-344,5 9-283,-2 0-989,6 9 232,0 0 0,0-1 1,2 0-1,0-1 0,8 9-248,-10-15-285,0 1-1,1-2 0,1 0 0,-1 0 0,1-1 0,1 0 1,0 0-1,2-1 286,-2 0-3001,11 7-5305,-54-33 6292</inkml:trace>
  <inkml:trace contextRef="#ctx0" brushRef="#br0" timeOffset="-6333.893">7470 8866 11480,'0'0'0,"0"0"1336,0 0-1336,-26-27 1344,-13-22-1344,39 49 672,0 0-672,-20-30 680,8 3-680,12 27-960,0 0 960,-33-58-10368,66 116 10368</inkml:trace>
  <inkml:trace contextRef="#ctx0" brushRef="#br0" timeOffset="-5981.703">8455 8770 10488,'0'0'1776,"0"0"-35,-5 1-137,-4 0-1236,-18 3 524,1 1 1,0 1 0,0 1 0,1 1 0,-22 10-893,24-6 325,-1 0 0,2 2 1,0 0-1,1 2 0,-7 7-325,15-13 68,10-7-32,-1 0 1,1 0-1,0 0 1,0 0-1,0 0 1,1 1 0,-1-1-1,1 1 1,0 0-1,0 0 1,-1 2-37,-3 7 83,1-1 0,0 1 0,0 0 0,1 0 0,1 1 0,1-1 0,0 1 0,0-1 0,1 1 0,1 11-83,1-10 33,0-10-10,-1 0-1,1 0 0,0 0 0,0 0 1,1 0-1,0 0 0,0-1 0,0 1 1,1 1-23,1 3 27,0-1 1,1 1-1,1-1 1,-1 0-1,2 0 1,-1 0-1,1-1 1,0 0 0,0 0-1,1-1 1,-1 0-1,4 1-27,-2-1 9,-6-4-6,-1-1 0,0 0 0,1 1 1,0-1-1,-1 0 0,1 0 0,0 0 0,-1-1 0,1 1 0,0 0 0,0-1 0,0 0 0,-1 0 0,2 0-3,7 0 9,1 0-1,-1-1 0,1-1 1,-1 0-1,1 0 1,-1-1-1,0-1 0,0 0 1,0 0-1,9-6-8,20-18 4,-30 18-2,0-1 0,0 0-1,-1 0 1,0-1-1,-1 0 1,-1 0 0,0-1-1,0 0 1,-1-1-2,-2-2 10,0 0 0,0 1 0,-2-2 0,0 1 0,-1 0 0,0 0 0,-1 0 0,-1-1 0,-2-9-10,-1-44 187,4 70-186,0 0 0,0 0 0,1-1 0,-1 1 0,0 0 0,0 0 0,0 0 1,1-1-1,-1 1 0,0 0 0,0 0 0,0 0 0,1 0 0,-1 0 0,0-1 0,0 1 0,1 0 0,-1 0 0,0 0 0,0 0 0,1 0 0,-1 0 0,0 0 0,0 0 0,1 0 0,-1 0 0,0 0 0,0 0 0,1 0 0,-1 0 0,0 0 0,0 0 0,1 0 0,-1 0 0,0 1 0,0-1 0,1 0 0,-1 0 0,0 0 0,0 0 0,0 0 1,1 1-1,-1-1-1,0 0 2,7 4 4,0 0 0,0 0 0,-1 1-1,0 0 1,0 0 0,0 0 0,-1 1 0,2 1-6,42 53 18,-47-57-16,11 13 0,-6-8 0,-1 0 0,0 1 0,0 0 0,3 8-2,99 195 59,-95-185-55,-6-14 0,-2 0 1,1 0-1,-2 0 0,3 12-4,41 152 23,-41-142 10,-2 4-3,-2 1 0,-2 0 0,-1 0 0,-5 29-30,3-60 11,-1 0 0,0-1-1,0 1 1,-1-1 0,0 1 0,0-1-1,-1 0 1,0-1 0,0 1-1,-1-1 1,0 0 0,0-1 0,-1 1-1,-2 1-10,8-8 1,-2 3 22,1 0-1,-1 0 1,0-1 0,0 1 0,0-1-1,-1 0 1,1 0 0,0 0 0,-1-1-1,1 1 1,-1-1 0,0 1-23,-11 3 40,-31 14 22,27-14 84,-4-4-94,0-1-1,0 0 0,-1-2 1,1-1-1,1-1 0,-22-6-51,25 5 6,13 4-12,0-1 1,0 0-1,1 0 1,-1 0-1,1-1 1,-1 0-1,1 0 1,0 0-1,-2-2 6,-31-24-192,-18-17 192,39 26-678,-22-43-289,-3-11 967,19 32-3359,-26-39-7715,114 189 8345</inkml:trace>
  <inkml:trace contextRef="#ctx0" brushRef="#br0" timeOffset="-5186.681">8608 8368 14520,'0'0'1983,"0"0"-65,3 7-266,-2-6-1569,22 44 2410,8 27-2493,61 152 1716,-56-137-1392,-29-70-280,7 17 185,1 1-1,2-2 1,1 0-1,14 17-228,-29-45 82,16 19-27,-18-23-36,0 0 0,1 0 0,-1 0 0,0 0 1,0 0-1,0-1 0,1 1 0,-1 0 1,0-1-1,1 1 0,-1-1 0,0 1 1,1-1-1,-1 0 0,0 0 0,1 0 0,-1 0 1,1 0-1,-1 0 0,1 0 0,-1 0 1,0 0-1,1-1-19,2 0 24,-1-1 0,1 0 0,-1 0 1,0 0-1,1-1 0,-1 1 0,0-1 1,-1 0-1,1 0 0,0 0 0,-1 0 0,0 0 1,1 0-1,-1-1 0,-1 1 0,1-1 0,0-1-24,6-12 71,-2 0-1,0-1 1,0-2-71,12-57 102,17-146 125,-19 143-188,-4 35-14,5 3-18,-16 40-7,0 0 1,1-1-1,-1 1 1,1 0-1,0 0 1,0 0-1,0 0 1,0 1-1,0-1 1,2-1-1,-3 2 0,0 1 0,1-1 0,-1 0 0,1 1 0,-1-1 0,1 1 0,-1 0 1,1-1-1,-1 1 0,1 0 0,-1 0 0,1 0 0,-1 0 0,1 0 0,0 1 0,1-1 0,0 1 0,-1 0 0,1 0 0,0 0 0,-1 0 0,1 0 0,-1 1 0,0-1 0,3 2 0,25 26 0,1 8 0,1 5 0,-16-20 3,1-1 0,1-1 0,0-1 0,1 0 0,7 3-3,21 4 1,-41-23-34,2 0 1,-1 0-1,0-1 0,0 0 0,1 0 0,0-1 1,-1 0-1,1 0 0,-1-1 0,1 0 0,0 0 1,-1-1-1,1 0 0,-1-1 0,6-1 33,-5 0-141,0 0-1,-1-1 1,1 0-1,-1 0 1,0-1 0,0 1-1,-1-2 1,1 1-1,-1-1 1,0 0 0,-1 0-1,1-1 1,-1 0-1,2-4 142,-1-1-276,-1-1 0,0 1-1,-1-1 1,-1 0 0,0 0-1,-1 0 1,0 0 0,0-7 276,-2 6-114,-5-40-602,-28-170-1044,20 128 1538,5 14 228,2-15-6,6 92 362,2 8 3,4 8-201,-1 1 0,1 0 0,-2 0 0,0 1 0,-1-1 0,2 10-164,12 37 376,12 15-37,0-13 291,24 35-630,-22-53 32,-10-13 0,-14-19-230,1 0-1,0 0 0,0-1 0,1 0 0,1 0 0,0-1 0,1 1 199,-11-10-18,0 0-1,0 0 0,1 0 1,-1 0-1,0 1 0,0-1 1,0 0-1,0 0 1,0 0-1,0 0 0,0 0 1,0 0-1,1 0 0,-1 0 1,0 0-1,0 0 0,0 0 1,0 0-1,0 0 0,0 0 1,0 0-1,1 0 0,-1 0 1,0 0-1,0 0 1,0 0-1,0 0 0,0 0 1,0 0-1,1 0 0,-1 0 1,0 0-1,0 0 0,0 0 1,0 0-1,0 0 0,0 0 1,0 0-1,1 0 0,-1-1 1,0 1-1,0 0 0,0 0 1,0 0-1,0 0 1,0 0-1,0 0 0,0 0 1,0-1-1,0 1 0,0 0 1,0 0-1,0 0 0,0 0 1,0 0-1,0 0 0,0 0 1,0-1 18,-1-11-671,-6-15 279,7 26 422,-2-5 29,1 0 1,0 0-1,1-1 0,-1 1 1,1 0-1,0 0 1,1 0-1,0-1 1,0 1-1,0 0 0,0 0 1,1 0-1,2-5-59,2-3 211,1 1 0,0 0 0,1 0 0,0 0-1,9-9-210,6-5 462,17-18-3674,-11 11-6959,-68 79 7653</inkml:trace>
  <inkml:trace contextRef="#ctx0" brushRef="#br0" timeOffset="-4202.613">11139 7311 15064,'0'0'1721,"0"0"-83,-1 9-348,-7 29-391,2-11-417,1 1-1,-1 15-481,-3 88 662,8-115-651,1 0 0,1 0 0,1 0 0,0 0 1,1 0-1,2 7-11,0-2 11,-3-12 3,0-1 0,1 1-1,0-1 1,0 1 0,1-1 0,0 0-1,0-1 1,1 1 0,0-1-1,5 6-13,-2-3 7,4 3 15,-3-7 4,0-1 0,1 0 1,0 0-1,-1 0 0,1-1 1,1-1-1,-1 0 0,1 0 1,-1-1-1,1-1 0,0 1 1,1-2-27,0 1 21,-8-1-12,-1 0 0,0 0 0,0-1 1,1 1-1,-1-1 0,0 1 0,0-1 1,1 0-1,-1 0 0,0-1 0,0 1 1,1-1-10,5-2 16,0-1 0,-1 0 0,1 0 0,-1-1 0,0 0 0,-1 0 0,1-1 0,-1 0 0,-1 0 0,1-1 0,4-7-16,-5 5 5,-3 5-1,-1 0-1,1 0 1,-1 0 0,0 0 0,0-1 0,-1 1 0,0-1-4,5-23 35,-2 1 0,-1-1 0,-1 0 0,-1 0 0,-2 0 0,-3-20-35,0 18 32,-2 1-1,-1-1 1,-1 2-1,-2-1 1,-12-25-32,4 16 140,14 49 160,4 0-279,1 1 1,0 0 0,0-1 0,1 1-1,0-1 1,1 1 0,1-1-22,26 73 56,-1-14 6,-18-42-45,-3-6 25,2 1-1,0-2 0,1 1 0,1-1 0,1-1 0,6 5-41,-17-20-30,1 0-1,0-1 1,0 1 0,0-1-1,0 0 1,0 0 0,1 0-1,-1-1 1,1 1-1,0-1 1,0 1 0,0-1 30,-2-2-82,0 1 0,0-1 1,0 0-1,0 0 0,0 0 1,0 0-1,0 0 0,0 0 1,0 0-1,0-1 0,0 1 1,0-1-1,0 1 0,0-1 1,0 0-1,-1 0 1,1 0-1,0 0 0,0 0 1,-1 0-1,1 0 0,-1-1 1,1 1-1,-1-1 0,0 1 1,1-1-1,0-1 82,20-23-3395,-4 5-6571,-41 47 7561</inkml:trace>
  <inkml:trace contextRef="#ctx0" brushRef="#br0" timeOffset="-3755.797">11666 7120 13000,'0'3'1504,"12"43"3648,18 43-5152,53 104 2055,-77-178-1904,3 12 300,-9-25-412,1 1 0,-1-1 0,1 0 0,-1 0 0,1 0 0,0 0 0,0 0 0,0-1 0,0 1 0,0 0 0,0 0 0,0-1 0,1 1 0,0 0-39,0-5 53,0-1-1,0 0 1,0 1-1,0-1 1,-1 0-1,0 0 1,1 0-1,-1-1-52,9-42 226,-2-1-1,-2 0 0,1-47-225,-8 71 9,3-34 68,2 19-34,2 0 0,1 1 0,8-22-43,-13 53 7,1 1 0,0-1 0,0 1 0,0-1 0,1 1 0,0 0 0,0 1 0,0-1 0,1 1 0,0-1 0,0 1 0,0 1 0,1-1 0,-1 1 0,4-2-7,-6 5 2,0 1 0,0 0 0,0-1 1,0 1-1,0 0 0,-1 1 0,1-1 0,0 0 0,0 1 0,0 0 0,0-1 0,-1 1 0,1 0 0,0 0 0,-1 1 0,1-1 0,-1 1 0,1-1 0,-1 1 1,0 0-1,1 0-2,-1-1 2,3 3 0,0 0 0,0 1 0,0-1 0,-1 1 1,1 0-1,-1 1 0,0-1 0,-1 1 0,1-1 0,-1 1 1,2 6-3,0-3 4,19 28 47,-13-24-42,20 29-3,-21-30-85,0 0 0,0 0 0,1-1 0,0 0-1,1-1 1,1 0 79,-9-7-145,1 0-1,0 0 1,0-1-1,0 1 0,0-1 1,0 0-1,0 0 0,1-1 1,-1 0-1,1 0 1,-1 0-1,1 0 0,-1-1 1,1 0-1,-1 0 1,1 0-1,-1-1 0,3-1 146,-3 2-168,-1-2 0,1 1-1,-1 0 1,0-1-1,1 0 1,-1 0 0,0 0-1,0-1 1,-1 1 0,1-1-1,0 0 1,-1 0-1,0 0 1,3-3 168,-2 0-100,-1 0-1,1 0 1,-1 0 0,0 0-1,0 0 1,-1-1 0,0 1-1,0-1 1,0 1-1,-1-1 1,0-1 100,6-40-2184,5-26-8482</inkml:trace>
  <inkml:trace contextRef="#ctx0" brushRef="#br0" timeOffset="-3276.674">12266 6708 11208,'0'0'1489,"1"-7"-23,0 7 2092,39 55-1482,-27-37-1812,0 1 1,1-2-1,4 3-264,-7-8 64,-6-6 13,0-1 1,1 0 0,0 0-1,0-1 1,0 0-1,1 1-77,18 11 206,0-2 0,1 0-1,0-2 1,1-1-1,2 0-205,-13-6 41,-9-3-3,-1 0 0,0-1 0,1 0 0,-1 0-1,1 0 1,5-1-38,-2 1 46,0-1 0,0 0 0,0 0 0,0-1 0,0-1 0,-1 0 0,1 0 0,0-1-1,-1 0 1,0 0 0,1-1 0,-1 0 0,-1-1 0,7-4-46,-13 7 7,0 0 0,0 0 0,-1 0 0,1-1 0,-1 1 0,1-1 0,-1 1 0,0-1 0,0 1 0,0-1 1,0 0-1,0 1 0,-1-1 0,1 0 0,-1 0 0,0 0 0,1-2-7,-1 1 11,0 0 0,0-1 0,0 1 0,0 0 0,-1 0 0,1 0 0,-1 0 0,0-1 0,-1 1 0,1 0 0,0 1 0,-1-1 0,0 0 0,0 0 0,-2-1-11,-5-14 26,-93-155 118,102 173-144,-8-11 20,0-1 1,1 0-1,1 0 1,1-1 0,-1 1-1,2-1 1,0 0-1,1 0 1,0-1 0,1 1-1,0-8-20,2 22 1,0-1 0,0 1 0,0 0 0,0 0-1,0-1 1,0 1 0,0 0 0,0-1 0,0 1 0,0 0-1,1 0 1,-1-1 0,0 1 0,0 0 0,0 0 0,0-1-1,0 1 1,1 0 0,-1 0 0,0 0 0,0-1 0,0 1-1,0 0 1,1 0 0,-1 0 0,0 0 0,0-1 0,1 1-1,-1 0 1,0 0 0,0 0 0,1 0 0,-1 0 0,0 0-1,0 0 1,1 0 0,-1 0 0,0 0 0,1 0 0,-1 0-1,0 0 1,0 0 0,1 0 0,-1 0 0,0 0 0,0 0-1,1 0 1,-1 0 0,0 0 0,0 0 0,1 0 0,-1 1-1,0-1 0,1 0 3,5 4 8,1 0-1,-1 0 1,0 1 0,0-1-1,0 2 1,0-1-1,-1 0 1,0 1 0,0 0-1,2 5-10,3 1 25,2 2 38,-1-1 0,0 2 0,-2-1 0,1 1 1,4 13-64,4 5 22,37 70 139,-5 2 0,-5 3-1,-4 1 1,8 49-161,-36-116 85,-3 1 0,-1 0 1,-2 0-1,-2 1 0,-2 0 0,-2 32-85,-3-48 78,0 0-1,-2-1 1,-1 1-1,-2-1 1,0-1-1,-2 1 1,0-1-1,-2-1 1,-1 0-1,-1 0 1,-2 0-78,1 2 47,10-20-17,1 0 0,-1-1 1,0 1-1,0-1 1,-2 3-31,4-8 0,1 0 1,-1 0 0,1 1 0,-1-1-1,1 0 1,-1-1 0,0 1 0,1 0 0,-1 0-1,0-1 1,0 1 0,1-1 0,-1 1-1,0-1 1,0 0 0,-1 0-1,-9 2 4,-17 4-105,-1-2 0,0-1 0,-18-1 101,-5 1-291,49-3 216,-1 0-1,1 0 0,0 0 1,-1 0-1,1-1 0,0 0 1,-1 0-1,1 0 1,0 0-1,-1-1 76,-42-26-1769,25 14-563,-9-7-9085,73 48 8592</inkml:trace>
  <inkml:trace contextRef="#ctx0" brushRef="#br0" timeOffset="-2939.798">12874 5626 14432,'0'0'1881,"0"0"-64,3 12-276,35 152 75,-25-118-896,82 234 211,-73-224-598,-22-55-324,122 269 486,-82-199-399,44 83-750,-84-153 623,0-1 0,1 0 0,-1 0 0,0 0 0,0 1 0,1-1 0,-1 0 0,0 0 0,0 1 0,0-1 0,1 0 0,-1 0 1,0 1-1,0-1 0,0 0 0,0 1 0,0-1 0,0 0 0,0 1 0,1-1 0,-1 0 0,0 1 0,0-1 0,0 0 0,0 1 0,0-1 1,-1 0-1,1 0 0,0 1 0,0-1 0,0 0 0,0 1 0,0-1 0,0 0 0,0 1 0,-1-1 0,1 0 0,0 0 0,0 1 0,0-1 1,-1 0-1,1 0 0,0 1 0,0-1 0,-1 0 0,1 0 0,0 0 0,-1 1 31,-22-7-2596,9 1 742,-4-1-7331,42 14 6928</inkml:trace>
  <inkml:trace contextRef="#ctx0" brushRef="#br0" timeOffset="-2225.418">12773 6254 12464,'3'-2'1577,"163"-114"4089,-99 74-5238,-34 19-202,0-2 0,-2-1 0,20-22-226,-39 35 24,-7 8-10,0-1-1,-1-1 1,1 1 0,-1 0 0,0-1-1,1-3-13,5-9 31,-1-1-1,-1-1 1,0 1-1,-2-1 0,4-20-30,-9 24 13,-1 1 0,-1 0 0,-3-15-13,0-27 125,8 76 173,6 4-40,71 210 617,-71-204-624,18 44 377,7 9-628,56 114 824,-57-126-592,-30-61-214,23 40 268,-26-46-261,0 0 0,0 0 1,1 0-1,-1 0 0,1 0 1,0 0-1,-1 0 0,1-1 1,0 1-1,0-1 0,0 1 1,0-1-1,0 0 0,1 0 1,-1 0-1,0 0 0,0 0 1,1 0-1,0 0-25,-2-2 12,0 1 0,0-1 0,0 1 0,0-1 0,-1 1 0,1-1 0,0 0 0,-1 1 0,1-1 0,0 0 0,-1 0 0,1 1 0,-1-1 0,1 0 0,-1 0 0,1 0 0,-1 0 0,0 0 0,1 0 0,-1 0-12,1-2 27,5-16 46,-1 0 0,-1-1 1,0 1-1,-1-1 0,-2 0 1,0 0-1,-1 1 0,-2-12-73,-1-49 144,1 29-60,0-121 18,7 104-94,9 16-3,-13 48-5,1 0 1,0 0-1,-1 0 0,2 0 1,-1 0-1,0 1 1,3-4-1,-4 6 0,0 0 0,0 0 0,0 1 0,0-1 0,0 0 1,1 0-1,-1 0 0,0 1 0,0-1 0,1 1 1,-1-1-1,0 1 0,1-1 0,-1 1 0,1 0 1,-1 0-1,0 0 0,1 0 0,-1 0 0,1 0 1,-1 0-1,0 0 0,1 0 0,0 1 0,2 0 0,0 1 0,0-1-1,0 1 1,0 0 0,-1 0 0,1 1-1,-1-1 1,1 1 0,-1-1 0,10 10-2,-1 0 0,-1 1 0,9 11 2,-16-19 1,46 55-8,-5-5 7,3 2 22,34 30-22,-42-51 2,-35-33-5,-1 1-1,1-1 1,0 0 0,0 0-1,0 0 1,0-1-1,1 1 1,-1-1 0,1-1-1,-1 1 1,1-1 0,3 1 3,-5-2-51,-1 0 0,1 0 1,-1-1-1,1 1 1,-1-1-1,0 0 1,1 0-1,-1 0 0,1 0 1,-1-1-1,0 1 1,0-1-1,0 0 1,0 0-1,0 0 1,0 0-1,-1 0 0,1-1 1,-1 1-1,1-2 51,2-2-136,-1 0-1,1 0 0,-1-1 1,-1 0-1,1 0 1,-1 0-1,0 0 1,-1-1-1,0 1 0,0-1 1,0 1-1,-1-1 1,0 0-1,-1 1 1,0-1-1,0-3 137,-3-45-771,-12-106-927,9 83 1244,6 72 423,2 14 28,4 13 85,10 18 100,1-1 0,2-1 0,12 16-182,-21-39-54,0 0-1,1 0 1,1-1 0,0-1 0,0 0 0,1-1 0,0 0-1,8 4 55,12 3-294,9 3-4041,-19-9-4185,-49-23 6454</inkml:trace>
  <inkml:trace contextRef="#ctx0" brushRef="#br0" timeOffset="-1876.01">13789 5024 11120,'0'0'0,"0"0"760,0 0-760,0 0 768,11 0-768,-11 0-856,0 0 856,18 7-848,8 4 848,-26-11 8,0 0-8,43 19-7528,-86-38 7528</inkml:trace>
  <inkml:trace contextRef="#ctx0" brushRef="#br0" timeOffset="-1246.221">14460 5716 14168,'0'0'1849,"0"0"-77,0 0-328,5 10-306,72 123 1258,-73-126-2319,1 0-1,-1 0 1,1 0 0,1-1-1,-1 1 1,1-1-1,0 0 1,0-1-1,1 0 1,-1 0-1,1 0 1,1-1-77,-8-4 10,1 0 0,-1 0 0,1 0 0,-1 0 0,1 0 0,0 0 0,-1 0 0,1-1 0,-1 1 0,1 0 0,-1 0 0,1-1 0,-1 1 0,1 0 0,-1-1 0,1 1 0,-1 0 0,0-1 0,1 1 0,-1-1 0,1 1 0,-1-1 0,0 1 0,0-1 0,1 1 0,-1-1 0,0 1 0,0-1 0,0 1 0,1-1 0,-1 0 0,0 1 0,0-1 0,0 0-10,3-14 52,2-26 172,-3-1 0,-1 0 0,-2 0 0,-6-34-224,3 53 13,2 15 2,1-1 1,0 1-1,0-1 1,1 0 0,0-5-16,2-44 64,3 0 1,3-3-65,4 16 7,-12 42-7,1 1 1,0 0-1,0-1 1,1 1-1,-1 0 0,0 0 1,1 0-1,-1 0 1,1 0-1,0 0 1,0 0-1,-1 1 0,0 0 0,0 1 0,1-1 0,-1 0 0,0 1 0,0-1 0,0 1 1,1-1-1,-1 1 0,0-1 0,1 1 0,-1 0 0,0 0 0,1 0 0,-1 0 0,1 0 0,4 2-1,-1 0 0,1 0 1,-1 0-1,0 1 0,0 0 0,1 0 0,-2 0 0,1 1 0,0 0 0,-1 0 1,0 0-1,0 0 0,0 1 1,16 13-3,-7-5 2,26 17-8,3-1 3,14 6 4,-25-20-28,1-1-1,1-1 1,0-2-1,0-1 1,1-2-1,1-1 1,15 0 30,-41-6-37,-1 0 0,1 0 0,0-1 0,0-1 0,0 1 0,-1-1 0,1-1 0,0 0 0,-1 0 0,0-1 0,1 0 0,-1 0 0,0-1 0,0 0 0,-1 0 0,1-1 0,-1 0 0,0 0 0,5-5 37,-9 7-30,-1 1 0,0-1 0,1 1 0,-1-1 0,0 0 0,0 0 0,-1 0-1,1 0 1,-1 0 0,1 0 0,-1 0 0,0-1 0,0 1 0,0 0 0,-1-1 0,1 1-1,-1-1 1,0 1 0,0 0 0,0-1 0,0 1 0,-1-1 0,1 1 0,-1-2 30,-3-8-137,0-1 0,-1 1 0,-1 0 0,0 0 0,-4-5 137,-5-11-139,-9-22-74,-2 1 1,-2 1-1,-2 2 1,-2 1-1,-3 0 213,31 42-13,1 0 1,-1-1-1,0 1 0,0 1 0,-1-1 1,1 1-1,-1-1 0,0 2 0,0-1 1,-4-2 12,5 4-7,1 0 1,0 0 0,0 1 0,0-1 0,0 1 0,-1 0 0,1 0-1,0 0 1,0 0 0,0 1 0,-1-1 0,1 1 0,0 0 0,0 0 0,0 0-1,0 0 1,0 0 0,0 1 0,-1 0 6,0 0 0,0 0-1,1 0 1,-1 0 0,1 0 0,0 1-1,0-1 1,0 1 0,0 0 0,0 0-1,0 0 1,1 0 0,-1 0-1,1 1 1,0-1 0,0 1 0,0 0-1,1-1 1,-1 1 0,1 0-1,0 0 1,0 0 0,0 0 0,1 0-1,-1 1 1,-9 59 3,8-57 0,1 0 0,0 0 0,1 0 0,0 0 0,0 0-1,0 0 1,1 0 0,1 4-3,1 12 4,-1 1 3,-2-11 34,2 0 0,0 0 0,1 1-1,1 3-40,26 92 212,-21-91 8,34 31 48,-38-44-249,0-1 0,0 1 0,1-1 1,-1 0-1,1 0 0,0-1 0,0 0 0,1 0 0,2 1-19,-4-3 17,0 0-1,-1 0 0,1 0 0,0-1 1,0 0-1,0 0 0,0 0 0,0-1 1,0 0-1,0 0 0,-1 0 0,1 0 1,0-1-1,-1 0 0,1 0 0,-1 0 1,0 0-1,1-1 0,-1 1 0,0-1 1,0 0-1,-1-1 0,1 1 0,-1-1 1,0 1-1,1-1 0,-2 0 0,1 0 1,0 0-1,-1-1 0,0 1 0,0-1 1,0 1-1,0-1 0,-1 0 0,0 1 1,1-4-17,0-9 50,-1 0 1,-1 0 0,0-1-1,-1 1 1,-1-4-51,-18-99 145,17 109-145,-2-19-8,-2-9 88,-1 1 1,-2 0-1,-2 0 1,-2 1-81,14 36 25,-12-23-6,7 17 39,7 17 130,132 353 343,-122-332-519,4 14 161,59 195 62,-63-192-102,30 176 62,-38-182-22,-11 151 54,0-157-132,-6 11-60,-3 0 0,-2-1 0,-1-1 0,-15 22-35,24-51-26,6-10-38,-1 1 0,0-1-1,1 0 1,-2-1-1,1 1 1,-1-1 0,-2 2 64,-41 30-99,-12 7-3834,10-6-7794,119-88 8829</inkml:trace>
  <inkml:trace contextRef="#ctx0" brushRef="#br0" timeOffset="1066.038">2691 12666 13896,'0'0'1641,"0"0"-21,3 5-106,150 291 2710,-105-198-3832,62 168 192,-97-232-561,18 59 268,-16-30-68,-1 1-182,8 14-41,-21-75-114,-1-4 108,0 0 0,0 0 0,0 1 0,0-1 0,0 0 0,-1 0 0,1 1 0,0-1 0,0 0 0,0 0 0,-1 1 0,1-1 0,0 0 0,-1 1 0,1-1 0,-1 0 0,1 1 0,-1-1 0,1 1 0,-1-1 0,0 0 6,-12-22-322,-67-213-568,78 229 841,-88-295-756,28 52 560,52 201 58,5 25 128,-8-48-39,3 0 1,2-26 97,8-60-20,0 153 25,0-1 1,1 0-1,0 0 1,0 1-1,0-1 1,0 0-1,1 1 1,0 0-1,0-1 1,1 1 0,0 0-1,0 0 1,0 0-1,0 0 1,1 1-1,-1-1 1,3 0-6,-5 4 3,-1 0 3,0 1 0,0-1 0,1 1 0,-1 0 0,0-1 0,0 1 0,1 0 0,-1 0 0,0-1 0,1 1-1,-1 0 1,0 0 0,1-1 0,-1 1 0,1 0 0,-1 0 0,0 0 0,1 0 0,-1-1 0,1 1 0,-1 0 0,1 0 0,-1 0 0,0 0 0,1 0 0,0 0-6,4 1 34,0-1 0,1 1 0,-1 0 0,0 1 0,0-1 0,0 1 0,1 0 0,-2 0 0,1 1 0,0 0 0,0-1 0,-1 1 0,0 1 0,1-1 0,-1 1 0,1 2-34,11 9 114,-1 1 1,-1 1-1,1 3-114,-11-15-22,9 13 133,-1 2-1,0-1 1,-1 2 0,-1-1-1,6 21-110,-6-17 56,0 7 204,-3 1-145,-1 1 1,-2 0-1,-2 0 0,-1 2-115,-1-18 91,0 0 0,-2 1 0,0-1 1,-1 0-1,0 0 0,-2 0 0,0 0 0,-1-1 1,-5 12-92,6-17 37,-13 24 197,17-34-219,1 0 0,-1 0-1,1 0 1,-1 0-1,0 0 1,0 0 0,1 0-1,-1 0 1,0-1 0,0 1-1,0 0 1,0 0-1,0-1 1,0 1 0,0-1-1,0 1 1,0-1 0,0 1-1,0-1 1,-1 1-1,1-1 1,0 0 0,0 0-1,0 0 1,-1 0 0,1 0-15,-4-1 4,0-1 0,-1-1 0,1 1 0,0-1 0,1 0 1,-1 0-1,0 0 0,1 0 0,0-1 0,-1 0 0,1-1-4,-35-40-400,35 39 236,1 1 0,0-1 0,0 0 1,1 0-1,0 0 0,0 0 0,0-1 0,1 1 0,0 0 1,0-1-1,1 1 164,-2-5-161,-3-10-3048,-6-22-7468,26 100 8044</inkml:trace>
  <inkml:trace contextRef="#ctx0" brushRef="#br0" timeOffset="1424.861">3388 12693 14616,'0'0'1897,"0"0"-64,0 0-276,0 0-173,0 0-414,6 4-245,8 3-621,0-1 0,1 0 0,-1-1 0,2-1 0,-1 0 0,0-1 0,1 0 0,-1-1 0,1-1 0,12-1-104,-10 1 30,-13-1 4,1 0 1,0 0-1,-1 0 1,1-1-1,-1 0 0,1 0 1,-1 0-1,4-2-34,18-5 90,0-2-1,-1 0 1,0-2 0,-1-1-1,10-7-89,-21 11 14,-10 6-3,0 1 0,1-1 0,-1 0 0,-1-1 0,1 1 0,0-1 0,-1 0 1,0 0-1,1 0-11,3-5 31,-1 0 0,1 0 0,-1 0 1,-1-1-1,0 1 0,0-1 0,-1 0 1,0-1-1,-1 1 0,0-1 1,1-10-32,-3 9 19,0 9-11,-1 0 0,0 0 1,0-1-1,0 1 0,0 0 1,0 0-1,-1-1 0,1 1 1,-1 0-1,0 0 0,0 0 1,-1 0-1,1 0 1,0 0-9,-11-21 65,-1 1 0,-9-14-65,7 22 60,-3 1-41,-2 1 0,1 1-1,-1 1 1,-1 1 0,0 1-1,-1 0 1,-14-2-19,17 5 4,14 4-1,0 0-1,-1 1 1,1 0-1,-1 0 1,0 0-1,1 1 1,-1 0-1,1 0 1,-1 0-1,0 1-2,-94 11-20,99-12 6,0 0-1,0 0 0,0 1 1,0-1-1,0 0 1,-1 1-1,1-1 1,0 0-1,0 1 0,0 0 1,0-1-1,0 1 1,1 0-1,-1-1 1,-1 1 14,-7 8-135,0-1 0,1 1 1,0 1-1,0-1 1,1 1-1,0 1 1,1-1-1,0 1 1,1 0-1,0 0 1,0 1-1,0 5 135,1 6 29,1-2-526,-4 15-2618,-7 23-7862,32-137 8271</inkml:trace>
  <inkml:trace contextRef="#ctx0" brushRef="#br0" timeOffset="1781.823">4051 12393 13624,'0'0'1528,"6"9"-255,86 116 1953,14 11-556,-85-107-2407,-14-18 1,1 0-1,0-1 1,1 0-1,0 0 1,2 1-264,-14-29 467,-80-220 459,12 6-606,51 151-296,16 57-49,2-1 0,0 0-1,2-25 26,0 46-31,0 0-1,0 0 0,1 0 0,-1 0 1,1-1-1,0 1 0,0 0 1,1 0-1,-1 0 0,1 1 0,0-1 1,0 0-1,0 1 0,0-1 1,0 1-1,1-1 32,26-42-4195,-7 2-7117,-51 102 8539</inkml:trace>
  <inkml:trace contextRef="#ctx0" brushRef="#br0" timeOffset="2131.328">4536 11553 15240,'0'0'1785,"0"0"-52,0 0-226,2 9-295,12 40-26,75 223 512,-75-225-1472,3-2 0,12 22-226,0-2 124,63 138 5,-73-165-116,155 249-1283,-157-265 318,8 6-12869,-43-49 11217</inkml:trace>
  <inkml:trace contextRef="#ctx0" brushRef="#br0" timeOffset="2481.809">4605 12253 14704,'4'3'3235,"19"5"-1437,-4-12-1486,1 0 0,-1-2 0,0 0 0,-1-2 0,1 0 0,-2 0 0,13-9-312,73-34-2008,-23 19 759,-16 7-1695,3-1-5302,-156 61 6228</inkml:trace>
  <inkml:trace contextRef="#ctx0" brushRef="#br0" timeOffset="2832.085">5905 11773 12824,'0'0'1752,"0"0"-64,-5 0-257,-11-3-526,-45-4 368,5 5-753,-1 3 1,-52 8-521,84-7 22,16-1 16,1 1-1,-1-1 1,0 1 0,1 0-1,-1 1 1,1 0-1,-3 2-37,-36 16 270,-19 13-270,47-18 28,-4 11 1,2 1 0,-9 15-29,21-21 102,-1 17 30,-3 38-132,14-54 26,5 2-9,1 0-1,2 0 1,1 2-17,-10-27 3,1 1 0,-1 0 0,0 0 1,1-1-1,-1 1 0,0 0 0,1-1 0,-1 1 1,1 0-1,0-1 0,-1 1 0,1-1 0,-1 1 1,1 0-1,0-1 0,-1 0 0,1 1 0,0-1 1,0 1-1,-1-1 0,1 0 0,0 0 0,0 1 1,0-1-1,-1 0 0,1 0 0,1 0-3,31 7 45,0-1 0,0-2 0,32 0-45,-30-8 155,11-8-46,0-3 0,2-3-109,-26 6 140,-10 3-84,-1 0 0,0-1-1,-1 0 1,8-11-56,-13 15 21,0-1 0,0 1-1,-1-1 1,0-1 0,0 1 0,-1-1-1,0 1 1,0-1 0,-1 0 0,0 0 0,0 0-1,-1-3-20,0-19 201,-1 0 0,-1 0 0,-2 0-1,-1 1 1,-8-27-201,12 53 222,0 3 32,2 12-137,0 0 1,1 0-1,0 0 0,1 0 0,1-1 0,0 1 1,3 3-118,0 5 5,-2-7 6,0 0 1,1 0 0,1-1 0,0 0 0,0 0 0,1-1-1,1 0 1,0 0-12,-4-5-351,1 0 1,-1-1-1,1 0 0,0 0 0,0-1 1,0 0-1,0 0 0,1-1 0,6 2 351,0 1-1787,12 6-9326,-61-27 8379</inkml:trace>
  <inkml:trace contextRef="#ctx0" brushRef="#br0" timeOffset="3438.49">6014 11802 14616,'1'3'1496,"12"36"334,-6-17-860,1 0 0,1-1 0,0 0 0,10 13-970,24 31 803,-37-56-627,0-1-1,1 0 1,0 0 0,1-1 0,-1 0-1,10 6-175,-17-12 13,1-1 0,-1 0 1,1 0-1,0 1 0,-1-1 0,1 0 0,0 0 0,-1 1 0,1-1 0,0 0 0,-1 0 0,1 0 1,0 0-1,-1 0 0,1 0 0,0 0 0,-1 0 0,1-1 0,0 1 0,-1 0 0,1 0 0,0-1 1,-1 1-1,1 0 0,0 0 0,-1-1 0,1 1 0,-1-1 0,1 1 0,-1-1 0,1 1-13,16-26 230,2-35-72,-17 55-140,8-35 220,-1 0 0,0-16-238,-3 20 227,1 1 0,9-27-227,-13 52 67,1-1 0,1 1 1,0 0-1,1 0 1,0 1-1,0-1 1,8-7-68,-13 17 15,1 0 1,1 0 0,-1 0-1,0 0 1,0 0 0,0 1 0,0-1-1,0 1 1,1-1 0,-1 1-1,0 0 1,1 0 0,-1 0-1,0 0 1,0 0 0,1 1 0,-1-1-1,0 1 1,0-1 0,0 1-1,3 1-15,-4-2 13,13 4 41,0 1-1,-1 1 0,0 0 0,0 1 1,0 0-1,7 6-53,-5-3 55,1-1 1,0 0-1,1-1 1,2 0-56,69 19 124,-81-26-120,0 0 0,-1-1 0,1 1 1,0-1-1,0 0 0,-1-1 1,1 0-1,0 0 0,0 0 0,-1-1 1,1 0-1,3-2-4,0 1-6,-1 0-15,0 0-1,-1-1 1,1 0-1,-1 0 1,1-1 0,-1 0-1,0 0 1,1-3 21,0 2-53,-1-1-68,0 1 0,0-1 0,-1-1 0,0 1 0,0-1 1,-1-1-1,4-6 121,-2 3-90,-1 2-66,0 0 1,-1 0-1,0-1 0,-1 0 1,-1 0-1,4-12 156,-4 10-90,1 0-65,-1-1-1,-1 0 1,-1 0 0,0 0 0,0 0-1,-1-6 156,0 3-93,1-2-106,-1-1-1,-1 1 1,-1-1 0,0 1 0,-4-17 199,0 1-246,1 0 61,1 1 151,-2-1 0,-1 1 1,-7-18 33,46 188 1257,-7-68-1092,2-4 251,35 59-416,-16-35 63,-36-65-197,-5-10-240,1-1 1,0 1-1,1-1 1,0 0 0,9 9 373,-17-20-894,-20-37-2290,9 20 2586,-1 1-1,-1 1 0,0 0 0,-1 1 1,0 0-1,-1 1 0,-4-1 599,7 5 577,0 0 0,-1 1 1,0 1-1,0 0 0,-1 1 0,-4-1-577,16 5 79,2 1-29,-1 0 0,1 0 0,0 0 0,-1 0 0,1 0 0,-1 0 0,1 0 0,-1 0 0,1 0 0,0-1 0,-1 1 0,1 0 0,-1 0 0,1-1 0,0 1 0,-1 0 0,1 0 0,0-1 0,-1 1 0,1 0 0,0-1 0,-1 1-1,1-1 1,0 1 0,0 0 0,0-1 0,-1 1 0,1-1 0,0 1 0,0 0 0,0-1 0,0 1 0,0-1-50,1-2 96,1 0 0,0 0 0,0 0 0,0 0 0,0 0 0,1 1 0,-1-1 0,1 1 0,-1-1 0,1 1 0,0 0 0,0 0 0,2-1-96,37-26 38,-5 5-3065,-2 1-6397,-81 53 7102</inkml:trace>
  <inkml:trace contextRef="#ctx0" brushRef="#br0" timeOffset="3803.073">7781 11372 15152,'0'0'0,"0"0"-376,0 0 376,0 0-368,0 0 368,0 0-632,0 0 632,0 0-9608,0 0 9608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.xml"/><Relationship Id="rId18" Type="http://schemas.openxmlformats.org/officeDocument/2006/relationships/image" Target="../media/image12.png"/><Relationship Id="rId26" Type="http://schemas.openxmlformats.org/officeDocument/2006/relationships/customXml" Target="../ink/ink14.xml"/><Relationship Id="rId39" Type="http://schemas.openxmlformats.org/officeDocument/2006/relationships/image" Target="../media/image22.png"/><Relationship Id="rId21" Type="http://schemas.openxmlformats.org/officeDocument/2006/relationships/customXml" Target="../ink/ink11.xml"/><Relationship Id="rId34" Type="http://schemas.openxmlformats.org/officeDocument/2006/relationships/customXml" Target="../ink/ink18.xml"/><Relationship Id="rId42" Type="http://schemas.openxmlformats.org/officeDocument/2006/relationships/customXml" Target="../ink/ink22.xml"/><Relationship Id="rId47" Type="http://schemas.openxmlformats.org/officeDocument/2006/relationships/image" Target="../media/image26.png"/><Relationship Id="rId7" Type="http://schemas.openxmlformats.org/officeDocument/2006/relationships/customXml" Target="../ink/ink4.xml"/><Relationship Id="rId2" Type="http://schemas.openxmlformats.org/officeDocument/2006/relationships/image" Target="../media/image4.png"/><Relationship Id="rId16" Type="http://schemas.openxmlformats.org/officeDocument/2006/relationships/image" Target="../media/image11.png"/><Relationship Id="rId29" Type="http://schemas.openxmlformats.org/officeDocument/2006/relationships/image" Target="../media/image17.png"/><Relationship Id="rId11" Type="http://schemas.openxmlformats.org/officeDocument/2006/relationships/customXml" Target="../ink/ink6.xml"/><Relationship Id="rId24" Type="http://schemas.openxmlformats.org/officeDocument/2006/relationships/customXml" Target="../ink/ink13.xml"/><Relationship Id="rId32" Type="http://schemas.openxmlformats.org/officeDocument/2006/relationships/customXml" Target="../ink/ink17.xml"/><Relationship Id="rId37" Type="http://schemas.openxmlformats.org/officeDocument/2006/relationships/image" Target="../media/image21.png"/><Relationship Id="rId40" Type="http://schemas.openxmlformats.org/officeDocument/2006/relationships/customXml" Target="../ink/ink21.xml"/><Relationship Id="rId45" Type="http://schemas.openxmlformats.org/officeDocument/2006/relationships/image" Target="../media/image25.png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28" Type="http://schemas.openxmlformats.org/officeDocument/2006/relationships/customXml" Target="../ink/ink15.xml"/><Relationship Id="rId36" Type="http://schemas.openxmlformats.org/officeDocument/2006/relationships/customXml" Target="../ink/ink19.xml"/><Relationship Id="rId49" Type="http://schemas.openxmlformats.org/officeDocument/2006/relationships/image" Target="../media/image27.png"/><Relationship Id="rId10" Type="http://schemas.openxmlformats.org/officeDocument/2006/relationships/image" Target="../media/image8.png"/><Relationship Id="rId19" Type="http://schemas.openxmlformats.org/officeDocument/2006/relationships/customXml" Target="../ink/ink10.xml"/><Relationship Id="rId31" Type="http://schemas.openxmlformats.org/officeDocument/2006/relationships/image" Target="../media/image18.png"/><Relationship Id="rId44" Type="http://schemas.openxmlformats.org/officeDocument/2006/relationships/customXml" Target="../ink/ink23.xml"/><Relationship Id="rId4" Type="http://schemas.openxmlformats.org/officeDocument/2006/relationships/image" Target="../media/image5.png"/><Relationship Id="rId9" Type="http://schemas.openxmlformats.org/officeDocument/2006/relationships/customXml" Target="../ink/ink5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image" Target="../media/image16.png"/><Relationship Id="rId30" Type="http://schemas.openxmlformats.org/officeDocument/2006/relationships/customXml" Target="../ink/ink16.xml"/><Relationship Id="rId35" Type="http://schemas.openxmlformats.org/officeDocument/2006/relationships/image" Target="../media/image20.png"/><Relationship Id="rId43" Type="http://schemas.openxmlformats.org/officeDocument/2006/relationships/image" Target="../media/image24.png"/><Relationship Id="rId48" Type="http://schemas.openxmlformats.org/officeDocument/2006/relationships/customXml" Target="../ink/ink25.xml"/><Relationship Id="rId8" Type="http://schemas.openxmlformats.org/officeDocument/2006/relationships/image" Target="../media/image7.png"/><Relationship Id="rId3" Type="http://schemas.openxmlformats.org/officeDocument/2006/relationships/customXml" Target="../ink/ink2.xml"/><Relationship Id="rId12" Type="http://schemas.openxmlformats.org/officeDocument/2006/relationships/image" Target="../media/image9.png"/><Relationship Id="rId17" Type="http://schemas.openxmlformats.org/officeDocument/2006/relationships/customXml" Target="../ink/ink9.xml"/><Relationship Id="rId25" Type="http://schemas.openxmlformats.org/officeDocument/2006/relationships/image" Target="../media/image15.png"/><Relationship Id="rId33" Type="http://schemas.openxmlformats.org/officeDocument/2006/relationships/image" Target="../media/image19.png"/><Relationship Id="rId38" Type="http://schemas.openxmlformats.org/officeDocument/2006/relationships/customXml" Target="../ink/ink20.xml"/><Relationship Id="rId46" Type="http://schemas.openxmlformats.org/officeDocument/2006/relationships/customXml" Target="../ink/ink24.xml"/><Relationship Id="rId20" Type="http://schemas.openxmlformats.org/officeDocument/2006/relationships/image" Target="../media/image13.png"/><Relationship Id="rId41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customXml" Target="../ink/ink34.xml"/><Relationship Id="rId26" Type="http://schemas.openxmlformats.org/officeDocument/2006/relationships/customXml" Target="../ink/ink38.xml"/><Relationship Id="rId3" Type="http://schemas.openxmlformats.org/officeDocument/2006/relationships/image" Target="../media/image28.png"/><Relationship Id="rId21" Type="http://schemas.openxmlformats.org/officeDocument/2006/relationships/image" Target="../media/image37.png"/><Relationship Id="rId7" Type="http://schemas.openxmlformats.org/officeDocument/2006/relationships/image" Target="../media/image30.png"/><Relationship Id="rId12" Type="http://schemas.openxmlformats.org/officeDocument/2006/relationships/customXml" Target="../ink/ink31.xml"/><Relationship Id="rId17" Type="http://schemas.openxmlformats.org/officeDocument/2006/relationships/image" Target="../media/image35.png"/><Relationship Id="rId25" Type="http://schemas.openxmlformats.org/officeDocument/2006/relationships/image" Target="../media/image39.png"/><Relationship Id="rId33" Type="http://schemas.openxmlformats.org/officeDocument/2006/relationships/image" Target="../media/image43.png"/><Relationship Id="rId2" Type="http://schemas.openxmlformats.org/officeDocument/2006/relationships/customXml" Target="../ink/ink26.xml"/><Relationship Id="rId16" Type="http://schemas.openxmlformats.org/officeDocument/2006/relationships/customXml" Target="../ink/ink33.xml"/><Relationship Id="rId20" Type="http://schemas.openxmlformats.org/officeDocument/2006/relationships/customXml" Target="../ink/ink35.xml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8.xml"/><Relationship Id="rId11" Type="http://schemas.openxmlformats.org/officeDocument/2006/relationships/image" Target="../media/image32.png"/><Relationship Id="rId24" Type="http://schemas.openxmlformats.org/officeDocument/2006/relationships/customXml" Target="../ink/ink37.xml"/><Relationship Id="rId32" Type="http://schemas.openxmlformats.org/officeDocument/2006/relationships/customXml" Target="../ink/ink41.xml"/><Relationship Id="rId5" Type="http://schemas.openxmlformats.org/officeDocument/2006/relationships/image" Target="../media/image29.png"/><Relationship Id="rId15" Type="http://schemas.openxmlformats.org/officeDocument/2006/relationships/image" Target="../media/image34.png"/><Relationship Id="rId23" Type="http://schemas.openxmlformats.org/officeDocument/2006/relationships/image" Target="../media/image38.png"/><Relationship Id="rId28" Type="http://schemas.openxmlformats.org/officeDocument/2006/relationships/customXml" Target="../ink/ink39.xml"/><Relationship Id="rId10" Type="http://schemas.openxmlformats.org/officeDocument/2006/relationships/customXml" Target="../ink/ink30.xml"/><Relationship Id="rId19" Type="http://schemas.openxmlformats.org/officeDocument/2006/relationships/image" Target="../media/image36.png"/><Relationship Id="rId31" Type="http://schemas.openxmlformats.org/officeDocument/2006/relationships/image" Target="../media/image42.png"/><Relationship Id="rId4" Type="http://schemas.openxmlformats.org/officeDocument/2006/relationships/customXml" Target="../ink/ink27.xml"/><Relationship Id="rId9" Type="http://schemas.openxmlformats.org/officeDocument/2006/relationships/image" Target="../media/image31.png"/><Relationship Id="rId14" Type="http://schemas.openxmlformats.org/officeDocument/2006/relationships/customXml" Target="../ink/ink32.xml"/><Relationship Id="rId22" Type="http://schemas.openxmlformats.org/officeDocument/2006/relationships/customXml" Target="../ink/ink36.xml"/><Relationship Id="rId27" Type="http://schemas.openxmlformats.org/officeDocument/2006/relationships/image" Target="../media/image40.png"/><Relationship Id="rId30" Type="http://schemas.openxmlformats.org/officeDocument/2006/relationships/customXml" Target="../ink/ink40.xml"/><Relationship Id="rId8" Type="http://schemas.openxmlformats.org/officeDocument/2006/relationships/customXml" Target="../ink/ink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customXml" Target="../ink/ink43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png"/><Relationship Id="rId18" Type="http://schemas.openxmlformats.org/officeDocument/2006/relationships/customXml" Target="../ink/ink52.xml"/><Relationship Id="rId26" Type="http://schemas.openxmlformats.org/officeDocument/2006/relationships/customXml" Target="../ink/ink56.xml"/><Relationship Id="rId39" Type="http://schemas.openxmlformats.org/officeDocument/2006/relationships/image" Target="../media/image62.png"/><Relationship Id="rId21" Type="http://schemas.openxmlformats.org/officeDocument/2006/relationships/image" Target="../media/image53.png"/><Relationship Id="rId34" Type="http://schemas.openxmlformats.org/officeDocument/2006/relationships/customXml" Target="../ink/ink60.xml"/><Relationship Id="rId42" Type="http://schemas.openxmlformats.org/officeDocument/2006/relationships/customXml" Target="../ink/ink64.xml"/><Relationship Id="rId47" Type="http://schemas.openxmlformats.org/officeDocument/2006/relationships/image" Target="../media/image66.png"/><Relationship Id="rId7" Type="http://schemas.openxmlformats.org/officeDocument/2006/relationships/image" Target="../media/image13.png"/><Relationship Id="rId2" Type="http://schemas.openxmlformats.org/officeDocument/2006/relationships/customXml" Target="../ink/ink44.xml"/><Relationship Id="rId16" Type="http://schemas.openxmlformats.org/officeDocument/2006/relationships/customXml" Target="../ink/ink51.xml"/><Relationship Id="rId29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46.xml"/><Relationship Id="rId11" Type="http://schemas.openxmlformats.org/officeDocument/2006/relationships/image" Target="../media/image48.png"/><Relationship Id="rId24" Type="http://schemas.openxmlformats.org/officeDocument/2006/relationships/customXml" Target="../ink/ink55.xml"/><Relationship Id="rId32" Type="http://schemas.openxmlformats.org/officeDocument/2006/relationships/customXml" Target="../ink/ink59.xml"/><Relationship Id="rId37" Type="http://schemas.openxmlformats.org/officeDocument/2006/relationships/image" Target="../media/image61.png"/><Relationship Id="rId40" Type="http://schemas.openxmlformats.org/officeDocument/2006/relationships/customXml" Target="../ink/ink63.xml"/><Relationship Id="rId45" Type="http://schemas.openxmlformats.org/officeDocument/2006/relationships/image" Target="../media/image65.png"/><Relationship Id="rId5" Type="http://schemas.openxmlformats.org/officeDocument/2006/relationships/image" Target="../media/image46.png"/><Relationship Id="rId15" Type="http://schemas.openxmlformats.org/officeDocument/2006/relationships/image" Target="../media/image50.png"/><Relationship Id="rId23" Type="http://schemas.openxmlformats.org/officeDocument/2006/relationships/image" Target="../media/image54.png"/><Relationship Id="rId28" Type="http://schemas.openxmlformats.org/officeDocument/2006/relationships/customXml" Target="../ink/ink57.xml"/><Relationship Id="rId36" Type="http://schemas.openxmlformats.org/officeDocument/2006/relationships/customXml" Target="../ink/ink61.xml"/><Relationship Id="rId10" Type="http://schemas.openxmlformats.org/officeDocument/2006/relationships/customXml" Target="../ink/ink48.xml"/><Relationship Id="rId19" Type="http://schemas.openxmlformats.org/officeDocument/2006/relationships/image" Target="../media/image52.png"/><Relationship Id="rId31" Type="http://schemas.openxmlformats.org/officeDocument/2006/relationships/image" Target="../media/image58.png"/><Relationship Id="rId44" Type="http://schemas.openxmlformats.org/officeDocument/2006/relationships/customXml" Target="../ink/ink65.xml"/><Relationship Id="rId4" Type="http://schemas.openxmlformats.org/officeDocument/2006/relationships/customXml" Target="../ink/ink45.xml"/><Relationship Id="rId9" Type="http://schemas.openxmlformats.org/officeDocument/2006/relationships/image" Target="../media/image47.png"/><Relationship Id="rId14" Type="http://schemas.openxmlformats.org/officeDocument/2006/relationships/customXml" Target="../ink/ink50.xml"/><Relationship Id="rId22" Type="http://schemas.openxmlformats.org/officeDocument/2006/relationships/customXml" Target="../ink/ink54.xml"/><Relationship Id="rId27" Type="http://schemas.openxmlformats.org/officeDocument/2006/relationships/image" Target="../media/image56.png"/><Relationship Id="rId30" Type="http://schemas.openxmlformats.org/officeDocument/2006/relationships/customXml" Target="../ink/ink58.xml"/><Relationship Id="rId35" Type="http://schemas.openxmlformats.org/officeDocument/2006/relationships/image" Target="../media/image60.png"/><Relationship Id="rId43" Type="http://schemas.openxmlformats.org/officeDocument/2006/relationships/image" Target="../media/image64.png"/><Relationship Id="rId8" Type="http://schemas.openxmlformats.org/officeDocument/2006/relationships/customXml" Target="../ink/ink47.xml"/><Relationship Id="rId3" Type="http://schemas.openxmlformats.org/officeDocument/2006/relationships/image" Target="../media/image45.png"/><Relationship Id="rId12" Type="http://schemas.openxmlformats.org/officeDocument/2006/relationships/customXml" Target="../ink/ink49.xml"/><Relationship Id="rId17" Type="http://schemas.openxmlformats.org/officeDocument/2006/relationships/image" Target="../media/image51.png"/><Relationship Id="rId25" Type="http://schemas.openxmlformats.org/officeDocument/2006/relationships/image" Target="../media/image55.png"/><Relationship Id="rId33" Type="http://schemas.openxmlformats.org/officeDocument/2006/relationships/image" Target="../media/image59.png"/><Relationship Id="rId38" Type="http://schemas.openxmlformats.org/officeDocument/2006/relationships/customXml" Target="../ink/ink62.xml"/><Relationship Id="rId46" Type="http://schemas.openxmlformats.org/officeDocument/2006/relationships/customXml" Target="../ink/ink66.xml"/><Relationship Id="rId20" Type="http://schemas.openxmlformats.org/officeDocument/2006/relationships/customXml" Target="../ink/ink53.xml"/><Relationship Id="rId41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customXml" Target="../ink/ink6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A5D57E-B6F7-4977-A7ED-5D5B80607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5 Questions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60F62A-490A-4EE8-9644-D708F2B7E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How do I find the area of</a:t>
            </a:r>
          </a:p>
          <a:p>
            <a:endParaRPr lang="en-AU" dirty="0"/>
          </a:p>
          <a:p>
            <a:r>
              <a:rPr lang="en-AU" dirty="0"/>
              <a:t>Find the area of </a:t>
            </a:r>
          </a:p>
          <a:p>
            <a:endParaRPr lang="en-AU" dirty="0"/>
          </a:p>
          <a:p>
            <a:r>
              <a:rPr lang="en-AU" dirty="0"/>
              <a:t>Write 110 using prime factorisation</a:t>
            </a:r>
          </a:p>
          <a:p>
            <a:r>
              <a:rPr lang="en-AU" dirty="0"/>
              <a:t>What is 10% of $100?</a:t>
            </a:r>
          </a:p>
          <a:p>
            <a:r>
              <a:rPr lang="en-AU" dirty="0"/>
              <a:t>Given the area of a parallelogram is 28m</a:t>
            </a:r>
            <a:r>
              <a:rPr lang="en-AU" baseline="30000" dirty="0"/>
              <a:t>2</a:t>
            </a:r>
            <a:r>
              <a:rPr lang="en-AU" dirty="0"/>
              <a:t> and one of the edges is 7m long, find a perpendicular distance between two of the sides.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55B3DE-6E9A-4D27-A305-4AD51D6A5C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94" t="48136" r="58989" b="32628"/>
          <a:stretch/>
        </p:blipFill>
        <p:spPr>
          <a:xfrm>
            <a:off x="4960373" y="868774"/>
            <a:ext cx="2767781" cy="17195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666CE0-A080-4814-B20C-5AF43E3B59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75" t="42268" r="47500" b="26881"/>
          <a:stretch/>
        </p:blipFill>
        <p:spPr>
          <a:xfrm>
            <a:off x="3713536" y="2588341"/>
            <a:ext cx="2952736" cy="12581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C3D187E-057C-4064-99B0-E1999631CAA1}"/>
                  </a:ext>
                </a:extLst>
              </p14:cNvPr>
              <p14:cNvContentPartPr/>
              <p14:nvPr/>
            </p14:nvContentPartPr>
            <p14:xfrm>
              <a:off x="8223997" y="623066"/>
              <a:ext cx="2958480" cy="36129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C3D187E-057C-4064-99B0-E1999631CA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05997" y="605426"/>
                <a:ext cx="2994120" cy="36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4371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E4AF9-C499-498E-B6E2-DE5468E53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EQ: How do I solve problems involving Area and Perimeter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93C87-743D-41F0-92E4-97321C3A6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302" y="1587606"/>
            <a:ext cx="5157787" cy="823912"/>
          </a:xfrm>
        </p:spPr>
        <p:txBody>
          <a:bodyPr/>
          <a:lstStyle/>
          <a:p>
            <a:r>
              <a:rPr lang="en-AU" dirty="0"/>
              <a:t>Number problems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E60552-5DEC-4DE7-B409-2D8D450657A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AU" dirty="0"/>
                  <a:t>Example 1</a:t>
                </a:r>
              </a:p>
              <a:p>
                <a:pPr marL="457200" lvl="1" indent="0">
                  <a:buNone/>
                </a:pPr>
                <a:r>
                  <a:rPr lang="en-AU" dirty="0"/>
                  <a:t>15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×?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r>
                  <a:rPr lang="en-AU" dirty="0"/>
                  <a:t>Example 2</a:t>
                </a:r>
              </a:p>
              <a:p>
                <a:pPr marL="457200" lvl="1" indent="0">
                  <a:buNone/>
                </a:pPr>
                <a:r>
                  <a:rPr lang="en-AU" dirty="0"/>
                  <a:t>24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6+6+?+?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E60552-5DEC-4DE7-B409-2D8D450657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28" t="-28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0016F-7576-4E42-B2D6-C6E82C831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Measurement problems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4AE2F-3F61-4562-837E-BCF12CBE34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42037" y="2413186"/>
            <a:ext cx="5183188" cy="3684588"/>
          </a:xfrm>
        </p:spPr>
        <p:txBody>
          <a:bodyPr/>
          <a:lstStyle/>
          <a:p>
            <a:r>
              <a:rPr lang="en-AU" dirty="0"/>
              <a:t>If the area of a rectangle is 15 and one side length is 3 what is the other side length?</a:t>
            </a:r>
          </a:p>
          <a:p>
            <a:r>
              <a:rPr lang="en-AU" dirty="0"/>
              <a:t>If the perimeter of a rectangle is ___ and one side length is ___, what are the other side lengths?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7E207E9-EF3C-42ED-B6B6-4B830C618DDD}"/>
                  </a:ext>
                </a:extLst>
              </p14:cNvPr>
              <p14:cNvContentPartPr/>
              <p14:nvPr/>
            </p14:nvContentPartPr>
            <p14:xfrm>
              <a:off x="710797" y="4677746"/>
              <a:ext cx="294840" cy="264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7E207E9-EF3C-42ED-B6B6-4B830C618D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1797" y="4669106"/>
                <a:ext cx="31248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F4BB0BA-DD21-44ED-A6C3-D2D69D8AB2A7}"/>
                  </a:ext>
                </a:extLst>
              </p14:cNvPr>
              <p14:cNvContentPartPr/>
              <p14:nvPr/>
            </p14:nvContentPartPr>
            <p14:xfrm>
              <a:off x="1323517" y="4510346"/>
              <a:ext cx="46440" cy="39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F4BB0BA-DD21-44ED-A6C3-D2D69D8AB2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14517" y="4501346"/>
                <a:ext cx="640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BF4D7DE-D4AC-49C5-87AE-2B1AB2E26E53}"/>
                  </a:ext>
                </a:extLst>
              </p14:cNvPr>
              <p14:cNvContentPartPr/>
              <p14:nvPr/>
            </p14:nvContentPartPr>
            <p14:xfrm>
              <a:off x="3254917" y="4414586"/>
              <a:ext cx="1063440" cy="345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BF4D7DE-D4AC-49C5-87AE-2B1AB2E26E5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46274" y="4405577"/>
                <a:ext cx="1081086" cy="3632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2CEE8B8-CB17-4BDC-8B64-016479640E6B}"/>
                  </a:ext>
                </a:extLst>
              </p14:cNvPr>
              <p14:cNvContentPartPr/>
              <p14:nvPr/>
            </p14:nvContentPartPr>
            <p14:xfrm>
              <a:off x="2197957" y="4582346"/>
              <a:ext cx="899280" cy="274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2CEE8B8-CB17-4BDC-8B64-016479640E6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88961" y="4573706"/>
                <a:ext cx="916913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FD7BBA4-6FB8-4B9A-9DA3-7560F038E513}"/>
                  </a:ext>
                </a:extLst>
              </p14:cNvPr>
              <p14:cNvContentPartPr/>
              <p14:nvPr/>
            </p14:nvContentPartPr>
            <p14:xfrm>
              <a:off x="1481917" y="4575866"/>
              <a:ext cx="407520" cy="2728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FD7BBA4-6FB8-4B9A-9DA3-7560F038E51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72917" y="4567226"/>
                <a:ext cx="42516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325DD4E-F31E-40F9-9595-AEA6E601648F}"/>
                  </a:ext>
                </a:extLst>
              </p14:cNvPr>
              <p14:cNvContentPartPr/>
              <p14:nvPr/>
            </p14:nvContentPartPr>
            <p14:xfrm>
              <a:off x="1177357" y="4726346"/>
              <a:ext cx="196560" cy="1684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325DD4E-F31E-40F9-9595-AEA6E601648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68717" y="4717706"/>
                <a:ext cx="21420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E27660C-003E-4E7A-8C96-FC5E9401BDFD}"/>
                  </a:ext>
                </a:extLst>
              </p14:cNvPr>
              <p14:cNvContentPartPr/>
              <p14:nvPr/>
            </p14:nvContentPartPr>
            <p14:xfrm>
              <a:off x="1030477" y="5203346"/>
              <a:ext cx="196920" cy="1839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E27660C-003E-4E7A-8C96-FC5E9401BDF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21837" y="5194706"/>
                <a:ext cx="21456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EC3175E-B777-4255-A6C0-30EFBD97F2C7}"/>
                  </a:ext>
                </a:extLst>
              </p14:cNvPr>
              <p14:cNvContentPartPr/>
              <p14:nvPr/>
            </p14:nvContentPartPr>
            <p14:xfrm>
              <a:off x="1365997" y="5196866"/>
              <a:ext cx="225000" cy="1036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EC3175E-B777-4255-A6C0-30EFBD97F2C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356997" y="5188226"/>
                <a:ext cx="24264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99D7D71-80EE-40B9-927E-AA5CB2C8738E}"/>
                  </a:ext>
                </a:extLst>
              </p14:cNvPr>
              <p14:cNvContentPartPr/>
              <p14:nvPr/>
            </p14:nvContentPartPr>
            <p14:xfrm>
              <a:off x="2619877" y="5449414"/>
              <a:ext cx="360" cy="3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99D7D71-80EE-40B9-927E-AA5CB2C8738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611237" y="544041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7E14B9E-589C-4E50-8A26-9C7E0D49772C}"/>
                  </a:ext>
                </a:extLst>
              </p14:cNvPr>
              <p14:cNvContentPartPr/>
              <p14:nvPr/>
            </p14:nvContentPartPr>
            <p14:xfrm>
              <a:off x="986557" y="6076174"/>
              <a:ext cx="22320" cy="432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7E14B9E-589C-4E50-8A26-9C7E0D49772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77557" y="6067534"/>
                <a:ext cx="399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95E419B-E18E-467F-9830-390E1B8C8BA0}"/>
                  </a:ext>
                </a:extLst>
              </p14:cNvPr>
              <p14:cNvContentPartPr/>
              <p14:nvPr/>
            </p14:nvContentPartPr>
            <p14:xfrm>
              <a:off x="4503757" y="6033334"/>
              <a:ext cx="360" cy="3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95E419B-E18E-467F-9830-390E1B8C8BA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495117" y="602469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5B89AC8-FF0F-4C08-B71F-ECB177B870CF}"/>
                  </a:ext>
                </a:extLst>
              </p14:cNvPr>
              <p14:cNvContentPartPr/>
              <p14:nvPr/>
            </p14:nvContentPartPr>
            <p14:xfrm>
              <a:off x="3961957" y="5860174"/>
              <a:ext cx="385560" cy="2217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5B89AC8-FF0F-4C08-B71F-ECB177B870C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53317" y="5851174"/>
                <a:ext cx="4032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8A69AA6-B070-46F3-8F74-5B9BF86F006C}"/>
                  </a:ext>
                </a:extLst>
              </p14:cNvPr>
              <p14:cNvContentPartPr/>
              <p14:nvPr/>
            </p14:nvContentPartPr>
            <p14:xfrm>
              <a:off x="3205237" y="5982214"/>
              <a:ext cx="615600" cy="1933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8A69AA6-B070-46F3-8F74-5B9BF86F006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96237" y="5973214"/>
                <a:ext cx="63324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F6ED1F2-8B1B-4DC7-9295-BCB0B540A17E}"/>
                  </a:ext>
                </a:extLst>
              </p14:cNvPr>
              <p14:cNvContentPartPr/>
              <p14:nvPr/>
            </p14:nvContentPartPr>
            <p14:xfrm>
              <a:off x="1872517" y="6060694"/>
              <a:ext cx="910800" cy="4366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F6ED1F2-8B1B-4DC7-9295-BCB0B540A17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63877" y="6052054"/>
                <a:ext cx="92844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FD62A1D4-754A-4D11-A8D3-E0406481686A}"/>
                  </a:ext>
                </a:extLst>
              </p14:cNvPr>
              <p14:cNvContentPartPr/>
              <p14:nvPr/>
            </p14:nvContentPartPr>
            <p14:xfrm>
              <a:off x="1071157" y="6183454"/>
              <a:ext cx="355680" cy="2106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FD62A1D4-754A-4D11-A8D3-E0406481686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62157" y="6174454"/>
                <a:ext cx="3733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F00A6D1-2702-40B0-9C3B-48641F9AAC58}"/>
                  </a:ext>
                </a:extLst>
              </p14:cNvPr>
              <p14:cNvContentPartPr/>
              <p14:nvPr/>
            </p14:nvContentPartPr>
            <p14:xfrm>
              <a:off x="3448597" y="4956934"/>
              <a:ext cx="1397160" cy="7218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F00A6D1-2702-40B0-9C3B-48641F9AAC5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439957" y="4947938"/>
                <a:ext cx="1414800" cy="739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3AB15EA-BB0F-48D2-85EC-9A0F7054268E}"/>
                  </a:ext>
                </a:extLst>
              </p14:cNvPr>
              <p14:cNvContentPartPr/>
              <p14:nvPr/>
            </p14:nvContentPartPr>
            <p14:xfrm>
              <a:off x="1823557" y="5514934"/>
              <a:ext cx="1337760" cy="3916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3AB15EA-BB0F-48D2-85EC-9A0F7054268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814559" y="5506286"/>
                <a:ext cx="1355395" cy="4093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4566ADA-C1D1-42A0-AD42-BA69983F93C4}"/>
                  </a:ext>
                </a:extLst>
              </p14:cNvPr>
              <p14:cNvContentPartPr/>
              <p14:nvPr/>
            </p14:nvContentPartPr>
            <p14:xfrm>
              <a:off x="674797" y="5577574"/>
              <a:ext cx="733320" cy="3610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4566ADA-C1D1-42A0-AD42-BA69983F93C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66157" y="5568934"/>
                <a:ext cx="75096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BDDCD0A-E4E8-42E8-B05D-89FC44516389}"/>
                  </a:ext>
                </a:extLst>
              </p14:cNvPr>
              <p14:cNvContentPartPr/>
              <p14:nvPr/>
            </p14:nvContentPartPr>
            <p14:xfrm>
              <a:off x="2975557" y="5046934"/>
              <a:ext cx="260640" cy="2718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BDDCD0A-E4E8-42E8-B05D-89FC4451638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966917" y="5037934"/>
                <a:ext cx="2782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049B626-715B-48D9-A4EF-4BBBDEC76955}"/>
                  </a:ext>
                </a:extLst>
              </p14:cNvPr>
              <p14:cNvContentPartPr/>
              <p14:nvPr/>
            </p14:nvContentPartPr>
            <p14:xfrm>
              <a:off x="1921477" y="5069254"/>
              <a:ext cx="721440" cy="2944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049B626-715B-48D9-A4EF-4BBBDEC7695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12477" y="5060254"/>
                <a:ext cx="7390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8EFD083-D950-4910-A86C-45B6AF9810E1}"/>
                  </a:ext>
                </a:extLst>
              </p14:cNvPr>
              <p14:cNvContentPartPr/>
              <p14:nvPr/>
            </p14:nvContentPartPr>
            <p14:xfrm>
              <a:off x="3219971" y="2341189"/>
              <a:ext cx="2994120" cy="5166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8EFD083-D950-4910-A86C-45B6AF9810E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202333" y="2323537"/>
                <a:ext cx="3029756" cy="5522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BC2D40C-FA3C-437B-9A7F-D69304ABFF46}"/>
                  </a:ext>
                </a:extLst>
              </p14:cNvPr>
              <p14:cNvContentPartPr/>
              <p14:nvPr/>
            </p14:nvContentPartPr>
            <p14:xfrm>
              <a:off x="3669653" y="1463069"/>
              <a:ext cx="2281492" cy="845258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BC2D40C-FA3C-437B-9A7F-D69304ABFF4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651652" y="1445429"/>
                <a:ext cx="2317135" cy="8808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FD53BB54-5527-4180-BBFB-4082A3FCCD1E}"/>
                  </a:ext>
                </a:extLst>
              </p14:cNvPr>
              <p14:cNvContentPartPr/>
              <p14:nvPr/>
            </p14:nvContentPartPr>
            <p14:xfrm>
              <a:off x="11814637" y="6631106"/>
              <a:ext cx="360" cy="36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FD53BB54-5527-4180-BBFB-4082A3FCCD1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796997" y="661346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3C826DF0-8002-4E93-8F50-6B11DF6BC00D}"/>
                  </a:ext>
                </a:extLst>
              </p14:cNvPr>
              <p14:cNvContentPartPr/>
              <p14:nvPr/>
            </p14:nvContentPartPr>
            <p14:xfrm>
              <a:off x="8411917" y="4992386"/>
              <a:ext cx="3284640" cy="182232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3C826DF0-8002-4E93-8F50-6B11DF6BC00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94277" y="4974746"/>
                <a:ext cx="3320280" cy="185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233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2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2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0BAB-8D2D-44A4-B5EB-C40ACF6EA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about triangles?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C04E9-1FCC-46F9-95AD-5D89E68CB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The area of a triangle 12cm</a:t>
            </a:r>
            <a:r>
              <a:rPr lang="en-AU" baseline="30000" dirty="0"/>
              <a:t>2</a:t>
            </a:r>
            <a:r>
              <a:rPr lang="en-AU" dirty="0"/>
              <a:t> and the perpendicular height is 4cm what length must the base be?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52730-0579-4634-A2E7-6F72740B51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Complete each step over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E5D1DA-F726-4E10-90FF-C977E41C3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0" y="1681163"/>
            <a:ext cx="4040188" cy="823912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Steps</a:t>
            </a:r>
          </a:p>
          <a:p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681808-F7E6-42FB-BC96-719B9CB15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00514" y="2505075"/>
            <a:ext cx="4254873" cy="3684588"/>
          </a:xfrm>
        </p:spPr>
        <p:txBody>
          <a:bodyPr>
            <a:normAutofit fontScale="92500" lnSpcReduction="10000"/>
          </a:bodyPr>
          <a:lstStyle/>
          <a:p>
            <a:endParaRPr lang="en-AU" dirty="0"/>
          </a:p>
          <a:p>
            <a:r>
              <a:rPr lang="en-AU" dirty="0"/>
              <a:t>1.Draw a picture</a:t>
            </a:r>
          </a:p>
          <a:p>
            <a:endParaRPr lang="en-AU" dirty="0"/>
          </a:p>
          <a:p>
            <a:r>
              <a:rPr lang="en-AU" dirty="0"/>
              <a:t>2. Make up a formula</a:t>
            </a:r>
          </a:p>
          <a:p>
            <a:r>
              <a:rPr lang="en-AU" dirty="0"/>
              <a:t>Put the information you have been given into the formula</a:t>
            </a:r>
          </a:p>
          <a:p>
            <a:r>
              <a:rPr lang="en-AU" dirty="0"/>
              <a:t>Work out the missing information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F696D61B-4991-4119-A6EE-DEDF472039ED}"/>
                  </a:ext>
                </a:extLst>
              </p14:cNvPr>
              <p14:cNvContentPartPr/>
              <p14:nvPr/>
            </p14:nvContentPartPr>
            <p14:xfrm>
              <a:off x="9092317" y="462866"/>
              <a:ext cx="451440" cy="3855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F696D61B-4991-4119-A6EE-DEDF472039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74317" y="444866"/>
                <a:ext cx="48708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7B94A04-D436-496F-B26A-01206F02699D}"/>
                  </a:ext>
                </a:extLst>
              </p14:cNvPr>
              <p14:cNvContentPartPr/>
              <p14:nvPr/>
            </p14:nvContentPartPr>
            <p14:xfrm>
              <a:off x="8665717" y="456026"/>
              <a:ext cx="337320" cy="2754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7B94A04-D436-496F-B26A-01206F0269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47736" y="438386"/>
                <a:ext cx="372922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9772E3A-2272-44F9-83B8-9A3EDEA9251B}"/>
                  </a:ext>
                </a:extLst>
              </p14:cNvPr>
              <p14:cNvContentPartPr/>
              <p14:nvPr/>
            </p14:nvContentPartPr>
            <p14:xfrm>
              <a:off x="7407517" y="498866"/>
              <a:ext cx="911880" cy="2988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9772E3A-2272-44F9-83B8-9A3EDEA925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89877" y="481226"/>
                <a:ext cx="94752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1496CAE-775B-4682-A365-0EADB49B20D9}"/>
                  </a:ext>
                </a:extLst>
              </p14:cNvPr>
              <p14:cNvContentPartPr/>
              <p14:nvPr/>
            </p14:nvContentPartPr>
            <p14:xfrm>
              <a:off x="9916357" y="341906"/>
              <a:ext cx="45000" cy="216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1496CAE-775B-4682-A365-0EADB49B20D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98357" y="323906"/>
                <a:ext cx="806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5C20391-BCB7-40C3-8903-0AA355DB1428}"/>
                  </a:ext>
                </a:extLst>
              </p14:cNvPr>
              <p14:cNvContentPartPr/>
              <p14:nvPr/>
            </p14:nvContentPartPr>
            <p14:xfrm>
              <a:off x="7641517" y="1076306"/>
              <a:ext cx="31680" cy="136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5C20391-BCB7-40C3-8903-0AA355DB142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23517" y="1058666"/>
                <a:ext cx="673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2C6BF25-E7F4-4F87-AF73-AF89F03ED01C}"/>
                  </a:ext>
                </a:extLst>
              </p14:cNvPr>
              <p14:cNvContentPartPr/>
              <p14:nvPr/>
            </p14:nvContentPartPr>
            <p14:xfrm>
              <a:off x="11394877" y="951746"/>
              <a:ext cx="37440" cy="1533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2C6BF25-E7F4-4F87-AF73-AF89F03ED0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376877" y="933746"/>
                <a:ext cx="730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30BEE10-C331-447F-A293-E7F5B290ED93}"/>
                  </a:ext>
                </a:extLst>
              </p14:cNvPr>
              <p14:cNvContentPartPr/>
              <p14:nvPr/>
            </p14:nvContentPartPr>
            <p14:xfrm>
              <a:off x="10301557" y="1030226"/>
              <a:ext cx="91080" cy="8352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30BEE10-C331-447F-A293-E7F5B290ED9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283917" y="1012586"/>
                <a:ext cx="12672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93EFC29-796A-4EC7-A07B-7F156E9A244B}"/>
                  </a:ext>
                </a:extLst>
              </p14:cNvPr>
              <p14:cNvContentPartPr/>
              <p14:nvPr/>
            </p14:nvContentPartPr>
            <p14:xfrm>
              <a:off x="10598917" y="1086026"/>
              <a:ext cx="661680" cy="2988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93EFC29-796A-4EC7-A07B-7F156E9A244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580917" y="1068386"/>
                <a:ext cx="69732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9E1EB2B-D7A0-42A2-81CD-26ACA50C0592}"/>
                  </a:ext>
                </a:extLst>
              </p14:cNvPr>
              <p14:cNvContentPartPr/>
              <p14:nvPr/>
            </p14:nvContentPartPr>
            <p14:xfrm>
              <a:off x="9456277" y="1079546"/>
              <a:ext cx="695880" cy="3412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9E1EB2B-D7A0-42A2-81CD-26ACA50C059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438277" y="1061546"/>
                <a:ext cx="73152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70769792-47E5-4199-95E6-80D7D9B1A592}"/>
                  </a:ext>
                </a:extLst>
              </p14:cNvPr>
              <p14:cNvContentPartPr/>
              <p14:nvPr/>
            </p14:nvContentPartPr>
            <p14:xfrm>
              <a:off x="8461957" y="1206266"/>
              <a:ext cx="799920" cy="45972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70769792-47E5-4199-95E6-80D7D9B1A59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44317" y="1188626"/>
                <a:ext cx="83556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68EC239-0B82-40C6-B114-759F061A565B}"/>
                  </a:ext>
                </a:extLst>
              </p14:cNvPr>
              <p14:cNvContentPartPr/>
              <p14:nvPr/>
            </p14:nvContentPartPr>
            <p14:xfrm>
              <a:off x="7492477" y="1214906"/>
              <a:ext cx="764280" cy="4201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68EC239-0B82-40C6-B114-759F061A565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474837" y="1196906"/>
                <a:ext cx="799920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E4E89B2A-0FF4-46F7-B176-FB34C7F7D35E}"/>
                  </a:ext>
                </a:extLst>
              </p14:cNvPr>
              <p14:cNvContentPartPr/>
              <p14:nvPr/>
            </p14:nvContentPartPr>
            <p14:xfrm>
              <a:off x="10718077" y="315266"/>
              <a:ext cx="1124280" cy="3358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E4E89B2A-0FF4-46F7-B176-FB34C7F7D35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700077" y="297607"/>
                <a:ext cx="1159920" cy="3715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F0772A2B-6F09-4C16-BF32-00C84050E979}"/>
                  </a:ext>
                </a:extLst>
              </p14:cNvPr>
              <p14:cNvContentPartPr/>
              <p14:nvPr/>
            </p14:nvContentPartPr>
            <p14:xfrm>
              <a:off x="10010317" y="462146"/>
              <a:ext cx="347760" cy="1684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F0772A2B-6F09-4C16-BF32-00C84050E97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992336" y="444468"/>
                <a:ext cx="383363" cy="2041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1F3A945A-73E4-4107-9ED2-A475E0ACD206}"/>
                  </a:ext>
                </a:extLst>
              </p14:cNvPr>
              <p14:cNvContentPartPr/>
              <p14:nvPr/>
            </p14:nvContentPartPr>
            <p14:xfrm>
              <a:off x="9478597" y="1775786"/>
              <a:ext cx="1886400" cy="7498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1F3A945A-73E4-4107-9ED2-A475E0ACD20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460954" y="1757795"/>
                <a:ext cx="1922047" cy="785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EED7876B-2F3E-49DA-AA13-E8CB6AAEDBFF}"/>
                  </a:ext>
                </a:extLst>
              </p14:cNvPr>
              <p14:cNvContentPartPr/>
              <p14:nvPr/>
            </p14:nvContentPartPr>
            <p14:xfrm>
              <a:off x="8696317" y="1872626"/>
              <a:ext cx="419760" cy="37296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EED7876B-2F3E-49DA-AA13-E8CB6AAEDBF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678317" y="1854626"/>
                <a:ext cx="45540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F8F8DB49-A313-46D2-B38E-86D2A4EBA937}"/>
                  </a:ext>
                </a:extLst>
              </p14:cNvPr>
              <p14:cNvContentPartPr/>
              <p14:nvPr/>
            </p14:nvContentPartPr>
            <p14:xfrm>
              <a:off x="8075317" y="1893866"/>
              <a:ext cx="311760" cy="3762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F8F8DB49-A313-46D2-B38E-86D2A4EBA93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057677" y="1875866"/>
                <a:ext cx="347400" cy="41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524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2FBD-8044-4826-BD61-95C765F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 for you to 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35D10-7EA2-49AA-8402-3F34F923EA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AU" dirty="0"/>
              <a:t>Find the side length of a parallelogram if it has a perimeter of 15cm and a side length of 2cm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719716-2CC0-4A17-BE0D-19529DDACC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AU" dirty="0"/>
              <a:t>If the area of a triangle is 10m</a:t>
            </a:r>
            <a:r>
              <a:rPr lang="en-AU" baseline="30000" dirty="0"/>
              <a:t>2</a:t>
            </a:r>
            <a:r>
              <a:rPr lang="en-AU" dirty="0"/>
              <a:t> and the base is 2m how tall must the triangle be in metres?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2B638DA-552F-4DF1-A195-65C4812DA983}"/>
                  </a:ext>
                </a:extLst>
              </p14:cNvPr>
              <p14:cNvContentPartPr/>
              <p14:nvPr/>
            </p14:nvContentPartPr>
            <p14:xfrm>
              <a:off x="12051877" y="1265666"/>
              <a:ext cx="360" cy="3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2B638DA-552F-4DF1-A195-65C4812DA9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34237" y="124802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513C271-F7A8-463F-999E-5BE3850178A7}"/>
                  </a:ext>
                </a:extLst>
              </p14:cNvPr>
              <p14:cNvContentPartPr/>
              <p14:nvPr/>
            </p14:nvContentPartPr>
            <p14:xfrm>
              <a:off x="6821077" y="48146"/>
              <a:ext cx="5024160" cy="16261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513C271-F7A8-463F-999E-5BE3850178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03078" y="30146"/>
                <a:ext cx="5059797" cy="166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4168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D8A27-8675-46E6-B5CC-7963E80A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Inquiry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F9AF1-4010-4853-BBE3-FF34F5C747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Bunnings have donated 6 square metres of tiles and you need to make a triangle with them you can cut the tiles any way you like but you must have a triangular shape at the end.</a:t>
            </a:r>
          </a:p>
          <a:p>
            <a:r>
              <a:rPr lang="en-AU" dirty="0"/>
              <a:t>Create 2 different size rectangles each being an area of 6 square metres and  create 2 different triangles also each with an area of 6square metres.</a:t>
            </a:r>
          </a:p>
          <a:p>
            <a:r>
              <a:rPr lang="en-AU" dirty="0"/>
              <a:t>Create a poster that show these explaining how you have done this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7C1D2-4DBA-4D9F-909F-C287110FEC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en-AU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D730EEA2-C9B4-417B-ABAA-3DDFC8AB4B66}"/>
                  </a:ext>
                </a:extLst>
              </p14:cNvPr>
              <p14:cNvContentPartPr/>
              <p14:nvPr/>
            </p14:nvContentPartPr>
            <p14:xfrm>
              <a:off x="6078193" y="2052277"/>
              <a:ext cx="357840" cy="6008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D730EEA2-C9B4-417B-ABAA-3DDFC8AB4B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69193" y="2043277"/>
                <a:ext cx="37548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FB3D48E8-8525-41BA-B332-23363ECDE1EF}"/>
                  </a:ext>
                </a:extLst>
              </p14:cNvPr>
              <p14:cNvContentPartPr/>
              <p14:nvPr/>
            </p14:nvContentPartPr>
            <p14:xfrm>
              <a:off x="6857233" y="2124277"/>
              <a:ext cx="632160" cy="5842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FB3D48E8-8525-41BA-B332-23363ECDE1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48233" y="2115277"/>
                <a:ext cx="64980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5319ABF2-7D16-454E-B1A7-F95776AB764C}"/>
                  </a:ext>
                </a:extLst>
              </p14:cNvPr>
              <p14:cNvContentPartPr/>
              <p14:nvPr/>
            </p14:nvContentPartPr>
            <p14:xfrm>
              <a:off x="9361393" y="2130037"/>
              <a:ext cx="360" cy="3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5319ABF2-7D16-454E-B1A7-F95776AB764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52393" y="212103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0CE59E2-C79B-496B-BFB7-F0BB9A2F06D6}"/>
                  </a:ext>
                </a:extLst>
              </p14:cNvPr>
              <p14:cNvContentPartPr/>
              <p14:nvPr/>
            </p14:nvContentPartPr>
            <p14:xfrm>
              <a:off x="9742993" y="2123557"/>
              <a:ext cx="240840" cy="3657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0CE59E2-C79B-496B-BFB7-F0BB9A2F06D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33993" y="2114917"/>
                <a:ext cx="25848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81250AF-87E4-4DCA-AC2A-338C30FE4334}"/>
                  </a:ext>
                </a:extLst>
              </p14:cNvPr>
              <p14:cNvContentPartPr/>
              <p14:nvPr/>
            </p14:nvContentPartPr>
            <p14:xfrm>
              <a:off x="10144753" y="2180437"/>
              <a:ext cx="319680" cy="3438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81250AF-87E4-4DCA-AC2A-338C30FE433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36113" y="2171797"/>
                <a:ext cx="33732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AD71DC34-4F47-4FDB-9EAA-3876FF7F1152}"/>
                  </a:ext>
                </a:extLst>
              </p14:cNvPr>
              <p14:cNvContentPartPr/>
              <p14:nvPr/>
            </p14:nvContentPartPr>
            <p14:xfrm>
              <a:off x="9367513" y="2317597"/>
              <a:ext cx="244800" cy="2196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AD71DC34-4F47-4FDB-9EAA-3876FF7F115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58526" y="2308957"/>
                <a:ext cx="262414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6CED0E0-15FA-49E9-B46A-DA3F04D3FD5A}"/>
                  </a:ext>
                </a:extLst>
              </p14:cNvPr>
              <p14:cNvContentPartPr/>
              <p14:nvPr/>
            </p14:nvContentPartPr>
            <p14:xfrm>
              <a:off x="8963593" y="2301037"/>
              <a:ext cx="263520" cy="2214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6CED0E0-15FA-49E9-B46A-DA3F04D3FD5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54941" y="2292397"/>
                <a:ext cx="281184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D5CEA8FE-C2C8-44A0-9AFE-064159BA25CD}"/>
                  </a:ext>
                </a:extLst>
              </p14:cNvPr>
              <p14:cNvContentPartPr/>
              <p14:nvPr/>
            </p14:nvContentPartPr>
            <p14:xfrm>
              <a:off x="7890073" y="2349637"/>
              <a:ext cx="782280" cy="4230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D5CEA8FE-C2C8-44A0-9AFE-064159BA25C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881433" y="2340997"/>
                <a:ext cx="79992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AE884E2C-009E-4664-A60C-FAF77922AF6A}"/>
                  </a:ext>
                </a:extLst>
              </p14:cNvPr>
              <p14:cNvContentPartPr/>
              <p14:nvPr/>
            </p14:nvContentPartPr>
            <p14:xfrm>
              <a:off x="6685873" y="2901157"/>
              <a:ext cx="607320" cy="2527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AE884E2C-009E-4664-A60C-FAF77922AF6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77233" y="2892517"/>
                <a:ext cx="62496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5EE9527-12E9-43E3-931A-F6C8A751DB19}"/>
                  </a:ext>
                </a:extLst>
              </p14:cNvPr>
              <p14:cNvContentPartPr/>
              <p14:nvPr/>
            </p14:nvContentPartPr>
            <p14:xfrm>
              <a:off x="7841113" y="2914837"/>
              <a:ext cx="1055520" cy="26460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5EE9527-12E9-43E3-931A-F6C8A751DB1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32116" y="2905849"/>
                <a:ext cx="1073154" cy="2822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BB7B064-7F7B-4F14-ACE0-7BFF1FD33D8F}"/>
                  </a:ext>
                </a:extLst>
              </p14:cNvPr>
              <p14:cNvContentPartPr/>
              <p14:nvPr/>
            </p14:nvContentPartPr>
            <p14:xfrm>
              <a:off x="9054313" y="2840317"/>
              <a:ext cx="1808280" cy="10137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BB7B064-7F7B-4F14-ACE0-7BFF1FD33D8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045673" y="2831317"/>
                <a:ext cx="1825920" cy="10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60E77355-D208-4DD1-AB7D-E8F7980D6B90}"/>
                  </a:ext>
                </a:extLst>
              </p14:cNvPr>
              <p14:cNvContentPartPr/>
              <p14:nvPr/>
            </p14:nvContentPartPr>
            <p14:xfrm>
              <a:off x="8452033" y="3320917"/>
              <a:ext cx="312480" cy="3470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60E77355-D208-4DD1-AB7D-E8F7980D6B9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443033" y="3311917"/>
                <a:ext cx="33012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49AD3136-0B01-4DE5-9718-DBDDCADAEB3D}"/>
                  </a:ext>
                </a:extLst>
              </p14:cNvPr>
              <p14:cNvContentPartPr/>
              <p14:nvPr/>
            </p14:nvContentPartPr>
            <p14:xfrm>
              <a:off x="6644113" y="3376357"/>
              <a:ext cx="1358640" cy="4035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49AD3136-0B01-4DE5-9718-DBDDCADAEB3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635113" y="3367717"/>
                <a:ext cx="137628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F7B68744-4A58-46A7-AE1F-5F7118DB7991}"/>
                  </a:ext>
                </a:extLst>
              </p14:cNvPr>
              <p14:cNvContentPartPr/>
              <p14:nvPr/>
            </p14:nvContentPartPr>
            <p14:xfrm>
              <a:off x="5873713" y="4055317"/>
              <a:ext cx="483480" cy="63864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F7B68744-4A58-46A7-AE1F-5F7118DB799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65073" y="4046677"/>
                <a:ext cx="501120" cy="65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224030A8-CC2A-4ADD-BFD7-658CD02B5C0C}"/>
                  </a:ext>
                </a:extLst>
              </p14:cNvPr>
              <p14:cNvContentPartPr/>
              <p14:nvPr/>
            </p14:nvContentPartPr>
            <p14:xfrm>
              <a:off x="10759273" y="4621237"/>
              <a:ext cx="932760" cy="43956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224030A8-CC2A-4ADD-BFD7-658CD02B5C0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750633" y="4612597"/>
                <a:ext cx="95040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6CD7A85F-E70A-4BEB-94AD-C344A8F17F50}"/>
                  </a:ext>
                </a:extLst>
              </p14:cNvPr>
              <p14:cNvContentPartPr/>
              <p14:nvPr/>
            </p14:nvContentPartPr>
            <p14:xfrm>
              <a:off x="6509113" y="3993757"/>
              <a:ext cx="4111920" cy="149580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6CD7A85F-E70A-4BEB-94AD-C344A8F17F5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500473" y="3984757"/>
                <a:ext cx="4129560" cy="151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CA350E53-0510-4540-8F39-F22CA0FBEEA3}"/>
                  </a:ext>
                </a:extLst>
              </p14:cNvPr>
              <p14:cNvContentPartPr/>
              <p14:nvPr/>
            </p14:nvContentPartPr>
            <p14:xfrm>
              <a:off x="5928637" y="5688266"/>
              <a:ext cx="588240" cy="82836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CA350E53-0510-4540-8F39-F22CA0FBEEA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919997" y="5679266"/>
                <a:ext cx="605880" cy="84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8CA1D5EF-EC0F-4336-BC5A-2FE60530033B}"/>
                  </a:ext>
                </a:extLst>
              </p14:cNvPr>
              <p14:cNvContentPartPr/>
              <p14:nvPr/>
            </p14:nvContentPartPr>
            <p14:xfrm>
              <a:off x="6793357" y="5697266"/>
              <a:ext cx="559080" cy="106740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8CA1D5EF-EC0F-4336-BC5A-2FE60530033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784723" y="5688266"/>
                <a:ext cx="576709" cy="10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C2A21E42-B05C-441B-818F-321AE71A1FA0}"/>
                  </a:ext>
                </a:extLst>
              </p14:cNvPr>
              <p14:cNvContentPartPr/>
              <p14:nvPr/>
            </p14:nvContentPartPr>
            <p14:xfrm>
              <a:off x="10787557" y="5799866"/>
              <a:ext cx="1274400" cy="53352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C2A21E42-B05C-441B-818F-321AE71A1FA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778915" y="5791226"/>
                <a:ext cx="1292045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C4BF0D45-E360-45B5-97F6-87C0C087E081}"/>
                  </a:ext>
                </a:extLst>
              </p14:cNvPr>
              <p14:cNvContentPartPr/>
              <p14:nvPr/>
            </p14:nvContentPartPr>
            <p14:xfrm>
              <a:off x="7720357" y="5619866"/>
              <a:ext cx="2675520" cy="114804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C4BF0D45-E360-45B5-97F6-87C0C087E08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11717" y="5611226"/>
                <a:ext cx="2693160" cy="11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EEAD246D-D862-4746-9EC1-0E5AD689B382}"/>
                  </a:ext>
                </a:extLst>
              </p14:cNvPr>
              <p14:cNvContentPartPr/>
              <p14:nvPr/>
            </p14:nvContentPartPr>
            <p14:xfrm>
              <a:off x="2647957" y="255866"/>
              <a:ext cx="1971360" cy="131688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EEAD246D-D862-4746-9EC1-0E5AD689B38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630317" y="238226"/>
                <a:ext cx="2007000" cy="13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7D96E929-8333-47D5-ADD0-872FBA1E97CB}"/>
                  </a:ext>
                </a:extLst>
              </p14:cNvPr>
              <p14:cNvContentPartPr/>
              <p14:nvPr/>
            </p14:nvContentPartPr>
            <p14:xfrm>
              <a:off x="5030437" y="272786"/>
              <a:ext cx="627120" cy="33336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7D96E929-8333-47D5-ADD0-872FBA1E97C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12787" y="255146"/>
                <a:ext cx="66278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5FF661A1-4137-48E2-8F5C-3D7ED68B5175}"/>
                  </a:ext>
                </a:extLst>
              </p14:cNvPr>
              <p14:cNvContentPartPr/>
              <p14:nvPr/>
            </p14:nvContentPartPr>
            <p14:xfrm>
              <a:off x="5780317" y="86306"/>
              <a:ext cx="6336360" cy="1757891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5FF661A1-4137-48E2-8F5C-3D7ED68B517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62317" y="68306"/>
                <a:ext cx="6372000" cy="17845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9423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F269-B55B-423A-9638-375F16DCC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C7047-4760-4EDC-A72D-F5F7442ACC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AU" dirty="0"/>
              <a:t>What are the important steps required to complete each of your posters. I’ll ask people to share.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E4782-5AC5-49E4-ABF9-B22A228927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F1E2E7D9-93E2-43A8-805A-0E9A82BB330B}"/>
                  </a:ext>
                </a:extLst>
              </p14:cNvPr>
              <p14:cNvContentPartPr/>
              <p14:nvPr/>
            </p14:nvContentPartPr>
            <p14:xfrm>
              <a:off x="6367477" y="251906"/>
              <a:ext cx="5577480" cy="49388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F1E2E7D9-93E2-43A8-805A-0E9A82BB33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49837" y="234266"/>
                <a:ext cx="5613120" cy="497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1386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317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5 Questions</vt:lpstr>
      <vt:lpstr>EQ: How do I solve problems involving Area and Perimeter</vt:lpstr>
      <vt:lpstr>How about triangles?</vt:lpstr>
      <vt:lpstr>Questions for you to try</vt:lpstr>
      <vt:lpstr>Inquiry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Questions</dc:title>
  <dc:creator>MILLER Belinda [Baldivis Secondary College]</dc:creator>
  <cp:lastModifiedBy>MILLER Belinda [Baldivis Secondary College]</cp:lastModifiedBy>
  <cp:revision>11</cp:revision>
  <dcterms:created xsi:type="dcterms:W3CDTF">2019-04-16T06:28:26Z</dcterms:created>
  <dcterms:modified xsi:type="dcterms:W3CDTF">2019-04-16T07:58:39Z</dcterms:modified>
</cp:coreProperties>
</file>