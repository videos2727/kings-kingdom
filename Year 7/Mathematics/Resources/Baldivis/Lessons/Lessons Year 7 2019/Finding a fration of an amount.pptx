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>
        <p:scale>
          <a:sx n="96" d="100"/>
          <a:sy n="96" d="100"/>
        </p:scale>
        <p:origin x="8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04-17T00:43:11.15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  <inkml:context xml:id="ctx1">
      <inkml:inkSource xml:id="inkSrc2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1" timeString="2019-04-17T00:43:43.772"/>
    </inkml:context>
    <inkml:brush xml:id="br1">
      <inkml:brushProperty name="width" value="0.05" units="cm"/>
      <inkml:brushProperty name="height" value="0.05" units="cm"/>
    </inkml:brush>
    <inkml:brush xml:id="br2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6,'78'0,"1071"0,-1134 0,1 0,-3 0,-2 0,29300 0,-27413 0,-1722 0,43 0,170 0,195 0,-1305 0</inkml:trace>
  <inkml:trace contextRef="#ctx0" brushRef="#br0" timeOffset="6947.111">6103 93,'0'-92,"0"13116,0-12919,0 130,0-35</inkml:trace>
  <inkml:trace contextRef="#ctx1" brushRef="#br1">371 573 6552,'0'0'897,"0"0"39,-3-4-49,-17-32 1709,2-1 0,-14-38-2596,32 75 60,0 1 0,0-1 0,0 0 0,0 0 0,0 0 1,0 0-1,0 0 0,0 1 0,-1-1 0,1 0 0,0 0 0,0 0 1,0 0-1,0 0 0,0 0 0,0 0 0,0 0 0,-1 0 1,1 1-1,0-1 0,0 0 0,0 0 0,0 0 0,0 0 1,-1 0-1,1 0 0,0 0 0,0 0 0,0 0 0,0 0 0,-1 0 1,1 0-1,0 0 0,0 0 0,0 0 0,0 0 0,0 0 1,-1-1-1,1 1 0,0 0 0,0 0 0,0 0 0,0 0 1,0 0-1,0 0 0,-1 0 0,1 0 0,0 0 0,0-1 0,0 1 1,0 0-1,0 0 0,0 0-60,-5 30 1028,0 54-1171,5-70 439,-1 246 327,2-56-248,-2-105-151,0-11-6,-11 67-218,-32 110 374,35-202-755,9-62 29,10-17-1088,-6 9 1353,9-16-2824,-1 3-5287,-28 46 6192</inkml:trace>
  <inkml:trace contextRef="#ctx1" brushRef="#br1" timeOffset="338.188">168 1078 9776,'0'0'1513,"8"-3"-248,217-74 1502,-212 73-2775,-1-1-1,1-1 1,-1 0-1,0 0 1,0-2 0,-1 1-1,0-1 1,0-1 0,1-2 8,-5 4-521,1-1 1,-1 0-1,-1-1 1,0 1-1,0-1 1,0-1-1,1-4 521,3-27-2164,-6 13-4042</inkml:trace>
  <inkml:trace contextRef="#ctx1" brushRef="#br1" timeOffset="692.309">615 348 7536,'-2'43'2054,"-2"1"0,-7 26-2054,-4 55 2962,3 318-1366,9-299-1296,1-92-234,1 0-1,3 0 0,2 1 0,4 13-65,2-36-220,-8-24-162,1 0-1,-1 1 0,0-1 1,-1 0-1,0 1 1,1 5 382,14-18-1922,0-1-6364</inkml:trace>
  <inkml:trace contextRef="#ctx1" brushRef="#br1" timeOffset="1038.313">817 1325 8344,'-3'4'269,"1"1"0,-1-1-1,1 1 1,0 0 0,1-1 0,-1 1 0,1 0 0,0 0 0,0 0 0,0 0 0,1 1 0,0-1 0,0 2-269,2-3 140,0 0 0,1 0 0,-1 0 0,1-1 0,0 1 0,-1-1 0,2 1 1,-1-1-1,0 0 0,1-1 0,-1 1 0,3 1-140,1 1 161,-4-2-88,0 0 0,0-1-1,0 1 1,0-1-1,0 0 1,0 0 0,1 0-1,-1 0 1,1-1 0,0 1-1,-1-1 1,1 0-1,0 0 1,0-1 0,-1 1-1,1-1 1,0 0 0,0 1-1,2-2-72,1 2 56,0-1-1,0 0 1,0-1-1,0 0 1,-1 0-1,1 0 1,0-1 0,-1 0-1,1 0 1,-1 0-1,0-1 1,0 0-1,0 0 1,0-1-1,0 0 1,-1 0-1,1 0 1,-1-1-1,0 1 1,-1-1 0,1-1-1,-1 1 1,0 0-1,0-1 1,0 0-1,-1 0 1,0 0-1,0 0 1,0-5-56,8-22 173,-2 0 1,-1-1 0,-2 0-1,-1 0 1,-2-2-174,1-42 688,-4-52-688,0 128 7,0-28 134,-2-1 0,0 1-1,-2 0 1,-2 0-1,-7-26-140,12 54 16,1 0 0,-1 0-1,0 0 1,0 0-1,0 0 1,0 0-1,0 0 1,0 0 0,-1 1-1,1-1 1,0 0-1,-1 1 1,1-1-1,-1 1 1,0-1 0,0 1-1,1 0 1,-1 0-1,0 0-15,0 0 9,0 1-1,0-1 0,0 1 0,1 0 0,-1 0 0,0 0 1,0 0-1,0 0 0,1 0 0,-1 0 0,0 1 0,0-1 1,1 1-1,-1-1 0,0 1 0,1 0 0,-1 0 0,0 0-8,-5 3 10,1 1 0,-1-1 0,1 2-1,0-1 1,0 1 0,1 0 0,0 0-1,0 0 1,-1 3-10,-18 28 19,3 1-1,1 1 1,2 1 0,-3 13-19,-11 39-462,-5 37 462,28-95-742,2 1-1,1 0 0,2 1 1,0 29 742,5-61-455,1 0 0,-1 1 0,0-1 0,1 0 1,0 0-1,0 0 0,0 0 0,1 0 0,-1 0 0,1-1 1,1 2 454,5 9-5226,-22-39 3630</inkml:trace>
  <inkml:trace contextRef="#ctx1" brushRef="#br1" timeOffset="1502.782">1306 955 9144,'0'0'1584,"0"0"-56,-1 5-224,-10 72 145,4 1 1,2 17-1450,5-49 273,2 0 1,1 1-1,3-2 1,7 25-274,-13-68 7,1 0 0,-1-1 0,1 1 1,0-1-1,-1 1 0,1-1 0,0 0 1,0 1-1,0-1 0,0 0 0,0 1 1,0-1-1,0 0 0,0 0 0,1 0 0,-1 0 1,0 0-1,1 0 0,-1 0 0,1-1 1,-1 1-1,1 0 0,-1-1 0,1 1 1,-1-1-1,1 0 0,0 1 0,-1-1 0,1 0 1,0 0-1,-1 0 0,1 0 0,1 0-7,1-1 7,0 1 1,0-1-1,-1 0 0,1 0 0,0 0 0,0-1 0,-1 1 0,1-1 0,-1 0 0,0 0 0,1 0 0,-1 0 0,0 0 0,1-2-7,18-19 50,-1-2 0,-1 0-1,-1-1 1,-1-1 0,8-19-50,10-26 208,18-53-208,-48 109 71,0 1-1,2 0 0,0 0 1,6-8-71,-14 23 10,0-1 0,1 1 0,-1 0 0,0 0 0,0-1 1,0 1-1,0 0 0,0 0 0,1 0 0,-1 0 0,0-1 0,0 1 0,0 0 1,1 0-1,-1 0 0,0 0 0,0 0 0,0 0 0,1 0 0,-1-1 0,0 1 1,0 0-1,1 0 0,-1 0 0,0 0 0,0 0 0,0 0 0,1 0 0,-1 0 1,0 0-1,0 0 0,1 0 0,-1 1 0,0-1 0,0 0 0,1 0 0,-1 0 1,0 0-1,0 0 0,0 0 0,1 0 0,-1 1-10,7 11 138,2 24-154,-8-31 55,13 64 107,-10-40-33,2-1 0,1-1-1,7 17-112,17 17 128,-11-25 6,-18-33-91,0 0 1,0 0-1,0-1 1,1 1-1,-1-1 1,1 0-1,-1 1 1,1-1-1,0 0 1,0 0 0,0-1-1,3 2-43,43 17 151,-34-15-24,-2 1-108,-5-3 59,0 0 1,1 0-1,-1-1 1,1 1-1,3-1-78,-10-2 25,0 0 0,0 0 0,0 0 0,1 0 0,-1 0 0,0 0 0,0-1 0,0 1 0,0-1 0,0 1 0,1-1 0,-1 0 0,0 0 0,0 0 0,-1 0 0,1 0 0,0 0 0,0-1 0,0 1 0,-1 0 0,1-1 0,-1 0 0,2 0-25,3-8 94,0 0-1,0 0 1,-1 0-1,0-1 1,0 1-1,-1-1 1,-1 0-1,0-1 0,-1 1 1,0 0-1,0-1 1,-1-8-94,0-22 247,-2 1 1,-7-39-248,6 57 94,-5-24 307,-13-46-401,12 62 7,1-1 0,2 0-1,0-1 1,3 1 0,0-8-7,2 38-111,0 0 0,0 0-1,0 0 1,0 0 0,0 0 0,1 0 0,-1 0 0,0 0 0,1 0 0,0 0 0,-1 0 0,1 1 0,0-1 0,0 0 0,0 0 0,0 1 0,0-1 0,0 0 0,1 1 0,-1-1-1,0 1 1,1 0 0,-1-1 0,1 1 0,0 0 0,-1 0 0,1 0 0,0 0 0,0 0 0,0 1 0,-1-1 0,1 0 0,0 1 0,0-1 111,0 1-852,3 0-430,5 0-9301,-16 0 8479</inkml:trace>
  <inkml:trace contextRef="#ctx1" brushRef="#br1" timeOffset="2236.887">2726 332 11928,'-4'2'139,"0"1"0,0 0 0,0 0 0,0 1 1,0-1-1,0 1 0,1 0 0,0 0 0,0 0 0,0 0 1,0 0-1,1 1 0,-1-1 0,0 5-139,-1 3 520,1 1-1,0-1 1,1 1-1,1 0 1,0 1-520,-1 5 176,-9 115 80,6-1-1,6 1 1,6-1 0,6 4-256,19 55 55,-10-69 19,-20-113-36,-2-1 1,1 0-1,-1 1 1,0-1-1,-1 1 0,0-1 1,-1 1-1,0-1 0,0 1-38,1-9 60,2-22-5,2-1 0,0 1-1,1 0 1,5-11-55,2-15 51,7-37 34,30-80-85,-35 128 28,1 1 1,2 0-1,1 1 1,2 1 0,16-20-29,-33 50 12,0-1 0,1 1 0,-1 1-1,1-1 1,0 0 0,0 1 0,0-1 0,0 1 0,0 0 0,0 0 0,1 0 0,-1 0 0,1 1 0,-1 0-1,1-1 1,0 1 0,-1 0 0,1 1 0,0-1 0,0 1 0,0 0 0,0 0 0,-1 0 0,1 0 0,0 0 0,0 1-1,0 0 1,-1 0 0,1 0 0,0 0 0,-1 1 0,1-1 0,-1 1 0,1 0 0,-1 0 0,0 0-12,7 4 25,-1 0 0,-1 1 0,1 0 1,-1 0-1,0 1 0,-1 0 0,0 0 1,0 1-1,-1 0 0,0 0 0,0 1 1,1 2-26,4 16 61,0 0 0,-2 0-1,-1 1 1,-1 0 0,-1 0 0,0 25-61,-4-33 29,-1 0 0,-1 0 1,-2 0-1,0 0 0,-1 0 0,0 0 0,-2-1 1,-1 0-1,-8 20-29,-2-3 90,-1-1 1,-2-1 0,-12 15-91,21-35 46,-1 0 1,-1-1 0,0 0-1,0-1 1,-2-1 0,1 0-1,-2 0 1,-10 5-47,23-15 5,-1-1 0,0 1 1,0-1-1,0 0 0,0 0 0,-1 0 1,1-1-1,0 1 0,0-1 0,-1 1 1,1-1-1,0 0 0,0 0 0,-1-1 0,1 1 1,0-1-1,0 1 0,0-1 0,0 0 1,0 0-1,0-1 0,0 1 0,0-1 1,0 1-1,0-1 0,0 0 0,1 0 0,-1 0 1,1 0-1,0-1 0,0 1 0,-1-1-5,-4-4-15,0-2-1,1 1 0,0-1 0,0 0 0,1 0 1,0 0-1,1-1 0,0 1 0,-2-9 16,0 0-269,1 0 0,1-1-1,1 1 1,0-1-1,2 0 1,0 0 0,1 0-1,1 0 1,0 0-1,2 0 1,0 0-1,1 0 1,1 1 0,1 0-1,0 0 1,2 0 269,16-29-2043,0 0-5386,-50 100 5572</inkml:trace>
  <inkml:trace contextRef="#ctx1" brushRef="#br1" timeOffset="2571.997">3453 1102 10584,'0'0'1241,"2"4"-202,22 44 1723,17 49-2762,-36-82 120,0 0 0,-1 1 0,0-1 0,-1 1 0,-1-1 0,-1 1 0,0 0 0,-1 0 0,-1 4-120,1-19-13,0-1-1,0 1 1,0-1 0,0 1-1,0-1 1,0 0 0,0 1-1,0-1 1,0 1-1,0-1 1,0 1 0,0-1-1,0 0 1,0 1 0,0-1-1,0 1 1,0-1-1,-1 0 1,1 1 0,0-1-1,0 0 1,-1 1 0,1-1-1,0 0 1,0 1-1,-1-1 1,1 0 0,0 1-1,-1-1 1,1 0 0,0 0-1,-1 1 1,1-1-1,-1 0 1,1 0 0,0 0-1,-1 0 14,-9-13-535,-6-28-380,12 19 435,0 0 1,1-1 0,1 1-1,1-1 1,1-11 479,5-42-1617,4-3 1617,-1 9-958,6-61-5495</inkml:trace>
  <inkml:trace contextRef="#ctx1" brushRef="#br1" timeOffset="2900.382">3498 378 7536,'0'0'0,"0"13"0,0 10 0,-3-12 648,-1-5-648,-5 0 648,-2-1-648,-1 1-1232,2 4 1232,10-10-1224,-9 6 1224,9-6-32,0 0 32,5 17-24,3 8 24,7 16-4256</inkml:trace>
  <inkml:trace contextRef="#ctx1" brushRef="#br1" timeOffset="3254.359">4141 1194 8608,'13'-30'354,"-8"19"294,0 0 0,-1 0 0,0-1 0,-1 0 0,0-1-648,-2 8 230,-1 0 1,1-1 0,-1 1 0,-1 0 0,1 0 0,-1-1 0,0 1 0,0 0 0,0 0 0,-1 0-1,0 0 1,0 0 0,0 0 0,-1 0-231,-1-3 154,-1 0 0,1 1 0,-1 0 0,-1 0 0,1 0 0,-1 0 0,0 1 0,-1 0 0,0 1 0,0-1 0,0 1 0,0 0 0,-1 1 0,0 0 0,0 0 0,-2 0-154,4 2 29,-1 0 0,0 1 0,1 0 0,-1 0 0,0 0 0,0 1 0,1 0 0,-1 0 0,0 1 0,0 0 0,1 0 0,-1 1 0,1 0 0,-1 0 0,1 0 0,-1 1 0,1 0 0,0 0 0,0 0 0,1 1 0,-3 2-29,-4 3 12,1 0-1,1 1 0,0 1 0,0-1 0,1 1 1,1 1-1,0 0 0,0 0 0,1 1 1,1 0-1,-5 13-11,-3 12 20,2 2-1,2-1 1,-3 22-20,12-52-1,0-1 1,0 0-1,1 1 1,0-1-1,0 0 0,1 1 1,0-1-1,1 0 0,0 0 1,0 0-1,1 0 0,0 0 1,0 0-1,0-1 0,1 1 1,1-1-1,-1 0 0,1 0 1,0-1-1,3 4 1,0-3-30,-1 1-1,2-1 0,-1 0 1,1-1-1,0 0 1,0 0-1,0-1 0,1 0 1,0-1-1,0 0 1,0 0-1,0-1 0,1 0 1,0-1-1,6 0 31,1 0-33,1-2 0,-1 0 0,1-1-1,-1 0 1,0-2 0,1 0 0,-1-1-1,-1-1 1,1-1 0,17-7 33,-22 6-3,1 1-1,-1-2 1,-1 0 0,1 0-1,-1-2 1,-1 1-1,0-1 1,0-1 0,-1 0-1,0 0 1,-1-1 0,0-1-1,6-10 4,-10 12 12,0-1 0,-1 1 0,0-1 0,-1 0 0,0 0 0,-1-1 0,0 1 0,-1 0 0,0-1 0,-1 1 1,0-1-1,-1 1 0,-1 0 0,0-1 0,-2-5-12,-4-14 58,-2 0 0,-1 2 0,-2-1 0,0 1 0,-7-8-58,18 36 4,1-3 11,-1 1 0,0 0 1,0 0-1,-1 0 0,1 1 1,-1-1-1,0 1 0,0-1 0,0 1 1,0 0-1,-1 0 0,1 0 1,-1 1-1,0-1 0,-2 0-15,5 2 55,-9 21 27,4-3-52,0 0 0,2 0 0,0 0 0,1 1 0,0 0 0,2 0 0,0 17-30,2 14 92,2-1 0,5 18-92,23 102 665,26 74-665,9 40 545,-47-197-469,-9-46-16,-2 1-1,-1 0 0,-2 0 1,-1 35-60,-5-29 114,-3 1 1,-2-1 0,-1 0 0,-10 27-115,9-43 41,-2-2 1,-1 1-1,-1-1 1,-1-1-1,-2 0 1,0-1-1,-12 13-41,6-10 33,-2-1 1,-1 0-1,-1-2 1,-1-1-1,-2-1 1,-19 12-34,30-24-49,0-2 1,-1 0 0,0-1 0,0-1-1,-1-1 1,0-1 0,-1 0-1,1-1 1,-1-1 0,0-1 0,0-1-1,-14 0 49,15-2-193,-1-1 0,1 0 0,0-1 0,-12-4 193,23 4-103,1 0 1,-1 0-1,1-1 1,-1 0-1,1-1 1,0 1-1,0-1 1,1-1-1,-1 1 1,1-1-1,0 0 1,-3-5 102,-4-6-45,-23-27-2937,-2 2-5451,89 96 6364</inkml:trace>
  <inkml:trace contextRef="#ctx1" brushRef="#br1" timeOffset="3800.463">730 2233 11296,'-22'147'699,"1"-19"1374,5 1 1,3 82-2074,10-21-717,3-187 544,0 1 0,0 0 1,1-1-1,0 1 0,0-1 1,0 1-1,0-1 0,0 1 0,1-1 1,-1 0-1,3 3 173,2 2-8106,-10-14 6783</inkml:trace>
  <inkml:trace contextRef="#ctx1" brushRef="#br1" timeOffset="4132.733">401 1871 9144,'-11'27'0,"6"-15"600,3-5-600,2-7 600,-2 8-600,2-8-1256,0 0 1256,0 0-1248,0 0 1248,0 0-24,0 0 24,0 0-5064,0 0 5064</inkml:trace>
  <inkml:trace contextRef="#ctx1" brushRef="#br1" timeOffset="4466.818">1294 2260 12192,'-5'-3'1513,"-11"-7"-773,0 0-1,0 1 1,-1 1-1,-9-2-739,20 8 131,0 0-1,0 0 1,0 1-1,0 0 0,-1 0 1,1 1-1,0-1 1,0 1-1,-1 1 1,1-1-1,0 1 0,0 0 1,-1 1-1,1-1 1,0 1-1,-1 1-130,-19 11 90,1 0-1,1 2 0,1 1 1,0 1-1,1 0 1,1 2-1,0 1 1,2 0-1,0 2 1,-4 9-90,21-30-2,0 1 0,0 0 0,1 0 0,-1-1 0,1 1 0,0 0 0,0 0 0,0 0 0,1 1 0,-1-1 0,0 0 0,1 0 0,0 0 0,0 0 0,0 2 2,0-4-4,1-1 0,-1 1 0,0 0 0,1-1 1,-1 1-1,1-1 0,-1 1 0,0 0 0,1-1 0,0 1 0,-1-1 0,1 1 0,-1-1 0,1 1 0,-1-1 0,1 0 0,0 1 0,-1-1 0,1 0 0,0 1 0,0-1 4,1 1-13,25 12-51,0-1-1,1-2 0,10 3 65,38 14-162,57 17 21,-27-9 113,-89-29 23,-10-5 2,0 2 1,0-1-1,-1 1 1,1 0 0,-1 0-1,1 1 1,-1 0-1,0 0 1,-1 0-1,1 1 1,-1-1-1,2 3 3,0 2 26,0 1-1,-1 0 0,0 0 0,-1 1 0,0 0 1,0 0-1,-1 0 0,-1 0 0,0 0 1,-1 1-1,1 7-25,-2-10 22,0 0 0,-1 1 0,-1-1 1,0 0-1,0 0 0,0 0 0,-1 0 1,-1 0-1,1 0 0,-2 0 0,1-1 0,-1 1 1,0-1-1,-1 0 0,-1 2-22,-6 7 73,-1-1 0,0 0 0,-1-1 0,-1 0 0,0-1 0,-1-1-1,-1-1 1,0 0 0,-1 0-73,10-7 40,-1 0-1,1-1 1,-1 0 0,0 0-1,0-1 1,0 0-1,0-1 1,-1 0 0,1 0-1,-1-1 1,1 0-1,-1-1 1,0 0-1,1-1 1,-1 0 0,1 0-1,-1-1 1,1 0-1,0-1 1,-5-1-40,5 0-32,0 0 0,0 0 1,1-1-1,-1 0 0,1 0 0,0-1 1,1 0-1,-1-1 0,1 0 0,-1-2 32,3 3-130,0-1-1,1 0 0,0 0 0,0-1 1,1 1-1,0-1 0,0 1 0,1-1 1,0 0-1,0 0 0,1 0 0,0-6 131,0 0-400,2 1 0,-1-1 0,2 1-1,0 0 1,0 0 0,3-7 400,3-21-1822,1-3-6121,-21 103 5970</inkml:trace>
  <inkml:trace contextRef="#ctx1" brushRef="#br1" timeOffset="4936.602">2428 1980 12104,'62'44'1320,"-61"-43"-1259,0-1 0,-1 1 0,1 0 0,-1 0 1,1 0-1,-1-1 0,1 1 0,-1 0 0,0 0 0,1 0 1,-1 0-1,0 0 0,0 0 0,1 0 0,-1 0 1,0 0-1,0 0 0,0 0 0,0 0 0,0-1 0,-1 1 1,1 0-1,0 0 0,0 0 0,-1 0 0,1 0 1,0 0-1,-1 0 0,0 0-61,-18 34 931,6-15-529,1 9 97,2 1-1,0-1 0,2 2 0,-1 12-498,-15 128 291,9-52-356,9-83-306,3 0 1,0 21 370,7-33-685,1 0-3442,-4-18-2690,-2-14 5157</inkml:trace>
  <inkml:trace contextRef="#ctx1" brushRef="#br1" timeOffset="5288.622">2924 2765 9504,'-6'-3'900,"5"2"-895,-10-5 405,0 1-1,-1 0 0,0 1 1,-9-2-410,16 5 113,0 0 1,0 0-1,0 1 1,0 0 0,1 0-1,-1 0 1,0 0-1,0 1 1,0 0-1,0 0 1,1 0 0,-1 1-1,0 0 1,1-1-1,-4 3-113,-10 7 217,1 1-1,0 0 1,0 2 0,1 0-1,1 0 1,0 2-1,-6 9-216,-23 32 114,-20 35-114,53-75 38,-7 9 36,-3 5-723,1 0 1,1 2-1,1 0 0,-4 16 649,18-26-1787,0-2-5619</inkml:trace>
  <inkml:trace contextRef="#ctx1" brushRef="#br1" timeOffset="5848.305">2685 3610 11384,'-1'-1'0,"-1"-9"284,-1 1-1,1 0 1,0-1-1,1 0 1,0 1-1,1-1 1,0 1-1,0-1 1,1 0 0,0 0-284,6-33 1069,-4 23-665,1 0 0,0 0 0,1 0 0,7-15-404,5-4 355,1 1 0,2 0 0,7-7-355,-19 36 76,-1-1-1,1 1 1,1 0 0,0 1-1,0 0 1,1 1 0,-1-1-1,2 2 1,-1 0-1,1 0 1,5-2-76,-13 7 12,-1 1 0,1 0-1,-1 0 1,1-1 0,-1 1-1,0 1 1,1-1 0,-1 0 0,1 0-1,-1 1 1,0 0 0,1-1-1,-1 1 1,0 0 0,1 0 0,-1 0-1,0 1 1,0-1 0,0 0-1,0 1 1,0-1 0,0 1 0,-1 0-1,1 0-11,40 43 141,-41-44-139,5 8 24,0 1 0,0 0 0,-1 0-1,0 0 1,-1 0 0,0 1 0,-1 0 0,0 0 0,0 0 0,-1 0-1,-1 0 1,0 0 0,-1 0 0,0 1 0,-1 8-26,-3 22 91,-3 0 1,-1-1 0,-8 22-92,3-22 111,-3 0 1,-1-1-1,-2 0 1,-1-2-1,-22 30-111,37-60 17,-1-1-1,0 0 1,0 0-1,0 0 1,-1 0-1,0-1 1,0 0 0,-1-1-1,1 0 1,-1 0-1,-1 0 1,1-1-1,0-1 1,-1 1 0,0-1-1,-5 1-16,9-3 9,0 0 0,0-1 1,1 1-1,-1-1 0,0 0 0,0 0 0,0 0 0,0-1 0,0 0 0,0 0 1,0 0-1,0 0 0,1-1 0,-1 0 0,0 0 0,1 0 0,0-1 0,-1 1 1,1-1-1,0 0 0,1 0 0,-1 0 0,0-1 0,1 0 0,0 1 0,0-1 1,0 0-1,0-1 0,0 1 0,1 0 0,0-1-9,-3-6 34,1 0 1,0-1-1,0 1 1,1-1-1,1 0 0,0 0 1,1 0-1,0 0 0,1 0 1,0 0-1,1 0 0,1-2-34,-2 7 31,2 1 0,-1 0 0,1 0-1,0 0 1,0 0 0,0 0-1,1 0 1,0 1 0,0-1-1,1 1 1,1-2-31,-3 4 25,1 0 1,0 0-1,0 1 0,0-1 0,1 1 1,-1-1-1,1 1 0,-1 0 1,1 0-1,0 1 0,-1-1 1,1 1-1,0 0 0,0 0 0,0 0 1,0 0-1,0 1 0,1-1-25,6 1 28,0 0 0,1 1-1,-1 1 1,0-1 0,0 2-1,0-1 1,0 2 0,0-1-1,-1 1 1,9 5-28,19 11 126,-2 2 0,11 8-126,-5-2 111,22 13 42,-9-4-25,2-3-1,1-2 0,12 1-127,-55-26 57,-10-5-178,1-1-1,-1 1 0,1-1 1,-1-1-1,1 1 0,-1-1 1,1 0-1,-1 0 0,1-1 1,0 0-1,-1 0 0,0 0 1,1 0-1,-1-1 0,0 0 1,4-2 121,23-25-2318,-14 6-8751,-33 41 8779</inkml:trace>
  <inkml:trace contextRef="#ctx1" brushRef="#br1" timeOffset="7770.073">4722 2405 11744,'0'0'1097,"6"1"-8,-1-7 2011,21-44-2285,-16 27-637,1 0 0,2 1 0,0 1 0,1 0-1,1 1 1,1 0 0,18-16-178,-12 18 132,0 1 0,1 1 1,1 1-1,0 1 0,23-10-132,-36 19 41,1 1 0,0-1 0,0 2 0,0 0-1,0 0 1,0 1 0,1 0 0,-1 1 0,1 1 0,-1 0 0,1 1 0,-1 0-1,1 1 1,4 1-41,-12-2 21,0 1-1,0 0 0,0 0 0,0 1 1,0 0-1,0-1 0,-1 1 0,1 1 0,-1-1 1,0 1-1,0-1 0,-1 1 0,4 4-20,-2 0 13,0-1-1,0 1 1,-1 0 0,0 1-1,0-1 1,-1 1-1,0-1 1,0 2-13,1 10 15,-1 0-1,0 1 1,-1-1-1,-1 1 1,-1-1-1,-1 1 1,-1 2-15,-2 5 39,-1 0 1,-1 0 0,-2-1 0,-1 0-1,0-1 1,-11 18-40,-9 13 32,-3-2-1,-17 21-31,-96 129 99,-34 24-99,160-203 14,0 0-1,2 2 1,1 0 0,2 0 0,-1 6-14,14-33-38,-1 0-1,1 0 1,0 1 0,0-1-1,0 0 1,-1 0 0,1 0-1,0-1 1,-1 1-1,1 0 1,-1 0 0,1-1-1,-1 1 1,1-1 0,-1 1-1,0-1 1,1 0 0,-1 0-1,1 0 1,-1 0 0,0 0 38,-4 0-145,27-1-378,19-1-735,-22 1 292,1 1 0,0 0 1,-1 2-1,4 0 966,19 5-9960</inkml:trace>
  <inkml:trace contextRef="#ctx1" brushRef="#br1" timeOffset="8114.255">4810 3848 12192,'45'-81'4513,"-44"79"-3599,-1 2-164,0 0-186,0 0-392,0 0-104,0 0-42,0 0-6,0 0 16,0 0 14,-1 39 144,-1-34-187,0 0 0,0-1 0,-1 1 0,0-1 0,0 0-1,0 1 1,0-1 0,-1 0 0,1-1 0,-1 1 0,0-1-1,0 0 1,0 0 0,-1 0 0,1 0 0,-1-1 0,0 1-1,1-1 1,-3 0-7,0 1-40,-1 0 0,0-1 0,0 0 0,0-1 0,0 1 0,0-1 0,0-1 0,0 0 0,0 0 0,-1 0 0,1-1 0,-1-1 40,6 1-213,0-1 0,-1 0 0,1 0-1,0-1 1,0 1 0,0-1 0,0 0 0,1 1 0,-1-1 0,1 0 0,-2-2 213,-22-31-6945,25 33 3903,16 24 1160</inkml:trace>
  <inkml:trace contextRef="#ctx1" brushRef="#br2" timeOffset="1.35375E6">21221 1760 11568,'-3'-4'166,"-51"-59"1942,53 61-1748,1 2-130,0 0-20,0 0 141,0 0 36,0 0-14,0 0 10,3 12 104,33 121 654,29 99-8,-60-214-1045,1-1 0,1-1 1,1 1-1,0-1 0,1 0 0,6 6-88,-8-12 59,1-1-1,1 1 0,0-2 0,0 1 0,1-1 0,0 0 1,0-1-1,1-1 0,8 5-58,-16-9 14,0 0 0,0-1 0,1 0 0,-1 1 0,0-1 0,1 0 0,-1 0 0,1-1 0,-1 1 0,1-1 0,-1 0 0,1 1-1,-1-2 1,1 1 0,-1 0 0,1-1 0,-1 1 0,1-1 0,-1 0 0,0 0 0,1-1-14,0 0 13,0-1-1,-1 1 0,1-1 1,-1 0-1,1 0 1,-1-1-1,0 1 1,0-1-1,-1 1 0,1-1 1,-1 0-1,1 0 1,-1 0-1,-1 0 1,1 0-1,0-1-12,11-38 19,-1-1-1,-2 0 1,1-22-19,-2-9 4,-2-1-1,-4 0 1,-5-46-4,-2 80-24,4 41 12,0 1 1,3 17-5,7 38 10,3-1 0,1-1 0,3 0 0,3-1-1,4 6 7,0-4 11,-2 0-1,-3 2 1,4 25-11,-15-48 6,-2 1-1,-1-1 1,-1 1 0,-2 0 0,-2 0 0,-2 24-6,0-39 26,-1 0 1,0 0-1,-1 0 0,-1 0 0,-1-1 1,-1 0-1,-6 11-26,7-19 20,-1 0-1,-1-1 1,0 0-1,0 0 1,-1-1-1,0 0 1,0-1-1,-5 4-19,-15 12 115,22-17-110,1 0 20,0-1-1,0 1 1,-1-1-1,0 0 1,0-1 0,0 0-1,0 0 1,-1 0 0,0-1-1,1 0 1,-1 0-1,0-1 1,-6 1-25,-4-1-6,0 0 0,0-2 0,0 1-1,0-2 1,-5-1 6,17 1-31,0 0 0,1 0-1,-1-1 1,0 0 0,0 0 0,1 0-1,-1-1 1,1 1 0,-1-1-1,1-1 1,0 1 0,1-1 0,-1 0-1,0 0 1,1 0 0,0 0-1,-2-4 32,0 0-111,0-1 0,1 0-1,0 0 1,1 0 0,0 0-1,0-1 1,1 0 0,0 0-1,1 0 1,0 0 0,0 0 0,1-9 111,1 4-298,0-1 0,2 1 0,0 0 0,1 0 0,0 0 0,1 1 1,1-1-1,3-7 298,15-35-2416,-7 14-5248,-37 100 5763</inkml:trace>
  <inkml:trace contextRef="#ctx1" brushRef="#br2" timeOffset="1.35425E6">21985 1529 7896,'-16'22'440,"10"-15"-134,0-1 0,1 2 1,0-1-1,0 1 0,1-1 0,0 1 1,0 0-1,1 1 0,0-1 0,1 1-306,-5 27 322,3 0 0,1 0 0,1 0 0,2 0 0,3 18-322,-2-41 86,1 1 0,0-1 0,1 1 0,0-1 0,1 0 0,1 0 0,0 0 0,0-1 0,2 0 0,-1 0 0,2 0 0,-1-1 0,1 0 0,1 0 0,0-1 0,3 2-86,-8-8 38,1-1 0,-1 0 0,1 1 0,-1-2 1,1 1-1,0 0 0,0-1 0,0 0 1,0 0-1,1-1 0,-1 0 0,0 0 0,1 0 1,-1 0-1,1-1 0,-1 0 0,1 0 1,-1 0-1,1-1 0,-1 1 0,0-2 0,1 1 1,-1 0-1,0-1 0,5-2-38,-3 1 52,-1-1 0,0 0 0,0 0 0,0 0 0,-1-1 0,1 1 0,-1-1 0,0-1 0,-1 1 0,1-1 0,-1 1 0,0-2-1,0 1 1,-1 0 0,0-1 0,0 1 0,0-1 0,-1 0 0,2-6-52,-2-5 117,0 0 1,-1 0-1,-1 0 0,-1 0 0,-1 0 1,0 0-1,-1 1 0,-1-1 0,0 1 1,-2 0-1,0 0 0,0 0 0,-2 1 0,-4-7-117,7 14 81,0 1 0,0 0-1,-1 0 1,-1 1 0,1 0-1,-1 0 1,0 0 0,0 1-1,-1 0 1,0 0 0,0 1-1,-7-4-80,10 7 8,0 0-1,0 0 0,0 0 1,0 1-1,0 0 1,0 0-1,0 0 0,0 0 1,-1 1-1,1 0 1,0 0-1,0 0 0,0 1 1,-1 0-1,1 0 1,0 0-1,0 1 0,0-1 1,0 1-1,1 0 1,-1 1-1,0-1 0,1 1 1,-3 2-8,-12 5-49,2 0-2830,31-12 1380,15-8-291,11-3-6890</inkml:trace>
  <inkml:trace contextRef="#ctx1" brushRef="#br2" timeOffset="1.35473E6">22333 1518 7264,'0'0'1337,"0"0"2,5 20 1091,2 3-1631,82 239 2278,-85-250-2978,1-2-1,1 1 0,0 0 1,0-1-1,1 0 0,0-1 1,1 0-1,0 0 0,7 6-98,-12-13 21,-1 1 0,1-1 0,0 0 0,0 0-1,1 0 1,-1 0 0,0 0 0,1-1 0,-1 0-1,1 1 1,-1-1 0,1 0 0,0-1-1,-1 1 1,1-1 0,0 0 0,-1 0 0,1 0-1,0 0 1,-1 0 0,1-1 0,0 0 0,-1 0-1,1 0 1,-1 0 0,1 0 0,-1-1 0,1 1-1,-1-1 1,0 0 0,0 0 0,2-2-21,3-3 23,0 0 0,0 0 0,-1-1 0,0 0 0,-1-1 0,0 1 0,0-1 0,0 0 1,-1-1-1,3-8-23,5-17 75,-1 0 1,3-19-76,-2 4 68,-6 21 146,-6 28-70,-1 1 18,0 0-7,0 0-20,0 3-23,9 56 305,7 17-417,-12-59 17,1 0 1,0 0 0,2-1 0,0 1 0,0-1 0,2-1 0,0 0-18,-8-13-41,0 0 0,0 0 0,1 0 0,-1 0-1,1 0 1,-1-1 0,1 1 0,0 0-1,0-1 1,-1 0 0,1 1 0,0-1 0,0 0-1,0 0 1,1 0 0,-1 0 0,0 0 0,0-1-1,0 1 1,1-1 0,-1 1 0,0-1 0,1 0-1,-1 0 1,0 0 0,1 0 0,-1 0-1,0 0 1,2-1 41,1-1-187,0 0-1,0-1 0,-1 1 1,1-1-1,-1 0 1,1 0-1,-1 0 0,0-1 1,0 1-1,-1-1 0,1 0 1,0-1 187,13-17-1213,0-1-1,-2 0 1,0-2 1213,17-27-8473</inkml:trace>
  <inkml:trace contextRef="#ctx1" brushRef="#br2" timeOffset="1.35507E6">23108 1461 9056,'-1'7'289,"1"0"0,0 0 0,1 0 0,-1-1 0,1 1-1,1 0 1,-1-1 0,1 1 0,0-1 0,1 1 0,2 4-289,13 30 1431,-1 1-1,-2 1 1,3 16-1431,3 10 596,-9-29-411,-7-22 30,0 0 0,1-1 1,1 0-1,1 0 0,7 11-215,-15-27 38,1 0 0,-1 0-1,1 0 1,-1 0 0,1 0-1,0 0 1,-1-1 0,1 1-1,0 0 1,0 0 0,0-1-1,0 1 1,-1 0-1,1-1 1,0 1 0,0-1-1,0 1 1,0-1 0,1 1-38,-1-2 27,0 1 0,-1 0 0,1 0 0,-1-1 0,1 1 0,-1 0 0,1 0 0,-1-1 0,1 1 0,-1-1 0,0 1 0,1 0 0,-1-1 0,1 1 0,-1-1 0,0 1 0,1-1 0,-1 1 0,0-1 0,0 1 0,1-1 0,-1 1 0,0-1 0,0 0 0,0 0-27,7-47 778,-6 38-801,2-38 277,-2 1 1,-3-15-255,2-67 371,1 109-374,0-8 51,2 0 1,0 1-1,5-12-48,-7 32-12,0 1-1,1 0 1,0 0-1,1 0 1,-1 0-1,1 1 1,0-1 0,0 0-1,1 1 1,0 0-1,0 0 1,0 0-1,0 1 1,1-1-1,0 1 1,0 0-1,2-1 13,-4 3-85,1 1 0,-1 0 0,0 0 0,0 0 0,1 0 0,-1 1 0,1-1 0,-1 1 0,0 0 0,1 0 0,-1 0-1,1 0 1,-1 1 0,0-1 0,1 1 0,-1 0 0,1 1 85,52 22-5643,-35-16-867,-63-25 4322</inkml:trace>
  <inkml:trace contextRef="#ctx1" brushRef="#br2" timeOffset="1.3556E6">24500 910 10488,'3'9'636,"1"0"1,-1 0 0,-1 0 0,1 1-1,-1-1 1,-1 1 0,0-1-1,-1 1 1,1 0 0,-2 5-637,2 16 1028,10 133 644,29 144-1672,-17-210 119,4 17-154,-23-100-204,-2-5-2229,-6-19 1240,-3-11-686,-4-8-7412</inkml:trace>
  <inkml:trace contextRef="#ctx1" brushRef="#br2" timeOffset="1.35593E6">24264 1487 9592,'208'-91'3176,"-196"85"-2957,2-1-307,0 1 1,0 0-1,0 1 1,1 1-1,0 0 0,0 1 1,0 1-1,0 0 0,14 0 88,-17 2-458,-1 0 0,1 1 0,0 0 0,0 1 0,0 0 0,-1 1 0,1 1 0,-1 0 0,0 0 0,2 2 458,-9-4-120,0 1 0,-1-1 0,1 1 0,-1 0 0,0 0 0,0 1 0,0-1 0,0 1 120,11 13-706,22 19-2974</inkml:trace>
  <inkml:trace contextRef="#ctx1" brushRef="#br2" timeOffset="1.35628E6">24865 1621 7264,'28'-2'1207,"0"-2"0,0-1 0,0-1 0,15-6-1207,-31 8 325,0 0 1,0-2 0,-1 1-1,1-1 1,-1-1 0,-1 0-1,1-1 1,-1 0 0,0 0-1,-1-1 1,0 0 0,-1-1-1,1 0 1,-2 0 0,6-10-326,-12 17 47,0-1-1,1 1 1,-1-1 0,-1 0-1,1 1 1,-1-1 0,1 0 0,-1 0-1,0 0 1,0 0 0,-1 1 0,1-1-1,-1 0 1,0 0 0,0 1-1,0-1 1,0 1 0,-1-1 0,1 1-1,-1-1 1,0 1 0,0 0 0,0 0-1,-2-2-46,-9-11 79,0 1 0,0 1 0,-2 0 0,-5-4-79,-2-2 148,20 18-137,0-1 0,0 1 0,-1 0 1,1 0-1,-1 0 0,1 0 0,-1 0 0,0 1 0,0-1 0,0 1 1,0 0-1,0 0 0,0 0 0,0 0 0,0 0 0,0 1 0,0-1 0,0 1 1,-1 0-1,1 0-11,-1 0 8,-9 7 9,0 2-14,0 0 0,1 1 1,0 1-1,1 0 0,0 0 0,1 1 0,0 0 1,1 1-1,-8 13-3,11-16 2,1 1-1,1-1 1,0 0 0,0 1 0,1 0-1,0 0 1,1 0 0,0 1 0,1-1-1,0 0 1,1 0 0,0 1 0,1-1-1,0 3-1,2 4-1,1 0-1,1-1 0,0 0 1,1 1-1,1-2 0,4 6 2,9 15-6,2-1 0,4 3 6,-20-31-34,0-1 0,1 0 1,0 0-1,0-1 0,1 0 1,0 0-1,0-1 0,0 0 0,0 0 1,1-1-1,0 0 0,0 0 1,0-1-1,0 0 0,1-1 1,-1 0-1,1-1 0,-1 0 0,1 0 1,0-1-1,7 0 34,1-1-208,-1 0 0,0-1 1,1-1-1,-1-1 0,-1 0 0,1-1 1,-1-1-1,1 0 0,-2-2 0,1 1 1,11-9 207,109-87-2991,-61 44 1168,-5 3-5523</inkml:trace>
  <inkml:trace contextRef="#ctx1" brushRef="#br2" timeOffset="1.35661E6">25633 1309 8520,'2'51'252,"-2"-50"-208,0 0 1,0-1-1,0 1 1,0 0-1,0-1 1,0 1-1,0 0 1,0-1-1,0 1 1,-1 0 0,1-1-1,0 1 1,0 0-1,-1-1 1,1 1-1,0 0 1,-1-1-1,1 1 1,-1-1-1,1 1 1,-1-1-1,1 1 1,-1-1-1,1 1 1,-1-1-1,1 0 1,-1 1-1,0-1 1,1 0 0,-1 1-1,0-1 1,1 0-1,-1 0 1,0 0-1,1 1 1,-1-1-1,0 0 1,1 0-1,-1 0 1,0 0-1,1 0 1,-1 0-45,-31-10 960,21 6-810,3 1 133,-1 1 0,1 0 0,-1 1 0,1 0 0,-1 0 0,0 1 0,-6 0-283,11 1 94,0-1 0,0 1 0,0 0 0,0 0-1,0 1 1,0-1 0,0 1 0,0 0 0,1 0 0,-1 0 0,1 0 0,-1 1 0,1 0 0,0-1 0,0 1 0,0 0 0,0 1-94,-15 18 173,0 1 0,2 0-1,1 2-172,8-14 82,1-1 0,1 1 0,0 1 1,1-1-1,0 1 0,1 0 0,0-1 0,0 8-82,2-16 13,1 1 0,0-1 0,0 1 0,0 0 0,0-1 0,0 1 0,1-1 0,0 1 0,0-1 0,0 1 0,0-1 0,0 1 0,1-1 0,-1 0 0,1 0 0,0 0 0,0 0 0,0 0 0,0 0 0,1 0 0,-1-1 0,1 1 0,0-1-1,0 0 1,0 0 0,0 0 0,0 0 0,0 0 0,0 0 0,0-1 0,1 0 0,-1 0 0,1 0 0,-1 0 0,1 0 0,0 0-13,6 0 13,0 0-1,0 0 1,0 0-1,-1-1 1,1-1-1,0 0 1,0 0-1,0-1 1,0 0-1,-1-1 1,1 0-1,6-4-12,2-1 21,-1 0-1,-1-2 0,0 0 1,0-1-1,5-6-20,-15 12 7,-1 0 1,1 0-1,-1-1 0,0 0 0,-1 0 1,1 0-1,-1-1 0,-1 1 1,1-1-1,-1 0 0,0 0 1,0 0-1,-1 0 0,1-7-7,0-5 31,-3 13-12,1-1 0,0 1 0,0-1 0,1 1 0,0-1 0,0 1 0,1-2-19,0 0 367,-6 18-213,2-3-77,0 21 202,0 1-1,2 0 1,1 5-279,-1-27 26,0 0-1,0 0 0,1 0 0,0 0 1,0 0-1,0 0 0,1 0 0,0-1 1,1 1-1,-1-1 0,1 0 1,0 0-1,1-1 0,-1 1 0,2 0-25,-2-3-82,0-1 0,-1 0 0,1 0-1,0-1 1,0 1 0,0-1 0,0 0-1,0 0 1,1 0 0,-1-1 0,0 1-1,0-1 1,1 0 0,-1 0 0,0 0-1,0-1 1,1 0 0,-1 1 0,0-1-1,0-1 1,0 1 0,4-2 82,3-2-444,1 0 0,0 0 0,-1-1 0,0 0 0,-1-1 0,7-5 444,42-35-2230,-13 9-6250</inkml:trace>
  <inkml:trace contextRef="#ctx1" brushRef="#br2" timeOffset="1.35783E6">26404 1252 9864,'-4'0'101,"1"1"0,0-1 0,0 0 0,-1 0-1,1 0 1,0-1 0,0 1 0,-1-1 0,1 0 0,0 1 0,0-1 0,0-1 0,0 1 0,0 0 0,0-1 0,0 0 0,0 1 0,1-1 0,-1 0 0,1-1 0,-1 1 0,0-1-101,-10-8 283,-27-18 1702,35 30-1337,-2 4-512,-22 16 474,1 1-1,-22 21-609,42-35 73,1 0 0,-1 1-1,1-1 1,1 2 0,0-1-1,0 1 1,0 0 0,2 0-1,-1 0 1,1 1-1,-1 5-72,0 3 74,2 0-1,0 1 0,1-1 0,0 0 0,2 1 0,0-1 0,2 1 0,0-1 0,2 5-73,-1-11 28,0 1 1,2-1-1,0 0 0,0 0 1,1 0-1,0-1 1,1 0-1,1 0 0,0-1 1,0 0-1,2 0 1,-1-1-1,3 2-28,-2-2-12,1-1 0,0 0 0,1-1-1,-1 0 1,2-1 0,-1 0 0,13 4 12,-15-7-52,-1-1 1,1 0 0,1-1-1,-1-1 1,0 1-1,0-1 1,1-1 0,-1 0-1,1-1 1,-1 0-1,1 0 52,4-2-196,0 0 0,0-1 0,-1-1-1,0 0 1,0-1 0,0-1-1,-1 0 1,1 0 0,-2-2 0,1 1-1,-1-2 1,-1 0 0,0 0-1,0-1 1,-1 0 0,0-1-1,2-5 198,-2 3-305,-1 0 1,0-1-1,-2-1 1,0 1-1,0-1 1,-2 0-1,0-1 1,0 0-1,-2 1 1,0-1-1,-1 0 1,-1-1-1,0 1 1,-1 0-1,-2-6 304,-39-315-3434,28 259 6338,-21-65-2904,31 154 862,0 1 0,1-1 0,0 1 0,1 4-862,-2 92 1633,5 0 0,10 47-1633,-3-97 491,2 0-1,2-2 0,3 0 0,17 39-490,-28-80 141,1 0-1,1-1 1,0 1-1,1-1 0,0-1 1,1 1-1,9 9-140,-17-21 2,-1-1 0,1 1 0,-1-1 0,1 1 0,-1-1 0,1 0 0,-1 1 0,1-1 0,0 1 0,-1-1 0,1 0 0,0 0 0,-1 1 0,1-1 0,0 0-1,-1 0 1,1 0 0,0 0 0,-1 0 0,1 0 0,0 0 0,-1 0 0,1 0 0,0 0 0,-1 0 0,1-1 0,0 1 0,-1 0 0,1 0 0,0-1-2,17-17 62,3-27 6,1-42-112,-14 52-3,2 0 0,6-15 47,-7 27-37,-2 3 16,1 1 1,1 0 0,1 0-1,4-5 21,-14 23-1,1 0 0,0 0 0,0 0-1,-1 0 1,1 0 0,0 0 0,0 0 0,0 0 0,0 0-1,0 1 1,0-1 0,0 0 0,0 0 0,0 1 0,0-1-1,1 1 1,-1-1 0,0 1 0,0 0 0,0 0 0,1-1 0,-1 1-1,0 0 1,1 0 0,-1 0 0,1 0 1,0 1-4,1 0 0,-1 0 0,0 0 1,1 0-1,-1 0 0,0 0 0,0 1 1,0-1-1,0 1 0,0-1 0,0 1 0,-1 0 1,2 1 3,6 8-18,-1 0 0,0 1 0,-1 0 1,3 7 17,-9-17-1,76 157 39,-69-144 3,0 0 1,1 0-1,1-1 1,0 0-1,1-1 0,1 0 1,0 0-1,0-2 1,1 1-1,1-2 1,0 1-1,0-2 0,10 5-41,-20-13 7,-1 1-1,0-1 0,1 0 1,-1-1-1,1 1 1,-1 0-1,1-1 0,-1 0 1,1 0-1,-1 0 0,1 0 1,-1-1-1,1 1 0,-1-1 1,1 0-1,-1 0 0,0 0 1,1-1-1,-1 1 1,0-1-1,0 1 0,0-1 1,0 0-1,0 0 0,0-1-6,4-2 26,0-1-1,0-1 1,-1 1 0,1-1-1,-2 0 1,1 0 0,-1-1-1,0 0 1,0-1-26,2-6 32,-1 0 0,-1 0 0,0 0 1,-1-1-1,-1 0 0,0 0 0,0-12-32,-1-18 30,-1-1 0,-3-2-30,2 43 2,-7-85 31,6 79-28,-1 1 0,-1 0 0,0 0-1,0 0 1,-1 0 0,-4-8-5,7 18 1,1 0 0,0 0 0,0 1 0,-1-1-1,1 0 1,0 1 0,-1-1 0,1 0 0,-1 1 0,1-1 0,-1 0-1,1 1 1,-1-1 0,1 1 0,-1-1 0,0 1 0,1-1 0,-1 1-1,0-1 1,1 1 0,-1 0 0,0-1 0,0 1 0,1 0 0,-1 0-1,-1 0 0,1 1 1,0 0 0,0 0 0,0 0 0,0 0 0,0 0-1,0 0 1,0 0 0,0 0 0,0 0 0,1 0 0,-1 0 0,0 1-1,0 0 0,-13 23 17,1 1-1,0 0 0,2 1 0,2 0 0,-2 7-16,7-21 7,1 1-1,1-1 0,0 1 0,0 0 1,2-1-1,-1 1 0,2 0 0,0 0 1,1-1-1,0 1 0,1-1 0,1 3-6,-3-10 0,2-1 0,-1 1 0,1-1-1,0 1 1,0-1 0,0 0 0,1 0 0,-1 0-1,1-1 1,1 1 0,-1-1 0,1 0-1,-1 0 1,1-1 0,0 1 0,0-1 0,1 0-1,-1 0 1,1-1 0,-1 0 0,1 0-1,0 0 1,0 0 0,0-1 0,0 0-1,0 0 1,0-1 0,0 0 0,0 0 0,0 0-1,0-1 1,0 0 0,0 0 0,0 0-1,2-2 1,9-2-36,0-2 0,0 0-1,-1-1 1,0 0 0,0-1-1,-1-1 1,0-1-1,-1 0 1,3-3 36,1-4-58,0-1 0,-2-1 0,0 0 1,-1-1-1,-1-1 0,2-4 58,-6 11-103,-2 15-46,3 25-41,-6-12 230,5 15-53,1 0-1,2-1 0,1 0 0,1-1 0,12 16 14,-19-32-2,1-1 1,0 0-1,10 8 2,8 7 61,-27-24-34,0 0-1,0 0 1,1 0-1,-1 1 1,0-1-1,0 0 1,0 0-1,0 0 1,0 0-1,0 0 1,0 1-1,1-1 1,-1 0-1,0 0 1,0 0-1,0 0 1,0 0-1,0 0 1,1 0-1,-1 0 1,0 1 0,0-1-1,0 0 1,0 0-1,1 0 1,-1 0-1,0 0 1,0 0-1,0 0 1,1 0-1,-1 0 1,0 0-1,0 0 1,0 0-1,0 0 1,1-1-1,-1 1 1,0 0-1,0 0 1,0 0-1,0 0 1,1 0-1,-1 0 1,0 0-1,0 0 1,0-1-1,0 1 1,0 0 0,0 0-1,1 0 1,-1 0-27,1-15 488,-5-25-388,3 33 110,-3-59 151,2 0 1,3-6-362,0 39 27,0-7-104,3 0 1,1 0-1,1 0 0,3 1 0,1 0 0,7-16 77,-16 51-121,1 0-1,-1 0 1,1 0 0,0 1-1,1-1 1,-1 0 0,0 1 0,1-1-1,0 1 1,0 0 0,0 0-1,1-1 122,20-15-3171,-10 9-5795,-33 24 6753</inkml:trace>
  <inkml:trace contextRef="#ctx1" brushRef="#br2" timeOffset="1.35893E6">20503 3776 9056,'0'0'1529,"0"0"-24,0 0-115,0 0-88,0 0-227,0 0-102,0 0-194,0 0-86,0 0-164,0 0-58,-1 5-68,-1 14-292,1-1 0,0 1 0,2 0 0,0-1 0,1 1 0,1-1 0,0 1 0,6 13-111,2 0 130,1 0 1,1 0 0,8 9-131,-18-36 10,0 0 1,0 0 0,1 0 0,0-1-1,0 1 1,0-1 0,0 0 0,0 0-1,1 0 1,0-1 0,0 0 0,0 0-1,0 0 1,0 0 0,1-1 0,4 2-11,-8-4 2,-1 0 0,0 1 1,1-1-1,-1 0 1,0 0-1,1 0 0,-1 0 1,1 0-1,-1 0 0,0-1 1,1 1-1,-1 0 0,0-1 1,1 1-1,-1-1 1,0 1-1,0-1 0,0 0 1,1 1-1,-1-2-2,4 0 6,22-18-1,-4-11-5,-4-11 0,11-64-6,-18 60 4,26-72-18,-37 115 17,0 0-1,1 0 0,-1 0 0,0 1 0,1-1 1,0 1-1,0-1 0,0 1 0,0-1 0,0 1 1,0 0-1,2-1 4,0 0-7,-4 3 4,1 0 0,0-1 0,0 1 0,0 0 0,0 0 0,0 0 0,0 1 0,0-1-1,-1 0 1,1 0 0,0 0 0,0 1 0,0-1 0,0 0 0,-1 1 0,1-1 0,0 1-1,0-1 1,-1 1 0,1-1 0,0 1 0,-1 0 0,1-1 0,0 1 3,0 0-6,14 13-30,-1 0 0,0 1 0,-1 1 0,1 3 37,32 34-38,-34-39 34,-8-10 1,0 1-1,0-1 1,0 0 0,1 0-1,0 0 1,0-1-1,2 2 3,-1-1-1,23 16-11,2-1 1,29 14 11,-50-28-2,0-1 1,0 0 0,0-1-1,0 0 1,0 0 0,1-1 0,-1-1-1,1 0 1,-1 0 0,1-1 0,0 0-1,10-2 2,-15 1 15,0-1-1,-1 0 0,1-1 1,0 1-1,0-1 0,-1-1 1,0 1-1,0 0 1,0-1-1,0 0 0,0-1 1,-1 1-1,0-1 0,1 1 1,-2-1-1,1-1 0,-1 1 1,1-1-15,0-1 20,0 0 0,-1 0 1,0 0-1,0 0 0,-1 0 1,0-1-1,0 0 0,-1 1 0,1-1 1,-2 0-1,1 1 0,-1-1 1,0 0-1,-1-5-20,-2-5 54,-1 0 1,-1 0-1,0 1 0,-1-1 1,-1 1-1,0 1 0,-1-1 1,-10-14-55,1 3-140,1-1 1,1-5 139,-3-3-992,18 36 897,-1 1 1,1-1-1,0 0 0,0 1 1,0-1-1,0 1 1,0-1-1,0 0 0,0 1 1,1-1-1,-1 0 0,0 1 1,0-1-1,0 0 0,1 1 1,-1-1-1,0 1 0,0-1 1,1 1-1,-1-1 1,1 1-1,-1-1 0,1 1 1,-1-1-1,0 1 0,1-1 1,0 1-1,-1 0 0,1-1 1,-1 1-1,1 0 1,-1-1-1,1 1 0,0 0 1,-1 0-1,1-1 95,33-11-466,-20 8-1306,27-11-8321</inkml:trace>
  <inkml:trace contextRef="#ctx1" brushRef="#br2" timeOffset="1.35927E6">21771 3457 8432,'-50'-7'1652,"51"34"581,38 155 1279,-25-122-3043,-13-53-584,1-1-1,0 0 1,1 1-1,-1-1 1,1 0-1,1 0 1,-1 0-1,1 0 1,0-1 0,0 0-1,0 0 1,1 0-1,0 0 1,0 0-1,1 0 116,-4-4-957,-2-1 453,3-10-1329,0 1-5687</inkml:trace>
  <inkml:trace contextRef="#ctx1" brushRef="#br2" timeOffset="1.35963E6">22019 3045 9056,'-2'4'207,"1"-1"0,-1 1 1,1-1-1,0 1 0,0 0 0,1 0 1,-1-1-1,1 1 0,0 0 0,0 0 1,0 0-1,0-1 0,1 1 0,-1 0 1,1 0-1,0-1 0,0 1 0,1 0 1,-1-1-1,2 4-207,1 6 298,-1 0 1,0 1-1,-1-1 1,0 1-1,-1-1 1,-1 1-1,-1 13-298,1 27 702,32 243 202,-27-259-914,-2-23-140,1 0-1,0 0 1,1 0 0,1-1-1,4 8 151,2 7-1274,-12-28 1205,1 0 0,-1 0 1,1 0-1,0-1 1,-1 1-1,1 0 0,0 0 1,0-1-1,0 1 1,-1 0-1,1-1 0,0 1 1,0-1-1,0 1 1,0-1-1,0 1 1,0-1-1,0 0 0,0 1 1,0-1-1,0 0 1,0 0-1,0 0 0,1 0 1,-1 0-1,0 0 1,0 0-1,0 0 0,0 0 1,0-1-1,0 1 1,0 0 68,33-13-2128,-11-1-4865</inkml:trace>
  <inkml:trace contextRef="#ctx1" brushRef="#br2" timeOffset="1.35997E6">22189 2841 9504,'16'94'2961,"0"-9"-316,-3-3-1894,5 0 0,3-2 1,7 13-752,7 24 470,-13-37-277,-4 2 0,-3 0 0,1 42-193,-13-111-202,-2-11-4569,-1-2-3997</inkml:trace>
  <inkml:trace contextRef="#ctx1" brushRef="#br2" timeOffset="1.36103E6">23356 2727 10760,'0'0'1488,"0"0"-68,0 7-272,16 170 1111,-6-91-2015,19 144 96,-11-148-246,-12-58-44,0-1 1,2 0 0,1 0-1,1-1 1,5 8-51,-14-29 14,-1 0 0,1 0 1,0 0-1,0 0 0,0 0 0,0 0 0,0 0 0,0 0 0,0 0 1,0-1-1,0 1 0,0 0 0,0-1 0,1 1 0,-1 0 0,0-1 1,0 0-1,1 1 0,-1-1 0,0 0 0,1 0 0,-1 1 1,0-1-1,2 0-14,-1-1 15,0 1 1,1-1-1,-1 0 1,0 0 0,1 0-1,-1 0 1,0 0 0,0 0-1,0 0 1,0-1-1,0 1 1,2-2-16,1-2 24,0 0-1,0-1 1,0 0-1,0 0 1,-1 0-1,0 0 1,1-3-24,27-82 95,-27 73-84,0 0 0,2 0 0,0 1 0,1-1 0,0 2 0,8-11-11,-15 26 2,-1 0 0,0 1-1,1-1 1,-1 1-1,1-1 1,-1 0-1,1 1 1,0-1-1,-1 1 1,1-1-1,-1 1 1,1-1-1,0 1 1,0 0-1,-1-1 1,1 1 0,0 0-1,-1 0 1,1-1-1,0 1 1,0 0-1,-1 0 1,1 0-1,0 0 1,0 0-1,0 0 1,-1 0-1,1 0 1,0 0-1,0 1 1,-1-1 0,1 0-1,0 0 1,0 1-1,-1-1 1,1 0-1,0 1 1,-1-1-1,1 1 1,0-1-1,-1 1 1,1-1-1,-1 1 1,1-1 0,-1 1-1,1 0-1,24 35 33,-21-29-13,10 16 0,-1 2 13,2-2 0,0 0 0,1-1 0,16 15-33,-27-31 5,1-1-1,-1 1 1,2-2-1,-1 1 1,0-1-1,1 1 1,0-2-1,0 1 1,0-1-1,0 0 1,1-1-1,-1 1 1,1-2-1,-1 1 1,1-1-1,0 0 1,0 0-1,-1-1 1,3 0-5,4 0-5,-11 0 8,0 1 1,-1-1-1,1 0 0,0-1 1,0 1-1,-1 0 0,1-1 1,0 0-1,-1 1 0,2-2-3,12-5 16,0 0 0,-1-2 0,9-5-16,10-9 5,-4-4-4,-20 15 3,0-1 0,-1 0-1,-1-1 1,0 1-1,0-2 1,-1 0-4,6-18 2,-10 20 6,-1 0-1,0 0 0,-1 0 0,0 0 0,-1 1 1,-1-1-1,0 0 0,-1 0 0,0 0 1,-1 0-1,0 1 0,-1 0 0,0-1 0,-1 1 1,-1 1-1,0-1 0,-6-8-7,11 19 1,0 1 1,0 0-1,-1 0 0,1-1 0,0 1 0,0 0 1,0 0-1,0 0 0,-1 0 0,1 0 1,0 1-1,0-1 0,0 0 0,0 0 0,0 1 1,0-1-1,0 1 0,0-1 0,0 1 1,-1 0-2,0 0 2,-3 1 3,0 0 0,-1 1 0,2 0 0,-1 0 1,0 1-1,0-1 0,1 1 0,0 0 0,0 0 0,0 1 0,0-1 1,1 1-1,0-1 0,0 1 0,0 0 0,0 1 0,1-1 1,-1 3-6,0 0 3,1 0-1,-1 1 1,2-1 0,-1 1 0,1-1 0,1 1 0,-1 0 0,2-1 0,-1 1 0,1 0 0,0-1 0,1 2-3,11 32 2,-9-34-49,1-1-1,-1 0 1,1 0-1,0 0 1,1 0-1,-1-1 1,1 0-1,1 0 1,-1-1-1,1 0 0,0 0 1,0 0-1,1-1 1,-1 0-1,1 0 1,3 0 47,-2 0-65,1-1 0,0 0 0,0-1 0,0 1 0,0-2 0,0 0 0,0 0 1,0-1-1,0 0 0,0 0 0,0-1 0,0-1 0,0 0 0,2-1 65,-2 0-279,0-1 1,0 0-1,-1-1 1,1 0-1,-1-1 0,0 0 1,-1 0-1,1-1 0,3-4 279,2-4-689,1 0 0,-2-1-1,11-17 690,-18 24-113,0-1 0,0 0 0,-1-1 0,0 1 0,-1-1 0,0 0-1,-1-2 114,11-29-1366,26-62-6094</inkml:trace>
  <inkml:trace contextRef="#ctx1" brushRef="#br2" timeOffset="1.36136E6">24546 2638 7624,'-1'-3'1193,"-7"-27"-161,5 17-48,0 0 0,-1 1 0,-1-1 0,-2-3-984,7 16 27,0-1 0,0 1 0,0 0-1,0 0 1,0 0 0,0-1 0,0 1 0,0 0 0,0 0 0,0 0 0,0 0 0,0-1-1,-1 1 1,1 0 0,0 0 0,0 0 0,0 0 0,0-1 0,0 1 0,-1 0-1,1 0 1,0 0 0,0 0 0,0 0 0,-1 0 0,1 0 0,0 0 0,0 0 0,0 0-1,-1 0 1,1 0 0,0 0 0,0 0 0,0 0 0,-1 0 0,1 0 0,0 0-1,0 0 1,0 0 0,-1 0 0,1 0 0,0 0 0,0 0 0,0 0 0,0 0 0,-1 0-1,1 0 1,0 0 0,0 1 0,0-1 0,0 0 0,-1 0 0,1 0 0,0 0-1,0 0 1,0 1 0,0-1 0,0 0 0,0 0 0,0 0 0,-1 1 0,1-1 0,0 0-1,0 0 1,0 0 0,0 1 0,0-1 0,0 0 0,0 0-27,-4 17 520,1 27 161,3 1 0,1-1 0,3 7-681,5 25 380,33 112 174,-19-113-434,50 127-662,-73-202 538,12 22-1135,4-11-2479,-7-5-3667,-21-14 5512</inkml:trace>
  <inkml:trace contextRef="#ctx1" brushRef="#br2" timeOffset="1.36178E6">24841 3022 9328,'0'0'1153,"0"0"-54,0 0-239,2 7-194,5 36-27,27 99 33,-19-87-497,34 72 59,-39-99-175,-8-19 21,-7-14 125,3 1-193,1 0 0,0 1 0,-1-1-1,1 0 1,1 0 0,-1 0 0,1 0 0,-1 0-1,1 0 1,0-2-12,0-7 20,0 12-20,-16-147 368,4-115-368,12 240 8,1-1 0,0 1 0,2 0 0,1 0 0,1 1 0,1-1 0,0 1 0,2 0 0,1 0 1,0 1-1,2 0 0,0 1 0,4-2-8,-15 21 4,1 0-1,-1 0 1,1 0 0,0 0-1,0 0 1,0 0 0,-1 0-1,1 0 1,0 1 0,0-1 0,0 0-1,0 1 1,0-1 0,0 1-1,0-1 1,0 1 0,1-1 0,-1 1-1,0 0 1,0 0 0,0 0-1,0-1 1,0 1 0,1 0-1,0 0-3,0 1 6,0 0-1,1-1 0,-1 1 0,0 0 0,0 0 1,0 0-1,0 1 0,0-1 0,0 0 0,0 1 1,0-1-1,1 2-5,3 5 9,1-1 1,-1 1-1,0 0 1,-1 1 0,5 7-10,2 8 92,-2 1 1,0 1 0,-1 0-1,-2 0 1,0 1 0,-2-1 0,-1 1-1,-1 0 1,-2 1 0,0-1-1,-3 23-92,2-44 56,0 0-1,0 0 1,-1 0-1,0 1 1,0-1-1,0 0 0,-1 0 1,0 0-1,0 0 1,0-1-1,-1 1 0,0-1 1,0 1-1,0-1 1,-1 0-1,0 1-55,-6 5 71,0 0 0,-1-1 0,-1 0 0,1-1 0,-6 3-71,13-9 15,0-1 0,0 1 1,-1-1-1,0 0 0,1-1 0,-1 1 1,0-1-1,0 0 0,0 0 0,1 0 1,-1-1-1,0 1 0,0-1 0,0-1 1,0 1-1,0-1 0,0 0 0,-2 0-15,-7-3-154,0 0-1,1-1 0,-1-1 1,1 0-1,-10-6 155,18 9-65,0-1 0,1 1 1,-1-1-1,1 0 0,0 0 0,0 0 1,0 0-1,0-1 0,1 1 1,0-1-1,0 0 0,0 0 0,1 0 1,-1-1-1,1 1 0,0-2 65,-18-77-9794,32 130 7870</inkml:trace>
  <inkml:trace contextRef="#ctx1" brushRef="#br2" timeOffset="1.36266E6">26128 2727 9776,'0'0'1649,"0"0"-49,0 0-216,0 0-123,0 0-292,0 0-151,-1 4-314,-5 17-408,1 0 0,1 0 1,1 1-1,1-1 0,1 1 0,1-1 0,1 1 1,0 0-1,2-1 0,1 0 0,5 19-96,-9-39 9,0 1-1,0-1 0,1 0 1,-1 1-1,0-1 0,1 0 1,-1 0-1,1 1 0,-1-1 1,1 0-1,0 0 0,-1 0 1,1 0-1,0 0 0,0 1 1,0-2-1,0 1 0,0 0 1,0 0-1,0 0 1,0 0-1,0-1 0,0 1-8,0-1 7,0 0-1,0 0 1,0-1-1,0 1 0,0 0 1,0-1-1,0 1 1,0 0-1,0-1 1,0 1-1,0-1 1,-1 0-1,1 1 0,0-1 1,0 0-1,-1 1 1,1-1-1,0 0 1,-1 0-1,1 0 1,-1 1-1,1-2-6,6-9 42,-2 1 0,1-2 0,-1 1 0,1-5-42,45-113 77,-37 106-19,-8 16-49,12-20 1,-13 24-9,0 2 1,11-1-1,-12 1-1,2 3 0,18 21 0,-17-16 0,28 29 0,-20-25 10,0 0 1,1-1-1,0-1 0,0-1 0,1 0 0,0-1 0,2 0-10,-13-5 63,0 0 0,0-1 0,0 1 0,0-1 0,0-1 0,1 1 0,-1-1 0,0 0 0,0 0 0,1-1 0,-1 0 0,0 0 0,0 0 0,0-1 0,0 0 0,0 0 0,0-1 0,0 1 0,-1-1 0,1 0-1,-1-1 1,0 0 0,0 1 0,0-2 0,0 1 0,1-2-63,-4 3 38,0 0-1,0 0 0,-1 0 0,1 0 1,-1 0-1,0 0 0,1 0 1,-1 0-1,-1-1 0,1 1 0,0 0 1,-1-1-1,0 1 0,0-1 1,0 1-1,0 0 0,0-3-37,-10-42 102,-1 22 143,6 19-210,-18-30-5,17 30-32,-2 1 2,-65-62-2340,71 67 1280,-4-3-488,-7-4-8666,21 13 8177</inkml:trace>
  <inkml:trace contextRef="#ctx1" brushRef="#br2" timeOffset="1.36301E6">26851 2592 7800,'0'0'1081,"2"6"-176,19 64 955,-5-16-1230,14 31-630,-30-84-330,3 4 807,-2-3-4570,-1-2-1029</inkml:trace>
  <inkml:trace contextRef="#ctx1" brushRef="#br2" timeOffset="1.36335E6">27113 2226 7712,'0'0'1385,"0"0"-38,1 7-174,20 231 1542,1-22-1865,-15-164-1876,2 0-1,13 38 1027,-23-124-3813,-1 19-862,4 35 3522</inkml:trace>
  <inkml:trace contextRef="#ctx1" brushRef="#br2" timeOffset="1.36366E6">26920 2508 8072,'0'0'1241,"2"1"-202,3 2-809,0-1 0,0-1 1,0 1-1,0-1 1,1 0-1,-1 0 0,0 0 1,1-1-1,-1 0 1,0 0-1,1 0 0,3-1-230,77-11 131,-59 7-329,-9 4 161,26-7-767,-17-1-23,0 0 0,0-2 0,-2-2 0,3-1 827,-17 7-154,24-18-304,34-36-818,-6 4-3184</inkml:trace>
  <inkml:trace contextRef="#ctx1" brushRef="#br2" timeOffset="1.36399E6">27428 2229 9056,'0'0'1576,"-2"25"1336,0 20-2154,1-1 1,3 1 0,5 26-759,29 135 1156,-22-134-795,-13-68-312,6 36 126,-7-39-166,0 1 1,1-1-1,-1 0 1,0 1-1,1-1 0,-1 0 1,1 1-1,-1-1 0,1 0 1,-1 0-1,1 1 1,0-1-1,0 0 0,-1 0 1,1 0-1,0 0 1,0 0-1,0 0 0,0 0 1,0 0-1,1-1 0,-1 1 1,0 0-10,0-1 1,0-1 0,0 1 0,0-1 0,-1 1 0,1-1 0,0 0 0,-1 1 0,1-1 0,0 0 0,-1 1 0,1-1 0,-1 0 0,1 0 0,-1 0 0,1 1 0,-1-1 1,1-1-2,0 0 2,63-115-6,31-30-20,-57 98 22,-22 32 4,1 0 0,18-13-2,-33 29 4,0-1 0,1 0-1,-1 1 1,1-1-1,-1 1 1,1 0-1,0 0 1,-1 0-1,1 0 1,0 1-1,0-1 1,0 1-1,0-1 1,-1 1 0,1 0-1,0 0 1,0 0-1,0 1 1,0-1-1,1 1-3,-1-1 12,0 2 8,0-1 0,0 1 0,0 0 0,-1-1 0,1 1 0,0 0 0,-1 1 0,1-1 0,-1 0-1,0 1 1,0-1 0,0 1 0,0 0 0,0 0 0,0 0 0,-1 0 0,2 2-20,-2-2 16,10 17 22,-1 0 0,7 19-38,0 2 26,-10-29-581,0 0 0,0 0 0,1 0 0,1-1 0,0 0 0,1-1 0,0 0 555,11 13-7654,-49-53 5778</inkml:trace>
  <inkml:trace contextRef="#ctx1" brushRef="#br2" timeOffset="1.36479E6">28636 1918 10672,'0'0'1473,"0"0"-33,0 0-152,0 0-83,0 0-196,1 8-209,0 39-182,17 221 740,-7-152-910,10 28-448,-19-134 10,-1 2 56,2 0 0,-1 0 0,2 0 0,-1 0 0,4 6-66,-6-16 22,2-6 3,1-1-24,0 0 1,0-1-1,-1 1 0,1 0 1,-2-1-1,1 0 0,0 0 1,-1 0-1,0 0 0,0-5-1,7-22-6,7-5-17,1 0 0,10-14 23,-16 34-30,1 0 0,1 1-1,1 0 1,9-8 30,-21 24-3,-1 0-1,1-1 1,-1 1 0,1 0-1,0 0 1,0 0 0,0 0 0,-1 0-1,1 0 1,0 1 0,0-1-1,0 1 1,0-1 0,0 1-1,0 0 1,0 0 0,1 0-1,-1 0 1,0 0 0,0 0-1,0 1 1,0-1 0,0 0-1,0 1 1,0 0 0,-1 0 0,1-1-1,0 1 1,0 0 0,0 0-1,-1 1 1,1-1 0,0 0-1,-1 0 1,1 1 0,-1-1-1,0 1 1,2 1 3,5 6-24,0 1 0,-1-1 0,0 2 0,0-1 0,1 6 24,-5-12-3,24 47-69,-17-37-6,0 0 1,0-1 0,2-1-1,-1 1 1,2-2 0,-1 0-1,3 1 78,-9-8-125,1 0 0,0 0 0,0-1 0,1 0 0,-1 0 0,1 0 0,-1-1 0,1 0 0,0-1 0,0 0 0,0 0 0,0-1 0,0 1 0,0-2-1,7 0 126,6-3-613,0-2-1,-1 0 0,0 0 0,0-2 0,15-8 614,-20 8-141,28-20-271,42-49-1568,-8 7-6193</inkml:trace>
  <inkml:trace contextRef="#ctx1" brushRef="#br2" timeOffset="1.36548E6">29518 2100 7896,'-3'-1'1000,"0"0"-839,-1-1-19,0 1 0,-1-1-1,1 1 1,0 0 0,-1 1 0,1-1-1,-1 1 1,1-1 0,-1 1 0,1 1-1,-1-1 1,1 1 0,-1-1 0,1 1-1,0 1 1,-1-1 0,1 1 0,0-1-1,0 1 1,0 0 0,0 1 0,-2 0-142,-6 8 214,1 0 1,0 0 0,0 1-1,1 0 1,0 1 0,1 0-1,-4 9-214,6-9 57,4-8-17,1 1 0,-1-1 1,1 1-1,0-1 0,1 1 1,-1 0-1,1 2-40,-2 6 77,0 0-1,2 0 1,-1 0 0,2 6-77,0-13 12,0-1 1,0 1 0,1 0-1,0-1 1,1 1 0,0-1 0,-1 0-1,2 1 1,-1-1 0,1 0 0,1 2-13,-2-6 10,1 1 0,-1-1 1,1 0-1,-1 0 1,1 0-1,0 0 1,0 0-1,0 0 1,0-1-1,0 1 0,0-1 1,0 0-1,0 0 1,0 0-1,1-1 1,-1 1-1,0-1 1,2 0-11,-1 1 16,2 0 3,0-1 1,0 0 0,1 0 0,-1 0 0,0-1 0,0 0 0,0 0 0,0-1 0,0 1 0,0-1 0,4-3-20,-1 2 19,3-1 40,0-2 0,-1 1-1,0-1 1,0-1 0,-1 0-1,1 0 1,-1-1 0,-1 0-1,0-1 1,4-5-59,-7 8 70,-1-1 1,0-1-1,-1 1 0,0 0 1,0-1-1,0 0 0,-1 0 1,0 0-1,-1-1 0,0 1 1,0 0-1,-1-1 0,0 1 0,0-1 1,-1 0-1,0 1 0,-1-1 1,0 0-1,0 1 0,-1-1 1,0 1-1,0 0 0,-1 0 1,-3-7-71,6 14 268,1 15-8,0-1-1,1 1 1,1-1 0,0 1 0,6 12-260,25 61 296,-31-79-289,1 0 53,0 0 0,0 0-1,1-1 1,0 1-1,5 5-59,-4-4 14,-5-8-11,0 0-1,0 0 0,0 0 1,0 0-1,0 0 0,0 0 0,0 0 1,0 0-1,0 0 0,0 0 0,0 0 1,1-1-1,-1 1 0,0-1 0,1 1 1,-1-1-1,0 1 0,1-1-2,4 2 6,20 2 1,-21-4-10,-1-1 1,1 0-1,-1 0 0,1-1 1,-1 0-1,0 1 1,0-1-1,0-1 0,0 1 1,0 0-1,0-1 1,0 0-1,-1 0 0,1 0 1,-1-1-1,0 1 1,0-1-1,0 1 0,-1-1 1,3-3 2,2-5-45,0 0 0,-1 0-1,0-1 1,-1 0 0,0 0 0,-1 0 0,1-7 45,7-48-148,-3 0 0,-2-32 148,1-94-250,-6 128 244,-2-11 4,0 43 30,1 17 34,-1 0-1,-1 0 0,0 0 0,-1 1 0,-1-1 0,-1 1 0,-4-11-61,8 26 10,0 1 0,0-1 0,0 1 0,0-1-1,0 1 1,0-1 0,0 1 0,0-1 0,0 1-1,-1-1 1,1 1 0,0-1 0,0 1-1,-1 0 1,1-1 0,0 1 0,-1-1 0,1 1-1,0 0 1,-1-1 0,1 1 0,0 0 0,-1-1-1,1 1 1,-1 0 0,1-1 0,-1 1-1,1 0 1,-1 0 0,1 0 0,-1 0 0,1-1-1,-1 1 1,1 0 0,-1 0 0,1 0 0,-1 0-1,1 0 1,-1 0 0,1 0 0,-1 1-1,1-1 1,-1 0-10,-1 1 19,1 1 0,-1 0 0,1 0 0,-1-1 0,1 1 0,0 0 0,0 0 0,-1 0 0,2 0 0,-1 1 0,0-1-19,-18 62 232,14-19-119,2 0 0,2 1 0,1-1 0,6 34-113,-5-72 18,4 33 39,2-1 0,1 0 0,2 0 0,2-1 0,1-1 0,2 0 0,2-1 0,13 21-57,-25-48 5,0-1 0,0-1-1,1 1 1,-1-1 0,2 0-1,-1 0 1,1 0 0,0-1-1,0 0 1,1-1 0,0 1-1,0-1 1,0-1 0,1 0-1,-1 0 1,4 0-5,-10-3-22,0-1 0,0 1-1,0-1 1,0 0 0,0 0 0,0 0-1,0 0 1,0 0 0,0 0 0,0-1 0,0 1-1,0 0 1,0-1 0,0 0 0,0 0-1,0 1 1,0-1 0,0 0 0,-1-1 0,1 1-1,0 0 1,-1 0 0,1-1 0,0 0 22,6-6-216,-1 0 1,0-1 0,0 1-1,1-4 216,0 0-329,20-30-2697,18-35 3026,-16 25-1258,-20 34 602,-1-1-1,-1-1 1,2-7 656,5-14-1569,12-25-5931</inkml:trace>
  <inkml:trace contextRef="#ctx1" brushRef="#br2" timeOffset="1.36581E6">30366 1769 9688,'-2'-7'1392,"0"7"2474,-4 9-3705,1 1 0,0 0 0,1 0 0,0 0 0,1 0 0,0 1 0,0 0 0,1-1 0,1 1 0,-1 0 0,2 0 0,0 0 0,0 0 0,1 0 0,0 0 0,1-1 0,0 1 0,1 0 0,0-1 0,0 1 0,1-1 0,1 0 0,0 1-161,2 3 71,5 10 167,0-1 1,9 13-239,-16-30 45,0 0 1,0 0-1,0 0 1,0 0 0,1-1-1,0 1 1,0-2 0,0 1-1,1-1 1,5 3-46,-9-4 24,-3-2-21,1 0 0,-1 0 0,1-1 0,-1 1-1,1 0 1,-1-1 0,1 1 0,0 0-1,0-1 1,-1 1 0,1-1 0,0 1-1,0-1 1,0 1 0,-1-1 0,1 0 0,0 1-1,0-1 1,0 0 0,0 0 0,0 0-1,0 0 1,-1 1 0,1-1 0,0 0-1,0-1 1,0 1 0,0 0 0,0 0 0,0 0-1,0 0 1,0-1 0,-1 1 0,1 0-1,0-1 1,0 1 0,0-1 0,-1 1 0,1-1-1,0 1 1,0-1 0,-1 0 0,1 1-1,0-1-2,8-8-1,-1 0-1,0 0 0,0 0 0,-1-1 0,0-1 0,0 1 1,-1-1-1,4-11 2,8-23-29,9-31 29,-19 52-6,9-35-59,-3-1-1,0-17 66,1-6-54,-11 68-152,-2 0 1,0 0 0,-1 0-1,0 0 1,-1-1 0,-1 1-1,0 0 1,-1 0 0,-1 0-1,-2-5 206,5 19-725,0 1-469,0 0 75,0 0-906,0 0-6047</inkml:trace>
  <inkml:trace contextRef="#ctx1" brushRef="#br2" timeOffset="1.36616E6">30927 1634 10936,'0'5'1057,"15"326"1564,-9-291-4753,-6-38 1635,0 0 0,0 0 0,0-1 1,1 1-1,-1 0 0,1-1 0,-1 1 1,1 0-1,0-1 0,-1 1 1,1-1-1,0 1 0,0-1 0,0 1 1,1 0 496,-8-17-1207</inkml:trace>
  <inkml:trace contextRef="#ctx1" brushRef="#br2" timeOffset="1.36732E6">31103 1634 9864,'1'6'1209,"10"68"694,-1-17 578,-1 24-2481,-6-35 600,10 113 862,-6-111-1087,-7-47-363,0 0 0,0-1 0,0 1-1,0 0 1,0-1 0,1 1 0,-1 0 0,0-1 0,0 1-1,0 0 1,1-1 0,-1 1 0,0 0 0,1-1 0,-1 1-1,1-1 1,-1 1 0,1-1 0,-1 1 0,1-1 0,-1 1-1,1-1 1,-1 0 0,1 1 0,0-1 0,-1 0 0,1 1-1,-1-1 1,1 0 0,0 0 0,-1 1 0,1-1 0,0 0-1,-1 0 1,1 0 0,0 0 0,0 0 0,-1 0 0,1 0-1,0 0 1,-1 0 0,1-1 0,0 1 0,-1 0 0,1 0-1,0 0 1,-1-1 0,1 1 0,-1 0 0,1-1 0,0 1-1,-1-1 1,1 1 0,-1-1 0,1 1 0,-1-1 0,1 1-1,-1-1-11,5-3 62,1-1-1,-1 1 1,-1-1-1,1 0 0,3-5-61,8-17 101,0 0 0,-2 0 0,-2-1 0,0-1-1,3-15-100,44-135 235,-35 112-102,-22 61-115,2-5 8,-1 1 1,2-1 0,-1 1 0,1 0 0,1 0 0,0 1 0,0 0 0,1 0 0,7-7-27,-13 15 8,1 1 0,-1 0 0,1 0 0,-1-1 0,0 1 0,1 0 0,-1 0-1,1 1 1,-1-1 0,0 0 0,1 0 0,-1 1 0,0-1 0,1 1 0,-1-1-1,0 1 1,1-1 0,-1 1 0,0 0 0,0 0 0,0-1 0,0 1 0,0 0-1,0 0 1,0 0 0,0 0 0,0 0 0,0 1 0,0-1 0,-1 0 0,1 0-1,0 1-7,13 24 102,-2 1-1,3 8-101,-2-2 89,2-1-1,7 10-88,-9-20 14,1-1-1,14 17-13,0-11 3,-25-25-13,1 1 0,-1-1 1,1 1-1,0-1 0,0 0 0,0-1 1,0 1-1,1-1 0,-1 0 0,0 0 1,1 0-1,-1 0 0,0-1 1,1 0-1,-1 1 0,1-2 0,-1 1 1,1-1-1,-1 1 0,0-1 0,1 0 1,-1-1-1,0 1 0,0-1 10,5-2-81,0-1-1,0 0 1,-1 0-1,0-1 1,0 0 0,0-1-1,-1 0 1,0 0-1,0 0 1,-1-1-1,1-1 82,10-14-264,-1-1-1,-1-1 0,8-16 265,-17 28-40,-4 8-5,0 1 0,0 0-1,0-1 1,-1 1-1,0-1 1,0 0-1,0-3 46,3-13-217,0 0 1,-2-1-1,0-12 217,-2 28-47,0-1-1,-1 1 1,0 0 0,0 0 0,0 0 0,0 0 0,-1 0 0,0 1 0,0-1 0,-1 0 0,1 1-1,-1-1 1,-1 1 0,1 0 0,-3-3 47,-2 6-67,-2 4 49,0 1-1,0 0 1,0 1-1,0 0 1,1 0-1,0 1 1,0 0-1,0 1 1,0 0-1,1 0 1,0 1-1,1 0 0,-1 0 1,1 1-1,1 0 1,-1 0-1,2 1 1,-1 0-1,1 0 1,0 0-1,0 3 19,-2 0-12,5-8 2,0-1-1,0 1 0,0 0 0,1-1 0,0 1 1,0 0-1,0 0 0,0 0 0,0 0 0,1 0 0,0 0 12,-4 77-123,4-76 121,1 0 0,0 0 1,0-1-1,1 1 0,-1 0 0,1 0 0,0-1 0,0 1 0,0-1 0,1 1 1,0-1-1,0 0 0,0 0 0,1 1 1,1 1 3,1 1 37,0 0 1,0 0 0,0-1-1,1 0 1,0-1-1,1 1 1,-1-1-1,1-1 1,0 1 0,0-1-1,0-1 1,1 1-1,-1-1 1,1-1 0,0 0-1,1 0-40,-7-1 30,0 0-1,1 0 0,-1 0 1,1-1-1,-1 0 0,1 0 1,0 0-1,-1 0 1,1 0-1,-1 0 0,1-1 1,-1 0-1,1 0 0,-1 0 1,0 0-1,1 0 0,-1-1 1,0 1-1,0-1 1,0 0-1,0 0 0,0 0 1,-1-1-1,1 1 0,0 0 1,-1-1-1,0 0 1,0 0-1,0 0 0,0 0 1,0 0-1,0 0 0,-1 0 1,1 0-1,-1-2-29,4-11 23,-1-1 1,0 0-1,-2-1 0,0 1 0,-1 0 0,0-11-23,-1 7 88,3-32-76,-1-31 6,-1 44 65,1 0 0,1 0-1,4-10-82,-6 47 222,-1 3 38,0 31 109,0 18 240,6 43-609,20 132 714,-13-117-498,5 94-20,-10-64-56,-5-99-129,-1-14 35,-1 0-1,-2 21-45,-4 60 212,-12 64-212,14-143 11,2-17 9,-1-1 1,0 1-1,0 0 0,0 0 0,-1-1 0,-2 4-20,-1 2 30,0 0 0,-1 0-1,-1 0 1,0-1 0,-1 0-1,0-1 1,-1 0 0,-6 6-30,5-8 6,7-6-4,-1 0 0,0 0-1,0-1 1,-1 1 0,1-1 0,-1 0-1,-1 0-1,-99 44-14,79-41-98,-138 5-87,86-12-634,-61-8 833,126 8-74,-24-5-646,-126-34-278,115 27-1681,-50-10-6015,231 54 6554</inkml:trace>
  <inkml:trace contextRef="#ctx1" brushRef="#br2" timeOffset="1.36808E6">21354 4889 10760,'0'0'1936,"0"0"-60,0 0-240,0 0-137,0 0-303,3 4-262,3 5-683,-1 1 1,0 0 0,0 0-1,-1 1 1,0 0 0,-1-1-1,2 11-251,13 79 477,-14-69-403,28 155 488,-19-123-508,2 6-44,-1-12 14,7 44-1808,-20-97 981,-2-8 429,1 2-2565,0 2-8232</inkml:trace>
  <inkml:trace contextRef="#ctx1" brushRef="#br2" timeOffset="1.36843E6">20953 5308 11928,'0'0'1833,"0"0"-77,5-3-330,27-20-555,3 0-209,2 1 0,0 2-1,10-3-661,45-21-924,3 3 924,-23 14-1146,-29 14-567,1 2 1,0 2 0,29-3 1712,-27 6-6590,-108 15 4956</inkml:trace>
  <inkml:trace contextRef="#ctx1" brushRef="#br2" timeOffset="1.36876E6">21791 5290 10584,'2'0'1777,"2"2"-1502,0-1 1,0 0-1,0-1 1,0 1-1,1-1 0,-1 0 1,0 0-1,0 0 1,0 0-1,0-1 0,0 1 1,0-1-1,1 0 1,-2-1-1,1 1 0,0-1 1,0 1-1,0-1 1,-1 0-1,1-1 0,-1 1 1,1-1-1,-1 1 1,0-1-1,2-2-275,4-5 162,1 0 1,-1 0-1,-1-1 0,0 0 0,0-1 1,-2 0-1,1 0 0,-1 0 0,-1-1 0,0 0 1,-1 0-1,0 0 0,-1-1 0,-1 1 1,0-1-1,-1 1 0,0-1 0,-1 0 1,-1-4-163,-5-13 118,5 29-113,1 1-1,0 0 1,-1 0-1,1 0 1,-1 0-1,1 0 1,-1 0-1,0 0 1,1 0-1,-1 0 1,0 0-1,0 0 1,0 1-1,1-1 1,-1 0-1,0 0 1,0 1-1,0-1 1,0 1-1,0-1 1,-1 1 0,1-1-1,0 1 1,0-1-1,0 1 1,0 0-1,0 0 1,-1 0-1,1 0 1,0 0-1,0 0 1,0 0-1,0 0 1,-1 0-5,-7 2 5,-1 1 1,1 0 0,0 0 0,0 1-1,1 0 1,-1 1 0,1 0-1,0 0 1,0 1 0,1 0-1,-1 0 1,1 1 0,1 0 0,-5 6-6,-3 5 6,2 1-1,0 1 1,1 0 0,1 0 0,1 2-6,-4 25 3,12-34-5,1-1 1,0 0-1,0 1 1,2-1-1,-1 0 1,2 0-1,0 0 1,0 0 0,1 0-1,0 0 1,3 4 1,-2-4-14,-4-9-8,0 0 1,0-1-1,1 1 0,-1 0 1,1-1-1,-1 1 0,1-1 0,0 1 1,0-1-1,0 0 0,0 0 0,1 0 1,1 1 21,3 4-149,1-1 1,1-1 0,-1 1-1,1-1 1,0-1-1,0 0 1,0 0 0,0-1-1,1 0 1,-1 0 0,11 1 148,-8-3-137,-7 0-6,-1-1 0,0 0 0,1 0 0,-1 0 0,0-1 0,0 1 0,1-1 0,-1 0 0,4-1 143,18-6-675,-1-1 0,18-9 675,-15 6-2278,28-8-6057,-131 47 6265</inkml:trace>
  <inkml:trace contextRef="#ctx1" brushRef="#br2" timeOffset="1.36948E6">22588 4851 9776,'0'0'1560,"0"0"-34,0 0-132,-6-2-261,5 1-1169,-3-1 235,-1 0-1,0 0 1,-1 1-1,1 0 1,0 0-1,0 0 1,0 0-1,-1 1 1,1 0-1,-2 0-198,1 1 74,0 0 0,0 1 1,1 0-1,-1 0 0,1 0 0,-1 0 0,1 1 1,0 0-1,0 1 0,0-1 0,0 1 0,1-1 0,0 2 1,-1-1-1,1 0 0,1 1 0,-1-1 0,1 1 1,0 0-1,0 1 0,0-1 0,0 0 0,1 1 0,0-1 1,0 2-75,-3 8 65,1 0 0,1 0 1,0 1-1,1-1 0,0 1 1,2-1-1,-1 1 0,2 6-65,-1-19 4,1 1 0,-1 0-1,0 0 1,1-1 0,0 1-1,0 0 1,0-1 0,0 1 0,0-1-1,1 1 1,0-1-4,3 8 6,20 31-1,-19-35-23,1 0 0,0 0 0,1-1 0,-1 0 0,1 0 0,0-1-1,0 0 1,1 0 0,0-1 0,0 0 0,0-1 0,0 0-1,0 0 1,1-1 0,-1 0 0,1 0 0,-1-1 0,2-1 18,1 1-86,0-1 0,1-1 0,-1 0 0,0-1 0,0 0 0,0-1 0,11-3 86,-6 1-73,-2 1-42,0-1-1,-1 0 0,1-1 1,-1-1-1,0 0 1,-1-1-1,3-3 116,0 2-92,1-2-115,-1 0 0,0 0 1,-1-2-1,0 0 0,10-11 207,-11 10-96,2-5-342,9-22-171,14-31 609,-31 44-439,12-138-146,-20 132 265,-7-10 171,-1 0 0,-2 1 0,-8-19 149,11 43 23,0 1 1,-1-1-1,0 1 1,-2 1-1,0 0 1,-1 0-1,0 1 1,-14-14-24,25 30 38,-1 0-1,1-1 1,-1 1 0,1 0 0,-1 0 0,1-1-1,-1 1 1,0 0 0,1 0 0,-1 0-1,1 0 1,-1 0 0,1 0 0,-1 0-1,0 0 1,1 0 0,-1 0 0,1 0 0,-1 0-1,1 0 1,-1 0 0,1 0 0,-1 1-1,0-1 1,1 0 0,-1 0 0,1 1-1,-1-1 1,1 0 0,-1 1 0,1-1-1,0 0 1,-1 1 0,1-1 0,-1 1 0,1-1-1,0 1 1,0-1 0,-1 1 0,1-1-1,0 1 1,0-1 0,-1 1 0,1 0-38,-12 22 45,12-22 44,-1 1-37,0 0 1,0 0-1,0 0 0,0-1 1,1 1-1,-1 0 0,1 0 1,-1 0-1,1 0 1,0 0-1,0 0 0,0 0 1,0 0-1,0 0 0,0 1-52,1 8 115,-2 14 67,2 0 1,1 0-1,1 0 1,1 0-1,2 0 0,0-1 1,2 2-183,20 52 1441,20 38-1441,0-1 698,-37-91-377,1-1 1,1-1-1,9 13-321,0 1 412,-21-35-346,2-2-43,0 1 0,-1-1 0,1 0 0,0 0-1,-1 0 1,1 0 0,-1 0 0,1-1 0,-1 1-1,1-1 1,-1 0 0,0 1 0,0-1 0,0 0-1,0 0 1,0-1 0,0 1 0,-1 0 0,1-1-1,-1 1 1,2-3-23,5-11-10,0 0 0,-1 0 0,0-3 10,-2 6 37,30-92-9,-24 65-11,16-36-17,-21 64 1,0-1 0,1 1-1,0 0 1,1 0 0,0 1 0,1 0-1,7-7 0,-14 16 1,-1 1-1,1-1 0,-1 1 1,1 0-1,-1 0 0,1 0 1,0 0-1,-1 0 0,1 0 1,0 0-1,0 0 1,0 1-1,0-1 0,0 1 1,0 0-1,0-1 0,0 1 1,0 0-1,1 0 0,23 5 3,0 11 2,-1 7-2,-2 11 2,-1 10-4,5 9-171,32 47 170,-57-96-130,1 0 0,0 0-1,1 0 1,-1-1 0,0 0 0,1 0 0,0 0 0,0 0 0,0 0 0,0-1 0,0 1 0,1-1 0,-1 0 0,1-1 0,-1 1 0,1-1 0,0 0 0,-1 0 0,1 0 0,0-1-1,0 0 1,2 0 130,-3-1-185,-1 0 0,1 0 0,-1-1 0,1 1 0,-1-1 0,0 0 0,1 0 0,-1 0-1,0-1 1,0 1 0,-1-1 0,1 1 0,2-4 185,-2 3-122,10-7-2021,12-8-5473,-59 42 5728</inkml:trace>
  <inkml:trace contextRef="#ctx1" brushRef="#br2" timeOffset="1.36991E6">23796 4542 11384,'-1'4'1465,"-3"12"-922,1 0 0,1 0-1,1 0 1,0 0 0,1 0 0,1 0 0,0 1-1,1 0-542,6 22 629,1-2 0,6 15-629,14 22 452,-24-64-279,0 0-1,0 0 0,1-1 1,0 1-1,1-1 0,2 2-172,-9-10 5,0-1 0,0 0-1,0 0 1,0 0 0,0 0-1,0 0 1,0 0 0,0 0-1,0 0 1,1 0 0,-1 0-1,0 0 1,0 0-1,0 1 1,0-1 0,0 0-1,0 0 1,0 0 0,0 0-1,0 0 1,1 0 0,-1 0-1,0 0 1,0 0 0,0 0-1,0 0 1,0 0 0,0 0-1,0 0 1,0 0-1,1 0 1,-1 0 0,0 0-1,0 0 1,0 0 0,0 0-1,0 0 1,0 0 0,0-1-1,0 1 1,0 0 0,1 0-1,-1 0 1,0 0 0,0 0-1,0 0 1,0 0 0,0 0-1,0 0 1,0 0-1,0 0 1,0-1 0,0 1-1,0 0 1,0 0 0,0 0-1,0 0-4,2-10 218,-4-10-13,-1-10-55,0 0 0,2 0 0,2 0 0,2-21-150,-1 35 21,8-31 118,0 10-38,3 1-1,1 0 1,11-20-101,-23 53 17,0-1 0,1 1 0,-1 0 0,1 0 0,0 0 0,0 0 0,0 1 0,0-1 0,0 1 0,0-1 0,1 1 0,-1 0 0,1 1 0,1-2-17,1 1 15,-3 1-8,0 0 0,0 0 0,0 0 0,0 1 0,0-1 0,0 1 0,0 0 0,0 0 0,1 0 0,-1 1 0,0-1 0,0 1 0,0-1 0,0 1 0,0 0 0,0 0 0,0 1-7,1-1 10,1 1 1,-1-1 1,1 1-1,0 0 0,-1 1 0,1-1 0,-1 1 0,0 0 0,0 0 1,0 1-1,-1-1 0,1 1 0,2 3-11,7 6 24,32 37 28,20 32-52,-8-13-202,-56-67 112,0 0 1,1 0-1,0 0 0,-1 0 0,1 0 0,0 0 0,0 0 0,0-1 0,0 1 1,0-1-1,0 0 0,0 1 0,0-1 0,1 0 0,-1 0 0,1-1 1,-1 1-1,0 0 0,1-1 0,-1 1 0,1-1 0,-1 0 0,1 0 0,-1 0 1,1 0-1,0 0 0,-1-1 0,0 1 0,1-1 0,0 0 90,1-1-234,-1 0-1,0 0 0,1-1 1,-1 0-1,0 1 1,0-1-1,0 0 1,-1-1-1,1 1 1,-1 0-1,1-1 0,-1 1 1,0-1-1,-1 0 1,1 1-1,-1-1 1,1-3 234,8-26-1270,-2-1 0,-1 0 0,2-34 1270,2-16-7726</inkml:trace>
  <inkml:trace contextRef="#ctx1" brushRef="#br2" timeOffset="1.37026E6">24465 4442 9776,'0'0'1649,"0"0"-41,-1 3-185,-2 9-781,-1 2-189,1 1 1,0-1 0,1 1-1,0 0 1,1 0-1,1 0 1,1 10-454,4 10 491,1 1 0,9 24-491,0-20 48,14 13-105,-28-53 32,-1 1-1,1 0 1,-1-1-1,1 1 1,-1-1 0,1 1-1,0 0 1,-1-1-1,1 0 1,0 1-1,0-1 1,-1 1 0,1-1-1,0 0 1,0 1-1,-1-1 1,1 0-1,0 0 1,0 0 0,0 0-1,-1 0 1,1 0-1,0 0 1,0 0-1,0 0 1,0 0 0,-1 0-1,1 0 1,0-1-1,0 1 1,0 0-1,-1-1 1,1 1 0,0 0-1,0-1 1,-1 1-1,1-1 1,0 0 25,20-20-1527,-16 11 1240,0 0 1,-1 1-1,-1-1 1,0-1-1,0 1 1,-1 0-1,0-1 287,7-84-1144,-6 62-19,3-53-7197</inkml:trace>
  <inkml:trace contextRef="#ctx1" brushRef="#br2" timeOffset="1.37026E6">24458 4058 10584,'0'0'0,"0"0"1016,0 0-1016,-16-19 1024,-12-9-1024,28 28-288,0 0 288,-15-22-280,3 3 280,12 19-1032,0 0 1032,9-10-1024,17 3 1024,-26 7-392,0 0 392,33-18-6376,-66 36 6376</inkml:trace>
  <inkml:trace contextRef="#ctx1" brushRef="#br2" timeOffset="1.37078E6">25078 4288 8968,'0'0'1744,"0"0"-20,0 0-79,0 0-89,0 0-298,-8-1-271,1-1-840,5 2-105,0-1 0,0 0-1,0 1 1,-1-1 0,1 1-1,0 0 1,-1 0 0,1 0 0,0 0-1,0 0 1,-1 1 0,1-1 0,0 0-1,0 1 1,-1 0 0,1 0-42,-76 23 694,62-16-332,-57 58 120,66-59-433,1 1-1,0 0 0,0 0 0,1 1 1,0-1-1,0 1 0,1 0 0,0 0 1,1 1-1,0 1-48,-2 3 29,1-4 3,0 2-1,1-1 0,1 0 0,0 1 0,0-1 1,1 1-1,0 7-31,1-7 16,-1-7-2,1 1 0,0-1 0,1 1 0,-1-1-1,1 1 1,0-1 0,0 1 0,1-1 0,-1 0 0,1 0 0,0 0 0,2 3-14,-2-4 8,-1-2 0,1 1 1,0-1 0,0 1-1,0-1 1,1 1 0,-1-1-1,1 0 1,-1 0-1,1 0 1,-1-1 0,1 1-1,0-1 1,0 1 0,0-1-1,0 0 1,0 0 0,0 0-9,1 0 10,0 0-2,-1 0-1,0-1 1,1 1 0,-1-1-1,1 0 1,-1 0 0,1 0-1,-1 0 1,0-1 0,1 1-1,-1-1 1,1 0 0,-1 0-1,0 0 1,0-1 0,3-1-8,-2 1 14,3 0 10,-1-1 0,0-1 0,0 1 0,-1-1 0,1 0 0,-1 0 0,0-1 0,0 0 0,3-3-24,0 0 15,0 0 3,0-1 0,0 0 1,-1-1-1,0 0 0,-1 0 0,0-1 0,-1 1 0,0-1 1,0-1-1,1-7-18,-1 6 35,10-24-30,-5 15 176,-1 0 0,-2-1 0,0 0 1,2-16-182,-8 36 149,-2 6-108,0 1 1,0-1-1,0 0 1,0 1-1,1-1 1,0 1-1,0-1 1,0 1-1,0-1 1,0 1-42,0 11 240,1 52-60,2-1 1,3 1-1,3-1 1,3 0-1,18 58-180,9-9 778,52 106-778,-82-196-130,-1 2 0,0-1 0,1 20 130,-10-104-1506,3 23-2069,0 5-6995,-5 69 7970</inkml:trace>
  <inkml:trace contextRef="#ctx1" brushRef="#br2" timeOffset="1.37168E6">25345 4131 8344,'0'0'1808,"0"0"49,0 0 199,0 0-53,0 0-432,-1 6-351,2 17-695,0 0-1,1-1 1,1 1-1,2-1 1,0 1-1,5 11-524,-6-18 73,16 32 265,-13-32-261,1-2 0,1 1 0,0-1 0,1 0 0,1-1 0,0-1 0,0 1 0,1-2 0,1 1 0,0-1-77,-10-10 12,0 1 0,0-1 0,0 1 0,0-1 0,1 0 0,-1 0 1,0-1-1,0 1 0,1 0 0,-1-1 0,0 0 0,1 0 0,-1 0 0,0 0 0,1-1 0,-1 1 0,0-1 0,1 0-12,1 0 10,-1 0-4,0 0-1,0-1 1,0 0-1,0 0 1,0 0 0,-1 0-1,1 0 1,-1-1 0,1 0-1,-1 1 1,0-1-1,0-1 1,0 1 0,1-2-6,0 0 14,1 0 13,0 0 1,-1-1-1,0 0 0,0 0 0,-1 0 0,0 0 1,0 0-1,2-7-27,0 2 21,0-2 8,-1-1-1,0 0 1,-1 0-1,0 0 1,-1 0-1,-1 0 1,0 0 0,-1 0-1,-1-2-28,1 12 7,0-26 64,-1 0 1,-1-1 0,-3-7-72,5 38 3,0-1 1,0 0-1,0 1 1,0-1-1,-1 0 1,1 1 0,0-1-1,0 1 1,0-1-1,-1 0 1,1 1-1,0-1 1,-1 1-1,1-1 1,-1 1 0,1-1-1,0 1 1,-1-1-1,1 1 1,-1-1-1,1 1 1,-1 0-1,0-1 1,1 1-4,-10 6 74,-6 23 33,14-24-97,0 0 1,1 0-1,-1 0 0,1 0 0,0 0 0,1 0 0,-1 0 1,1 0-1,0 1 0,0-1 0,1 0 0,-1 0 0,1 0 1,0 0-1,1 0 0,-1 0 0,1 0 0,0 0 0,0 0 1,1-1-1,-1 1 0,1-1 0,0 0 0,1 2-10,21 18 18,-16-20-13,0 1 0,1-1 0,-1-1 0,1 0 1,0 0-1,-1-1 0,1 0 0,1-1 0,-1 0 1,0-1-1,9 0-5,33-2 5,-37-1-2,0 1 0,-1-2-1,1 0 1,-1-1 0,0 0-1,-1-1 1,1-1 0,12-7-3,-18 7-17,0 1 1,0-1-1,0 0 1,-1-1-1,0 0 1,-1 0-1,0 0 1,0-1-1,0 0 1,-1 0-1,-1 0 1,1-1-1,-1-1 17,-2 4-36,0 1 0,0 0 1,0-1-1,-1 1 0,0-1 0,0 0 0,-1 1 1,0-1-1,0 0 0,-1 1 0,0-1 0,0 0 1,0 1-1,-1-1 0,0 1 0,0 0 0,0 0 1,-1-1-1,0 2 0,-2-4 36,3 7-22,1 1 0,0-1 0,-1 1 0,1 0 0,-1 0 0,1-1 0,-1 1 0,0 0 0,1 1 0,-1-1 0,0 0 0,0 0 0,1 1 1,-1-1-1,0 1 0,0-1 0,0 1 0,0 0 0,0 0 0,0 0 0,0 0 0,0 0 22,-33 6-46,32-4 25,0 0 1,-1 0-1,1 0 1,0 0 0,0 1-1,1-1 1,-1 1-1,0 0 1,1 0-1,0 0 1,-1 0 0,0 3 20,0-2-17,1-2 11,1 0-1,0-1 0,-1 1 1,1 0-1,0 0 0,0 0 1,1 0-1,-1 0 0,0 0 1,1 0-1,-1 0 0,1 0 1,-1 0-1,1 0 0,0 2 7,-1 6-13,-3 2 5,3-9 5,0 0 0,1 0 0,-1 1 0,1-1 0,-1 0 0,1 0 0,0 1 0,0-1 0,0 0 0,1 0 0,0 4 3,1 5-15,0 1 1,1-1 0,0 1 0,1-1 0,1 0-1,0 0 1,0-1 0,1 1 0,1-1 14,2-1-13,0 0 0,1-1-1,0 0 1,0-1 0,1 0 0,0-1 0,0 0 0,1-1 0,0 0 0,0-1 0,0 0 0,1-1 0,-1 0 0,1-1 0,1-1 13,-9 0-29,1-1 0,0 0 0,0 0 0,-1-1 0,1 1 0,0-1 0,0-1 0,0 1 0,0-1 0,-1 0 29,7-3-748,0 0 1,-1 0-1,1-2 1,2-1 747,-1 1-1338,14-7-8376,-63 30 7321</inkml:trace>
  <inkml:trace contextRef="#ctx1" brushRef="#br2" timeOffset="1.37215E6">26535 3669 14072,'0'0'1617,"0"0"-77,0 0-328,-7 5-267,-8 6-712,1 1 1,0 1-1,0 0 0,1 1 1,1 0-1,-7 12-233,17-23 3,0-1-1,0 1 1,0 1 0,0-1-1,0 0 1,1 0 0,0 1-1,0-1 1,0 1 0,0-1-1,0 1 1,0-1 0,1 1-1,0-1 1,0 1 0,0 0-1,0-1 1,1 1 0,-1-1-1,1 1 1,0-1 0,0 1-1,0-1 1,0 1 0,1-1-1,-1 0 1,1 0 0,0 0-1,0 0 1,0 0 0,1 0-1,-1 0 1,0-1 0,3 3-3,14 10 19,1 0 0,0-1 0,1-1 1,0-1-1,15 6-19,-2-1 542,23 17-542,-24-11 79,-22-13 94,-5 1-91,0-1 0,-1 1-1,-1 0 1,0 0 0,0 0 0,-1 1-1,-1-1 1,0 1 0,0-1-1,-1 1 1,0 10-82,-2-18 39,0 1 1,0-1-1,0 0 1,-1 1-1,1-1 0,-1 0 1,0 0-1,0 0 1,-1 0-1,1 0 0,-1 0 1,0-1-1,0 1 1,-1 0-40,-1 2 25,-2 3-13,-1 0 1,-1 0-1,0-1 0,0 0 0,-1 0 0,0-1 0,0 0 0,0-1 1,-9 4-13,-8-5-493,-9-8-10309,34 2 7509,26 1 744</inkml:trace>
  <inkml:trace contextRef="#ctx1" brushRef="#br2" timeOffset="1.37382E6">27733 3239 11480,'0'0'1832,"0"0"-78,0 0-309,0 0-142,0 0-260,0 6-225,-3 45-72,3 0-1,7 51-745,-6-85 100,7 75 89,23 137 241,-15-143-338,-10-46 80,2-1 1,11 33-173,-19-71 2,0-1 0,0 0 0,0 1 0,0-1 0,0 1 0,0-1 1,0 1-1,0-1 0,0 0 0,0 1 0,1-1 0,-1 1 0,0-1 0,0 0 0,0 1 0,1-1 0,-1 0 0,0 1 0,0-1 1,1 0-1,-1 1 0,0-1 0,1 0 0,-1 0 0,0 1 0,1-1 0,-1 0 0,1 0 0,-1 0 0,0 1 0,1-1 0,-1 0 1,1 0-1,-1 0 0,0 0 0,1 0 0,-1 0 0,1 0 0,-1 0 0,1 0 0,-1 0 0,0 0 0,1 0 0,-1 0 0,1 0 0,-1 0 1,1-1-1,-1 1 0,0 0 0,1 0 0,-1 0 0,0-1 0,1 1 0,-1 0 0,0 0 0,1-1 0,-1 1 0,0 0 0,1-1 1,-1 1-1,0 0 0,0-1 0,0 1 0,1-1 0,-1 1-2,13-27 33,44-163 128,-36 134-157,-7 24-5,17-27 1,-29 56-1,0-1 1,1 1-1,-1 0 1,0 0-1,1 0 1,0 0-1,0 0 0,0 1 1,0-1-1,0 1 1,0 0-1,1 0 0,-1 0 1,1 0-1,-1 1 1,2-1 0,-1 0-3,-2 2 0,-1-1 0,1 1 1,0 0-1,-1 0 0,1 0 0,-1 0 0,1 0 1,0 0-1,-1 0 0,1 0 0,0 0 1,-1 1-1,1-1 0,-1 1 0,1-1 0,-1 1 1,1 0-1,-1 0 0,1-1 0,0 2 3,20 16-3,-20-16-1,4 4-1,0 0-1,-1 0 1,1 1 0,-1 0-1,0 0 1,-1 0-1,0 1 1,0 0 5,1 0-3,-3-5 1,-1 1-1,1-1 1,0 0 0,-1 1 0,0-1 0,1 1 0,-1-1 0,-1 1 0,1 0 0,0-1-1,-1 1 3,2 12-3,7 39 0,-8-35 6,-1 1-1,-1-1 1,-1 0-1,0 0 1,-2 0-1,-5 17-2,6-24 2,2-9 3,-1 1-1,1-1 1,-1 0 0,0 0-1,0 1 1,0-1 0,-3 3-5,-15 25 32,-10 4-24,25-31-14,-1-1 0,-1 1 0,1-1 0,-1 0 0,1-1 0,-1 1 0,0-1 0,-4 1 6,6-3-42,1 0 0,-1-1 1,1 1-1,-1-1 0,1 0 1,-1 0-1,1-1 1,-1 1-1,1-1 0,-1 0 1,1 0-1,-1-1 0,1 1 1,0-1-1,-2-1 42,0 0-87,2 2 0,0 0 1,0 0 0,0-1 0,1 0 0,-1 0 0,1 0-1,-1 0 1,1-1 0,0 1 0,0-1 0,0 0 86,-29-23-3742,3 6-5392,67 46 6909</inkml:trace>
  <inkml:trace contextRef="#ctx1" brushRef="#br2" timeOffset="1.37466E6">28384 3603 12728,'0'0'1744,"0"0"-56,0 0-225,0 0-145,0 0-364,2 8-234,-2-8-716,4 16 155,0-1-1,1 0 0,0 0 0,1-1 0,1 0 1,4 5-159,-7-12 44,1 0 0,0 0 1,0-1-1,1 0 1,0 0-1,0 0 0,1-1 1,-1 0-1,1 0 1,2 0-45,-5-3 12,1 0 1,-1 0-1,1-1 0,-1 0 1,1 0-1,-1 0 1,1 0-1,0-1 0,-1 0 1,1 1-1,0-2 1,0 1-1,-1-1 1,1 1-1,-1-1 0,1-1 1,-1 1-1,1-1 1,2-1-13,2-2 14,-1-1 0,1-1 1,-1 1-1,-1-1 1,1-1-1,-1 0 0,-1 0 1,1 0-1,2-5-14,12-27 7,-3-3-2,-2 0-4,-9 21-2,-1 6-5,-1 0 1,0 0 0,1-14 5,-6 27-7,0 3-1,3 23-6,-2-14 13,1 0 0,-1 0 0,1-1 0,1 1 0,0 0 0,0-1 0,0 0 0,1 0 1,1 0-1,0 1 1,-2-4-4,1 0 1,0 0-1,1-1 1,-1 1-1,1-1 1,0 0-1,0 0 1,0 0-1,1-1 1,-1 0-1,1 0 1,0 0-1,0-1 1,0 0-1,5 1 4,-5-1-43,-1-1-1,1 0 0,0 0 0,-1-1 0,1 1 1,0-1-1,0-1 0,-1 1 0,1-1 1,0 0-1,-1 0 0,5-2 44,0 0-51,33-17-359,-13 1-15,-1-2 0,0 0 0,6-8 425,-24 19-68,21-25-399,0-6-202,-2-1 0,5-12 669,-32 47-67,0-1 1,0 0-1,0 0 0,-1 0 1,0-1-1,-1 1 1,0 0-1,0-1 1,-1 1-1,0-1 1,0 1-1,-1 0 0,0-1 1,-1-2 66,-8-34-26,-6-18 335,8 24 188,-3 0 0,-1 1-497,11 36 353,2 6 1,50 174 1060,0-21-915,-42-112-486,-8-40-16,8 81-610,-9-79 535,0 1-1,0 0 0,0-1 0,-1 1 0,-1-1 1,1 1-1,-1-1 0,0 0 0,-3 7 79,4-13-545,-14-32-1234,12 23 1584,2 0-1,-1 0 1,1 0-1,0 0 0,1-1 1,0 1-1,0 0 1,0 0-1,1 0 1,1 0-1,-1 0 1,3-7 195,-2 10 71,0 0 0,0 0 0,1 0 0,0 0 0,-1 0 0,2 0 0,-1 1 0,0-1 0,1 1 0,0 0 0,0 0 0,0 1 0,0-1 0,1 1 0,0 0 0,-1 0 0,1 0 0,5-1-71,33-15 478,123-46 749,-122 51-4589,32-5 3362,-34 10-7835,-90 20 5877</inkml:trace>
  <inkml:trace contextRef="#ctx1" brushRef="#br2" timeOffset="1.37501E6">30527 3149 14256,'0'0'1321,"2"7"-216,5 29-661,2-1 1,2-1-1,1 2-444,1-3-1116,2-1 1,3 5 1115,23 29-3632,-23-35-2566,-42-72 4668</inkml:trace>
  <inkml:trace contextRef="#ctx1" brushRef="#br2" timeOffset="1.37536E6">30439 2492 11744,'0'0'160,"0"0"-160,0 0 160,0 0-160,0 0-1304,0 0 1304,0 0-1296,0 0 1296,0 0-1320,0 0 1320,0 0-1320,24 4 1320,-24-4-504,0 0 504,23 4-3808,-46-8 3808</inkml:trace>
  <inkml:trace contextRef="#ctx1" brushRef="#br2" timeOffset="1.37569E6">30966 2900 9952,'0'5'1713,"4"54"-546,3-2 0,2 1 0,3-1 1,2-1-1,4 4-1167,-5-20-72,3 0 0,8 13 72,-25-53-46,1 1 1,0-1-1,0 0 0,0 0 1,0 1-1,1-1 1,-1 0-1,0 0 1,0 0-1,0 1 0,0-1 1,0 0-1,0 0 1,0 1-1,0-1 0,0 0 1,0 0-1,1 0 1,-1 1-1,0-1 0,0 0 1,0 0-1,0 0 1,1 0-1,-1 0 1,0 1-1,0-1 0,0 0 1,1 0-1,-1 0 1,0 0-1,0 0 0,1 0 1,-1 0-1,0 0 1,0 0-1,0 0 1,1 0-1,-1 0 0,0 0 1,0 0-1,1 0 1,-1 0-1,0 0 46,2-13-1606,-7-27 349,-11-18-538,1 6-5298</inkml:trace>
  <inkml:trace contextRef="#ctx1" brushRef="#br2" timeOffset="1.37602E6">31034 3187 8072,'0'0'1288,"0"0"-56,0 0-224,1-3-215,3-3-675,0 0-1,1 0 1,-1 1-1,1-1 1,0 1 0,1 0-1,-1 0 1,1 1-1,0 0 1,0 0 0,5-2-118,72-37-86,-26 19-330,80-35-661,-106 47 1001,-7 3 118,0-1 0,-1-1 0,0-1 0,19-13-42,-37 22 980,-6 5-207,-11 12 246,-23 24-387,31-34-622,-22 25 1097,1 1 1,-11 19-1108,31-43 98,1 2 1,0-1-1,0 0 1,0 1 0,1 0-1,0 0 1,1 0-1,0 0 1,0 0-1,0 2-98,2-5 40,0-1 0,0 1 0,0 0 0,1 0 1,-1 0-1,1-1 0,0 1 0,1 0 0,-1-1 0,1 1 0,0-1 0,0 0 0,0 1 0,1-1 0,-1 0 0,1 0 0,0-1 0,0 1 0,3 2-40,23 18 225,2-1-1,0-1 0,2-1 1,8 2-225,-26-15 86,-12-5-42,1-1 0,-1 0 0,0 1 0,0 0 0,0 0 0,0 0 0,0 0-1,0 0 1,-1 1 0,0-1 0,1 1-44,0 1 57,-3-4-155,0-1-154,0 0-552,0 0-111,0 0-1898,0 0-7940</inkml:trace>
  <inkml:trace contextRef="#ctx1" brushRef="#br2" timeOffset="1.37738E6">31074 2256 9952,'0'0'1801,"0"0"-66,0 0-287,0 0-163,0 0-363,0 0-191,0 0-406,0 4-138,2 10-401,1 1 0,0-1 0,1-1 0,0 1-1,1 0 1,5 9 214,7 21-2384,-3-8-5464,-33-85 5915</inkml:trace>
  <inkml:trace contextRef="#ctx1" brushRef="#br2" timeOffset="1.38375E6">21780 6412 6552,'0'0'1121,"0"0"3,0 0-9,0 0-25,0 0-83,0 0-59,0 0-169,0 0-61,0 0-68,0 0-46,0 0-111,0 0-39,0 0-62,-2 8-78,-2 3-232,0 0-1,1 1 1,1 0 0,0 0 0,0-1-1,1 1 1,1 0 0,0 0 0,1 6-82,0-9 38,1 0 0,0-1 1,1 1-1,0 0 0,0-1 1,0 0-1,1 0 0,1 0 1,-1 0-1,1-1 0,0 0 1,1 1-39,-4-7 8,0 0 0,-1 0 1,1 0-1,0 0 0,0 0 1,-1 0-1,1 0 0,0 0 0,0-1 1,0 1-1,0-1 0,0 0 1,0 1-1,0-1 0,0 0 1,0 0-1,0 0 0,0-1 1,0 1-9,34-10 23,-24 3-6,0 0-1,0-1 1,-1-1-1,0 0 1,0 0 0,-1-1-1,-1 0 1,1-1-1,-2 0 1,0-1-1,7-11-16,-9 13 33,-1 1 0,0-1 0,-1 0 0,0 0 0,-1 0-1,0-1 1,0 1 0,-1-1 0,-1 0 0,1 1-1,-2-1 1,0 0 0,0 0 0,-1 0 0,-1-8-33,2 32 108,4 40-67,1-37-19,1 1 0,1-1-1,0 0 1,2-1 0,-1 0 0,2 0 0,0 0-1,0-2 1,13 13-22,-21-24 4,1 0-1,0 0 1,0 0-1,0 0 1,1 0 0,-1-1-1,0 0 1,1 0-1,-1 1 1,0-2 0,4 2-4,26 10 28,3 10-17,-34-21-103,-2-1-119,0 0-420,0 0-190,5-13-1375,28-61-382,-12 27-6402</inkml:trace>
  <inkml:trace contextRef="#ctx1" brushRef="#br2" timeOffset="1.3843E6">22415 6356 5296,'0'0'632,"0"0"81,0 0 327,0 0 68,0 0-72,0 0-51,1 3-281,18 75 562,4-2 0,5 4-1266,-3-9 865,-3 1 0,5 42-865,-26-108 77,1-1-32,-1 0 0,0 0 0,0 1 0,-1-1 0,1 0 0,-1 0 0,-1 1 0,1-1 0,-1 0 0,1 0 0,-1 0 0,-1 3-45,1-6 36,1-2-33,0 0-25,-2-2-38,-4-4 39,1 0 0,-1-1 0,1 0-1,1 0 1,0 0 0,0 0 0,0-1 0,1 1-1,0-1 1,-1-3 21,-21-87-174,22 86 166,-14-78-84,5 0 0,3 0 0,4-12 92,4 78 24,2-1 1,0 1 0,2 1 0,1-1 0,0 0 0,7-16-25,-9 32 11,1-1 1,-1 1 0,2 1 0,-1-1 0,1 0 0,0 1 0,1 0 0,0 0 0,0 0 0,0 0 0,1 1 0,0 0 0,1 0 0,-1 1 0,1-1 0,0 2 0,0-1 0,0 1 0,1 0 0,4-2-12,-7 5 43,0 0 1,0 0 0,0 0 0,0 1-1,1 0 1,-1 0 0,0 0 0,0 0-1,0 1 1,1 0 0,-1 0 0,0 1-1,0-1 1,2 2-44,4 1 71,-1 1 0,1 0 0,-1 1-1,-1 0 1,9 7-71,-10-7 41,-1 0-1,0 1 0,0 0 1,-1 0-1,1 0 1,-2 1-1,1 0 0,-1 0 1,0 0-1,-1 1 0,0 0 1,-1-1-1,2 5-40,-3-6 33,-1 0-1,0 0 1,0 0-1,0 0 1,-1 1-1,0-1 1,0 0-1,-1 0 1,0 1 0,0-1-1,-1 0 1,0 0-1,0 0 1,0 0-1,-1-1 1,0 1-1,-1-1 1,0 2-33,-1 0 46,0 0 0,0-1 0,-1 0-1,0 0 1,0 0 0,0 0 0,-1-1 0,0 0 0,-1-1 0,1 1 0,-1-2 0,0 1 0,-1 0-46,1-2-20,1-1 0,-1 1 1,0-1-1,0-1 0,0 1 0,0-1 1,0-1-1,0 1 0,0-2 1,0 1-1,0-1 0,0 0 1,0 0-1,0-1 0,-2-1 20,6 2-102,0 0 0,0 0 1,0-1-1,1 1 0,-1-1 0,0 0 0,1 0 1,-1 0-1,1-1 0,0 1 0,0-1 0,0 1 1,0-1-1,0 0 0,1 0 0,-1 0 0,1-1 0,0 1 1,0-1-1,0 1 0,0-1 0,0-3 102,-11-39-2730,3 14-4174,24 75 5060</inkml:trace>
  <inkml:trace contextRef="#ctx1" brushRef="#br2" timeOffset="1.3848E6">24017 5515 13000,'0'0'832,"0"0"-18,0 5-190,1 54-147,2 1-1,3-1 1,8 30-477,0 6-106,-12-84 95,19 149-1575,10 6 1586,-29-143-689,-2-21 455,0 0 0,0 1 0,0-1-1,0 0 1,0 0 0,1 0 0,-1 1 0,1-1 0,0 0 0,-1 0 0,2 2 234,-1-3-253,-1-1-1306,0 0-5018</inkml:trace>
  <inkml:trace contextRef="#ctx1" brushRef="#br2" timeOffset="1.38526E6">23846 5889 6904,'11'-8'133,"0"0"0,1 1 0,0 0 1,0 1-1,1 1 0,0 0 0,0 0 0,0 2 1,0-1-1,0 2 0,1 0 0,2 0-133,19 0 396,-1 2 0,1 2 0,-1 1 0,7 2-396,61 16-494,-94-19 511,-6-2 70,-2 29 330,-2 16 13,0-24-208,1 1-1,2 14-221,-1-31 36,0 0 0,1 0 0,0 0 0,0 0 0,1 0 0,-1 0 0,1 0 0,0-1 0,0 1 0,1-1 0,-1 1 0,1-1 0,1 2-36,-2-4 21,0-1 0,0 1-1,1 0 1,-1-1 0,0 1 0,1-1-1,-1 0 1,1 0 0,-1 0-1,1 0 1,0 0 0,-1-1-1,1 1 1,0-1 0,0 1 0,-1-1-1,1 0 1,0 0 0,0 0-1,-1-1 1,1 1 0,0-1 0,0 1-1,-1-1 1,1 0 0,-1 0-1,1 0 1,-1 0 0,1-1 0,1 0-21,8-5 101,-1 0 1,0 0 0,0-1 0,-1 0 0,8-9-102,-5 5 139,-1-1 0,-1 0 0,0-1 0,-1 0 0,-1 0 0,0-1 0,-1-1 0,0 1 0,4-15-139,-11 25 49,0-1 0,-1 1 1,1 0-1,-1-1 0,0 1 1,0 0-1,-1-1 1,1 1-1,-1 0 0,-1 0 1,1-1-1,-1 1 0,1 0 1,-2 0-1,1 1 0,0-1 1,-1 0-1,0 1 1,0-1-1,0 1 0,-1 0 1,1 0-1,-1 0 0,0 1 1,0 0-1,0-1 1,-1 1-1,1 0 0,-1 1 1,0-1-1,0 1 0,1 0 1,-1 0-1,-1 1 0,1-1 1,0 1-1,-4 0-49,-3 1-121,0 1-1,0 0 1,0 1-1,0 0 0,0 1 1,1 1-1,-1 0 1,1 0-1,0 1 1,0 0-1,0 1 1,-1 2 121,-3-3-2794,15-5-4856</inkml:trace>
  <inkml:trace contextRef="#ctx1" brushRef="#br2" timeOffset="1.38617E6">25414 5524 3320,'0'0'1945,"0"0"-72,0 0-307,0 0-133,0 0-218,0 0-133,0 4-424,0 9-397,-1 8-3,1 0 1,1 0 0,1 0-1,1 0 1,1 0 0,3 7-259,-6-23 18,1-1 1,-1 1-1,1-1 1,0 0-1,1 0 0,-1 0 1,1 0-1,-1 0 1,1-1-1,0 1 1,0-1-1,1 0 0,-1 0 1,1 0-1,0 0 1,0 0-1,0-1 0,0 0 1,0 0-1,0 0 1,0 0-1,1 0 0,-1-1 1,1 0-1,-1 0 1,1 0-1,0-1 1,-1 0-1,1 0 0,-1 0 1,1 0-1,1-1-18,3 1 4,0-2-1,0 1 1,-1-1-1,1 0 1,0-1-1,-1 0 1,0 0-1,0-1 1,0 0-1,0-1 1,0 0-1,-1 0 1,1-1-4,5-6 6,0 1 0,-1-2 0,-1 0 0,0 0 0,-1-1 0,3-6-6,11-13-6,-16 23 1,-1 0 1,0-1-1,-1 1 1,0-1 0,1-4 4,3-8-9,-5 11-3,0 1 0,0-1-1,-1 0 1,0 0 0,-1 0 0,-1-1 0,0 1-1,-1-1 1,0 1 0,-1-6 12,0-5-4,0 18 12,1 0 0,-1 0 0,0 0 0,-1 1 0,1-1 1,-1 0-1,0 0 0,0 1 0,-1-1 0,1 0 0,-2-2-8,-2-1 161,-3 6 13,7 2 3,-1 2-27,-4 9-115,1-1 1,1 1 0,-1 0 0,2 0 0,-1 0-1,2 0 1,0 1 0,0-1 0,0 6-36,0 8 88,2 1 1,0-1-1,4 24-88,0-33 32,0 1-1,2 0 0,-1-1 0,2 0 0,0-1 0,1 1 0,1-1 0,6 7-31,-3-1 29,0-1 0,-1 2 0,-1 0-1,-1 1-28,7 28 147,8 41-147,-21-72 43,1 1 0,-2 0-1,-1 1 1,-1-1-1,-2 20-42,0-20 60,2-10-41,-1-1 0,0 0 0,0 0 0,-1 0 0,0 0 0,-1 0 0,0-1 0,-1 1 0,0-1 0,0 0 0,-1 0 0,-5 7-19,6-10 27,-1-1 0,0 0 0,0 1-1,0-1 1,-1-1 0,1 1 0,-1-1-1,-1 0 1,1-1 0,0 1 0,-1-1-1,1 0 1,-1-1 0,0 0 0,0 0-1,-7 1-26,-10 2 17,1-1 0,-1-1 0,0-1 0,-22-1-17,34-1-13,0-2 0,0 1 0,0-2 0,0 0 0,0 0 0,1-1 1,0 0-1,-1-1 0,2 0 0,-7-5 13,3 3-264,1-1 0,0-1 0,1 0-1,-1-1 1,2-1 0,0 1 0,0-2 0,-6-8 264,15 16-110,0-1 0,0 1 1,0-1-1,1 0 0,-1 1 1,1-1-1,0 0 0,1 0 0,-1 0 1,1 0-1,0 0 0,1-3 110,7-65-597,-6 58 522,9-54-1632,4-36-6566</inkml:trace>
  <inkml:trace contextRef="#ctx1" brushRef="#br2" timeOffset="1.38655E6">26030 5226 8160,'-4'7'174,"0"-1"-1,0 1 1,1-1 0,0 1 0,1 0 0,0 0 0,0 1 0,0-1-1,1 0 1,0 1 0,0 1-174,0 19 1327,0-1 0,3 13-1327,0-17 243,-2-14-159,1-1-1,0 1 1,0 0 0,1-1-1,0 0 1,1 1 0,0-1-1,0 0 1,1 0 0,0-1-1,0 1 1,1-1 0,0 0-1,3 4-83,-4-7 26,1 1 0,-1-1 0,1 0-1,0 0 1,0-1 0,1 1 0,-1-1-1,1-1 1,-1 1 0,1-1 0,0 0-1,0 0 1,0 0 0,0-1 0,0 0 0,1 0-1,-1-1 1,0 0 0,0 0 0,4 0-26,-1-1 8,0-1-1,0 0 1,0 0 0,-1-1 0,1 0 0,-1 0 0,0-1 0,1 0 0,-2 0 0,1-1 0,-1 0 0,1 0 0,-1-1 0,0-1-8,6-5-2,-1-1-1,0 0 1,-1-1 0,-1 0-1,0-1 1,6-13 2,-10 15-11,-1-1 1,0 0-1,-1 0 0,0 0 1,-1 0-1,-1-1 0,0-5 11,-1 15 0,-1 1 1,0 0-1,0-1 0,0 1 0,0 0 1,-1 0-1,0-1 0,0 1 1,0 0-1,0 0 0,-1 0 0,1 0 1,-1 0-1,0 0 0,0 1 0,-1-1 1,1 1-1,-4-4 0,2 3 11,-1 0 0,0 0 0,0 0 1,0 1-1,0 0 0,-1 0 0,1 1 1,-1-1-1,0 1 0,1 0 0,-1 0 0,-2 1-11,-14-3 53,-1 2 0,1 0 0,-1 1 0,0 1-1,1 2 1,-12 1-53,24-1 56,3-2-100,0 0 0,1 1 0,-1-1 0,1 2 0,-1-1 0,1 1 0,-1 0 0,1 0 0,0 1 0,0 0 0,0 0 0,0 0 0,1 1 0,-1 0 0,-3 3 44,-48 40-6023,53-43 3300,29-24 1163</inkml:trace>
  <inkml:trace contextRef="#ctx1" brushRef="#br2" timeOffset="1.3872E6">26503 4971 7712,'0'0'2009,"0"0"-66,0 0-287,0 0-124,0 0-207,1 5-260,22 125 214,-10-50-626,3-2-1,7 13-652,-22-86 19,1 0 0,-1 0 0,1 0-1,1 0 1,-1-1 0,1 1 0,0-1 0,0 1-1,0-1 1,0 0 0,1 0 0,0 0 0,-1-1 0,1 1-1,1-1 1,0 1-19,-2-3 4,0 1 1,1-1-1,0 0 0,-1 0 0,1 0 0,-1 0 1,1-1-1,0 1 0,0-1 0,-1 0 0,1 0 0,0-1 1,0 1-1,-1-1 0,1 0 0,0 1 0,-1-2 1,1 1-1,-1 0 0,1-1 0,-1 1 0,2-3-4,3 0 1,-1-2-1,0 1 0,0-1 0,0 0 0,-1-1 1,0 0-1,0 0 0,-1 0 0,0 0 0,0-1 1,0 0-1,-1 0 0,0 0 0,-1-1 0,0 1 1,2-9-1,0-1-40,-1 1 0,-1-1 1,0 0-1,-1 0 1,-1 0-1,-1 0 1,-1 0-1,0-2 40,-14-49 509,78 200 66,-58-120-608,0 0 0,1 0 0,0 0 0,1-1 0,1 0 0,-1-1 1,1 0-1,8 7 33,-9-10-594,0 0 0,1 0 1,0-1-1,0 0 1,0 0-1,1-1 0,6 2 594,5 2-8783,-43-17 6587</inkml:trace>
  <inkml:trace contextRef="#ctx1" brushRef="#br2" timeOffset="1.38762E6">28170 4561 12912,'0'0'1625,"0"0"-109,3 9-458,35 137 232,16 62-1526,-36-130-618,-14-61 363,14 65-2504,-7-36-4256,-26-107 5485</inkml:trace>
  <inkml:trace contextRef="#ctx1" brushRef="#br2" timeOffset="1.3881E6">27827 4978 9776,'0'0'1336,"0"0"-35,3-2-137,216-157 659,-203 147-1979,59-46-647,-2 9-1798,44-21 2601,-34 30-1503,-40 20 660,1 3 0,0 2 0,24-5 843,-65 20 28,1-1 1,-1 0 0,0 1 0,0 0-1,1 0 1,-1 0 0,0 0 0,1 1-1,-1-1 1,0 1 0,3 1-29,-2-1 73,-4-1-29,1 1 1,-1-1-1,0 1 0,1 0 0,-1-1 0,0 1 1,0 0-1,1-1 0,-1 1 0,0 0 1,0-1-1,0 1 0,0 0 0,0-1 1,0 1-1,0 0 0,0-1 0,0 1 0,0 0 1,-1-1-1,1 1 0,0 0 0,0-1 1,-1 1-1,1 0-44,0 0 74,-9 22 779,0-1 0,-2 0 0,-11 18-853,-4 9 798,17-33-698,6-10 8,0 0-1,0 0 1,0 0-1,1 0 1,0 0 0,-1 4-108,-20 78 708,22-84-642,0 1 0,1-1 0,0 1 0,-1 0 0,1-1 0,1 1 0,-1-1 0,1 1 0,0-1 0,0 1 0,0-1 0,0 1 0,1-1 0,0 0 0,0 0 0,1 3-66,-1-3 58,0-2-6,0 1 0,0-1 0,0 0 0,0 1 0,0-1 0,0 0 0,1 0 1,-1-1-1,1 1 0,-1 0 0,1-1 0,0 1 0,0-1 0,0 0 0,0 0 0,0 0 0,0-1 0,0 1 0,0 0 0,1-1-52,0 1 65,2-1-12,1 1 1,-1-1-1,1 0 1,-1-1-1,1 1 1,-1-1 0,0 0-1,1-1 1,-1 0-1,0 0 1,0 0 0,0-1-1,1 0-53,2-1 51,3-1 19,-1 0-1,1-1 0,-1-1 1,0 1-1,0-2 0,-1 0 0,10-8-69,-6 4 39,0 0 34,0 0 0,-1 0-1,0-1 1,-1-1 0,3-5-73,-4 5 48,-5 6 24,1 0 0,-2-1 0,1 0 0,-1 0 0,-1 0-1,0 0 1,0-1 0,0 0-72,1-4 69,-3 8-5,0 1 1,-1-1-1,1 1 0,-1-1 0,0 0 0,-1 0 0,1 1 0,-1-1 0,0 0 0,-1 0 0,0 0-64,1-3 63,-1 6-27,1 0-1,-1 0 0,0 0 0,1-1 0,-1 1 1,-1 0-1,1 1 0,0-1 0,-1 0 0,1 0 0,-1 1 1,0-1-1,0 1 0,0-1 0,0 1 0,-1 0 1,-1-2-36,1 1 20,-1 0-19,0 1 0,0-1 0,0 1 0,0 0 0,-1 0 0,1 0 0,0 1 0,-1 0 0,0 0 0,1 0 0,-1 0-1,1 0 1,-1 1 0,0 0 0,-1 0-1,0 0-17,-3-1 1,0 1 0,0-1 0,0 1 0,0 1 0,-3 0 16,-34 3-3310,6-1-5735,94-6 6825</inkml:trace>
  <inkml:trace contextRef="#ctx1" brushRef="#br2" timeOffset="1.38892E6">22242 7638 10672,'0'0'1568,"0"0"-72,0 0-288,0 0-112,0 0-159,0 0-128,0 0-372,0 4-150,10 51 66,1 0 0,19 50-353,-20-70 11,45 151 99,5 32-194,-44-143-482,-11-54 251,7 32-656,-2-18-2493,-5-21-3900,-11-33 5535</inkml:trace>
  <inkml:trace contextRef="#ctx1" brushRef="#br2" timeOffset="1.38925E6">22268 7402 10584,'2'-1'1376,"7"-5"-518,-6 3-683,0 1-1,-1 0 0,1 0 0,0 0 1,0 1-1,0-1 0,0 1 1,0 0-1,0 0 0,1 0 0,-1 0 1,0 0-1,1 1 0,-1-1 0,0 1 1,1 0-1,-1 0 0,0 0 0,1 0 1,-1 1-1,0 0 0,1-1 1,-1 1-1,1 1-174,1 1 51,0 0 0,0 0 1,0 1-1,-1 0 0,0 0 0,1 0 1,-1 0-1,-1 1 0,1 0 0,-1 0 1,0 0-1,0 0 0,0 0 1,-1 1-1,1-1 0,-1 1 0,-1-1 1,1 3-52,5 14 109,-2 1 0,-1 0 0,1 16-109,-4-30 79,-1 1 0,0 0 0,-1 0 0,0 0 0,0 0 0,-3 6-79,2-3 34,0-2 10,-1 0-1,0-1 0,0 1 0,-1-1 0,-1 1 0,-2 4-43,0-1 20,3-5-20,1-1 0,-1 0-1,-1 0 1,1-1 0,-2 1 0,1-1-1,-1 0 1,0 0 0,0-1 0,-1 0-1,1 0 1,-2 0 0,1-1 0,0 0-1,-1 0 1,-4 1 0,10-5-55,1-1 1,0 1-1,-1 0 0,1-1 1,0 0-1,-1 1 0,1-1 1,-1 0-1,1 1 0,0-1 1,-1 0-1,1 0 0,-1 0 0,1 0 1,-1-1-1,1 1 0,-1 0 1,1-1-1,0 1 0,-2-1 55,-20-4-3083,2 3-4774,49 5 5937</inkml:trace>
  <inkml:trace contextRef="#ctx1" brushRef="#br2" timeOffset="1.38961E6">22708 7501 10400,'0'0'1496,"0"0"-51,0 0-201,0 0-111,0 0-258,1 5-197,15 52 5,-11-36-578,1 0 0,1-1-1,0 0 1,2 0 0,7 13-105,-16-33 7,0 1 0,1-1 0,-1 1-1,0-1 1,0 1 0,1-1 0,-1 1 0,0-1 0,1 1-1,-1-1 1,1 0 0,-1 1 0,0-1 0,1 0 0,-1 1-1,1-1 1,-1 0 0,1 1 0,-1-1 0,1 0 0,-1 0-1,1 0 1,-1 0 0,1 1 0,-1-1 0,1 0 0,0 0-1,-1 0 1,1 0 0,-1 0 0,1 0 0,-1 0 0,1 0-1,-1-1 1,1 1 0,0 0 0,-1 0 0,1 0 0,-1-1-1,1 1 1,-1 0 0,0 0 0,1-1 0,-1 1 0,1 0-1,-1-1 1,1 1 0,-1-1 0,0 1 0,1-1 0,-1 1-1,0 0 1,1-1 0,-1 1 0,0-1-7,2-2 38,0 0 1,0 0-1,-1-1 0,1 1 1,-1 0-1,0-1 0,0 1 1,0-3-39,7-51 221,-2 5-186,3-1 0,2 2 0,3-7-35,-7 38-277,0 0 0,1 0-1,1 0 1,1 1 0,1 0-1,11-14 278,-10 17-2694,10-17-5325,-52 77 6061</inkml:trace>
  <inkml:trace contextRef="#ctx1" brushRef="#br2" timeOffset="1.39005E6">23520 7274 7536,'0'0'1497,"0"0"-54,-5-2-238,-137-62 1932,136 62-3062,0 0-1,0 0 1,0 1-1,0 0 1,0 0-1,0 0 1,0 1-1,0 0 1,0 0-1,0 0 1,-5 1-75,3 0 58,3 0-18,0 0 1,0 0 0,0 0 0,0 0-1,0 1 1,1 0 0,-1 0 0,1 0 0,-1 0-1,1 1 1,0 0 0,0 0 0,-2 2-41,0-1 43,3-1-10,0 0 0,0 0 0,0 1 1,1-1-1,-1 1 0,1 0 0,0-1 0,0 1 1,0 0-1,1 0 0,-1 0 0,1 1 0,0-1 1,0 0-1,0 4-33,0-2 26,-1 1-9,2-1 0,-1 1 0,1-1 1,0 0-1,1 1 0,-1-1 0,1 1 1,0-1-1,1 0 0,0 1 0,1 3-17,0 0 17,-1-3 3,0 0 0,1 0 0,0-1 0,0 1 0,0-1 0,1 1-1,0-1 1,0-1 0,5 7-20,-2-4 7,-4-4-6,1 0 0,0 0 0,0 0 1,0-1-1,0 0 0,0 0 0,1 0 0,-1 0 1,1 0-1,0-1 0,0 0 0,0 0 1,2 0-2,1 1 2,-2-1 4,0 0-1,0 0 0,1-1 0,-1 0 0,0 0 0,1 0 0,-1-1 1,0 0-1,1 0 0,0-1-5,4 1 3,-9 0-1,0 0-1,1 0 1,-1 0-1,0 0 1,0-1 0,1 1-1,-1-1 1,0 1-1,0-1 1,0 0-1,0 0 1,0 0-1,0 0 1,0 0 0,1 0-2,5-4 3,25-16-1,-26 15 50,0 0 0,0-1 0,0 1 0,-1-1 0,-1-1 0,1 1 0,-1-1-1,0 0 1,-1 0 0,0-1 0,0 1 0,-1-1 0,2-5-52,-2 0 83,0 0 0,0 1 0,-2-1 0,0-1 1,0 1-1,-1 0 0,-1 0 0,-1 0 0,0-3-83,-2 8 66,0 12 177,-2 19 68,6-12-276,0 0 0,1 0-1,0 0 1,1 0 0,0 0 0,1 0-1,-1 0 1,2-1 0,4 10-35,5 7-1282,1 0-1,1-1 1,3 2 1282,-1-3-8479,-39-56 6394</inkml:trace>
  <inkml:trace contextRef="#ctx1" brushRef="#br2" timeOffset="1.39038E6">24087 6964 9688,'0'0'1416,"-6"1"-236,-7 4-677,1 1 1,-1 1-1,1 0 1,0 1-1,1 0 1,-1 1-504,2 3 688,0 7-426,1 0-1,1 0 1,0 1 0,2 0 0,0 1-1,-1 12-261,4-17 48,2-12-34,0 0 0,1 0 1,-1 0-1,1 0 0,0 1 0,0-1 0,1 0 0,-1 0 1,1 0-1,0 4-14,1-1 10,-1 1 1,1-1 0,1 0-1,-1 0 1,1 0 0,0-1-1,1 1 1,-1-1 0,1 0-1,0 0 1,1 0 0,0 0-1,0-1 1,0 1 0,0-1-1,1 0-10,0-3-27,-1 1 0,0 0 0,1-1 0,-1 0 0,1 0 0,0-1 0,0 0 0,0 0 0,-1 0 0,1-1 0,0 1 0,0-1 0,0-1 0,0 1 0,0-1 0,0 0 0,0-1 27,4 0-228,0-2 0,0 0 0,-1 0 0,1 0 0,-1-1 0,0-1 1,0 0-1,-1 0 0,1 0 0,3-5 228,24-25-804,0-2 0,19-29 804,-10 2-1648,26-37-6345</inkml:trace>
  <inkml:trace contextRef="#ctx1" brushRef="#br2" timeOffset="1.39072E6">24408 6816 11384,'0'0'1553,"0"3"-254,0 14-707,0 0 0,1 0 0,2-1 0,-1 1 0,2 0 0,0-1 0,6 15-592,-6-17 97,8 23-24,1-2 0,1 0 1,6 8-74,28 45-1162,-21-44-3525,-18-31-1952,-21-31 5022</inkml:trace>
  <inkml:trace contextRef="#ctx1" brushRef="#br2" timeOffset="1.39105E6">24571 6964 10936,'0'0'928,"0"0"-928,0 0 928,0 0-928,0 0 16,0 0-16,0 0 16,31-23-16,-31 23-1312,0 0 1312,31-18-1304,11-5 1304,-42 23-440,0 0 440,74-41-6416,-148 82 6416</inkml:trace>
  <inkml:trace contextRef="#ctx1" brushRef="#br2" timeOffset="1.39106E6">25003 7013 12640,'0'0'1376,"0"0"-122,0 0-483,0 0-410,0 0-1171,0 0-300,0 0-1327,0 0-5232</inkml:trace>
  <inkml:trace contextRef="#ctx1" brushRef="#br2" timeOffset="1.39139E6">24730 6413 9056,'0'0'-2008,"0"0"2008</inkml:trace>
  <inkml:trace contextRef="#ctx1" brushRef="#br2" timeOffset="1.39139E6">25290 6581 5112,'0'0'-1312,"0"0"216,0 0 865,0 0 303,0 0 327,0 0 106,0 0 103,0 0-129,0 0-638,-4 2-102,-30 7-2039,49-12 2052</inkml:trace>
  <inkml:trace contextRef="#ctx1" brushRef="#br2" timeOffset="1.392E6">25313 6589 8792,'0'0'1680,"0"0"-58,0 0-228,0 0-118,0 0-239,0 0-128,0 0-290,-8 5-161,-17 15-162,3-5 65,2 1 0,0 0 1,0 2-1,2 1 0,-13 16-361,28-31 45,0 0 0,0 0 0,1 0 0,-1 1 0,1-1 1,0 1-1,0-1 0,1 1 0,-1 0 0,1-1 0,0 1 0,1 0 1,-1 0-1,1 0 0,0 0 0,0 0 0,0 0 0,1 0 0,0 0 1,0 0-1,1 4-45,5-4 68,21 3-9,0-1-1,1-1 1,0-2 0,11 0-59,-2 0 59,0 2 1,0 2-1,17 6-59,-35-7 30,-1 1 0,0 1 0,-1 1 1,0 1-1,1 2-30,-14-9 30,-1-1 0,-1 1 0,1 0 0,0 1 0,-1-1 0,0 1 0,0-1 0,0 1 0,-1 0 0,0 0 0,2 5-30,-1-3 28,-1-1-1,-1-1 0,0 0 0,0 0-1,0 1 1,-1-1 0,0 1-1,0-1 1,0 1 0,-1-1 0,1 0-1,-1 1 1,-1-1 0,1 0 0,-1 0-1,0 1 1,0-1 0,0-1 0,-1 1-1,0 0 1,0 0-27,-18 25 21,18-26-68,-1 0-1,1-1 1,-1 1-1,0-1 0,0 0 1,0 0-1,0 0 1,0-1-1,-1 1 1,1-1-1,-1 0 0,1 0 1,-1-1-1,-4 1 48,5-1-92,1 0-1,-1-1 0,1 0 1,-1 0-1,1 0 0,-1 0 1,1-1-1,-1 1 0,1-1 1,0 0-1,-1 0 0,1 0 1,0 0-1,0-1 0,-1 1 1,1-1-1,0 0 0,1 0 1,-3-2 92,3 2-158,0-1 0,0 0 1,0 0-1,1 0 0,-1 0 0,1 0 1,0-1-1,0 1 0,0 0 1,0 0-1,0-1 0,1 1 0,0-1 1,0 1-1,0 0 0,0-3 158,0 3-114,-9-47-10052,17 94 8189</inkml:trace>
  <inkml:trace contextRef="#ctx1" brushRef="#br2" timeOffset="1.39234E6">25734 6836 11208,'0'0'1448,"0"0"-8,0 0-31,0 0-72,2-5-274,10-21-427,14-32 1011,3-18-1647,-22 55 219,-1-1 0,-1 0 1,-1 0-1,-1 0 1,0-13-220,-3 31 19,1 0 1,-1 0 0,0 0 0,-1 0-1,1 0 1,-1 0 0,1 0 0,-1 0-1,-1 0 1,1 0 0,0 0 0,-1 1-1,0-1 1,0 1 0,0-1 0,-1-1-20,2 5 7,0-1-1,0 1 1,0-1 0,1 1 0,-1 0 0,0-1-1,0 1 1,0 0 0,0 0 0,0 0 0,0 0 0,0 0-1,1 0 1,-1 0 0,0 0 0,0 0 0,0 0 0,0 0-1,0 1 1,0-1 0,0 0 0,1 1 0,-2-1-7,0 1 16,-2 1-7,-1 0 0,1 0 1,-1 0-1,1 1 0,0 0 0,0-1 0,1 1 1,-1 1-1,0-1 0,1 1 0,0-1 0,0 1 1,0 0-1,0 0 0,1 0 0,-1 1 0,1-1 1,-1 2-10,-3 9 67,0-1 0,1 1 0,1 0 1,-3 15-68,6-22 21,0 0 0,1 0 1,-1 1-1,2-1 0,-1 0 1,1 0-1,0 1 0,1-1 1,0 0-22,0 3 21,0-4 6,0 0 1,0 0-1,1 0 0,-1 0 1,2 0-1,-1-1 0,1 1 1,0-1-1,4 5-27,-1-1 23,-4-6-6,1 0 1,-1 0-1,1 0 0,0 0 0,0-1 0,1 1 0,-1-1 0,1 0 1,0 0-1,-1-1 0,1 0 0,0 0 0,5 2-17,-2-1 11,-2-1-6,-1 0 0,1 0 1,-1-1-1,1 0 1,0 0-1,0 0 1,-1-1-1,1 1 0,0-2 1,0 1-1,5-1-5,-2 0-6,-1-1-102,0 1-1,0-1 1,0-1 0,0 0-1,0 0 1,0 0 0,-1-1 0,1 0-1,-1-1 1,0 0 0,-1 0-1,1 0 1,2-3 108,9-11-630,7-7-6464,-14 15 1706,-43 42 2946</inkml:trace>
  <inkml:trace contextRef="#ctx1" brushRef="#br2" timeOffset="1.39294E6">24941 6882 9144,'0'0'1537,"0"0"-46,0 0-206,0 0-88,0 0-163,0 0-104,0 0-245,0 0-51,0 0 38,-2 6-100,0 0-462,0 1-1,0 0 1,1 0 0,0 0 0,0 0 0,1 0 0,0 0-1,0 0 1,1 0 0,0 0 0,0 0 0,1 0 0,0 1-110,4 8 121,0 0 0,2-1 0,0 0 1,0 0-1,1-1 0,1 0 0,5 5-121,38 41-1068,8 0-3812,-42-43-3292,-44-40 6171</inkml:trace>
  <inkml:trace contextRef="#ctx1" brushRef="#br2" timeOffset="1.39414E6">27060 5943 13448,'0'0'1552,"-7"0"-259,-21 0-861,21 0 436,11 9 4,-4-9-872,1 2 16,0 0 0,1 1 0,-1-1 0,0 0 0,1 1 0,0-1 0,-1 0 0,1 0 1,0 0-1,0-1 0,0 1 0,0 0 0,0-1 0,1 1 0,-1-1 0,0 0-16,65 15 415,-64-15-390,0 1 1,0 0-1,0 0 1,0 0-1,-1 0 0,1 1 1,-1-1-1,1 1 1,-1 0-1,0-1 1,0 1-1,0 0 1,0 1-26,18 37 157,-16-31-143,51 104-16,-5-6-54,-19-26-303,-29-77 245,0 1 0,0 0-1,-1-1 1,0 1 0,0 0 0,0 0-1,-1 4 115,1 1-203,-4 28-5026,2-27-1236,2-31 4724</inkml:trace>
  <inkml:trace contextRef="#ctx1" brushRef="#br2" timeOffset="1.39522E6">26995 6140 11384,'0'0'1424,"0"0"-63,0 0-250,5-3-238,32-24-160,0-2 0,5-9-713,-40 37 0,44-42 36,-13 15-9,8-8-22,36-30-470,16-8 465,-92 74 9,-1-1-1,0 1 1,1 0 0,-1-1-1,1 1 1,-1 0-1,0 0 1,1-1 0,-1 1-1,1 0 1,-1 0-1,1 0 1,-1 0 0,0 0-1,1-1 1,-1 1-1,1 0 1,-1 0 0,1 0-1,-1 0 1,1 0-1,-1 1 1,1-1 0,-1 0-1,1 0 1,-1 0-1,0 0 1,1 0 0,-1 1-1,1-1 1,-1 0 0,1 0-1,-1 0 1,0 1-9,7 17 291,-5 30 52,-2-40-363,7 43 368,2 1 1,3-1-1,2 0 0,2-1 1,6 7-349,-4-5 195,-4-8 15,17 48 385,-30-90-555,-1-2 6,4-12 15,14-54-17,20-63-12,-24 90-29,3 6 2,3 8-2,-16 21-1,-1 0 0,1 0 1,0 1-1,0-1 1,0 1-1,1 0 0,-1 0 1,1 0-1,0 1 1,0-1-1,0 1 0,0 1 1,0-1-1,0 1 1,1-1-3,1 2 31,0 0 1,0 0-1,0 0 1,0 1-1,0 0 0,0 0 1,0 1-1,0 0 1,-1 0-1,1 1 1,-1 0-1,1 0-31,17 10 237,-1 1-1,13 10-236,30 18 222,-56-37-187,5-2 62,7-4-83,-18 2-78,0-1 0,0-1 0,1 1 0,-1-1 0,0 1 0,0-1 0,0 0 0,0 0-1,0-1 1,0 1 0,0-1 0,-1 0 0,3-1 64,-5 2-485,24-27-2074,-22 25 1454,-3 3 1023,0 0 1,0-1 0,0 1-1,0 0 1,0-1 0,0 1-1,1 0 1,-1 0-1,0-1 1,0 1 0,0 0-1,1-1 1,-1 1-1,0 0 1,0 0 0,1 0-1,-1-1 1,0 1 0,1 0-1,-1 0 1,0 0-1,1 0 1,-1 0 0,0-1-1,0 1 1,1 0-1,-1 0 1,0 0 0,1 0-1,-1 0 1,1 0 0,-1 0-1,0 0 1,1 0-1,-1 0 1,0 0 0,1 0-1,-1 1 82,17 1-1785,-11-1 2848,-1-2-847,1 0 1,-1-1-1,0 0 0,-1 0 0,1 0 0,0-1 0,-1 0 0,1 0 1,-1 0-1,4-4-216,37-35 817,-38 34-792,8-7 313,-2-1 1,0 0-1,-1-1 0,-1 0 0,0-1 0,5-13-338,-14 24 93,0 1 0,0-1 0,-1 1 1,0-1-1,0 1 0,-1-1 0,0 0 0,0 1 0,0-1 0,-1 0 0,0 1 0,-1-1 0,1 1 0,-1-1 0,0 1 0,-1 0 0,-1-3-93,2 4 44,0 1 1,0-1 0,0 1-1,-1 0 1,1 0 0,-1 0-1,0 0 1,0 1-1,-1-1 1,1 1 0,-1-1-1,0 1 1,0 1 0,0-1-1,0 0 1,0 1 0,0 0-1,-1 0 1,1 0-1,-1 1 1,0-1 0,1 1-1,-5 0-44,6 1 12,1 1-1,-1 0 0,1 0 1,0 1-1,-1-1 0,1 0 1,0 1-1,0-1 0,0 1 1,0 0-1,0 0 0,0 0 1,0 0-1,1 0 0,-1 0 1,1 0-1,-1 1 0,0 1-11,-2 5 20,1 1-1,0 0 0,1 0 1,0 0-1,0 0 0,1 0 1,0 0-1,1 0 0,0 0 1,1 1-1,0-1 0,1 0 1,-1 0-1,2 0 0,0 0 1,3 6-20,-4-7 3,1-1 0,1 0 0,0 0 0,0 0 1,1-1-1,0 1 0,0-1 0,4 4-3,25 17 1,-25-23-75,0-1 0,0 0-1,1 0 1,0-1 0,0-1 0,0 1-1,0-1 1,0-1 0,0 0-1,1-1 1,-1 0 0,0 0-1,0-1 1,1 0 0,-1-1 0,0 0-1,0-1 1,0 0 0,-1 0-1,1-1 1,-1 0 0,0-1 0,0 0-1,0-1 1,-1 1 0,1-2-1,-2 1 1,1-1 0,1-2 74,5-8-930,-2-1 0,0 0 1,-1-1-1,-1 0 0,-1 0 1,-1-1-1,2-6 930,1-14-1939,0 2-5427</inkml:trace>
  <inkml:trace contextRef="#ctx1" brushRef="#br2" timeOffset="1.39575E6">28661 5778 9240,'-1'3'1286,"1"9"-644,0 0 0,1 0 1,0 1-1,0-1 0,1 0 0,1 0 0,0 0 0,4 7-642,3 20 1054,-8-30-1043,5 18 1659,-6-25-805,-1-18-619,-3-11-200,1-1 0,2 1 0,0 0 0,2-1 0,1 1 0,2 0 0,0 0 0,2 1 0,1-1 0,1 1 0,1 1 0,1 0 0,3-3-46,-11 23 9,0 0 1,1 0-1,0 1 0,0-1 0,0 1 0,1 0 0,-1 0 0,1 0 0,3-1-9,-7 4 8,0 0 0,1 1-1,-1-1 1,0 0 0,1 1-1,-1-1 1,0 0 0,1 1-1,-1 0 1,1-1 0,-1 1-1,1 0 1,-1 0 0,1 0-1,-1 0 1,1 0 0,0 0-1,-1 0 1,0 1 0,1-1-1,-1 0 1,1 1 0,-1-1-1,1 1 1,-1 0-1,0-1 1,1 1 0,-1 0-1,0 0 1,0 0 0,1 0-1,-1 0 1,0 0 0,0 0-1,0 0 1,0 0 0,-1 1-1,1-1 1,0 0 0,0 1-1,0 0-7,7 17 75,-1 0-1,0 0 0,-2 0 1,0 0-1,-1 1 0,-1 0 0,-1 0 1,0 14-75,0-8 97,-2-25-90,0-1-1,0 0 1,0 1-1,0-1 0,0 0 1,0 1-1,0-1 0,0 0 1,0 1-1,0-1 1,0 0-1,0 1 0,0-1 1,0 0-1,0 1 1,0-1-1,0 0 0,1 0 1,-1 1-1,0-1 1,0 0-1,0 1 0,0-1 1,1 0-1,-1 0 0,0 1 1,0-1-1,1 0 1,-1 0-1,0 0 0,0 1 1,1-1-1,-1 0 1,0 0-1,1 0 0,-1 0 1,0 0-1,0 1 1,1-1-1,-1 0 0,0 0 1,1 0-1,-1 0 0,0 0 1,1 0-1,-1 0 1,0 0-1,1 0 0,-1 0-6,17-16 93,14-29-106,-29 42 42,39-59 140,17-26 251,5 3-420,-60 80 31,1 1 1,0 1-1,0-1 1,1 0-1,-1 1 0,1 0 1,-1 0-1,1 1 1,0-1-1,0 1 1,2 0-32,2-3 50,-5 4-8,1-1-1,-1 1 1,0-1-1,0 1 1,1 1-1,-1-1 1,1 1-1,-1-1 1,1 1-1,-1 1 1,1-1-1,-1 0 1,1 1-1,-1 0 1,0 0-1,1 1 1,-1-1 0,0 1-1,0 0 1,0 0-1,0 0 1,0 0-1,0 1 1,-1 0-1,2 0-41,9 10 78,0-1 1,0 2-1,-1 0 0,-1 0 0,6 9-78,-18-22-36,0 0-1,1-1 0,-1 1 0,1 0 1,-1-1-1,1 1 0,-1-1 0,1 1 1,-1-1-1,1 1 0,-1-1 0,1 1 1,-1-1-1,1 0 0,0 1 0,-1-1 1,1 0-1,0 1 0,-1-1 0,2 0 37,13-10-3342,-12 8 2577,5-5-9587,-19 16 7803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4-17T01:08:31.7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81 837 2248,'20'4'7,"-16"-3"25,1 0 0,-1 0-1,0 0 1,1-1 0,-1 0 0,0 0 0,1 0-1,-1 0 1,2-1-32,-5 1 10,-1 0-1,0 0 1,0 0-1,1 0 1,-1 0-1,0-1 1,1 1-1,-1 0 0,0 0 1,0 0-1,1 0 1,-1-1-1,0 1 1,0 0-1,1 0 1,-1-1-1,0 1 1,0 0-1,0 0 1,1-1-1,-1 1 1,0 0-1,0-1 0,0 1 1,0 0-1,0 0 1,0-1-1,1 1 1,-1 0-1,0-1 1,0 1-1,0 0 1,0-1-1,0 1 1,0 0-1,0-1 1,-1 1-1,1 0 0,0-1 1,0 1-1,0 0 1,0 0-1,0-1 1,0 1-1,-1 0 1,1-1-1,0 1 1,0 0-1,0 0 1,-1-1-1,1 1 0,0 0-9,-15-20 354,9 13 68,-14-31 1559,20 36-1410,0 2-123,0-19 256,0 8-350,1-1 0,0 1-1,1 0 1,0 0 0,1 0 0,3-9-354,-5 18 180,-1 2 36,0 0-26,0 0-100,0 0-13,44-40 410,-34 36-79,0 0 0,1 0 0,-1 1 1,1 0-1,0 1 0,3-1-408,17-1 368,-18 2-232,1 0-1,-1 1 1,1 1 0,-1 0 0,7 1-136,-4 0 92,0 0 1,0-2 0,0 0 0,11-3-93,38-1 51,-14 5-36,186 5 436,-151 2-379,18 0 132,0 4 0,7 7-204,200 36 321,-75-16-157,69 20 192,-192-41-170,0-5 0,49-3-186,88-1 173,70-2-15,-305-6-147,173-7 291,12-9-302,157-7 288,368-6 234,-182-20-196,-401 34-246,78-7 358,101 6-438,70 4 271,-279 7-207,112-7 39,278-5 234,226-10 442,-452 11-462,171 18 142,-174 3-125,-265-5-325,235 7 265,-174-4-58,15-3-216,48 1 76,-84-1-23,-1-1 0,1-3 0,-1-2 0,1-2-53,-9 0 41,-23 4-29,1 2 1,0 0 0,0 0-1,0 2 1,7 0-13,-22 0-7,-2 0-23,0 0-92,0 0-50,7 6-30,-8-4-5149,-3-1 4931,0 1 1,1-1-1,-1 1 0,0 0 1,0 0-1,1 1 0,0-1 0,-1 1 1,1 0-1,-2 1 420,-6 8-8533</inkml:trace>
  <inkml:trace contextRef="#ctx0" brushRef="#br0" timeOffset="331.229">9842 1 7088,'0'0'0,"-7"13"0,-6 8 0,13-21-2272,-12 9 2272,12-9-2264,0 0 2264,0 0-64,0 0 64,-11 3-56,-6 1 56,-11 3-1336</inkml:trace>
  <inkml:trace contextRef="#ctx0" brushRef="#br0" timeOffset="662.114">9668 79 11208,'5'-1'624,"-3"0"-417,0 1 1,-1 0-1,1-1 0,0 1 0,-1 0 1,1 0-1,-1 0 0,1 0 1,0 0-1,-1 1 0,1-1 1,0 1-1,-1-1 0,1 1 1,-1-1-1,1 1 0,-1 0 1,1-1-1,-1 1 0,1 0 1,-1 0-1,0 0 0,0 0 0,1 1-207,8 9 69,-1-1-1,0 2 0,-1-1 0,0 1 0,0 0 0,-1 1 0,-1 0 0,-1 0 0,1 0 0,-2 1 0,0 0-68,5 23 280,-1 1 0,-2-1-1,1 24-279,-4 14 738,-4 1-1,-7 54-737,7-111 28,-4 23 38,3-27-176,1 0 1,0 0-1,0 0 0,2 0 0,1 5 110,-2-19-958,0-1-141,0 0-1561,0 0-6950</inkml:trace>
  <inkml:trace contextRef="#ctx0" brushRef="#br0" timeOffset="1396.219">109 79 1352,'4'23'227,"-2"-17"1,-1 1 0,1 0 0,0 0 0,0-1 0,3 6-228,-7-60 3835,2 47-3706,0-1 14,0 1 0,0-1 1,0 1-1,0-1 0,-1 1 0,1-1 0,-1 1 0,1 0 0,-1-1 0,1 1 1,-1 0-1,0-1 0,1 1 0,-1 0 0,0 0 0,0 0 0,0-1 1,0 1-1,0 0 0,0 0 0,0 0 0,0 1 0,-1-1 0,1 0 0,0 0 1,0 1-1,-2-1-143,2 1 47,0 0 0,1 0 0,-1 0 1,0 0-1,0 0 0,0 0 0,0 1 1,0-1-1,1 0 0,-1 0 0,0 1 1,0-1-1,0 1 0,1-1 0,-1 1 1,0-1-1,1 1 0,-1-1 0,0 1 1,1 0-1,-1-1 0,1 1 0,-1 0 1,1 0-1,-1-1 0,1 1 0,0 0 1,-1 0-1,1 0 0,0-1 0,-1 1 1,1 1-48,-9 29 695,9-28-558,-4 20 216,2 1 0,1-1 1,0 0-1,4 23-353,-1 13 429,2 33 42,5 1 0,13 59-471,4 26 358,-23-152-316,1 0-1,1 0 0,1 0 1,2 0-1,0-1 0,2 0 1,0-1-1,6 8-41,-5-13-771,1 0 0,2-1 0,-1-1 0,3 2 771,-4-6-7065,-28-31 5337</inkml:trace>
  <inkml:trace contextRef="#ctx0" brushRef="#br0" timeOffset="2242.607">417 1319 9864,'-57'11'1632,"44"-19"-1678,12 6 6,0 1 0,-1 0 0,1 0 0,-1-1-1,1 1 1,-1 0 0,0 0 0,1 0 0,-1 0-1,0 1 1,0-1 0,1 0 0,-1 1 0,-1-1 40,-8 2-1,-1 0 1,1 0 0,0 1 0,-1 0-1,1 1 1,0 1 0,1 0 0,-1 0-1,1 1 1,-1 0 0,2 1-1,-1 0 1,1 0 0,-2 3 0,4-4 99,0 1 0,1-1 0,0 2 0,1-1 0,-1 1 0,1-1-1,0 1 1,1 1 0,0-1 0,0 1 0,0 0 0,1-1 0,1 2 0,-1-1 0,1 0 0,0 0 0,1 1 0,0-1 0,0 6-99,1-5 66,1 0 1,-1 0-1,2 0 1,-1 0-1,1-1 0,1 1 1,-1 0-1,1-1 1,1 0-1,0 0 1,0 0-1,0 0 1,1-1-1,0 1 1,1-1-1,0 0 1,0-1-1,0 1 1,1-1-1,0-1 1,6 5-67,146 100 780,-144-99-720,0-1 1,1-1 0,1 0-61,-11-6 42,-1 0 1,1-1-1,0 0 1,-1 0-1,1-1 0,0 1 1,0-1-1,0 0 1,0-1-1,6 0-42,-10-1 30,-1 0 0,1 0-1,-1-1 1,0 1 0,1-1 0,-1 1 0,0-1-1,0 1 1,0-1 0,0 0 0,0 1-1,0-1 1,-1 0 0,1 0 0,-1 0-1,1 1 1,-1-1 0,1 0 0,-1-1-30,2-5 68,2-6-29,-1-1 0,-1 0 0,0 0 0,-1 0 0,-1 0 0,0 0 0,-1 0 0,0 0 0,-3-8-39,-7-32 231,-16-47-231,23 87 27,-1 3-16,1 1 0,-1 0 0,0 0 0,-1 0 0,-1 1 1,0 0-1,0 0 0,-1 1 0,0 0 0,0 0 0,-1 1 0,0 0 1,-1 0-1,0 1 0,0 0 0,0 1 0,-1 0 0,0 1 0,0 0 0,-8-1-11,13 4-39,-1 0 0,0 1 0,0-1-1,0 2 1,0-1 0,0 1-1,0 0 1,0 0 0,0 1 0,0 0-1,0 0 1,0 1 0,0 0-1,1 0 1,-1 1 0,1 0-1,-1 0 1,1 0 0,0 1 0,0-1-1,0 2 1,1-1 0,0 1-1,-1-1 1,-1 4 39,-5 6-406,0 1-1,1 1 1,0 0 0,2 0-1,0 1 1,0 0 0,2 1-1,-3 10 407,6-18-1632,-4 12-4095,19-51 4308</inkml:trace>
  <inkml:trace contextRef="#ctx0" brushRef="#br0" timeOffset="3496.477">9773 1403 6904,'-1'2'45,"-1"-1"1,1 0-1,0 0 1,-1 0-1,1 0 0,-1 0 1,1 0-1,-1 0 1,0 0-1,1-1 1,-1 1-1,0-1 1,0 1-1,1-1 0,-1 1 1,0-1-1,0 0 1,1 0-1,-1 0 1,0 0-46,-1-1 124,-1-1 1,1 1 0,0-1-1,0 1 1,0-1 0,0 0 0,0 0-1,1 0 1,-1-1-125,-3-1 38,-21-15 445,0 1 0,-14-4-483,-2-3 1130,42 24-1026,0 1 0,0 0 0,0-1 0,0 1 0,1-1 0,-1 0 0,0 1 0,0-1-1,1 0 1,-1 1 0,0-1 0,1 0 0,-1 0 0,1 0 0,-1 0 0,1 1 0,-1-1 0,1 0 0,-1 0 0,1 0 0,0 0 0,0 0 0,-1 0 0,1 0 0,0 0 0,0 0-1,0 0 1,0 0 0,0 0 0,0 0 0,1 0-104,0-2 76,0 1-1,0 0 1,0 0-1,0-1 0,1 1 1,-1 0-1,1 0 1,0 0-1,0 0 1,0 1-1,-1-1 0,3-1-75,7-4 73,0-1-1,0 2 1,0-1-1,13-4-72,-12 6 69,1 0-1,-1 1 0,1 1 0,-1 0 1,1 0-1,0 1 0,0 1 1,1 0-1,-1 1 0,0 0 1,0 1-1,0 0 0,12 4-68,-15-3 28,-1 1-1,0 0 0,0 1 1,0 0-1,-1 0 0,1 1 1,-1 0-1,0 0 0,0 1 1,-1 0-1,0 1 0,0-1 1,0 1-1,-1 1 0,0-1 0,0 1 1,-1 0-1,0 0 0,0 1 1,0 2-28,4 13 3,-2 1 1,0-1-1,-1 1 0,-2 0 1,0 1-1,-2-1 1,-1 1-1,-1-1 0,-2 9-3,2-20-13,-1 0-1,-1 0 0,0-1 0,-1 1 0,-1 0 0,0-1 0,0 1 0,-2-1 0,-3 6 14,6-13-7,-1 0-1,0 0 1,0-1-1,0 1 1,-1-1-1,0 0 1,0 0-1,0-1 1,-1 0-1,1 0 1,-1 0-1,0 0 1,0-1-1,-1 0 1,1 0-1,-1-1 1,1 0-1,-1 0 1,-6 1 6,-39 6-115,1-2 0,-1-2 1,-17-3 115,51-2-39,12-1 27,0 1 0,0 0 0,0 0 0,0 1 0,0 0 0,0 0 0,0 0 0,-2 1 12,6-1 13,1 0 10,1-1-1,-1 1 0,1 0 1,0 0-1,-1-1 1,1 1-1,0 0 0,0 0 1,-1 0-1,1-1 0,0 1 1,0 0-1,0 0 1,0 0-1,0 0 0,0-1 1,0 1-1,0 0 1,1 0-1,-1 0 0,0 0 1,0-1-1,1 1 1,-1 0-1,0 0 0,1-1 1,-1 1-1,1 0 1,-1-1-1,1 1 0,-1 0 1,1-1-1,0 1 1,-1-1-1,1 1 0,0-1 1,-1 1-1,1-1 0,0 1-22,15 4 107,-1-1 0,1 0 0,0-1 0,0-1 0,0 0 0,1-2 0,-1 1 0,7-2-107,32 2 338,-21 3-41,0 1 1,-1 2-1,6 2-297,0 1-31,-38-10 17,0 0 0,0 1 0,0-1 0,1 0 0,-1 0 1,0 1-1,0-1 0,0 0 0,1 0 0,-1 0 0,0 0 0,0-1 0,0 1 0,1 0 0,-1 0 0,0-1 0,0 1 0,0-1 14,-3-2-2713,-10 1-6708,20 5 7528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4-17T01:10:27.424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5070.24902"/>
      <inkml:brushProperty name="anchorY" value="-6472.1792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6556.86865"/>
      <inkml:brushProperty name="anchorY" value="-7653.91162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8360.24902"/>
      <inkml:brushProperty name="anchorY" value="-8983.47266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0481.55371"/>
      <inkml:brushProperty name="anchorY" value="-9820.71289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9199.7959"/>
      <inkml:brushProperty name="anchorY" value="-9018.93555"/>
      <inkml:brushProperty name="scaleFactor" value="0.5"/>
    </inkml:brush>
    <inkml:brush xml:id="br5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0357.92578"/>
      <inkml:brushProperty name="anchorY" value="-10719.72168"/>
      <inkml:brushProperty name="scaleFactor" value="0.5"/>
    </inkml:brush>
    <inkml:brush xml:id="br6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1980.22266"/>
      <inkml:brushProperty name="anchorY" value="-11659.90137"/>
      <inkml:brushProperty name="scaleFactor" value="0.5"/>
    </inkml:brush>
    <inkml:brush xml:id="br7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3619.49707"/>
      <inkml:brushProperty name="anchorY" value="-13011.9541"/>
      <inkml:brushProperty name="scaleFactor" value="0.5"/>
    </inkml:brush>
  </inkml:definitions>
  <inkml:trace contextRef="#ctx0" brushRef="#br0">51 711 9688,'0'0'0,"0"0"0,-1-5 840,-1-4 513,0-3-1692,0-3 1741,-1-2-1754,0 0 1769,0-1-1772,1 3 1699,0 2-1677,0 4 1666,1 2-1666,1 4 1283,-3 3-1173,0 4 1128,-2 4-1132,1 4 956,0 4-905,1 3 890,0 4-893,2 2 838,0 3-822,0 0 823,3 1-825,1-2 630,3-1-574,2-2 546,1-3-546,3-2 425,1-3-391,2-1 374,1-3-374,-2-2 346,1-1-338,-2-3 343,-1-2-345,0-3 234,0-2-202,-1-3 195,1-2-198,0-1 154,-1-3-141,0-1 143,-1-1-145,-1 1 137,-1-1-135,-1 1 134,-2 1-134,-1 0 115,-1 0-109,0 1 106,-2-1-106,0 1 59,0-1-46,-1-1 50,0 1-53,0 0 35,0 1-29,0 2 26,0 2-26,-1 2 17,1 1-15,0 2 23,0 0-25,0 0 17,0 3-15,0 2 14,1 4-14,0 2-14,2 2 22,1 1-17,0 2 15,3 1-341,0-1 434,2-1-480,1-2 480,1-1-946,1-2 1079,1-3-1146,2-2 1146,1-3-2005,2-2 2251,0-2-2374,1-2 2374,-3 0-1151,-4 1 801,0-1-626,0 0 626,5-3-13506,-2 1 11857</inkml:trace>
  <inkml:trace contextRef="#ctx0" brushRef="#br1" timeOffset="389.13">618 648 10488,'0'0'0,"0"0"0,-1 7 0,-1-1 1334,-1 2-1715,0 1 1916,-1 2-1919,1 1 1836,-1 2-1812,1 2 1800,1 2-1800,1 0 1520,0 1-1440,0-1 1409,2 1-1412,1-1 854,0 0-694,0 0 614,0-1-614,1 0 595,1-2-589,-1-4 595,0-1-598,0-3 451,1 0-408,0-3 386,-1-1-386,-1-2 255,0-2-218,0 0 210,1-4-213,2-3 242,2-3-250,0-2 263,2-1-265,-1-2 210,0-1-194,1-2 195,1-1-198,1-1 98,2-3-69,0 0 63,1 0-65,1-1 141,0-2-163,1 0 183,0 2-185,0 3 65,1 3-31,0 4 14,-1 6-14,1 4 32,0 5-37,0 4 50,1 5-53,0 3 35,0 4-29,0 4 26,-1 2-26,0 2 17,-2 0-15,0 0 23,0-1-25,0-2 7,-1-1-2,-1-1 0,0-2 0,0 1-438,-1-1 563,-1 0-617,1-2 615,1 0-1174,2-1 1334,0-1-1405,0-2 1402,0-2-1978,0-2 2143,0-2-2226,1-2 2226,-3-2-1106,-3 0 786,3-2-626,3-2 626,11-3-11676,-2 0 10111</inkml:trace>
  <inkml:trace contextRef="#ctx0" brushRef="#br2" timeOffset="1378.494">1579 549 9776,'0'0'0,"0"0"0,-5 25 0,-1 1 1297,-1 2-1668,-3-6 1854,9-23-1503,1 1 1,-1 1-1,0 0 1,1-1-1,-1 1 1,1-1-1,-1 1 1,0-1-1,0 1 1,1-1-1,-1 0 1,0 1-1,0-1 1,1 0-1,-1 1 1,0-1-1,0 0 1,0 0-1,0 0 20,-16-5 1138,-4-11-1410,-2-5 1360,0 1-1360,0 5 1052,1 6-964,0 9 929,2 7-932,0 8 393,0 7-238,0 4 160,3 4-160,1 0 66,3 0-39,3-2 26,3-1-26,4-2 26,4-2-26,5-2 26,5-2-26,3-2 8,5-3-3,1-2 0,2-3 0,1-3 0,2-5 0,0-3 0,1-4 0,1-3 0,1-4 0,1-1 0,1-2 0,-1-2 0,-1-1 0,-1-1 0,-4-1 0,-1-2 0,-5-2 0,-3 0 0,-3 1 0,-3-2 0,-3 0 0,-2-3 9,-3-3-12,-2-3 33,-3-4-38,-1 0 40,-1 2-40,-1 1 208,-1 3-256,0 3 280,1 4-280,0 4 429,0 3-472,1 3 503,1 3-505,0 2 441,1 1-423,1 3 414,0-1-414,1 3 582,0 1-630,2 2 663,0 1-665,0 0 535,1 4-498,0 3 480,0 5-480,2 3 462,1 5-457,1 5 463,1 4-465,2 5 354,0 2-322,0 4 315,2 2-318,1 2 255,1 1-236,0 0 226,2-2-226,0-2 77,0-2-35,-2-4 23,0-4-25,0-3-58,-1-3 82,1-2-85,1-4 82,-1-3-406,0-3 499,0-3-546,1-2 546,-1-3-565,3-2 571,-1-3-574,2-2 574,-1-3-509,1 0 490,-1-3-470,-1 1 467,0-2-289,0-1 239,0 0-205,1 1 202,-1-2-190,1-1 187,0 0-177,0-1 175,-1-1-62,1-1 30,-2-2-14,1 0 14,0-2-5,-1-2 2,-2-1 0,-1 0 0,-2 1 10,-2 0-13,-2 2 23,-1 3-25,-3 3 54,-1 1-62,-1 4 75,1 3-78,0 3 239,0 1-284,-1 1 315,-5 0-318,-5 0 152,-6 0-104,-4 2 90,-3 4-93,-1 4 66,2 4-58,1 6 63,3 5-65,4 2 141,4 3-163,3-1 174,3 1-174,3-2 80,3-2-53,3-2 50,2-2-53,3-3 35,3-4-29,3-2 26,1-5-26,2-2 54,2-4-62,2-3 66,2-1-66,1-2 19,2-2-6,1-2 10,0-2-13,1-1-14,0-3 22,-1-1-26,-1 0 26,-1-1-204,-2-3 255,-2-1-280,-2-2 280,-3 0-504,-1-1 568,-3 2-590,-3 1 587,0 3-483,-1 2 454,-2 4-431,-1 2 428,0 3-267,-2 2 222,-1 2-200,0 2 200,-1 1-191,0 3 188,-1 2-177,0 3 175,0 4-90,0 3 66,1 4-54,1 4 54,1 2-16,1 1 5,1 1 0,2-1 0,1-3 28,0-1-36,0-2 40,1-3-40,-1-1 133,1-3-160,1-1 174,0-2-174,0-2 193,-1-1-198,-1-2 209,-2-2-212,-2-2 382,-1 0-430,-1-1 454,-1 0-454,0-1 510,-1 1-526,1 0 543,0 0-545,0-1 630,-1-2-654,1-4 675,0-2-678,0-6 708,1-4-716,1-4 720,0-3-720,1-2 627,0-3-600,1-2 595,0 0-598,1 1 526,2 0-505,2 2 494,1 3-494,1 4 139,1 2-37,-1 4-14,-1 4 14,0 2-873,-1 3 1118,0 2-1230,1 2 1227,-2 2-1133,-2 1 1107,2-1-15140,-5 2 19153,-2 0-12572</inkml:trace>
  <inkml:trace contextRef="#ctx0" brushRef="#br3" timeOffset="1937.338">3046 375 11928,'0'0'0,"0"0"0,-7-2 466,4 2-599,0-1 666,1 0-666,1 1 676,-2 0-679,-2 1 689,-2 1-692,-2 1 647,-3 2-633,-3 2 626,0 1-626,0 1 188,-1 1-63,1 1 0,3 0 0,0 0 9,2 2-12,1 0 14,2 1-14,2 0 51,2-1-61,2-2 66,2-1-66,1-3 85,4 0-91,2 0 103,4-1-105,2 0 246,3-1-286,0 1 316,2 1-319,-1 2 488,-1 2-536,0 1 569,1 1-572,-1 2 630,0 1-646,-1 0 654,-2 1-654,-2-1 588,-3 0-569,-3-1 570,-3 0-573,-2-1 611,-2 1-621,-4 0 635,-1 0-638,-3 0 584,-2-1-568,-2 1 560,0-2-560,-3 0 495,-2-2-476,-2-1 466,0-3-466,-1-1 363,-2-3-334,-1-1 330,2-2-333,0 0 91,0-1-21,2-2-5,1 0 2,3-1-662,1-3 851,2-2-937,-1-6 935,3 2-1373,3 2 1498,3-6-1550,5-9 1547,1 3-669,1 2 419,3-7-294,4-10 294,6-23-13547,0 3 12042</inkml:trace>
  <inkml:trace contextRef="#ctx0" brushRef="#br4" timeOffset="2189.279">3138 10 11744,'0'0'0,"0"0"0,2 12 0,0 0 1493,1 4-1920,1 4 2134,-1 1-2134,1 1 1901,0 2-1834,2 0 1809,0 1-1812,0 1 1450,1 2-1346,0 1 1303,0 1-1305,0 2 783,1 0-634,0 2 560,0-1-560,0 2 346,0 0-285,-1 0 263,0 0-265,-1-2 275,-1-1-278,-1-3 280,-1-2-280,0-4 84,-2-3-28,0-3 0,-1-4 0,-1-4-522,1-3 671,0-3-746,-1-1 746,1-2-1810,-1-3 2114,1 1-2257,-1-3 2255,0 1-1022,1 0 670,0-3-494,0-8 494,1-10-12767,0 1 11215</inkml:trace>
  <inkml:trace contextRef="#ctx0" brushRef="#br5" timeOffset="2384.389">3142 457 11744,'0'0'0,"0"0"0,6 3 1801,-3-1-2316,0-1 2583,-2 0-2585,0-1 2157,3-1-2035,1-1 1974,3-2-1974,4-1 1348,4-1-1169,5 0 1090,4-1-1093,4 0 338,3 1-122,3 1 23,0 0-25,0 2-534,-2 0 694,-3 0-774,-2 2 774,-2-1-1623,-2 0 1865,-1 0-1977,-2-1 1975,0 0-2366,0 1 2478,-1 1-2534,-1 0 2534,-4 1-1283,-4-1 925,-1 1-746,0 0 746,2-1-9416,0 0 7908</inkml:trace>
  <inkml:trace contextRef="#ctx0" brushRef="#br6" timeOffset="3043.227">3751 384 10136,'0'0'0,"0"0"0,-3 0 1520,1 0 912,-4 0-3040,-2 1 2685,-3 1-2584,-2 2 2534,-4 2-2534,-3 2 1880,-4 4-1693,-2 4 1600,-1 3-1600,-1 3 956,0 3-772,2 2 680,3 1-680,4 2 522,4 0-477,6-1 454,5-1-454,4-3 202,5-4-130,4-3 103,4-3-105,3-3 293,3-4-347,1-2 374,1-2-374,1-4 112,2-2-37,-1-2 0,-1-1 0,-2-3 0,-2-3 0,-3-1 0,-2-3 0,-1-2-18,-3-4 23,-1 0-26,-1-3 26,-1 1-26,-1-1 26,0 0-26,-1 1 26,1 1-8,0 2 3,-1 2 10,-1 3-13,-1 4 135,-1 2-169,0 3 195,-1 3-198,0 1 378,0 3-429,0 4 463,0 1-465,0 3 317,-1 3-275,1 3 263,1 4-265,0 4 350,2 2-374,1 2 386,0 0-386,2 0 171,-1-1-110,1-2 90,0-2-93,-1-3 38,0-3-22,0-3 23,0-2-25,-2-4-207,1 0 273,0-2-297,-1-2 295,-1-1-779,2-1 917,-1-1-977,3-1 975,1-2-1039,1 0 1057,1-1-1066,1 0 1066,0-1-1122,-1 0 1138,1 1-1146,-1 0 1146,-2 1-904,1 0 835,-1 0-800,0 1 800,-2 1-361,-1 0 236,-2 1-174,-1 2 174,0 1 31,-3 3-90,0 2 120,0 1-120,-2 1 568,0 0-696,0-2 770,0 0-773,0-1 830,2-3-846,0-1 863,1-1-865,0-2 857,1 1-855,0-2 863,-1-1-865,-1-2 866,0-3-866,1-3 866,1-3-866,1-4 754,2-6-722,0-3 706,3-4-706,-1-3 631,2-3-610,1-1 600,1 0-600,2 0 572,0 1-564,3 2 560,1 1-560,2 3 327,2 3-260,2 3 226,0 5-226,-1 4 263,0 3-274,-3 4 280,0 3-280,-2 4 159,-2 3-124,-2 3 115,-2 5-118,-1 3 74,-1 4-61,-1 3 54,0 3-54,-1 3 44,1 2-41,0 1 40,-1 2-40,0 1-62,1 0 91,0 0-97,-1-2 95,0-1-626,1-5 778,-1-3-845,0-5 842,0-3-1372,2-4 1524,1-3-1600,0-3 1600,-1-2-1665,-2-1 1684,-1 0-8161,-1-1-1008,-2 1 11773,0 0-1177,0-1-11128</inkml:trace>
  <inkml:trace contextRef="#ctx0" brushRef="#br7" timeOffset="3573.852">4619 602 13272,'0'0'0,"0"0"0,9-8 1313,5-3 788,2-3-2626,1 1 2523,-2 2-2494,-4 2 2480,-4 3-2480,-2 2 1752,-3 2-1544,-1 2 1450,-1 0-1453,-1 0 698,-2 0-482,-3 0 374,-5 1-374,-5 2 224,-5 1-181,-3 4 160,-2 5-160,1 2 142,2 2-137,4 1 143,6 1-145,3 1 71,5 0-50,4 0 50,3 1-53,3-1 35,3-3-29,2-1 26,1-2-26,3-3 17,-1-2-15,1-3 23,-1 0-25,0-2 17,-1-1-15,-1 0 14,0-1-14,-2-2 4,0-1-1,-1 0 0,-1-3 0,1-1 0,2-1 0,0-3 10,1-2-13,1-3 4,0-4-1,0-4 10,0-3-13,1-5 4,0-4-1,1-4 10,-1-3-13,0-1-5,-1-3 11,-1 2-5,-3 5 2,-2 4 47,-2 4-60,0 2 75,-3 2-78,-1-1 239,0-2-284,0 0 315,0 1-318,-1 1 395,0 2-416,-1 2 426,0 3-426,0 3 183,-1 3-114,2 3 80,-3 2-80,1 2 192,-2 4-224,0 4 250,-1 5-253,1 3 216,2 5-205,0 4 200,3 4-200,1 3 144,1 2-128,3 3 120,-1 2-120,1 2 120,0 2-120,-1 2 130,-2-1-133,-3 2 68,-1 1-49,-2 0 50,-1 3-53,0-1-40,1-1 67,1-3-80,0-1 80,1-4-1078,0-3 1363,1-4-1506,0-2 1506,1-7-1469,-1-4 1459,1-6-8579,-1 1-1106,1-6 12525,0 0-1252,0-1-11663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4-17T01:10:36.983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22478.01367"/>
      <inkml:brushProperty name="anchorY" value="-23995.86523"/>
      <inkml:brushProperty name="scaleFactor" value="0.5"/>
    </inkml:brush>
  </inkml:definitions>
  <inkml:trace contextRef="#ctx0" brushRef="#br0">448 184 10848,'0'0'0,"0"0"0,0 0 3001,0 0-1834,0 0 97,0 0-301,-8-6-1093,-3-4 1472,-4-4-1678,-4-1 934,-4-1-721,-3 3 623,-5 4-625,-3 4 505,-2 6-471,-1 7 454,0 6-454,3 5 164,3 5-81,4 5 50,5 3-53,4 2 54,2 3-54,4 1 54,5-1-54,4-1 35,5-2-29,5-3 35,4-4-38,3-5 22,4-4-17,1-4 23,3-5-25,2-4 35,0-4-38,0-4 50,-1-3-53,1-4 63,-2-4-65,1-3 75,1-5-78,-1-4 90,0-4-93,-2-1 103,0-2-105,-3 1 106,0-1-106,-3 2 106,-4 2-106,-2 2 171,-3 1-190,-2 0 200,-2 1-200,-1 0 266,-1 1-285,-1 1 303,1 1-305,0 5 297,-1 2-295,1 5 303,-1 3-305,0 5 231,0 5-210,-1 7 210,1 5-213,-1 6 326,-1 7-358,0 5 374,0 4-374,1 3 224,-1 4-181,1 0 160,0 0-160,1-3 95,0-2-76,2-3 66,0-4-66,1-5-503,2-4 665,1-5-746,1-3 746,-1-4-1344,0-5 1515,-2-2-1600,0-1 1600,0-2-788,-1-1 556,0 0-7424,-1 1-1079,0-1 11220,-1 0-1122,1-1-10385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4-17T01:10:37.677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23515.28711"/>
      <inkml:brushProperty name="anchorY" value="-25402.93945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24913.7168"/>
      <inkml:brushProperty name="anchorY" value="-26929.43164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26415.65039"/>
      <inkml:brushProperty name="anchorY" value="-28450.50586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28231.2168"/>
      <inkml:brushProperty name="anchorY" value="-29745.41992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29528.64063"/>
      <inkml:brushProperty name="anchorY" value="-31652.71875"/>
      <inkml:brushProperty name="scaleFactor" value="0.5"/>
    </inkml:brush>
    <inkml:brush xml:id="br5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31517.48242"/>
      <inkml:brushProperty name="anchorY" value="-32112.59375"/>
      <inkml:brushProperty name="scaleFactor" value="0.5"/>
    </inkml:brush>
    <inkml:brush xml:id="br6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32807.46484"/>
      <inkml:brushProperty name="anchorY" value="-34048.92969"/>
      <inkml:brushProperty name="scaleFactor" value="0.5"/>
    </inkml:brush>
  </inkml:definitions>
  <inkml:trace contextRef="#ctx0" brushRef="#br0">12 702 12464,'0'0'0,"0"0"0,0 0 3248,0 0-2129,0 0 145,0 0-426,0 0 100,-1 6-1086,-1 8 670,0 8-629,0 7 534,1 5-534,-1 5 431,1 3-401,1 1 386,-1-2-386,1-2 255,1-3-218,0-2 210,0-4-213,0-3 242,1-4-250,-1-2 263,0-4-265,0-3 154,0-2-122,0-4 106,-1-2-106,1-3 181,0-5-203,1-4 223,0-2-225,0-4 77,0-2-35,1-2 14,-1 1-14,-1-2 32,2-2-37,-1-4 50,1-8-53,0-6 16,0-9-5,0-4 0,-1-2 0,0 0 0,2 1 0,3 2 0,2 4 0,3 4 0,4 5 0,1 6 0,3 5 0,0 7 10,1 6-13,0 6 23,-1 6-25,-1 6 45,-2 6-51,0 5 54,-1 6-54,-1 4 82,0 3-90,-1 5 94,-2 3-94,-1 3 56,-1 2-45,-2 2 50,-3 0-53,-2 0 35,-1-3-29,-2-3 26,0-2-26,0-4-2,-1-2 10,0-5-5,1-2 2,0-3-588,1-4 756,0-5-830,1-2 827,-1-4-1573,1-4 1787,-1-2-1894,1-4 1894,0 0-1698,0-1 1642,0-1-15100,-1 3 18953,0 1-12694</inkml:trace>
  <inkml:trace contextRef="#ctx0" brushRef="#br1" timeOffset="434.906">511 657 12464,'0'0'0,"0"0"0,0 0 2800,0 0-1755,3 6-1177,0 4 1602,3 6-1838,1 5 1588,1 8-1516,1 3 1490,1 4-1493,0 0 1008,0 1-869,0-1 810,0-2-813,0-4 683,0-3-645,0-3 626,1-3-626,1-3 495,0-2-458,1-3 440,0-1-440,-1-3 440,1-2-440,-1-3 440,0-2-440,-2-2 198,0-3-129,-1 0 94,-1-3-94,0-2 47,-1-2-33,-1-1 26,0-1-26,-1-1 17,-1-3-15,0-4 23,0-4-25,0-4 17,0-5-15,0-2 14,0 0-14,1 2-14,1 3 22,0 4-17,0 6 15,-2 6-5,-1 3 2,-1 5 10,-1 2-13,-1 2 60,1 5-73,2 2 90,1 4-93,1 5 252,1 3-297,0 6 330,-1 4-333,0 3 128,-1 2-69,-1-1 40,1-1-40,-1-2 134,1-2-161,0-2 174,0-1-174,1-2 52,-1-2-17,1-2 0,0-2 0,-1-1-429,0-2 552,-1-3-605,1-2 602,-1-2-1374,0-1 1595,-2-2-1706,2-2 1706,0-1-1753,3-2 1767,-2 1-7752,0-1-932,-2 1 11105,1 1-1110,0-2-10625</inkml:trace>
  <inkml:trace contextRef="#ctx0" brushRef="#br2" timeOffset="1066.276">1124 775 13000,'0'0'0,"0"0"0,0 0 2384,2 8-2583,1 7 1340,1 8-1410,0 6 1346,0 3-1346,0 3 1141,-1-1-1083,-1 0 1063,0-4-1065,-1-2 618,0-5-490,0-3 426,1-4-426,-1-4 473,2-3-487,-1-3 503,0-2-505,-1-1 469,1-4-459,-1-1 463,1-2-465,0-3 214,1-1-142,0-2 115,0 0-118,-1-2 316,0-2-372,0-2 400,0-6-400,1-4 167,2-6-100,0-3 66,3-2-66,2-1 103,2 1-114,1 3 130,3 3-133,0 5 115,0 4-109,1 6 115,0 4-118,-1 5 176,-2 4-192,-1 6 200,-1 3-200,-1 4 135,-1 4-116,0 4 106,-1 2-106,-1 3 115,-1 3-118,0 2 120,-1 2-120,-2 0 64,0 0-48,-1-2 50,-1-2-53,0-2 128,-1-4-149,1-2 160,0-3-160,1-4 123,-1-2-112,0-2 106,-1-2-106,0-3 171,0-1-190,-1 0 200,0-1-200,0-1 135,-1-1-116,1-3 115,1-2-118,0-2 120,2-3-120,0-3 120,1-1-120,0-2 176,1-5-192,1-2 200,2-4-200,1-1 88,2-2-56,-1 0 50,1 2-53,0 2 72,1 3-77,0 4 90,1 3-93,1 6 234,0 5-274,0 4 303,-1 6-305,0 4 147,-1 4-102,-1 4 90,0 5-93,-1 3 178,1 3-202,-1 3 223,0 2-225,0-1 207,0 1-202,1-2 200,-2-2-200,0-2 200,-1-2-200,0-2 210,0-3-213,0-2 102,0-2-70,0-2 63,-1-1-65,-1-4 1,0-2 17,-2-1-17,-1-2 15,-1-1-602,0-1 770,-2 0-854,0 0 854,0-1-1489,1-1 1670,1-1-1760,3-2 1760,-1 0-1797,1 0 1808,0-1-1805,1-2 1802,0 0-988,-1 1 756,3-4-15227,-6 8 19395,-1 1-12762</inkml:trace>
  <inkml:trace contextRef="#ctx0" brushRef="#br3" timeOffset="1608.948">1988 199 12824,'0'0'0,"0"0"0,7 6 1624,-1 0-2088,-1 3 2320,0 4-2320,-2 4 2049,-1 5-1972,-1 4 1934,1 4-1934,-1 5 1532,1 2-1417,0 2 1370,1 2-1373,0 2 804,1 2-641,1 0 560,1 3-560,-1 0 560,2 1-560,0 0 560,1-1-560,0-3 542,-1-4-537,1-4 543,-1-4-545,-1-3 406,-2-2-366,0-2 346,-2-1-346,0-2 355,0-1-358,0-2 360,-1-3-360,-1-3 314,0-3-301,0-3 303,0-4-305,-1-1 325,1-2-331,0-1 343,0 0-345,0-1 309,-2-3-299,0-3 303,-1-5-305,1-4 175,1-3-138,1-4 130,1-2-133,3-3 134,2-3-134,3-1 143,2-2-145,3-1 118,3 0-110,1 0 115,1 1-118,2 3 64,1 3-48,-1 4 50,-1 4-53,0 3 72,-1 5-77,0 3 80,-1 5-80,-1 4 90,1 3-93,0 3 94,1 2-94,-1 4 56,-1 2-45,-1 4 40,-2 2-40,-3 2 124,-3 2-148,-2 2 160,-3 0-160,-2 1 76,-3 0-52,-3-2 50,-1 0-53,-2-2 35,-1 0-29,-2 0 26,-1-1-26,-1-1 101,-2 0-123,1-1 143,0-2-145,-1-2 118,1-1-110,0-3 106,1-3-106,0-2 22,0-2 2,1-3-14,0-1 14,2-2-546,0-2 698,2-1-765,1-2 762,1 1-1077,0-2 1168,1 0-1214,1-1 1214,2 1-1802,-1 0 1970,1-2-2054,-1 0 2054,0-1-2427,1-2 2533,1 0-2577,1 0 2575,2 2-1304,-1 2 940,0 3-749,2 0 747,3-1-13560,-1 1 11864</inkml:trace>
  <inkml:trace contextRef="#ctx0" brushRef="#br4" timeOffset="2281.938">2310 1185 10224,'0'0'0,"0"0"0,15 0 1040,3 0 633,5 0-2092,4-1 2103,2 0-2105,2-1 2116,1-2-2119,0-1 2045,0-2-2024,-1-1 2014,-3 0-2014,-1-1 1519,-2 0-1377,-2-1 1306,-1 0-1306,-1 0 1213,2-1-1187,-1 1 1174,-4 0-1174,-2 2 875,-3-1-789,-1-1 746,0-4-746,-1-3 653,0-2-627,0-2 623,-3 0-625,0-2 467,-1 0-422,-2 0 400,0 0-400,-3 1 260,0 0-220,-1 0 200,-1 3-200,0 0 238,-2 2-249,1 2 263,-2 3-265,1 3 107,-2 1-62,-1 2 50,-2 1-53,-1 2 82,-2 2-90,-2 2 94,-4 4-94,-1 2 94,-1 4-94,-1 4 103,0 3-105,1 5 97,2 3-95,3 4 103,3 3-105,3 0 171,2 0-190,2-2 200,1-2-200,3-3 191,3-2-188,1-3 195,1-1-198,2-3 294,1-2-321,3-2 343,2-2-345,1 0 159,2-2-106,0-1 90,-1-3-93,0-1 75,1-2-69,-2-2 66,0-3-66,0-2-27,-1-1 53,-1-2-66,-1-2 66,-1 1-402,-1-2 498,0 1-537,-1-1 535,-1 0-618,-1 0 642,0-1-645,0 1 642,-1 1-584,-1 0 568,-1 2-560,0-1 560,-1 3-560,-1 1 560,-1 2-550,0 2 547,-1 0-266,0 1 186,0 0-137,0 4 135,0 2-106,0 2 98,1 3-94,0 3 94,2 1-29,2 2 10,0 2 0,1 0 0,1 2 168,0 2-216,1-1 250,-1-1-253,1-1 403,1-1-445,-1-1 466,-1-3-466,1-3 419,1-1-406,1-2 400,0-2-400,0-2 428,0-1-436,-2-1 440,-3-1-440,-1-1 487,-2-3-500,0 0 506,-1-3-506,0-2 366,-1 0-326,1 0 315,-1-2-318,-1 0 264,0 0-248,-2-2 250,0-2-253,-2-3 328,0-5-349,-1-2 360,2 0-360,0-2 220,0-2-180,0-2 170,2-5-173,0-3 220,3-4-233,0-1 250,1 2-253,2 3 151,0 2-121,3 4 115,3 4-118,1 2-1,2 2 36,1 4-45,-1 4 42,0 2-1206,0 4 1539,-3 2-1706,-3 3 1706,-2 2-1660,-2 1 1647,-2 0-9223,-1 2-1180,0-1 13433,0 0-1343,0 0-12493</inkml:trace>
  <inkml:trace contextRef="#ctx0" brushRef="#br5" timeOffset="2762.785">3125 192 15328,'0'0'0,"0"0"0,10-9 1313,6-4 788,3-4-2626,3-2 2113,2 0-1967,0 0 1903,2 0-1905,2 2 1673,2 0-1607,0 4 1574,-6 1-1574,-1 4 958,0 2-782,1 3 694,2 3-694,2 3 423,3 2-345,-1 4 315,-1 3-318,-2 3 395,-3 4-416,-4 2 435,-4 3-438,-4 3 179,-3 4-104,-4 3 75,-3 3-78,-3 1 118,-3 1-129,-4-1 134,-3-1-134,-3 0 180,-2-2-193,-2-1 210,-2 0-213,0 0 92,0 1-57,2 0 50,1-1-53,0 1 72,0 1-77,0 1 90,2-1-93,-1 0 10,0-1 14,-1-1-17,1-2 15,0-2-275,-1-4 349,-1-2-386,0-4 386,1-3-713,2-2 807,5-2-854,6-3 854,4-2-1563,5-2 1765,4-4-1866,2-1 1866,4-2-1885,3-1 1891,-6 1-8186,1-1-983,-7 1 11720,1 0-1172,2 0-11194</inkml:trace>
  <inkml:trace contextRef="#ctx0" brushRef="#br6" timeOffset="3091.931">3362 1396 11296,'0'0'0,"0"0"0,0 0 2464,10-5-2670,2 0 1952,-1 1-2186,4-2 2199,3-1-2198,-2 1 1564,-3 1-1384,1 1 1294,1 2-1294,-3 0 808,-3 1-669,-1 2 610,-1 4-613,-2-1 315,-2 1-229,0 1 195,0 3-198,-1-1-201,-1-2 316,0 2-374,-1 0 374,-1-1-1345,0-2 1622,1-2-1759,-1-1 1758,0-1-881,1-1 631,0 0-13236,0 0 16873,0 0-11243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4-17T01:10:24.749"/>
    </inkml:context>
    <inkml:brush xml:id="br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708.60278"/>
      <inkml:brushProperty name="anchorY" value="-2220.93433"/>
      <inkml:brushProperty name="scaleFactor" value="0.5"/>
    </inkml:brush>
    <inkml:brush xml:id="br1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2089.81055"/>
      <inkml:brushProperty name="anchorY" value="-3074.30347"/>
      <inkml:brushProperty name="scaleFactor" value="0.5"/>
    </inkml:brush>
    <inkml:brush xml:id="br2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3500.90283"/>
      <inkml:brushProperty name="anchorY" value="-4052.23486"/>
      <inkml:brushProperty name="scaleFactor" value="0.5"/>
    </inkml:brush>
    <inkml:brush xml:id="br3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5113.00342"/>
      <inkml:brushProperty name="anchorY" value="-4821.21777"/>
      <inkml:brushProperty name="scaleFactor" value="0.5"/>
    </inkml:brush>
    <inkml:brush xml:id="br4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6325.43311"/>
      <inkml:brushProperty name="anchorY" value="-6563.39941"/>
      <inkml:brushProperty name="scaleFactor" value="0.5"/>
    </inkml:brush>
    <inkml:brush xml:id="br5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760.3877"/>
      <inkml:brushProperty name="anchorY" value="-312.37112"/>
      <inkml:brushProperty name="scaleFactor" value="0.5"/>
    </inkml:brush>
    <inkml:brush xml:id="br6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1881.32446"/>
      <inkml:brushProperty name="anchorY" value="236.58118"/>
      <inkml:brushProperty name="scaleFactor" value="0.5"/>
    </inkml:brush>
    <inkml:brush xml:id="br7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839.2641"/>
      <inkml:brushProperty name="anchorY" value="-924.33636"/>
      <inkml:brushProperty name="scaleFactor" value="0.5"/>
    </inkml:brush>
    <inkml:brush xml:id="br8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0"/>
      <inkml:brushProperty name="anchorY" value="0"/>
      <inkml:brushProperty name="scaleFactor" value="0.5"/>
    </inkml:brush>
    <inkml:brush xml:id="br9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1059.61365"/>
      <inkml:brushProperty name="anchorY" value="449.73483"/>
      <inkml:brushProperty name="scaleFactor" value="0.5"/>
    </inkml:brush>
    <inkml:brush xml:id="br1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255.98955"/>
      <inkml:brushProperty name="anchorY" value="-1074.90076"/>
      <inkml:brushProperty name="scaleFactor" value="0.5"/>
    </inkml:brush>
    <inkml:brush xml:id="br11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4843.91113"/>
      <inkml:brushProperty name="anchorY" value="-14237.53809"/>
      <inkml:brushProperty name="scaleFactor" value="0.5"/>
    </inkml:brush>
    <inkml:brush xml:id="br12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5928.26563"/>
      <inkml:brushProperty name="anchorY" value="-15976.69824"/>
      <inkml:brushProperty name="scaleFactor" value="0.5"/>
    </inkml:brush>
    <inkml:brush xml:id="br13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8301.22461"/>
      <inkml:brushProperty name="anchorY" value="-17478.62891"/>
      <inkml:brushProperty name="scaleFactor" value="0.5"/>
    </inkml:brush>
    <inkml:brush xml:id="br14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9907.99609"/>
      <inkml:brushProperty name="anchorY" value="-18500.11914"/>
      <inkml:brushProperty name="scaleFactor" value="0.5"/>
    </inkml:brush>
    <inkml:brush xml:id="br15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21023.12305"/>
      <inkml:brushProperty name="anchorY" value="-20412.25586"/>
      <inkml:brushProperty name="scaleFactor" value="0.5"/>
    </inkml:brush>
    <inkml:brush xml:id="br16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22353.43555"/>
      <inkml:brushProperty name="anchorY" value="-21338.38867"/>
      <inkml:brushProperty name="scaleFactor" value="0.5"/>
    </inkml:brush>
    <inkml:brush xml:id="br17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21252.46094"/>
      <inkml:brushProperty name="anchorY" value="-20962.58008"/>
      <inkml:brushProperty name="scaleFactor" value="0.5"/>
    </inkml:brush>
    <inkml:brush xml:id="br18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19674.17773"/>
      <inkml:brushProperty name="anchorY" value="-20488.56445"/>
      <inkml:brushProperty name="scaleFactor" value="0.5"/>
    </inkml:brush>
    <inkml:brush xml:id="br19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22280.76367"/>
      <inkml:brushProperty name="anchorY" value="-23326.67188"/>
      <inkml:brushProperty name="scaleFactor" value="0.5"/>
    </inkml:brush>
    <inkml:brush xml:id="br20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21241.35547"/>
      <inkml:brushProperty name="anchorY" value="-21845.33398"/>
      <inkml:brushProperty name="scaleFactor" value="0.5"/>
    </inkml:brush>
    <inkml:brush xml:id="br21">
      <inkml:brushProperty name="width" value="0.1" units="cm"/>
      <inkml:brushProperty name="height" value="0.1" units="cm"/>
      <inkml:brushProperty name="color" value="#AE198D"/>
      <inkml:brushProperty name="inkEffects" value="galaxy"/>
      <inkml:brushProperty name="anchorX" value="-23572.33789"/>
      <inkml:brushProperty name="anchorY" value="-24313.20898"/>
      <inkml:brushProperty name="scaleFactor" value="0.5"/>
    </inkml:brush>
  </inkml:definitions>
  <inkml:trace contextRef="#ctx0" brushRef="#br0">4280 868 9056,'0'0'0,"0"0"0,8 2 0,-3 0 1885,0-1-2424,0 0 2703,-2 0-2705,-1-1 2314,-2-1-2202,1-1 2156,-1-2-2159,0 0 1777,0 1-1668,0 1 1614,0 1-1614,0 0 1007,0 0-833,0 1 746,0 0-746,0 0 606,-1 4-566,0 2 546,1 4-546,-1 3 546,3 3-546,0 2 546,1 3-546,-1 0 527,1 2-522,0-1 520,1-1-520,-1-2 474,1-2-461,0-2 454,-1-2-454,-1-3 444,0-2-441,0-2 450,-1-2-453,0-1 491,-1-2-501,0-1 506,0 0-506,0 0 366,0-1-326,0 1 315,0 0-318,0 0 423,-1-2-452,-1-3 475,1-4-478,0-4 340,0-5-300,1-3 280,1-1-280,1-1 346,2-2-365,1 1 374,2 0-374,1-1 178,2-2-122,0 1 94,1 1-94,-1 2 0,1 1 27,-1 2-40,2 2 40,1 1-730,1 3 927,2 1-1017,3 3 1015,1 2-1667,2 4 1853,1 3-1946,-1 3 1946,-4 1-948,-5 1 663,-4-1-7518,-2 0-1080,-4-2 11325,0 0-1132,-1 1-10571</inkml:trace>
  <inkml:trace contextRef="#ctx0" brushRef="#br1" timeOffset="498.192">5038 989 7896,'0'0'0,"-1"-5"0,0-5-2287,1-1 2940,-1 2-3256,0-1 3253,1 2 509,-1 1-1583,1 1 2129,0 2-2132,0 1 2386,0 2-2458,0 0 2503,0 1-2505,0 1 2077,0-1-1955,0 0 1894,0 0-1894,0 1 1950,0-1-1966,0 0 1983,-1-2-1985,-2-3 1706,0-2-1626,0-2 1586,-1-3-1586,2-3 1278,0-5-1190,1-2 1155,2 0-1158,2-1 974,2 0-921,1 0 894,1 3-894,1 2 772,0 2-737,0 2 730,0 3-733,-1 0 575,-1 2-529,-1 2 515,-1 0-518,-1 2 408,-1-1-376,0 2 360,-1 0-360,-1 2 426,1 1-445,-1 0 454,0 1-454,0 0 248,-4 0-189,0 0 170,-2-1-173,-1 0 239,-2 0-257,2 0 266,-2 1-266,1 1 154,-2 0-122,0 1 115,-1 1-118,0 0 74,-2 3-61,0 1 54,1 3-54,-2 3 44,1 4-41,0 4 40,3 4-40,1 3 12,1 2-4,3 1 0,3 0 0,3-1-9,1-2 12,4-2-14,1 0 14,3-3-23,2-1 25,2-1-17,1-1 15,3-3-23,1-2 25,1-3-17,3-2 15,0-3-313,2-3 398,2-2-440,1-3 440,0-2-1130,1-4 1327,-1-2-1426,1-3 1426,-1-2-1660,-1 0 1727,0-2-1760,1 0 1760,-7 3-892,-5 3 644,6-3-14118,-16 9 18003,-3 2-11909</inkml:trace>
  <inkml:trace contextRef="#ctx0" brushRef="#br2" timeOffset="1217.928">5679 683 12464,'0'0'0,"0"0"0,0 0 1904,0 0-1055,-4-2-978,-6 0 1290,-7-1-1452,-7 2 1052,-7 1-937,-3 4 890,-1 4-893,2 6 268,2 4-89,3 5 0,6 2 0,4 3 75,4 0-96,5 0 115,5-2-118,4-2 74,4-3-61,3-1 63,2-3-65,1-2 75,3-3-78,1-2 90,1-3-93,2-2 94,-1-3-94,0-3 103,-1-1-105,0-3 59,1-2-46,-1-1 40,-1-2-40,1-1 68,-1-1-76,-1-2 80,0 1-80,-2-1 90,0-2-93,-1 1 94,-1 0-94,-2 1 94,-2-1-94,0 2 103,-2 0-105,0 0 59,-1 0-46,-1 0 50,0 2-53,0 3 72,-1 0-77,0 3 80,1 4-80,-2 4 146,2 4-165,0 4 174,2 4-174,0 2 127,2 2-113,3-1 115,1 2-118,3-2 176,1 1-192,1-1 210,2-1-213,0-2 204,1-1-201,0-2 200,-1-2-200,0-2 144,0-3-128,-1-3 120,-1-2-120,1-2 36,-1-2-12,0-3 0,0 0 0,-1-2-233,0-2 300,-2-1-325,0 0 322,-1-2-562,-3-3 631,0-4-666,-1-6 666,0-5-694,0-6 702,-1-3-697,0 0 695,-1-1-675,-2 0 669,-1 0-657,0-2 655,-1-1-411,0 0 341,0 1-297,-1 4 295,1 2-154,0 0 114,0 1-84,-1 0 81,1 0 50,-1 2-87,-1 3 106,1 4-106,0 5 414,0 5-502,0 5 546,1 5-546,0 4 621,-2 6-643,-1 8 663,-1 10-665,-1 7 647,-1 8-642,0 6 640,0 5-640,1 4 640,0 3-640,2 1 650,1 2-653,2 1 542,2-1-510,1 1 494,2-3-494,0-2 391,2-4-361,0-4 346,2-5-346,1-4 253,1-6-227,0-4 223,1-4-225,0-5 161,1-3-143,0-3 143,-1-2-145,-4-4 15,1-2 22,-2-2-40,0-4 40,2-2-684,-1-3 868,1-2-960,-1-2 960,0-3-1221,0-6 1296,-1-3-1334,0-6 1334,0-4-1763,-2-5 1885,1-3-1946,-1-3 1946,-1 9-975,-1 8 698,-1-1-551,1-4 548,1-18-12268,0 6 10717</inkml:trace>
  <inkml:trace contextRef="#ctx0" brushRef="#br3" timeOffset="1412.533">6281 223 9952,'0'0'0,"0"0"0,0 8 1689,0-4-2172,0-1 2414,0-1-2414,0-1 2134,0 0-2054,0 0 2014,-2 0-2014,-1 2 1650,-1 2-1546,-2 4 1494,0 4-1494,-2 4 1130,0 5-1026,1 4 983,0 4-985,3 3 706,1 2-626,2 2 586,3 3-586,1 0 381,2 0-323,1 0 303,1 0-305,1-1 91,1-2-30,1-2 0,0-4 0,1-2-392,0-4 504,2-4-550,0-2 547,0-4-1573,1-3 1867,0-2-2004,1-1 2000,-1-2-2148,-1-1 2192,-3-2-2214,1-2 2214,-4 0-1140,-1-2 833,-1-2-671,2-3 668,2-5-10690,0-1 9159</inkml:trace>
  <inkml:trace contextRef="#ctx0" brushRef="#br4" timeOffset="1891.94">6545 650 10136,'0'0'0,"0"0"0,1 7 0,-1-1 1288,0 2-1656,0 3 1840,-1 4-1840,0 2 1942,1 4-1971,0 1 1986,2 3-1986,1-1 1445,2 0-1291,1-2 1214,1-2-1214,3-1 775,2-3-649,1-3 595,0-1-598,1-3 526,0-2-505,1-3 503,-2-1-505,0-2 375,-1-2-338,-1-3 330,0-1-333,0-2 194,0-3-154,0-1 134,0-1-134,-1-2 208,1-2-229,0-2 250,-1-5-253,-1-3 151,0-4-121,-2-1 106,-2 1-106,0 3 115,-2 1-118,0 4 120,-1 3-120,-1 2 111,1 3-108,-1 4 106,0 1-106,1 3 59,-1 3-46,0 3 50,-1 5-53,0 5 72,0 7-77,1 6 80,0 7-80,1 3 90,0 4-93,1 2 94,2 0-94,1 1 159,0 1-177,3 2 195,0 0-198,1 1 135,2 0-116,0 0 106,0 2-106,-1 0 115,-1 1-118,-3-1 120,-1-2-120,-3-3 111,-2-3-108,-2-4 106,-4-2-106,-2-3 171,-4-2-190,-4-2 200,-2-1-200,-3-3 368,-3-1-416,-1-3 440,0-2-440,-1-3 226,-3-2-165,-3-2 134,-3-2-134,-5-3 96,-5-3-85,0-2 80,2-2-80,2-1-442,1-3 591,1-4-666,1-6 666,8 1-1152,8 3 1291,6 3-7722,1 0-990,10 7 11253,0 0-1125,1 1-10405</inkml:trace>
  <inkml:trace contextRef="#ctx0" brushRef="#br5" timeOffset="-1603.426">2037 904 9592,'0'0'0,"0"0"0,6 10 2109,-1-7-2712,-1-1 3023,-1-1-3025,-1-1 2336,0 0-2139,-2 0 2049,1-1-2052,-1 1 1540,0 0-1392,0 0 1328,-1 0-1332,1 0 811,0 2-661,-1 3 595,0 6-598,1 4 442,1 6-397,0 5 374,2 3-374,1 3 187,2-2-133,1 0 115,1-4-118,1-3 204,2-5-228,1-4 250,3-2-253,0-4 282,1-4-290,0-3 303,-1-2-305,-1-3 297,-1-4-295,0-2 303,2-3-305,0-4 315,0-3-318,-1 0 330,-2 1-333,-2 1 240,-2 0-213,-1 1 200,-1 0-200,-2 0 322,0-2-357,-1 1 374,0 0-374,-1 2 168,0 1-109,-2 4 80,0 1-80,-1 3 118,1 3-129,-1 1 134,1 2-134,-1 1 115,-1 2-109,0 3 115,-1 4-118,2 6 64,0 5-48,4 6 50,2 5-53,4 5 35,1 4-29,3 3 26,0 3-26,2 2 54,1-1-62,-1-1 66,1-2-66,-2-3 38,-2-1-30,-2-3 26,-1-1-26,-4-3 101,-4-1-123,-2-2 143,-2-1-145,-3-1 258,-5 0-290,-2-1 315,-4-1-318,-3-1 218,-3 0-189,-4-3 174,-3-1-174,-3-2 220,-4-1-233,1-3 250,1-2-253,2-5 216,2-3-205,2-3 200,3-4-200,0-4 60,0-4-20,3-2 0,5-1 0,2-1-513,3-3 660,-1-5-734,-2-6 734,-2-7-1285,0-6 1442,0 0-1510,2 5 1507,4 7-2094,2 6 2262,6 4-2346,6 1 2346,2 3-1170,1 5 834,4-9-666,6-12 666,9-26-13723,-2 3 12050</inkml:trace>
  <inkml:trace contextRef="#ctx0" brushRef="#br6" timeOffset="-1215.58">2493 969 7000,'0'0'0,"0"0"0,-11 3 0,3-2 1521,1 1-1956,1-1 2183,6 2-2185,4 0 2121,3 2-2103,3 1 2103,1 2-2105,1 2 1845,-2 1-1771,0 2 1743,0 1-1745,-1 0 1354,1 1-1242,0-1 1186,1 1-1186,2-2 981,0 0-923,0-2 903,1-1-905,0-2 785,0-3-751,0-2 743,0-3-745,0-2 793,1-4-807,1-2 823,1-3-825,0-3 723,0-2-694,0-2 680,-2-1-680,-2 0 559,-1-2-524,-2 1 506,-2 2-506,-2 0 478,-2 0-470,-2-1 475,-3-2-478,-2-3 219,-2-5-144,-2 1 106,0 4-106,1 6 143,0 5-154,-3 2 160,-7-1-160,-6 1 123,-6 0-112,-2 4 115,-2 7-118,1 5 111,2 8-108,1 6 106,3 4-106,1 3-62,2 2 110,1 0-125,3 1 122,1 0-838,1 0 1043,3-1-1137,2-1 1135,2-2-1983,3-2 2225,4-3-2346,5-4 2346,2-4-1133,0-5 787,5-4-614,6-3 614,14-5-13615,-3 0 11972</inkml:trace>
  <inkml:trace contextRef="#ctx0" brushRef="#br7" timeOffset="-765.771">2948 870 8880,'0'0'0,"0"0"0,-8 6 970,2-2-1247,0 0 1396,-1-1-1399,1-1 1932,-1 1-2084,0 1 2160,1 2-2160,0 2 1842,1 2-1751,1 3 1706,3 3-1706,2 2 1296,2 3-1179,3 1 1119,2 0-1119,2 0 915,2-2-856,0-1 835,2-2-838,-1-2 700,1-3-660,1-3 650,-1-2-653,0-3 542,1-3-510,0-3 494,1-3-494,0-1 372,1-4-337,0-1 330,0-3-333,-1-1 259,-1-2-237,0-1 226,-2 0-226,-1 0 161,-1-2-143,0-1 143,0 1-145,-1-1 202,1-3-218,-1 2 226,-1 2-226,-1 1 142,0 2-118,-3 2 106,0 3-106,-1 1 171,-2 1-190,-1 3 210,0 0-213,-1 2 372,0 2-417,0 1 450,0 3-453,1 4 379,1 2-357,1 3 346,0 3-346,1 3 421,1 4-443,0 2 454,0 4-454,0 1 435,0 2-429,0 0 426,0 0-426,1-1 333,0-1-307,1-3 294,-1-2-294,1-4 98,1-2-42,0-4 23,0-3-25,2-2-1010,1-4 1306,0-3-1454,0-2 1454,-3-1-1613,-1-1 1658,-3 2-8121,0-1-1005,-3 2 11720,0 0-1172,0-1-11045</inkml:trace>
  <inkml:trace contextRef="#ctx0" brushRef="#br8" timeOffset="-3437.244">244 598 1712,'0'0'0,"0"0"0,-1 0 19,1 0-25,0 0 28,-1 0-28,1 0-318,0 0 418,0 0-468,0 0 468,0 0-76,0 0-36,0 0 102,0 0-106,0 0 1125,0 0-1415,0 0 1560,-2 6-1560,1-1 1784,-1 1-1848,0 2 1880,0 2-1880,0-1 1852,0-1-1844,0 0 1840,0 0-1840,1-1 1756,-1-2-1732,1 0 1729,-1 0-1732,0-2 1463,1 0-1385,0-2 1356,0 0-1359,1 0 1173,0-1-1120,0 0 1103,0-1-1105,0 1 985,0 0-951,0 0 943,0 0-945,0 0 900,0 0-887,0 0 880,0 0-880,0 0 805,0 0-784,0 0 783,0 0-785,0 0 712,0 0-691,0 0 689,-1-2-692,0 0 778,1 1-802,-1-1 814,0-1-814,0 0 608,0 0-549,0 1 530,0-2-533,1 1 496,-1 0-485,1 1 480,-1 1-480,1 0 368,0 1-336,0 0 330,-2 0-333,0 0 343,-2 0-345,1 0 346,-3 3-346,0 2 309,0 4-299,2 3 303,1 1-305,1 2 325,1 2-331,2 2 343,1 2-345,2 3 309,0 1-299,1 2 303,0 2-305,-1 3 325,1 1-331,-1 3 343,1-1-345,0 1 234,0 0-202,-1-2 195,0-2-198,-1 0 322,0-2-357,0 0 374,1-2-374,-1-1 168,0-2-109,-1-4 80,0-5-80,-1-5 183,-1-4-212,0-4 226,0-2-226,0-1-17,0 0 86,0-1-120,0 0 120,0 0-932,0 1 1164,-1-3-1280,-1-4 1280,-2-4-1942,-3-6 2131,0-4-2226,0-4 2226,1 4-1088,2 3 763,1 0-600,1-3 600,0-10-14487,1 3 12808</inkml:trace>
  <inkml:trace contextRef="#ctx0" brushRef="#br9" timeOffset="-2971.753">47 604 8344,'0'0'0,"0"0"0,8 5 1642,-1-4-2111,1-1 2346,1-1-2346,0-1 1908,2-2-1783,-1-2 1720,1 0-1720,1 0 1384,1 0-1288,3 1 1249,2 0-1252,3 3 769,5 1-630,4 2 569,4 3-572,4 3 555,3 3-549,1 2 556,2 5-559,-1 4 587,-3 5-594,-3 5 608,-4 3-612,-4 2 567,-4 2-553,-4 0 546,-4 0-546,-4-1 546,-3 0-546,-5 1 546,-4-1-546,-4-1 593,-6 0-607,-5 0 614,-2-1-614,-5 1 511,-2-1-481,-3 0 475,-3 0-478,-4-2 378,-3-2-349,-1-4 343,2-3-345,0-4 421,2-5-443,4-3 463,3-5-465,3-2 251,3-4-190,2-2 170,5-1-173,1-1 34,2-2 6,2 1-26,1-2 26,1-1-708,1-3 903,1-6-1000,1-6 1000,2-6-1765,1-5 1984,2-2-2085,3 2 2082,0 6-1743,0 8 1647,3 1-1600,6 0 1600,0 3-872,-3 5 664,4-2-551,4-1 548,9-7-11979,-2 3 10439</inkml:trace>
  <inkml:trace contextRef="#ctx0" brushRef="#br10" timeOffset="-2536.729">894 1065 9952,'0'0'0,"0"0"0,-2 6 1689,1-3-2172,0-1 2414,1 0-2414,-1 1 1975,1 2-1849,-1 5 1796,-1 5-1799,1 6 1230,0 7-1067,0 5 996,1 3-999,0 1 626,2 0-519,1-2 475,2-2-478,1-4 443,2-5-432,2-4 435,3-5-438,2-4 478,3-5-489,2-4 503,4-3-505,1-5 618,2-4-650,1-3 666,0-4-666,0-3 535,-1-5-498,-2-2 480,-3-1-480,-3-1 471,-3-2-468,-4 2 466,-3 3-466,-4 1 447,-2 1-442,-2 3 440,-2 0-440,-2 2 338,-3-1-309,-1 1 294,-1 4-294,-1 2 256,-2 1-245,-5 3 240,-5 2-240,-6 2 166,-4 3-145,-3 6 134,0 4-134,0 5-34,3 6 82,3 4-97,3 4 95,5 4-1195,4 2 1509,3 2-1657,5-1 1655,4-6-1383,2-7 1305,1 6-15303,1-19 19314,1-4-12788</inkml:trace>
  <inkml:trace contextRef="#ctx0" brushRef="#br11" timeOffset="7222.881">223 1861 10584,'0'0'0,"0"0"0,4 12 0,-1-3 1400,-1-1-1800,1-1 2000,-2-3-2000,0-1 1878,0-1-1843,-1-2 1826,-2 2-1826,0 3 1490,-1 4-1394,0 4 1346,0 4-1346,1 6 823,1 4-674,0 6 610,1 4-613,1 5 642,1 3-650,0 4 654,2 3-654,0 1 542,1 2-510,0 0 494,1-1-494,0-3 382,0-3-350,-1-4 343,1-3-345,-1-5 253,0-3-227,-1-5 223,-1-5-225,0-4 58,0-5-10,-1-5-5,0-3 2,-1-4-924,-1-3 1188,0-2-1320,0-3 1320,0 1-1600,0 1 1680,0-4-1710,0-7 1707,0 1-810,0 2 554,-1-10-426,-1-13 426,-1-28-12979,-1 4 11442</inkml:trace>
  <inkml:trace contextRef="#ctx0" brushRef="#br12" timeOffset="7835.292">1 2216 11120,'0'0'0,"0"0"0,6 1 0,1 0 1409,2 1-1812,2 1 2023,2 0-2025,-1 1 1550,1 0-1414,1 1 1356,0 0-1359,0 1 921,0-1-796,2 1 743,0-1-745,1-1 205,1-2-51,0-1-26,1-1 26,2-3-343,1-2 434,2-2-471,2-2 468,1-4-839,1-2 946,-1-2-991,2-1 988,-1 0-1527,-1-1 1682,-3 1-1751,-2 2 1748,-4 1-2315,-3 0 2478,-2 2-2560,-2-1 2560,-3 4-1282,-2 3 917,-1-2-724,0-5 721,1-4-926,-1-6 985,-1-1-1004,0 2 1001,-2 1 185,0 4-524,-1 5 694,-2 2-694,0 4 1235,0 3-1389,0 2 1466,1 1-1466,-1 1 1494,-2 0-1502,1 0 1506,-4 1-1506,-1 1 1422,-2 4-1398,0 5 1396,0 5-1399,1 6 1260,1 4-1220,1 4 1200,1 3-1200,2 2 1088,2 2-1056,1 2 1040,2 2-1040,1 1 890,1 1-847,1 2 835,1 1-838,-2 1 850,0-1-853,-2 0 863,1-3-865,-1-2 698,0-5-650,1-3 626,1-4-626,-1-4 589,2-3-579,-2-3 574,0-5-574,-2-4 434,0-4-394,0-3 374,-1-2-374,0-1 346,3-3-338,0 0 343,2-2-345,1-2 243,1-3-214,0-5 200,3-8-200,2-7 154,2-8-141,1-3 143,1-3-145,0 0 81,1 1-63,0 4 63,0 3-65,-1 5 47,1 4-42,0 4 40,1 4-40,0 5 22,0 6-17,1 5 23,-1 6-25,-1 6 35,0 4-38,-1 6 50,0 3-53,-2 5 16,-1 3-5,0 4 10,-1 2-13,-2 0-5,0 1 11,-1-2-5,1-2 2,1-2-466,0-4 599,1-3-657,1-4 655,1-4-1401,2-3 1614,0-5-1710,2-1 1707,1-3-1753,2-3 1767,1-3-1764,4-2 1761,-4 0-920,-6 0 680,8-2-12684,-17 4 16148,-3 1-10814</inkml:trace>
  <inkml:trace contextRef="#ctx0" brushRef="#br13" timeOffset="8318.088">1447 2244 10848,'0'0'0,"0"0"0,0 0 2192,0 0-1582,0 0 149,-3 9-875,-4 10 1005,-2 12-1110,-3 10 1116,2 6-1119,0 5 774,2 0-675,3-2 626,4-3-626,2-5 626,3-5-626,2-6 626,2-6-626,2-5 486,2-6-446,1-5 435,0-4-438,-1-4 272,1-5-224,-1-3 210,-1-2-213,0-3 176,0-3-165,-1-1 160,-1 0-160,-1 1 282,-1-1-317,0-4 343,-2-5-345,0-5 215,-2-5-178,-1-1 160,0 4-160,-1 2 300,0 3-340,-1 4 360,0 5-360,1 2 388,-1 4-396,0 3 400,0 1-400,0 3 410,0 1-413,0 2 414,0 1-414,0 0 423,0 5-425,1 2 426,1 4-426,1 3 426,3 6-426,1 4 426,4 6-426,0 2 426,3 3-426,0 1 426,1 0-426,-1-2 426,0-2-426,1-1 426,0-3-426,0-1 193,1-3-127,1-1 103,0-2-105,0-2 22,0-2 2,-1-4-5,-1-2 2,1-5-504,-2-3 648,-1-3-720,-2-3 720,-1-2-1121,0-3 1236,-1-3-1285,1-3 1282,-1-2-1681,1-5 1796,0-4-1845,0-6 1842,-1-6-2129,0-6 2212,-1-3-2244,-1-4 2241,-2 9-1139,-1 11 824,-1-4-657,0-7 655,0-22-12003,0 5 10411</inkml:trace>
  <inkml:trace contextRef="#ctx0" brushRef="#br14" timeOffset="8500.384">2026 1858 10760,'0'0'0,"0"0"0,0 7 0,-1 1 1941,-1 3-2496,1 4 2783,-1 3-2785,0 4 2292,1 3-2151,-2 3 2089,1 3-2092,0 4 1608,0 3-1469,1 2 1410,0 3-1413,1 2 826,1 3-658,2-1 574,0 1-574,2-1 359,2-1-297,0-2 266,0-4-266,0-3 61,1-4-3,0-3-26,1-5 26,0-3-605,-1-4 771,0-3-854,-1-3 854,-3-4-1601,-1-2 1814,-1-4-1910,1 0 1907,-1-1-861,0-1 563,2 0-12892,-3 0 16457,0 0-11015</inkml:trace>
  <inkml:trace contextRef="#ctx0" brushRef="#br15" timeOffset="8692.598">1928 2416 13624,'0'0'0,"0"0"0,0 0 3145,0 0-2075,5 1-1188,3-1 1652,4-1-1918,5 0 1192,4-3-984,2 0 880,0-3-880,1 0-632,3-2 1064,0-1-1280,-3 1 1280,0-1-1830,1 1 1987,5-2-14656,-15 6 18253,-6 1-12211</inkml:trace>
  <inkml:trace contextRef="#ctx0" brushRef="#br16" timeOffset="9353.009">4075 1588 12016,'0'0'0,"0"0"0,4 17 0,-2 0 1838,-1 0-2363,0 0 2626,0-1-2626,-1-5 2346,0-3-2266,0-3 2235,0-3-2238,0-1 1680,0-1-1520,0-1 1440,-2 4-1440,-3 1 880,-4 4-720,-1 5 640,-3 5-640,0 7 398,0 6-329,2 4 294,1 4-294,3 1 266,2 0-258,2-2 263,1-1-265,2-4 70,0-3-14,0-3-14,1-3 14,1-3-733,-1-2 938,0-3-1040,0-4 1040,1-3-1572,-2-3 1724,1-3-1800,-1-1 1800,1-2-885,-1-1 624,0 1-14316,0-1 18265,0 0-12072</inkml:trace>
  <inkml:trace contextRef="#ctx0" brushRef="#br17" timeOffset="9672.913">4303 2300 7000,'0'0'0,"0"0"0,0 0 2345,0 0-844,0 0-91,0 0-141,0 0 54,0 0-419,0 0 121,-10 7-1188,-7 7 1211,-7 7-1301,-5 5 1266,-4 5-1266,-1 2 921,-1 1-823,-1 0 783,1-1-785,-1-2 571,2-1-510,2-3 490,2-1-493,3-2 111,3-1-1,2-1-45,2-2 42,3-2-814,2-1 1035,3-1-1146,1-3 1146,2 0-1986,1-3 2226,2-2-2337,3-2 2335,1-3-1139,1-1 797,1-2-12414,0 0 15782,0 0-10745</inkml:trace>
  <inkml:trace contextRef="#ctx0" brushRef="#br18" timeOffset="10196.607">4060 2762 7176,'0'0'0,"0"0"0,-2 5 1253,0 3 762,0 3-2519,-1 0 2650,1 2-2687,-2-1 2706,1-1-2706,0-1 2193,-1-2-2047,1-1 1983,0-3-1985,2-1 1501,0-1-1363,0-2 1303,1 0-1305,0 0 1054,2-4-982,3-4 955,2-4-958,4-3 858,5-4-829,3-2 814,3 0-814,2 0 571,3 2-501,1 0 466,1 2-466,-1 2 223,-1 4-154,-1 4 130,-2 2-133,-1 4 152,-4 4-157,-2 2 170,-2 4-173,-3 3 80,-2 4-53,-3 4 50,-2 4-53,-4 4 128,-2 2-149,-4 2 160,-2 2-160,-3 2 179,-2 2-184,-2 0 195,-1 1-198,-2 0 200,-2-1-200,-1-2 200,0-5-200,-1-3 303,2-5-332,1-4 346,0-5-346,1-4 290,0-3-274,1-3 266,1-2-266,4-1 406,1-3-446,2-1 466,3 1-466,2-1 410,1 0-394,1-2 386,1-3-386,0-3 330,2-6-314,1-2 315,2-4-318,2 0 348,3 0-356,1 2 360,4 2-360,2 3 230,3 4-193,2 3 183,2 4-185,-1 4 233,0 5-247,-2 3 263,0 5-265,-2 3 154,0 2-122,-1 0 106,0 0-106,-1-2-6,1-2 38,0-2-45,1-2 42,0-2-1160,-1-5 1480,0-2-1630,-3-2 1627,-4 0-1524,-3-1 1495,-1-3-1470,1-8 1467,-1 0-776,-1 2 579,-1 1-7965,1 0-1156,-5 8 12033,1-1-1203,-1 0-11023</inkml:trace>
  <inkml:trace contextRef="#ctx0" brushRef="#br19" timeOffset="10764.792">5040 1788 13176,'0'0'0,"0"0"0,7 2 0,1-1 1250,4 0-1607,2-1 1796,2-2-1799,2-1-524,2 0 1188,0-1-1511,2 0 1508,-3 1-451,-6 0 150,4 0 9,5 0-12,13 0-11270,-2 1 9996</inkml:trace>
  <inkml:trace contextRef="#ctx0" brushRef="#br20" timeOffset="10615.945">5475 2335 13624,'0'0'0,"0"0"0,-16 2 1260,5-2-1620,2 1 1800,1-1-1800,2 0 1958,3 0-2003,1 0 2035,1 0-2038,1 0 1714,0 4-1621,0 4 1574,1 6-1574,-1 7 1032,1 8-877,2 5 810,0 4-813,1 1 646,1 1-598,1-1 574,1-2-574,-2-2 518,1-2-502,-2-3 503,1-3-505,-1-3 2,2-4 142,0-3-205,-2-5 202,-1-3-984,-1-5 1208,-1-2-1310,-1-3 1307,-1-2-1596,1-4 1679,0-1-1720,1-2 1720,0 3-870,0 1 627,-1-1-15112,1 4 19285,-1 2-12654</inkml:trace>
  <inkml:trace contextRef="#ctx0" brushRef="#br21" timeOffset="11182.949">6014 2080 13720,'0'0'0,"0"0"0,-6-2 0,-1 1 1633,0 0-2100,-1 2 2334,-1 1-2334,-3 3 1942,-1 2-1830,-5 5 1783,-2 3-1785,-3 4 1319,-3 4-1186,-1 3 1130,1 1-1133,2 1 508,3 1-329,5-2 240,6-1-240,5-4 250,5-2-253,5-3 263,6-3-265,4-3 238,5-3-230,5-4 226,2-2-226,4-3 105,2-1-71,3-1 54,0 0-54,1 0 44,-1 0-41,0 0 40,-2 1-40,-1 1 59,0 1-64,-1 4 75,-1 3-78,-2 5 80,-4 4-80,-3 4 90,-5 2-93,-5 3 327,-5 2-393,-5-1 435,-7 1-438,-4 0 450,-6-1-453,-4-1 454,-3 0-454,-2 0 594,-3 0-634,1-3 654,1-2-654,0-2 588,-1-4-569,2-2 560,1-3-560,0-3 187,-1-3-80,1-2 26,3-1-26,3-2-515,0-2 669,5 1-737,3-2 735,2 0-1285,4 2 1442,1-3-1520,2-2 1520,0 1-1380,0 1 1340,1 0-8126,-1 1-1058,0 3 11893,0 0-1189,1 0-11114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4-17T01:36:10.8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2628 74 12728,'0'0'1744,"-1"4"-291,-2 14-762,1 0 0,1 0 0,0 0 1,1 0-1,2 5-691,1 6 213,1 0 0,1-1 1,1 1-1,8 19-213,-10-38 21,0 0 1,0-1-1,0 0 0,1 0 0,1 0 0,0 0 1,0-1-1,0 0 0,1 0 0,1 0 1,-1-1-1,1 0 0,0-1 0,3 2-21,-9-7 3,0 0-1,0 0 1,0 0-1,0-1 1,0 1-1,0-1 0,0 1 1,0-1-1,0 0 1,0 0-1,0 0 1,1 0-1,-1 0 1,0 0-1,0 0 0,0-1 1,0 1-1,0-1 1,0 0-1,0 1 1,0-1-1,0 0 1,0 0-1,-1 0 1,1 0-1,0-1 0,0 1 1,-1 0-1,1-1 1,-1 1-1,0-1 1,1 0-1,-1 1 1,0-1-1,1-2-2,4-4 5,-1 0-1,0 0 1,-1-1-1,0 0 1,0 0 0,0-3-5,6-27 2,-3-5-2,-5-2 2,-3-22 13,0 36 94,1 0 0,2-4-109,-2 35 6,0 1-1,0 0 1,0-1 0,0 1-1,0 0 1,0-1 0,0 1-1,0 0 1,0 0-1,1-1 1,-1 1 0,0 0-1,0-1 1,0 1 0,0 0-1,0 0 1,1-1 0,-1 1-1,0 0 1,0 0 0,0-1-1,1 1 1,-1 0-1,0 0 1,0 0 0,1-1-1,-1 1 1,0 0 0,1 0-1,-1 0 1,0 0 0,1 0-1,-1 0 1,0 0 0,0 0-1,1-1 1,-1 1-1,0 0 1,1 0 0,-1 0-1,0 1 1,1-1 0,-1 0-1,0 0 1,1 0 0,-1 0-1,0 0 1,0 0 0,1 0-1,-1 0 1,0 1-1,1-1 1,-1 0 0,0 0-1,0 0 1,1 1 0,-1-1-6,12 10 111,-3 6 39,-2 0 0,1 1 0,4 17-150,1 2 181,15 47 64,-21-56-183,2-1-1,1 0 0,12 21-61,-17-38-408,11 19 650,-15-27-412,-1 0 1,1-1-1,0 1 1,-1-1-1,1 1 0,0 0 1,-1-1-1,1 1 1,0-1-1,-1 0 0,1 1 1,0-1-1,0 0 1,0 1-1,-1-1 0,1 0 1,0 0-1,0 0 1,0 1-1,0-1 0,0 0 1,-1 0-1,1 0 1,0-1-1,0 1 0,0 0 1,0 0-1,0 0 1,-1-1-1,1 1 1,1-1 168,-2 1-11350</inkml:trace>
  <inkml:trace contextRef="#ctx0" brushRef="#br0" timeOffset="-910.092">1180 0 9504,'12'9'215,"-9"-7"-89,-1 0 1,1-1-1,-1 1 1,1 0-1,0-1 1,0 0-1,0 0 1,-1 0-1,3 1-126,-8-7 4185,-11-3-1830,14 8-2336,-1 0 1,1 0-1,-1-1 1,1 1 0,-1 0-1,1 0 1,-1 0-1,0 0 1,1 0-1,-1 0 1,1 0 0,-1 0-1,1 0 1,-1 0-1,0 1 1,1-1-1,-1 0 1,1 0 0,-1 0-1,1 1 1,-1-1-1,1 0 1,-1 1-1,1-1 1,-1 0-1,1 1 1,0-1 0,-1 1-1,1-1 1,-1 0-1,1 1 1,0-1-1,-1 1-19,-3 23 341,14 36 32,-8-51-246,14 60 272,4 0 0,3-1-1,26 53-398,-48-117 5,7 14 70,0-1 1,1 0 0,1 0-1,3 2-75,-10-14 20,1-1 0,0 1 1,0-1-1,0 0 0,0 0 0,1-1 0,-1 1 0,1-1 0,0 0 0,0 0 0,0-1 0,1 0 0,-1 0 0,0 0 0,1 0 0,0-1-20,-2 0 6,0 0 0,0 0 0,0-1 0,0 0 0,0 0 0,0 0 0,0 0-1,0-1 1,0 1 0,0-1 0,0 0 0,-1 0 0,1 0 0,0-1 0,0 1-1,-1-1 1,1 0 0,-1 0 0,1-1-6,0-1-10,1 0 0,-1 0 0,0 0 0,0-1 0,0 0 0,-1 0 0,0 0 0,0 0 0,0-1-1,0 1 1,1-5 10,2-11-80,0-1 0,-1 1 0,-1-1 0,-1 1 0,-2-1-1,1-10 81,-4-211-328,0 163 163,13 146 219,3-1 0,13 33-54,48 127 118,-68-206-108,80 195 134,6 14 9,-79-187-53,-3 0 0,-1 0-1,-2 1 1,2 31-100,-9-60 25,-2 0 0,0 0 0,0 0 0,-1-1 0,0 1 0,-1-1 0,-1 1 0,0-1 0,-1 0 0,0 0 0,-1-1 0,0 0 0,0 0 0,-2 0 0,1-1 0,-1 0-1,-1 0 1,0 0-25,-19 18 58,-1-1 0,-2-2-1,0-1 1,-2-1-1,-8 3-57,32-20 13,0-1 0,0-1 0,0 0 0,-1 0 0,0 0 0,0-1 0,0-1 0,0 0 0,0 0 0,0-1 0,0 0 0,-6-1-13,1-1 7,1-1 0,1 0-1,-1 0 1,0-2-1,0 1 1,1-2-1,0 0 1,-8-4-7,-10-8-30,0-2 1,2-1 0,0-1-1,1-1 1,1-1-1,-19-23 30,33 32-172,0 0-1,0-1 0,2 0 1,0-1-1,0 0 0,2 0 1,0-1-1,1-1 0,-5-14 173,7 12-1277,1 0-1,0 0 1,0-15 1277,3 17-8573,5 42 6441</inkml:trace>
  <inkml:trace contextRef="#ctx0" brushRef="#br0" timeOffset="-440.349">2036 266 15416,'0'0'1673,"-1"5"-275,-4 22-1070,2 0 0,1 0-1,1 0 1,2 0 0,0 1-1,3 3-327,-3-17 129,2 1 0,-1-1 0,2 0 0,0 1 0,1-2-1,0 1 1,1 0 0,1-1 0,0 0 0,1-1 0,0 0-1,5 5-128,-8-11 0,1-2 0,0 1 0,0-1 0,0 0 0,0 0 0,0 0 0,1-1 0,0 0 0,0 0 0,0-1 0,0 0 0,0 0 0,0-1 0,0 0 0,1 0 0,-1 0 0,0-1 0,1 0 0,-1-1 0,0 0 0,3 0 0,-4 0 0,0 0 0,0 0 0,0-1 0,0 0 0,0 0 0,0 0 0,0-1 1,-1 0-1,1 0 0,-1 0 0,0-1 0,1 1 0,-2-1 0,1-1 0,0 1 0,-1-1 0,0 0 0,0 0 0,-1 0 0,1 0 0,-1 0 0,0-1 1,0 0-1,1-4 0,0-5 7,0-1 0,-1 1 0,-1-1 0,0 0 0,-1 0 0,0 0 0,-2 0 0,0 0 0,-1 0 0,0 0 0,-1 1 0,-3-7-7,0 3 13,-1 1 1,0 0-1,-1 1 1,-2-1-1,1 2 1,-2-1-1,0 1 0,-1 1 1,-1 0-1,-1-1-13,3 5 0,6 5 8,-2-1 0,1 1 0,-1 0 0,0 0 1,-7-4-9,11 8 0,0 1 1,0 0 0,1 0 0,-1 0 0,0 0 0,0 0 0,0 1 0,0-1 0,0 1 0,0 0-1,0 0 1,0 0 0,0 0 0,-1 0 0,1 1 0,1-1 0,-1 1 0,0 0 0,-3 1-1,-1 0-46,1 1 0,0 0 0,0 0 0,-1 1 0,2-1 0,-1 1 0,0 1 0,1-1 0,0 1 0,0 0 0,0 0 0,1 0 0,-1 0 0,1 1 0,1 0 0,-1 0 0,1 0 1,0 0-1,0 1 0,0 2 46,-1 6-591,1 0 1,0 0-1,1-1 1,1 1-1,0 1 1,2-1-1,-1 0 1,2 0 0,1 8 590,1 2-8539,-9-58 6418</inkml:trace>
  <inkml:trace contextRef="#ctx0" brushRef="#br0" timeOffset="12216.761">94 2378 11480,'0'0'1744,"0"0"-96,0 0-384,1 10-291,4 45 15,14 67-138,-13-88-662,0-1-1,2-1 0,3 3-187,11 42 92,57 191 294,-44-155-300,-11-33 88,-13-40-377,-10-33-260,-5-12-353,-94-220-4580,53 118 3556,-9-18-5833</inkml:trace>
  <inkml:trace contextRef="#ctx0" brushRef="#br0" timeOffset="12544.308">29 2580 9776,'-1'-6'1649,"-5"-17"-735,-1 0 147,2 0-1,0 0 1,1-10-1061,3-2 372,4 22 374,37-48 206,-38 59-914,0-1 0,0 1-1,0 0 1,0-1 0,0 1-1,0 0 1,1 1 0,-1-1-1,1 0 1,0 1 0,-1-1-1,1 1 1,3-1-38,6-4 70,1-2-28,-8 6-22,-1-1 1,0 1-1,1 0 0,-1 0 0,1 0 1,0 1-1,-1-1 0,1 1 0,1 0-20,15-3 54,1 1 0,0 0-1,0 2 1,0 0-1,0 1 1,11 3-54,16 6 20,-31-2 8,62 47 28,-69-41 30,-1 8-28,-1 0-1,5 18-57,-12-22 53,-4-5 2,1 1 0,-1-1 0,-1 1 0,0-1-1,-1 0 1,-1-1 0,1 1 0,-2-1 0,0 1-1,-6 8-54,4-9 33,6-7-18,-1-1 0,1 1-1,-1-1 1,0 0 0,0 0-1,0 0 1,-1 0 0,1-1 0,-1 1-1,-1 0-14,-10 6 28,-1 0 0,-1-1-1,0 0 1,0-2-1,0 0 1,-18 3-28,26-7-70,0-1 0,-1 0 0,1-1-1,0 0 1,-1 0 0,1-1 0,-7-2 70,-28-5-2748,39 7 2294,-30-7-8280,82 18 6596</inkml:trace>
  <inkml:trace contextRef="#ctx0" brushRef="#br0" timeOffset="12907.194">625 2396 10584,'0'0'1376,"0"0"-55,0 4-218,1 5-878,-1 7 65,0 1 1,2 0 0,0 0-1,1 0 1,1-1 0,1 0-1,0 1 1,1-2 0,7 15-291,-3-13 84,1 0 0,1 0 0,1-1 0,0 0 0,1-1 0,12 9-84,9-1 44,-22-19 102,-7-4-118,0 0 0,0 0 0,0-1-1,0 0 1,0-1 0,0 1-1,0-1 1,0 0 0,0 0-1,-1-1 1,0 0 0,1 0 0,-1 0-1,0-1 1,0 1 0,-1-1-1,1-1 1,0 1-28,2-4 26,-4 5-8,-1 0 1,1 0-1,-1 0 0,0 0 0,0 0 0,0-1 0,-1 1 0,1-1 0,-1 1 0,1-2-18,4-11 77,0 0 0,-1-1 1,-1 0-1,-1 0 0,0 0 1,-1 0-1,-1-3-77,0 7 28,0 10-13,-1 0-1,0 0 1,0 0 0,0-1-1,-1 1 1,1 0 0,-1 1-1,1-1 1,-1 0 0,0 0-1,0 0 1,0 0 0,-1 0-15,-4-10 41,1 2 1,-2-1 0,0 1 0,0 0-1,-1 0 1,0 1 0,-1 0 0,0 0-1,-1 1 1,-2-2-42,-29-14 45,25 18 77,-27 0 3,35 6-120,0 1 0,0 1 0,0-1 0,0 1 0,-4 2-5,0 0-52,0 1-1,0 1 0,1 0 0,0 1 1,0 0-1,0 0 0,1 1 1,0 1-1,0 0 0,1 0 0,-9 10 53,5-2 77,-20 24-3136,-2 0-5877,82-93 6739</inkml:trace>
  <inkml:trace contextRef="#ctx0" brushRef="#br0" timeOffset="13251.651">1056 2307 13624,'0'0'1528,"0"0"-74,0 0-291,4 9-251,0-2-912,8 20 181,1-1 0,1-1-1,13 16-180,-21-33-204,35 45-696,-5-9-3279,-19-24-3073,-39-46 5500</inkml:trace>
  <inkml:trace contextRef="#ctx0" brushRef="#br0" timeOffset="13252.651">838 1822 9952,'0'0'-2048,"0"0"2048</inkml:trace>
  <inkml:trace contextRef="#ctx0" brushRef="#br0" timeOffset="13673.726">1342 2215 14344,'0'0'1689,"0"0"-76,2 4-324,13 29-118,11 24-499,-3 2-1,-1 0 1,3 26-672,-23-72 59,-1-3-16,-12-70-9,5 16-49,3 0 0,1 0 0,1 0 0,5-18 15,-3 50-25,1 0 0,0 1 0,0-1 0,2 1 0,-1 0 0,2 0 0,-1 0 0,2-2 25,0 2-20,-5 8 5,1-1 0,0 0 0,1 1 0,-1-1 1,1 1-1,0-1 0,0 1 0,0 0 0,0 0 1,0 1-1,0-1 0,1 1 0,0-1 0,-1 1 1,1 0-1,3-1 15,-3 1-10,8 0-17,-4 4 21,0-1 0,0 1 0,-1 0 0,1 1 0,0 0 1,-1 0-1,0 0 0,0 1 0,0 0 0,6 5 6,1 2-7,-1 0 0,0 2 0,-1-1 0,0 2 0,3 4 7,12 19-250,-1 2 1,-2 0 0,9 24 249,-30-57-209,0 1 0,1-1 0,0 0 1,0 0-1,3 4 209,1 0-270,-7-9 213,-1-1-1,0 1 0,1-1 0,-1 1 1,1-1-1,-1 1 0,1-1 0,0 1 1,-1-1-1,1 1 0,0-1 0,-1 0 1,1 0-1,0 1 0,-1-1 1,1 0-1,0 0 0,-1 0 0,1 0 1,0 1-1,-1-1 0,1 0 0,0 0 1,0-1-1,-1 1 0,1 0 0,0 0 1,-1 0-1,1 0 0,0-1 0,-1 1 1,1 0-1,0 0 0,-1-1 0,1 1 1,0-1-1,-1 1 0,1-1 0,-1 1 1,1-1 57,16-6-2425,0 4-5374,-40 7 5865</inkml:trace>
  <inkml:trace contextRef="#ctx0" brushRef="#br0" timeOffset="14017.791">2047 1936 14520,'0'0'1712,"1"4"-286,49 201 1629,-30-138-3487,0-10 66,6 14-1120,-9-19-3699,-12-39-1622,-11-31 5154</inkml:trace>
  <inkml:trace contextRef="#ctx0" brushRef="#br0" timeOffset="14343.3">1997 2087 11032,'0'0'1737,"3"-2"-285,47-25 2609,17-14-4061,-38 21-957,2 2-1,-1 1 0,2 2 0,0 1 0,1 1 1,32-8 957,29 0-1822,-8 3-5284</inkml:trace>
  <inkml:trace contextRef="#ctx0" brushRef="#br0" timeOffset="14705.832">2555 1868 10040,'0'0'1680,"0"0"-3,0 0-9,0 0-99,-13 3 483,9-2-1917,-1 1 0,0 0-1,1 0 1,-1 0 0,1 0-1,0 0 1,-1 1 0,1 0 0,0 0-1,1 0 1,-1 1 0,-2 2-135,-32 43 358,32-40-325,2-2 13,0-1 1,1 1-1,-1 0 0,2 0 0,-1 0 1,1 0-1,0 1 0,0-1 0,0 3-46,0 2 28,1-7-11,0 0-1,0-1 1,1 1 0,0 0 0,0 0-1,0 0 1,0 0 0,1 0-1,0 0 1,0 0 0,0 0 0,1-1-1,-1 1-16,2 2 22,-2-3-5,1 0 1,0 0-1,0-1 1,1 1-1,-1-1 1,1 1-1,0-1 1,0 0-1,0 0 0,0 0 1,0 0-1,1-1 1,-1 1-1,1-1 1,0 0-1,0 0-17,1 1 11,11 5 8,-1 0 1,1-1-1,1-1 0,-1 0 0,1-2 0,0 0 0,12 1-19,-11-1 21,48 7 46,-58-10-71,45 9 321,26 8-317,-78-18 4,-1 0 1,0 1-1,1-1 1,-1 0-1,0 0 1,0 1-1,1-1 0,-1 0 1,0 0-1,0 1 1,1-1-1,-1 0 1,0 1-1,0-1 0,0 0 1,0 1-1,0-1 1,1 0-1,-1 1 1,0-1-1,0 1 1,0-1-1,0 0 0,0 1 1,0-1-1,0 0 1,0 1-1,0-1 1,-1 0-1,1 1 0,0-1 1,0 1-1,0-1 1,0 0-1,0 1 1,-1-1-1,1 0 0,0 0 1,0 1-1,0-1 1,-1 0-1,1 1 1,0-1-1,-1 0 0,1 0 1,0 0-1,-1 1 1,1-1-5,-9 10 20,6-8-2,1 0-1,-1 0 0,0 1 0,0-2 0,-1 1 1,1 0-1,0-1 0,0 1 0,-1-1 0,1 0 1,-1 0-1,1 0 0,-1-1-17,-24 8-26,-67 17-284,5-5-3827,48-12-5663,99-19 7390</inkml:trace>
  <inkml:trace contextRef="#ctx0" brushRef="#br0" timeOffset="15029.992">1913 1447 13448,'0'0'1953,"0"0"-81,0 7-344,19 165 1312,-7-95-2714,-1-18-529,2-1-1,3-1 1,4 3 403,-8-34 5,17 45-3118,-1 2-6272,-65-171 7073</inkml:trace>
  <inkml:trace contextRef="#ctx0" brushRef="#br0" timeOffset="24441.696">450 3917 12464,'0'0'1801,"0"0"-69,0 0-296,0 0-163,0 0-372,-6 6-227,-7 6-572,1 0 0,0 1 1,1 1-1,0 0 1,1 0-1,1 1 0,0 0 1,1 1-1,-6 14-102,7-13 17,-9 36 75,11-33-68,0 1 0,2 1 0,0-1 0,1 0 0,1 1 0,1-1 0,1 1 0,1-1 0,2 10-24,-1-22 17,0-1-1,0 0 0,1 0 1,4 7-17,-8-14 3,1-1 1,0 1-1,0 0 1,-1-1-1,1 1 1,0-1-1,0 1 1,0-1 0,0 1-1,0-1 1,-1 1-1,1-1 1,0 0-1,0 0 1,0 1-1,0-1 1,0 0-1,0 0 1,0 0-1,0 0 1,0 0 0,0 0-1,0-1 1,0 1-1,0 0 1,0 0-1,0-1 1,1 1-4,18-10 9,-20 10-5,6-4 8,0 0 0,0 0 0,-1-1 1,1 0-1,-1 0 0,0-1 1,0 1-1,-1-1 0,3-5-12,0 2 11,18-23 67,-2 0 0,-1-2 1,12-28-79,-4 1 74,-30 59-71,10-18 48,-2-1 1,0 0-1,-1-1 0,-2 0 0,0 0 0,0-11-51,-6 60 137,0-14-64,0 0 1,1 0 0,2 11-74,6 33 134,-4-33-96,2 12 65,1 0 0,2 0-103,-5-24-18,-1-1-1,2 0 0,-1 0 1,2-1-1,-1 1 1,2-1-1,-1 0 1,6 6 18,-11-15-63,-1-1 0,1 1 0,0 0 1,-1 0-1,1 0 0,0-1 0,0 1 1,-1 0-1,1 0 0,0-1 0,0 1 1,0-1-1,0 1 0,0-1 0,0 0 0,0 1 1,0-1-1,0 0 0,0 1 0,0-1 1,1 0-1,-1 0 0,0 0 0,0 0 1,0 0-1,0 0 0,0-1 0,0 1 1,0 0-1,0 0 0,0-1 0,0 1 1,0-1-1,0 1 0,1-1 63,2-2-352,1-1 0,-1 0 0,1-1 0,-1 1 0,0-1 0,2-3 352,11-12-2372,6-5-6247,-54 58 6510</inkml:trace>
  <inkml:trace contextRef="#ctx0" brushRef="#br0" timeOffset="24780.937">936 3963 10672,'1'15'2133,"2"11"-1593,2-1 0,1 1 0,1-1 0,1 0 1,1 0-1,1-1 0,1 0 0,2-1 0,5 8-540,-18-31 14,0 1-1,0 0 1,1 0-1,-1 0 1,0-1 0,1 1-1,-1 0 1,1-1-1,-1 1 1,1 0-1,-1-1 1,1 1 0,-1 0-1,1-1 1,0 1-1,-1-1 1,1 1-1,0-1 1,0 0 0,-1 1-1,1-1 1,0 0-1,0 1 1,0-1 0,-1 0-1,1 0 1,0 0-1,0 0 1,0 1-1,0-1 1,-1-1 0,1 1-1,0 0 1,0 0-1,0 0 1,-1 0-1,1 0 1,0-1 0,0 1-1,0 0 1,-1-1-1,1 1 1,0-1-1,-1 1 1,1-1 0,0 1-1,-1-1 1,1 1-1,0-1 1,-1 1-1,1-1 1,-1 0 0,1 0-1,-1 1 1,0-1-1,1 0-13,4-7 53,-1 0 0,0 0-1,-1-1 1,1 1 0,-1-2-53,0 1 59,18-53 468,5-33-527,-1 4 222,-22 82-217,1 0-1,-1 0 1,2 0 0,-1 1 0,1 0-1,0 0 1,1 0 0,1-1-5,0-1 3,3 2 17,18 0 0,-25 7-19,0 1-1,0 0 1,0-1-1,1 2 0,-1-1 1,0 0-1,0 1 1,1-1-1,-1 1 0,1 0 0,2 2-3,0 0 0,0 1 0,0-1 0,0 1 0,-1 0 0,0 1 0,1-1 0,-1 1 1,-1 0-1,1 0 0,-1 1 0,2 2 3,8 13-58,0 1 1,4 11 57,-11-18-47,11 19-469,-3 1 0,0 1 516,14 31-787,-23-56 493,1 0 0,0-1 0,0 1 0,1-1 0,1-1 0,0 0-1,0 0 1,7 4 294,-15-11-24,1-1 0,-1 0 1,1 0-1,0 0 0,-1-1 0,1 1 0,0 0 0,0-1 0,0 1 0,-1-1 0,1 1 0,0-1 1,0 0-1,0 0 0,0 0 0,0 0 0,0 0 0,0 0 24,6-1-56,41-1-1736,25 3-6928</inkml:trace>
  <inkml:trace contextRef="#ctx0" brushRef="#br0" timeOffset="25223.007">2041 3984 10672,'0'-11'1432,"-5"-123"198,5 131-1519,0 0-1,0 0 1,0 0-1,-1 0 1,1 1-1,-1-1 1,0 0-1,0 0 1,0 0-111,-18-43 1348,-23-38-1348,28 65 748,4 10-556,0 1 0,-1 0 0,1 0 0,-2 2 0,0-2-192,8 7 30,1 0 1,0 1-1,-1-1 1,1 1-1,-1-1 1,1 1-1,-1 0 1,1 1-1,-1-1 0,1 0 1,0 1-1,-1 0 1,1 0-1,0 0 1,-1 0-1,1 0 1,0 1-1,0 0 1,0-1-1,0 1 1,-1 1-31,1-1 28,-9 9 120,3 3-96,0 0 0,1 1 0,0 0 0,1 0 0,1 1 0,0 0 0,2 0 0,-1 0 0,1 8-52,-1-3 24,4-13 4,-1 0 0,1 0 0,0 0 0,1 0 0,0 0 0,1 1 0,-1-1-28,2 12 55,0-1 1,0 1 0,2-1-1,1 1 1,0-1-1,1 0 1,7 13-56,-9-26 13,0 0 0,0 0 0,1 0 0,0 0 1,0-1-1,0 0 0,0 0 0,1 0 0,6 3-13,-8-5 18,0-1-1,0 0 1,0 0-1,0-1 1,1 1 0,-1-1-1,0 0 1,1 0-1,-1-1 1,1 1 0,0-1-1,-1 0 1,1 0-1,-1-1 1,1 1 0,-1-1-1,1 0 1,0 0-18,0-1 18,1 0 0,0-1 0,0 1 0,-1-1 0,0 0 0,1-1 0,-1 1 0,0-1 0,-1 0 0,1 0 0,-1-1 0,0 1 0,2-3-18,3-4 16,-5 7-7,-1-1 1,1 1-1,-1-1 1,0 0 0,-1 0-1,1 0 1,-1 0-1,0 0-9,9-22 43,-1 1-1,-2-1 0,-1-1 0,-1 1 0,1-19-42,-4-31 123,-4 0 0,-3 0 0,-13-65-123,17 140 2,-16-208 306,26 279-238,79 621 1914,-86-661-1993,1 0-1,6 25 10,-6-42-510,0 0 0,1 1 0,0-1 0,1-1 0,1 1 0,-1-1 0,2 0-1,0 0 511,4 5-10483,-28-37 7891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4-17T01:36:15.9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7154 331 12016,'0'0'1529,"0"0"-37,0 0-168,0 0-134,0 0-380,-7 1-212,-19 1-420,13 2 108,-64 45 82,61-33-248,-13 30 63,-10 26-183,28-42 193,-28 155 55,34-137-166,-1 257 67,8-241 86,15 238 89,-12-244-138,32 218 82,-30-226-48,0 9-137,9 74 716,-2 102-799,-14-232 13,0 14 5,0-1 1,-1 1-1,-1-1 1,0 0-1,-1 1 1,-3 7-19,5-23-132,1-1 126,0 1 0,0-1 0,0 0-1,0 0 1,0 0 0,0 0 0,0 0 0,0 0 0,0 0 0,0 0 0,0 0 0,0 1 0,0-1 0,0 0 0,0 0 0,0 0 0,0 0 0,0 0 0,0 0 0,0 0 0,0 0 0,0 0 0,0 0 0,0 1 0,0-1-1,0 0 1,0 0 0,0 0 0,0 0 0,0 0 0,0 0 0,0 0 0,0 0 0,0 0 0,-1 0 0,1 0 0,0 0 0,0 0 0,0 0 0,0 0 0,0 0 0,0 0 0,0 1 0,0-1 0,0 0 0,0 0 0,-1 0-1,1 0 1,0 0 0,0 0 0,0 0 0,0 0 0,0 0 0,0-1 0,0 1 0,0 0 0,0 0 0,0 0 0,-1 0 0,1 0 0,0 0 0,0 0 0,0 0 0,0 0 6,-6-7-656,-4-12 49,6 5 668,-7-21-3570,1 3-5989,24 75 7173</inkml:trace>
  <inkml:trace contextRef="#ctx0" brushRef="#br0" timeOffset="437.779">6891 1250 11656,'0'0'1448,"0"0"-86,0 0-340,6-4-242,42-23 182,22-8-962,-68 34 2,-1 0-1,1 0 0,-1 1 1,1-1-1,-1 1 1,1-1-1,0 1 0,-1-1 1,1 1-1,0 0 1,-1 0-1,1 0 0,0 0 1,-1 0-1,1 0 1,0 0-1,-1 1 0,1-1 1,-1 1-1,1-1 1,0 1-1,-1 0 0,1-1 1,-1 1-1,0 0 1,1 0-1,-1 0 0,0 0 1,1 0-1,-1 0 1,0 0-1,0 1 0,0-1 1,0 0-1,1 2-1,1 4 46,0 0 0,0 1 0,0 0 0,-1 0 0,0-1 0,-1 1 0,0 1-46,2 3 56,-3-11-56,5 23 174,0-1 0,2 1 0,6 13-174,-10-29 30,1-1 0,0 0 0,0 0 0,1 0 0,0 0 0,0-1 0,1 0 0,0 0 0,0 0-1,0 0 1,0-1 0,4 2-30,-4-4 26,0 0 0,0-1 0,0 1 0,0-1-1,0-1 1,1 1 0,-1-1 0,1 0 0,-1 0-1,1-1 1,-1 0 0,1 0 0,-1 0 0,1-1 0,-1 0-1,6-1-25,-4 0 56,0-1-1,1 0 1,-1 0-1,0 0 1,-1-1-1,1 0 0,-1-1 1,0 0-1,0 0 1,0 0-1,0-1 1,-1 0-1,0 0 0,2-4-55,-3 4 43,-1 0 0,-1 0-1,1 0 1,-1-1-1,0 1 1,0-1-1,-1 0 1,1 0 0,-2 0-1,1 0 1,-1 0-1,0 0 1,0 0-1,-1 0 1,0-3-43,-5 0 233,-8-3-177,0 0-1,-1 1 0,0 0 0,0 1 1,-1 1-1,-1 0 0,0 1 0,0 1 1,-1 0-1,0 2 0,0 0 0,-1 0 0,1 2 1,-12-2-56,14 3 17,-35-3 18,23 6-155,1 1 0,-18 3 120,-13 5-3456,27-3-6145,71-14 7241</inkml:trace>
  <inkml:trace contextRef="#ctx0" brushRef="#br0" timeOffset="802.977">7465 1123 12016,'0'0'1305,"0"0"-60,0 0-259,2 7-220,9 31-67,2-2 0,2 0 0,1 0 0,2-1 0,13 19-699,-26-47-88,11 17 1375,-16-24-1276,0 0 1,0 0 0,0 0 0,0 0-1,0 0 1,0-1 0,0 1-1,0 0 1,0 0 0,0 0 0,0 0-1,0 0 1,0 0 0,0 0 0,0 0-1,0 0 1,0 0 0,0 0-1,0 0 1,1 0 0,-1 0 0,0 0-1,0 0 1,0 0 0,0 0-1,0 0 1,0 0 0,0-1 0,0 1-1,0 0 1,0 0 0,0 0 0,0 0-1,1 0 1,-1 0 0,0 0-1,0 0 1,0 0 0,0 0 0,0 1-1,0-1 1,0 0 0,0 0-1,0 0 1,0 0 0,0 0 0,0 0-1,0 0 1,1 0 0,-1 0-1,0 0 1,0 0 0,0 0 0,0 0-1,0 0 1,0 0 0,0 0 0,0 0-1,0 0 1,0 0 0,0 1-1,0-1 1,0 0 0,0 0-12,-4-18 255,-8-18 87,5 17-214,1-1-1,0 0 0,2 0 0,0 0 0,1-7-127,2 15-2,0-1 1,0 1-1,1-1 0,1 1 0,0 0 0,1 0 0,0-1 0,1 1 1,0 0-1,4-7 2,1 4-152,0 1 1,1-1-1,1 1 1,0 1 0,1 0-1,0 0 1,3-1 151,3 0 75,22-19-3365,2-2-6846,-95 82 7634</inkml:trace>
  <inkml:trace contextRef="#ctx0" brushRef="#br0" timeOffset="1652.496">8818 830 13088,'0'0'1465,"0"0"-57,0 0-248,0 0-143,0 0-340,-7 4-183,-2-1-428,6-2-56,0 0 0,0 0 0,0 0 1,0 1-1,0-1 0,1 1 0,-1 0 1,0 0-1,1 0 0,0 0 0,-3 2-10,-11 12 59,0 0-1,1 1 1,1 0-1,0 1 1,2 1-1,-9 16-58,12-18 21,5-11-4,1 0 1,0 1 0,0 0 0,1-1 0,-1 1 0,2 0-1,-2 6-17,-9 43 100,7 14-80,6-51-20,2 1 0,-1-1-1,2 0 1,4 13 0,-6-27 0,0 0-1,0 0 1,0 0-1,1 0 0,0 0 1,-1-1-1,2 1 1,-1-1-1,0 0 1,1 1-1,0-2 1,0 1-1,4 2 1,-3-1-1,-2-3 0,-1 0 0,0-1 1,1 1-1,-1-1 0,1 0 0,0 0 1,-1 0-1,1 0 0,0 0 0,0 0 0,-1-1 1,1 1-1,0-1 0,0 0 0,0 0 0,0 0 1,0 0-1,-1 0 0,1-1 0,2 0 1,-2 1-1,1-2-1,0 1 1,-1-1 0,1 1-1,-1-1 1,0 0 0,1 0 0,-1-1-1,0 1 1,0-1 0,0 0-1,-1 1 1,1-1 0,0 0-1,-1-1 1,0 1 0,1-1 1,-1 0-2,7-8 4,-1 0 0,-1-1 0,0 1 0,-1-1 0,0-1 0,-1 1 0,0-1 1,-1 0-1,-1 0 0,0-1 0,0-6-2,13-146 452,-13 152-131,2 13-121,4 20-53,76 320 310,-40-114-463,-40-190 7,1 10 5,0 162 12,-10-169 30,2-22-18,-1 0-5,0 1 0,-1-1 0,-1 0 0,0 0 0,-1 0 0,0-1 0,-1 0 1,-1 0-1,-7 10-25,-1-5 69,-1 0 0,-1 0 1,-13 9-70,14-18 46,8-7-42,-1-1-1,1 0 1,0 0-1,0-1 0,-1 0 1,1 0-1,-1-1 1,1-1-1,-1 0 1,1 0-1,0 0 0,-1-1 1,1-1-1,-7-2-3,-31-18-68,26 7-270,-100-111-184,100 98-78,-8-28-280,-13-37 880,22 48-2874,-22-45-6225,99 212 6865</inkml:trace>
  <inkml:trace contextRef="#ctx0" brushRef="#br0" timeOffset="2270.857">9221 801 7712,'0'0'1385,"0"0"-24,0 0-114,0 0-62,0 0-146,0 0-92,0 0-239,0 0-82,0 0-85,-2 8-107,0 17-206,0-1 0,2 0 0,0 1 0,2-1 0,1 0 0,0 0 0,2 2-228,-1-8 46,-3-12 4,0 1 0,1-1 0,0 1 0,0-1 0,1 0 0,1 5-50,7 12 162,1-1 0,1 1-1,1-2 1,14 18-162,-23-33 29,0-1 0,1 0 0,0 1 0,0-2 0,0 1 0,0-1 0,1 0 0,0 0 0,0-1 0,0 0 0,6 2-29,-11-4 7,0-1 0,0 0 1,-1 0-1,1 0 0,0 0 0,0 0 1,0 0-1,-1 0 0,1 0 1,0-1-1,0 1 0,-1-1 0,1 1 1,0-1-1,-1 0 0,1 0 0,-1 0 1,1 0-1,-1 0 0,1 0 1,0 0-8,0-2 7,1 0 1,0 0 0,-1-1 0,1 1 0,-1-1 0,0 1 0,0-1 0,-1 1 0,2-3-8,1-7 11,0 0 1,-1 0 0,0 0-1,0-11-11,-1-23 4,-4-4 43,-2 0-1,-2 1 0,-5-9-46,5 21 31,17 91 336,2-1 0,3 4-367,1-11 94,1-1-1,9 12-93,-2-13-180,15 16 180,-39-57-36,1-1 0,-1 0 0,0 0 0,1 1 1,-1-1-1,1 0 0,-1 0 0,1 0 0,-1 0 0,1-1 0,0 1 0,-1 0 0,3 0 36,22 3-4885,-26-4 4461,1 0-1,0 0 0,0 0 0,0 0 0,0 0 0,-1 0 1,1 0-1,0 0 0,0 1 0,0-1 0,-1 0 0,1 0 0,0 1 1,-1-1-1,1 0 0,0 1 0,0-1 0,-1 1 0,1 0 425,-26-9-2190</inkml:trace>
  <inkml:trace contextRef="#ctx0" brushRef="#br0" timeOffset="2789.121">9855 923 14704,'0'0'1552,"0"0"-75,0 0-299,0 0-148,2-3-298,96-167 236,-87 149-960,-9 19-8,-1-1 1,1 1-1,-1-1 1,1 1-1,-1-1 1,0 0-1,0 0 0,0 1 1,0-1-1,0 0 1,-1-1-1,0-5-4,1 9-1,-1-1-1,0 1 1,0 0-1,0-1 1,0 1-1,0-1 1,0 1 0,0-1-1,0 1 1,0-1-1,0 1 1,0-1-1,0 1 1,0 0 0,0-1-1,0 1 1,0-1-1,0 1 1,-1-1-1,1 1 1,0 0 0,0-1-1,-1 1 1,1 0-1,0-1 1,0 1 0,-1 0-1,1-1 1,0 1-1,-1 0 1,1-1-1,-1 1 1,1 0 0,0 0-1,-1-1 1,1 1-1,-1 0 1,1 0-1,0 0 1,-1 0 0,1 0-1,-1 0 1,1 0-1,-1 0 1,1 0-1,-1 0 1,1 0 0,-1 0-1,1 0 1,0 0-1,-1 0 1,1 0-1,-1 0 1,1 0 5,-22 11-252,22-11 254,-14 9-41,1 1-1,1 0 1,0 1-1,0 0 0,1 1 1,1 1-1,0 0 1,0 0-1,2 1 0,-2 3 40,-12 30-16,8 1 16,9 2 0,6-41-6,1 1 0,1-1 0,-1 0-1,1 0 1,1 0 0,0 0 0,0-1 0,1 1-1,0-1 1,0 0 0,1 0 0,0-1-1,0 0 1,1 0 0,0 0 0,0-1 0,0 0-1,4 1 7,-8-4-55,1-1-1,0 0 1,0 0-1,-1 0 0,1 0 1,1-1-1,-1 1 0,0-1 1,0 0-1,0 0 1,1-1-1,-1 1 0,4-1 56,-2 0-91,-3 0 25,0 1 0,-1-1 0,1 0 0,0 0 0,0-1 0,-1 1 0,1 0 0,0-1 0,-1 0 0,1 0 0,0 0 0,-1 0 0,1 0 0,-1 0 0,0 0 1,2-1 65,28-14-2954,-1 4-5462,-72 28 6344</inkml:trace>
  <inkml:trace contextRef="#ctx0" brushRef="#br0" timeOffset="3180.723">10402 466 13808,'0'0'1497,"-5"4"-245,-46 25-131,28-18-697,1 2 1,1 0-1,0 1 0,1 2 0,-12 11-424,28-25 13,1 1 0,0 0 0,0 0 0,0 0 0,0 1 0,1-1 0,-1 1 0,1-1 0,0 1 0,-2 3-13,4-6 7,-1 1-1,1 0 1,0 0-1,-1 0 0,1 0 1,0 0-1,0 0 0,1 0 1,-1 0-1,0 0 1,0 0-1,1 0 0,-1 0 1,1 0-1,0-1 1,0 1-1,-1 0 0,1 0 1,0-1-1,1 1 0,-1 0 1,0-1-1,0 1 1,1-1-1,-1 0 0,1 1-6,22 17 26,51 25-14,-49-31 2,0 2 0,-1 0 0,-1 2 0,-1 0 0,20 20-14,-39-33 11,-1 0-1,1 1 0,-1-1 0,0 1 1,0 0-1,0 0 0,-1 0 1,1 0-1,-1 0 0,0 0 0,-1 1 1,0-1-1,1 1 0,-2-1 0,1 1 1,-1-1-1,1 1 0,-2 4-10,0-3 25,0 0-1,-1 0 1,0-1-1,0 1 1,0 0-1,-1-1 1,0 1-1,0-1 1,-1 0-1,0 0 1,0 0-1,0-1 1,-1 0-1,-2 3-24,-1 0-7,-1 0 0,0-1-1,0 0 1,-1-1-1,0 1 1,0-2 0,-1 1-1,1-2 1,-1 1-1,0-1 1,-1-1 7,8-2-94,0 0 0,0 0 0,0-1 0,0 0-1,0 1 1,0-1 0,0-1 0,0 1 0,0-1 0,0 1 0,0-1-1,0 0 1,1-1 0,-1 1 0,-3-2 94,6 2-82,0 1 0,0-1 0,1 0 0,-1 0 0,0 0 0,0 1 0,1-1 0,-1 0 0,1 0 0,-1 0 0,1 0 0,-1 0 0,1 0 0,-1 0 0,1 0 0,0 0 0,0 0 0,0 0 0,-1 0 0,1-1 0,0 1 0,0 0 0,1-1 82,-2-1-207,0-38-2524,-1 11-4721,6 68 5514</inkml:trace>
  <inkml:trace contextRef="#ctx0" brushRef="#br0" timeOffset="3584.067">10700 311 13448,'0'0'1912,"0"0"-95,0 0-379,0 0-195,0 0-406,-5 7-223,-24 30-324,1 1 0,2 3-290,19-30 62,-3 4-30,1 0 0,1 1 0,-2 4-32,9-15 5,-1-1-1,0 0 1,1 0-1,0 0 1,0 1-1,1-1 1,-1 1-1,1-1 0,0 1 1,0-1-1,0 0 1,0 1-1,1-1 1,0 1-1,1 3-4,10 11 7,-9-15-6,0 0 1,0 0-1,1 0 1,0-1-1,-1 1 1,1-1-1,4 2-1,64 51 20,-57-43-17,0 1 0,-1 0 0,0 2 0,-1-1 0,10 18-3,-16-22 5,-4-8 6,-1 0 1,-1 0 0,1 0-1,0 0 1,-1 0 0,0 1-1,1-1 1,-1 1 0,-1-1-1,1 1-11,2 7 28,-1 0 0,0 0 0,-1 1 0,0-1 0,-1 0 0,0 1 0,-1-1 0,0 0 0,-3 10-28,-1-8 64,0 0-1,-2-1 0,1 1 1,-6 5-64,-8 8 22,12-19-142,1 0 1,-1 0-1,-1-1 0,1 0 0,-1-1 0,0 0 1,-1 0 119,9-5-94,-1 0 0,1-1 0,-1 1 1,0 0-1,1-1 0,-1 1 0,1-1 1,-1 0-1,1 1 0,-1-1 0,1 0 1,-1 0-1,1 0 0,0 0 0,0 0 1,-1 0-1,1 0 0,0 0 0,0-1 1,0 1-1,0 0 0,0-1 0,1 1 0,-1 0 1,0-2 93,-4-24-730,-1-17-2596,0 13-4866,14 73 6191</inkml:trace>
  <inkml:trace contextRef="#ctx0" brushRef="#br0" timeOffset="3934.587">10921 501 11384,'10'10'2690,"-4"1"-2216,0-1 0,0 1 0,-1-1 0,0 2 0,0-1 0,-2 0 0,1 1 0,-2 0 0,2 5-474,0 2 87,17 50 422,4 18-526,-18-61-124,-6-24-484,-2-6 3,-37-121-3613,26 80-2764,28 104 5262</inkml:trace>
  <inkml:trace contextRef="#ctx0" brushRef="#br0" timeOffset="3935.587">10810 1 10224,'0'0'0,"0"0"528,0 0-528,0 0 536,0 0-536,0 0-320,0 0 320,0 0-7800,0 0 7800</inkml:trace>
  <inkml:trace contextRef="#ctx0" brushRef="#br0" timeOffset="4773.398">11189 647 13984,'0'0'1609,"-1"6"-264,-2 16-745,2-9-16,0-1-1,-1 1 1,-1 0-1,0-1 1,-1 0-1,-4 12-583,8-24 6,-1 1-1,1-1 0,0 0 1,0 0-1,0 1 1,0-1-1,0 0 0,0 1 1,0-1-1,0 0 0,0 1 1,-1-1-1,1 0 0,0 0 1,0 1-1,0-1 0,-1 0 1,1 0-1,0 0 1,0 1-1,-1-1 0,1 0 1,0 0-1,0 0 0,-1 0 1,1 1-1,0-1 0,-1 0 1,1 0-1,0 0 0,0 0 1,-1 0-1,1 0 1,0 0-1,-1 0 0,1 0 1,0 0-1,-1 0 0,1 0 1,0 0-1,-1 0 0,1 0 1,0 0-1,0 0 0,-1-1 1,1 1-1,0 0 1,-1 0-7,-2-20 119,6-29 5,16-43-94,-6 36-26,3 1 2,5 2-4,-13 36-1,1 0-1,1 0 0,6-8 1,-12 20 0,-1 0-1,1 1 1,0-1-1,0 1 1,1 0-1,-1 0 1,1 0 0,0 1-1,0-1 1,0 1-1,0 1 1,0-1-1,3 0 1,-7 2 0,0 1 0,0 0 0,1 0 0,-1-1 0,0 1 0,0 0-1,1 0 1,-1 0 0,0 1 0,1-1 0,-1 0 0,0 0 0,0 1 0,1-1-1,-1 0 1,0 1 0,0 0 0,0-1 0,0 1 0,0-1 0,1 1 0,-1 0-1,0 0 1,-1 0 0,1 0 0,0 0 0,0 0 0,0 0 0,0 0-1,-1 0 1,1 0 0,2 4 0,0 1-1,-1-1 0,0 1 1,0 0-1,0 0 0,0 0 1,10 41 0,4 3 0,5 1 0,-15-36-36,1-1-1,0 0 0,2 0 1,-1 0-1,1-1 0,1-1 1,1 0-1,1 1 37,-7-7-84,1-1 0,-1-1 0,1 1 0,0-1 0,1 0-1,-1 0 1,1-1 0,-1 1 0,1-2 0,0 1 0,1-1 0,-1 0 0,0 0 0,6 0 84,-1-3-167,0 0 0,0-1 0,-1 0 0,1-1 0,-1 0 0,1 0 0,-1-1 0,0-1 167,-2 0-140,-1-1 1,0 1 0,0-1-1,0-1 1,-1 0 0,0 0-1,-1 0 1,1 0 0,-1-1-1,-1 0 1,1-1 0,-1 1-1,-1-1 1,0 0-1,0 0 1,-1-1 0,0 0 139,6-20-245,-2-1 0,-2 1 1,-1-2-1,1-23 245,-3 14 70,-2 1 0,-3-11-70,3 48 68,-1 0 1,1 0 0,-1 0-1,0 0 1,0 0-1,0 1 1,0-1 0,0 0-1,-1 1 1,1-1-1,-1 0 1,0 1-1,-1-2-68,0 0 83,3 4-75,0 0 0,0 0 0,-1-1 0,1 1 0,0 0 0,0 0 0,0 0 0,0 0 0,0 0 0,0 0 0,0-1 0,-1 1 0,1 0 0,0 0 0,0 0 0,0 0 0,0 0 0,-1 0 0,1 0 0,0 0 0,0 0 0,0 0 0,0 0 0,0 0 0,-1 0 0,1 0 0,0 0 0,0 0 0,0 0 0,-1 0 0,1 0 0,0 0 0,0 0 0,0 0 0,0 0 0,0 0 0,-1 0 0,1 0 0,0 0 0,0 0 0,0 0 0,0 1 0,0-1 0,-1 0 0,1 0-8,-7 3 87,0 1 0,0 0 0,1 0-1,-1 0 1,1 1 0,0 0-1,0 0 1,0 1 0,1 0 0,-4 4-87,-5 8 156,2 0 0,0 0 0,-9 20-156,0 5 128,2 0-1,2 1 0,-2 15-127,19-56 7,-1 0 1,1 1-1,0-1 0,0 0 1,0 0-1,0 0 1,0 1-1,1-1 1,0 0-1,-1 0 0,1 0 1,0 0-1,1 0 1,-1 0-1,0 0 0,1 0 1,0 0-1,0-1 1,-1 1-1,3 1-7,-1 0 9,0-1 1,0 0 0,0 0 0,1 0-1,-1 0 1,1 0 0,0-1 0,0 1 0,0-1 0,0 0 0,0 0-1,0-1 1,0 1 0,1-1 0,-1 0 0,1 0 0,-1-1-1,1 1 1,-1-1 0,1 0 0,-1 0 0,1 0 0,-1-1 0,1 0-1,-1 0 1,1 0 0,0-1-10,0 1 16,-1-1 1,0 1-1,1-1 0,-1 0 0,0-1 1,-1 1-1,1-1 0,0 0 0,-1 1 1,1-2-1,-1 1 0,0 0 1,0-1-1,1 0-16,3-7 51,0 1-1,-1-1 1,4-9-51,-6 12-4,4-10 99,-1 1 1,0-1-1,-2-1 0,3-10-95,2-10 206,13-47 350,-22 83-350,-2 2-189,1 1-1,-1 0 0,1 1 0,-1-1 1,1 0-1,-1 0 0,1 0 0,-1 0 0,1 0 1,-1 0-1,1 0 0,0 1 0,-1-1 1,1 0-1,-1 0 0,1 1 0,0-1 1,-1 0-1,1 1 0,0-1 0,-1 0 1,1 1-1,0-1 0,-1 0 0,1 1 0,0-1 1,0 1-1,-1-1 0,1 0 0,0 1 1,0-1-1,0 1 0,0-1 0,0 1-16,-1 87 417,4-1 0,5 15-417,4 7 110,1 100 17,-12-167 28,-9 153 62,2-159-84,-34 118 49,27-128-74,7-16-79,-1 1-21,0-1-1,0 0 0,-1 0 1,0-1-1,0 0 0,-1-1 1,0 0-1,-1 0 1,0-1-1,0 0 0,-3 0-7,3-1-55,-3 2-23,-1 0 0,0-1 0,-1-1 1,0-1-1,0 0 0,0 0 0,0-2 0,-6 1 78,-24-2-225,-26 0-3380,17 0-6530,126-5 7635</inkml:trace>
  <inkml:trace contextRef="#ctx0" brushRef="#br0" timeOffset="16988.795">9828 2251 14616,'0'0'1496,"0"0"-69,0 0-271,-1 5-249,-2 16-491,1 0 0,1 1 0,1-1 0,2 17-416,-1-18 52,0-14-6,0 48 284,4 0 1,7 39-331,34 205 352,-31-162-184,-7-74-208,9 36 40,-16-98-50,-1-1 1,1 1 0,-1 0 0,1 0 0,-1-1 0,1 1-1,-1 0 1,0 0 0,1-1 0,-1 1 0,1-1 0,-1 1 0,0 0-1,1-1 1,-1 1 0,0-1 0,0 1 0,0-1 0,1 1-1,-1-1 1,0 1 0,0-1 0,0 1 0,0-1 49,8-27-1198,-1 0 1,-2-1-1,1-16 1198,1-1-969,7-41-1409,-3 26-5219,-25 143 5713</inkml:trace>
  <inkml:trace contextRef="#ctx0" brushRef="#br0" timeOffset="17307.392">9857 2297 12552,'2'-1'1857,"28"-18"451,14-8 1634,20-8-3942,-7 11 420,-15 10-566,1 2 0,22-2 146,12 5-1156,-10 7-2607,-27 2-4627,-94 0 6344</inkml:trace>
  <inkml:trace contextRef="#ctx0" brushRef="#br0" timeOffset="17640.09">9891 2701 15416,'0'0'1673,"0"0"-88,0 0-372,5-2-279,176-99 215,-130 78-2525,1 3 0,0 2 0,3 2 1376,-28 8-101,3-2-2542,31-9-5247,-142 45 5962</inkml:trace>
  <inkml:trace contextRef="#ctx0" brushRef="#br0" timeOffset="16365.195">8123 3271 15152,'0'0'1641,"0"0"-93,0 0-394,1 9-274,-1-6-863,1 8 232,0-1 0,1 1 0,0-1 0,2 6-249,-3-13 19,0 1-1,1-1 1,-1 0 0,1 0-1,0 1 1,-1-1 0,1 0 0,1-1-1,-1 1 1,0 0 0,1-1-1,-1 1 1,1-1 0,0 0 0,0 0-1,0 0 1,0 0 0,1 0-19,1 0 8,0 0 0,1-1 0,-1 0 0,0 0 0,1-1 0,-1 0 0,1 0 0,-1 0 0,1 0 0,-1-1 0,1 0 0,-1 0 1,0 0-1,1-1 0,-1 0 0,0 0 0,0 0-8,16-8 66,-1 0 1,0-1-1,5-5-66,-19 12 5,2-1 12,-1 0-1,0 0 1,-1-1-1,1 0 1,-1 0 0,0-1-1,2-4-16,0 1 13,-5 7-3,-1 0 0,1-1 1,-1 1-1,0-1 0,-1 0 0,1 0 0,0 1 0,-1-1 0,0 0 0,0 0 0,0 0 0,-1-1 0,1-1-10,0-1 12,-1 4-6,0 0 1,1 0-1,-1 0 0,-1 0 0,1 0 1,0 0-1,-1 0 0,0 0 1,1 0-1,-1 0 0,0 0 1,-1 0-1,1 0 0,0 1 0,-1-1 1,0 0-1,1 1 0,-1-1 1,0 1-1,0 0 0,-2-2-6,-1-1 0,-1 1 0,1 0-1,-1-1 1,0 2 0,0-1 0,-3-1 0,1 2-74,1 0 0,-1 1 0,1 0 0,-1 0 0,0 0 0,0 1 0,0 1 0,0-1 0,0 1 0,1 0 0,-1 1 0,-5 1 74,-24 0-1288,36-2 1223,1-1 1,0 1-1,0-1 1,-1 1 0,1-1-1,0 1 1,0-1-1,0 1 1,0-1-1,0 1 1,0-1-1,0 1 1,0-1 0,0 1-1,0-1 1,0 1-1,0-1 1,0 0-1,0 1 1,1-1-1,-1 1 1,0 0 0,0-1-1,1 0 65,2-5-306,1 0 1,-1 0-1,2 0 0,-1 1 1,0-1-1,1 1 0,0 0 0,1 0 1,-1 1-1,1-1 0,2 0 306,67-41-1877,-56 35 1871,25-13-587,-28 17 506,35-15 19,-31 16 118,0 0 0,20-2-50,-38 7 62,1 1 0,0 0 1,0 0-1,0 0 1,-1 0-1,1 0 1,0 1-1,0-1 0,-1 1 1,1 0-1,0-1 1,-1 1-1,1 1 0,0-1 1,-1 0-1,0 1 1,1-1-1,-1 1 0,0-1 1,0 1-1,0 0 1,0 0-1,0 0 1,0 1-1,0-1 0,-1 0 1,1 0-1,-1 1 1,0-1-1,0 1 0,1 0 1,-2-1-1,1 1 1,0 0-1,0 0-62,3 13 309,-1-1-1,-1 1 1,0-1-1,-1 1 1,0 7-309,-1-9 8,2 26 773,0-2 14,1-1-1,3 2-794,-4-25 247,2-1 1,-1 0 0,2 1 0,0-1-248,-4-10 94,0 0 1,1 1-1,0-1 1,-1 0 0,1 0-1,0 0 1,0 0-1,0-1 1,1 1-1,-1 0 1,1-1 0,0 0-1,-1 1 1,1-1-1,0 0 1,0 0 0,0-1-1,1 1 1,1 0-95,-5-2 38,1 0 1,0 0-1,0 1 1,-1-1-1,1 0 0,0 0 1,0 0-1,-1 0 1,1 0-1,0 0 1,0 0-1,-1-1 1,1 1-1,0 0 1,0 0-1,-1 0 0,1-1 1,0 1-1,-1 0 1,1-1-1,0 1 1,-1-1-1,1 1 1,-1-1-1,1 1 1,0-1-1,-1 1 1,1-1-1,-1 0 0,0 1 1,1-1-39,0-2 76,0 1 1,0-1-1,0 0 1,0 0-1,-1 1 0,1-1 1,-1 0-1,0 0 1,0-2-77,-6-58 430,5 58-418,-3-27 232,2 0 0,1-1-1,1 0 1,2 0-244,0 14-18,1 1 0,0-1 0,5-11 18,6-17-3661,-4 10-8046,-24 86 8815</inkml:trace>
  <inkml:trace contextRef="#ctx0" brushRef="#br0" timeOffset="18096.797">8840 2997 5832,'0'0'1137,"0"0"16,0 0 46,0 0-4,0 0-79,0 0-51,0 0-122,0 0-69,0 0-148,0 0-34,0 0 17,0 0-32,0 0-162,2-6-117,6-11-88,0 1 0,1 0 0,1 1 0,11-14-310,-19 26-18,5-5 166,0-1 0,1 1-1,0 1 1,0-1 0,3 0-148,-9 6-92,0 0 1,1 1-1,0-1 1,-1 1-1,1 0 0,0-1 1,0 1-1,0 1 1,-1-1-1,1 0 1,0 1-1,0-1 1,0 1-1,0 0 1,0 0-1,0 0 1,0 0-1,0 1 1,0-1-1,0 1 1,0 0-1,2 0 92,7 4-1086,12 5-8792,-44-18 7888</inkml:trace>
  <inkml:trace contextRef="#ctx0" brushRef="#br0" timeOffset="15178.686">7351 2751 13984,'0'0'1697,"0"0"-65,0 0-282,-2 6-283,-6 15-659,2 0-1,0 1 0,2 0 1,0-1-1,1 7-407,-6 105 140,7-91-18,0 18 126,3-1 0,5 32-248,-3-47 38,8 103 242,5-14-170,-7-69-404,3-2 0,12 33 294,-33-131-1390,0-9-2119,1 10-5804,18 82 7032</inkml:trace>
  <inkml:trace contextRef="#ctx0" brushRef="#br0" timeOffset="15521.614">6813 2896 14344,'0'0'1960,"0"0"-87,4-3-345,59-38 234,2 3 1,34-14-1763,-28 22 33,24-6-561,42-7 528,-113 35-46,43-7-522,64-5-514,-9 9-3064,-67 8-4878,-128 7 6803</inkml:trace>
  <inkml:trace contextRef="#ctx0" brushRef="#br0" timeOffset="27881.342">6708 4875 11384,'0'0'1105,"0"0"-38,0 0-175,1 9-186,16 88 452,-5-33-295,2 37-863,-12-79 175,2 13 231,-2-1 0,-2 1 1,-1 17-407,0-50 88,1-2-80,0 1 0,0-1 0,-1 0 0,1 0 1,0 0-1,0 0 0,-1 0 0,1 0 0,0 0 0,0 0 0,-1 0 1,1 0-1,0 0 0,-1 0 0,1 0 0,0 0 0,0 0 1,-1 0-1,1 0 0,0 0 0,0 0 0,-1 0 0,1 0 0,0 0 1,0-1-1,-1 1 0,1 0 0,0 0 0,0 0 0,0 0 0,-1-1 1,1 1-1,0 0 0,0 0 0,0 0 0,0-1 0,-1 1 1,1 0-1,0 0 0,0-1 0,0 1 0,0 0 0,0 0 0,0-1-8,-5-42 145,2-1-1,2 0 0,1 0 1,5-19-145,-3 40 12,7-47 70,4 11-16,2 2-1,13-29-65,-25 77 26,0 1 0,0 0-1,1 0 1,0 0 0,1 1 0,0-1-1,0 1 1,0 0 0,1 0-1,0 1 1,0 0 0,1 0 0,4-3-26,-10 9 6,0-1 0,0 1 0,0 0 0,0 0 0,0 0 0,0-1 0,0 1 0,0 0 0,0 0 0,0 0 0,0 1 0,0-1 0,-1 0 0,1 0 0,0 0 1,0 1-1,0-1 0,0 0 0,0 1 0,0-1 0,0 1 0,0-1 0,-1 1 0,1 0 0,0-1 0,0 1 0,0 0-6,1 1 17,2 1 13,-1 1 1,1-1 0,-1 1 0,0 0 0,0 1-1,0-1 1,0 0 0,-1 1 0,0 0-1,0-1 1,0 1 0,0 0 0,0 5-31,14 52 90,-2 22 258,-4 1 0,-2 26-348,-8-109 24,0 1 0,0-1 0,0 1 0,1-1-1,-1 1 1,1-1 0,-1 0 0,1 1 0,0-1 0,0 0-1,1 2-23,-1-2 22,0 0 78,0-3-91,0 1-1,0-1 0,0 1 0,-1-1 0,1 1 1,0-1-1,0 0 0,0 1 0,-1-1 1,1 0-1,0 0 0,-1 0 0,1 1 0,-1-1 1,1 0-1,-1 0 0,1 0 0,-1 0 1,0 0-1,1 0 0,-1 0 0,0 0 0,0 0-8,7-28 64,-6 27-58,9-51 81,30-176 123,-37 209-193,1 0 0,0 0 0,2 1 0,7-18-17,-4 15 32,20-42 20,-29 63-50,0 1-1,1-1 1,-1 0-1,0 0 0,1 0 1,-1 0-1,1 0 1,0 1-1,-1-1 0,1 0 1,0 0-1,-1 1 1,1-1-1,0 1 0,0-1 1,-1 1-1,1-1 1,0 1-1,0-1 0,0 1 1,0-1-1,0 1 1,0 0-1,0 0 0,0 0 1,0-1-1,0 1 1,-1 0-1,1 0 0,0 0 1,0 0-1,0 1 1,0-1-1,0 0 0,0 0 1,0 0-1,0 1 1,0-1-1,0 1 0,0-1 1,0 1-1,-1-1 1,1 1-2,3 1 7,-1 1 0,0 0 0,-1 0 0,1 0 0,0 0 0,-1 0 1,0 0-1,3 4-7,1 3 5,-4-6-2,1-1-1,-1 1 1,0 0 0,-1 0 0,1 0 0,-1 0 0,0 0-1,0 1 1,0-1-3,14 58 46,6 63-46,-14-45-308,4 39-631,3-7-3477,-8-61-4714,-15-119 6886</inkml:trace>
  <inkml:trace contextRef="#ctx0" brushRef="#br0" timeOffset="28393.556">7670 4575 14168,'0'0'1448,"0"0"-43,0 0-171,0 0-123,0 0-324,-5-2-195,-15-5-447,10 7-12,0 4-64,0-1-1,1 1 0,0 1 1,-1 0-1,2 0 0,-1 0 0,1 1 1,-1 1-1,-5 5-68,4-2 29,7-7-18,0 0 0,0 0 1,0 1-1,0-1 0,1 1 0,0 0 0,-1-1 0,1 1 0,0 2-11,-6 10 38,1 0 0,0 1-1,1 0 1,1 1 0,1-1 0,0 1-1,0 9-37,5-12 11,0 0 1,0 0-1,2-1 0,0 1 0,0-1 0,1 0 0,1 0 1,1 1-12,-4-11 7,0-1 1,0 1 0,0-1-1,0 0 1,1 0-1,-1 0 1,1 0 0,0 0-1,-1-1 1,1 1 0,1-1-1,-1 0 1,0 0-1,1 1-7,1 0 14,-3-2-7,-1 0 1,1 0-1,0-1 1,0 1 0,-1 0-1,1-1 1,0 1-1,0-1 1,0 1-1,-1-1 1,1 0 0,0 0-1,0 0 1,0 0-1,0 0 1,0 0-1,0 0 1,-1-1 0,1 1-1,0-1 1,0 1-1,0-1 1,-1 0 0,1 0-1,0 0 1,-1 0-1,1 0 1,-1 0-1,1 0 1,-1 0-8,4-3 8,-1 0 1,0-1-1,0 1 0,-1-1 1,0 0-1,1 0 1,-1 0-1,-1 0 0,1-1-8,10-31 62,-2-1-1,-1-1 0,-3 0 1,0 0-1,-3-1 0,-1-7-61,1 32 202,3 22-61,5 28-10,1 12 96,16 43-227,-24-76 7,1-1 0,0 0 1,0-1-1,1 1 0,1-1 0,0-1 0,1 0 0,0 0 1,8 7-8,-16-16-71,0-1 0,1 0 1,-1 0-1,0 1 1,1-1-1,-1 0 1,1-1-1,-1 1 0,1 0 1,0 0-1,-1-1 1,1 1-1,0 0 1,-1-1-1,1 0 0,0 1 1,0-1-1,-1 0 1,1 0-1,0 0 1,0 0-1,0-1 1,-1 1-1,1 0 0,0-1 1,0 1-1,-1-1 1,1 1-1,0-1 1,-1 0-1,1 0 0,-1 0 1,1 0-1,-1 0 1,0 0-1,1 0 1,-1 0-1,0 0 0,0-1 1,1 1-1,-1-1 1,0 0 70,13-30-949,1-12-2510,-1 10-5100,-32 80 6469</inkml:trace>
  <inkml:trace contextRef="#ctx0" brushRef="#br0" timeOffset="28761.549">8035 4151 12280,'0'5'1608,"16"272"3753,-10-187-5011,1 75-163,-8 18-187,0-60-789,1-120 415,1-34-759,15-48-522,-2 16 564,-6 28 101,1-1 1,1 1 0,15-31 989,20-41-1739,-3 7-4874</inkml:trace>
  <inkml:trace contextRef="#ctx0" brushRef="#br0" timeOffset="29090.312">8372 4282 9240,'0'0'1545,"-4"11"227,-6 5-1197,0-1-1,-1-1 1,-1 1-1,0-2 1,0 0-1,-2 0 1,1-1 0,-9 4-575,-11 12 457,0 0-47,8-7 42,0 1 0,-16 20-452,35-36 92,1 0-1,0 0 0,1 1 1,0 0-1,0-1 0,0 1 1,1 1-1,0-1 0,0 0 1,0 1-1,1-1 0,1 1 1,-2 7-92,3-10 45,1-1 0,-1 1 0,1-1 0,0 0 0,0 1 0,1-1 0,-1 0 0,1 0 0,0 0 0,0 0 0,0 0 0,1 0 0,-1 0 0,1-1 0,0 1 0,0-1 0,0 0 0,0 0 0,1 0 0,-1 0 0,1-1 0,0 1 0,0-1 0,3 2-45,3 1 50,0-1 0,-1 1 0,2-2 0,-1 1 0,0-1 0,1-1 0,-1 0 0,1 0 0,0-1 0,1-1-50,27-2 20,-12-3-329,0 0 1,-1-2-1,20-7 309,-31 8 48,23-9-3468,3 0-5931,-95 35 7063</inkml:trace>
  <inkml:trace contextRef="#ctx0" brushRef="#br0" timeOffset="29443.097">8727 4336 14704,'0'0'1369,"0"0"-69,0 0-296,0 5-226,-5 65 469,4 48-1247,9 20-5049,-5-115-3102,-6-53 6157</inkml:trace>
  <inkml:trace contextRef="#ctx0" brushRef="#br0" timeOffset="29444.097">8419 3863 13624,'0'0'720,"0"0"-720,0 0 720,0 0-720,0 0-1008,0 0 1008,0 0-9992,0 0 9992</inkml:trace>
  <inkml:trace contextRef="#ctx0" brushRef="#br0" timeOffset="29773.788">8906 4655 15152,'0'0'1599,"0"0"-107,0 0-430,0 0-188,0 0-332,1 5-157,5 24-288,-6-25-109,0 12 4,1-67 51,1 1 0,8-34-43,-7 62 2,-1 11 0,0-1 1,1 1-1,0 0 1,3-6-3,9-26 7,2 1 0,2 1 1,1 1-1,4-3-7,24-17 3,-31 42 2,2 0-1,0 2 1,14-10-5,-17 19 42,-2 5-26,-1 1 0,1 0 1,0 1-1,7 0-16,-7 5 53,-4 1-29,-2 0 0,1 1-1,-1 0 1,0 0 0,0 1-1,0 0 1,-1 0 0,-1 1-1,0 0 1,0 0 0,0 0-1,3 10-23,-4-7 14,16 47 58,-12-22-97,-2 0 1,-1 1 0,-1-1-1,-2 18 25,-3-41-110,1 9-134,0 1-2788,0 5-6959,-3-67 7529</inkml:trace>
  <inkml:trace contextRef="#ctx0" brushRef="#br0" timeOffset="30396.719">9829 3909 14344,'0'0'1560,"0"0"-95,-6 6-377,-74 62 1,62-49-634,-60 95 97,65-90-544,-3 23 13,-7 34-21,21-56 35,6 11-10,1 0 0,3 6-25,-7-38 3,-1 0 1,1 0-1,1 0 0,-1 0 0,0 0 0,1-1 0,0 1 0,0 0 0,0-1 1,0 0-1,1 1 0,-1-1 0,1 0-3,7 8 6,-3 0-3,-5-8-4,0 0 1,0 0 0,0 0-1,1-1 1,-1 1 0,1-1 0,-1 1-1,1-1 1,0 0 0,0 0-1,0 0 1,0 0 0,2 0 0,12 6-1,-1-1 0,1-1 0,4 0 1,-19-5 0,0 0-1,1-1 1,-1 1 0,0-1-1,1 0 1,-1 0-1,0 0 1,1 0 0,-1 0-1,0-1 1,1 1 0,-1 0-1,0-1 1,0 0-1,0 0 1,1 0 0,7-2-1,0 1-1,-7 1 0,0 1 0,-1-1 0,1 1 0,-1-1 0,1 0 0,-1 0 0,1 0 0,-1 0 0,0-1 0,1 1 0,-1-1 0,0 1 0,0-1 0,0 0 2,6-5-7,0-1 1,0 0 0,-1 0-1,0-1 1,-1 0 0,0 0 0,0 0-1,-1-1 1,0 0 0,-1 0-1,3-10 7,-2 4-3,9-46-12,16-183 151,-24 194 32,-5 47 0,0 8 4,6 27-8,-1 0 1,-2 0 0,-2 1 0,0 25-165,-1-23 101,3 78 197,4 120 14,-7-184-72,-6 193 107,2-195-54,-26 158 121,20-169-106,-12 19 114,-21 39-422,25-70 242,-3-4-142,-1-1 0,0-2 0,-20 13-100,17-20 28,-41 0 4,48-8-30,0-1 0,0-1 0,-13-3-2,20 3-9,0-2 0,0 1 0,1-1 0,-1-1 0,1 0 0,0 0 0,0-1 0,0 0 0,-1-2 9,9 7-23,0-1 1,0 0-1,0 0 1,0 0-1,0 1 1,1-1-1,-1 0 1,0 0-1,1 0 1,-1 0-1,0 0 1,1-1-1,-1 1 1,1 0-1,0 0 1,-1 0-1,1 0 1,0-1 22,-18-56-314,2-1 0,2-10 314,0 10-3374,-14-51-7919,66 257 8507</inkml:trace>
  <inkml:trace contextRef="#ctx0" brushRef="#br0" timeOffset="31095.601">10496 4020 15688,'0'0'1567,"0"0"-68,0 0-276,0 8-258,0 60 112,3 0-1,11 57-1076,-12-107 116,-1-5-35,0-1 1,1 0-1,1 0 1,0 0 0,1 0-1,0-1 1,0 1-1,3 3-81,-7-15 5,0 0 0,0 1 0,0-1 0,0 0 0,1 0 0,-1 0 1,0 1-1,0-1 0,0 0 0,0 0 0,0 0 0,0 0 0,0 1 0,1-1 0,-1 0 0,0 0 0,0 0 0,0 0 0,0 0 0,1 0 0,-1 0 0,0 0 0,0 1 0,0-1 0,0 0 0,1 0 0,-1 0 0,0 0 0,0 0 0,0 0 0,1 0 0,-1 0 0,0 0 0,0 0 0,0 0 0,1 0 0,-1 0 0,0 0 0,0 0 1,0-1-1,0 1 0,1 0 0,-1 0 0,0 0 0,0 0 0,0 0 0,0 0 0,1 0 0,-1-1-5,5-13 114,2-30-40,-6 32-19,8-40 25,9-37 54,14-31-134,-31 115 8,0 1 0,1-1 0,-1 1-1,1-1 1,0 1 0,0 0 0,1 0-1,-1 0 1,2-1-8,4-7 10,22-27 0,-26 36-10,1-1 1,-1 1 0,1 0 0,-1 0 0,1 0 0,3-1-1,27-6 3,-28 10-1,0 1 0,-1-1 0,1 1 1,-1 1-1,1-1 0,-1 1 0,1 0 1,-1 1-1,0 0 0,0 0 0,0 0 1,0 0-1,-1 1 0,1 0 0,-1 0 1,3 4-3,26 25 2,72 83 13,-97-105-14,-7-9 0,0 1-1,0-1 1,0 0 0,1 1-1,-1-1 1,0 0 0,1-1 0,0 1-1,-1 0 1,1-1 0,0 1-1,0-1 0,70 28 19,-71-28-12,1 0 0,0 0 0,0 0 0,0-1 0,0 1 0,0-1 0,1 0 0,-1 0 1,0 0-1,0 0 0,0 0 0,0-1 0,0 1 0,1-1-7,9-2 14,1 2-4,-9 0-3,0 1 0,0-1 0,0 0-1,-1 0 1,1 0 0,-1-1-1,1 0 1,-1 0 0,1 0 0,-1 0-7,21-11 24,-1-1 0,-1-1 0,0-1 1,-1-1-1,8-8-24,-16 13 5,-10 8 1,1 0 0,-1-1 1,1 1-1,-2-1 0,1 0 0,0 0 0,-1 0 1,1-3-7,11-16 19,-1-1 1,-2 0 0,0-1 0,-2-1-1,2-10-19,-8 22 5,3-43 34,-4 15-5,-5-2-26,2 42-8,-1 0 1,0-1-1,0 1 1,-1 0 0,1-1-1,-1 1 1,0 0-1,1 0 1,-3-2-1,2 3 0,1 0 0,-1 0 0,0 0 0,0 1 0,0-1 1,0 1-1,0-1 0,0 1 0,0-1 0,-1 1 0,1 0 0,-3-1 0,0 2 0,0-1 0,0 1 0,-1 0-1,1 1 1,0-1 0,0 1 0,-1 0 0,1 0-1,0 0 1,0 1 0,0 0 0,0 0 0,0 0-1,0 1 1,2-1-1,-6 2-3,1 1-1,0 0 1,0 1 0,1 0-1,-1 0 1,1 0 0,1 1-1,-1 0 1,1 0-1,-2 3 5,0 1-4,2-6-1,2 1 0,-1-1 0,0 1 0,1 0 0,0 0 1,-1 4 4,-4 6-4,-18 40 1,21-38 4,1 0 0,0 0 0,2 1 0,-1 10-1,4-23 4,-1 0 0,2 1 0,-1-1 0,1 0-1,0 1 1,0-1 0,0 0 0,1 0 0,0 0-1,1 0 1,-1 0 0,1-1 0,1 3-4,0 0 12,6 5 76,0-6-66,0 0 1,0 0 0,1-1-1,0 0 1,0-1 0,1 0-1,-1-1 1,1 0 0,0-1-1,0 0 1,5 0-23,46-1 13,-50-2 2,-1-1 0,0 0 0,0-1 0,0 0-1,0-1 1,6-3-15,19-9-4002,28-16 4002,-58 27-525,34-16-11036,-96 47 8705</inkml:trace>
  <inkml:trace contextRef="#ctx0" brushRef="#br0" timeOffset="32628.263">11631 3501 9688,'0'0'1145,"0"0"16,0 0 46,0 0-36,0 6-207,1 38-148,2 0-1,2 0 1,4 8-816,-5-32 514,-1 1-1,0 16-513,-3-27 100,1 1 0,0-1 1,1 0-1,0 1 0,1-1 0,1 3-100,0-3 72,1-1-1,-1 1 0,2-1 1,-1 0-1,1-1 0,1 1 1,-1-1-1,1-1 0,3 3-71,-5-6 36,0 0 0,0 0-1,0-1 1,0 1 0,1-1-1,0-1 1,-1 1-1,1-1 1,0 0 0,0 0-1,0 0 1,0-1 0,1 0-1,-1 0 1,0-1-1,1 0-35,-6 0 15,0 0-1,0 0 1,0 0-1,0-1 1,0 1-1,0 0 1,0-1-1,0 1 1,0-1-1,0 1 1,0-1-1,0 0 1,0 1-1,0-1 1,0 0-1,-1 0 1,1 1-1,0-1 0,0 0 1,-1 0-1,1 0 1,-1 0-1,1 0 1,-1 0-1,1 0 1,-1 0-1,1 0 1,-1 0-1,0 0 1,0 0-1,0 0 1,1-1-1,-1 1 1,0 0-1,0 0 1,-1 0-1,1 0 1,0 0-1,0 0 0,-1-1-13,-8-46 70,7 42-54,-25-131 241,5 40-176,22 96-70,-1-1 0,1 1 0,0 0 0,0-1 0,-1 1 0,1 0-1,0-1 1,0 1 0,1 0 0,-1-1 0,0 1 0,0 0 0,0-1 0,1 1-1,-1 0 1,1-1-12,0 1 3,-1 1-1,0 0 0,0 0 0,1-1 1,-1 1-1,0 0 0,1 0 0,-1 0 1,0-1-1,1 1 0,-1 0 0,1 0 1,-1 0-1,0 0 0,1 0 0,-1 0 0,0 0 1,1 0-1,-1 0 0,1 0 0,-1 0 1,0 0-1,1 0 0,-1 0 0,0 0 1,1 1-1,-1-1 0,0 0 0,1 0 1,-1 0-1,0 0 0,1 1 0,-1-1 1,0 0-1,1 0 0,-1 1 0,0-1 1,0 0-1,1 0 0,-1 1 0,0-1 1,0 0-1,0 1 0,0-1 0,1 0 1,-1 1-3,23 28 92,-13-15-58,2-1 1,0 1-1,0-2 0,1 0 1,5 4-35,-6-6 9,-6-6 2,-1-1 0,1 1 0,-1 0-1,1-1 1,0 0 0,2 0-11,26 11 95,1-1 0,0-2-1,7 0-94,-11-5 136,-1-3 0,28 1-136,-56-4 10,-1 0 0,0 0 0,1 0-1,-1 0 1,0 0 0,1 0-1,-1 0 1,0 0 0,0-1 0,1 1-1,-1-1 1,0 1 0,0-1 0,1 1-1,-1-1 1,0 0 0,0 1 0,0-1-1,0 0 1,0 0 0,0 0-1,0 0 1,0 0 0,-1 0 0,1 0-1,0 0 1,0 0 0,-1 0 0,1-1-1,-1 1 1,1 0 0,-1 0 0,0-1-1,1 1 1,-1 0 0,0-1-1,0 1 1,0 0 0,0-1 0,0 1-1,0-1-9,-1-8 56,0 1-1,-1 0 0,0 0 0,-1 0 0,-3-7-55,0-4 44,4 4-28,1 12-6,0-1 0,0 1-1,0-1 1,0 1 0,-1-1 0,1 1 0,-1 0 0,-2-3-10,-32-64 217,-13-16-217,13 27 39,-66-96-1099,96 149-2052,-5-8-7616,26 35 8075</inkml:trace>
  <inkml:trace contextRef="#ctx0" brushRef="#br0" timeOffset="13698.224">5029 3355 14520,'0'0'1488,"0"0"-91,0 4-361,0 27-755,-1 22 238,3 0 0,2 0 0,3 3-519,32 119-629,-33-153 537,-5-17-344,1 10 293,0-9-3522,-2-6-6441</inkml:trace>
  <inkml:trace contextRef="#ctx0" brushRef="#br0" timeOffset="-2530.502">3340 1951 12376,'0'0'1521,"0"0"-62,1 5-272,30 110 744,18 74-1015,-43-159-892,9 53 65,16 187 71,-24-160 24,0 9 22,-11-97-211,4-22 5,0 0-1,0 0 1,-1 0 0,1 0-1,0 0 1,0 0-1,-1 0 1,1 0 0,0 0-1,0 0 1,-1 0-1,1 0 1,0 0-1,0 0 1,-1 0 0,1 0-1,0 0 1,0-1-1,-1 1 1,1 0 0,0 0-1,0 0 1,-1 0-1,1 0 1,0-1-1,0 1 1,0 0 0,-1 0-1,1 0 1,0-1-1,0 1 1,0 0-1,0 0 1,0 0 0,0-1-1,-1 1 1,1 0 0,-12-23-16,12 23 17,-6-11-4,4 7-5,-1-1 0,1 0 0,0 0 0,1 1 0,-1-1 0,1 0 0,-1-5 8,-25-119-76,22 93-24,-13-196-30,16 183 76,8-193-15,-2 197 44,11-51 3,11-3 18,-19 81 6,0 0 0,0 1-1,2 0 1,0 0-1,1 1 1,1 0-2,2 4 46,-7 9-33,1 0 0,1 0-1,-1 1 1,0 0 0,1 0-1,-1 1 1,1-1 0,5 1-13,1 4 228,-2 5-150,1 0 1,-1 1 0,-1 0-1,6 5-78,-7 2 180,1 11-50,-2 1 0,5 22-130,-11-23 222,-9 135 99,1-133-68,-2-3-95,-2-1 0,0-1-1,-2 0 1,-1 0-1,-10 16-157,14-31 64,0-1-1,0 0 0,0 0 0,-1-1 1,0 0-1,0-1 0,-1 0 0,1 0 1,-5 0-64,10-4-4,-1-1 0,1 0 1,-1-1-1,1 1 0,-1-1 1,0 0-1,1 0 0,-1 0 1,0-1-1,1 1 0,-1-1 1,1 0-1,-1-1 0,1 1 1,-2-1 3,0 0-47,-3-1-84,1 0-1,-1 0 1,1 0 0,0-1-1,0-1 1,0 1-1,-4-5 132,5 5-126,2 0-6,1 1 1,0-1 0,0 0 0,0 0 0,1-1 0,0 1-1,0-1 1,0 1 0,0-1 0,0 0 0,1 0 0,0-1-1,0 1 1,0-2 131,-1 0-153,-7-14-2668,-13-20-6124,53 95 6748</inkml:trace>
  <inkml:trace contextRef="#ctx0" brushRef="#br0" timeOffset="-2183.498">3941 1804 11208,'0'0'1577,"0"0"-42,0 0-190,0 0-133,0 0-362,-3 6-216,0-1-546,1-3-69,1 0 1,0 0 0,-1 0-1,1 0 1,0 0-1,0 0 1,1 0-1,-1 0 1,0 0 0,1 0-1,-1 1 1,1-1-1,0 1-19,-3 18 77,1 1 0,1-1 0,1 1 0,1-1 0,1 0 0,1 1 0,2 3-77,-3-18 38,0 0-1,0 0 0,1 0 1,0 0-1,1 0 1,-1-1-1,1 1 1,0-1-1,1 0 0,0 0-37,1 2 23,-5-6-14,1 0-1,-1-1 0,0 1 0,1-1 0,-1 1 0,0-1 1,1 1-1,0-1 0,-1 0 0,1 0 0,0 0 0,0 0 0,0 0 1,-1 0-1,1-1 0,0 1 0,0 0 0,2-1-8,4 2 20,-3 0-2,0-1 1,1 0-1,-1 0 1,1 0-1,-1-1 0,1 1 1,-1-1-1,1-1 1,-1 1-1,1-1 0,-1 0 1,1 0-1,-1-1 1,0 0-1,0 0 0,1 0 1,-1 0-1,-1-1 0,1 0 1,0 0-1,-1 0 1,1 0-1,-1-1 0,0 0 1,0 0-1,-1 0 1,1 0-1,-1-1 0,3-3-18,2-3 19,-5 8-6,0-1 0,-1 0 0,1 0 0,-1 0 0,0 0 0,0 0 0,-1 0 0,1-1 1,-1 1-1,1-2-13,17-88 146,-18 90-136,-1 0-1,1 0 1,-1 0 0,0 0-1,0 0 1,0 0-1,-1 0 1,1 0-1,-1 0 1,0 0-1,-1-4-9,-3-8 15,-15-50 127,-10-5 22,21 61-16,-2 5-112,-1-1 0,1 2 0,-1 0 0,0 0 0,-1 1-36,-3 3-12,-6 6-30,0 0 0,-14 8 42,29-10-77,0 0 1,0 0-1,1 0 1,0 1-1,0 0 1,0 1-1,0-1 1,1 1-1,0 0 1,0 0-1,-1 4 77,-1-1-137,-1 1-2075,1-1 0,-1-1 0,-1 0 0,-8 7 2212,10-6-3465,57-60 1168</inkml:trace>
  <inkml:trace contextRef="#ctx0" brushRef="#br0" timeOffset="-1850.399">4247 1905 13088,'0'0'1377,"0"0"-76,0 0-322,1 6-227,1 7-708,0 0 0,1 0 0,1-1 0,0 1 0,0-1 0,6 10-44,32 37-2960,-39-54 1954,1 0 0,-1-1 0,1 0 0,0 1 0,0-2 0,1 1 0,-1 0 0,1-1-1,1 1 1007,-28-24-1370</inkml:trace>
  <inkml:trace contextRef="#ctx0" brushRef="#br0" timeOffset="-1520.928">4080 1265 10760,'0'0'592,"0"0"-592,0 0 592,0 0-592,0 0-1352,0 0 1352,0 0-7280,0 0 7280</inkml:trace>
  <inkml:trace contextRef="#ctx0" brushRef="#br0" timeOffset="-1161.445">4553 1806 14432,'0'0'1792,"0"0"-94,1 4-373,59 267 1898,-60-271-3217,0 1-1,0-1 1,0 0 0,0 1 0,0-1-1,0 0 1,0 1 0,0-1 0,0 1-1,0-1 1,0 0 0,0 1-1,0-1 1,0 0 0,0 1 0,0-1-1,0 0 1,1 1 0,-1-1 0,0 0-1,0 1 1,0-1 0,1 0-1,-1 1 1,0-1 0,0 0 0,1 0-1,-1 1 1,0-1 0,1 0 0,-1 0-1,0 0 1,1 1 0,-1-1-1,0 0-5,4-14 52,-1-15-44,1-90 141,2 57-129,5-17-16,0 29-5,9-21 1,-18 65-1,0 1 1,0-1-1,0 1 1,1 0-1,0 0 1,0 0-1,0 0 1,0 0-1,1 0 0,0 1 1,0 0-1,0-1 1,2-1-1,3 2-6,17 4 1,6 16 4,-17-5-12,-1 1-1,-1 1 1,1 0-1,-2 1 1,0 0 0,-1 1-1,0 0 1,0 3 14,20 26-413,-18-26 348,33 45-1927,6 1 1992,-50-62-105,0-1 0,0 0 0,0 0 0,1 0-1,-1 0 1,0 0 0,1 0 0,-1-1 0,0 1 0,1-1 0,-1 0 0,1 1 0,-1-1-1,1 0 1,-1 0 0,1-1 0,-1 1 0,1-1 0,-1 1 0,0-1 0,1 0 0,-1 1-1,0-1 1,1-1 105,-1 2-129,13-2-2481,16 1-5233,-72 2 5926</inkml:trace>
  <inkml:trace contextRef="#ctx0" brushRef="#br0" timeOffset="-808.037">5134 1393 13272,'0'0'1712,"1"5"-286,13 59-444,3 0 1,3-1-1,11 21-982,21 64-2230,-43-114 1167,3 14-8503,-12-48 9549,-9-34-1704</inkml:trace>
  <inkml:trace contextRef="#ctx0" brushRef="#br0" timeOffset="-807.037">5239 1570 9776,'0'0'1425,"2"-3"-233,5-7-848,-1 1 0,1 0 0,0 1 0,1-1 0,0 2 0,1-1 1,-1 1-1,1 0 0,2 0-344,15-9-638,0 1 0,1 1 0,9-3 638,97-44-1922,-78 35 510,32-15-5374</inkml:trace>
  <inkml:trace contextRef="#ctx0" brushRef="#br0" timeOffset="-489.553">5717 1293 10312,'0'0'1705,"-2"2"-280,-9 10 5,2 1 0,-1 0-1,-3 9-1429,2-3 471,1 1 0,1 0-1,-6 19-470,15-35 16,-1-1-1,1 1 0,-1-1 1,1 0-1,0 1 0,1-1 1,-1 1-1,0-1 0,1 0 0,0 1 1,0-1-1,0 0 0,0 0 1,0 1-1,1-1 0,-1 0 1,1 0-1,0 0 0,0-1 1,0 1-1,2 1-15,6 8 39,0-2 0,1 1 0,0-1 0,3 1-39,-5-3 8,37 29 28,-15-11-11,7 6-18,14 25 13,-50-54-10,-1-1 0,1 1 1,0-1-1,-1 1 1,1 0-1,-1 0 0,0 0 1,0 0-1,0 0 1,-1 0-1,1 0 0,-1 0 1,1 0-1,-1 0 0,0 0 1,-1 3-11,1-2 19,0-2-4,0-1-1,0 1 1,0-1-1,-1 1 1,1-1 0,0 1-1,-1-1 1,0 1-1,1-1 1,-1 0 0,0 1-1,1-1 1,-1 0-1,0 1 1,0-1 0,0 0-1,0 0 1,0 0-1,-1 1-14,-2 2 36,-22 19-2,21-19-55,0-1 0,0 0 1,0 0-1,0 0 0,-1-1 0,1 1 1,-1-2-1,1 1 0,-1 0 0,-5 0 21,-4-1-408,1-1 0,0-1 0,-1 0 0,0-1 408,-22-1-2028,-9-1-6773,107 9 6637</inkml:trace>
  <inkml:trace contextRef="#ctx0" brushRef="#br0" timeOffset="14066.733">4785 2862 9504,'0'0'-2096,"0"0"2096</inkml:trace>
  <inkml:trace contextRef="#ctx0" brushRef="#br0" timeOffset="12284.192">2851 3894 12016,'0'0'1753,"0"0"-89,0 5-376,5 138 1673,9 13-2961,-1-66 151,1-21 60,3-1 0,14 33-211,-6-18 388,-55-121-126,17 17-249,2 0-1,0-2 1,2 1 0,0-1 0,1-1 0,2 1 0,0-1-1,-1-17-12,-4-37 16,4 0-1,3-43-15,8 18 5,1 65 17,40-130 15,-43 160-30,1-1 0,0 1 0,0 0 1,1 1-1,0-1 0,0 0 0,1 1 0,0 0 0,0 0 0,1 1 0,0-1 1,0 1-1,2 0-7,-4 2 7,-1 1 5,1 0 0,-1 1 0,1-1 1,0 1-1,0 0 0,0 0 0,0 1 0,0-1 0,0 1 0,0 0 0,1 0 1,-1 0-1,0 1 0,1-1 0,-1 1 0,0 0 0,1 0 0,1 1-12,-1-1 14,8 4 81,-5 2-76,0 0 0,-1 1 1,0-1-1,0 2 0,-1-1 0,0 1 1,0-1-1,-1 2 0,0-1 0,0 0 1,-1 1-1,0 0 0,0 2-19,2 3 20,-4-11 2,-1 1 0,1 0 0,-1 0 0,0-1 0,0 1 0,-1 0 0,1 0 0,-1 0 0,0 0 0,0 0 0,0 0 0,0 1-22,-3 19 87,0 0 0,-1-1 0,-2 1 0,0-1 0,-1-1 0,-7 12-87,7-17 26,5-10 15,-1 0-1,-1-1 1,1 0-1,-1 0 1,0 0 0,-1 0-1,0 0-40,-6 10 69,-2-2-1,0 1 1,-1-1 0,0-1-1,-1-1 1,-1 0-1,-9 5-68,22-16-7,0 0-1,0-1 0,0 1 0,0-1 1,0 0-1,1 0 0,-1 0 0,0 0 1,0 0-1,0-1 0,0 1 0,0-1 0,1 0 1,-1 0-1,0 0 0,0 0 0,1 0 1,-1-1-1,1 1 0,-2-2 8,2 1-59,0 2-11,0-2 1,0 1 0,0 0 0,0 0 0,0 0 0,1-1 0,-1 1 0,1-1-1,-1 0 1,1 1 0,-1-1 0,1 0 0,0 0 0,0 0 0,0 0-1,0 0 70,-4-6-153,-4-8 202,-14-22-3608,0 1-6303,54 87 7445</inkml:trace>
  <inkml:trace contextRef="#ctx0" brushRef="#br0" timeOffset="12668.46">3321 3720 13176,'0'0'1433,"4"6"-234,6 12-398,0 1 1,-1 0 0,-1 0 0,3 14-802,-1 0 453,8 28 600,-2 1 0,0 24-1053,-15-84 235,-1-2 37,12-178 710,-10 148-867,0 9-90,5-38-19,3 8-348,2 0 0,13-32 342,-16 62 83,14-33-3442,1-3-7118,-55 133 7889</inkml:trace>
  <inkml:trace contextRef="#ctx0" brushRef="#br0" timeOffset="13016.596">3917 3575 12552,'0'0'1185,"0"0"-48,0 0-210,0 0-87,-4 4-154,-9 14-456,1 0-1,0 0 0,1 1 1,2 1-1,-3 6-229,6-12 41,4-10-2,0 0 1,0 0 0,1 0-1,0 0 1,0 0 0,0 1-1,0-1 1,1 0-1,0 3-39,1 70 414,0-73-374,0-1 0,0 1-1,0 0 1,1-1 0,0 1 0,0-1 0,0 1 0,0-1 0,0 0 0,0 0 0,1 0 0,0 0-1,-1 0 1,1-1 0,0 1 0,0-1 0,2 1-40,0 1 44,-1-2-12,0 1 0,0 0-1,1-1 1,-1 0 0,1 0 0,-1 0-1,1-1 1,0 0 0,-1 0-1,1 0 1,0 0 0,0-1 0,0 1-1,2-1-31,0 0 42,1 0 10,0 0 0,0 0 1,-1-1-1,1 0 0,0 0 0,0-1 1,-1 0-1,1 0 0,-1-1 1,0 0-1,0 0 0,1-1-52,7-4 38,-1-1-1,-1 0 0,10-9-37,-23 18 2,5-4 27,0-1 0,-1 1 1,0-1-1,0 0 0,0 0 0,0 0 1,-1 0-1,0-1 0,0 1 0,0-2-29,2-3 33,-4 6-7,1 0-1,-1 0 0,0-1 1,0 1-1,0-1 0,0 1 1,-1-1-1,0 1 0,0-1 1,0 0-1,0 1 0,-1-1 1,0 1-1,0-2-25,0-1 23,0 5-14,1 0 0,0-1 0,-1 1 0,1 0 0,-1 0 0,0 0 0,1 0-1,-1 0 1,0 0 0,0 0 0,0 0 0,-1 0 0,1 1 0,0-1 0,-1 0 0,1 1 0,-1-1-9,-5-6 21,0-2-7,5 7-7,0 0 0,0 1 0,0-1 0,-1 0 0,1 1 0,-1 0 0,1-1 1,-1 1-1,0 0 0,0 0 0,0 0 0,-3 0-7,-18-11 58,-1 2 0,-1 0 1,0 2-1,-24-5-58,33 10 7,-36-4-33,-33 2-96,84 6 82,-1 0 0,0-1 0,0 1 0,0 0 0,0 1 1,0-1-1,0 1 0,0-1 0,0 1 0,1 0 0,-1 0 1,0 0-1,0 0 0,1 0 0,-1 1 0,1-1 0,-2 2 40,-34 17-3552,4-6-6190,80-33 7349</inkml:trace>
  <inkml:trace contextRef="#ctx0" brushRef="#br0" timeOffset="13378.362">4316 3543 13896,'0'0'1417,"0"0"-44,0 0-196,6 8-237,25 41-62,71 86 227,-61-88-866,-31-35-163,1 2 85,1-1-1,0-1 0,0 0 1,1 0-1,6 3-160,-18-15 12,-1 1-1,0-1 0,1 0 0,-1 0 1,1 1-1,-1-1 0,1 0 0,-1 0 1,1 1-1,0-1 0,-1 0 0,1 0 1,-1 0-1,1 0 0,-1 0 0,1 0 1,-1 0-1,1 0 0,0 0 0,-1 0 1,1 0-1,-1 0 0,1 0 1,-1-1-1,1 1 0,-1 0 0,1 0 1,-1-1-1,1 1 0,-1 0 0,1-1 1,-1 1-1,1 0 0,-1-1 0,1 1 1,-1-1-1,0 1 0,1 0 0,-1-1 1,0 1-1,0-1 0,1 1 0,-1-1 1,0 1-1,0-1 0,0 0 0,1 1 1,-1-1-1,0 1 0,0-1 0,0 1 1,0-1-1,0 0-11,3-42 302,-3 28-199,3-49-15,-1 15-43,3-16-36,-1 32-251,2 0 0,1 0 0,2 0 0,7-15 242,-8 30 17,13-30-3244,-1-3-7009,-47 119 7707</inkml:trace>
  <inkml:trace contextRef="#ctx0" brushRef="#br0" timeOffset="-4177.921">1463 2159 13360,'0'0'1585,"0"0"-87,0 0-364,-5-1-262,-30-9 22,12 2-656,0 2 0,-1 1 0,-4 0-238,-14 2 36,27 5 30,-44 29 37,50-20 10,2 4-92,1 0 0,0 0 0,1 1-1,1 0 1,1-1 0,0 2 0,1-1-1,0 0 1,2 7-21,-1 0 4,0-15 0,1 0-1,0 0 1,1 1 0,0-1-1,0 0 1,0 0-1,2 3-3,3 16 4,2 1-1,1-1 0,1 0 0,1-1 0,9 15-3,-15-34-5,0 0-1,1 0 0,0-1 0,0 0 1,1 0-1,0 0 0,0-1 0,0 0 1,1 0-1,-1-1 0,1 1 0,0-2 1,4 2 5,-8-4-6,-1-1 0,0 0 0,1 0 0,-1 0 0,0 0 0,1 0 0,-1-1 0,0 1 0,1-1 0,-1 0 0,0 0 0,0 0 0,0-1 0,1 1 0,-2-1 0,1 0 0,0 1 0,0-1 0,0-1 0,-1 1 6,2 0-8,1-3-3,0 1 1,0-1-1,0 0 1,-1 0-1,0 0 1,0 0-1,0-1 1,-1 0 0,1 0-1,-1 0 1,1-3 10,1-1-8,0-2 0,0-1 0,0 0 0,-1 0 0,-1 0 0,0 0 0,-1 0 0,0-1 0,-1 1 0,-1-1 0,0-5 8,-1-27-1,0 31-19,-4-50 126,5 59-59,-1 1 0,0-1 1,-1 1-1,1-1 0,-1 1 1,0 0-1,-1-1 0,1 1 1,-3-3-48,5 8 4,0 0 0,-1 0 0,1 0 0,0 0 0,0 0 0,0 0 0,0 0 0,0 0 0,-1 0 0,1 0 0,0 0 0,0 0 0,0 0 0,0 0 0,0 0 0,-1 0 0,1 0 0,0 1 0,0-1 0,0 0 0,0 0 1,0 0-1,0 0 0,0 0 0,-1 0 0,1 1 0,0-1 0,0 0 0,0 0 0,0 0 0,0 0 0,0 0 0,0 1 0,0-1 0,0 0 0,0 0 0,0 0 0,0 0 0,0 1 0,0-1 0,0 0 0,0 0 0,0 0 0,0 0 0,0 0 0,0 1 0,0-1 0,0 0 1,0 0-1,1 0 0,-1 0 0,0 0 0,0 1 0,0-1 0,0 0-4,1 15 50,6 25 34,3 0 0,1 0 0,1-1 0,7 10-84,-4-10 72,-4-10-56,15 47 54,34 117 14,-50-164 6,-2-1 0,2 15-90,-4-11 27,3 1-11,-5-14 8,0-1-1,-1 1 1,0 17-24,0-15 34,0 3 5,-1 0 1,-1 0-1,-1 0 1,-2 17-40,1-36 24,1 1 1,-1 0 0,0-1 0,-1 1 0,1-1-1,-1 0 1,0 1 0,0-1 0,-1 0-1,1 0 1,-1 0 0,0 0 0,-1-1-1,1 1 1,-1-1 0,0 0 0,0 0 0,0 0-1,-4 2-24,0-1 21,6-4-16,-1 1-1,1-1 1,0 0-1,-1 0 1,0 0-1,1 0 1,-1 0 0,0 0-1,1-1 1,-1 1-1,0-1 1,0 0-1,1 0 1,-1 0 0,-1 0-5,-91-6 61,74 0-66,-28-18-94,-17-12 99,41 17-485,-99-119-279,87 95-2380,-38-39-6632,175 192 7379</inkml:trace>
  <inkml:trace contextRef="#ctx0" brushRef="#br0" timeOffset="-3700.972">1619 2370 11208,'0'0'1536,"0"0"-42,0 0-164,6-4-257,60-46 2127,37-38-3200,-83 70 501,-2-1 0,15-19-501,-32 37 15,0 0-1,-1 0 0,1 0 0,-1-1 0,1 1 0,-1 0 0,1 0 1,-1-1-1,0 1 0,1 0 0,-1-1 0,0 1 0,0 0 0,0 0 1,0-1-1,0 1 0,0 0 0,-1-1 0,1 1 0,0 0 0,-1-1 1,1 1-1,-1 0 0,1 0 0,-1 0 0,0-1 0,1 1 1,-1 0-1,0 0 0,0 0 0,0 0-14,-2-3 24,0 1 0,-1 0-1,1 0 1,-1 0 0,0 0 0,1 1 0,-1-1 0,-3 0-24,1 0 12,0 0 0,-1 0 0,0 0 0,1 1 0,-1 0 0,0 1 1,0 0-1,0 0 0,0 0 0,-5 0-12,6 2 12,0 0 1,1 0-1,-1 0 0,1 1 0,-1 0 0,1 0 1,0 0-1,-1 0 0,1 1 0,0 0 1,1 0-1,-1 1 0,0-1 0,1 1 1,0 0-1,0 0 0,0 0 0,0 1 1,1-1-1,0 1 0,0 0 0,0 0 1,0 0-1,1 0 0,0 1 0,0-1 1,0 4-13,-3 4 9,3-8 1,0 1-1,1 0 1,-1 0-1,1 0 1,1 0-1,-1-1 1,1 5-10,-1 17 24,1 0 0,2 0 0,0 0 1,2-1-1,4 16-24,10 12 8,-17-50-6,0 0 0,1 0 0,-1 0 0,1 0 0,0 0 0,0-1 0,0 1 0,1 0-1,-1-1 1,1 0 0,0 0 0,0 1-2,8 8 4,-3-4-4,-1 0 1,1 0 0,0-1-1,4 3 0,-2-4-15,-1 0 0,1-1 0,0-1 0,0 0-1,0 0 1,1-1 0,-1 0 0,1-1 0,0 0-1,0-1 1,0 0 0,0 0 0,0-2 0,0 1-1,2-1 16,2 0-36,-11 1-13,1 0 1,-1-1-1,0 1 0,0-1 1,0 0-1,1 0 1,-1-1-1,0 1 1,-1-1-1,1 0 1,2-1 48,9-5-272,-1-1 0,0 0 1,0-1-1,-1-1 0,-1 0 1,0-1-1,0 0 0,0-3 272,-3 4-158,17-33-1280,-16 20 1002,0 0 0,-2-1 0,-1 0-1,-1-1 1,3-22 436,-4-35-1888,7-45-7218</inkml:trace>
  <inkml:trace contextRef="#ctx0" brushRef="#br0" timeOffset="-3369.389">2091 1721 10936,'-1'2'1552,"-3"14"-626,1-1 1,0 1 0,1 0-1,1 1-926,-1 13 460,3-1 0,0 1 0,2 2-460,10 51 281,14 39 90,16 37-371,20 78 27,-57-180-771,2 3-3640,-7-54-2451,-3-13 5169</inkml:trace>
  <inkml:trace contextRef="#ctx0" brushRef="#br0" timeOffset="-3368.389">2192 2277 12992,'0'0'0</inkml:trace>
  <inkml:trace contextRef="#ctx0" brushRef="#br0" timeOffset="-3034.273">2176 2243 10488,'0'0'1817,"0"0"-42,0 0-190,0 0-140,2-3-548,57-58 232,-29 32-3814,-16 16-6284,-33 31 6751</inkml:trace>
  <inkml:trace contextRef="#ctx0" brushRef="#br0" timeOffset="10756.57">1043 3464 13176,'0'0'1792,"0"0"-74,0 0-293,-6-3-298,0-2-952,4 4-115,0-1 1,0 1-1,0 0 1,0 0-1,0 0 0,0 0 1,0 0-1,-1 0 1,1 0-1,0 1 1,0-1-1,-1 1 1,1-1-1,0 1 0,-3 0-60,-79-6 902,83 6-887,0 0 0,0 0 0,0 0 0,0 0 1,0 0-1,0 0 0,0 0 0,0 0 0,0 0 1,0 1-1,0-1 0,0 0 0,0 1 0,0-1 1,-1 1-16,-18 10 145,1 1 0,-17 13-145,24-9 62,-2 18-10,1 1 0,-2 15-52,11-21 128,2 55 48,4 2-176,3-43 88,53 225 34,-44-214-60,30 86 48,8 1-110,-37-101-22,36 94 262,17 75-240,-62-172-1525,-23-73-921,6 12 425,-3-6-6903,32 70 6743</inkml:trace>
  <inkml:trace contextRef="#ctx0" brushRef="#br0" timeOffset="11172.912">793 4129 11568,'2'-2'1345,"10"-8"-725,18-14 652,1 1 0,1 1 0,7-2-1272,-37 23 14,0 0 0,0 0 0,0 0-1,1 0 1,-1 1 0,0-1 0,0 1 0,1 0 0,-1-1 0,0 1 0,1 0 0,-1 0 0,0 1 0,1-1-1,-1 0 1,0 1 0,1-1 0,-1 1 0,0 0 0,0 0 0,0 0 0,0 0 0,0 0 0,0 0 0,0 1-1,0-1 1,0 0 0,0 1 0,-1 0 0,1-1 0,1 3-14,2 3 55,0 0 1,-1 1-1,1-1 0,-2 1 1,1 0-1,-1 0 0,0 1-55,14 46 208,26 86 195,-37-127-371,0-1 0,1 0 0,0 0 0,1 0 0,0-1 0,1 0 0,3 2-32,-9-12 21,-1 0 1,0-1-1,1 1 0,0 0 0,-1-1 1,1 0-1,0 1 0,0-1 0,0 0 1,0 0-1,0-1 0,0 1 0,0-1 1,0 1-1,0-1 0,0 0 0,0 0 1,3-1-22,-2 1 24,-2 0-13,-1 0 1,1 0-1,-1 0 1,1-1-1,0 1 1,-1 0-1,1-1 1,-1 1-1,1-1 1,-1 0-1,0 1 1,1-1-1,-1 0 1,0 0-1,1 0 1,-1 0-1,0 0 1,0 0-1,0 0 1,0-1-12,4-2 30,3-3 32,-1 0 0,-1-1 1,1 0-1,-1 0 1,-1 0-1,1-1 0,-1 1 1,-1-1-1,0-1 0,0 1 1,-1 0-1,0-1 0,0-2-62,9-58 263,-13 55-108,-7-5-67,0 1 0,-1 0 0,0 0 0,-2 1 0,-12-16-88,19 28 17,-1 0 1,0 0 0,-1 0 0,1 1 0,-1-1-1,0 1 1,0 1 0,-1-1 0,1 1 0,-1 1-1,0-1 1,0 1 0,0 0 0,0 0 0,-1 1-1,1 0 1,-1 1 0,0-1 0,1 2 0,-1-1-1,0 1 1,0 0 0,1 0 0,-1 1 0,0 0-1,-7 2-17,-63 13-518,77-15-154,5-5 4,2 1 524,2-3 39,6-3-2724,-1-1-6185,-31 23 6797</inkml:trace>
  <inkml:trace contextRef="#ctx0" brushRef="#br0" timeOffset="11506.082">1657 4293 13176,'0'0'1392,"0"0"-67,0 0-267,0 7-231,0 76 330,0-64-461,0-55-349,2-34 324,4 0 0,3-1-671,-8 59 3,2-9 126,1 0-1,1 1 1,7-18-129,-5 18 24,-3 6-76,1 0-1,1 1 1,0 0 0,1 0 0,0 1 0,1 0 0,0 0 0,1 0-1,7-6 53,-4 7 66,20-20-3188,-1-2-6775,-73 77 7451</inkml:trace>
  <inkml:trace contextRef="#ctx0" brushRef="#br0" timeOffset="14608.24">5290 3536 12464,'0'0'1489,"0"0"-65,0 0-282,2 6-248,69 199 1378,-64-192-1672,-9-33 84,0-4-688,2-33 146,2 1 0,2 0 1,5-11-143,-6 50 13,0 1 0,2-1 1,0 1-1,0 0 1,2 1-1,0-1 1,1 1-1,0 1 0,1 0 1,0 0-1,2 0 1,-1 1-1,2 0-13,-10 12 4,-1-1 1,1 0-1,0 1 0,-1-1 0,1 1 1,0 0-1,0-1 0,0 1 0,0 0 1,0 0-1,0 0 0,0 0 1,0 1-1,1-1 0,-1 1 0,0-1 1,0 1-1,1 0 0,-1 0 0,0 0 1,1 0-1,-1 0 0,0 0 1,0 1-1,1-1-4,1 2 5,-1-1 1,0 1 0,0 0-1,0 0 1,0 0-1,0 0 1,-1 0-1,1 1 1,-1-1 0,1 1-1,-1 0 1,0 0-1,0 0 1,0 0-1,-1 0 1,1 0-6,12 23 43,-2 1-1,-1 0 1,-1 1 0,2 10-43,-3-7-27,2-1 0,0 0 0,16 28 27,-20-47-90,-1 1-1,2-1 0,-1-1 0,1 1 0,1-1 0,0-1 0,1 0 0,-1 0 0,2 0 0,10 6 91,-18-14-33,0 1-1,0-1 0,0 0 1,1 0-1,-1 0 0,0 0 1,1 0-1,-1-1 1,1 0-1,-1 1 0,1-1 1,-1-1-1,1 1 0,-1 0 1,0-1-1,1 0 0,-1 0 1,0 0-1,1 0 0,-1 0 1,0-1 33,12-5-125,-1 0 0,0-1 1,-1-1-1,2-2 125,7-4-177,20-13-195,-1-2 0,10-11 372,-34 26-94,-1 0 0,-1-1 0,0-1 0,-1-1 0,-1 0 0,3-7 94,-13 21-7,5-10-58,0 0 0,-1 0 1,-1-1-1,0 0 65,-4 9-17,-1 1 1,0-1 0,0 0 0,0 1-1,-1-1 1,1 0 0,-1 0 0,-1 1-1,1-1 1,-1 0 0,0 0-1,-2-3 17,-13-48 35,-3 1-1,-2 0 0,-4 0-34,24 54 15,1 0 1,-1 0-1,0 0 0,0 0 1,0 0-1,0 0 0,0 0 0,-1 1 1,1-1-1,-1 0 0,1 1 0,-1-1 1,1 1-1,-1 0 0,0-1 1,0 1-1,0 0 0,1 0 0,-1 0 1,0 0-1,0 0 0,0 1 0,-1-1 1,1 1-1,0-1 0,0 1 1,0 0-1,0 0 0,0 0 0,-1 0 1,1 0-1,0 0 0,0 1 1,0-1-1,0 1 0,0-1 0,0 1 1,0 0-1,0 0 0,0 0 0,0 0 1,0 0-1,0 0 0,0 1-15,-8 5 55,0 1 0,0 0 1,1 0-1,0 1 0,1 0 0,-7 9-55,-4 7 119,1 1 0,2 1 0,0 0 0,2 1 0,1 1 0,-2 8-119,7-14 56,1 0 0,1 1-1,1 0 1,1 0 0,2 0-1,0 0 1,1 0 0,2 8-56,-1-24 1,1-1 0,0 0 1,0 0-1,1 0 0,0 0 1,0-1-1,0 1 0,1 0 1,0-1-1,1 0 1,-1 1-1,1-1 0,1-1 1,-1 1-1,2 1-1,-2-4 0,-1 0 0,1 0-1,-1 0 1,1-1 0,0 1 0,0-1 0,0 0-1,0 0 1,0-1 0,0 1 0,1-1 0,-1 0 0,0 0-1,1-1 1,-1 1 0,1-1 0,-1 0 0,1 0 0,-1 0-1,1-1 1,-1 1 0,1-1 0,-1 0 0,4-1 0,5-3-1,1-1-1,-1 0 1,0-1 0,-1 0 0,1-1 0,-2 0 0,1-1-1,-1 0 1,9-10 1,-5 4 2,-1 0-1,-1-2 0,0 0 0,-1 0 1,-1-1-1,4-9-1,-10 14 23,-1 0 1,0-1-1,-1 1 0,-1-1 0,0 0 1,-1 0-1,0 0 0,-1 0 0,0 0 1,-2 0-1,0-4-23,-1-41 484,3 72-143,0 28-149,1-1 0,6 33-192,24 72 346,15 24-346,-15-60 145,-5 2 0,9 88-145,-32-172 60,-2-1-1,0 1 1,-2-1 0,-1 1-1,-1-1 1,-1 1-1,-3 4-59,3-16 47,0-1 0,-1 0 0,-1 0 0,0-1 0,-1 1 0,0-2 0,-1 1-1,0-1 1,-1 0 0,-1 0 0,0-1 0,0-1 0,-9 6-47,3-3 24,-2 0-1,1-2 1,-2 0 0,1-1 0,-2-1-1,1-1 1,-1 0 0,0-2-1,-1 0 1,1-1 0,-1-2 0,-11 2-24,3-3-55,1-2 1,0 0-1,-1-2 1,1-1-1,0-1 1,0-2 0,1 0-1,-1-2 1,-2-2 54,8 1-81,14 5-64,0 1-1,0 0 0,-1 0 0,1 1 0,-1 0 0,1 1 0,-7-1 146,7-3-216,-31-33-11,-6-8-3166,7 8-6342,89 89 7335</inkml:trace>
  <inkml:trace contextRef="#ctx0" brushRef="#br0" timeOffset="20990.215">355 6030 15416,'0'0'1719,"2"10"-285,8 45-20,16 115 902,-17-99-2184,-7-51-129,1 10 10,-2-1 0,-1 1-1,-2-1 1,-4 26-13,-1-68-180,1-5 17,0-1 0,2 0 0,1 0 0,0 0 0,0-17 163,2-90-355,1 93 339,1-1-97,1 0 0,2 1 0,4-18 113,-2 17-42,2-20-157,3 1 0,9-24 199,-11 45-17,-6 18 10,0 1 0,1 0 0,1 0 1,0 0-1,1-2 7,6-10-6,18-40 4,-29 61 3,1 0 1,-1 0-1,1 0 0,0 0 1,1 0-1,-1 1 1,0-1-1,1 1 1,0 0-1,0-1 0,0 1 1,0 1-2,7-7 3,-7 6 12,1 0 0,-1 1 1,1-1-1,0 1 0,0 0 0,0-1 1,0 2-1,0-1 0,1 0 0,-1 1 1,0 0-1,1 0 0,-1 0 1,1 1-1,-1-1 0,1 1 0,0 0 1,-1 1-1,1-1 0,-1 1 0,1 0 1,0 0-16,-3-1 21,0 1 0,-1-1 1,1 1-1,0-1 0,-1 1 1,1 0-1,-1 0 0,1 0 0,-1 0 1,1 0-1,-1 0 0,1 0 1,-1 0-1,0 0 0,0 1 1,0-1-1,0 1 0,0-1 1,0 1-22,4 4 55,1 2 7,0 0 0,-1 0 0,0 0 0,-1 0 0,1 1 0,-2 0 0,1 0 0,-1 0 1,-1 0-1,0 0 0,0 1 0,0 1-62,1 12 112,-2 1 1,0-1-1,-2 1 0,0 1-112,0-15 60,-1 0 1,1-1-1,-2 1 0,1-1 0,-1 1 0,-1-1 0,0 0 0,-4 8-60,2-5 46,0 0 46,-1-1 1,0 0-1,0 0 0,-1 0 1,0-1-1,-1 0 0,0-1 1,-1 0-1,1 0 0,-2-1 1,1-1-1,-3 1-92,2-5 155,3-3-140,-1-2 0,1 1 0,-1-1 0,1 0 1,-1-1-1,1 1 0,0-2 0,0 1 1,0-1-1,1-1 0,-1 1 0,1-1-15,-1-1-43,6 5 2,0 0 0,0 0 1,0-1-1,0 1 0,0-1 1,1 1-1,-1-1 0,0 0 1,1 1-1,0-1 0,-1 0 0,1 0 1,0 0-1,0 0 0,0-1 1,0 0 40,-13-43-343,1-10-3364,1 8-6844,28 112 7951</inkml:trace>
  <inkml:trace contextRef="#ctx0" brushRef="#br0" timeOffset="21394.671">1020 5711 12552,'0'0'1456,"-1"4"-243,-7 29-338,1 1 0,1-1 0,2 1 0,1 1-875,3-17 121,0 0 0,2 0-1,0 0 1,1 0 0,1 0 0,5 12-121,-9-28 15,0 0 1,1 0-1,0-1 1,-1 1-1,1 0 0,0-1 1,0 1-1,0 0 1,0-1-1,0 1 0,0-1 1,0 1-1,1-1 1,-1 0-1,0 1 0,1-1 1,-1 0-1,1 0 1,0 0-1,-1 0 0,1 0 1,0-1-1,-1 1 1,1 0-1,0-1 0,0 1 1,0-1-1,0 0 1,-1 0-1,1 1 0,0-1 1,0 0-1,0-1 1,0 1-1,0 0 0,0 0 1,-1-1-1,1 1 1,0-1-1,0 0 0,-1 0 1,1 1-1,0-1 1,-1 0-1,1 0 0,-1 0 1,2-2-16,5-3 56,0 0 0,0 0 0,0-1 0,-1 0 0,0-1 0,-1 0 0,2-2-56,0-1 23,15-28 113,-15 19-37,-1 0-1,-1-1 1,0 0 0,-2 0 0,0 0 0,0-15-99,-4 30 25,-1 0 0,1 1-1,-1-1 1,-1 0 0,1 0 0,-1 1-1,0-1 1,0 1 0,0-1 0,-1 1 0,0 0-1,-2-2-24,1 0 31,1 0 15,-1 1 1,0 0-1,-1 0 1,0 0-1,1 0 1,-2 1-1,1 0 1,-1-1-47,-1 0 20,3 4-12,0-1-1,0 1 1,0 0-1,0 0 1,0 0 0,0 1-1,0-1 1,0 1-1,-1 0 1,1 0 0,-1 1-1,1-1 1,0 1-1,-1 0 1,-2 1-8,1-2 5,0 1-5,0 1 0,1-1 0,-1 1 0,0 0 0,0 0-1,1 1 1,-1 0 0,1 0 0,-1 0 0,1 0 0,0 1 0,0 0 0,-4 1-43,4-1-34,0 0 1,-1 0 0,1 0-1,0 0 1,1 1-1,-1 0 1,1 0 0,0 0-1,0 1 1,-4 4 76,3-3-128,4-5 73,0 1 0,0-1 1,0 0-1,1 0 1,-1 0-1,0 0 1,1 1-1,-1-1 0,0 0 1,1 1-1,0-1 1,-1 0-1,1 1 0,0-1 1,0 1-1,0-1 1,0 1-1,0-1 0,0 0 1,0 1-1,0-1 1,0 1-1,1-1 0,-1 0 1,1 1-1,-1-1 1,1 0-1,-1 1 0,1-1 55,6 26-3136,-5-1-5631,-5-60 6613</inkml:trace>
  <inkml:trace contextRef="#ctx0" brushRef="#br0" timeOffset="21709.539">1463 5614 13720,'0'0'1488,"-1"9"-249,-4 39 81,3 1 0,2 7-1320,2-22 168,2 0-1,2 0 0,2 6-167,-2-18-211,1-1 0,1 0-1,8 15 212,-16-35-65,1 0-1,0-1 1,0 1-1,0 0 1,-1 0-1,1-1 1,0 1-1,0 0 1,0-1-1,0 1 1,0-1-1,1 0 0,-1 1 1,0-1-1,0 0 1,0 1-1,0-1 1,0 0-1,0 0 1,1 0-1,-1 0 1,0 0-1,0 0 1,0-1-1,0 1 0,0 0 1,0 0-1,0-1 1,0 1-1,1-1 1,-1 1-1,0-1 1,0 1-1,-1-1 1,1 0-1,0 0 1,0 1-1,0-1 0,0-1 67,10-9-397,0-2 1,-1 1-1,-1-1 1,0-1-1,-1 0 1,0 0-1,-1 0 1,4-14 395,-6 16-632,34-69-7828</inkml:trace>
  <inkml:trace contextRef="#ctx0" brushRef="#br0" timeOffset="22043.687">1545 5213 9688,'0'0'0,"0"0"880,0 0-880,0 0 880,-17 0-880,17 0-360,0 0 360,-10 1-360,1 4 360,9-5-840,0 0 840,-18 7-6640,36-14 6640</inkml:trace>
  <inkml:trace contextRef="#ctx0" brushRef="#br0" timeOffset="22415.253">1776 5723 12192,'0'0'1817,"2"9"-298,2 27 380,-1 1 1,-2 0-1,-4 34-1899,2-68 101,1 3 73,-1 1 0,0-1 0,0 0 0,-1 0 0,0 1-1,0-1 1,0 0 0,-1-1 0,0 1 0,-2 3-174,4-8 293,2-22-186,0 0 1,2 0-1,0 0 0,2 1 0,0-1 0,1 1 1,1 0-108,-1-1 13,-1 7-4,1-1 0,0 1-1,1-1 1,0 2 0,7-11-9,-5 10 3,-5 7 1,-1 1 0,1 0 0,0 0-1,0 1 1,1-1 0,1 0-4,5-6 4,26-25-2,-32 33-2,0 1 0,-1 0 0,1 0 0,1 0 0,-1 1 0,0-1 0,1 1 0,-1 1 0,1-1 0,-1 1 0,1 0 0,0 0 0,0 1 0,0-1 0,-1 1 0,1 0 0,0 1 0,0 0 0,-1 0 0,1 0 0,0 0 0,-1 1 0,1 0 0,-1 0 0,0 1 0,1-1 0,-1 1 0,-1 0 0,1 1 0,0-1 0,-1 1 0,1 0 0,-1 0 0,0 0 0,2 4 0,2 2 0,20 36-8,65 128-205,-91-170 168,0-1 0,0 1 0,1-1 1,0 0-1,-1 0 0,1 0 0,0 0 0,0 0 0,1-1 1,-1 0-1,0 1 0,1-1 0,0 0 0,0 0 45,0-1-51,-3 0 9,0-1 0,0 1-1,1-1 1,-1 1-1,0-1 1,1 0 0,-1 0-1,0 0 1,1 0-1,-1 0 1,0 0 0,1 0-1,-1 0 1,0-1 0,1 1-1,-1-1 1,0 1-1,0-1 1,1 1 0,-1-1-1,1 0 43,3-1-110,3-2-193,0-1 0,0 1 0,0-2 0,0 1 0,-1-1 0,0 0 0,0-1-1,0 1 1,-1-1 0,0-1 0,0-1 303,20-20-1778,7-7-7407,-77 84 6903</inkml:trace>
  <inkml:trace contextRef="#ctx0" brushRef="#br0" timeOffset="22416.253">2555 5013 13536,'0'4'1608,"-3"86"3513,8 85-5121,2-93 110,21 153-858,-13-153-80,-5-17 141,-1-12-2447,0 2-4754,-21-129 5974</inkml:trace>
  <inkml:trace contextRef="#ctx0" brushRef="#br0" timeOffset="22812.318">2515 5513 13624,'0'0'1304,"0"0"-82,0 0-323,4-5-214,-1-1-595,-2 4-81,0 0-1,1 0 1,-1 0-1,0 0 1,1 0 0,0 0-1,-1 0 1,1 1 0,0-1-1,0 1 1,0-1-1,1 0-8,42-30-744,2 1 1,35-16 743,-67 39-524,1 1 0,0 1 1,0 0-1,3 0 524,-12 4-185,1 1 0,-1 0 0,1 0 0,0 0 1,-1 1-1,1 0 0,0 1 0,-1-1 0,7 3 185,-12-3-28,1 1 1,-1-1-1,1 1 1,-1 0-1,1 0 0,-1 0 1,1 0-1,-1 0 1,0 0-1,1 1 0,-1-1 1,1 2 27,-2-2 50,0 0 0,-1 1 0,1-1-1,0 1 1,-1-1 0,1 1 0,-1-1 0,1 1 0,-1-1 0,0 1 0,0-1 0,1 1 0,-1-1 0,0 1-1,-1 0 1,1-1 0,0 1 0,0-1 0,-1 1 0,1-1 0,-1 1 0,1-1 0,-1 1 0,0-1-50,-12 38 3054,-15 26-3054,28-62 77,-1 0 0,0-1-1,1 1 1,0 0 0,-1 0 0,1-1-1,0 1 1,1 0 0,-1 0 0,0-1-1,1 1 1,-1 0 0,1-1 0,0 1-1,0-1 1,0 1 0,0-1-1,1 1 1,-1-1 0,0 0 0,1 1-1,0-1 1,1 1-77,5 8 177,1-2-1,1 1 0,9 7-176,-18-16 11,40 32 139,-21-13-16,0 1 1,-1 1 0,10 16-135,-24-29 68,-1 0 0,0 0 1,0 0-1,-1 1 0,0-1 0,-1 1 1,0 0-1,-1-1 0,0 1 0,0 2-68,-1-8 29,-1 0-1,0-1 1,0 1-1,0 0 1,0 0-1,-1-1 1,1 1-1,-1-1 1,0 1-1,0-1 1,0 0-1,0 1 1,-1-1-1,0-1 1,-1 3-29,0 0 16,2-3 7,0 0-1,1 1 0,-1-1 0,-1 0 0,1 0 0,0 0 1,0 0-1,-1-1 0,1 1 0,-1-1 0,1 1 1,-1-1-1,-1 1-22,-26 13-3154,5 1-6539,59-37 7296</inkml:trace>
  <inkml:trace contextRef="#ctx0" brushRef="#br0" timeOffset="25801.547">5013 4678 6904,'0'-4'1209,"0"3"0,0-2-18,0 3-30,1 2 1755,-5-6-2560,-43-47 1062,42 47-1336,0 1 1,0-1 0,-1 1-1,1 1 1,-1-1 0,0 1 0,1 0-1,-1 0 1,0 1 0,-3-1-83,1 0 70,-8-3 117,0 1 0,0 1 1,0 1-1,0 0 0,0 1 0,0 0 0,-1 2-187,13-1 62,-1 1 0,1-1 0,0 1 0,-1 0 0,1 1 0,0-1 0,0 1 0,0 0 0,0 0 0,0 0-1,0 0 1,1 1 0,-1 0 0,0 0-62,-3 3 70,1 0-1,-1 1 1,2 0 0,-5 6-70,6-8 47,0 0 0,1 1-1,0 0 1,0 0 0,1 0 0,0 0 0,0 0 0,0 0 0,0 1 0,1-1-1,0 1 1,1 1-47,-3 38 157,1 0 0,3 0 0,6 34-157,4 2 586,20 66-586,-20-99 54,26 172 451,-30-153-361,-7-58-121,2 8 11,-1 0-1,-1 1 1,-1-1-1,0 0 1,-2 0-1,0 0 1,-4 14-34,6-30-101,0 0 1,0 0 0,0 0 0,0-1-1,0 1 1,0-1 0,0 1-1,0 0 1,-1-1 0,1 0 0,-1 1-1,1-1 1,-1 0 100,-15 9-4291,11-7-4603,14-7 6710</inkml:trace>
  <inkml:trace contextRef="#ctx0" brushRef="#br0" timeOffset="26122.195">4364 5286 11568,'0'0'1345,"0"0"-30,0 0-143,0 0-116,0 0-319,7-5-185,10-9-446,13-11-22,0 2 0,2 2 0,0 1 0,2 1 0,8-2-84,-6 6-574,1 3-1,22-5 575,-45 14-371,-1 1 0,1 1 0,-1 0 0,1 0 0,0 2 0,-1-1 0,1 2 0,0 0 0,-1 0-1,0 2 1,1-1 0,-1 2 0,1 0 371,43 12-8266</inkml:trace>
  <inkml:trace contextRef="#ctx0" brushRef="#br0" timeOffset="26481.827">5003 5106 9504,'-12'27'3937,"10"-16"-3631,1 1 0,0-1 0,1 0-1,0 1 1,1-1 0,0 0 0,1 0 0,0 0-306,6 20 276,1-1 0,2 2-276,-6-17 77,-2-7-7,1 0 0,0 0 1,0-1-1,0 1 0,1-1 0,0 0 1,6 6-71,-2-2 49,-7-7-4,1-1 0,0 1 1,0-1-1,0 0 0,0 0 0,0 0 0,1 0 0,0 0 0,-1-1 0,1 0 1,0 0-1,0 0 0,0 0 0,0 0 0,0-1 0,1 0 0,-1 0 1,0 0-1,1 0 0,-1-1 0,1 1 0,-1-1 0,1-1 0,-1 1 1,0 0-1,1-1 0,1 0-45,-3-1 53,1 1-1,-1-1 1,0 0 0,1 0 0,-1 0 0,0 0 0,0-1 0,-1 1-1,1-1 1,0 0 0,-1 0 0,0 1 0,1-2 0,-1 1-1,0 0 1,1-3-53,18-48 318,-19 48-297,2-6 86,-2-1 1,1 1-1,-2-1 1,0 1-1,0-1 1,-1 0 0,-1 1-1,0-1 1,-1-3-108,0 3 74,-1 0 1,-1 1 0,0-1-1,0 1 1,-2 0 0,1 1-1,-1-1 1,-1 1 0,0 0-1,-1 0 1,0 1 0,0 0-1,-9-7-74,13 14 7,1 0-1,-1 1 0,0-1 0,-1 1 0,1 0 0,0 0 1,0 1-1,-1-1 0,1 1 0,-1 0 0,1 0 0,-1 1 1,0-1-1,1 1 0,-2 0-6,-1 0 2,2-1-21,0 1 0,0 1 0,-1-1-1,1 1 1,0-1 0,0 1 0,0 1 0,0-1 0,0 1-1,1 0 1,-1 0 0,0 0 0,1 1 0,-2 1 19,-2 1-192,0 1 1,0 0-1,1 1 1,0 0 0,-6 7 191,1-1-2966,-13 11-6335,58-57 7019</inkml:trace>
  <inkml:trace contextRef="#ctx0" brushRef="#br0" timeOffset="26947.108">5374 4948 10040,'0'0'1321,"0"0"-10,0 0-63,0 0-59,0 0-169,0 0-110,0 0-284,1 4-161,7 25 395,2-1 1,14 27-861,2 7 460,37 81 280,-50-114-699,1 3 111,-2 0 1,3 14-153,-14-43 186,-3-28 590,-5-36 322,3-19-1098,4 48 63,1 0 0,2 0 0,0 1 0,3-1 1,0 1-1,9-21-63,-7 29-976,2-1 0,1 1-1,8-13 977,2 0-11599,-45 77 8699</inkml:trace>
  <inkml:trace contextRef="#ctx0" brushRef="#br0" timeOffset="33839.392">582 7029 13360,'0'0'1361,"0"0"-78,0 0-336,-4-6-227,-39-59 227,42 63-945,0 1 0,-1-1 0,1 0 0,0 1 0,-1 0-1,0-1 1,1 1 0,-1 0 0,0 0 0,0 0 0,1 0 0,-1 0 0,0 0 0,0 0 0,-2 0-2,-7-3 4,0-4 2,8 6 2,-1 0 1,1 0 0,0 0-1,-1 0 1,1 1 0,-1 0-1,1-1 1,-1 1 0,1 1-1,-4-2-8,-83-13 100,71 16-40,-16 8 24,-29 13-84,54-18 14,0 1 0,0 1 0,1 0-1,0 0 1,0 1 0,1 0-1,-1 1 1,2 0 0,-1 0 0,-2 4-14,0-1 6,-5 10 16,5-3-4,0-1 0,0 0 0,1 1 0,2 0 0,-1 0 0,2 1 0,-2 10-18,-28 143 107,34-162-88,0 0-1,1 0 1,0 0 0,0 0-1,1 9-18,1 1 14,-1-14-10,0 1 1,0-1 0,0 0-1,1 1 1,0-1-1,0 1 1,1-1-1,0 0 1,0 0 0,0 0-1,1 0 1,-1 0-1,2-1 1,-1 1 0,1-1-1,-1 0 1,1 0-1,4 3-4,-6-6 10,1 0-1,0-1 1,0 1-1,-1-1 1,1 0-1,0 0 0,0 0 1,0 0-1,0-1 1,1 1-1,-1-1 1,0 0-1,0 0 0,0 0 1,0 0-1,0 0 1,0-1-1,1 1 1,-1-1-1,2-1-9,-2 1 14,5 0 7,-1-2 0,0 1 0,0-1 0,-1 0 0,1 0 0,-1-1 0,1 0 0,-1 0 0,0 0 0,1-2-21,2-2 14,0 2 2,0-2-1,0 1 1,-1-2-1,0 1 1,-1-1 0,0 0-1,0 0 1,2-4-16,1-2 12,-2 4 7,0 0-1,-1 0 1,0-1-1,0 0 0,-1 0 1,-1-1-1,0 1 1,2-10-19,5-16 56,3-9-20,0-1 296,19-40-332,-33 86-5,1-3 25,0 1 1,0-1 0,1 1 0,-1-1 0,1 1 0,0 0 0,4-4-21,-6 8 7,-1-1 0,1 0 0,0 1 0,0-1 0,0 1 0,0-1 0,-1 1 0,1-1 0,0 1 0,0 0 0,0-1 0,0 1 0,0 0 0,0 0 0,0 0 0,0 0 0,0 0 0,0 0 0,0 0 0,1 0-7,-1 0 5,1 1 0,0 0 0,-1 0 0,1 0 1,-1-1-1,1 1 0,-1 1 0,1-1 0,-1 0 0,1 0 0,-1 0 0,0 1 1,0-1-1,0 1 0,0-1 0,0 1-5,13 22 40,-1 0 1,-2 1-1,0 1 0,-2 0 1,1 4-41,-4-10 25,2-1-17,7 31 52,-4 6 81,-2 1 0,-2 4-141,-4-42 19,-2-13 19,-1 0 0,1 1 0,-1-1 0,0 0-1,-1 0 1,1 1 0,-2 1-38,-2 16 82,-1 0 1,-1-1-1,-1 1 0,-1-1 0,-6 10-82,9-24 47,0-1 0,-1 0 0,0 0 0,0-1 0,-1 0 0,0 0 0,0-1 0,-1 1 0,0-2 0,0 1 0,-6 2-47,8-6 21,1 0 0,-1 0-1,0-1 1,0 1 0,0-2-1,0 1 1,0-1 0,0 1 0,0-2-1,0 1 1,0-1 0,0 0-1,-4-1-20,1 1 17,-13-4 7,0 0 1,0-1-1,1-2 0,0 0 1,0-1-1,-16-10-24,-70-43-1040,81 42-275,7 2-2099,1 2-5959,41 37 7068</inkml:trace>
  <inkml:trace contextRef="#ctx0" brushRef="#br0" timeOffset="34409.93">823 6870 13984,'0'0'1296,"0"0"-78,0 0-307,0 0-155,0 0-328,0 0-124,0 0-184,-1 5-55,2 12 70,0-1 0,0 0 0,2 1 0,0-1 1,1 0-1,0 0 0,2-1 0,0 0 0,0 0 0,1 0 0,8 12-135,15 21 264,1-1-1,21 24-263,-45-62 37,0 0 0,1 0 0,0-1 0,0 0 0,1-1 0,0 0 0,0 0 0,1-1 0,0 0 0,0 0 0,0-1 0,1-1 0,-1 0 0,1 0 0,0-1 0,9 1-37,-15-3 23,0-1-1,-1-1 1,1 1 0,0-1-1,-1 1 1,1-1-1,-1-1 1,1 1-1,-1-1 1,1 1 0,-1-1-1,0-1 1,0 1-1,0 0 1,0-1-1,2-2-22,0 1 27,-3 3-8,0-1 0,-1 0 0,1 0 0,0 0 0,-1 0-1,1 0 1,-1 0 0,0-1 0,0 1 0,0-1 0,0 0 0,0 0-1,0-1-18,6-8 35,2-1-12,-6 8-6,-1 1 0,0-1 0,0 0-1,0 0 1,0 0 0,-1-1 0,0 1 0,1-4-17,7-18 53,-1 1 1,-2-1-1,0 0 1,-2-1-1,-1 0 1,-1 0-1,-1-19-53,-4-30 168,-11-69-168,13 154 1,1 0 0,0 0 0,0 1-1,1-1 1,0 0 0,1 0-1,0-1 1,1 4-1,4 7 20,78 185 361,-47-107-46,-9-21-45,32 55-290,-62-128-86,1-1 0,-1 1 0,1-1 1,0 0-1,-1 1 0,1-1 0,0 1 0,0-1 0,0 0 0,0 0 0,0 0 0,0 1 0,0-1 0,0 0 0,1 0 0,-1-1 1,1 2 84,-1-3-64,0 1-1,0-1 1,0 0-1,0 0 1,0 0-1,0 1 1,0-1-1,-1 0 1,1 0-1,0 0 0,-1 0 1,1 0-1,-1 0 1,1-1-1,-1 1 1,0 0-1,1 0 1,-1 0-1,0 0 1,0-1-1,1 1 66,2-13-60,8-24-3161,0 5-6391,-26 77 7247</inkml:trace>
  <inkml:trace contextRef="#ctx0" brushRef="#br0" timeOffset="34835.968">1700 7127 14432,'0'0'1568,"0"0"-87,0 0-345,7-6-258,8-3-536,9-9 291,46-49-312,-51 48-280,-1-1-1,-1 0 0,-1-1 0,-1-1 0,0 0 1,1-6-41,-15 25 33,0-1 0,0 0 1,0 0-1,0 0 0,0 0 1,-1 0-1,0 0 0,0 0 1,0 0-1,0 0 0,0 0 0,-1 0 1,0 0-1,0 1 0,0-1 1,-1-2-34,0-3 56,1 9-49,0-1 0,1 0 1,-1 1-1,0-1 0,1 1 0,-1 0 1,0-1-1,0 1 0,1-1 0,-1 1 0,0 0 1,0 0-1,0-1 0,1 1 0,-1 0 1,0 0-1,0 0 0,0 0-7,-2 0 17,-7-3-9,0 0 0,0 2 0,0-1 1,-1 1-1,1 1 0,0-1 0,-1 2 1,1 0-1,0 0 0,0 0 0,0 2 1,0-1-1,-8 4-8,10-3 10,0 1-1,0 0 1,1 0 0,-1 1 0,1 0 0,0 1-1,1-1 1,-1 1 0,1 0 0,0 1 0,0-1-1,1 1 1,0 1 0,0-1 0,1 1 0,-3 5-10,0 4 35,1-1 0,1 1 0,1 0 0,0 1 0,1-1 0,0 1 0,2 0 0,0-1 0,1 1 0,1 0 0,1-1 0,0 1 0,1 0 0,5 13-35,5 21 221,3 0 0,18 42-221,-32-91 25,-1 0 0,1 0 0,0 0 0,-1 0 0,2 0 0,-1 0 0,0 0 0,0-1 0,1 1 0,0-1 0,-1 1 1,1-1-1,0 0 0,0 0 0,0-1 0,1 1 0,1 1-25,1-1-72,0-1 0,0 1 0,0-1 1,1 0-1,-1 0 0,0-1 0,1 0 0,-1 0 1,5-1 71,3-1-250,1 0 1,-1-1-1,0-1 1,0-1-1,0 0 1,-1 0-1,11-7 250,-2 2-2985,23-10-6656,-105 46 7269</inkml:trace>
  <inkml:trace contextRef="#ctx0" brushRef="#br0" timeOffset="35236.711">2350 6462 15512,'-2'4'1545,"-95"153"2631,76-120-4007,3 1 1,1 0 0,-3 16-170,19-50-1,0 0 0,0 0-1,0 0 1,1 1 0,0-1 0,0 0-1,0 1 1,0-1 0,1 0 0,0 1 0,-1-1-1,2 1 2,-1 1-1,0-2 0,1-1-1,-1 0 1,1 1 0,0-1 0,0 0-1,0 0 1,0 0 0,0 0 0,0-1-1,1 1 1,0 0 0,-1-1 0,1 0-1,0 0 1,0 0 0,0 0 0,0 0-1,1 0 2,35 18-16,29 12 16,-29-15-12,28 18 12,-65-34-2,-1 0 0,1 0 0,0 0 0,-1 0 0,1 0 0,-1 0-1,1 1 1,-1-1 0,0 0 0,1 1 0,-1-1 0,0 1 0,0 0 0,0 0 2,3 5-4,9 17 3,-12-22 5,0 1 0,-1 0 0,1-1 0,-1 1 0,0 0 0,0 0 0,0-1 0,0 1 0,0 0 1,0 0-1,-1 0 0,0-1 0,1 1 0,-1 0 0,0-1 0,0 1 0,0-1 0,-1 1 0,1-1 0,-1 0 1,1 1-1,-1-1 0,0 0 0,0 0-4,-8 8 69,0-1 0,0 0 1,0-1-1,-11 6-69,-2 2 17,-80 65-976,100-78 796,-1 0 0,0 0 0,1 0 0,0 1-1,0-1 1,0 1 0,0 0 0,1-1 0,-1 1 0,1 1 163,-18 27-3262,-1-3-5297,48-67 6465</inkml:trace>
  <inkml:trace contextRef="#ctx0" brushRef="#br0" timeOffset="35707.959">2828 6434 15512,'0'0'1455,"0"0"-92,0 0-372,0 0-174,-4 5-338,-40 38-100,20-21-420,2 1 0,0 1 0,-17 26 41,22-25-34,1 1 1,1 1 0,1 1 33,9-18-12,1 1 0,0-1 0,1 1 1,0 0-1,0 0 0,1 0 1,1 0-1,0 0 0,0 0 0,1 7 12,0-12-8,1 0 0,0 0 0,0 0 0,0-1 0,1 1 0,-1 0 0,1-1 0,1 1 0,-1-1 0,1 0 0,0 0 0,0 0 0,0 0 0,1 0 0,0-1 0,0 0 0,0 1 0,2 0 8,18 8-14,0-1 0,0-1-1,1-1 1,1-1 0,9 1 14,-18-5-7,41 15 5,-48-14 2,-3-3 47,-1 0-1,0 0 0,1 1 0,-1 0 0,0 0 0,-1 1 1,1 0-1,-1 0 0,1 0-46,-5-3 17,1 0-1,-1 0 1,1 0 0,-1 0-1,0 1 1,0-1 0,0 0-1,0 0 1,0 1 0,-1-1-1,1 0 1,-1 1 0,1-1-1,-1 1 1,0-1-1,0 1 1,0-1 0,0 1-1,0-1 1,-1 0 0,1 1-1,-1-1 1,0 1 0,1-1-1,-1 0 1,0 0 0,-2 3-17,-2 3 100,0 1 0,-1-1-1,-1 1 1,0-2 0,0 1 0,0-1 0,-1 0 0,0-1 0,0 1 0,-1-2 0,-6 4-100,-48 22-847,-3-8-3703,47-17-4500,45-14 6845</inkml:trace>
  <inkml:trace contextRef="#ctx0" brushRef="#br0" timeOffset="36100.183">3211 6934 15600,'0'0'1647,"0"0"-124,0 0-500,0 0-218,2-4-386,10-20-400,-2-2 0,-1 1-1,-1-1 1,-2-1 0,4-24-19,3-77-100,-9 86 78,-4 38 19,0 1 0,0-1 1,0 1-1,-1 0 1,1-1-1,-1 1 0,0 0 1,1 0-1,-1-1 1,-1 1-1,0-2 3,0 0-2,1 4 2,0 1-1,1-1 1,-1 1-1,0-1 1,0 1-1,0-1 1,1 1-1,-1 0 1,0 0-1,0-1 1,0 1-1,0 0 1,0 0-1,0 0 1,1 0-1,-1 0 1,0 0-1,0 0 1,0 0-1,0 0 1,0 1-1,0-1 1,1 0-1,-1 0 1,0 1 0,-1-1-1,-2 1 2,0 1-1,0-1 1,0 1 0,0-1 0,0 1 0,1 0 0,-1 1-1,0-1 1,1 1 0,0-1 0,0 1 0,0 0 0,0 0-1,0 1 1,0-1 0,0 1-1,-30 46 41,19-24 55,0 2 0,2 0 0,1 0 0,-4 20-96,9-31 29,5-11 3,-1-1-1,1 1 0,0 0 1,0-1-1,0 1 1,1 0-1,0-1 0,0 6-31,1 11 130,1 1-1,1 0 0,1 0 1,1-1-1,1 0 0,5 10-129,-6-18 38,-2-8-6,0 0 1,0 0 0,1 0-1,-1-1 1,1 1 0,2 1-33,4 5 37,0 0 1,0-1 0,1-1-1,1 0 1,0 0 0,0-1 0,10 5-38,-16-11-87,0 0 0,0-1 0,0 0 1,0 0-1,0 0 0,1-1 0,-1 0 1,0 0-1,1-1 0,-1 1 0,1-1 1,-1-1-1,0 0 0,1 1 0,-1-2 0,0 1 1,0-1-1,1 0 0,-1 0 0,-1-1 1,1 0-1,0 0 0,-1 0 0,1 0 1,-1-1-1,0 0 0,0 0 0,0-1 87,11-7-2985,16-10-6376,-74 51 7064</inkml:trace>
  <inkml:trace contextRef="#ctx0" brushRef="#br0" timeOffset="36526.772">3552 6533 15776,'0'0'1529,"0"0"-81,-3 8-344,-63 149 952,63-150-2047,0 1 1,1-1-1,0 1 1,0 0-1,1-1 1,-1 1 0,2 0-1,-1 0 1,1 0-1,1 0 1,-1 0-1,2 4-9,-1-10 5,0 1-1,0-1 0,0 0 1,1 0-1,-1 0 1,1 0-1,-1 0 0,1-1 1,0 1-1,-1 0 0,1-1 1,0 1-1,0-1 1,0 0-1,0 1 0,1-1 1,-1 0-1,0 0 0,0-1 1,1 1-1,-1 0 1,0-1-1,1 0 0,-1 1 1,3-1-5,135 22 114,-105-18-107,-22-2-1,0 1 0,0 0 0,0 1 0,0 0-1,1 2-5,3 1 7,-11-5 2,0 0-1,-1 1 1,1 0-1,-1 0 1,0 0-1,0 1 1,0 0 0,0 0-1,-1 0 1,4 4-9,-1-1 35,-5-5 2,0 1 0,0-1-1,0 1 1,0 0 0,0-1-1,-1 1 1,1 0-1,-1 0 1,0 0 0,0 0-1,0 0 1,0 0 0,-1 0-1,1 1 1,-1-1 0,0 0-1,0 0 1,0 0 0,0 1-1,0-1 1,-1 0-1,1 0 1,-1 0-37,-1 7 57,-1-1-1,0-1 1,-1 1 0,1 0 0,-4 4-57,6-11-1,-6 11 82,-1-1 1,-1 1-1,0-1 1,-6 6-82,4-5 31,8-9-8,1-1 0,-1 0 0,1 1 1,-1-1-1,0-1 0,0 1 0,-1 0 0,1-1 1,-1 1-1,0-1-23,-9 7 35,-31 23-9,-27 10-563,8-5-3638,39-22-6352,56-35 7935</inkml:trace>
  <inkml:trace contextRef="#ctx0" brushRef="#br0" timeOffset="46181.461">5251 6223 9328,'0'0'1648,"0"0"-72,0 0-287,0 0-141,0 0-296,0 0-127,0 0-228,-2 7-130,-5 29-89,2 1 0,1-1 0,2 1 0,1 0 0,3 14-278,-2 48 539,-4-28 949,-11 64-1488,21-322 946,-3 142-907,-1 3-19,1-1 1,3 1-1,1 1 0,11-37-20,-9 52 7,0-1 1,2 1-1,1 0 1,1 1-1,8-11-7,-20 35 0,0-1 0,0 1 0,0-1 0,0 0 0,1 1 0,-1 0 0,0-1 0,1 1 0,-1 0 0,1-1 0,-1 1 0,1 0 0,-1 0 0,1 0 0,0 1 0,0-1 0,-1 0 0,1 1 0,0-1 0,0 1 0,0-1 0,0 1 0,0 0 0,0 0 0,0 0 1,-1 0-1,1 0 0,0 0 0,0 1 0,0-1 0,0 1 0,0-1 0,0 1 0,-1 0 0,1-1 0,0 1 0,0 0 0,1 2 0,1-1 1,0 1-1,0 0 1,-1 0 0,0 1-1,0-1 1,0 1-1,0-1 1,0 1-1,-1 0 1,1 0 0,-1 0-1,0 1 1,0-1-1,-1 0 0,16 55 108,-3 0 0,-2 1 0,-1 16-108,-8-42 64,-2-15 4,1 0 0,1 0 0,1 0 0,1 0-68,-4-17-260,-1-2-146,0 0-380,21-25-2558,-13 0 358,-6 10-7067</inkml:trace>
  <inkml:trace contextRef="#ctx0" brushRef="#br0" timeOffset="46538.19">5216 6549 12192,'6'-3'217,"-1"0"-1,0-1 1,-1 0 0,1 0 0,-1 0 0,1 0 0,-1-1 0,0 1 0,-1-1-1,1 0 1,-1 0 0,0-2-217,2 1 399,-1 0-1,1 1 0,0 0 1,0 0-1,0 0 0,1 0 1,-1 1-1,1 0 0,3-2-398,62-29-90,2-1-993,-52 23 584,-8 4-49,0 0 0,0 1 0,1 1 0,0 0 0,0 1-1,1 1 1,0 0 0,2 0 548,80-19-2452,-38 8-4034</inkml:trace>
  <inkml:trace contextRef="#ctx0" brushRef="#br0" timeOffset="46880.763">5727 6196 7176,'2'5'7348,"-7"10"-4634,-16 22-3455,13-21 1514,2-6-644,1 0-1,1 1 1,0 0-1,0-1 1,1 1-1,0 1 1,1-1-1,1 0 1,-1 1-1,2 1-128,0-13 4,0 1 0,0-1 0,0 1 0,1-1 0,-1 1 0,0-1 0,0 0 0,1 1 0,-1-1 0,0 1 0,1-1 0,-1 1 0,0-1 0,1 0 0,-1 1-1,1-1 1,-1 0 0,1 0 0,-1 1 0,1-1 0,-1 0 0,1 0 0,-1 0 0,1 1 0,-1-1 0,1 0 0,-1 0 0,1 0 0,-1 0 0,1 0 0,-1 0 0,1 0-4,21 0 140,-17 0-99,16-1 108,-15 0-106,0 1-1,1 0 0,-1 0 0,1 1 1,-1-1-1,1 1 0,-1 1 0,0-1 1,4 2-43,-9-2 26,-1 0 1,1 0 0,-1 0 0,1 0-1,-1 0 1,1-1 0,-1 1 0,0 0-1,1 0 1,-1 1 0,0-1-1,0 0 1,0 0 0,0 0 0,0 0-1,0 0 1,0 0 0,0 0-1,0 0 1,0 0 0,-1 0 0,1 0-1,0 0-26,-3 8 61,2-2-24,0 1 1,-1 0-1,0-1 1,0 0-1,-1 1 1,0-1-1,-1 0 1,1 0-1,-1-1 1,-1 1-1,1-1 1,-1 0-1,0 0 1,0 0-1,-1-1 1,0 0-1,0 0 1,0 0 0,0-1-1,-1 0-37,2-3-2587,6-9 1839,11-18 145,-8 17-1037,11-23-8720</inkml:trace>
  <inkml:trace contextRef="#ctx0" brushRef="#br0" timeOffset="47240.365">5953 5905 12464,'3'7'444,"0"0"1,-1 0 0,0 0-1,-1 0 1,1 0-1,-1 1 1,-1-1 0,1 0-1,-1 1-444,-5 73 1907,1-35-1322,1 180 1489,3-157-1498,1-53-397,-1-12-140,0 0 0,0 1 0,0-1 0,0 0 0,-1 0 0,0 1 0,1-1 0,-2 2-39,1-4 15,1-2-67,0 0-298,0 0-132,7-24-1205,7-10 461,1 1 0,2 0 0,2 2 0,0 0 0,6-5 1226,14-22-1660,4-10-6180</inkml:trace>
  <inkml:trace contextRef="#ctx0" brushRef="#br0" timeOffset="47591.6">6202 6052 9592,'0'0'1680,"0"0"-51,-3 2-432,-111 126 2875,12-34-2467,87-82-1432,10-5 551,25-6-255,14-1-183,0 2 0,29 4-286,-51-4 57,-1 1 0,1-1-1,-1 2 1,0 0-1,0 0 1,-1 1 0,1 1-1,-1-1 1,0 2-1,0-1-56,-6-2 42,0 0-1,0 1 0,0-1 0,0 1 0,-1 0 0,0 0 1,1 0-42,1 4-69,-4-7-269,-1-2-185,0 0-482,6-1 81,0 0-1,0-1 1,0 1 0,0-1 0,0 0 0,-1-1 0,3-1 924,5-1-7080,-31 13 5084</inkml:trace>
  <inkml:trace contextRef="#ctx0" brushRef="#br0" timeOffset="48135.201">6659 6115 12376,'-12'46'201,"7"-30"446,1-15 226,-2-18 835,3 7-1196,3 9-493,0 1 1,0-1 0,0 1-1,0-1 1,0 1 0,0 0-1,0-1 1,0 1 0,0-1-1,-1 1 1,1 0-1,0-1 1,0 1 0,-1-1-1,1 1 1,0 0 0,0-1-1,-1 1 1,1 0-1,0-1 1,-1 1 0,1 0-1,0 0 1,-1-1 0,1 1-1,-1 0 1,1 0 0,0 0-1,-1-1 1,1 1-1,-1 0 1,1 0 0,-1 0-1,1 0 1,0 0 0,-1 0-1,1 0 1,-1 0-20,-10 16 391,0 31-118,10-42-237,1 0-1,1 0 1,-1 1-1,1-1 1,-1 0-1,2 0 0,-1 0 1,0 0-1,1 0 1,0 0-1,0-1 1,1 1-1,-1-1 0,1 1 1,0-1-36,-1-2 25,0 0 0,-1 0 0,1 0 0,0-1 0,0 1 0,0-1 0,0 1 0,1-1 0,-1 0 0,0 0-1,0 0 1,1 0 0,-1 0 0,1-1 0,-1 1 0,1-1 0,-1 1 0,1-1 0,-1 0 0,1 0 0,-1 0 0,1 0 0,-1-1 0,1 1 0,-1 0 0,1-1 0,-1 0 0,1 0 0,-1 0 0,0 0 0,3-1-25,2-2 58,1 0 1,-1 0-1,0-1 0,0 0 1,0 0-1,-1-1 1,0 0-1,0 0 0,0 0 1,-1-1-1,1 0 1,-2 0-1,1-1-58,7-15 51,-1 1 1,-1-2-1,4-17-51,-10 28 8,1-1-4,8-14 37,-13 28-41,0 0 1,0 0-1,0 0 0,0 0 1,1 0-1,-1 0 1,0 0-1,0-1 1,0 1-1,1 0 1,-1 0-1,0 0 1,0 1-1,0-1 1,1 0-1,-1 0 1,0 0-1,0 0 0,0 0 1,1 0-1,-1 0 1,0 0-1,0 0 1,0 0-1,0 0 1,1 1-1,-1-1 1,0 0-1,0 0 1,0 0-1,0 0 1,0 0-1,0 1 0,1-1 1,-1 0-1,0 0 1,0 0-1,0 0 1,0 1-1,0-1 0,8 20 5,0 14 1,-1-1 0,-2 1-1,-1 5-5,9 56 36,-9-67 93,-1-1-1,-1 1 0,-1-1 1,-3 12-129,2-34 39,0-1 1,0 1 0,-1-1-1,0 1 1,0 0 0,0-1-1,-1 0 1,1 1 0,-1-1-1,0 0 1,0 0 0,-1 0-1,1 0 1,-1 0 0,0 0-1,-2 1-39,-8 10 257,0-1 1,-2 0-1,0-1 0,-6 4-257,16-13 33,-1-1 0,1 1 0,-1-1 0,0 0 0,0-1 0,0 0 0,0 0 0,0 0 0,0 0 0,-1-1 0,1 0 0,0-1 0,-1 1 0,1-1 0,-3-1-33,-21 1 24,-22-3-145,49 3 52,0-1 0,0 1 0,0-1-1,0 0 1,0 0 0,0 0 0,0 0 0,0 0 0,0 0 0,1-1 0,-1 0-1,0 1 1,1-1 69,1 0-184,0 0-1,0 0 0,1 0 1,-1 0-1,1 0 1,0 0-1,0 0 0,-1 0 1,1-1-1,0 1 0,1 0 1,-1 0-1,0 0 1,1 0-1,-1 0 0,1 0 1,0-2 184,12-34-791,-12 35 868,2-6-178,0 1-1,1-1 0,0 1 0,1-1 1,0 2-1,0-1 0,1 0 102,15-23-1933,26-48-8433</inkml:trace>
  <inkml:trace contextRef="#ctx0" brushRef="#br0" timeOffset="48530.707">7015 6088 10040,'0'0'1368,"0"0"16,0 0 64,0 0-63,0 0-315,0 3-243,-2 45 102,0-27-570,2-1 0,0 0 1,2 13-360,-1-30 48,-1 1 0,0-1 1,1 0-1,0 0 0,0 1 1,0-1-1,0 0 0,0 0 0,0 0 1,1 0-1,1 2-48,-2-4 16,1 0 1,-1 0-1,0 0 0,1-1 1,-1 1-1,0-1 0,1 1 1,-1-1-1,1 1 0,-1-1 1,1 0-1,-1 1 0,1-1 1,-1 0-1,1 0 0,0 0 1,-1 0-1,1 0 0,-1-1 1,1 1-1,-1 0 0,1-1 1,-1 1-1,1-1 0,-1 0 1,1 0-17,13-5 65,0-2 0,-1 1 1,0-2-1,0 0 0,-1 0 1,0-2-1,-1 1 0,0-2 1,-1 1-1,0-2 0,0 1 1,3-8-66,-12 16 13,0 0 0,0 0 1,0 0-1,-1 0 0,1 0 1,-1 0-1,0 0 0,0 0 1,-1-1-1,1 1 0,-1 0 1,0-1-1,0 1 0,-1 0 1,1 0-1,-1-1 0,0 1 1,0 0-1,0 0 0,-1 0 1,1 0-1,-2-2-13,2 5 6,0 0 0,0 0 0,-1 0 0,1 0-1,-1 1 1,1-1 0,-1 0 0,1 1 0,-1-1 0,1 1 0,-1-1 0,1 1 0,-1-1 0,0 1-1,1 0 1,-1 0 0,1 0 0,-1 0 0,0 0 0,1 1 0,-1-1-6,-5 0 3,-1-1-22,0 1 0,0 0-1,0 1 1,1 0 0,-1 0 0,0 0 0,0 1 0,0 1 0,1-1 0,0 1 0,-1 0 0,1 1 0,0 0 0,0 0 0,1 0 0,-1 1 0,1 0-1,0 0 1,0 1 0,-2 3 19,2-3-215,0 1 0,1-1 0,0 1 0,1 0 0,-4 7 215,-5 8-2145,13-22 2116,0 0-1,0 1 1,0-1 0,0 0-1,0 0 1,0 0-1,0 0 1,0 1-1,0-1 1,0 0-1,0 0 1,0 0-1,0 1 1,0-1-1,0 0 1,0 0-1,0 0 1,0 0-1,0 0 1,1 1-1,-1-1 1,0 0-1,0 0 1,0 0-1,0 0 1,0 0-1,1 0 1,-1 1-1,0-1 1,0 0-1,0 0 1,0 0-1,1 0 1,-1 0 0,0 0-1,0 0 1,0 0-1,0 0 1,1 0-1,-1 0 1,0 0-1,0 0 1,0 0-1,0 0 1,1 0-1,-1 0 1,0 0-1,0 0 1,0 0-1,0 0 1,1 0 29,10-1-763,-1-4 443,-1 0-1,0-1 1,0 0 0,0 0 0,-1-1-1,0 0 1,0 0 0,-1-1 0,0 0-1,0 0 1,1-4 320,-3 6-400,44-52-7546</inkml:trace>
  <inkml:trace contextRef="#ctx0" brushRef="#br0" timeOffset="48960.85">7324 5969 10936,'-2'0'17,"2"-1"31,0 1 0,0 0 0,-1 0 1,1 0-1,0 0 0,-1 0 0,1 0 0,0-1 1,0 1-1,-1 0 0,1 0 0,0 0 0,-1 0 1,1 0-1,0 0 0,-1 0 0,1 0 0,0 0 1,0 0-1,-1 0 0,1 1 0,0-1 1,-1 0-1,1 0 0,0 0 0,0 0 0,-1 0 1,1 0-1,0 1 0,0-1 0,-1 0 0,1 0 1,0 0-1,0 1 0,0-1 0,-1 0 0,1 0 1,0 1-1,0-1 0,0 0 0,0 0 0,0 1 1,-1-1-1,1 0 0,0 1 0,0-1 0,0 0 1,0 1-1,0-1 0,0 0 0,0 0 0,0 1 1,0-1-1,0 0 0,0 1 0,0-1 0,0 0 1,1 1-1,-1-1-48,0 2 1027,6 27 918,1 6-1403,1-1 1,1 0 0,2 0-1,10 19-542,-20-50 41,1 0 0,-1 0 0,1 0-1,0 0 1,0 0 0,0-1 0,0 1-1,1-1 1,-1 1 0,1-1 0,-1 0 0,1 1-1,0-2 1,2 3-41,-4-4 16,1 1 1,0 0-1,-1-1 1,1 1-1,0-1 0,0 1 1,-1-1-1,1 0 0,0 0 1,0 0-1,0 0 0,-1 0 1,1 0-1,0 0 1,0-1-1,-1 1 0,1-1 1,0 1-1,-1-1 0,1 0 1,0 0-1,-1 1 1,1-1-1,-1 0 0,1 0 1,-1 0-1,0-1 0,1 1 1,0-1-17,15-18 8,0 0 1,-2 0 0,0-2 0,-1 0 0,-2 0-1,0-1 1,1-7-9,21-27-180,-26 46 103,0-1 1,-1 1-1,-1-2 1,0 1-1,0-3 77,-7 22 26,0 0 0,0 0 0,0 0 0,1 0-1,1 5-25,-2 18 199,0-19-139,-5 50 354,3 36-414,3-96-414,0-1-190,2 0 447,0 0 0,0 0 0,0-1 0,0 1 0,0-1-1,-1 0 1,1 1 0,0-1 0,-1 0 0,1 0-1,0 0 1,0-1 157,13-6-2500,-2 2-5389,-30 14 5929</inkml:trace>
  <inkml:trace contextRef="#ctx0" brushRef="#br0" timeOffset="49300.924">7741 5923 11384,'7'8'158,"0"-1"518,-1 0-1,1 1 1,-1-1-1,-1 1 1,0 1-1,0-1 1,0 1-1,2 8-675,-4-10 152,-1-1 1,1 1-1,-2 1 0,1-1 0,-1 0 0,0 0 1,0 1-1,-1-1 0,0 0 0,0 1 0,-1-1 1,0 0-1,-1 5-152,1-12 20,1 1 0,-1 0 0,1-1 0,-1 1 0,1-1 0,-1 1 1,1-1-1,-1 1 0,0-1 0,1 1 0,-1-1 0,0 1 0,1-1 0,-1 0 0,0 0 1,1 1-1,-1-1 0,0 0 0,0 0 0,1 0 0,-1 0 0,0 0 0,0 0 1,0 0-1,1 0 0,-1 0-20,-15-1 339,14 0-99,2-2-60,0-11-133,0 0-1,2 0 1,-1 1-1,2-1 1,0 0-1,0 1 0,1 0 1,1 0-1,0 0 1,1 0-1,0 1 1,1 0-1,0 0 1,8-8-47,-3 3-239,2 1 1,-1 1 0,2 0-1,0 1 1,1 0 0,0 2-1,1 0 1,1 0 0,14-6 238,-5 9-658,2 2-2452,-4-1-4713,-58 18 5909</inkml:trace>
  <inkml:trace contextRef="#ctx0" brushRef="#br0" timeOffset="49675.738">8711 5632 12552,'12'42'537,"-7"-24"84,0 0 0,-1 1 0,-1-1 0,-1 1 0,0 14-621,-6 258 1968,5-283-3579,2-18-679,1-5 750,4-12-7013</inkml:trace>
  <inkml:trace contextRef="#ctx0" brushRef="#br0" timeOffset="49993.527">8413 5903 13536,'6'-1'593,"0"0"1,0-1-1,0 1 1,0-1 0,0 0-1,0 0 1,5-4-594,27-8 2407,194-50-5348,-215 59 2066,0 1 0,1 1 0,-1 0 0,13 1 875,1-1-7168,-72 7 5391</inkml:trace>
  <inkml:trace contextRef="#ctx0" brushRef="#br0" timeOffset="50351.122">8910 5905 12016,'8'1'503,"-1"-1"1,0 0-1,0 0 1,0-1 0,1 0-1,-1 0 1,0-1-1,0 0 1,0 0-1,-1-1 1,1 1 0,-1-2-1,3 0-503,118-83 2007,-121 83-1936,-1-1 0,1 0 1,-1 0-1,1-1 0,-2 0 1,1 0-1,0 0 0,-1 0 1,-1-1-1,1 0 0,-1 1 1,1-3-72,-4 9 5,0-1 0,0 1 0,0 0 1,1 0-1,-1-1 0,0 1 0,0 0 0,0-1 1,0 1-1,0 0 0,0-1 0,0 1 0,0 0 1,0-1-1,0 1 0,0 0 0,0-1 1,0 1-1,0 0 0,0-1 0,0 1 0,-1 0 1,1-1-1,0 1 0,0 0 0,0-1 1,0 1-1,-1 0 0,1 0 0,0-1 0,0 1 1,-1 0-1,1 0 0,0-1 0,0 1 0,-1 0 1,1 0-1,0 0 0,-1 0 0,1 0 1,0-1-6,-20 1 80,-22 11-4,39-10-52,-7 2-21,-1 0 0,1 2 0,-1-1-1,1 1 1,1 1 0,-1 0 0,1 0-1,0 1 1,0 0 0,-7 8-3,13-12 0,0 0 0,1 1 0,-1-1 0,1 1 0,0 0 0,0 0 0,0 0 0,1 0 0,-1 0 0,1 0 0,0 0 0,0 0-1,0 1 1,1-1 0,-1 0 0,1 1 0,0-1 0,1 1 0,-1-1 0,1 0 0,-1 0 0,1 1 0,1-1 0,-1 0 0,1 0 0,-1 0 0,1 0 0,0 0 0,1 0 0,0 3-51,1-1-1,0 1 1,1-1 0,-1 0-1,1-1 1,1 1 0,-1-1 0,1 0-1,-1 0 1,2 0 0,-1-1-1,0 0 1,1 0 0,0-1-1,0 0 1,0 0 0,0 0 0,0-1-1,0 0 1,1-1 0,2 1 51,-1-2-264,0 0 1,0 0 0,0-1 0,0 0 0,0 0-1,0-1 1,0 0 0,0-1 0,0 0 0,-1 0-1,8-5 264,15-8-1305,0-2-1,8-7 1306,-29 19-236,51-41-2206,-11 8-5998</inkml:trace>
  <inkml:trace contextRef="#ctx0" brushRef="#br0" timeOffset="50682.235">9534 5694 11296,'-1'1'74,"1"0"1,-1-1 0,1 1 0,0 0 0,-1-1 0,1 1-1,-1 0 1,1-1 0,-1 1 0,0-1 0,1 1 0,-1-1-1,0 1 1,1-1 0,-1 0 0,0 1 0,1-1-1,-1 0 1,0 1 0,0-1 0,1 0 0,-1 0 0,0 0-1,0 0 1,0 1 0,1-1 0,-1 0 0,0-1 0,0 1-1,0 0 1,1 0 0,-1 0 0,0 0 0,0-1-1,0 1 1,1 0 0,-1-1 0,0 1 0,0-1-75,-23-6 1467,18 7-1365,0 0 0,-1 1 0,1 0 1,0 0-1,0 0 0,0 0 0,0 1 1,0 0-1,0 0 0,0 1 0,0 0 0,1 0 1,-1 0-1,1 1 0,0-1 0,0 1 0,1 1 1,-1-1-1,1 1 0,0-1 0,-3 5-102,2-3 43,1 0-1,-1 0 1,1 1-1,0-1 1,1 1-1,0 0 1,0 0-1,0 0 1,1 1-1,0-1 1,1 1 0,-1-1-1,1 1 1,1-1-1,-1 1 1,2 0-1,0 7-42,-1-14 8,0 0 0,0 0-1,0 0 1,1 0 0,-1 0 0,0 0-1,1 0 1,-1 0 0,1 0 0,-1 0 0,1 0-1,0 0 1,-1 0 0,1 0 0,0 0-1,0-1 1,0 1 0,-1 0 0,1-1-1,0 1 1,0 0 0,0-1 0,0 1 0,0-1-1,0 1 1,0-1 0,1 0-8,1 1 15,0-1 0,-1 0 0,1 0 0,0 0-1,0 0 1,-1-1 0,1 1 0,0-1 0,-1 1 0,1-1 0,2-1-15,1-1 23,0 0 0,1 0 0,-1 0 0,-1-1 0,1 1 0,0-2 0,-1 1 0,0-1 0,3-3-23,34-57 74,-7 5 18,-34 59-80,-1 1 24,0 0 45,14 29 327,-2 0 0,6 25-408,-18-53-23,0 1-1,1-1 1,-1 0-1,1 1 1,-1-1-1,1 0 1,-1 1-1,1-1 1,0 0-1,-1 1 1,1-1-1,0 0 1,0 0-1,0 0 1,0 0 0,0 0-1,0 0 1,1 0-1,-1 0 1,0-1-1,0 1 1,1 0-1,-1-1 1,0 1-1,1-1 1,-1 1-1,0-1 1,1 1-1,-1-1 1,2 0 23,2-1-352,0 1 1,0-1-1,0-1 1,-1 1-1,1-1 0,0 0 1,-1 0-1,2-1 352,17-7-1041,-12 6 193,-1-1 0,0-1 0,0 1 1,-1-2-1,4-2 848,15-11-7613</inkml:trace>
  <inkml:trace contextRef="#ctx0" brushRef="#br0" timeOffset="52331.656">9756 5661 9504,'0'0'1129,"0"0"10,0 0 18,0 0-29,0 0-152,0 0-77,0 0-176,5 12 357,-4-10-1020,-1-1-1,1 1 1,-1 0-1,1 0 0,-1-1 1,0 1-1,0 0 0,0 0 1,0-1-1,0 1 1,0 0-1,0 0 0,-1 0 1,1-1-1,-1 1 0,1 0 1,-1 0-60,0 0 304,1-2-26,0 0-55,0 0-132,0 0-23,0 0 22,0 0 1,0 0-22,0 0 5,12-9 136,-3 3-141,1-2-339,0 1 0,1 0 0,0 0-1,8-3 271,-17 9-80,-2 1-2,0 0 54,0 0 18,11-3-1,-8 1 10,0-1-1,0 1 1,0-1 0,1 1 0,-1 0-1,1 1 1,-1-1 0,1 1 0,0-1-1,2 1 2,3-2 3,-7 3 10,-2 0 49,0 0 180,0 0 34,0 0-48,0 0-2,0 0 38,0 0-3,0 0-68,0 0-22,0 0-22,0 0-15,0 0-44,0 0 0,0 0 36,0 0-2,-3 1-58,-2 2-51,-15 6 57,1 1-1,0 1 1,0 1-1,1 1 1,-9 8-72,7-3 45,16-15-33,-1 0 0,1 1 0,0-1-1,0 1 1,0 0 0,0 1 0,1-1 0,0 0 0,0 1 0,0 0-1,0 0 1,1 0 0,0 0 0,0 0 0,0 1 0,1-1 0,-2 5-12,3-7 5,-1-1 3,0 1 0,1-1-1,-1 0 1,1 0 0,0 1-1,0-1 1,-1 0 0,1 1-1,1-1 1,-1 0-1,0 0 1,0 1 0,1-1-1,0 0 1,-1 0 0,1 0-1,0 1 1,0-1 0,0 0-1,0 0 1,0 0 0,1-1-1,-1 1 1,1 0-1,-1 0 1,1-1 0,-1 1-1,1-1 1,0 1 0,0-1-1,1 1-7,2 1 15,0 1 0,1-1-1,0 0 1,0 0 0,-1 0-1,2-1 1,-1 0 0,0 0-1,0-1 1,1 0 0,-1 0-1,0 0 1,1-1-1,-1 0 1,1 0 0,2-1-15,0 0 8,0 0 1,0 0 0,0-1-1,0-1 1,-1 0 0,1 0-1,-1 0 1,1-1-1,-1-1 1,-1 1 0,3-2-9,4-7-4,-1 1 0,-1-1 0,1-1 0,-2 0 0,0-1 0,-1 0 0,-1-1 0,0 0 0,2-6 4,-4 7-49,-1-1-1,0-1 1,-2 1 0,1-1 0,-2 0 0,1-11 49,0-20-229,-3-35 229,-1 66-36,-1 82 142,0 0 216,2-1-1,6 21-321,-3-15 408,-4-68-313,0-2-51,0 0-3,0 0 46,0 0 2,17-32-17,16-19-58,34-40-14,-53 76-31,-1-1-1,2 2 1,0 0-1,1 1 0,0 1 1,1 0-1,7-4 32,-19 14-13,0-1-1,0 1 1,0 0-1,0 0 1,0 1-1,0-1 1,0 1-1,0 0 1,0 1 0,1-1-1,-1 1 1,2 0 13,-5 1-4,1-1 0,-1 0 0,1 1 0,-1 0 1,0-1-1,0 1 0,1 0 0,-1 0 0,0 0 1,0 1-1,0-1 0,0 0 0,0 1 1,0-1-1,0 1 0,-1 0 0,1 0 0,-1 0 1,1-1-1,-1 1 0,0 1 0,1-1 0,-1 0 1,0 0-1,0 0 0,-1 1 0,1-1 4,1 5-3,-1 0 0,0-1-1,0 1 1,-1 0-1,0-1 1,0 1 0,0 0-1,-1 0 1,0-1-1,-1 1 1,1 0 3,-5 39 48,4-33-25,2-3 169,16-15-111,25-14-71,-26 13-8,-1-1 0,-1 0-1,1-1 1,-1-1-2,12-9 10,-1-2 0,14-14-10,-29 25 3,-1 0-1,0 0 1,-1 0-1,0-1 1,-1 0-1,0-1 1,0 1-1,1-6-2,-5 14 0,-1-13 0,-2 4 0,-3 0 0,-3 4 0,6 6 0,1 0 0,-1 1 0,0-1 0,1 1 0,-1-1 0,0 1 0,0-1 0,1 1 0,-1 0 0,0-1 0,0 1 0,0 0 0,0 0 0,0-1 0,1 1 0,-1 0 0,0 0 0,0 0 0,0 0 0,0 0 0,0 0 0,0 1 0,1-1 0,-1 0 0,0 0 0,0 1 0,0-1 0,0 1 0,-1-1 0,-2 1 0,-1 1-1,1-1 1,-1 1 0,1 0-1,-1 0 1,1 0-1,0 1 1,0 0 0,0 0-1,0 0 1,1 0-1,-1 0 1,1 1-1,0-1 1,0 1 0,0 0-1,0 0 1,1 0-1,-1 0 1,0 4 0,-3 2-1,1 2 0,1-1 0,0 0 0,0 1 0,1 0 1,1 0-1,-1 8 1,2-17 1,1 0 1,-1-1-1,1 1 1,0 0 0,0 0-1,0 0 1,1 0-1,-1 0 1,1 0 0,-1 0-1,1-1 1,0 1-1,0 0 1,1-1 0,-1 1-1,0 0 1,1-1-1,-1 0 1,1 1 0,0-1-1,0 0 1,0 0-1,0 0 1,0 0 0,1 0-1,1 1-1,-1-2 0,1 1 1,-1-1-1,1 0 0,0 0 1,-1-1-1,1 1 0,0-1 1,0 0-1,0 0 0,-1 0 1,1 0-1,0 0 0,0-1 1,0 0-1,-1 0 0,1 0 1,-1 0-1,1-1 0,0 1 1,0-2-1,15-8-139,0 0 0,-2-1 0,1-1 0,-2-1 0,0 0 0,0-1 0,-2-1 0,1-2 139,28-27-470,-42 44 459,1-1-1,-1 1 1,0 0 0,1 0-1,-1 0 1,1 0-1,-1 0 1,1 0-1,0 0 1,-1 0-1,1 0 1,0 1 0,0-1-1,-1 1 1,1-1-1,0 1 1,0 0-1,0 0 1,0 0-1,-1 0 1,1 0 0,0 0-1,0 0 1,0 0-1,0 1 1,-1-1-1,1 1 1,0-1-1,0 1 1,-1 0 0,1 0-1,-1 0 1,1 0-1,0 0 1,-1 0-1,2 1 12,-2 2-7,-1 0 0,1 1-1,-1-1 1,1 0-1,-1 0 1,-1 0 0,1 0-1,-1 0 1,1 0-1,-1 0 1,0 0 0,-1 2 7,1-4-4,-1 10 1,1 0-1,0 0 0,0 0 0,1 0 0,0 0 1,1 1 3,1 22 57,-2-33-1,0-2 99,0 0 26,0 0-4,0 0 1,1-12 164,4-3-265,0 0 0,-1 0 0,-1 0 0,0 0 0,-1-2-77,0 0 16,1 1 0,0 0 0,2 0-1,5-15-15,-5 20-40,0 0-1,1 1 0,0-1 0,1 1 0,0 0 1,1 1-1,0-1 0,0 1 0,1 1 0,10-8 41,-8 8-778,2 0 0,-1 1-1,1 0 1,0 1-1,0 0 1,5 0 778,3-1-9825,-49 16 7401</inkml:trace>
  <inkml:trace contextRef="#ctx0" brushRef="#br0" timeOffset="53362.304">5317 6926 12552,'0'0'1185,"0"0"-54,0 0-239,0 0-115,0 0-219,2 6-138,5 47-158,-2 1-1,-2-1 1,-3 1-1,-2 4-261,-26 220 1188,12-216-958,16-62-1122,4-15-1081,9-40-2903,-6 35-3330</inkml:trace>
  <inkml:trace contextRef="#ctx0" brushRef="#br0" timeOffset="53806.414">5193 7256 9240,'8'11'2426,"-8"-11"-2365,0 0-1,0 0 0,0 1 0,0-1 1,0 0-1,0 0 0,0 0 0,0 1 1,0-1-1,0 0 0,1 0 1,-1 0-1,0 1 0,0-1 0,0 0 1,0 0-1,0 0 0,1 0 0,-1 1 1,0-1-1,0 0 0,0 0 0,1 0 1,-1 0-1,0 0 0,0 0 1,1 0-1,-1 0 0,0 0 0,0 0 1,0 0-1,1 0 0,-1 0 0,0 0 1,0 0-1,1 0 0,-1 0 0,0 0 1,0 0-1,0 0 0,1 0 1,-1 0-1,0 0 0,0 0 0,1 0 1,-1 0-1,0-1 0,0 1 0,0 0 1,0 0-1,1 0 0,-1 0 0,0-1 1,0 1-1,0 0 0,0 0 1,0 0-1,1 0 0,-1-1 0,0 1 1,0 0-1,0 0 0,0-1 0,0 1 1,0 0-1,0 0 0,0 0 0,0-1-60,9-11 522,6 2-335,0 0 1,0 1-1,1 1 0,0 1 1,1 0-1,-1 1 0,1 1 1,8-2-188,47-17 185,-60 19-105,0 0-1,0-2 1,-1 1-1,0-1 1,0-1-1,8-7-79,-17 14 168,-2 1 64,0 0 8,0 0 0,-2 0-222,1 1 0,-1-1-1,1 1 1,0 0 0,-1-1-1,1 1 1,0 0 0,0 0-1,-1 0 1,1 0 0,0 0-1,0 0 1,0 0 0,0 0-1,0 1 1,0-1 0,1 0-1,-1 1 1,0-1 0,1 0-1,-1 1 1,0 0-18,-10 33 99,9-23-68,1 0 0,0 0-1,1 1 1,0-1 0,1 0-1,0 0 1,1 0 0,3 10-31,-3-17 10,-1-1 0,1 1 0,0-1 0,0 1 1,0-1-1,1 0 0,-1 0 0,1 0 0,0 0 0,0 0 0,1 0-10,-1-2 7,-1 0 0,0-1 1,1 1-1,-1-1 0,1 1 0,0-1 0,-1 0 0,1 0 0,0 0 0,0 0 0,0 0 0,0-1 0,0 1 0,0-1 0,0 0 0,0 0 0,0 0 0,2 0-7,1-1 21,-1-1 0,0 1-1,1-1 1,-1 0 0,0 0-1,0-1 1,0 0 0,0 1-1,0-2 1,-1 1 0,0 0-1,1-1 1,-1 0-1,0 0 1,-1 0 0,1-1-1,1-2-20,3-4 53,-1 1 0,-1-2 0,0 1 0,0-1 0,-1 0 0,0 0 0,0-2-53,-4 10 35,-1 0 0,1 0-1,-1 0 1,1 0 0,-1 0 0,-1 0 0,1 0 0,0 0 0,-1 0 0,0 0 0,-1-4-35,1 5 97,1 3-14,-33-23 2,26 19-103,0 0 1,0 1-1,-1 0 0,1 0 1,-4 0 17,9 2-52,0 1-1,-1-1 1,1 1 0,0 0 0,-1 0 0,1 0 0,0 0 0,-1 0 0,1 0 0,0 1 0,-1-1 0,1 1 0,0-1 0,0 1 0,0 0 0,-1 0 0,1 0 0,0 0 0,0 0 0,0 1 52,1-1-772,1-1-47,0 0-1725,0 0-8446</inkml:trace>
  <inkml:trace contextRef="#ctx0" brushRef="#br0" timeOffset="54694.645">6375 6881 3504,'5'6'-420,"3"4"546,3 3 261,1 0 0,0-1 0,7 6-387,-17-17 1358,-2-1 370,0 0-35,0 0-258,0 0-94,0 0-130,-5 11 692,1-1-1700,0 1 1,1-1 0,0 1 0,1 0 0,0 0 0,0 0 0,1 0 0,1 0-1,0 5-203,2 21 507,1 0-1,2 5-506,17 43 947,-19-77 150,-5-21-674,-4-28-66,7 9-178,0 0 0,2 1 0,5-17-179,-6 36 20,1 1 0,0-1-1,0 1 1,2-1 0,-1 1-1,2 0 1,-1 1-1,1-1 1,1 1 0,5-6-20,-11 14 2,0 1 1,0 0 0,-1 0 0,1 0-1,0 0 1,1 0 0,-1 0-1,0 0 1,0 0 0,0 0 0,0 0-1,1 0 1,-1 1 0,0-1-1,1 1 1,-1-1 0,1 1 0,-1-1-1,0 1 1,1 0 0,-1 0-1,1 0 1,-1 0 0,1 0-1,0 0-1,0 1 1,-1-1 1,1 1 0,-1 0 0,0 0 0,1 0-1,-1 1 1,0-1 0,0 0 0,0 0 0,1 1 0,-1-1-1,-1 1 1,1-1 0,0 1 0,0-1 0,0 1 0,-1-1-1,1 1-2,3 10 11,-1-1 0,0 1 0,-1 0 0,0-1 0,-1 6-11,0 1 22,-2 0 0,0 1 0,-2 7-22,-2 35 143,5-60-141,0-1 0,-1 0 0,1 0 0,0 1 0,0-1 0,0 0 0,0 0 0,0 1 0,0-1 0,0 0 0,0 0 0,0 1 0,0-1 0,0 0 0,0 0 0,0 1 0,1-1 0,-1 0 0,0 0 0,0 1 0,0-1 0,0 0 0,0 0 0,0 0 0,1 1 0,-1-1 0,0 0 0,0 0 0,0 0 0,0 1 0,1-1 0,-1 0 0,0 0 0,0 0 0,1 0-1,-1 0 1,0 0 0,0 0 0,1 1 0,-1-1 0,0 0 0,0 0 0,1 0 0,-1 0 0,0 0 0,0 0 0,1 0 0,-1 0 0,0 0 0,0 0-2,16-11 47,11-21-9,-18 21-37,43-60-15,18-37 14,-69 107-1,-1 1 1,0-1-1,1 0 1,-1 0-1,0 0 1,1 1-1,-1-1 1,1 0-1,-1 1 1,1-1-1,-1 0 1,1 1-1,0-1 0,-1 1 1,1-1-1,0 1 1,-1-1-1,1 1 1,0-1-1,0 1 1,-1 0-1,1-1 1,0 1-1,0 0 1,0 0-1,-1 0 0,1-1 1,0 1-1,0 0 1,0 0-1,0 0 1,0 0-1,-1 0 1,1 1-1,0-1 1,0 0-1,0 0 1,-1 1-1,1-1 0,0 0 1,0 1-1,0-1 1,0 1 0,0 0-1,1 0 0,-1 1 0,0-1 1,0 1-1,0-1 0,0 1 0,0-1 1,0 1-1,0-1 0,0 1 0,0 0 0,-1 0 1,1-1-1,-1 1 0,1 0 0,-1 0 0,0 0 1,0 0 0,1 24-21,1 0 0,1-1 1,1 1-1,3 7 21,-6-32-64,1 1 0,-1-1 0,1 1 0,-1-1 0,1 0 0,-1 1 0,1-1 0,0 0 0,-1 0-1,1 0 1,0-1 0,0 1 0,0 0 0,0-1 0,0 1 0,-1-1 0,1 1 0,0-1 0,0 0 0,0 0 0,0 0 0,0 0 0,0 0 0,2-1 64,15-3-853,0-1 1,-1-1 0,1-1-1,-2-1 1,1 0 0,-1-2-1,11-6 853,20-11-9726</inkml:trace>
  <inkml:trace contextRef="#ctx0" brushRef="#br0" timeOffset="55857.925">7089 6980 12376,'0'-3'340,"0"0"0,0 0 0,0 0 0,0-1 0,-1 1 0,1 0 0,-1 0 0,0 0 0,0 0 0,0 0 0,0 0 1,0 0-1,-2-2-340,3 5 90,-1-1 0,0 1 0,1-1 0,-1 1 0,1-1 0,-1 1 0,1 0 0,-1-1 0,0 1 0,1 0 1,-1 0-1,0-1 0,0 1 0,1 0 0,-1 0 0,0 0 0,1 0 0,-1 0 0,0 0 0,0 0 0,1 0 0,-1 0-90,-25 12 369,20-7-321,-1 1 0,2 0 0,-1 0 0,0 1-1,1 0 1,0 0 0,1 0 0,0 0 0,0 1-1,0 0 1,1 0 0,-1 3-48,-15 31 80,16-36-68,1 0 1,-1 0-1,1 0 1,0 0 0,1 0-1,0 1 1,0-1-1,0 1 1,1 5-13,0-10 5,-1-1 0,1 1 0,1-1 0,-1 1 0,0-1 0,0 1 0,1-1 0,-1 1 0,0-1 0,1 0 0,0 1 0,-1-1 0,1 1 0,0-1 0,-1 0 0,1 0 0,0 0 0,0 1 0,0-1 0,0 0 0,0 0 0,1 0 0,-1 0 0,0-1 0,0 1 0,1 0 0,-1 0 0,0-1 0,1 1 0,-1-1 0,1 1 0,-1-1 0,0 0 0,1 1 0,-1-1 0,1 0 0,-1 0 0,1 0 0,-1 0 0,1 0 0,-1 0 0,1-1 0,-1 1 0,1 0 0,0-1-5,7-2 20,-1 0-1,1 0 1,-1 0-1,0-1 1,0 0-1,0-1 1,-1 0-1,0 0 1,1-1-1,-2 1 1,5-6-20,2-2 23,0-1 1,-1 0-1,-1-1 1,0 0-1,1-3-23,-11 14 13,1 0 0,0 0 0,-1 0 0,0 0 0,1 0 0,-2 0 0,1 0 0,0 0 0,-1 0 0,0 0 0,0 0 0,0 0 0,-1-3-13,1-7 145,0 14-28,-24 15 150,22-12-246,0 0 1,0 0-1,1 1 0,-1-1 1,1 0-1,0 1 1,0-1-1,0 1 1,0-1-1,1 1 0,0 0 1,-1-1-1,1 1 1,0-1-1,1 1 0,-1 0 1,1-1-1,-1 1 1,1-1-1,0 1 1,1-1-1,-1 0 0,0 1 1,1-1-1,1 1-21,0 4 33,2 0-1,-1 0 0,1-1 1,0 1-1,1-1 0,-1-1 1,2 1-1,-1-1 0,6 5-32,-5-7 24,-2 1-1,1 0-1,0-1 1,1 0 0,-1-1-1,1 1 1,0-1 0,0-1 0,4 2-23,-8-4-8,-1 0 0,1 0 0,-1-1 0,1 1 0,-1-1 1,1 1-1,-1-1 0,1 0 0,-1 0 0,1 0 0,-1 0 0,0-1 1,0 1-1,0-1 0,0 1 0,0-1 0,0 0 0,1-1 8,32-35-751,-33 35 633,17-22-761,0 0 0,-2-1 0,-1-1-1,0-4 880,-8 14-401,-1 0 0,-1-1 0,0 0 0,-1 0-1,-1 0 1,-1-1 0,0-9 401,0-5-152,0 9 305,-1 0 0,-1 0 1,-1-1-1,-1 1 1,-4-20-154,-14 110 2065,12 6-1428,2 1 0,4 0-1,3 4-636,-1-65 98,1 0 0,1 1-1,0-1 1,0-1-1,2 3-97,-4-12 82,-1-2 24,27-30 165,-16 15-223,-1-1-1,0 0 0,2-7-47,9-16 59,90-117 87,-111 154-144,1 1 1,0 0-1,-1 0 1,1 0-1,0 0 1,0 0-1,-1 0 0,1 0 1,0 0-1,0 0 1,0 0-1,0 0 1,0 0-1,1 0 1,-1 1-1,0-1 1,0 1-1,0-1 1,1 1-1,-1-1 1,0 1-1,0 0 1,1-1-1,-1 1 0,0 0 1,1 0-1,-1 0 1,0 0-1,1 0 1,-1 0-1,0 0 1,1 1-1,-1-1 1,0 1-1,1-1 1,-1 0-1,0 1 1,0 0-1,0-1 1,1 1-1,-1 0-2,0 1 4,-1-1-1,0 1 1,0-1-1,0 1 1,0 0-1,0-1 1,0 1 0,0-1-1,0 1 1,-1-1-1,1 1 1,-1-1 0,1 1-1,-1-1 1,0 2-4,0 1 26,-5 10 59,0 1-1,-1-1 1,-1 0 0,0-1 0,-1 0-1,0 0 1,-1-1 0,-1 0 0,0-1-1,0 0 1,-9 6-85,14-12 55,0 0 1,-1-1-1,1 1 1,-1-1-1,0-1 1,0 1-1,0-1 1,-1-1-1,1 1 0,-1-1 1,1 0-1,-7 0-55,12-2 80,2 0 11,0 0-20,39-18 29,-35 16-93,0 1 0,0 0 0,0 0 0,1 0 0,-1 0 0,0 1 0,1-1 0,-1 1 0,0 1 1,1-1-1,-1 0 0,0 1 0,1 0-7,54 20 125,-51-17-98,1 0-1,0-1 1,0 0-1,0 0 1,0-1-1,1 0 0,-1-1 1,3 1-27,2-3 30,1-1 0,-1-1 0,0 0 0,0 0 0,0-1 0,0-1 0,0-1 1,-1 0-1,0 0 0,-1-1 0,12-9-30,28-13 96,-10 11-66,-30 13-7,-1 0 0,1-1 0,-1 0 0,6-4-23,-16 9 10,1 0 0,-1-1 0,1 1 1,-1 0-1,0-1 0,0 1 0,0-1 0,0 1 0,0-1 0,0 0 0,0 1 0,0-1 0,-1 0 0,1 1 0,-1-1 0,1 0 0,-1 0 0,0 0 0,1 0 0,-1 1 1,0-1-1,0 0 0,0 0 0,-1-1-10,0-4 37,-1 1 1,0-1-1,0 1 1,0 0-1,-4-6-37,2 3 54,-22 19 7,17-5-54,0 1 0,0 0 0,1 1 0,0 0-1,0 0 1,0 1 0,1 0 0,0 1 0,1-1 0,0 1 0,0 0-1,1 1 1,0-1 0,0 1 0,-1 7-7,4-11 13,0-1-1,0 1 1,0 0 0,1 0 0,0 0-1,0 0 1,0 0 0,1 0 0,0 0 0,0 0-1,1 0 1,-1 0 0,1 0 0,1 0-1,-1 0 1,1 0 0,0-1 0,0 1-1,1 0 1,0-1 0,0 0 0,0 0-1,0 0 1,1 0 0,0 0 0,0-1-1,0 1 1,3 1-13,-4-4-4,1 1-1,0-1 1,-1 0 0,1 0-1,0-1 1,0 1-1,0-1 1,0 1-1,0-2 1,0 1 0,1 0-1,-1-1 1,0 1-1,0-1 1,1 0 0,-1-1-1,0 1 1,0-1-1,0 0 1,1 0-1,-1 0 1,0 0 0,0-1-1,3-2 5,12-5-208,-2-1 0,1-1 0,-1 0 0,12-12 208,5-2-699,0 5 255,0 2-3091,-6 2-6822,-65 37 7799</inkml:trace>
  <inkml:trace contextRef="#ctx0" brushRef="#br0" timeOffset="56282.213">8694 6462 14968,'0'0'1360,"0"0"-78,0 0-309,0 0-126,0 0-198,2 5-149,11 42-344,-2 0-1,-2 1 1,-2 0 0,-2 0-1,-2 0 1,-4 39-156,2-14 61,-2 36-20,1-101-3173,2-24 1460,0-27 851,-9 9-1132,-1-16-7540</inkml:trace>
  <inkml:trace contextRef="#ctx0" brushRef="#br0" timeOffset="57452.044">8421 6781 13536,'0'0'1649,"0"0"-77,24 2 637,-13-2-2058,0-1 0,0-1 0,0 0 1,0-1-1,-1 0 0,1 0 0,-1-1 0,1-1 0,-1 0 0,-1 0 0,8-5-151,17-14-329,-1-1-1,17-17 330,-5 4-160,23-22-571,17-22 731,-83 80 35,-2 2 58,-5 28 462,0-5-334,-5 23 407,-3 45-628,11-77 68,2 0 0,0 0 1,0 0-1,1 0 0,1-1 0,1 1 0,0 0 0,4 10-68,-7-23 24,0 0 0,0-1 0,0 1 0,0 0 0,0 0 0,0-1 0,1 1-1,-1 0 1,0-1 0,1 1 0,-1 0 0,0-1 0,1 1 0,-1 0 0,1-1 0,-1 1-1,1-1 1,-1 1 0,1-1 0,0 1 0,-1-1 0,1 1 0,-1-1 0,1 0 0,0 1-1,-1-1 1,1 0 0,0 0 0,0 1 0,-1-1 0,1 0 0,0 0 0,0 0-24,19-15 590,-7 2-699,20-16 121,23-20 6,-52 47-17,0-1 0,0 0 0,0 1-1,1 0 1,-1 0 0,1 0 0,-1 0 0,1 1-1,0 0 1,-1 0 0,1 0 0,4 0-1,-7 1 1,0 1 0,0-1 1,0 1-1,-1-1 0,1 1 0,0 0 1,-1 0-1,1-1 0,0 1 1,-1 0-1,1 1 0,-1-1 1,1 0-1,-1 0 0,0 1 0,1 0-1,24 31 44,-4-7 12,-19-22-24,1 0 0,1-1 0,-1 1 1,0-1-1,1 0 0,0 0 0,-1-1 1,1 1-1,4 0-32,-6-2 15,1-1 0,0 1-1,0-1 1,-1 0 0,1 0 0,0 0-1,0-1 1,-1 1 0,1-1 0,0 0 0,-1 0-1,1 0 1,0-1 0,-1 1-15,12-6 17,-1-1 0,0 0 0,-1-1 0,0 0-1,-1-1 1,0-1 0,0 1 0,-1-2 0,0 0 0,-1 0 0,-1-1 0,0 0 0,0-1-1,-2 0 1,5-10-17,-10 19 14,0 1 0,0-1 0,-1 1 0,0-1 0,0 0-1,0 1 1,0-1 0,-1 0 0,0 0 0,0 0 0,0 0 0,0 1 0,-1-1-1,0 0 1,-1-4-14,2 9 20,-5-5-1,-15 8 30,15 0-50,1 0 1,-1 0-1,0 1 0,1-1 0,0 1 0,0 0 1,0 0-1,0 0 0,0 0 0,1 1 0,0 0 1,0 0-1,0 0 0,1 0 0,0 0 0,0 0 1,0 0-1,0 1 0,1-1 0,0 1 0,0 0 0,0-1 1,1 1-1,0-1 0,0 1 0,0 0 0,1-1 1,1 6 0,3 0-2,4 2 2,8 6 0,-10-20 0,-5 0 0,1 1 0,0 0 0,0 0 0,0-1-1,0 1 1,0-1 0,0 0 0,0 0-1,0 0 1,0-1 0,0 1 0,-1-1-1,1 1 1,0-1 0,-1 0 0,1 0 0,-1 0-1,0 0 1,0-1 0,40-48-26,-24 26 3,-5 9 12,-10 10-21,1 0 0,1 1-1,-1 0 1,1 0 0,0 0-1,0 0 1,0 1 0,1 0-1,-1 0 1,1 0 0,0 1 0,0-1-1,3 0 33,-6 4-58,8 25-100,17 58 6,-26-78 218,0 1 0,0 0 0,-1 0 0,0 0 0,0 1 1,-1-1-1,1 0 0,-1 0 0,-1 2-66,17-39-6,0 1 0,2 0 0,6-5 6,-17 25-31,1 1-1,0 0 1,1 0 0,0 1-1,0 0 1,0 1 0,1 0-1,1 0 1,-1 1 0,1 0-1,0 1 32,-9 4-10,-1 1 0,1-1 0,-1 1 0,0-1 0,1 1 0,-1-1 0,1 1 0,-1 0 0,1 0 0,-1 0 0,1 0 0,-1 0 0,1 0 0,-1 0 0,1 0 0,0 1 10,-1-1-2,0 1-1,-1 0 1,1-1-1,0 1 1,0-1-1,-1 1 1,1 0-1,-1-1 1,1 1-1,0 0 1,-1 0 0,0 0-1,1-1 1,-1 1-1,1 0 1,-1 0-1,0 0 1,0 0-1,1 0 1,-1 0-1,0 0 1,0-1-1,0 1 1,0 0 0,0 0-1,0 0 1,0 0 2,-2 25-72,2-26 72,0 1 0,0 0 0,0 0 0,0 0 0,0 0 0,1 0 0,-1 0 0,0 0 0,1 0 0,-1 0 0,1 0 0,-1 0 0,1-1 0,-1 1 0,1 0 0,-1 0 0,1-1 0,0 1 0,0 0 0,-1-1 0,1 1 0,1 0 0,0 0 1,0 1 12,-2-2 9,0 0 22,0 0 13,0 0 12,2-2-9,41-39 156,-30 28-187,0-1 1,2 2-1,2-2-29,-13 11 7,0 0 0,0 0 0,1 1 0,0-1 0,-1 1 0,1 0 0,0 1 0,0-1 0,0 1 0,0 0 0,0 0 0,1 1 0,1-1-7,-5 2 6,0 0 0,0 0 0,0 0 0,0 0 0,-1 0 1,1 1-1,-1-1 0,1 1 0,-1-1 0,1 1 0,-1-1 0,0 1 0,1 0 0,-1-1 0,0 1 0,0 0 1,-1 0-1,1 0 0,0 0 0,0 0 0,-1 2-6,4 10 1,-1 1 0,-1-1 0,0 1 0,-1 0 0,-1 6-1,0-19-538,0-2-133,0 0-2525,0 0-9666</inkml:trace>
  <inkml:trace contextRef="#ctx0" brushRef="#br0" timeOffset="58366.459">8518 7357 15240,'2'4'1339,"23"44"981,-3-7 927,16 42-3247,-4 14 673,-34-96-647,1 0-1,-1 0 1,1 0-1,-1 0 0,1 0 1,-1 0-1,1 0 1,-1 0-1,1 0 1,0 0-1,0 0 0,0-1 1,-1 1-1,1 0 1,0 0-1,0-1 1,0 1-1,0-1 0,0 1 1,0-1-1,0 1 1,1-1-1,-1 1 1,0-1-1,0 0 0,0 0 1,0 1-1,0-1 1,1 0-1,-1 0 0,0 0 1,0-1-1,0 1 1,0 0-1,1 0 1,-1 0-1,0-1 0,0 1 1,0-1-1,0 1 1,0-1-1,0 1 1,0-1-1,0 0 0,0 1 1,0-1-1,0-1-25,6-3 21,-1 0-1,1 0 0,-2-1 1,1 0-1,0 0 1,0-2-21,10-14-16,-1-1 0,-1 0 0,-1-1 1,-1 0-1,-1-1 0,-1 0 1,-2-1-1,0 0 0,-1-5 16,-3-8-725,-4 32 465,0 0 0,1 0 1,-1 0-1,2 0 1,-1 0-1,1 0 1,0 0-1,0 1 1,1-1-1,0 0 260,14-28-3288,-6 13-6476,-21 43 7582</inkml:trace>
  <inkml:trace contextRef="#ctx0" brushRef="#br0" timeOffset="58734.966">9124 7191 12464,'0'0'769,"0"0"119,0 0 455,0 0 36,0 4-469,0 40-14,-4 159 396,4-198-1343,0 0 1,0 0-1,0 0 1,0 0 0,1 0-1,0-1 1,0 1-1,1 0 1,-1 0-1,1-1 1,0 1-1,1 1 51,-2-6-132,-1 0-1,1 0 0,0 1 1,-1-1-1,1 0 0,0 0 1,0 0-1,0 0 0,-1 0 1,1 0-1,0 0 0,0 0 1,-1 0-1,1 0 0,0-1 1,0 1-1,-1 0 0,1-1 0,0 1 1,-1 0-1,1-1 0,0 1 133,0-1-3250,-1 1-5356</inkml:trace>
  <inkml:trace contextRef="#ctx0" brushRef="#br0" timeOffset="59083.691">8987 7045 11928,'0'0'0,"0"0"488,0-10-488,0 10 496,1-12-496,-1 12-872,0 0 872,0 0-872,0 0 872,0 0-8,0 0 8,0 0 0,0 0 0,0 0-7896</inkml:trace>
  <inkml:trace contextRef="#ctx0" brushRef="#br0" timeOffset="59412.582">9262 7164 12192,'25'0'2273,"-22"1"-2152,-1 0 0,0 0-1,0 0 1,0 1 0,1-1 0,-2 1 0,1-1-1,0 1 1,0 0 0,0-1 0,-1 1 0,1 0 0,-1 0-1,1 0 1,-1 1 0,0-1 0,0 0 0,0 0-1,0 1-120,19 53 1391,-16-43-1104,57 188 3360,-52-185-2827,-9-16-790,0 0 0,1 0 0,-1 0 0,0 0 0,1 0-1,-1 0 1,0 0 0,0 0 0,1 0 0,-1 0 0,0 0 0,0 0 0,1 0 0,-1 0 0,0 0 0,0 0 0,1 0 0,-1 0 0,0 0 0,1 0 0,-1 0 0,0 0 0,0 0 0,0-1 0,1 1 0,-1 0 0,0 0-1,0 0 1,1 0 0,-1-1 0,0 1 0,0 0 0,0 0 0,0-1 0,0 1-30,16-34 454,-9 4-477,-1 1 0,-1-1 0,0-18 23,11-58-461,-14 93 231,2 0 0,0 0-1,0 1 1,2 0 0,-1 0-1,8-11 231,-8 17-368,0 0 0,1 1 1,0-1-1,0 1 0,0 0 0,1 1 0,4-3 368,32-18-11855,-69 41 9510</inkml:trace>
  <inkml:trace contextRef="#ctx0" brushRef="#br0" timeOffset="59740.943">9735 7118 14256,'0'0'16,"0"0"33,0 0 134,0 0 113,0 0 320,0 0 28,-4 5-272,-5 7-259,0-1 1,1 1 0,1 1 0,0-1 0,0 1 0,1 1 0,1-1 0,-1 5-114,3-9 123,1 1 0,0-1 0,0 1 0,1-1 0,0 1 0,1 0 0,0-1-1,0 1 1,1 0 0,0-1 0,1 1 0,0-1 0,3 7-123,-4-13 56,0 0 0,0-1 1,1 1-1,-1 0 0,1-1 1,0 1-1,0 0 0,0-1 1,0 0-1,0 0 0,0 1 1,0-1-1,1 0 0,0-1 0,-1 1 1,1 0-1,0-1 0,-1 0 1,1 1-1,0-1 0,0 0 1,0-1-1,0 1 0,0 0 1,0-1-1,0 0 0,1 1 1,-1-1-1,0 0 0,0-1 0,0 1 1,0-1-1,3 0-56,2-1 73,-1 0 1,1 0-1,0-1 0,-1 0 1,1 0-1,-1-1 1,0 0-1,0 0 0,0-1 1,-1 0-1,1 0 0,2-3-73,-2 1 55,-1 0-1,1-1 1,-1 0-1,-1 0 1,1 0-1,-2 0 1,1-1-1,-1 0 1,0 0-1,-1 0 1,0-1-1,0 1 1,-1-1-1,0 1 1,-1-1-1,0 0 1,-1 0-1,0 1 1,0-1-1,-1 0 1,0 0-1,-1 1 1,0-1-1,-3-8-54,4 17 6,0-1-1,0 0 0,-1 1 0,1 0 1,0-1-1,-1 1 0,1 0 0,-1-1 1,1 1-1,-1 0 0,1 0 1,-1 0-1,0 1 0,1-1 0,-1 0 1,0 1-1,0-1 0,0 1 0,0-1 1,-1 1-6,-38-4-2,34 4-50,-7 1-246,-1-2 0,1 1 0,-1-2 0,1 0 0,-2-1 298,6-3-838,0-4-5759,6 7 707,14 11 3570</inkml:trace>
  <inkml:trace contextRef="#ctx0" brushRef="#br0" timeOffset="60073.249">10167 6818 14880,'0'0'1705,"-8"5"-280,2-1-1366,-18 12 961,0 1-1,2 1 0,-7 7-1019,18-14 111,1 1-1,0 0 1,1 0-1,1 1 1,0 0-1,0 1 1,0 2-111,8-15 6,-1 1 1,1-1 0,0 1 0,0-1-1,-1 1 1,1-1 0,0 1-1,0-1 1,0 0 0,1 1 0,-1-1-1,0 1 1,0-1 0,1 1 0,-1-1-1,1 0 1,-1 1 0,1-1 0,0 0-1,-1 0 1,1 1 0,0-1-1,0 0 1,0 0 0,0 0 0,0 0-1,0 0 1,0 0 0,0 0 0,1 0-1,-1-1 1,0 1 0,0 0-1,1-1 1,-1 1-7,5 2 15,0 0 0,1-1 0,-1 0 0,0 0 0,4 1-15,-8-3-1,124 17 462,-117-15-391,1 0 0,-1 1 0,0 0 0,0 1 0,-1 0 0,1 1 0,-1-1 0,5 5-70,-12-8 22,0-1-1,0 1 1,-1 0-1,1 0 1,0 0-1,-1 0 0,1 0 1,-1 0-1,1 1 1,-1-1-1,0 0 1,1 0-1,-1 0 1,0 0-1,0 0 0,0 1 1,0-1-1,0 0 1,0 0-1,0 0 1,0 0-1,0 1 1,-1-1-1,1 1-21,-8 20 23,8-21-5,-5 8 3,-1 0 0,1 0 0,-1 0 1,-1-1-1,0 0 0,0 0 0,-1 0 0,1-1 0,-2-1 0,1 1 0,-1-1 0,-8 5-21,16-11-3,-3 2-107,0 1 1,0 0-1,1 0 1,-1 0-1,1 1 1,0-1-1,0 1 1,0 0 109,-4 4-158,7-8 129,0 0 0,0-1 0,-1 1 0,1 0-1,0 0 1,-1 0 0,1 0 0,0 0 0,0 0-1,-1 0 1,1 0 0,0-1 0,0 1 0,0 0 0,-1 0-1,1 0 1,0-1 0,0 1 0,0 0 0,-1 0-1,1 0 1,0-1 0,0 1 0,0 0 0,0 0-1,0-1 1,0 1 0,-1 0 0,1 0 0,0-1 0,0 1-1,0 0 1,0-1 0,0 1 0,0 0 0,0 0-1,0-1 1,0 1 0,0 0 0,0-1 0,1 1 0,-1 0-1,0 0 1,0-1 0,0 1 29,1-8-20,1-17-3127,-2 6-6843,0 44 7521</inkml:trace>
  <inkml:trace contextRef="#ctx0" brushRef="#br0" timeOffset="60584.726">10539 5960 12552,'0'0'920,"0"0"34,0 0 141,0 0-1,0 0-156,0 0-114,0 0-314,0 0-71,0 0 26,0 0 5,0 0-12,0 0-11,0 0-36,0 0-22,0 0-68,0 0-21,0 0-16,0 0-32,0 0-110,0 0-17,0 0 28,0 0-9,0 0-62,0 0-12,0 0 4,0 0 2,0 0-10,0 0-8,0 0-26,0 0-10,0 0-30,0 0-70,0 0-252,0 0-115,0 0-214,0 0-122,0 0-278,0 0-30,0 0 154,5-4 189,0 1 1607,16-10-3359,2-2-6658,-44 28 7088</inkml:trace>
  <inkml:trace contextRef="#ctx0" brushRef="#br0" timeOffset="61250.49">11210 4940 11568,'5'0'1200,"13"1"-21,0-1 542,-1 1-1,0 1 0,13 3-1720,-23-3 250,0 1 0,0-1 0,0 1 0,0 1 0,0-1 0,0 1 0,-1 0-1,0 0 1,0 1 0,4 3-250,3 3 176,-1 0 0,0 1 0,-1 0 0,0 1 0,0 0 0,-2 1 0,0 0 0,0 0 0,-1 1 0,-1 0 0,-1 0 0,4 11-176,7 28 499,15 31-499,-10-29 295,3 18-295,-12-29 45,54 202 302,-51-175-148,-4 1-1,1 37-198,-6-22 104,4 40 312,-7 8-416,-4-92 132,-2 0 1,-3-1-1,-1 0 0,-2 0 0,-3 5-132,-16 47 755,-39 89-755,44-135 120,-1-1 1,-2-1 0,-3-1-1,-18 21-120,29-44 18,-102 131 158,94-125-272,-1 0-1,-2-2 0,-30 23 97,45-42-47,0 1-1,-1-2 1,-5 3 47,-24 14-1736,13-3-2564,21-13-7276,21-19 8722</inkml:trace>
  <inkml:trace contextRef="#ctx0" brushRef="#br0" timeOffset="71459.439">5239 5852 6552,'22'-48'46,"-20"46"468,5-6 64,-7 8 4028,-15 21-2734,2 0 0,-5 10-1872,18-30 400,-58 60 2962,36-35-2958,-2-2-1,0 0 1,-2-2 0,-18 13-404,36-30 77,0 1 0,0 0 0,1 0 0,0 0 0,0 1 0,1 0 0,0 1 0,-3 4-77,1-4 57,1 1 0,-1-1 1,0-1-1,-1 0 0,0 0 1,0-1-1,0 0 0,-1 0 1,-4 1-58,-46 32 160,50-30-67,1 0 1,0 1 0,0 1 0,0 0-1,2 0 1,-1 0 0,2 1 0,-1 0-1,-2 8-93,-8 22 169,3 1 0,-1 9-169,12-44 8,-9 38 134,1 1-1,3 1 1,2 0-1,2 0 1,2 23-142,0 34 340,-1-52-99,3 1 0,2-1 0,3 1 0,4 13-241,14 94 350,-14-87 160,17 64-510,-26-137 4,3 14 66,1 1 0,0-1 1,1 0-1,1 0 1,0-1-1,1 0 0,0 0 1,1 0-1,8 9-70,97 102 677,-83-77-394,-15-22-210,-4-6 70,0 1 0,-2 0 0,0 2-143,-5-13 30,-3-8-14,1 0 0,-1 0 0,1 0 0,0 0 0,0 0 0,0 0 0,0 0-1,0-1 1,0 1 0,0-1 0,1 0 0,-1 1 0,1-1 0,1 1-16,-1-1 16,-1 0 0,1 0 0,-1 0 0,0 0 0,0 1 0,0-1 0,0 1 0,0 0 0,0 0 0,0-1 0,0 2-16,4 5 30,-6-8-37,1 0 0,-1 1-1,0-1 1,1 0 0,-1 1 0,0-1-1,0 0 1,1 1 0,-1-1 0,0 0-1,0 1 1,0-1 0,1 0 0,-1 1-1,0-1 1,0 1 0,0-1 0,0 0-1,0 1 1,0-1 0,0 1 0,0-1-1,0 1 1,0-1 0,0 0 0,0 1-1,0-1 1,0 1 0,0-1 0,-1 0-1,1 1 1,0-1 0,0 1 0,0-1-1,-1 0 1,1 1 0,0-1 0,0 0-1,-1 1 1,1-1 0,0 0 0,-1 0-1,1 1 1,0-1 0,-1 0-1,1 0 1,0 0 0,-1 1 0,1-1-1,-1 0 1,1 0 0,0 0 0,-1 0-1,1 0 8,-33 20-2753,16-11-2979,11-6-4082,21-11 6681</inkml:trace>
  <inkml:trace contextRef="#ctx0" brushRef="#br0" timeOffset="73457.808">9332 7830 7984,'0'0'1457,"0"7"-238,5 88 4514,-2-95-5042,-2 0-641,0 1 1,1-1 0,-1 0 0,1 1-1,-1-1 1,1 0 0,-1 0 0,1 0-1,-1 0 1,1 0 0,-1-1 0,1 1-1,-1-1-50,201-94 1832,33 0-1248,-141 61-400,-56 20-80,14-4 44,1 2 0,41-7-148,-84 21-28,-4 1-49,0-1 0,0 1 1,0 0-1,0 1 0,0-1 1,1 1-1,3 1 77,-33 7-3688,12-7 3592,-20 0-9637,53-3 7856</inkml:trace>
  <inkml:trace contextRef="#ctx0" brushRef="#br0" timeOffset="73788.463">9298 8001 13896,'5'-1'1777,"290"-46"4423,-199 29-5762,112-29-136,-127 23-578,68-28-175,-103 36-2748,44-15-6935,-210 73 7645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4-17T01:39:21.66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1896 7361 6816,'0'0'1513,"2"4"-248,22 39 48,2-1 0,2-2 0,25 28-1313,-14-18 381,-3-3-335,76 92-8802,-133-167 7408</inkml:trace>
  <inkml:trace contextRef="#ctx0" brushRef="#br0" timeOffset="437.966">1854 7709 8160,'0'0'1433,"0"0"-41,0 0-184,5-4-236,93-61 731,-61 43-1542,-2-2 0,-1-1 0,17-17-161,-13 11 17,5-5-13,-42 35 17,10 37 318,-10-25-292,2 1 0,-1-1 1,2 0-1,-1 0 0,2 0 1,-1-1-1,2 1 0,-1-1 1,1 0-1,1 0 0,-1-1 1,8 7-48,-11-13 15,1 0 1,-1 0 0,1-1 0,-1 1 0,1-1 0,0 0 0,0 0-1,0 0 1,1 0 0,-1-1 0,0 0 0,0 1 0,1-2 0,1 1-16,0 0 19,-1 0 6,1 0-1,-1-1 1,0 0 0,1 0-1,-1 0 1,0-1 0,1 1-1,-1-1 1,0-1 0,0 1 0,1-1-1,-1 0 1,0 0 0,-1 0-1,1-1 1,0 1 0,-1-1-1,1-1 1,2-2-25,-3 3 29,0 0-1,-1-1 0,0 0 1,1 0-1,-1 0 1,-1 0-1,1 0 1,-1 0-1,1-1 1,-1 1-1,0-1 0,-1 0 1,1 0-1,-1 1 1,0-1-1,0 0 1,-1 0-1,1 0 1,-1 0-1,0 0 0,-1-1-28,0-4 49,-1 1 0,-1 0-1,0 0 1,0 1-1,0-1 1,-1 1 0,-1-1-1,0 1 1,0 0-1,0 1 1,-1 0 0,-6-7-49,7 8 27,0 1 0,-1 0 0,0 0 0,0 1 1,0-1-1,0 1 0,-1 1 0,1-1 0,-1 1 0,0 0 1,0 1-1,0 0 0,-1 0 0,1 0 0,0 1 1,-1 0-1,-4 0-27,-20 8-107,4 6-4802,14-7-1580,41-16 4429</inkml:trace>
  <inkml:trace contextRef="#ctx0" brushRef="#br0" timeOffset="-32242.439">5680 701 7896,'0'0'1177,"0"0"-32,0 0-146,-1 4-194,-1 19-356,1 0 0,2 0 0,0 0 0,2 0 0,0 0 0,4 12-449,-5-27 80,0 0 1,0-1-1,1 1 1,0-1-1,0 1 1,1-1-1,3 6-80,-1-4 30,-4-5-20,1-1 0,0 0 0,-1 0 0,1 0 1,1 0-1,-1-1 0,0 1 0,1-1 0,-1 0 0,1 0 0,0 0 0,-1 0 1,1-1-1,0 1 0,0-1 0,4 1-10,-2-1 19,2 1 26,1 0-1,-1-1 1,1-1-1,-1 1 1,1-1-1,0 0 1,-1-1-1,1 0 0,-1-1 1,1 0-1,-1 0 1,0 0-1,0-1 1,6-3-45,-5 2 37,-1 0 1,-1-1-1,1 0 0,0 0 1,-1-1-1,0 0 0,0 0 1,-1 0-1,0-1 0,0 0 0,0-1-37,-5 5 15,1 0-1,-1 0 1,1 0-1,-1-1 1,0 1-1,0-1 1,-1 1-1,1 0 1,-1-1-1,0 1 0,1-1 1,-1 1-1,-1-1 1,1 1-1,-1-1 1,0 0-15,1-1 21,-1 0-1,0 0 1,0 1-1,-1-1 1,1 1-1,-1-1 1,0 1-1,0 0 1,-1-1-1,1 1 1,-1 0 0,0 1-1,0-1 1,-2-1-21,1-1 15,-3-1 30,0-1 0,0 1 0,-1 0 1,0 0-1,0 1 0,-1 0 0,1 1 0,-1 0 0,-1 0 0,1 1 0,0 0 0,-5 0-45,11 2 4,0 1 0,0 0 0,0 0 1,0 1-1,0-1 0,0 1 0,0-1 0,-1 1 0,1 0 0,0 0 0,0 1 0,0-1 0,0 1 0,0-1 0,-1 1 0,1 0 0,0 0 0,0 0 0,1 1 0,-2-1-4,-4 5-652,1-1 0,0 1 0,0 0 1,0 0-1,1 1 0,-3 3 652,-4 4-7276,30-32 5487</inkml:trace>
  <inkml:trace contextRef="#ctx0" brushRef="#br0" timeOffset="-31851.696">6036 1 9864,'0'0'1657,"0"0"-41,0 0-184,0 0-123,-2 5-322,-26 65 2,27-67-926,-1 1 0,0 0-1,1 0 1,0 0 0,0 0-1,0 0 1,0 0 0,1 0 0,-1 0-1,1 0 1,0 2-63,0 12 103,-3 1-38,2-12-3,0 1 0,0-1-1,1 0 1,0 0 0,0 0 0,1 0 0,0 1-62,4 31 243,1 0 0,3 0 0,1-1 0,4 6-243,22 38 258,63 114 332,-61-124-442,36 68 444,-73-138-569,0 0 0,0 0 0,0 0 1,-1 1-1,1-1 0,0 0 0,-1 0 1,0 0-1,0 0 0,1 1 0,-1-1 1,-1 1-24,1 0 21,0-1 45,-6-2-46,0-1 0,0 0 0,-1-1 0,1 0-1,0 0 1,0 0 0,1 0 0,-1-1 0,0 0 0,1 0-1,-1-1 1,1 1 0,0-1 0,0-1 0,1 1 0,-1-1-20,-2-1 3,1-1 0,0-1 0,0 1 1,0-1-1,1 0 0,1 0 0,-1-1 1,1 1-1,0-1 0,1 0 1,-1-6-4,0 0 5,2 0-1,0 0 1,0-1 0,2 1 0,0 0 0,0-5-5,9-22 3,6 0 2,5 1-2,-10 24-104,1 1 1,1 1-1,0 0 1,1 1-1,1 0 1,1 0 100,-2 4 32,19-18-3131,2 0-7150,-79 66 7711</inkml:trace>
  <inkml:trace contextRef="#ctx0" brushRef="#br0" timeOffset="-46402.109">2824 1379 8520,'0'0'1513,"0"0"4,0 0-2,0 0-76,0 0-319,7 7-254,26 27-439,0 2-1,-3 2 1,-1 0 0,-2 2-1,-1 2-426,55 80 174,-80-121-666,-1-1-700,-5-2 861,1-1 1,-1 0-1,1 0 0,0 0 1,0 0-1,-2-3 331,-21-24-1848,-14-16-7105</inkml:trace>
  <inkml:trace contextRef="#ctx0" brushRef="#br0" timeOffset="-46017.19">2583 1096 8432,'0'0'0,"13"15"0,10 11 0,-16-18 248,-7-5-248,0-3 248,15 4-248,-2 1-1224,5 2 1224,1 1-1216,4 1 1216,-23-9-104,0 0 104,40 19-3984,-80-38 3984</inkml:trace>
  <inkml:trace contextRef="#ctx0" brushRef="#br0" timeOffset="-45683.789">3168 1306 13464,'0'0'984,"0"0"-72,0 0-288,4 1-165,19 3-420,1-1-1,-1-1 0,1-1 0,-1-1 0,10-2-38,-7 0 11,-1 2-1,0 0 1,1 2 0,-1 1-1,4 1-10,-20-2 33,0 1 0,-1-1-1,1 2 1,-1-1-1,0 1 1,0 0 0,0 1-1,3 2-32,-10-6 9,1 0-1,-1 0 1,1 0 0,-1 1-1,0-1 1,1 1-1,-1-1 1,0 1 0,0-1-1,0 1 1,0 0-1,0 0 1,0-1 0,-1 1-1,1 0 1,-1 0-1,1 0 1,-1 0 0,0 0-1,1 0 1,-1 0-1,0 0 1,0-1 0,-1 1-1,1 0 1,0 0-1,-1 0 1,1 0 0,-1 0-1,1 0 1,-1 0-1,0-1 1,0 1 0,0 0-1,0-1 1,0 1-1,0 0 1,0-1 0,-1 0-1,1 1 1,-1 0-9,-31 38 516,3 1 0,-1 5-516,26-39 1,0-1-1,0 1 1,-1-1 0,0 0 0,0-1 0,0 0 0,0 0-1,-4 2 0,-19 16-581,10-6 826,-24 23-3456,20-18-4845,46-44 6200</inkml:trace>
  <inkml:trace contextRef="#ctx0" brushRef="#br0" timeOffset="-45130.764">3451 1006 7000,'-11'-48'2802,"11"47"-1867,0 1 136,-5 0-907,1 1 0,0 0 0,0 0 0,0 0 0,0 0 0,0 1 0,0-1 0,0 1 0,0 0 1,1 0-1,-1 1 0,1-1 0,-1 1 0,1 0 0,0 0 0,0 0 0,0 0 0,0 0 0,1 1 1,-1 0-165,-25 25 231,21-23-192,0 1 0,0-1-1,1 1 1,0 1 0,0-1 0,1 1 0,-5 7-39,-20 29 18,-8 12-175,-7 51-3244,37-90-2926,19-40 4753</inkml:trace>
  <inkml:trace contextRef="#ctx0" brushRef="#br0" timeOffset="-48557.879">525 2394 8072,'0'0'1200,"0"0"-68,0 0-271,0 0-98,0 0-142,0 0-82,0 0-207,0 0-48,0 0 17,0 0 10,0 0 1,0 0 16,0 0 64,3 8-52,37 77 102,-4-9 498,2 11-940,-25-46 292,-2 0 1,-1 1-293,10 40 474,-16-71-340,0 0 1,1-1 0,1 1-1,0-1-134,19 41 439,-24-49-481,0 0 1,0 0-1,-1-1 1,1 1-1,-1 0 0,1 0 1,-1 0-1,0 0 0,1 0 1,-1 0-1,0 0 1,0-1-1,-1 3 42,0-3-254,0 0-1,0 0 1,0 0 0,0-1-1,0 1 1,0 0 0,0-1-1,0 1 1,0 0 0,-1-1-1,1 1 1,0-1 0,0 0-1,-1 1 1,1-1 0,0 0-1,-1 0 1,1 0 0,0 0-1,-1 0 255,-9 1-7186,25-3 5402</inkml:trace>
  <inkml:trace contextRef="#ctx0" brushRef="#br0" timeOffset="-48113.93">1 2643 9328,'0'0'1648,"0"0"-27,3-5-354,30-38 292,2 3 1,2 0-1,39-32-1559,-53 53 479,2 1 0,0 1 0,17-8-479,-7 4 286,170-94 1072,-95 60-572,-109 55-892,0 0 1,-1 0 0,1 0 0,0 0 0,0 0 0,-1 0-1,1 0 1,0 0 0,-1 1 0,1-1 0,0 0 0,-1 0-1,1 1 1,0-1 0,-1 0 0,1 1 0,0-1 0,-1 0-1,1 1 1,-1-1 0,1 1 0,-1-1 0,1 1-1,-1 0 1,1-1 0,-1 1 0,0-1 0,1 1 0,-1 0-1,1 0 106,-1 0-343,1 1 0,0-1-1,0 1 1,-1-1-1,1 1 1,-1-1 0,1 1-1,-1 0 1,0-1-1,0 1 1,1 0-1,-1-1 1,0 1 0,-1 0-1,1 0 344,-1 4-7466,3-13 5614</inkml:trace>
  <inkml:trace contextRef="#ctx0" brushRef="#br0" timeOffset="-47552.564">791 2273 7176,'0'0'1464,"0"0"-20,0 0-80,0 0-72,0 0-207,3 5-220,20 48-63,38 93 889,-53-127-1374,2 0-1,0 0 1,1-1-1,1 0 1,10 11-317,-7-9 416,4 0 436,-19-20-826,1 0 1,-1 0 0,1 0 0,0 0 0,-1 0 0,1 0 0,0 0-1,-1 0 1,1-1 0,-1 1 0,1 0 0,-1 0 0,1-1 0,0 1 0,-1 0-1,1-1 1,-1 1 0,1 0 0,-1-1 0,0 1 0,1-1 0,-1 1 0,1-1-1,-1 1 1,0-1 0,1 1 0,-1-1 0,0 1 0,0-1 0,1 0 0,-1 1-1,0-1 1,0 1 0,0-1 0,0 0-27,8-16 32,-2-1 0,0 0-1,-1 0 1,-1 0 0,0-3-32,-1-1-4,2 1 1,1 0-1,7-16 4,-9 27-40,1-1-1,0 0 1,1 1 0,0 0-1,1 1 1,0-1 0,0 1 0,1 0-1,1 1 1,-1 0 0,1 0-1,0 1 1,7-4 40,-14 10-5,0 0-1,0 0 1,0 1-1,0-1 1,0 1-1,0-1 1,1 1-1,-1 0 1,0 0-1,0 0 1,0 0-1,0 0 1,0 0-1,0 0 1,0 1-1,0-1 1,1 1-1,-1 0 1,0-1 5,2 2-18,0 1-1,0-1 1,-1 0 0,1 1 0,0 0-1,-1-1 1,0 2 0,0-1 0,1 1 18,5 7-44,-2-1 0,1 1 1,-1 1-1,-1-1 0,5 12 44,-11-21 0,6 12 19,-1 0 0,2 0-1,0-1 1,1 0 0,0 0-1,0-1 1,2 0 0,2 2-19,-11-13-33,0 0 1,0 0 0,0 0 0,0 0-1,0 0 1,0 0 0,0 0 0,0-1 0,0 1-1,0 0 1,0-1 0,1 1 0,-1-1-1,0 0 1,1 1 0,-1-1 0,0 0-1,0 0 1,1 0 0,-1 0 0,0 0-1,1 0 1,-1 0 0,0 0 0,1 0-1,-1 0 1,0-1 0,1 1 0,-1-1-1,0 1 1,0-1 0,0 1 0,1-1-1,-1 0 1,0 0 0,0 1 0,0-1-1,0 0 1,0 0 0,0 0 0,-1 0-1,1 0 1,0 0 0,0-1 0,-1 1-1,1-1 33,4-8-695,0-1 0,-1 1 0,-1-1 0,1 0 0,0-8 695,3-7-2329,1 1-6404</inkml:trace>
  <inkml:trace contextRef="#ctx0" brushRef="#br0" timeOffset="-47199.08">1510 2150 10488,'7'16'404,"1"-1"0,0 1 0,2-1 1,-1-1-1,2 0 0,0 0 0,1-1 1,0 0-1,11 8-404,-9-8 47,-13-11-281,0-1 0,-1 1 0,1-1 0,0 1 0,-1 0 0,1-1 0,0 1 0,-1 0 1,0-1-1,1 1 0,-1 0 0,0-1 0,0 1 0,0 0 0,0 0 0,0-1 0,-1 1 0,1 0 0,0-1 0,-1 1 0,1 0 0,-2 1 234,1 5-5906</inkml:trace>
  <inkml:trace contextRef="#ctx0" brushRef="#br0" timeOffset="-47198.08">1345 1746 11296,'0'0'0,"10"19"0,12 8 0,-25-19 1368,-8-5-1368,2-6 1368,0-5-1368,-1 4 312,2-1-312,8 5 320,0 0-320,0 0-992,20 12 992,0-1-9608,-40-22 9608</inkml:trace>
  <inkml:trace contextRef="#ctx0" brushRef="#br0" timeOffset="-46824.146">1905 1762 8432,'0'0'1057,"0"0"-26,0 0-127,-6 5-178,3-2-697,-75 70 844,70-64-742,0-1 1,1 1-1,0 1 0,1-1 0,0 1 1,0 0-1,1 0 0,-3 10-131,7-18 21,0 0-1,0-1 0,1 1 0,-1 0 1,1 0-1,-1 0 0,1 0 1,0 0-1,0 0 0,0-1 1,0 1-1,0 0 0,0 0 0,0 0 1,1 0-1,-1 0 0,1 0 1,-1-1-1,1 1 0,0 0 1,-1 0-1,1-1 0,0 1 0,0 0 1,1-1-1,-1 1 0,0-1 1,0 1-1,1-1 0,-1 0 1,1 0-1,-1 0 0,1 1 0,-1-1 1,1-1-1,0 1 0,0 0 1,1 0-21,4 1 37,0 0 1,0-1-1,0 0 1,0-1-1,0 0 1,0 0-1,0 0 1,0-1 0,6-1-38,92-21 151,-79 16-100,0 0-1,0 2 0,1 1 1,-1 1-1,1 1 0,0 2 1,21 2-51,-46-2 33,0 0 0,0 0 1,0 0-1,0 1 0,0-1 1,0 1-1,-1 0 0,1-1 1,0 1-1,0 0 0,-1 0 1,1 0-1,0 0 0,-1 1 1,1-1-1,-1 0 0,1 1 1,0 1-34,-1-2 49,-1 0 1,1 1-1,-1-1 1,0 1-1,0-1 1,1 1-1,-1-1 1,0 1-1,0 0 1,0-1 0,-1 1-1,1-1 1,0 1-1,0-1 1,-1 1-1,1-1 1,-1 1-1,1-1 1,-1 0-1,0 1 1,0-1 0,1 0-1,-1 0 1,0 1-1,-1-1-49,-39 67 756,24-38-170,-1-1 0,-11 12-586,27-39-13,-1 1 0,1-1 0,-1 0-1,0 1 1,0-1 0,0 0 0,0-1 0,0 1 0,0-1 0,0 1-1,0-1 1,-2 1 13,-17 7-3270,15-6-5362,16-7 6506</inkml:trace>
  <inkml:trace contextRef="#ctx0" brushRef="#br0" timeOffset="-43996.595">210 3957 7712,'39'17'268,"-32"-14"1073,-7-3 231,0 0-169,-5 4-6,4-4-1371,1 0 1,0 0-1,-1 0 1,1 0-1,0 0 0,-1 0 1,1 0-1,0 0 1,-1 0-1,1 0 0,0 0 1,-1 0-1,1 0 1,0 0-1,-1 1 0,1-1 1,0 0-1,0 0 1,-1 0-1,1 1 0,0-1 1,0 0-1,-1 0 1,1 1-1,0-1 0,0 0 1,0 1-1,0-1 1,-1 0-1,1 0 0,0 1 1,0-1-1,0 0 0,0 1 1,0-1-27,0 12 406,2 0 1,-1-1-1,1 1 1,1 0-1,0-1 1,1 0-1,1 2-406,37 80 1213,-16-40-629,9 34-357,-34-86-992,-1-1-142,0 0 28,0 0 106,0 0-1404,0 0-7096</inkml:trace>
  <inkml:trace contextRef="#ctx0" brushRef="#br0" timeOffset="-43160.802">320 3957 8072,'-5'-9'106,"3"6"30,0 0 1,1 0-1,-1 0 1,1 0-1,0 0 0,0 0 1,0-1-1,1 1 1,-1 0-1,1-1 0,-1-1-136,26 37 3096,13 30-960,-22-35-1517,0 0 1,10 25-620,-20-36 291,6 10 207,-11-25-245,-1-1 51,0 0 2,0 0-14,0 0-72,0 0-12,0 0 6,0 0-30,1-19-163,0 0-1,1 0 0,1 0 0,1 0 0,0 1 1,1-1-1,1 1 0,1 0 0,5-7-20,-7 14 0,1 1 0,0-1 0,1 1 0,0 0 0,1 1 1,0 0-1,0 0 0,1 0 0,0 1 0,1 1 0,-1 0 0,2 0 0,-1 1 0,1 0 0,4-2 0,-10 7 22,0-1 0,0 1 0,0 0-1,1 1 1,-1-1 0,0 1 0,1 0 0,-1 0-1,0 1 1,1-1 0,-1 1 0,0 1 0,0-1 0,0 1-1,0-1 1,0 1 0,0 1 0,0-1 0,-1 1 0,3 1-22,11 8 174,0 1 1,-1 0-1,0 1 1,3 6-175,-12-11 146,0 0 0,-1 0 0,0 1 0,0 0 0,-2 1-1,4 5-145,18 30 645,-23-41-852,0 3 1153,-2-2-6031,-2-6-6502</inkml:trace>
  <inkml:trace contextRef="#ctx0" brushRef="#br0" timeOffset="-42479.902">1390 3558 12912,'0'0'1000,"0"0"13,-4-1-126,-38-5 196,15 2-633,-1 0 0,1 2 0,-1 1 0,-27 3-450,48-2 38,0 1 0,-1 0 0,1 1 0,0 0-1,0 0 1,0 1 0,0-1 0,1 2 0,-1-1 0,1 1 0,-1 0-1,1 0 1,1 0 0,-1 1 0,0 0 0,1 0 0,0 1 0,0-1-1,1 1 1,0 0 0,-1 1-38,-2 6 59,1 1-1,-1 0 1,2 0-1,0 1 1,1 0-1,0 0 1,1 0 0,1 0-1,1 0 1,0 0-1,0 0 1,3 14-59,-2-27 8,-1 1-1,1 0 1,1 0 0,-1 0 0,0 0 0,1 0-1,-1 0 1,1-1 0,0 1 0,0 0 0,0 0 0,0-1-1,1 1 1,-1-1 0,1 1 0,-1-1 0,1 1-1,0-1 1,0 0 0,0 0 0,0 0 0,0 0 0,1 0-1,-1-1 1,0 1 0,1-1 0,-1 1 0,1-1-1,0 0 1,0 0 0,-1 0 0,1-1 0,0 1 0,0 0-1,0-1 1,0 0 0,-1 0 0,1 0 0,0 0 0,0 0-1,0 0 1,0-1 0,1 0-8,9-1 16,-1-1 0,0-1 0,0 1 0,-1-2 1,1 0-1,-1 0 0,0-1 0,0-1 0,6-4-16,-3 0 23,-1-1 0,0 0 0,0-1 0,-1 0 0,-1-1 0,7-10-23,-11 13 9,-1 1 0,0-1 0,0 0 0,-1-1 0,-1 1 0,0-1 0,0 0 0,-1 0 0,1-12-9,-4 16 22,-1-1 0,0 1 0,0-1 0,-1 1 0,0 0 0,-1-1 1,0 1-1,0 0 0,-1 1 0,-2-5-22,5 10 12,1 2-1,5 30 13,25 37 107,2-2 1,23 32-132,13 26 410,-45-72 167,9 30-577,-2-5 443,5 18 632,-35-92-993,0-2-148,0 0-158,0 0-472,0 0-159,0 0-180,1-18-98,0 11-1410,1-3-6827,-4 23 7041</inkml:trace>
  <inkml:trace contextRef="#ctx0" brushRef="#br0" timeOffset="-41998.599">1537 3338 9328,'0'0'1689,"0"0"-34,0 0-159,0 0-92,0 0-209,0 0-136,2 4-447,39 79 274,-30-56-558,2 0-1,1-1 1,15 21-328,-24-40 59,0 0 0,1 0 0,0-1 0,0 0 0,0 0 0,1 0 0,0-1 0,0 0 0,0-1 0,1 1 0,-1-1 0,1-1 1,0 1-1,0-2 0,4 2-59,-8-3 37,-1 0 0,1 0 0,0-1 0,-1 0 0,1 1 1,0-1-1,-1-1 0,1 1 0,0 0 0,-1-1 0,1 0 0,0 0 0,-1 0 1,1 0-1,-1-1 0,0 1 0,1-1 0,-1 0-37,2-1 36,-1 0-1,0-1 0,0 1 1,0-1-1,-1 0 0,1-1 1,-1 1-1,0 0 0,0-1 1,-1 0-1,2-3-35,2-5 67,-1-1-1,0 0 1,-1-1 0,-1 1-1,-1-1 1,0 0 0,0 1-1,-1-11-66,-4-38 104,-9-45-104,8 75 20,4 13 9,3 36 9,-1 1-24,2 0 0,0 0 0,0 0-1,2 0 1,0-1 0,1 0 0,0 0 0,1-1 0,1 0 0,7 10-14,51 43 161,-64-65-336,0 0-1,0 0 1,1-1 0,-1 1-1,1-1 1,0 0 0,0 0 0,-1-1-1,1 1 1,0-1 0,0 0-1,1 0 1,-1 0 0,0 0 175,8 1-709,-11-1 623,0-1 0,0 0 0,0 0 0,0 0 0,0 0 0,0 0 0,0 0 0,0 0 0,0-1 0,0 1 0,0 0 0,0-1 0,0 1 0,0 0 0,0-1 0,-1 1 0,1-1 0,0 1 0,0-1 86,9-4-2512,2 0-6028,-28 11 6419</inkml:trace>
  <inkml:trace contextRef="#ctx0" brushRef="#br0" timeOffset="-41669.324">2059 3009 11384,'17'36'827,"1"0"1,2-2 0,1 0 0,14 15-828,16 27 793,-50-74-1455,-1-2-515,-4-24-720,-1 2 473,-5-11-5416</inkml:trace>
  <inkml:trace contextRef="#ctx0" brushRef="#br0" timeOffset="-41668.324">1870 2716 4312,'0'0'0,"8"11"0,3 8 0,8 11-2760</inkml:trace>
  <inkml:trace contextRef="#ctx0" brushRef="#br0" timeOffset="-41338.932">2218 2900 9592,'7'12'689,"1"-1"0,1 1 0,0-1 1,0-1-1,1 0 0,1 0 0,8 6-689,-3-2 1433,0 1-1,11 13-1432,-19-17 425,4 2 283,0 2 1,-2 0-1,0 0 1,0 1 0,1 5-709,-10-19 408,-1-2 74,0 0-46,-14-19 208,10 13-593,-1 0 0,1-1 0,0 1 0,1-1 0,0 0 0,0 1 0,0-2 0,1 1-1,0 0 1,0 0 0,1-1 0,0 1 0,0-1 0,0 1 0,1-1 0,1 1 0,-1-1 0,2-6-51,1-3 7,1 0 0,1 1 1,0-1-1,1 1 0,1 0 1,0 1-1,8-12-7,-4 7-386,-8 14 274,0 1 1,0-1-1,0 1 0,1 0 0,-1 0 1,1 0-1,1 0 0,0 0 112,27-28-1115,-4 2-2860,-14 16-5529,-33 35 7167</inkml:trace>
  <inkml:trace contextRef="#ctx0" brushRef="#br0" timeOffset="-40816.285">2658 2680 13360,'3'6'18,"12"20"1330,0-1 1,2-1-1,18 21-1348,-31-40 189,0 0-1,1 0 1,-1-1-1,1 1 1,0-1-1,0 0 1,0-1-1,1 1 1,-1-1 0,1 0-1,0-1 1,0 0-1,0 1 1,0-2-1,0 1 1,1-1-1,-1 0 1,0 0-1,1-1 1,5 1-189,-7-2 26,-1-1 1,0 1-1,1 0 0,-1-1 1,0 0-1,0 0 1,0 0-1,0-1 0,0 1 1,-1-1-1,1 0 0,-1 0 1,1 0-1,-1 0 1,0-1-1,0 1 0,-1-1 1,1 0-1,-1 0 0,0 0 1,0 0-1,1-2-26,3-9 48,0-1 0,0 0-1,-1 0 1,-2-1 0,2-7-48,-4 13 16,1-1 0,-2 1 0,0-1 0,0 0 0,-1 0 0,-1 1 0,0-1 0,-1 1 0,0 0 0,0-1 0,-1 1 0,-3-5-16,6 14-12,1 2-4,0 0-26,2 3 2,39 67-88,-16-27 98,19 25 30,-8-21 4,2-2 0,2-1 0,20 15-4,-45-44 16,0 0 0,-2 1 1,0 0-1,0 1 1,-2 0-1,0 1 0,0 2-16,-6-10 43,0 1-1,0-1 1,-2 1 0,1 1-1,-1-1 1,-1 0-1,0 1 1,0-1-1,-1 1 1,-1 0 0,0-1-1,0 1 1,-2 7-43,-3-1 184,0 0 0,-1 0 0,-1 0 0,-6 9-184,6-11 34,-32 54 268,11-20 31,26-47-298,-1 1-1,1-1 1,-1 0-1,1 0 1,-1 0 0,0 0-1,0 0 1,0-1 0,-1 1-1,1-1 1,-1 0 0,1 0-1,-3 1-34,-52 17 173,43-15-159,-37 11 108,0-2-1,-52 6-121,87-18-82,-1-1 0,0 0 0,1-2 0,-1 0 0,1-1 0,-1 0 0,1-2 0,-1 0 82,-38-13-3565,-53-24 3565,81 29-1255,-27-10-9202,128 51 7872</inkml:trace>
  <inkml:trace contextRef="#ctx0" brushRef="#br0" timeOffset="-36072.058">4040 292 7624,'0'0'1600,"0"0"-56,0 0-224,0 4-267,5 12-602,-1 0 1,2-1-1,0 1 1,1-1-1,1-1 1,0 1-1,6 6-451,22 43 876,62 117 764,-56-108-1250,-17-25-117,-2 1 0,-3 1 0,3 13-273,-22-60-85,0-1 1,-1 1-1,1 0 0,0 0 1,-1 0-1,0 0 1,0 0-1,0 0 0,0 0 1,0 0-1,0 0 0,-1 0 1,1 0-1,-2 2 85,2-4-63,-1-1 0,1 1 0,-1 0 0,1-1 0,0 1 0,-1-1 0,0 1 0,1 0-1,-1-1 1,1 0 0,-1 1 0,0-1 0,1 1 0,-1-1 0,0 0 0,1 1 0,-1-1 0,0 0 0,0 0 0,1 0 0,-1 1 0,0-1 63,-1 0-87,-1 0 1,1 0-1,0-1 1,-1 1-1,1 0 1,0-1-1,0 0 1,-1 1-1,1-1 1,-2-1 86,-28-13-2028,-15-7-7845</inkml:trace>
  <inkml:trace contextRef="#ctx0" brushRef="#br0" timeOffset="-35227.952">3936 884 11120,'2'0'10,"-1"0"68,1 0 0,-1 0 0,0 0 0,1 0-1,-1 0 1,0 0 0,1 0 0,-1 0 0,0 1 0,1-1 0,-1 0 0,0 1 0,1-1 0,-1 1 0,0-1 0,0 1 0,0 0 0,0 0 0,0-1 0,1 2-78,-1-1 1093,-1-1 93,2-1-1034,1-1 0,-1 1 1,0-1-1,0 0 1,0 0-1,0 0 0,0 0 1,-1 0-1,1 0 1,1-2-153,-1 0 254,51-57 604,8-4-858,-9 10 803,25-36-803,-35 42-185,-32 39 95,0-1-1,-1 0 0,0 0 1,-1-1-1,0 0 0,-1-1 0,0 0 1,-1 0-1,-1 0 0,0-1 1,1-3 90,-4 8-116,-1 0 1,0 1-1,0-1 0,-1 0 1,0-3 115,0 8-43,0 1 0,-1-1 0,0 1-1,0-1 1,0 1 0,0 0 0,0-1 0,-1 1 0,1 0 0,-1 0 0,0 0 0,0 0 0,0 0 0,-1 0 43,3 3 0,0-1 1,-1 1 0,1 0 0,0-1 0,-1 1-1,1 0 1,0 0 0,-1-1 0,1 1 0,0 0-1,-1 0 1,1-1 0,-1 1 0,1 0 0,-1 0 0,1 0-1,0 0 1,-1 0 0,1-1 0,-1 1 0,1 0-1,-1 0 1,1 0 0,-1 0 0,1 1 0,-1-1 0,1 0-1,-1 0 1,1 0 0,0 0 0,-1 0 0,1 0-1,-1 1 1,1-1 0,0 0 0,-1 0 0,1 1 0,-1-1-1,1 0 1,0 1 0,-1-1 0,1 0 0,0 1-1,0-1 1,-1 0 0,1 1 0,0-1 0,0 1-1,-1-1 1,1 1 0,0-1 0,0 0 0,0 1 0,0-1-1,0 1 1,0 0-1,-8 25 143,8-19-93,0 1 1,1-1-1,0 0 1,0 0-1,0 0 1,1 0-1,0 0 1,1 0-1,-1-1 1,1 1 0,2 1-51,41 71 254,-42-74-229,110 149 881,-107-143-781,-1 0 1,-1 0 0,0 1 0,-1 0-1,0 0 1,-1 0 0,0 0-1,-1 1 1,0-1 0,-1 1-1,0 6-125,-1-19 10,0 0-1,0 0 0,0 1 1,0-1-1,0 0 0,0 1 1,0-1-1,0 0 0,0 0 1,0 1-1,0-1 0,0 0 1,0 1-1,0-1 0,0 0 1,0 0-1,0 1 0,0-1 0,0 0 1,-1 1-1,1-1 0,0 0 1,0 0-1,0 0 0,0 1 1,-1-1-1,1 0 0,0 0 1,0 0-1,-1 1 0,1-1 1,0 0-1,0 0 0,-1 0 1,1 0-1,0 0 0,0 1 1,-1-1-1,1 0 0,0 0 1,0 0-1,-1 0 0,1 0 0,0 0 1,-1 0-1,1 0 0,0 0 1,0 0-1,-1 0 0,1 0 1,0 0-1,-1 0 0,1-1 1,0 1-1,0 0 0,-1 0 1,1 0-1,0 0-9,-14-13 203,10 5-185,0-1-1,1 0 0,0 0 0,1 0 1,-1 0-1,2 0 0,-1 0 0,1-1 0,1 1 1,0-1-1,0 1 0,1-5-17,1-1 19,0 0-1,1 0 1,0 1 0,2-1-1,-1 1 1,2 0 0,3-7-19,-7 17 3,-1 1 0,1-1 1,0 1-1,1-1 0,-1 1 1,0 0-1,1 0 0,0 0 0,0 0 1,0 1-1,0-1 0,0 1 1,0 0-1,1 0 0,0-1-3,-2 2 2,0 1-1,0 0 0,1-1 1,-1 1-1,0 0 0,0 0 1,0 0-1,0 0 1,0 1-1,0-1 0,0 0 1,0 1-1,0 0 0,0-1 1,0 1-1,0 0 1,0 0-1,0 0 0,-1 0 1,1 0-1,0 1 0,-1-1 1,1 0-1,-1 1 1,1-1-1,-1 1 0,1 0 1,-1-1-1,1 2-1,6 9 3,2-1-1,-1-1 0,2 1 1,-1-2-1,1 1 1,1-2-1,0 1-2,-6-6 1,-1 0-1,1-1 1,-1 0-1,1 0 1,0 0 0,-1 0-1,1-1 1,0 0-1,0 0 1,0-1-1,0 0 1,0 0-1,0 0 1,0-1-1,0 0 1,0 0-1,0 0 1,1-1-1,5-2 2,0-1 0,-1 0 0,1-1 1,-1 0-1,0 0 0,-1-1 0,0-1 1,0 0-1,0 0 0,-1-1 0,-1 0 1,4-4-3,-1-1 6,0-1 0,0 0 0,-1-1 0,-1 0 0,-1 0 0,0-1 1,-1 0-1,0-3-6,-5 13 7,-1-1 0,0 1 1,0 0-1,0-1 0,-1 1 1,0-1-1,-1 1 1,1-1-1,-1 1 0,-1 0 1,1-1-1,-2 1 0,1 0 1,0 0-1,-1 0 0,-1 0 1,1 1-1,-1-1 0,0 1 1,0 0-1,-1 0 1,0 1-1,0-1 0,0 1 1,-1 0-1,0 0 0,0 1-7,4 2 3,-1-1-1,1 1 0,0 0 0,-1 0-1,1 0 1,-1 0 0,0 0 0,0 1 0,0-1 0,0 1 0,0 0 0,0 0 0,0 0 0,0 0-1,0 0 1,0 1 0,-1-1 0,1 1 0,0 0 0,-3 0-2,3 0 4,0 0 0,0 0 0,0 0 0,0 1 0,0-1-1,0 1 1,1 0 0,-1-1 0,0 1 0,0 0 0,1 1 0,-1-1 0,0 0 0,1 1 0,-1 0-1,1-1 1,0 1 0,0 0 0,0 0 0,0 1 0,0-1 0,0 0 0,0 0 0,1 1-1,-1-1 1,0 2-4,-2 5 16,0-1 0,0 0-1,1 1 1,0 0 0,1 0 0,0 0-1,1 0 1,-1 0 0,2 0-1,-1 0 1,1 0 0,1 1-1,-1-1 1,2 0 0,1 7-16,-2-11 13,1 1 1,0-1-1,0 1 1,0-1-1,1 0 1,-1 0-1,1 0 0,1 0 1,-1 0-1,1-1 1,-1 0-1,1 1 1,1-1-1,-1-1 1,1 1-1,-1 0 1,1-1-1,0 0 1,0 0-1,0-1 0,1 0 1,-1 0-1,0 0 1,1 0-1,2 0-13,5 0 23,0 0 0,0-1-1,0-1 1,0 0 0,0-1-1,0 0 1,1-1 0,-2 0-1,1-1 1,0-1 0,0 0-1,6-4-22,20-9-15,-1-2 0,-1-1 0,9-9 15,-38 25-101,-1-1-1,1-1 1,-1 0-1,0 0 1,-1 0-1,1 0 1,2-5 101,1-5-1340,0 0 1,0 0-1,4-15 1340,1 1-9109,-35 70 6861</inkml:trace>
  <inkml:trace contextRef="#ctx0" brushRef="#br0" timeOffset="-34352.464">3780 2143 8880,'0'0'1240,"0"0"-44,0 0-175,0 0-81,0 0-169,2 6-165,72 152 1423,-44-92-1481,-18-35-322,16 37 780,21 37-1006,-6-30-334,-44-102-1108,-16-20-75,-1 0-1,-2 2 1,-3 0-1,-3-2 1518,-20-38-7033</inkml:trace>
  <inkml:trace contextRef="#ctx0" brushRef="#br0" timeOffset="-34024.223">3735 2150 8792,'0'-3'1408,"-1"-4"-1030,1 3-131,-1-1 1,1 0-1,0 1 0,0-1 0,0 1 1,1-1-1,-1 0 0,1 1 1,0-1-1,0 1 0,1 0 1,0-1-1,1-2-247,10-12 800,2 1 1,0 1-1,12-11-800,-24 25 71,0 0 0,0 1 0,1-1 0,-1 1 0,1 0 0,-1 0 0,1 1 0,0-1 0,-1 1 0,1-1 0,0 1 0,0 0 0,0 1 0,1-1-71,1 0 65,-2 0-17,1 1 0,-1 0 1,0-1-1,0 2 0,0-1 1,0 0-1,0 1 0,0 0 1,0 0-1,-1 0 0,1 0 0,2 1-48,0 1 47,-3-2-9,0 0-1,0 0 1,0 1 0,0-1-1,-1 1 1,1 0-1,0 0 1,-1 0-1,1 0 1,-1 1-1,0-1 1,0 0-1,0 1 1,0 0-1,0-1 1,1 4-38,0 0 66,0-1 1,-1 1-1,0 1 0,0-1 1,0 0-1,0 5-66,-1-3 48,-2-1-1,1 1 0,-1-1 1,0 0-1,0 1 1,-1-1-1,0 0 0,0 0 1,0 0-1,-1 0 1,-1 0-1,1-1 1,-1 1-1,-2 2-47,0 1 28,2-2 2,-1 0 0,0 0 0,0 0 0,-1-1 0,0 0 0,-1 0 0,1-1 0,-1 1 0,-6 3-30,-24 13-4300,25-16-3970,27-16 6240</inkml:trace>
  <inkml:trace contextRef="#ctx0" brushRef="#br0" timeOffset="-33602.241">4301 1732 9864,'0'0'1528,"0"0"-74,0 0-292,0 0-140,0 0-260,-10 6-182,-28 17-413,35-22-136,1 0-1,-1 1 0,1-1 0,0 1 1,-1 0-1,1-1 0,0 1 0,0 0 1,0 0-1,1 0 0,-1 0 0,0 1 0,1-1 1,-1 0-1,1 1-30,-6 9 66,-3-1-26,7-8-14,0 1 0,0-1-1,0 1 1,1 0 0,0 0-1,-1 0 1,2 0 0,-2 4-26,-26 67 221,28-70-202,-1-1 0,2 1 0,-1 0 0,1-1 0,-1 1-1,1 0 1,1-1 0,-1 1 0,1 0 0,0-1 0,0 1 0,0-1 0,1 4-19,1-1 17,-2-3-7,0-1 0,0 0 0,1 0 0,0-1 0,0 1 0,0 0 0,0 0 0,0-1 0,0 0 0,1 1 0,-1-1 0,1 0 0,-1 0 0,1 0 0,0 0 0,2 1-10,0-1 17,-3-1-4,1 0 0,0 0 0,0 0 0,-1 0 0,1-1 0,0 1 0,0-1 0,0 0 0,0 0 0,0 0 0,0 0 0,0 0 0,-1-1 0,1 1 0,0-1 0,0 0 0,0 0 0,-1 0 0,3-1-13,-2 1 13,4-2-2,0 0-1,0 0 1,0 0 0,0-1-1,-1 0 1,1 0 0,-1-1-1,0 0 1,-1 0 0,1 0-1,-1-1 1,0 0 0,0 0-1,-1 0 1,1 0 0,-2-1-1,2-1-10,1-5 33,-1 1 0,0-1 0,-1 0-1,0 0 1,-1-1 0,-1 1 0,0-1-1,-1 1 1,0-1-33,-1-3 168,-1 0-1,-1 1 0,-1-1 1,0 1-1,-6-16-167,9 30 180,0 2 32,2 12 151,3 7-305,1-1 1,1 0-1,0-1 1,1 0-1,1 0 0,0 0 1,2-1-1,0-1 1,0 0-1,13 13-58,-24-28-46,1 0 0,-1 1 0,0-1 0,0 1 0,1-1 1,-1 0-1,0 0 0,1 1 0,-1-1 0,1 0 0,-1 0 0,0 1 0,1-1 0,-1 0 0,1 0 0,-1 0 1,1 0-1,-1 1 0,1-1 0,-1 0 0,1 0 0,-1 0 0,0 0 0,1 0 0,-1 0 0,1 0 0,-1 0 1,1-1-1,-1 1 0,1 0 0,-1 0 0,1 0 0,-1 0 0,0-1 0,1 1 0,-1 0 0,1 0 0,-1-1 1,0 1-1,1 0 0,-1-1 0,0 1 0,1 0 0,-1-1 0,0 1 46,12-21-2629,-11 17 1444,4-6-6695,-11 24 5954</inkml:trace>
  <inkml:trace contextRef="#ctx0" brushRef="#br0" timeOffset="-33273.998">4506 1678 15136,'0'0'0,"0"0"-10872</inkml:trace>
  <inkml:trace contextRef="#ctx0" brushRef="#br0" timeOffset="-33272.998">4498 1577 10672,'6'-8'1501,"-2"9"2275,44 62-1434,-3-5-1043,2 8-1299,-31-46 522,-9-12 491,-16-17-439,3 2-534,0-1-1,1 1 0,0-1 0,0 0 0,1 0 0,0 0 1,1-1-1,0 0 0,0 1 0,0-1 0,1 0 0,1 0 1,0 0-1,0-1 0,0 1 0,1 0 0,1 0 0,0-6-39,1 0-5,1 1-1,0 0 0,1 0 0,1 0 0,0 0 1,0 1-1,2 0 0,0 0 0,0 0 0,1 1 1,7-8 5,-10 12-203,1 1 0,0 1 1,0-1-1,1 1 1,0 0-1,5-3 203,20-9-3690,-16 10-5621,-37 18 7027</inkml:trace>
  <inkml:trace contextRef="#ctx0" brushRef="#br0" timeOffset="-32930.149">4846 1058 11032,'0'0'1472,"0"0"-50,2 5-392,39 91 1911,17 22-2941,-17-43 520,61 109 40,-98-175-476,-2-4-251,0 0-1,1-1 1,-1 1 0,1-1-1,0 1 1,0-1 0,0 0-1,1 0 1,-1 0-1,1-1 168,-3-2-1098,-1-1-55,0 0 641,0-20-1530,0-2-6404</inkml:trace>
  <inkml:trace contextRef="#ctx0" brushRef="#br0" timeOffset="-32570.665">5034 1340 9592,'0'0'1544,"0"-14"2552,10-7-2227,26-15-347,-26 28-1340,25-22-3150,-15 14-5620,-46 38 6475</inkml:trace>
  <inkml:trace contextRef="#ctx0" brushRef="#br0" timeOffset="-30460.578">731 4994 12280,'0'0'1649,"0"0"-50,0 0-222,6 5-272,111 94 1302,-33-26-1721,-57-51-449,1 0 0,1-2-1,1-1 1,1-1 0,0-2-1,17 6-236,-46-22 62,-2 0 4,-3-1-63,0-1 0,1 0 0,-1 0 0,1 0 0,0-1 0,0 1 0,0 0 0,0-1 0,0 1 0,0-1 0,1 0 0,-1 0-3,-12-18-6,-2-2-73,1-2 1,1 0 0,-10-22 78,19 37-67,1 0 0,0-1 0,1 0 0,0 1 0,0-1 1,1 0-1,1 0 0,0 0 0,0 0 0,1-1 0,1-9 67,0 20-4,0 0 0,0-1 1,-1 1-1,1 0 0,0 0 0,0 0 1,1-1-1,-1 1 0,0 0 0,0 0 0,0 1 1,1-1-1,-1 0 0,1 0 0,-1 1 0,0-1 1,1 0-1,-1 1 0,1 0 0,-1-1 1,1 1-1,0 0 0,-1 0 0,1 0 0,-1 0 1,1 0-1,-1 0 0,1 0 0,-1 0 0,1 1 1,0-1 3,50 15-14,32 14 14,-17-5 192,6-2-192,-65-20 60,1 0-1,-1-1 1,1 0-1,-1 0 1,1-1-1,-1 0 1,1-1-1,-1 0 1,1 0-1,-1-1 1,0 0-1,1 0 1,3-2-60,-10 2 29,-1 0 0,1 0 0,-1 0 0,1 0 0,-1 0 0,0 0 0,0 0 0,0-1 0,0 1 0,0 0 0,0 0 0,0-1 0,-1 1 0,0-1 0,1 1 0,-1-1 1,0 1-1,0 0 0,0-3-29,-2-7 68,0-1 0,-1 0 0,-1 1 0,0-1 0,0 1 0,-1 0 0,-1 1 0,0-1 0,-1 1 0,0 0 0,-3-4-68,-16-16 80,-2 0-1,0 2 0,-3 0-79,-16-15 20,8 9-1735,-38-24 1715,50 39-2493,1 0-8332,60 46 8155</inkml:trace>
  <inkml:trace contextRef="#ctx0" brushRef="#br0" timeOffset="-30038.269">1491 4483 11928,'0'0'1473,"0"0"-30,0 0-142,0 0-103,0 0-286,4 4-212,86 89 875,5-5-1,3-3-1574,36 32 377,-129-112-291,-5-4-161,1 0 0,0-1 1,0 1-1,-1 0 0,1 0 1,0-1-1,0 1 0,0 0 1,0-1-1,0 1 0,0-1 1,0 1-1,0-1 0,0 1 1,0-1-1,0 0 0,0 0 0,0 1 75,0-2-205,0 1 0,0 0 0,0-1 0,-1 1-1,1 0 1,0-1 0,0 1 0,0-1 0,-1 1-1,1-1 1,0 0 0,-1 1 0,1-1 0,0 0-1,-1 1 1,1-1 0,-1 0 0,1 0-1,-1 0 206,5-5-9245,-11 14 6967</inkml:trace>
  <inkml:trace contextRef="#ctx0" brushRef="#br0" timeOffset="-29600.659">2238 4090 10848,'0'0'1096,"0"0"-39,0 0-154,0 0-95,0 0-224,0 0-78,0 0-83,-10 8-85,-10 8 25,-1 1-1,2 1 0,-1 3-362,8-10 77,8-8-13,1 0 0,0 0 0,0 1 0,0-1 0,1 1 0,-1 0 0,1 0 0,0 0 0,-2 3-64,-5 12 256,0 0 0,2 0 0,0 1 0,1-1-1,1 1 1,0 7-256,3-14 77,2-8-7,-1 0 1,1 0-1,1 1 0,-1-1 1,1 0-1,0 0 0,1 5-70,0 4 171,1-1-1,1 1 0,1-1 0,0 1 0,5 10-170,-6-18 84,-1 0-1,1 0 0,0-1 1,0 1-1,0-1 0,1 1 1,0-2-1,0 1 1,0 0-1,1-1 0,0 0 1,0 0-1,6 2-83,-5-2 48,0-2 0,1 1 0,-1-1 0,1 0 1,0-1-1,-1 1 0,1-2 0,0 1 0,0-1 0,0 0 0,0-1 0,1 0-48,5-1-40,0-1 0,0-1 0,-1 0 0,0-1 0,0 0 0,0-1 0,1 0 40,11-8-479,-1-2-1,6-4 480,42-33-4331,-38 28-4926,-79 58 6981</inkml:trace>
  <inkml:trace contextRef="#ctx0" brushRef="#br0" timeOffset="-29100.459">2723 3863 9952,'0'0'1801,"-2"4"-296,-6 13-704,1 0 0,1 1 0,1-1 0,0 1 0,2 0-1,0 0 1,-1 16-801,4-24 116,-1 0 0,2 0 0,-1 0 0,1 0-1,1 0 1,0-1 0,0 1 0,1 0 0,1-1 0,-1 0 0,1 0-1,1 0 1,0 0 0,0 0 0,3 2-116,-6-9 25,1 1 0,-1-1 1,1 0-1,0 0 0,-1 0 0,1 0 0,0 0 1,0-1-1,1 1 0,-1-1 0,0 0 0,0 0 0,1 0 1,-1-1-1,4 1-25,-3 0 23,3 0 0,-1 0 1,0-1-1,0 0 0,0 0 0,0-1 0,0 0 0,0 0 0,0 0 1,0 0-1,2-2-23,2 0 34,0 1 24,-1-1 0,1-1 0,-1 1 0,0-2 0,0 1 0,-1-1 0,1 0 0,-1-1 0,0 0 0,0 0 0,-1-1 0,4-4-58,-8 7 21,1-1 0,0 1 1,-1-1-1,0 0 0,0 0 1,0 0-1,-1-1 0,1 1 1,-1-1-1,-1 1 0,1-1 1,-1 0-1,0 1 0,0-1 1,-1 0-1,1 0 0,-1 0 1,-1 0-1,1 1 0,-1-1 1,0 0-1,0 0 0,-1 1 1,0-1-1,0 1 0,0-1 1,0 1-1,-2-1-21,3 3 7,0 1-1,0 0 1,0 0-1,0 0 1,-1 0-1,1 0 1,-1 0 0,1 0-1,-1 0 1,0 1-1,0-1 1,0 1 0,0-1-1,0 1 1,0-1-7,-8-4 14,-20-17-6,-1 1 0,-2 2-8,29 18-29,0 0-1,-1 1 1,1-1-1,0 1 1,-1 0-1,1 0 0,-1 1 1,1-1-1,-1 1 1,1 0-1,-5 1 30,-42 7-1068,41-5 1072,0 0-448,-8 1-2592,-11 2-6508,68-14 7210</inkml:trace>
  <inkml:trace contextRef="#ctx0" brushRef="#br0" timeOffset="-28378.946">2925 3747 7264,'0'0'1832,"4"1"-306,9 3-726,-1 0-1,0 1 1,-1 0 0,1 1-1,-1 0 1,0 1-1,-1 0 1,6 6-800,21 17 2183,17 18-2183,-45-39 289,-1 0-1,1 1 1,-1 0-1,-1 0 1,0 1-1,0 0 1,-1 0-1,-1 0 1,0 1-1,0 0-288,-1-2 301,-3-6 426,-5-8-136,-2 0-522,-5-6-17,-1 0 0,1-1 0,0 0 0,1-1-1,1 0 1,0-1 0,-6-9-52,9 10 4,4 9-1,0 0-1,0 0 1,0-1-1,1 1 1,0-1-1,0 1 1,0-1-1,0 0 1,0 1-1,1-2-2,-3-11 8,2 1 0,0-1-1,0 1 1,2-1-1,0 0 1,1 1 0,2-12-8,-1 14 2,-2 9-1,0-1 0,1 1-1,-1 0 1,1 0 0,-1 0 0,1 0 0,0 1 0,1-1 0,-1 0-1,9-13 0,0-1 0,1 2 0,9-9 0,-16 19-9,1 0 0,0 0 0,1 0 0,-1 1 1,1 0-1,0 1 0,0-1 0,1 1 0,-1 1 0,8-3 9,-13 5-3,0 0 0,1 0 0,-1 0 0,0 0 0,1 1 0,-1-1 0,1 1 0,-1-1 0,1 1 0,-1 0 0,1 0 0,-1 1 0,0-1 0,1 0-1,-1 1 1,1-1 0,-1 1 0,0 0 0,1 0 0,-1 0 0,0 0 0,0 0 0,1 0 0,-1 1 0,0-1 0,0 1 0,-1-1 0,1 1 0,0 0 0,0 0 0,-1 0 0,1 0 0,0 1 3,-1 1-2,1 0 1,-1 0-1,0 0 0,0 0 1,0 1-1,-1-1 0,1 0 1,-1 1-1,0-1 0,0 0 1,-1 1-1,1-1 0,-1 0 1,0 0-1,0 1 0,-2 3 2,-2 5 25,-1 1-1,-1-1 0,0-1 1,-7 11-25,-3 0 29,-1-1 0,-1-1 1,-1-1-1,0-1 0,-2 0 1,-5 2-30,23-18 1,0 1 0,0-1 1,0 0-1,0 0 1,-1 0-1,1-1 0,-1 1 1,-4 0-2,-10 17 3,15-17-3,-5 11 0,5 2 0,8-12 0,-3-3 0,10 8 0,-6-5 0,39-1 0,-41-3 0,51-2 73,0-3 0,0-3 0,41-11-73,-59 12 81,-1 2-84,32-6 221,-61 10-309,0 0 0,-1-1 1,1 1-1,0-1 1,-1-1-1,0 1 0,1-1 1,3-3 90,-3 1-1761,3-4-9256,-8 8 9008,-11 10-721</inkml:trace>
  <inkml:trace contextRef="#ctx0" brushRef="#br0" timeOffset="-26706.56">1986 5273 12464,'0'0'1312,"0"0"-84,0 0-336,5-5-219,44-40 311,-18 14-1350,2 2 0,1 1 1,1 1-1,20-10 366,9 0-9626,-121 71 7842</inkml:trace>
  <inkml:trace contextRef="#ctx0" brushRef="#br0" timeOffset="-26096.961">2152 5375 10312,'0'0'1216,"0"0"-44,0 0-176,0 0-88,0 0-176,0 0-112,0 0-271,0 0-65,2-4-10,15-23-126,5-5 29,60-49-102,-22 33-306,-8 9-2437,-4 3-5031,-112 85 5826</inkml:trace>
  <inkml:trace contextRef="#ctx0" brushRef="#br0" timeOffset="-17357.677">3936 3737 13000,'0'0'1545,"0"0"-98,0 0-414,0 0-191,0 0-366,0 0-350,0 0-1036,0 0-204,0 0-1426,0 0-6501</inkml:trace>
  <inkml:trace contextRef="#ctx0" brushRef="#br0" timeOffset="-15949.507">4521 2824 6640,'0'0'1313,"0"0"0,0-4-234,-2-74 2640,2 76-3119,0 2 120,10 21 606,7 17-645,-2 1 1,2 9-682,16 45 738,39 58 129,-68-142-827,18 28 319,-16-27-173,0 0 1,-1 0-1,0 0 0,1 5-186,-5-14-76,-22-3-868,17 0 743,1 0 0,-1-1 0,1 1 1,0-1-1,0 0 0,0 0 0,0 0 0,0 0 0,1 0 0,0-1 1,-1 1-1,1-1 0,0 0 0,0 0 201,-20-61-1555,17 48 1537,-18-59-2111,2 7-6831</inkml:trace>
  <inkml:trace contextRef="#ctx0" brushRef="#br0" timeOffset="-15605.642">4211 2998 9328,'1'0'134,"0"0"0,0 0 0,0-1 0,-1 1 0,1 0 0,0-1 0,0 1 0,0-1 0,-1 1 0,1-1 0,0 1 0,-1-1 0,1 1 0,-1-1 0,1 0 1,0 1-1,-1-1 0,1 0 0,-1 0 0,0 1 0,1-1 0,-1 0 0,0 0 0,1 0 0,-1 1 0,0-1 0,0 0 0,0 0 0,0 0 0,0 0 0,0 0 0,0 1 0,0-1 0,0 0 0,0 0 1,0-1-136,1-18 456,0 15-322,1 1 0,0-1 0,0 1 0,0-1 0,1 1 0,-1 0 0,1 0 0,0 0 0,1 1 0,-1-1 0,2-1-133,44-36 644,-42 36-593,77-56 772,-54 42-567,-1-1 1,0-2-1,-2-1 0,-1-2 1,-1 0-1,3-6-256,-22 24 38,-1 0 0,1 1-1,1-1 1,-1 1 0,1 1-1,0-1 1,1 1 0,2-1-38,-9 5-91,-1 1-310,0 0-125,1 36-3432,-1-35 3886,0-1 0,0 1 1,1-1-1,-1 1 0,1-1 0,-1 1 0,0-1 1,1 1-1,-1-1 0,1 0 0,-1 1 0,1-1 1,-1 0-1,1 1 0,-1-1 0,1 0 0,0 0 1,-1 1-1,1-1 0,-1 0 0,1 0 0,-1 0 1,1 0-1,0 0 0,-1 0 0,1 0 0,0 0 1,-1 0-1,1 0 0,-1 0 0,1-1 72,1 1-317,14 0-7649</inkml:trace>
  <inkml:trace contextRef="#ctx0" brushRef="#br0" timeOffset="-15168.029">4765 2577 7984,'-1'2'119,"-1"-1"1,1 0 0,-1 1 0,1 0-1,-1-1 1,1 1 0,0 0-1,0-1 1,0 1 0,0 0 0,0 0-1,0 0 1,1 0 0,-1 0-1,1 0 1,-1 0 0,1 0 0,0 0-1,0 0 1,0 0 0,0 1-1,0-1 1,0 0 0,1 1-120,1 3 295,0 0 0,0 0 1,1 0-1,0 0 0,0 0 0,0-1 1,3 4-296,106 182 3137,-98-170-2891,10 15 638,-2 0 0,-1 2 0,11 27-884,-31-59 117,1-1 0,-1 1 0,0-1 0,0 1-1,0-1 1,-1 1 0,0 0 0,0-1 0,-1 1-1,0 2-116,1-6 270,0-2 14,-1-5-202,0 0 1,0 0-1,1 0 0,0 0 1,0 0-1,0-3-82,4-26 41,1 1 0,1-1 0,2 1 0,2 1 1,0-1-1,3 2 0,0 0 0,2 0 0,18-27-41,-29 52-14,0 0 0,0 0 0,1 0 0,-1 1 0,1 0 0,1 0 0,-1 0 0,1 1 0,-1-1 0,6-2 14,-10 7-4,-1 0 0,1 0 1,0 0-1,0-1 1,-1 1-1,1 0 1,0 0-1,0 0 0,-1 0 1,1 0-1,0 0 1,-1 0-1,1 1 0,0-1 1,0 0-1,-1 0 1,1 1-1,0-1 0,-1 0 1,1 0-1,-1 1 1,1-1-1,0 1 0,-1-1 1,1 1-1,-1-1 1,1 1-1,-1-1 0,1 1 1,-1-1-1,1 1 1,-1 0-1,0-1 4,11 23-48,-10-21 49,8 22-51,-5-11-36,0-1 0,1 0 0,0-1 0,1 1 0,0-1 0,1 0 0,0 0 86,-5-10-112,0 0-1,0 0 1,0 0-1,0-1 1,0 1-1,0 0 1,0-1 0,0 0-1,0 1 1,0-1-1,0 0 1,0 0-1,0 0 1,0 0-1,0 0 1,0-1-1,0 1 1,0-1-1,0 1 1,0-1-1,0 0 1,0 1-1,0-1 1,-1 0-1,1 0 1,0-1-1,-1 1 1,1 0-1,0 0 1,-1-1-1,1 1 1,-1-1-1,1-1 113,26-34-3157,-27 36 3100,0 0 0,0 0 0,0 0-1,-1 0 1,1 0 0,0-1 0,-1 1-1,1 0 1,-1 0 0,1-1 0,-1 1 0,0 0-1,0 0 1,1-1 0,-1 1 0,0-1 57,1-6-1326,6-15-6327</inkml:trace>
  <inkml:trace contextRef="#ctx0" brushRef="#br0" timeOffset="-14808.527">5331 2416 6816,'8'10'373,"1"0"0,-1 0 0,-1 0 0,0 1-1,-1 0 1,0 1 0,0 1-373,7 9 412,1 0-1,1-1 0,1 0 1,9 9-412,15 19 265,-32-39-331,1 0 0,0-1-1,0 0 1,1 0 0,0-1 0,1 0 66,-9-7-518,-2-1-624,0 0 28,0 0 668,-12 3-673,1-1-3074</inkml:trace>
  <inkml:trace contextRef="#ctx0" brushRef="#br0" timeOffset="-14807.527">5134 2185 6104,'0'0'0,"8"9"0,6 5 0,-14-14 192,4 9-192,-4-9 200,0 0-200,0 0-1408,5 8 1408,-5-8-1400,19 17 1400,-19-17-208,0 0 208,17 16-1728,-34-32 1728</inkml:trace>
  <inkml:trace contextRef="#ctx0" brushRef="#br0" timeOffset="-14448.947">5592 2186 8792,'0'0'1408,"0"0"-88,0 0-352,0 0-146,-3 6-318,-8 13-260,0 1 0,2 0 1,-2 8-245,9-23 36,0 1 0,0 0 0,1-1 0,0 1 0,0 0 0,0 0 1,1 0-1,0-1 0,0 1 0,0 0 0,1 0 0,-1 0 0,1 0 1,1-1-1,-1 1 0,2 1-36,-2-5 12,1 1 0,-1-1 0,1 0-1,0 0 1,0 0 0,0 0 0,0 0 0,0-1 0,0 1 0,0-1 0,0 1-1,1-1 1,-1 0 0,1 0 0,-1 0 0,1 0 0,-1 0 0,1-1 0,0 1-1,-1-1 1,1 1 0,0-1 0,1 0-12,9 0 50,-1 0-1,1-1 1,0 0-1,3-1-49,-15 1 12,37-6 154,-29 4-88,0 1-1,0 1 1,-1-1 0,1 2-1,0-1 1,0 1 0,0 0-1,0 1 1,5 1-78,-13-2 25,0 0 0,0 0 0,-1 0 0,1 0 0,0 0 0,0 0 0,-1 0 0,1 1 0,0-1 0,-1 0 0,1 0-1,0 1 1,-1-1 0,1 1 0,0-1 0,-1 0 0,1 1 0,-1-1 0,1 1 0,-1-1 0,1 1 0,-1 0 0,1-1 0,-1 1 0,1-1 0,-1 1 0,0 0 0,1-1 0,-1 1 0,0 0 0,0 0 0,0-1 0,1 1 0,-1 0 0,0 0 0,0-1 0,0 1-25,-1 2 80,0 1 1,0-1 0,-1 0 0,1 0-1,-1 0 1,1 0 0,-1 0 0,0 0-1,-1 1-80,-26 40-114,1 2 0,-3 12 114,25-31-302,11-14-1935,-5-13 1795,1 1 1,-1-1-1,0 1 0,1-1 1,0 0-1,-1 1 1,1-1-1,-1 0 1,1 1-1,-1-1 1,1 0-1,0 1 1,-1-1-1,1 0 1,-1 0-1,1 0 1,0 0-1,-1 0 1,1 0-1,0 0 442,-8-5-1829</inkml:trace>
  <inkml:trace contextRef="#ctx0" brushRef="#br0" timeOffset="-13823.525">6391 1570 8248,'0'0'1129,"0"0"-45,0 0-200,0 0-65,0 0-79,-5 5-140,-13 12-342,1 1 1,1 1-1,0 1 1,2 0 0,0 1-1,-2 7-258,12-20 94,-1 0-1,1 0 0,1 1 0,-1 0 0,2 0 1,-1 0-1,1 0 0,0 0 0,1 0 0,0 1 0,1-1 1,0 0-1,0 1 0,1-1 0,0 0 0,1 0 1,0 0-1,2 8-93,-3-16 9,-1 1 0,0-1 0,1 0 0,-1 0 0,1 1-1,0-1 1,-1 0 0,1 0 0,0 0 0,0 0 0,0 0 0,0 0 0,0 0 0,0 0 0,0 0 0,0 0 0,0-1 0,0 1 0,0 0 0,1-1 0,-1 1 0,0-1-1,0 1 1,1-1 0,-1 0 0,0 1 0,1-1 0,-1 0 0,0 0 0,1 0 0,-1 0 0,0 0 0,1 0 0,-1-1 0,0 1 0,1 0 0,-1-1 0,0 1 0,1 0-1,-1-1 1,0 0 0,0 1 0,0-1 0,0 0 0,0 0 0,1 1 0,-1-2-9,5-2 24,-1-1 0,1 1 0,-1-1 1,0 0-1,-1-1 0,1 1 0,-1-1 0,2-3-24,0-2 52,-1 0 0,0 0-1,-1-1 1,-1 1 0,1-1 0,-2 0-1,0 0 1,0 0 0,-1 0 0,-1 0-1,0-1-51,0 11 68,0 2 44,0 0 7,-1 12 94,1 1-100,1 1-1,0-1 0,1 1 0,1-1 1,0 0-1,2 5-112,-3-13-10,0 0 0,0 1 0,0-1 0,1 0 0,-1-1 0,1 1-1,0 0 1,1-1 0,-1 0 0,1 0 0,0 0 0,0 0 0,0 0 0,0-1 0,1 0 0,-1 0 0,4 2 10,-6-5-194,0 1 0,1-1 0,-1 1 0,0-1 0,1 0 0,-1 0 0,0 0 0,1 0 0,-1 0 0,0 0 0,1-1 1,-1 1-1,0-1 0,0 0 0,1 1 0,-1-1 0,0 0 0,0 0 0,0-1 0,0 1 0,0 0 0,0-1 0,0 1 0,1-2 194,-2 2-579,1 0 0,-1-1 0,0 1 0,1 0 1,-1-1-1,0 1 0,0-1 0,0 1 0,0-1 0,0 1 0,0-1 0,-1 0 0,1 1 0,0-1 579,-14 17-1698</inkml:trace>
  <inkml:trace contextRef="#ctx0" brushRef="#br0" timeOffset="-13289.831">6650 1459 4400,'0'0'1521,"0"0"-16,0 0-82,0 0-66,-4 4-381,-6 6-565,-1 0 0,1 1 0,1 0 0,0 0 0,1 1 0,0 0 0,0 1 0,-4 11-411,10-19 93,0 0 0,0 0-1,0 0 1,1 0 0,-1 0 0,1 1 0,1-1 0,-1 0 0,1 1-1,0-1 1,0 0 0,0 1 0,1-1 0,0 0 0,0 0-1,0 1 1,1-1 0,-1 0 0,1 0 0,0 0 0,1-1 0,-1 1-1,1 0 1,0-1 0,0 0 0,1 0 0,-1 0-93,0-1 30,0-1 0,0-1 0,0 1 1,1 0-1,-1-1 0,0 0 0,1 0 1,-1 0-1,0 0 0,1 0 0,-1-1 1,1 1-1,0-1 0,-1 0 0,1 0 0,-1 0 1,1-1-1,-1 1 0,1-1 0,-1 0 1,0 0-1,1 0 0,-1 0 0,3-2-30,7-2 42,0 0-1,0-2 1,0 1 0,-1-2-1,9-5-41,0-3-12,0-1 0,-1 0 0,16-19 12,-30 30-44,-1 0 1,0 0-1,0-1 1,-1 0-1,0 0 1,0 0 0,-1-1-1,0 1 1,0-1-1,0 0 1,-1 1-1,-1-1 1,1 0 0,-1 0-1,0-1 44,0-15-187,0 0 0,-2 1 0,-1-1 0,0 0-1,-2 1 1,-1 0 0,-1 0 0,-8-22 187,3 11-221,9 26 152,-1-1 1,0 1-1,-1 0 0,1 0 1,-5-6 68,-1-5-32,9 16 28,-1 1 1,0 0-1,1 0 1,-1 0-1,0 1 1,0-1-1,0 0 1,-1 0-1,1 0 1,0 1-1,-1-2 4,-4-5 533,16 21-47,-5 1-312,0 0 0,-1 1 0,-1 0 0,-1 0 0,0 0 0,0 1-174,5 34 182,2-12 56,2-1 0,2 0 0,1-1-1,3 0-237,7 22 269,-19-43-288,-1 0-1,0 1 0,-1-1 0,-1 1 0,-1 0 0,0 0 0,-1 0 0,-1 1 20,1-14-58,0-2-689,0-1-215,0 0-266,-2-15-388,-5-20-296,0 3-6041</inkml:trace>
  <inkml:trace contextRef="#ctx0" brushRef="#br0" timeOffset="-12954.73">6910 1432 9592,'2'-4'188,"12"-21"1696,1 1-1,6-7-1883,-15 23 164,1 0 0,0 0-1,0 1 1,1 0 0,0 1 0,0 0-1,1 0 1,1-1-164,8-3 60,-8 3-30,0 1 0,1 0 0,0 1-1,0 0 1,10-3-30,-19 7 6,0 1-1,1-1 1,-1 1-1,0 0 1,0-1-1,1 1 1,-1 0-1,0 0 1,1 0-1,-1 1 1,0-1-1,0 0 1,0 1-1,1 0 1,-1-1-1,0 1 1,0 0-1,0 0 1,0 0-1,0 1 1,0-1-1,0 0 1,-1 1-1,1-1 1,0 1-1,-1-1 1,1 1-1,-1 0 1,1 0-1,-1 0 1,0 0-1,1 1-5,1 4 17,0 0 0,-1-1 1,0 1-1,0 0 0,-1 0 0,0 0 0,0 0 0,0 0 0,-1 0 1,0 1-1,-1 1-17,1-5 5,0 5-3,0-1 0,0 0 0,1 1 1,0-1-1,0 0 0,1 1 0,0-1 1,0 0-1,1 0 0,0 0-2,-2-6-626,-1-2-208,10 1-1907,-16-28 1132,2 1-4751</inkml:trace>
  <inkml:trace contextRef="#ctx0" brushRef="#br0" timeOffset="-12561.087">7170 1005 7624,'102'84'8350,"26"30"-8350,-78-75 1588,-49-37-1029,-1-2 57,0 0-43,0 0-130,0-25 271,7-13-285,-3 25-314,-2-1 0,1 0 0,-2 0 0,0-1 0,0 1 0,-2-13-115,-1 18-212,2 0 0,0 0 0,0 1 0,0-1 0,1 0 0,0 0 0,1 0 0,0 0 0,0 1 0,1-1 0,0 1 0,1 0 0,0 0 0,0 0 212,22-14-3713,-16 10-6400</inkml:trace>
  <inkml:trace contextRef="#ctx0" brushRef="#br0" timeOffset="-12232.852">7542 792 10672,'27'59'2163,"-19"-40"-1598,0 0 1,2-1 0,2 3-566,-7-13 87,0 2 0,0-1 0,-1 0 1,0 1-1,2 9-87,-5-14-66,1 0 0,-1 0 0,0 0-1,-1 1 1,1-1 0,-1 0 0,0 0 0,-1 1 0,1-1 0,-1 0-1,0 0 1,0 0 66,0-2-685,-3-4 270,1 1 0,-1 0 0,1-1 0,-1 0-1,1 0 1,0 0 0,-1 0 0,1-1 0,0 1 415,1-1-90,1 1 0,0 0 0,0-1-1,0 1 1,0 0 0,0-1 0,1 1 0,-1-1-1,0 1 1,1-1 0,-1 0 0,1 1 0,-1-1 0,1 0-1,0 1 1,0-1 0,0 0 0,0-1 90,-1-2-473,-4-21-4440</inkml:trace>
  <inkml:trace contextRef="#ctx0" brushRef="#br0" timeOffset="-11904.64">7340 377 6192,'0'0'0,"0"0"-752,-7 9 752,7-9-744,-9-2 744,0 0-2856</inkml:trace>
  <inkml:trace contextRef="#ctx0" brushRef="#br0" timeOffset="-11903.64">7506 465 8344,'90'241'4502,"-44"-139"-3488,-43-93-936,1-1 0,0 0 0,1 0 0,0-1 0,0 1 0,3 2-78,-3-3 83,1 0-1,-1 1 0,0 0 0,-1 0 1,3 6-83,-4-6 333,1 5-981,-4-13 583,0 0 0,0 1 0,0-1 1,-1 0-1,1 1 0,0-1 0,0 0 0,-1 0 0,1 1 0,0-1 1,0 0-1,-1 0 0,1 0 0,0 1 0,-1-1 0,1 0 1,0 0-1,-1 0 0,1 0 0,0 1 0,-1-1 0,1 0 0,0 0 1,-1 0-1,1 0 0,0 0 0,-1 0 0,1 0 0,0 0 0,-1 0 1,1 0-1,0 0 0,-1-1 65,-9-33-3125,-1 3 1746,0 0-3634</inkml:trace>
  <inkml:trace contextRef="#ctx0" brushRef="#br0" timeOffset="-11419.999">7602 767 7352,'0'0'1528,"-5"17"832,5-15 1690,6-7-3860,1-1 1,0 1-1,0 0 0,1 0 1,0 0-1,6-2-190,28-17 370,-25 11-106,-1 0-1,0-1 1,7-9-264,-22 22 14,0 0 1,0 0 0,-1 1-1,1-1 1,0 0 0,-1 0-1,1 0 1,0 1-1,-1-1 1,1 0 0,-1 0-1,0 0 1,1 0 0,-1 0-1,0 0 1,1 0 0,-1 0-1,0 0 1,0 0-1,0-1 1,0 1 0,0 0-1,0 0 1,0 0 0,0 0-1,-1 0 1,1-1-15,-5 5 163,3 16-52,2-17-96,1 0 0,0 0-1,-1 0 1,1 0 0,0-1-1,0 1 1,0 0 0,1 0-1,-1 0 1,0-1 0,0 1 0,1-1-1,-1 1 1,1-1 0,0 1-1,-1-1 1,1 0 0,0 0-1,0 0 1,0 0 0,0 0 0,0 0-1,0 0 1,0-1 0,0 1-1,0-1 1,0 0 0,0 1-1,0-1 1,1 0-15,3 1 27,0 0-1,0-1 0,1 0 1,-1 0-1,0-1 1,0 1-1,1-1 0,-1-1 1,4 0-27,0-3 51,0 1 0,0-1 0,-1 0 0,0-1 0,0 0 0,0-1 0,6-6-51,-12 11 11,-1-1 0,1 1-1,-1 0 1,0-1 0,0 1 0,0-1 0,0 0 0,0 0-1,-1 0 1,1 0 0,-1 0 0,0 0 0,0 0-1,0 0 1,0 0 0,0-1 0,-1 1 0,1 0 0,-1-1-1,0 1 1,0 0 0,0-1 0,-1 1 0,1 0 0,-1 0-1,-1-4-10,-1 1 26,0 0 1,0 1-1,-1-1 0,0 1 0,-4-5-26,4 6 24,0 0 1,1 0-1,0 0 1,0-1-1,0 0 1,1 1 0,-1-1-1,0-5-24,2 8 53,1 2 11,11 13 11,6 12-7,-2 0 0,-1 1 0,0 0-1,-2 1 1,4 16-68,14 49 210,-4 4-210,-13-49 36,2 13 42,-2 1 0,-2 1-1,-2 10-77,-7-40 54,-1 0 1,-1 1-1,-2-1 1,-1 0-1,-1 0 0,-2-1 1,-2 3-55,5-26 34,0 0 1,0-1 0,0 1-1,-1-1 1,0 0 0,-1 0-1,1 0 1,-1-1 0,-1 1-1,-1 1-34,-12 10 21,0-1 0,-15 9-21,-23 21-36,53-44-16,0-1 1,-1 1 0,1-1-1,-1 0 1,1 0 0,-1 0-1,0 0 1,1-1 0,-1 0-1,0 0 1,0 0 0,0-1-1,0 0 1,0 0 0,-4 0 51,-18 1-624,-42 4-2528,37-2-6101,75-7 6947</inkml:trace>
  <inkml:trace contextRef="#ctx0" brushRef="#br0" timeOffset="-10450.616">1119 6592 7448,'0'0'1441,"0"0"-32,0 0-147,0 0-74,0 0-144,0 0-88,1 5-324,11 23-256,1 0 0,2-2 0,0 1 0,2-2 0,0 0 0,4 1-376,37 57 846,-51-67-363,-7-16-464,0 1-1,0-1 1,0 0 0,-1 0-1,1 0 1,0 0-1,0 0 1,0 1 0,-1-1-1,1 0 1,0 0 0,0 0-1,-1 0 1,1 0 0,0 0-1,0 0 1,-1 0-1,1 0 1,0 0 0,0 0-1,-1 0 1,1 0 0,0 0-1,0 0 1,-1 0-1,1 0 1,0 0 0,0-1-1,0 1 1,-1 0 0,1 0-1,0 0 1,0 0 0,0 0-1,-1-1 1,1 1-19,-30-19 347,19 10-325,0-1-1,0 0 0,1-1 1,0 0-1,1 0 0,0-1 1,1 0-1,0-1 0,1 0 1,0 0-1,1 0 0,1-1 1,0 0-1,1 0 0,-1-9-21,1 8-261,1-1 0,1 1 0,1-1 0,0 1-1,1-1 1,2-11 261,-2 23-63,1 0-1,-1 0 1,1 1 0,0-1 0,0 0-1,0 1 1,1-1 0,-1 1-1,1-1 1,0 1 0,0 0-1,0 0 1,0 0 0,1 0-1,-1 0 1,1 0 0,0 1 0,-1-1-1,1 1 1,0 0 0,1 0-1,-1 0 1,0 0 0,1 0-1,-1 1 1,1-1 0,-1 1-1,1 0 1,0 0 0,1 0 63,39-4-1633,-8 0-6889,-59 8 6800</inkml:trace>
  <inkml:trace contextRef="#ctx0" brushRef="#br0" timeOffset="-10028.318">1556 6526 9504,'0'0'1529,"0"0"-72,0 0-307,0 0-142,1-5-371,10-29-112,-5 19-425,-1 0 0,-1 0 0,0-1-1,-1 1 1,-1-1 0,-1 0-100,-1 12 37,-3-5-27,-3 1-19,5 6-29,1 2-3,-16 20-7,4-8 29,8-5 19,-1 0 1,1-1-1,0 2 1,1-1-1,0 0 1,0 1-1,0-1 0,1 1 1,0 0-1,1 0 1,-1 0-1,2 0 1,-1 0-1,1 0 1,0 0-1,1 0 0,0 0 1,1 5-1,-1-10 7,1 0-1,-1 0 1,1 0 0,0 0 0,0 0 0,0-1-1,0 1 1,0-1 0,0 0 0,1 1 0,-1-1-1,1 0 1,0 0 0,-1 0 0,1-1-1,0 1 1,0-1 0,0 0 0,0 0 0,1 0-1,-1 0 1,0 0 0,0 0 0,1-1 0,-1 0-1,0 0 1,0 0-7,14 1 45,-1-1 0,0-1 0,0 0-1,12-4-44,-16 4-206,0-2-1,0 0 0,0 0 0,0-1 1,-1 0-1,0-1 0,0 0 0,0-1 1,0 0-1,-1-1 0,0 0 1,-1-1-1,1 0 0,-1 0 0,3-6 207,-2-8-446,-6 11-1000,6-17-6400</inkml:trace>
  <inkml:trace contextRef="#ctx0" brushRef="#br0" timeOffset="-9528.168">1896 6088 6552,'0'15'41,"1"0"239,-2-1 0,0 1-1,0-1 1,-4 12-280,5-25 24,0 0 0,0-1 0,0 1 0,0-1 0,0 1 0,0-1 0,0 1 0,0 0 0,0-1 0,-1 1 0,1-1 0,0 1 0,0-1 0,-1 1 0,1-1 0,0 1 0,-1-1 0,1 1 0,0-1 0,-1 0 0,1 1 0,-1-1 0,1 0 0,-1 1 0,1-1 0,-1 0 0,1 1 0,-1-1 0,1 0 0,-1 0 0,1 1 0,-1-1 0,1 0 0,-1 0 0,1 0 0,-1 0 0,0 0 0,1 0 0,-1 0-24,-22-12 794,-2-3 0,23 15-714,-1-1 1,1 0 0,-1 1-1,1-1 1,-1 1 0,1 0-1,-1-1 1,1 1 0,-1 1-1,1-1 1,-1 0 0,1 1-1,-1-1 1,1 1 0,0 0 0,-1-1-1,1 1 1,0 0 0,-2 2-81,1-1 110,0 1 0,0 0 1,0 0-1,1 0 1,-1 0-1,1 0 1,0 1-1,0-1 1,0 1-1,0-1 1,1 1-1,-1 1-110,-4 10 163,2-1-1,0 1 0,1 0 0,0 0 1,1 0-1,1 0 0,0 1 0,2 13-162,-1-22 53,0 0 0,1 0 0,0 0 0,0 0 0,1 0 0,0 0 0,0-1 0,1 1-1,0 0 1,0-1 0,0 0 0,1 0 0,0 0 0,0 0 0,1-1 0,-1 0 0,1 1-1,0-2 1,1 1 0,1 1-53,-3-4 20,1 0 1,-1 0-1,1 0 0,0-1 0,0 1 0,0-1 1,0 0-1,0-1 0,0 1 0,0-1 1,0 0-1,0 0 0,0-1 0,0 0 0,-1 0 1,1 0-1,0 0 0,0 0 0,0-1 0,-1 0 1,1 0-1,-1-1 0,1 1 0,0-2-20,4-1 20,-2 0 0,1 0 0,0-1 0,-1 0 0,0-1 0,-1 1 0,0-1 0,0-1-1,0 1 1,-1-1 0,0 0 0,3-5-20,-4 3 20,4-6-28,-2 0-1,0 0 1,0-1 0,-2 1 0,2-8 8,-6 18 23,1 0 1,-1 0-1,0 0 0,0-1 1,-1 1-1,0 0 0,0 0 1,0 0-1,-1 0 1,0 0-1,0 0 0,0 0 1,-1 1-1,0-1 0,0 1 1,0 0-1,-3-3-23,6 8 18,0-1 0,0 1 0,0-1 0,-1 1 0,1-1 0,0 1-1,0-1 1,-1 1 0,1 0 0,0-1 0,-1 1 0,1-1 0,0 1 0,-1 0 0,1-1-1,-1 1 1,1 0 0,-1-1 0,1 1 0,-1 0 0,1 0 0,-1-1 0,1 1 0,-1 0 0,1 0-1,-1 0 1,1 0 0,-1 0 0,1 0 0,-1 0 0,1 0 0,-1 0 0,0 0-18,-1 17 250,2-11-212,1 0 0,0 0-1,1 0 1,-1 0 0,1-1 0,0 1-1,2 3-37,78 120 756,-5 3-1,9 33-755,-58-110 211,-19-37-119,1-1 1,-2 2-1,0-1 1,-2 1-1,0 0 0,1 7-92,-1-7 180,-5-11-269,-1-6-358,0-2-199,-5-35-1947,-2-71 370,0 7-7330</inkml:trace>
  <inkml:trace contextRef="#ctx0" brushRef="#br0" timeOffset="-9074.907">2152 5957 10040,'25'45'4515,"17"19"-3033,-7-12-924,-30-45-481,-1 0 0,1-1-1,0 0 1,1 0-1,-1-1 1,1 1-1,0-1 1,1 0 0,-1-1-1,1 1 1,0-1-1,0-1 1,0 1-1,0-1 1,1-1-1,0 1 1,-1-1 0,1-1-1,3 1-76,-9-2 23,0-1-1,0 1 0,0-1 1,0 0-1,0 0 1,0 1-1,-1-1 1,1 0-1,0-1 1,-1 1-1,1 0 1,-1 0-1,1-1 0,-1 1 1,0-1-1,1 1 1,-1-1-1,0 0 1,0 1-1,0-1 1,0 0-1,-1 0 1,1 1-1,0-1 0,-1 0 1,1-1-23,13-56 74,-13 53-64,1-13 63,-1 1-1,0-1 1,-2-17-73,-1 22 30,2 1 1,0-1-1,1 1 1,0-1-1,1 1 0,0-1 1,3-5-31,-5 17 29,0 2 18,0 0 7,0 0 2,17 19 25,-12-13-78,2 0 18,1 0-1,0 0 0,0-1 1,0 0-1,1 0 0,0-1 0,0 0 1,0-1-1,1 1-20,-4-2-77,0 0 0,0-1-1,0 0 1,1 0 0,-1 0 0,0-1-1,0 0 1,1 0 0,-1 0 0,0-1-1,1 0 1,-1 0 0,0-1 0,1 0 77,2-3-633,0 0 1,-1-1-1,1 0 1,-1 0-1,0-1 1,-1 0-1,0-1 1,0 1-1,0-1 1,3-7 632,10-10-8180</inkml:trace>
  <inkml:trace contextRef="#ctx0" brushRef="#br0" timeOffset="-8730.709">2675 5675 9144,'3'7'329,"-1"-1"1,0 1-1,-1-1 1,1 1-1,-1 0 1,-1-1-1,1 5-329,0-5 173,0 0-1,0 0 1,1 0-1,0 0 0,0 0 1,0 0-1,1-1 1,0 1-1,4 4-172,-3-2-289,2-1 0,-1 0 1,1 0-1,0 0 0,1-1 0,3 3 289,36 15-6833,-65-33 5749</inkml:trace>
  <inkml:trace contextRef="#ctx0" brushRef="#br0" timeOffset="-8402.763">2935 5721 12280,'0'0'1608,"0"0"-50,0 0-197,0 0-123,0 0-298,0 0-154,0 0-332,0 0-92,0 0-46,0 0-17,0 0-22,1-7-50,5-49-86,-3 18 74,3-1-1,1 1 0,2-3-214,-6 30-204,0 1 0,1 0-1,0 0 1,1 0-1,0 0 1,0 1-1,1 0 1,0 0-1,1 0 1,0 1 0,0 0-1,1 0 1,2-1 204,3-5-2926,13-14-6035,-60 66 6767</inkml:trace>
  <inkml:trace contextRef="#ctx0" brushRef="#br0" timeOffset="-8043.28">3281 5457 12192,'0'0'1593,"0"0"-81,0 0-344,1-5-263,8-23-594,-4 15-193,-2 0 0,1 0-1,-2-1 1,0 0 0,-1 1 0,0-1 0,-1 0-1,-1-7-117,0-12-29,0 34 30,1-1 0,-1 0 0,1 0 0,-1 0 0,1 0 0,-1 0 0,1 0 0,0 1 0,-1-1 1,1 0-1,-1 0 0,1 1 0,0-1 0,-1 0 0,1 1 0,0-1 0,-1 0 0,1 1 0,0-1 0,-1 1 0,1-1 0,0 0 0,0 1 0,0-1 0,-1 1 0,1-1 0,0 1 0,0-1 0,0 1 0,0-1 0,0 1 0,0-1 0,0 1-1,-9 18 43,4-4 46,2 0-1,0 0 0,1 0 0,0 0 0,1 0 0,1 0 0,0 0 0,1 0 1,1 0-1,0 0-88,-1-11 25,0 0 0,0 0 1,0-1-1,1 1 0,-1-1 1,1 1-1,0-1 0,0 1 0,0-1 1,0 0-1,1 1-25,2 2 14,-5-6-11,1 1 1,0 0 0,0 0-1,-1 0 1,1-1 0,0 1 0,0 0-1,0-1 1,0 1 0,0-1-1,0 1 1,0-1 0,0 0-1,0 1 1,0-1 0,0 0-1,0 0 1,0 1 0,0-1-1,0 0 1,0 0 0,1 0-1,-1 0 1,0-1-4,28-7-342,-1-7 319,17-11-3299,-12 8-5410,-77 42 6594</inkml:trace>
  <inkml:trace contextRef="#ctx0" brushRef="#br0" timeOffset="-7715.066">3460 5013 9056,'0'0'1440,"0"0"-91,0 0-362,0 0-165,0 0-291,0 0-142,0 0-291,9 4-78,34 17-15,1-3 0,2-2-3,-11-3 108,-2 1 0,0 2 0,28 17-110,-58-31 64,0 0 1,0 0-1,0 0 0,-1 0 1,1 0-1,-1 1 0,1-1 0,-1 1 1,0-1-1,0 1 0,0 0 0,0 0 1,0 0-1,-1 0 0,1 0 0,-1 0 1,0 1-1,0-1 0,0 0 0,-1 1 1,1-1-1,-1 0 0,0 1 1,1-1-1,-2 1 0,1-1 0,0 2-64,-2 0 24,1 1 0,-1-1 0,0 0 0,-1 0 0,1 0 0,-1 0 0,0-1 0,0 1 0,0-1 0,-1 0 0,1 0 0,-1 0 0,0 0 0,0 0 0,-2 0-24,-9 8-1020,-8 5-8324,45-34 7403</inkml:trace>
  <inkml:trace contextRef="#ctx0" brushRef="#br0" timeOffset="-6902.163">4351 4602 9240,'0'0'1680,"0"0"-54,0 0-212,0 0-124,0 0-276,1 6-228,0 1-643,1 0 0,0 1 0,0-1 0,0 0 0,1 0 0,0-1 0,0 1 0,1 0 0,0-1 0,0 0 0,4 4-143,11 13 303,1-1 0,1-2-1,1 1 1,25 16-303,-47-37 7,1 1 1,0-1-1,0 1 0,-1-1 1,1 0-1,0 1 1,0-1-1,0 0 0,-1 1 1,1-1-1,0 0 0,0 0 1,0 0-1,0 0 0,0 1 1,-1-1-1,1-1 1,0 1-1,0 0 0,0 0 1,0 0-1,0 0 0,-1-1 1,1 1-1,0 0 0,0-1 1,0 1-1,-1 0 0,1-1 1,0 1-1,0-1 1,-1 1-1,1-1 0,-1 0 1,1 1-1,0-1 0,-1 0 1,1 1-1,-1-1 0,1 0 1,-1 0-1,0 1 1,1-1-1,-1 0 0,0 0 1,0 0-1,1 0 0,-1 1 1,0-1-8,8-38 32,-10 15-75,0 1-1,-1-1 0,-7-22 44,4 24-146,2-1 0,1 0 0,-1-22 146,4 44-65,1 6 3,15 49-2,1-14 60,8 4 4,5 4 0,4 5 0,1 6 2,-4-4 55,20 52-57,-47-96 32,0 1-1,0 0 1,-2 0-1,1 0 1,-2 0-1,0 0 1,0 1-1,-1 8-31,-1-17 24,0 1 1,0-1-1,-1 0 1,1 0-1,-1 1 0,0-1 1,-1 0-1,1-1 0,0 1 1,-1 0-1,0-1 1,0 1-1,0-1 0,-2 1-24,1 1 22,-5 4 24,0-1 0,0 0 0,-1-1-1,0 0 1,-1 0 0,1-1 0,-1 0 0,-1-1 0,1 0 0,-1-1 0,-1 0-46,7-2 12,0-1-1,0 0 1,-1 0-1,1 0 1,0-1-1,0 0 1,0 0-1,-1-1 1,1 1-1,-3-2-11,-1 0-10,-3-2-90,5-1-21,0-1 0,0 1 0,1-2-1,0 1 1,0-1 0,1 0 0,0 0 0,0-1-1,0 0 1,1 0 0,0 0 0,-1-4 121,1 1-137,3 8 43,1 0-1,0 0 1,-1 0 0,1 0 0,1 0 0,-1-1-1,0 1 1,1 0 0,-1 0 0,1-1-1,0 1 1,0 0 0,1 0 0,-1-1 94,3-32-692,2 0 1,1 0 691,0 4-2076,4-32-5428,-23 149 5642</inkml:trace>
  <inkml:trace contextRef="#ctx0" brushRef="#br0" timeOffset="-6542.366">4650 4402 10848,'0'0'1408,"0"0"-72,0 0-288,0 9-235,2 17-394,1 0 1,2 0-1,2 4-419,-5-25 16,0 0-1,0 0 0,1-1 0,-1 1 0,1-1 1,1 0-1,-1 0 0,0 0 0,1 0 0,0 0 0,0-1 1,3 3-16,0-1 31,-4-2-6,0-1 0,0 0 0,0 0 1,1 0-1,-1-1 0,1 1 0,-1-1 1,1 1-1,0-1 0,-1-1 0,1 1 0,0 0 1,0-1-1,-1 0 0,1 0 0,1 0-25,1 0 22,-2 1-9,1-1 0,-1 0 0,1 0 0,-1 0 0,0-1 0,1 1 0,-1-1 0,0 0 0,1-1 0,-1 1 0,0-1 0,0 1 0,0-1 0,0-1 0,0 1 0,0 0 0,-1-1 0,1 0 0,-1 0 0,0 0 0,0 0 0,0 0 0,0-1 0,0 0 0,-1 1 0,0-1 0,0 0 0,0 0 0,0 0 0,0 0 0,-1 0-1,0-1 1,0 1 0,0 0 0,0-1 0,-1 1 0,1-1 0,-1 1 0,0-1 0,-1 1 0,1 0 0,-1-1 0,0 1 0,0-1 0,0 1 0,0 0 0,-1 0 0,0 0 0,0-1-13,0 1 10,0 0-1,-1 1 0,1-1 1,-1 1-1,0-1 1,0 1-1,0 0 1,-1 0-1,1 0 1,-1 0-1,1 1 1,-1-1-1,-4-1-9,-9-7 58,8 6-123,0 0 0,0 0-1,0 1 1,0 1-1,-1-1 1,0 2-1,1-1 1,-1 1 0,0 1-1,0 0 1,0 0-1,0 1 1,-2 0 65,9 1-604,0-1 1,0 1-1,1 0 0,-1 0 1,0 0-1,1 1 1,-1-1-1,1 1 1,-1 0 603,-3 0-5564,18-7 3819</inkml:trace>
  <inkml:trace contextRef="#ctx0" brushRef="#br0" timeOffset="-6167.47">4909 4182 10040,'-1'4'1321,"-2"4"-1031,0 0 0,0 0 0,1 1 0,0 0 0,0-1 0,1 1 0,0 0 0,1 0 0,0-1 0,0 1 0,1 0 0,0 0 0,0-1 0,1 1 0,0 0 0,4 7-290,-3-9 101,0 0-1,1 0 1,0-1 0,0 0-1,0 0 1,1 0 0,0 0-1,0-1 1,0 1 0,1-1-1,0-1 1,0 1 0,2 0-101,-5-3 32,1 0 1,-1 0 0,0-1-1,1 1 1,-1-1 0,1 0-1,-1 0 1,1 0 0,-1 0-1,1-1 1,0 0 0,-1 0-1,1 0 1,0 0 0,-1 0-1,1-1 1,0 1 0,-1-1-1,1 0 1,-1 0-1,1 0 1,-1-1 0,1 1-1,-1-1 1,0 0 0,0 0-1,2-1-32,-2-1 28,1-1 0,-1 0 0,0 0 0,0 1 0,0-2 0,-1 1 0,0 0 0,0 0 0,0-1 0,-1 0 0,1 1 0,-1-1 0,-1 1 0,1-5-28,1-1 20,0-3 34,0-1 0,-1 1 0,-1-1 0,0 1 0,-1-9-54,-1-18 268,2 41-252,0 0-1,0-1 1,0 1 0,-1 0 0,1 0 0,0-1 0,0 1 0,0 0 0,0 0-1,0-1 1,0 1 0,0 0 0,0-1 0,0 1 0,0 0 0,0 0 0,0-1-1,0 1 1,0 0 0,1 0 0,-1-1 0,0 1 0,0 0 0,0 0 0,0-1-1,0 1 1,0 0 0,1 0 0,-1 0 0,0-1 0,0 1 0,0 0-1,1 0 1,-1 0 0,0 0 0,0-1 0,1 1 0,-1 0 0,0 0 0,0 0-1,1 0 1,-1 0 0,0 0 0,0 0 0,1 0 0,-1 0 0,0 0 0,0 0-1,1 0 1,-1 0 0,0 0-16,14 12 285,7 18-189,-21-30-85,5 9 57,0 1-1,1-1 1,0-1-1,1 1 1,0-1-1,0 0 1,1 0-1,0-1 1,3 3-68,-10-10 2,1 1 1,-1-1-1,0 1 0,0-1 0,1 1 1,-1-1-1,0 0 0,1 0 0,-1 0 1,0 0-1,1 0 0,-1 0 1,0 0-1,1 0 0,-1-1 0,0 1 1,0 0-1,1-1 0,-1 1 0,0-1 1,1 0-3,0 1-26,-1-1 1,1 0-1,-1 1 0,1-1 1,-1 1-1,1 0 1,0-1-1,-1 1 1,1 0-1,-1 0 0,1 0 1,0 0-1,-1 0 1,1 0-1,0 1 0,-1-1 1,1 1-1,-1-1 1,1 1-1,-1-1 26,0 1-24,0-1 0,0 0 0,0 1 1,0-1-1,0 0 0,0 0 0,0 0 0,0 0 0,0 0 0,0 0 1,1 0-1,-1 0 0,0 0 0,0 0 0,0-1 0,0 1 0,-1 0 1,1-1-1,0 1 0,0-1 0,0 1 0,0-1 0,0 1 0,0-1 1,-1 0-1,1 1 0,0-1 0,0 0 0,-1 0 0,1 1 0,0-1 24,23-35-1831,-17 24 252,8-11-7029,-32 49 6456</inkml:trace>
  <inkml:trace contextRef="#ctx0" brushRef="#br0" timeOffset="-5823.63">5347 3902 9776,'0'0'1649,"0"0"-70,0 0-303,0 0-118,0 0-163,4 6-197,69 85 684,-59-74-1299,5 6 231,0-1-1,22 18-413,-41-40 17,0 0 0,0 0 0,1 0 0,-1 0-1,0 0 1,0 0 0,0 0 0,0 0 0,1 0-1,-1 0 1,0 0 0,0 0 0,0 0 0,1 0 0,-1 0-1,0 1 1,0-1 0,0 0 0,0 0 0,0 0-1,1 0 1,-1 0 0,0 0 0,0 1 0,0-1-1,0 0 1,0 0 0,0 0 0,0 1 0,1-1 0,-1 0-1,0 0 1,0 0 0,0 0 0,0 1 0,0-1-1,0 0 1,0 0 0,0 0 0,0 1 0,0-1-1,0 0 1,0 0 0,0 0 0,0 1 0,-1-1-1,1 0 1,0 0 0,0 0 0,0 1 0,0-1 0,0 0-1,0 0 1,0 0 0,0 0 0,-1 0 0,1 1-1,0-1 1,0 0 0,0 0 0,0 0 0,-1 0-1,1 0 1,0 0 0,0 0-17,-13-1 325,9-1-287,0 0 0,0-1 0,0 1 0,0-1 1,1 0-1,-1 0 0,1 0 0,0-1 0,0 1 1,0-1-1,0 0 0,0 0 0,1 0-38,-26-50 276,26 49-300,0-1 32,0 0 0,0-1 0,0 1 0,1-1 0,0 1 0,1-1-1,-1 0 1,1 1 0,1-1 0,-1 0 0,1-2-8,0-2-41,-1 5-1,0-1-1,1 1 0,0-1 0,0 1 0,0-1 1,1 1-1,0-1 0,0 1 0,1 0 0,1-4 43,20-50-3308,-7 6-6571,-40 126 7439</inkml:trace>
  <inkml:trace contextRef="#ctx0" brushRef="#br0" timeOffset="-4897.868">5941 3047 10584,'0'0'1376,"0"0"-32,0 0-128,1 4-230,11 50 10,4-1 0,1-1 0,9 15-996,56 107 1437,-61-132-1024,1-1 0,19 22-413,-34-53 396,-9-13-186,-9-21-60,10 10-118,0-1 0,0 0 0,2 0 0,0 0 1,0 1-1,1-1 0,4-12-32,7-13 7,-10 31-8,1 1 1,0-1-1,0 1 0,1 0 1,0 0-1,1 0 1,-1 1-1,1 0 1,1 0-1,-1 0 1,1 1-1,6-4 1,-12 9-2,1 0-1,-1 1 1,1-1-1,0 0 1,-1 1 0,1-1-1,0 1 1,-1 0 0,1-1-1,0 1 1,-1 0-1,1 0 1,0 0 0,-1 0-1,1 0 1,0 1-1,0-1 1,-1 1 0,1-1-1,-1 1 1,1-1-1,0 1 1,-1 0 0,1-1-1,-1 1 1,1 0 0,-1 0-1,0 0 1,1 1-1,-1-1 1,0 0 0,0 0-1,0 1 1,0-1-1,0 0 1,0 1 0,0-1-1,0 1 3,2 4-4,1-1-1,-1 1 0,0 0 1,-1 0-1,1 0 0,-1 0 1,0 0-1,-1 2 5,2 4-6,0 12-7,-15 37 5,3-33 8,-3-5 0,9-19-81,-1 1 0,1-1 0,-1 0-1,0 0 1,0-1 0,0 1-1,-1-1 1,1 0 0,-1 0 0,0 0-1,0-1 1,0 1 0,0-1 0,0 0-1,0-1 1,0 0 0,-1 1-1,1-1 1,-1-1 0,1 1 0,-1-1-1,1 0 1,-1-1 81,5 1-87,0 0 0,-1-1 0,1 1 1,0-1-1,0 1 0,0-1 0,0 0 0,0 1 0,0-1 0,0 0 1,0 0-1,0 1 0,1-1 0,-1 0 0,0 0 0,0 0 0,1 0 0,-1 0 1,1 0-1,-1 0 0,1-1 0,-1 1 0,1 0 0,-1-1 87,-8-16-2443,-2 3-5595,26 36 6042</inkml:trace>
  <inkml:trace contextRef="#ctx0" brushRef="#br0" timeOffset="-4569.627">6408 3097 10936,'0'0'1281,"0"0"-28,0 0-131,4 5-216,28 31 414,-19-23-935,-1 1 0,0 0 0,-1 0 0,-1 1 0,0 1-1,5 12-384,-11-21 145,1 4 105,0 1-1,0 0 1,-1-1 0,0 1-1,-1 1 1,-1-1-1,2 13-249,-4-25 10,0 1-1,0-1 0,0 1 1,0-1-1,0 1 0,0 0 1,0-1-1,0 1 1,0-1-1,0 1 0,0 0 1,-1-1-1,1 1 0,0-1 1,0 1-1,-1-1 0,1 1 1,0-1-1,-1 1 0,1-1 1,0 1-1,-1-1 0,1 0 1,-1 1-1,1-1 1,-1 0-1,1 1 0,0-1 1,-1 0-1,0 1 0,1-1 1,-1 0-1,1 0 0,-1 0 1,1 1-1,-1-1 0,1 0 1,-1 0-1,0 0 1,1 0-1,-1 0 0,1 0 1,-1 0-1,0 0 0,1-1 1,-1 1-1,1 0 0,-1 0 1,1 0-1,-1 0 0,1-1 1,-1 1-1,1 0 0,-1-1 1,1 1-1,-1 0 1,1-1-1,-1 1 0,1-1 1,0 1-1,-1 0 0,1-1 1,0 1-1,-1-1-9,-3-6 23,1 0-1,-1 0 1,1 0-1,1-1 1,0 1 0,0-1-1,0 0 1,1 0-1,0 1 1,0-4-23,1-67 10,0 76-9,1-19-35,2 1 0,0-1 0,2-3 34,-1 7-99,-2 7-121,1 0 0,0 0 0,0 0 0,1 0 0,1 1 0,1-3 220,1-4-257,13-22-2077,-1 10-293,-4 3-5325,-35 59 5980</inkml:trace>
  <inkml:trace contextRef="#ctx0" brushRef="#br0" timeOffset="-1489.961">7021 2763 7712,'0'0'1520,"0"0"-46,0 0-179,0 0-110,0 0-274,0 0-132,0 0-271,-4-3-142,-40-21 482,42 24-814,0 0-1,0 0 1,0 1 0,0-1-1,0 0 1,0 1 0,1-1-1,-1 1 1,0-1 0,0 1-1,1 0 1,-1 0 0,0 0-1,1 0 1,-1 0 0,1 0-1,-1 1 1,1-1 0,-1 0-1,1 1 1,-1 0-34,-5 8 48,0 0 1,0 1-1,1 0 1,1-1 0,0 2-1,0-1 1,1 1-1,1-1 1,0 1-1,0 0 1,1 0 0,1 0-1,0 1 1,1-1-1,0 0 1,0 0-1,2 1 1,-1-1-1,2 1-48,-3-10 3,1-1 0,0 1 1,0-1-1,0 1 0,0-1 0,0 1 0,0-1 0,1 0 0,-1 1 0,1-1 0,-1 0 0,1 0 0,0 0 0,0 0 0,0 0 0,0-1 0,0 1 0,0-1 0,1 1 0,-1-1 0,0 0 0,1 0 0,-1 0 0,1 0 0,0 0 0,0 0-3,-1-1 6,0 0-1,0 1 1,0-1 0,0 0-1,0 0 1,-1 0 0,1 0-1,0-1 1,0 1 0,0 0-1,0-1 1,0 0 0,-1 1-1,1-1 1,0 0 0,0 0 0,-1 0-1,1 0 1,-1 0 0,1 0-1,-1 0 1,1-1 0,-1 1-1,0 0 1,0-1 0,1 1-1,-1-1 1,0 0 0,0 1-1,-1-1 1,1 0 0,0 1-1,0-1 1,-1 0 0,1-1-6,1-6 17,0 0 1,-1-1 0,0 1-1,-1 0 1,0-1 0,0 1-1,-1 0 1,0-1 0,0 1-1,-1 0 1,-1 0 0,-1-4-18,3 12 28,1 1 20,0 0 38,18 9 21,1 1-81,0 0 0,0-2 0,1 0 1,0-1-1,12 2-26,-31-9-228,1 0 0,-1-1 0,1 1 1,-1 0-1,1-1 0,-1 1 0,1-1 0,-1 1 1,1-1-1,-1 0 0,0 1 0,1-1 0,-1 0 1,0 0-1,0 0 0,0 0 0,0 0 0,0 0 1,0-1-1,0 1 0,0 0 0,0 0 0,0-1 1,-1 1-1,1 0 0,0-1 0,-1 0 228,5-5-6690,-11 16 5062</inkml:trace>
  <inkml:trace contextRef="#ctx0" brushRef="#br0" timeOffset="-1121.347">7145 2586 8880,'1'2'1152,"12"26"422,4 16-63,-15-40-1417,-1 0-1,1-1 1,0 1-1,0 0 1,0-1 0,0 1-1,0-1 1,1 0-1,0 0 1,0 0 0,0 0-1,0-1 1,2 2-94,1 2 187,55 48 260,-58-46-1550,-12-15-3358,6 2-308,8 12 3590</inkml:trace>
  <inkml:trace contextRef="#ctx0" brushRef="#br0" timeOffset="-1120.347">6965 2336 6192,'0'0'0,"0"0"0,0 0 0,0 0 0,17 3 0,-17-3-568,0 0 568,16 1-3600,-32-2 3600</inkml:trace>
  <inkml:trace contextRef="#ctx0" brushRef="#br0" timeOffset="-765.61">7398 2633 9776,'0'0'1425,"0"0"-64,0 0-275,0 0-121,0 0-201,0 0-100,0 0-216,0 0-52,0 0-10,0 0-10,0 0-30,0 0-14,0 0-40,0-6-54,0-3-136,0-13-25,2 0 0,0 0 0,1 0 0,1 0 0,1 1 1,1-1-1,1 0-77,-5 17 19,0 1 0,0-1 0,1 1 0,-1-1 0,1 1 0,0 0 1,0-1-1,1 2 0,-1-1 0,1 0-19,-2 2 12,0 1 0,1 0 0,-1 0 0,0 0 1,0 0-1,1 0 0,-1 0 0,0 0 0,1 1 0,-1-1 0,0 1 1,1-1-1,-1 1 0,1 0 0,-1 0 0,1 0 0,-1 1 1,1-1-1,-1 1 0,1-1 0,-1 1 0,0 0 0,1 0 0,0 0-12,7 4 33,1 0-1,0 1 0,-1 0 0,0 0 1,-1 1-1,0 1 0,6 5-32,12 13-450,-1 2 0,1 4 450,1 4-429,16 21-2689,-10-14-5272,-79-101 6326</inkml:trace>
  <inkml:trace contextRef="#ctx0" brushRef="#br0" timeOffset="1297.729">2968 6861 10312,'0'0'1352,"0"0"-55,0 0-218,3 8-226,-1-4-841,6 17 396,1 0-1,1 0 1,1-1-1,6 7-407,83 106 759,-98-131-726,-2-2 18,-1-2 44,-10-25 3,2 0 0,1-1 1,1 0-1,-1-11-98,6 24 4,-2-27 21,6 0 13,2 1 0,8-41-38,-12 80 13,0 1-1,1-1 0,-1 0 0,0 1 0,1-1 0,0 1 0,-1-1 0,1 0 0,0 1 0,0-1 0,0 1 1,0 0-1,0-1 0,0 1 0,0 0 0,0-1 0,1 1 0,-1 0 0,0 0 0,1 0 0,-1 0 0,1 0 0,-1 1 1,1-1-1,-1 0 0,1 1 0,0-1 0,-1 1 0,1 0 0,0-1 0,-1 1 0,1 0 0,0 0 0,0 0-12,2 0 34,0 1-1,1 0 1,-1 0 0,1 0-1,-1 1 1,0-1-1,0 1 1,0 0-1,0 0 1,0 0-1,2 3-33,6 4 67,0 1-1,0 1 0,-2 0 1,1 1-1,-2 0 0,1 0 1,-2 1-1,1 0 0,-2 0 0,0 1 1,0 2-67,9 9 178,-16-25-171,1 0-1,-1 1 0,0-1 1,1 0-1,-1 1 0,0-1 1,1 0-1,-1 0 0,1 0 1,-1 1-1,0-1 0,1 0 1,-1 0-1,1 0 0,-1 0 1,1 0-1,-1 1 0,1-1 1,-1 0-1,0 0 0,1 0 1,-1 0-1,1 0 0,-1-1 1,1 1-1,-1 0-6,1 0 10,0-1-1,0 0 1,0 0-1,-1 1 1,1-1-1,0 0 1,-1 0-1,1 0 1,-1 0-1,1 0 1,-1 0-1,1 0 1,-1 0-1,1 0 1,-1 0 0,0 0-1,1-1-9,4-28 14,0 0 0,-2 0 1,0-23-15,-3 48 1,4-49 36,2-1 1,9-28-38,-15 82 1,0 0-1,0 0 1,1 0 0,-1 1 0,0-1 0,1 0-1,-1 0 1,1 0 0,-1 0 0,1 1 0,-1-1 0,1 0-1,0 1 1,-1-1 0,1 0 0,0 1 0,0-1 0,-1 1-1,1-1 1,0 1 0,0-1 0,0 1 0,0 0-1,0-1 1,0 1 0,0 0-1,1-1 1,0 1 1,1 0-1,-1 0 0,0 1 1,1-1-1,-1 0 0,0 1 0,0-1 1,0 1-1,1 0 0,-1 0-1,9 4 4,-1 0 0,-1 0 0,1 1 0,1 2-4,-6-4 2,52 38 14,-27-24-111,-26-16 21,0 0 0,1 0 0,-1-1 0,1 1 0,-1-1 0,1 0 0,-1 0 0,1-1-1,4 1 76,39-8-4124,-27 2-3947,-50 12 6098</inkml:trace>
  <inkml:trace contextRef="#ctx0" brushRef="#br0" timeOffset="2626.229">3781 6257 10312,'-2'0'1257,"-34"-6"180,33 6-1324,1 1 0,-1-1 0,1 0 0,-1 1-1,1 0 1,-1 0 0,1-1 0,-1 1 0,1 1-1,0-1 1,0 0 0,-1 1 0,1-1 0,0 1-1,0-1 1,1 1 0,-3 2-113,2-3 116,0 2-41,-1 0 1,1 0-1,0 0 1,0 1-1,0-1 1,0 0-1,1 1 1,0-1-1,-1 1 1,1 0-1,0-1 1,1 1-1,-1 0 1,0 0-1,1 2-75,0-1 73,-2 4 25,2 1 1,0-1 0,0 0-1,1 1 1,0-1 0,0 1-1,1-1 1,0 0 0,1 0-1,0 0 1,3 5-99,-4-8 51,1 0 0,-1 0 0,2-1 0,-1 1 0,0-1 0,5 4-51,-7-7 14,1 0 0,0 0 0,0-1 0,0 1 0,0-1 0,0 1 0,0-1 0,0 0 0,0 0 0,0 0 0,0 0 0,1 0 0,-1-1-1,0 1 1,1-1 0,-1 1 0,1-1 0,-1 0 0,1 0 0,0 0-14,0 0 10,0-1 0,0 1 0,0-1 0,0 0 0,0 0 0,0 0 0,0 0 0,0-1-1,-1 1 1,1-1 0,-1 1 0,1-1 0,-1 0 0,1 0 0,-1 0 0,1-2-10,1-1 23,0 0 0,0 0 0,0-1 0,-1 1 1,0-1-1,0 0 0,-1 0 0,1-1-23,0-2 36,0-1 0,-1 1 0,0-1 0,0 1 0,-1-1 0,0 0 0,-1 1 0,0-1 0,0 0 0,-3-7-36,2 12 45,-1 0-1,0 0 1,0 1-1,-1-1 0,0 1 1,1 0-1,-1-1 0,-1 1 1,1 1-1,-1-1 0,-2-2-44,5 5 102,-2-1 3,-2-3 551,18 13-329,26 17-81,-21-15-213,-14-7-34,0 0 0,0 0-1,1 0 1,-1-1 0,1 0 0,-1 0 0,1 0 0,0-1 0,0 0-1,0 1 1,0-2 0,-1 1 0,2 0 0,-1-1 0,0 0-1,0-1 1,0 1 0,0-1 0,0 0 1,-3 1-66,0-1 0,0 0 1,0 0-1,0-1 0,-1 1 0,1 0 1,-1 0-1,1-1 0,-1 1 0,1-1 1,-1 1-1,0-1 0,1 0 0,-1 1 0,0-1 1,0 0-1,-1 0 0,1 0 0,0 0 1,0 0-1,-1 0 0,1 0 0,-1 0 0,0-1 66,3-48-1134,-3 51 1134,-4-49-1076,-2 1 0,-8-31 1076,-2 13-553,5 18 159,-2-8 316,1 3 238,6 24 160,-1 1 0,-10-25-320,16 52 401,2 14-100,1 0-1,-1-1 1,2 1 0,0 0-1,1-1 1,0 0 0,4 10-301,6 7 474,0-1 0,12 16-474,-21-34 92,1-1 1,0 0-1,1-1 0,0 1 0,0-1 1,1 0-1,0-1 0,0 0 0,1 0 1,4 2-93,9-2 183,-21-7-174,1 1 0,-1-1 1,0 0-1,1 1 0,-1-1 1,1 1-1,-1-1 0,0 1 1,1-1-1,-1 1 0,0 0 1,0 0-1,0 0 0,0 0 1,1 0-1,-1 0 0,-1 0 0,1 0 1,0 0-1,0 1 0,0-1 1,0 0-1,-1 0 0,1 2-9,27 64 436,-27-66-386,-1-1-30,-2 1-8,1-1-13,1 0 1,-1 0 0,1 0-1,-1 0 1,1 0-1,-1-1 1,0 1 0,1 0-1,-1 0 1,1 0 0,-1-1-1,1 1 1,-1 0 0,1 0-1,-1-1 1,1 1-1,-1 0 1,1-1 0,0 1-1,-1-1 1,1 1 0,0 0-1,-1-1 1,1 1-1,0-1 1,-1 1 0,1-1-1,0 1 1,0-1 0,-1 1-1,1-1 1,0 1 0,0-1-1,0 0 1,0 1-1,0-1 1,0 1 0,0-1 0,0 0-6,-3-9-58,0-1-1,1 1 1,0-1 0,1 0 0,0 0 0,0 0-1,1 1 1,1-1 0,0 0 0,1 0 0,0 1 0,0-1-1,2-1 65,2-10-262,2 2 0,0-1 0,2 1 0,0 0-1,12-17 263,-21 36-37,2-4 12,0 1-1,0 0 1,0 1-1,0-1 0,1 1 1,-1-1-1,1 1 1,0 0-1,0 0 0,0 0 1,1 0 25,-3 2 25,-2 5 19,-1 0-1,1-1 1,-1 1-1,0 0 1,-1-1-1,1 1 1,-1-1-1,1 1 1,-1-1-1,0 0 1,0 1-1,0-1 1,-2 1-44,-37 40 327,26-29-319,1 0 114,1 0 0,0 2-1,1 0 1,0 0-1,2 1 1,-5 11-122,14-28 13,1 0 0,-1 0 0,1-1 1,0 1-1,-1 0 0,1 0 0,0 0 0,0 0 0,-1 0 1,1 0-1,0 0 0,0 0 0,0 0 0,1 0 1,-1 0-1,0 0 0,0 0 0,0 0 0,1 0 1,-1 0-1,0 0 0,1 0 0,-1 0 0,1-1 1,0 2-14,-1-2 10,1 1 1,-1-1-1,1 1 1,-1-1-1,1 0 1,-1 1 0,1-1-1,0 0 1,-1 0-1,1 0 1,0 1-1,-1-1 1,1 0-1,-1 0 1,1 0 0,0 0-1,-1 0 1,1 0-1,0 0 1,-1 0-1,1 0 1,0 0 0,-1-1-1,1 1 1,0 0-1,-1 0 1,1 0-1,-1-1 1,1 1-1,-1 0 1,1-1-11,9-4 86,0 0 1,1 0-1,-1 1 0,1 1 1,0 0-1,0 0 1,0 1-1,0 1 0,1 0 1,3 0-87,2-1 69,0 0 1,0-1-1,5-2-69,-4-2-256,-1-1-1,-1-1 1,14-9 256,-1-5-1266,-25 19 908,0 1 0,0 0 0,0-1 0,0 1 0,0 1 0,1-1 0,0 0 0,-1 1 0,1 0 0,0 0 0,0 1 0,0 0 0,0-1 358,-2 2-18,-1-1-1,1 0 1,-1 0 0,0 0-1,0 0 1,0 0 0,1 0 0,-1-1-1,0 1 1,0-1 0,-1 1-1,1-1 1,0 0 0,-1 0 0,1 0-1,-1 0 1,1 0 0,-1 0-1,0 0 1,0 0 0,0-1 0,0 1 18,5-11 534,-2 0 0,0 0 0,2-9-534,0-2 156,6-5 859,-9 24-870,-1 0-1,0 0 1,0-1 0,0 1 0,-1-1 0,1 1 0,-2-1 0,1 0-1,0-3-144,-1 8 36,0 0-1,0-1 1,0 1-1,0 0 0,0 0 1,0-1-1,-1 1 1,1 0-1,0 0 1,-1 0-1,1-1 0,-1 1 1,1 0-1,-1 0 1,1 0-1,-1 0 0,0 0 1,1 0-1,-1 0 1,-1 0-36,2 0 20,-1 1 0,0-1 1,0 1-1,0 0 1,0 0-1,0-1 1,1 1-1,-1 0 0,0 0 1,0 0-1,0 0 1,0 0-1,0 0 1,0 0-1,0 0 0,0 0 1,0 1-1,1-1 1,-1 0-1,0 0 0,0 1-20,-2 0 38,-1 1 0,1 0 0,0 0-1,0 0 1,0 0 0,0 0-1,0 0 1,1 1 0,-1 0-1,1-1 1,-1 1 0,-1 3-38,2-1 51,0 0-1,0 0 1,0 0 0,0 1 0,1-1 0,0 1 0,0-1 0,0 1 0,1 0-1,0-1 1,0 1 0,0 0 0,1-1 0,0 1 0,0-1 0,0 1-1,1-1 1,0 3-51,0-4 24,-1 0 0,1 0 0,-1 0 0,1-1 0,0 1 0,1-1 0,-1 1 0,1-1 0,-1 0 0,1 0 1,0 0-1,0 0 0,0 0 0,1-1 0,-1 0 0,0 1 0,1-1 0,0 0 0,-1-1 0,1 1 0,0-1 0,0 1 0,0-1 0,0-1 0,3 2-24,21-5 26,-24 2-3,0-1 0,0 1 0,0-1 1,-1 0-1,1 0 0,0 0 0,-1 0 0,1-1 0,-1 0-23,28-18-3364,-1 3-6827,-70 42 7675</inkml:trace>
  <inkml:trace contextRef="#ctx0" brushRef="#br0" timeOffset="5033.727">5116 5302 7896,'0'0'1360,"0"0"-38,0 0-148,0 0-64,0 0-100,3 5-190,33 57 634,-3 2-1,7 22-1453,-25-52 512,-8-50-118,-14-83-19,4 70-321,1 0 0,1-1 0,3-16-54,5-9 10,-3 47-8,-3 6-1,-1 0 0,1 0-1,-1 0 1,1 0 0,0 1 0,0-1-1,0 0 1,0 0 0,0 1 0,0-1-1,0 1 1,0-1 0,1 1 0,-1-1 0,1 1-1,-1 0 1,1 0 0,0 0 0,-1 0-1,1 0 1,1-1-1,-1 2 10,0 0 1,0 0-1,0-1 0,0 1 0,0 1 0,0-1 1,0 0-1,0 0 0,0 1 0,0-1 0,0 1 1,0 0-1,-1-1 0,1 1 0,0 0 1,0 0-1,1 1-10,4 4 45,0 0 0,0 0 0,0 0 0,-1 1 0,1 0 0,-2 0-1,1 0 1,2 7-45,-1-3 2,-2-1 47,1 0 1,0 0-1,0-1 1,1 0-1,0 0 1,1 0-1,4 3-49,-11-11 4,-1-1-1,1 0 0,-1 1 0,1-1 0,-1 0 0,1 1 1,-1-1-1,1 0 0,-1 0 0,1 0 0,-1 0 0,1 1 0,-1-1 1,1 0-1,0 0 0,-1 0 0,1 0 0,-1 0 0,1 0 1,-1 0-1,1 0 0,-1-1 0,1 1 0,0 0 0,-1 0 1,1 0-1,-1 0 0,1-1 0,-1 1 0,1 0 0,-1-1 0,0 1 1,1 0-1,-1-1 0,1 1 0,-1-1 0,0 1 0,1-1-3,1-3 10,-1 1 0,1-1-1,-1 0 1,0 0-1,0 0 1,0 0-1,-1 0 1,1-1 0,-1 1-1,0 0 1,-1-3-10,3-48 8,-1 37-5,7-47-6,-8 61 2,1 1 1,0-1-1,0 1 0,1 0 0,-1-1 1,1 1-1,0 0 0,-1 0 0,1 0 1,1 0-1,-1 0 0,0 0 1,1 1-1,-1-1 0,3-1 1,-4 4 0,0-1-1,0 1 1,0 0-1,0-1 1,0 1 0,0 0-1,-1 0 1,1 0-1,0-1 1,0 1-1,0 0 1,0 0 0,0 1-1,0-1 1,0 0-1,0 0 1,0 0 0,0 1-1,0-1 1,0 0-1,0 1 1,0-1-1,0 1 1,-1-1 0,1 1-1,0-1 1,0 2 0,20 17-11,-19-17 10,75 92-304,-57-82-502,11-5-8293,-30-7 6539,-21-6 503</inkml:trace>
  <inkml:trace contextRef="#ctx0" brushRef="#br0" timeOffset="5455.294">5759 4813 8432,'0'0'1593,"0"0"-44,0 4-195,-1 2-1167,-3 117 2561,5-102-2437,0-1 0,1 1-1,0 0 1,2-1 0,2 5-311,-5-20 22,1 0 0,0 0-1,0 0 1,1-1 0,-1 1 0,1-1 0,2 3-22,-4-5 11,0-1 0,1 1 0,-1-1 0,0 0 0,1 1 0,-1-1 0,1 0 0,0 0 0,-1 0 0,1 0-1,0 0 1,0-1 0,-1 1 0,1-1 0,0 1 0,0-1 0,0 1 0,0-1 0,0 0 0,0 0 0,0 0 0,0 0 0,1 0-11,2-1 31,0-1 1,0 1-1,-1-1 0,1 0 1,0 0-1,-1 0 0,1-1 1,-1 0-1,0 0 0,0 0 1,0 0-1,0 0 0,-1-1 1,1 0-1,-1 1 0,0-2 1,0 1-1,2-4-31,-1 2 19,0-1-1,-1 1 0,0-1 1,0 0-1,0-1 1,-1 1-1,0 0 1,-1-1-1,1 1 0,-1-1 1,-1-1-19,0 5 8,-1 0 0,0-1 0,0 1 0,0 0 0,0 0 0,-1 0 0,1 0 0,-1 0 0,0 0 0,0 1 0,-1-1 0,1 1 0,-1-1 0,0 1 0,-1-2-8,-4-5 114,3 4-86,1 0 0,-1 0 0,0 0-1,0 1 1,-1 0 0,1 0 0,-1 0-1,-1 1 1,1 0 0,-6-3-28,11 6 2,-1 1 1,1 0 0,0 0-1,0 0 1,0 0 0,-1 1-1,1-1 1,0 0 0,0 0-1,0 1 1,0-1 0,0 1-1,0-1 1,0 1 0,0-1-1,0 1 1,0 0 0,0-1-1,0 1 1,-1 1-3,-1 0 7,-41 33-586,42-34 485,0 1 0,0 0 0,0-1 0,1 1 0,-1 0 1,0 0-1,1 0 0,0 0 0,-1 1 0,1-1 0,0 0 1,0 1-1,0-1 0,1 0 0,-1 1 0,0-1 0,1 1 1,0-1-1,-1 1 0,1 0 94,1-2-63,-1-1 0,0 0 1,0 0-1,1 0 0,-1 1 0,0-1 1,1 0-1,-1 0 0,0 0 1,0 0-1,1 0 0,-1 0 0,0 0 1,1 0-1,-1 0 0,1 0 1,-1 0-1,0 0 0,1 0 0,-1 0 1,0 0-1,1 0 0,-1 0 0,0 0 1,1 0-1,-1 0 0,0 0 1,0-1-1,1 1 0,-1 0 0,1 0 63,-1 0-122,6-4-106,-1 0-1,1 0 1,-1 0-1,0-1 1,-1 1-1,1-1 1,-1 0-1,1-1 1,2-4 228,-5 6-401,30-36-7772</inkml:trace>
  <inkml:trace contextRef="#ctx0" brushRef="#br0" timeOffset="5799.146">5928 4767 10224,'0'0'1649,"2"10"1271,5-2-2202,0 0 1,0-1-1,1 1 1,0-2 0,3 3-719,32 28 983,41 39 745,-82-75-1560,-2-1 38,0 0 2,0 0-4,-1-1-191,0 1 0,0 0 0,1-1-1,-1 1 1,0-1 0,0 1 0,1-1-1,-1 1 1,0-1 0,1 1 0,-1-1-1,1 0 1,-1 1 0,1-1 0,-1 0 0,1 0-1,-1 1 1,1-1 0,0 0 0,-1 0-1,1 0 1,0 1 0,0-1 0,0 0-13,-7-26 267,3 6-149,1 8-89,0 1 0,1-1 0,0 0 0,1 0 0,1 0 0,0-1 0,1 1 0,0 0 0,1 0 0,1-5-29,3-1-157,0-1 1,1 2-1,0-1 1,2 1-1,3-5 157,22-26-4281,-24 38-5254,-23 26 7197</inkml:trace>
  <inkml:trace contextRef="#ctx0" brushRef="#br0" timeOffset="6127.391">6417 4475 14880,'0'0'1569,"0"0"-93,0 0-394,0 0-178,0 0-320,0 0-169,0 0-358,-6 2-83,-3 2 14,-1-1 1,1 1-1,1 1 1,-1 0-1,-1 1 12,-15 17-2,21-17 23,0 0 1,1 0-1,-1 1 0,2-1 1,-1 1-1,1 0 1,0-1-1,0 1 0,1 0 1,-1 0-1,2 0 1,-1 1-1,1-1 0,0 0 1,1 0-1,-1 0 1,2 1-22,-2-6 13,1 1 1,0-1 0,0 1-1,0-1 1,0 1 0,0-1-1,1 0 1,-1 1 0,1-1-1,0 0 1,-1 0 0,1 0-1,0 0 1,0 0-1,0-1 1,1 1 0,-1-1-1,0 1-13,1 0 21,1 0-4,-1 0 0,1 0 1,-1-1-1,1 1 0,0-1 0,-1 0 0,1 0 0,0 0 0,0 0 0,0-1 0,-1 0 0,1 1 0,0-2 0,0 1 0,2 0-17,-1-1 10,3 1-11,0-1 0,0 0 0,0 0 0,0-1 0,0 0 0,0 0 0,-1-1 0,1 0 1,3-1-52,-7 3-2,1-1 0,0 0 1,-1 0-1,1 0 1,-1 0-1,1-1 1,-1 1-1,0-1 0,0 0 1,0-1-1,0 0 54,30-24-3405,-1 4-6153,-77 56 7210</inkml:trace>
  <inkml:trace contextRef="#ctx0" brushRef="#br0" timeOffset="6971.37">6440 4448 5472,'0'0'1416,"0"0"-12,0 0-48,0 0-39,0 0-105,0 0-89,0 0-271,0 8-199,7 122 878,-10-33-1259,0-39-3079,0-25-4570,6-77 5577</inkml:trace>
  <inkml:trace contextRef="#ctx0" brushRef="#br0" timeOffset="18820.204">2316 8227 9504,'0'0'1176,"0"0"-23,0 0-90,0 0-45,0 0-83,-5 1-170,-2 0-639,0 1 1,0 0-1,0 0 0,0 0 0,1 1 0,-1 0 1,1 0-1,0 0 0,0 1 0,0 0 1,0 0-1,1 1 0,-1 0 0,1 0 0,-1 1-126,-1 2 118,1 0-1,0 1 0,1-1 0,0 1 0,0 1 0,1-1 0,0 0 0,1 1 0,0 0 0,0 0 0,1 1-117,0-1 20,-1 5 100,0-1 0,1 1 0,0 1 0,1-1 0,1 0 0,2 15-120,-2-28 7,3 16 90,0 0 1,1 0 0,2 2-98,-5-15 26,1 0 1,0-1-1,0 1 0,1 0 1,-1-1-1,1 1 1,0-1-1,0 0 1,1 0-1,-1 0 0,1 0 1,-1-1-1,1 1 1,1-1-27,-3-2 22,0 1 1,0-1-1,1 0 1,-1 0-1,1 0 1,-1 0-1,1 0 1,-1-1-1,1 1 1,0-1-1,-1 1 1,1-1-1,0 0 1,-1 0-1,1 0 0,-1-1 1,1 1-1,2-1-22,0-1-90,0 1 0,-1-1 0,1 0 0,-1-1 0,0 1 0,1-1 0,-1 0 0,0 0 0,3-3 90,3-5-378,1-1 1,-1 1-1,-1-2 1,0 1-1,4-9 378,9-16-6024,-10 22 1375,-43 61 2667</inkml:trace>
  <inkml:trace contextRef="#ctx0" brushRef="#br0" timeOffset="19320.356">2493 8151 10400,'0'0'1177,"0"0"-26,0 0-126,0 0-85,0 0-232,0 6-163,1 7-425,0 0-1,1 0 1,0 0-1,1-1 1,1 1-1,0-1 1,0 1-1,3 2-119,-3-6 27,0 0-1,1 0 1,0 0-1,1-1 0,0 0 1,0 0-1,1 0 0,0-1 1,0 0-1,5 4-26,-10-10 15,0 0-1,1 1 1,-1-1-1,0 0 1,1 0-1,-1-1 1,0 1-1,1 0 1,-1-1-1,1 1 1,-1-1-1,1 0 1,0 0-1,-1 0 1,1 0-1,-1 0 1,1-1-1,-1 1 1,1-1-1,-1 0 1,0 1-1,1-1 1,-1 0-1,0-1 0,1 1 1,-1 0-1,0-1 1,0 1-1,0-1 1,0 1-1,0-1 1,0 0-1,0-1-14,4-4 28,0 1-1,0-1 0,-1 0 0,0-1 0,-1 1 0,0-1 0,0 0 1,0 0-1,0-4-27,-1 2 30,0-1-1,-1 1 1,0 0 0,-1-1 0,0 1 0,-1-1-1,-1-10-29,1 15 12,-1 0 0,0 1-1,0-1 1,-1 0-1,1 1 1,-1-1-1,0 1 1,-1 0-1,1 0 1,-1 0-1,0 0 1,-1 0-1,1 0 1,-1 1 0,0-1-1,-2-1-11,-17-8 7,12 11-94,0 0 0,-1 1 0,0 0 1,0 1-1,1 0 0,-1 1 0,0 1 0,0 0 1,1 0-1,-7 2 87,16-3-82,0 0-1,0 1 1,0-1 0,1 1 0,-1-1-1,0 1 1,0-1 0,0 1 0,0 0-1,1 0 1,-1 0 0,0 0 0,1 0 0,-1 1-1,1-1 1,0 0 0,-1 1 0,1-1-1,0 1 1,0-1 0,-1 1 82,-19 21-2578,-1-5-4256,51-42 5160</inkml:trace>
  <inkml:trace contextRef="#ctx0" brushRef="#br0" timeOffset="19851.764">2805 7913 8968,'0'0'1697,"0"0"-46,0 0-206,1 4-280,6 18-669,1 0 1,1-1-1,1 0 0,1 0 0,0-1 0,2-1 0,0 0 0,14 15-496,-26-33 122,-1-1 50,0 0 88,-13-7 74,6-5-310,1-1 0,0 1 0,1-1 0,0 0-1,1 0 1,1-1 0,0 1 0,1-1 0,0 0 0,1 0-1,1 1 1,0-1 0,1-11-24,1 10 13,0 1 0,0-1 0,2 1-1,0 0 1,0 0 0,1 0 0,1 1 0,0-1 0,1 1 0,0 1 0,1-1-1,7-7-12,-13 18 12,-1 0 1,0 1-1,1-1 0,-1 1 0,1-1 0,-1 1 0,1 0 0,0 0 0,0 0 0,-1-1 0,1 2 1,0-1-1,0 0 0,0 0 0,0 1 0,0-1 0,0 1 0,0-1 0,0 1 0,0 0 0,1 0 0,-1 0 1,0 0-1,0 0 0,2 1-12,0 0 2,0 1-1,1 0 1,-1 0 0,0 0 0,0 0 0,-1 0 0,1 1 0,1 1-2,-4-3 4,1 0 1,-1 0 1,1 0-1,-1 1 0,1-1 1,-1 0-1,0 1 1,0-1-1,0 1 1,0-1-1,0 1 0,0 0 1,0-1-1,0 1 1,-1 0-1,1 1-5,3 6 12,20 43 151,4 14-163,16 36-66,-42-99-158,0 0-1,0 0 1,0 0-1,0 0 1,1-1-1,-1 1 1,1-1-1,0 0 1,1 1 224,20 9-11171,-40-19 9075</inkml:trace>
  <inkml:trace contextRef="#ctx0" brushRef="#br0" timeOffset="20336.331">3222 7624 8344,'0'0'1496,"0"0"-52,0 0-207,0 0-69,0 0-88,5 9-195,0-1-825,20 38 1675,16 38-1735,11 59 1762,-52-141-1540,0-2 20,-7-24-79,1-1 0,1 1-1,1-1 1,1 0 0,1-7-163,0 17 6,1-28 74,3 15-29,1 0 0,5-22-51,-6 42 20,0 0 1,0 0-1,1 0 1,0 1-1,0-1 0,0 1 1,1 0-1,1 0 1,-1 0-1,1 0 1,0 1-1,4-4-20,-7 8 8,0 1 0,0 0 0,0 0 0,-1-1 0,1 1 0,0 1 0,0-1 0,0 0 0,1 0 0,-1 1 0,0-1 0,0 1 0,0 0 0,0 0 0,1 0-1,-1 0 1,0 0 0,0 0 0,0 0 0,0 1 0,1-1 0,-1 1 0,0-1 0,0 1 0,0 0 0,0 0 0,0 0 0,0 0 0,0 0 0,-1 1 0,3 0-8,1 2 25,0 1 1,1-1-1,-1 1 1,-1 0-1,1 0 1,-1 1-1,0-1 0,0 1 1,-1 0-1,2 2-25,15 49 273,1 5-902,1-22-3982,-17-31-4127,-12-21 6604</inkml:trace>
  <inkml:trace contextRef="#ctx0" brushRef="#br0" timeOffset="20742.702">3743 7538 8248,'0'0'1624,"0"0"-47,0 0-186,4-6-271,19-28-298,0-1 0,-3-1 0,-1 0 0,-2-2 0,-1 0 0,-2 0 0,8-37-822,-22 75 7,0-1 0,0 1 0,0 0 0,1 0 0,-1-1 0,0 1 0,0 0 0,0 0 0,0-1 1,0 1-1,0 0 0,0-1 0,1 1 0,-1 0 0,0 0 0,0-1 0,0 1 0,0 0 0,0-1 0,-1 1 0,1 0 0,0-1 0,0 1 0,0 0 0,0 0 0,0-1 0,0 1 0,0 0 0,-1-1 0,1 1 1,0 0-1,0 0 0,0 0 0,0-1 0,-1 1 0,1 0 0,0 0 0,0 0 0,-1-1 0,1 1 0,0 0 0,0 0 0,-1 0 0,1 0 0,0 0 0,-1-1 0,1 1 0,0 0 0,-1 0-7,-17 9 98,-19 21-69,23-13 69,0 1 0,-7 14-98,1 6 19,16-30-12,1 0 0,0 1 0,1 0 0,0-1 0,0 1 0,1 0 0,0 0 0,1 0 0,0 0 0,0 0 0,1 0 0,0 0 0,0 0 0,1 0 0,0 0 0,1-1 0,0 1 0,0-1 0,1 0 0,0 0 0,1 0 0,2 3-7,-5-8 5,0-1 0,0 0 0,1 0-1,-1 0 1,1 0 0,-1 0-1,1-1 1,0 1 0,0-1 0,-1 1-1,1-1 1,0 0 0,0 0-1,0 0 1,0-1 0,0 1 0,1-1-1,-1 0 1,1 0-5,3 0-40,-1 0-1,1-1 0,-1 0 1,1 0-1,-1-1 1,0 0-1,0 0 1,3-2 40,17-10 10,12-10-3295,-7 7-5932,-72 40 6948</inkml:trace>
  <inkml:trace contextRef="#ctx0" brushRef="#br0" timeOffset="21289.773">4220 6854 9776,'0'0'1472,"0"0"-38,0 0-147,0 0-114,0 0-323,-3 7-211,-3 5-489,1 0-1,0 1 1,1 0-1,1 0 1,0 0-1,0 0 1,1 0-1,1 0 1,0 6-150,2-10 57,0 0 0,0 1 0,0-1 1,1 0-1,1 0 0,0 0 0,0 0 0,0 0 1,1-1-1,1 1 0,0 0-57,-2-6 16,0 1-1,0-1 0,1 0 1,-1 0-1,1 0 1,0 0-1,0 0 0,0-1 1,0 0-1,0 0 1,1 0-1,-1 0 0,1-1 1,-1 0-1,1 0 1,2 1-16,0-2 19,0 0 1,0 0 0,-1 0-1,1-1 1,0 1-1,-1-2 1,1 1 0,-1-1-1,1 0 1,-1 0-1,1-1-19,3-2-5,0 0-1,0-1 0,-1 1 0,0-2 0,0 1 1,0-2-1,-1 1 0,0-1 0,-1 0 1,1 0-1,-2-1 0,1 0 0,-1 0 0,1-3 6,-2 2-55,-1 0-1,0-1 0,0 1 0,-1-1 0,0 0 0,-1 0 1,0 0-1,-1 0 0,0 0 0,-1-2 56,-1-4-46,-1-1 0,-1 1-1,0 0 1,-1 1 0,-1-1-1,-2-3 47,1 3-26,-5-15-45,-2 1 0,-9-14 71,-14-25 223,36 68 50,6 19 105,16 40 256,4-2 1,1-1 0,5 2-635,52 112 842,-83-167-883,-1 1 0,1-1 0,0 1-1,-1-1 1,1 1 0,0-1 0,0 1-1,0-1 1,0 0 0,0 1 0,0-1-1,0 0 1,1 0 0,-1 0 0,0 0 0,1 0-1,-1 0 1,1 0 0,-1 0 0,1-1-1,-1 1 1,1 0 0,-1-1 0,1 0 41,3 0-468,-1 0 0,0-1 1,1 0-1,-1 0 1,0 0-1,0 0 0,0-1 1,0 0-1,0 0 468,-1 1-309,12-5-8303,-35 14 6472</inkml:trace>
  <inkml:trace contextRef="#ctx0" brushRef="#br0" timeOffset="21633.625">4521 6824 11832,'-7'-11'2449,"6"8"-2237,0 0 0,1 0 0,-1 0 1,1 0-1,0 0 0,0 0 0,0-1 0,1 1 0,-1 0 1,1 0-1,-1 0 0,1 0 0,0 0-212,18-45 798,-6 15-292,-10 23-476,1 1-1,0 0 0,0 0 1,0 0-1,2 0 0,-1 1 0,1 0 1,0 0-1,0 0 0,8-6-29,-1 3-277,0 0-1,1 1 1,1 1-1,0 0 1,14-6 277,-23 12-137,-5 2 85,-1 1-1,1-1 1,-1 1-1,1-1 1,-1 1-1,1-1 1,-1 1-1,1 0 1,-1-1-1,1 1 1,-1 0-1,1 0 1,0-1-1,-1 1 1,1 0-1,0 0 1,-1 0-1,1 0 1,-1 0-1,1 0 1,0 0-1,-1 0 1,1 0 0,0 0-1,-1 0 1,1 0-1,0 0 1,-1 1-1,1-1 1,-1 0-1,1 0 1,0 1-1,-1-1 1,1 1-1,-1-1 1,1 0-1,-1 1 1,1-1-1,-1 1 1,1-1-1,-1 1 1,0-1-1,1 1 1,-1-1-1,0 1 1,1-1-1,-1 1 1,0 0 52,104 187 2700,-102-185-2749,0 1 0,-1 0 0,1 0 1,-1 0-1,1 0 0,-1 1 0,0-1 0,0 4 49,0 8-3493,-1-8-3556,0-18 5337</inkml:trace>
  <inkml:trace contextRef="#ctx0" brushRef="#br0" timeOffset="21993.109">4521 6083 6192</inkml:trace>
  <inkml:trace contextRef="#ctx0" brushRef="#br0" timeOffset="22323.667">4956 6395 10848,'0'0'1768,"0"0"-112,0 0-448,0 0-158,0 0-181,3 8-182,2 4-562,1-1 0,0 1 1,0-1-1,1 0 0,1-1 0,0 0 0,0 0 0,8 7-125,-15-16 14,8 6 62,0 0 1,1 0 0,-1-1-1,7 4-76,-13-9 28,0 1-1,-1-1 0,1 0 0,0 0 0,0 0 0,0-1 1,0 1-1,0 0 0,0-1 0,0 0 0,0 0 1,0 0-1,0 0 0,0 0 0,0-1 0,0 1 0,0-1 1,0 0-1,0 0 0,0 0 0,0-1-27,0 1 25,-1-1 0,1 0 0,-1 1 0,1-1 0,-1 0 0,0 0-1,0-1 1,0 1 0,0 0 0,-1-1 0,1 1 0,-1-1 0,1 0 0,-1 1 0,0-1 0,0 0 0,0 0 0,0 0 0,-1 0-1,1 0 1,-1 0 0,0 0 0,0 0 0,0 0 0,0 0 0,0 0 0,0 1 0,-1-1 0,0-1-25,-1-4 47,0 0 1,0-1-1,-1 1 1,0 1-1,-1-1 1,1 0 0,-2 1-1,1 0 1,-5-6-48,5 9-61,1 0-1,-1 0 1,0 0 0,0 1 0,0 0 0,0 0 0,-1 0 0,0 0 0,1 1-1,-1-1 1,0 1 0,0 0 0,0 1 0,0-1 0,-4 0 61,0 1-660,1 0 1,0 1-1,0-1 0,0 1 1,0 1-1,-2 0 660,-2 2-9630,20-5 7822</inkml:trace>
  <inkml:trace contextRef="#ctx0" brushRef="#br0" timeOffset="22651.89">5321 6276 10224,'0'0'1873,"0"0"-52,0 0-226,0 0-142,0 0-354,0 0-162,0 0-306,4 5-166,4 4-348,-3-4 73,1 1-1,-1 0 1,0 1-1,0-1 1,-1 1-1,0 0 1,0 0-1,3 8-189,-7-13 180,0-2 20,-17-31 90,15 26-264,0-1 1,0 1-1,1 0 0,-1-1 1,1 1-1,0-1 1,1 0-1,-1 1 1,1-1-1,0 0 0,0 0 1,1 1-1,0-3-26,-1 7 7,2-22 24,1 0 0,0 0-1,2 1 1,3-10-31,-3 22 10,-1 0 0,1 0 0,1 0-1,0 1 1,6-8-10,11-5 4,-21 20-3,0 1-1,0 0 0,0-1 1,0 1-1,0 0 1,1 0-1,-1 0 0,0 0 1,1 0-1,-1 1 1,1-1-1,-1 1 0,1-1 1,-1 1-1,1 0 1,-1 0-1,1 0 0,-1 0 1,0 1-1,1-1 1,-1 1-1,1-1 0,-1 1 1,0 0-1,2 1 0,2 1 2,0 1 1,0 0-1,0 0 0,-1 1 1,0 0-1,0 0 0,0 0 1,0 0-1,-1 1-2,16 23 3,-1 1-85,-2 1 1,6 16 81,-22-45-99,0 0 1,0 1-1,0-1 1,0 0-1,1 0 1,-1 0-1,0 0 1,1 0 0,0 0-1,-1-1 1,1 1-1,0 0 1,0 0 98,32 7-4837,-20-7-4014,-32-5 6677</inkml:trace>
  <inkml:trace contextRef="#ctx0" brushRef="#br0" timeOffset="23027.003">5742 5711 12192,'0'0'1328,"0"0"-66,0 0-260,0 0-112,0 0-179,-3 5-153,-3 6-410,1 0 0,0 1-1,1 0 1,0 0 0,1 1-1,0-1 1,1 1 0,0-1-1,1 1 1,1 0-1,0 6-147,0-18 12,0 0 0,0 0-1,0 0 1,0 0 0,0 0-1,0 0 1,1 0 0,-1 0-1,0 0 1,1 0 0,-1 0-1,1 0 1,-1 0 0,1 0-1,-1 0 1,1 0 0,-1 0-1,1-1 1,0 1 0,0 0-1,-1 0 1,1-1-1,0 1 1,0-1 0,0 1-1,0-1 1,0 1 0,0-1-1,0 1 1,0-1 0,0 0-1,0 1 1,0-1 0,0 0-1,0 0 1,1 0-12,3 0 21,1-1 0,0 1 0,0-2 0,0 1 0,0 0 0,2-2-21,18-4 64,-11 5-44,-1 1 0,1 0 1,-1 1-1,1 0 0,0 1 0,4 2-20,-13-2 14,1 0-1,-1 0 0,0 1 1,0 0-1,-1 1 0,1-1 1,0 1-1,-1 0 0,1 0 1,-1 1-1,0-1 0,0 1 0,-1 0 1,1 1-1,-1-1 0,0 1 1,1 2-14,-2-3 24,0 1 0,-1-1-1,0 1 1,0 0 0,-1 0 0,1 0 0,-1 0 0,0 0 0,0 0 0,0 0 0,-1 0 0,0 0 0,0 1 0,0-1 0,-1 0-1,0 0 1,0 0 0,0 0 0,-1 0 0,1 0 0,-2 3-24,-1 1-41,-1 1-1,0-1 1,0 0 0,-1 0 0,0 0-1,0-1 1,-1 0 0,0 0-1,-1 0 1,-2 1 41,2-2-1303,-4 4-9968,24-22 8927</inkml:trace>
  <inkml:trace contextRef="#ctx0" brushRef="#br0" timeOffset="23417.774">6173 5203 8248,'0'0'1801,"0"0"-13,0 0-73,1 7-302,49 232 2357,-32-164-3544,4 11-4029,-14-53-4278,-19-77 6108</inkml:trace>
  <inkml:trace contextRef="#ctx0" brushRef="#br0" timeOffset="23777.24">6371 5914 9688,'0'0'2000,"0"0"-70,0 0-276,0 0-127,0 0-223,0 0-122,0 0-268,0 0-119,0 0-214,0 0-82,0 0-116,0 0-110,0 0-338,0 0-203,0 0-2926,0 0-9865</inkml:trace>
  <inkml:trace contextRef="#ctx0" brushRef="#br0" timeOffset="24949.513">6604 4929 8608,'0'0'1433,"0"0"-44,0 0-195,0 0-112,0 0-244,0 0-104,0 0-163,-1 4-126,-2 7-282,0 1-1,1 0 1,0 0-1,1 0 0,0 0 1,1 1-1,0-1 1,1 0-1,1 1-162,6 45 883,7 19-883,-6-30 239,6 19-4,-8-41-166,-2 1 0,1 10-69,-5 33-4182,-2-49-3809,3-46 6041</inkml:trace>
  <inkml:trace contextRef="#ctx0" brushRef="#br0" timeOffset="25324.942">6790 5695 12728,'0'0'1968,"0"0"-115,0 0-459,0 0-215,0 0-406,0 0-262,0 0-646,0 4-111,0 11-1519,0 4-8771,0-34 8356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48280-1BD3-49A6-AEF4-EB427EF4AB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74D3E7-059D-48C2-804C-7D6734BACD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B638E0-F5ED-4E21-B37C-C0D53D8D6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B1841-B02F-4F8B-A39B-0E975E8681FC}" type="datetimeFigureOut">
              <a:rPr lang="en-AU" smtClean="0"/>
              <a:t>16/04/2019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3ADA09-7D83-41A0-8DE8-2981BB6F6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F9C480-9EAD-4638-B426-1CA2695BE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5C65F-0836-4B39-9250-6129B0568B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24582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5994C-03FE-423A-A3F7-344D5922A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0F909-D3C6-4174-ABE3-BB86FEFA9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AC37BB-F336-4A36-BC7F-D5D6A454F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B1841-B02F-4F8B-A39B-0E975E8681FC}" type="datetimeFigureOut">
              <a:rPr lang="en-AU" smtClean="0"/>
              <a:t>16/04/2019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BFCB71-FDAF-4977-AC3D-BF729A471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A408D7-4FB2-4E22-BFAC-4A3B79E9B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5C65F-0836-4B39-9250-6129B0568B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2571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1FE8E-BB26-493C-96E3-B7E4A59F2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FC88E0-18CD-4E2C-B1DF-46B1CB71B8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6BDE19-EE11-489D-B4C0-37927EEF7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B1841-B02F-4F8B-A39B-0E975E8681FC}" type="datetimeFigureOut">
              <a:rPr lang="en-AU" smtClean="0"/>
              <a:t>16/04/2019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E9C9B6-1F4C-4AD9-95FD-B82036F62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F690D5-743A-4BBE-AF13-5F1CBB3AC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5C65F-0836-4B39-9250-6129B0568B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66786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26C9D-4FCA-47F1-82EF-1821F920D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0A0F04-444B-4434-942E-40BB5513AD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17B56E-1A37-4E46-9D3E-ACEF02EBBF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8A937C-7DFF-4C40-8D74-CFFA6A95A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B1841-B02F-4F8B-A39B-0E975E8681FC}" type="datetimeFigureOut">
              <a:rPr lang="en-AU" smtClean="0"/>
              <a:t>16/04/2019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F08B67-4A4A-4F02-8789-856B2D97E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E4E173-707F-42D4-832F-BA785B230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5C65F-0836-4B39-9250-6129B0568B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65525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75934-BDCD-4551-AEF1-5D2009904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A4AD56-F318-4642-AC3E-DC6E890A3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8D9D6D-F6A5-43D4-BEBF-F826C878E3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D41C55-04D8-4153-B47D-E6B4A9896E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E8186D-ED53-490E-AC7F-0DD0E67331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F01CB8-18B0-43AC-BA78-D56BDDC1B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B1841-B02F-4F8B-A39B-0E975E8681FC}" type="datetimeFigureOut">
              <a:rPr lang="en-AU" smtClean="0"/>
              <a:t>16/04/2019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4E083D-8F7C-4222-987B-F8A0E2485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B8E35F-AE8A-4EE2-97E9-88296CB27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5C65F-0836-4B39-9250-6129B0568B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73131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54538-E209-4F9F-9082-9E0A002D5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29A9F7-A60B-40DB-B660-C70AF5225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B1841-B02F-4F8B-A39B-0E975E8681FC}" type="datetimeFigureOut">
              <a:rPr lang="en-AU" smtClean="0"/>
              <a:t>16/04/2019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D5F8A2-B655-4AC7-92B2-B94EEB8EB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E7D1BF-601F-4552-AF87-503A6B9E6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5C65F-0836-4B39-9250-6129B0568B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11690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4C6F20-FB77-4251-9EC1-5664C1B6D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B1841-B02F-4F8B-A39B-0E975E8681FC}" type="datetimeFigureOut">
              <a:rPr lang="en-AU" smtClean="0"/>
              <a:t>16/04/2019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A9627B-A54A-4381-B090-3347456D0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27A7A4-05A1-41CB-831E-D18814EEC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5C65F-0836-4B39-9250-6129B0568B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50042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C5971-11E3-4775-95F6-1C18F3105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75AB68-EED5-4673-A217-4BD2B1B11F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153509-842C-4457-9D92-93CDDBC419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CA111F-C33C-472E-A439-5FAB48E70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B1841-B02F-4F8B-A39B-0E975E8681FC}" type="datetimeFigureOut">
              <a:rPr lang="en-AU" smtClean="0"/>
              <a:t>16/04/2019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38CF70-8A8E-4F03-A00B-6B0252612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0A1576-F46E-4274-A809-B82B0FF48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5C65F-0836-4B39-9250-6129B0568B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51114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F365F-A6D8-485E-B985-6C499CE33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DFBE09-8136-4325-8BC7-038FF17C76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0D25B7-F8B3-4142-B4A2-83F25BFD0C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DA6E26-9E72-4AD1-BE04-793756379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B1841-B02F-4F8B-A39B-0E975E8681FC}" type="datetimeFigureOut">
              <a:rPr lang="en-AU" smtClean="0"/>
              <a:t>16/04/2019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7926E8-65A6-4961-AC71-98B041599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7D272F-6030-42F1-B85A-A67E43081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5C65F-0836-4B39-9250-6129B0568B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39728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5C956-46AA-4B9D-8D53-5906A5FB0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A87356-5F92-49A7-A091-806672B649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CDFCB7-3456-42B5-8A87-795CEE5FF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B1841-B02F-4F8B-A39B-0E975E8681FC}" type="datetimeFigureOut">
              <a:rPr lang="en-AU" smtClean="0"/>
              <a:t>16/04/2019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A2309-A1B0-4405-A521-418B197C7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4F755A-30D3-4738-B8B3-357C3B08D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5C65F-0836-4B39-9250-6129B0568B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23121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9FD861-F7E9-4917-B06B-0F77B915CC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5B04B3-5EFB-4659-BA33-1C67BF7221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18E8D4-E173-4E8C-B7E4-265802F16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B1841-B02F-4F8B-A39B-0E975E8681FC}" type="datetimeFigureOut">
              <a:rPr lang="en-AU" smtClean="0"/>
              <a:t>16/04/2019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E803A2-88F6-40C4-A428-69121BA4B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0D5B33-D143-46E7-A2EF-AEF455040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5C65F-0836-4B39-9250-6129B0568B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6201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988C1A-B3E2-451D-A72E-759183040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2B4E6D-C6B0-4598-BA31-7FF565886F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58EFF8-559F-420F-BE2C-0B1B15F55B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5B1841-B02F-4F8B-A39B-0E975E8681FC}" type="datetimeFigureOut">
              <a:rPr lang="en-AU" smtClean="0"/>
              <a:t>16/04/2019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074B2D-5F13-4AB9-B8B5-19FAC65B20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F95A3C-97D5-477C-8998-E20873007C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75C65F-0836-4B39-9250-6129B0568B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77046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12" Type="http://schemas.openxmlformats.org/officeDocument/2006/relationships/customXml" Target="../ink/ink6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8.png"/><Relationship Id="rId5" Type="http://schemas.openxmlformats.org/officeDocument/2006/relationships/image" Target="../media/image5.png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customXml" Target="../ink/ink7.xml"/><Relationship Id="rId7" Type="http://schemas.openxmlformats.org/officeDocument/2006/relationships/customXml" Target="../ink/ink9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customXml" Target="../ink/ink8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3331E-E184-41BB-9504-EFB6A7C1F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329" y="144565"/>
            <a:ext cx="10515600" cy="441120"/>
          </a:xfrm>
        </p:spPr>
        <p:txBody>
          <a:bodyPr>
            <a:normAutofit fontScale="90000"/>
          </a:bodyPr>
          <a:lstStyle/>
          <a:p>
            <a:r>
              <a:rPr lang="en-AU" dirty="0"/>
              <a:t>5 questions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EBD654-23BC-4774-A97D-6FCD53B4C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343" y="585685"/>
            <a:ext cx="10913571" cy="4351338"/>
          </a:xfrm>
        </p:spPr>
        <p:txBody>
          <a:bodyPr>
            <a:normAutofit lnSpcReduction="10000"/>
          </a:bodyPr>
          <a:lstStyle/>
          <a:p>
            <a:r>
              <a:rPr lang="en-AU" dirty="0"/>
              <a:t>1.  If the perimeter of a triangle is 28cm and two side lengths are 10 and 9 cm how long is the third side?</a:t>
            </a:r>
          </a:p>
          <a:p>
            <a:r>
              <a:rPr lang="en-AU" dirty="0"/>
              <a:t>2. If one side of a parallelogram is 8cm and it has a perpendicular height of 6 cm what is its area?</a:t>
            </a:r>
          </a:p>
          <a:p>
            <a:r>
              <a:rPr lang="en-AU" dirty="0"/>
              <a:t>3. Place the following numbers on the number line</a:t>
            </a:r>
          </a:p>
          <a:p>
            <a:pPr marL="457200" lvl="1" indent="0">
              <a:buNone/>
            </a:pPr>
            <a:r>
              <a:rPr lang="en-AU" dirty="0"/>
              <a:t>0.08, 0.98, 0.4</a:t>
            </a:r>
          </a:p>
          <a:p>
            <a:pPr marL="457200" lvl="1" indent="0">
              <a:buNone/>
            </a:pPr>
            <a:endParaRPr lang="en-AU" dirty="0"/>
          </a:p>
          <a:p>
            <a:r>
              <a:rPr lang="en-AU" dirty="0"/>
              <a:t>4. What is 10% of 50?</a:t>
            </a:r>
          </a:p>
          <a:p>
            <a:endParaRPr lang="en-AU" dirty="0"/>
          </a:p>
          <a:p>
            <a:r>
              <a:rPr lang="en-AU" dirty="0"/>
              <a:t> 5.</a:t>
            </a:r>
          </a:p>
          <a:p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457200" lvl="1" indent="0">
              <a:buNone/>
            </a:pPr>
            <a:endParaRPr lang="en-AU" dirty="0"/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E45161-4A33-433C-A9E8-A2183479ADE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38" t="50000" r="38226" b="40215"/>
          <a:stretch/>
        </p:blipFill>
        <p:spPr>
          <a:xfrm>
            <a:off x="3724807" y="2587944"/>
            <a:ext cx="7246376" cy="6710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AFA3E2D-9C6E-4F65-A231-D6EE3A2B131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0375"/>
          <a:stretch/>
        </p:blipFill>
        <p:spPr>
          <a:xfrm>
            <a:off x="1126808" y="4194648"/>
            <a:ext cx="7286877" cy="7423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A2E1FC1-B357-48C4-B023-59B6D1D120E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2314" t="85588"/>
          <a:stretch/>
        </p:blipFill>
        <p:spPr>
          <a:xfrm>
            <a:off x="270343" y="4846315"/>
            <a:ext cx="7664766" cy="54521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879DAB9-723E-4E01-B368-0C1046E11AC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9755" t="50251" r="33089" b="25000"/>
          <a:stretch/>
        </p:blipFill>
        <p:spPr>
          <a:xfrm>
            <a:off x="6660353" y="4001370"/>
            <a:ext cx="4994787" cy="1871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904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F9672-3564-4013-BE51-26031496A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err="1"/>
              <a:t>EQ:How</a:t>
            </a:r>
            <a:r>
              <a:rPr lang="en-AU" dirty="0"/>
              <a:t> do we find a fraction of an amount?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88792-EF91-4849-9C24-2F8C9ED242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221" y="1690688"/>
            <a:ext cx="10515600" cy="4351338"/>
          </a:xfrm>
        </p:spPr>
        <p:txBody>
          <a:bodyPr/>
          <a:lstStyle/>
          <a:p>
            <a:r>
              <a:rPr lang="en-AU" dirty="0"/>
              <a:t>What is a half?</a:t>
            </a:r>
          </a:p>
          <a:p>
            <a:r>
              <a:rPr lang="en-AU" dirty="0"/>
              <a:t>Think write share</a:t>
            </a:r>
          </a:p>
          <a:p>
            <a:r>
              <a:rPr lang="en-AU" dirty="0"/>
              <a:t>Find a half of ….</a:t>
            </a:r>
          </a:p>
          <a:p>
            <a:r>
              <a:rPr lang="en-AU" dirty="0"/>
              <a:t>$1.00</a:t>
            </a:r>
          </a:p>
          <a:p>
            <a:r>
              <a:rPr lang="en-AU" dirty="0"/>
              <a:t>$100.00</a:t>
            </a:r>
          </a:p>
          <a:p>
            <a:r>
              <a:rPr lang="en-AU" dirty="0"/>
              <a:t>$0.50</a:t>
            </a:r>
          </a:p>
          <a:p>
            <a:r>
              <a:rPr lang="en-AU" dirty="0"/>
              <a:t>$35.00</a:t>
            </a:r>
          </a:p>
          <a:p>
            <a:r>
              <a:rPr lang="en-AU" dirty="0"/>
              <a:t>Where does ½ go on a number line between 0 and 2?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30DDC260-BEA8-4F93-9E50-2BCCB5F62AD2}"/>
                  </a:ext>
                </a:extLst>
              </p14:cNvPr>
              <p14:cNvContentPartPr/>
              <p14:nvPr/>
            </p14:nvContentPartPr>
            <p14:xfrm>
              <a:off x="170797" y="1578875"/>
              <a:ext cx="12189600" cy="4883400"/>
            </p14:xfrm>
          </p:contentPart>
        </mc:Choice>
        <mc:Fallback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30DDC260-BEA8-4F93-9E50-2BCCB5F62AD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1797" y="1570235"/>
                <a:ext cx="12207240" cy="490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06" name="Ink 205">
                <a:extLst>
                  <a:ext uri="{FF2B5EF4-FFF2-40B4-BE49-F238E27FC236}">
                    <a16:creationId xmlns:a16="http://schemas.microsoft.com/office/drawing/2014/main" id="{54C0D6EB-CB15-4953-B2C7-DBE8D995A548}"/>
                  </a:ext>
                </a:extLst>
              </p14:cNvPr>
              <p14:cNvContentPartPr/>
              <p14:nvPr/>
            </p14:nvContentPartPr>
            <p14:xfrm>
              <a:off x="3675850" y="5930170"/>
              <a:ext cx="3609360" cy="692280"/>
            </p14:xfrm>
          </p:contentPart>
        </mc:Choice>
        <mc:Fallback>
          <p:pic>
            <p:nvPicPr>
              <p:cNvPr id="206" name="Ink 205">
                <a:extLst>
                  <a:ext uri="{FF2B5EF4-FFF2-40B4-BE49-F238E27FC236}">
                    <a16:creationId xmlns:a16="http://schemas.microsoft.com/office/drawing/2014/main" id="{54C0D6EB-CB15-4953-B2C7-DBE8D995A54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666850" y="5921530"/>
                <a:ext cx="3627000" cy="70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6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BFEAEDD4-C5E1-4335-8345-92B5F7B6B5A6}"/>
                  </a:ext>
                </a:extLst>
              </p14:cNvPr>
              <p14:cNvContentPartPr/>
              <p14:nvPr/>
            </p14:nvContentPartPr>
            <p14:xfrm>
              <a:off x="10321936" y="5604308"/>
              <a:ext cx="1757520" cy="352080"/>
            </p14:xfrm>
          </p:contentPart>
        </mc:Choice>
        <mc:Fallback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BFEAEDD4-C5E1-4335-8345-92B5F7B6B5A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303936" y="5586308"/>
                <a:ext cx="1793160" cy="38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8">
            <p14:nvContentPartPr>
              <p14:cNvPr id="241" name="Ink 240">
                <a:extLst>
                  <a:ext uri="{FF2B5EF4-FFF2-40B4-BE49-F238E27FC236}">
                    <a16:creationId xmlns:a16="http://schemas.microsoft.com/office/drawing/2014/main" id="{8C6CC129-CE3B-4839-A717-F36CE590C28F}"/>
                  </a:ext>
                </a:extLst>
              </p14:cNvPr>
              <p14:cNvContentPartPr/>
              <p14:nvPr/>
            </p14:nvContentPartPr>
            <p14:xfrm>
              <a:off x="10325176" y="6317108"/>
              <a:ext cx="168840" cy="207720"/>
            </p14:xfrm>
          </p:contentPart>
        </mc:Choice>
        <mc:Fallback>
          <p:pic>
            <p:nvPicPr>
              <p:cNvPr id="241" name="Ink 240">
                <a:extLst>
                  <a:ext uri="{FF2B5EF4-FFF2-40B4-BE49-F238E27FC236}">
                    <a16:creationId xmlns:a16="http://schemas.microsoft.com/office/drawing/2014/main" id="{8C6CC129-CE3B-4839-A717-F36CE590C28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307536" y="6299108"/>
                <a:ext cx="204480" cy="24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10">
            <p14:nvContentPartPr>
              <p14:cNvPr id="249" name="Ink 248">
                <a:extLst>
                  <a:ext uri="{FF2B5EF4-FFF2-40B4-BE49-F238E27FC236}">
                    <a16:creationId xmlns:a16="http://schemas.microsoft.com/office/drawing/2014/main" id="{18CB2C2C-C330-42A9-9411-977837BABD99}"/>
                  </a:ext>
                </a:extLst>
              </p14:cNvPr>
              <p14:cNvContentPartPr/>
              <p14:nvPr/>
            </p14:nvContentPartPr>
            <p14:xfrm>
              <a:off x="10844296" y="6143228"/>
              <a:ext cx="1334880" cy="514080"/>
            </p14:xfrm>
          </p:contentPart>
        </mc:Choice>
        <mc:Fallback>
          <p:pic>
            <p:nvPicPr>
              <p:cNvPr id="249" name="Ink 248">
                <a:extLst>
                  <a:ext uri="{FF2B5EF4-FFF2-40B4-BE49-F238E27FC236}">
                    <a16:creationId xmlns:a16="http://schemas.microsoft.com/office/drawing/2014/main" id="{18CB2C2C-C330-42A9-9411-977837BABD9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826296" y="6125588"/>
                <a:ext cx="1370520" cy="54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12">
            <p14:nvContentPartPr>
              <p14:cNvPr id="251" name="Ink 250">
                <a:extLst>
                  <a:ext uri="{FF2B5EF4-FFF2-40B4-BE49-F238E27FC236}">
                    <a16:creationId xmlns:a16="http://schemas.microsoft.com/office/drawing/2014/main" id="{98E98C74-27DE-40DA-BEAC-A8949FB3CD85}"/>
                  </a:ext>
                </a:extLst>
              </p14:cNvPr>
              <p14:cNvContentPartPr/>
              <p14:nvPr/>
            </p14:nvContentPartPr>
            <p14:xfrm>
              <a:off x="7544896" y="5565428"/>
              <a:ext cx="2514600" cy="1176840"/>
            </p14:xfrm>
          </p:contentPart>
        </mc:Choice>
        <mc:Fallback>
          <p:pic>
            <p:nvPicPr>
              <p:cNvPr id="251" name="Ink 250">
                <a:extLst>
                  <a:ext uri="{FF2B5EF4-FFF2-40B4-BE49-F238E27FC236}">
                    <a16:creationId xmlns:a16="http://schemas.microsoft.com/office/drawing/2014/main" id="{98E98C74-27DE-40DA-BEAC-A8949FB3CD8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527256" y="5547783"/>
                <a:ext cx="2550240" cy="121249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105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0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 tmFilter="0, 0; .2, .5; .8, .5; 1, 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" dur="250" autoRev="1" fill="hold"/>
                                        <p:tgtEl>
                                          <p:spTgt spid="20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200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00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200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2000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0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2000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2000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0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2000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2000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3A6545B-C623-4E39-ADC8-1019BD64F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Thinking back to our definition of ½….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CCA5E05-829B-4E10-8F24-61FD04BD6FD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What fraction does this picture show?</a:t>
            </a:r>
          </a:p>
          <a:p>
            <a:endParaRPr lang="en-AU" dirty="0"/>
          </a:p>
          <a:p>
            <a:r>
              <a:rPr lang="en-AU" dirty="0"/>
              <a:t>It is time to score points for thinking hard. Make a conjecture</a:t>
            </a:r>
          </a:p>
          <a:p>
            <a:r>
              <a:rPr lang="en-AU" dirty="0"/>
              <a:t>Use a piece of paper each to prove your conjecture true or false.</a:t>
            </a:r>
          </a:p>
          <a:p>
            <a:r>
              <a:rPr lang="en-AU" dirty="0"/>
              <a:t>Make a new conjecture.  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5DD5061-873D-4F30-87AE-27F4FB792DA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l="31880" t="67398" r="63056" b="21417"/>
          <a:stretch/>
        </p:blipFill>
        <p:spPr>
          <a:xfrm>
            <a:off x="6893782" y="1612423"/>
            <a:ext cx="2130950" cy="265742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A0645022-295E-41CE-A890-445D30DFA990}"/>
                  </a:ext>
                </a:extLst>
              </p14:cNvPr>
              <p14:cNvContentPartPr/>
              <p14:nvPr/>
            </p14:nvContentPartPr>
            <p14:xfrm>
              <a:off x="6403477" y="4677370"/>
              <a:ext cx="1102680" cy="159336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A0645022-295E-41CE-A890-445D30DFA99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94477" y="4668372"/>
                <a:ext cx="1120320" cy="16109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2F69500B-2132-43C8-9083-4A07D557AFB2}"/>
                  </a:ext>
                </a:extLst>
              </p14:cNvPr>
              <p14:cNvContentPartPr/>
              <p14:nvPr/>
            </p14:nvContentPartPr>
            <p14:xfrm>
              <a:off x="7631437" y="3896530"/>
              <a:ext cx="4414320" cy="2920320"/>
            </p14:xfrm>
          </p:contentPart>
        </mc:Choice>
        <mc:Fallback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2F69500B-2132-43C8-9083-4A07D557AFB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622797" y="3887890"/>
                <a:ext cx="4431960" cy="293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53" name="Ink 252">
                <a:extLst>
                  <a:ext uri="{FF2B5EF4-FFF2-40B4-BE49-F238E27FC236}">
                    <a16:creationId xmlns:a16="http://schemas.microsoft.com/office/drawing/2014/main" id="{01289EA2-5EC4-4FBA-B27D-FE42AE94AEC2}"/>
                  </a:ext>
                </a:extLst>
              </p14:cNvPr>
              <p14:cNvContentPartPr/>
              <p14:nvPr/>
            </p14:nvContentPartPr>
            <p14:xfrm>
              <a:off x="9175117" y="624584"/>
              <a:ext cx="2936160" cy="3122640"/>
            </p14:xfrm>
          </p:contentPart>
        </mc:Choice>
        <mc:Fallback>
          <p:pic>
            <p:nvPicPr>
              <p:cNvPr id="253" name="Ink 252">
                <a:extLst>
                  <a:ext uri="{FF2B5EF4-FFF2-40B4-BE49-F238E27FC236}">
                    <a16:creationId xmlns:a16="http://schemas.microsoft.com/office/drawing/2014/main" id="{01289EA2-5EC4-4FBA-B27D-FE42AE94AEC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157477" y="606942"/>
                <a:ext cx="2971800" cy="315828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07062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2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0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1058</TotalTime>
  <Words>171</Words>
  <Application>Microsoft Office PowerPoint</Application>
  <PresentationFormat>Widescreen</PresentationFormat>
  <Paragraphs>26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5 questions</vt:lpstr>
      <vt:lpstr>EQ:How do we find a fraction of an amount?</vt:lpstr>
      <vt:lpstr>Thinking back to our definition of ½….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 questions</dc:title>
  <dc:creator>MILLER Belinda [Baldivis Secondary College]</dc:creator>
  <cp:lastModifiedBy>MILLER Belinda [Baldivis Secondary College]</cp:lastModifiedBy>
  <cp:revision>11</cp:revision>
  <dcterms:created xsi:type="dcterms:W3CDTF">2019-04-16T08:02:29Z</dcterms:created>
  <dcterms:modified xsi:type="dcterms:W3CDTF">2019-04-17T01:40:53Z</dcterms:modified>
</cp:coreProperties>
</file>