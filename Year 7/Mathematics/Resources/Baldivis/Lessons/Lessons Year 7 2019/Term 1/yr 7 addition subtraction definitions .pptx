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61" r:id="rId2"/>
    <p:sldId id="256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68324" autoAdjust="0"/>
  </p:normalViewPr>
  <p:slideViewPr>
    <p:cSldViewPr snapToGrid="0">
      <p:cViewPr varScale="1">
        <p:scale>
          <a:sx n="49" d="100"/>
          <a:sy n="49" d="100"/>
        </p:scale>
        <p:origin x="1536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3DE09D-9442-4722-9B48-F1F527AD13BE}" type="datetimeFigureOut">
              <a:rPr lang="en-AU" smtClean="0"/>
              <a:t>10/02/2019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62B522-02BF-4D11-9D8F-33D05CFFDDB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192326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Use popcorn to get the alternative words – see how many extra words you can get.</a:t>
            </a:r>
          </a:p>
          <a:p>
            <a:endParaRPr lang="en-AU" dirty="0"/>
          </a:p>
          <a:p>
            <a:r>
              <a:rPr lang="en-AU" dirty="0"/>
              <a:t>Talk about how the different words can work (</a:t>
            </a:r>
            <a:r>
              <a:rPr lang="en-AU" dirty="0" err="1"/>
              <a:t>eg</a:t>
            </a:r>
            <a:r>
              <a:rPr lang="en-AU" dirty="0"/>
              <a:t> how is addition like combining numbers, or increasing a number by etc) </a:t>
            </a:r>
          </a:p>
          <a:p>
            <a:endParaRPr lang="en-AU" dirty="0"/>
          </a:p>
          <a:p>
            <a:r>
              <a:rPr lang="en-AU" dirty="0"/>
              <a:t>Use “think pair share” to get a definition.</a:t>
            </a:r>
          </a:p>
          <a:p>
            <a:endParaRPr lang="en-AU" dirty="0"/>
          </a:p>
          <a:p>
            <a:r>
              <a:rPr lang="en-AU" dirty="0"/>
              <a:t>Try and get them to do their own method for the sum, then compare as a group.  Each group can write their method down and then gallery walk to see other groups methods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62B522-02BF-4D11-9D8F-33D05CFFDDBC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753597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Use popcorn to get the alternative words – see how many extra words you can get.</a:t>
            </a:r>
          </a:p>
          <a:p>
            <a:endParaRPr lang="en-AU" dirty="0"/>
          </a:p>
          <a:p>
            <a:r>
              <a:rPr lang="en-AU" dirty="0"/>
              <a:t>Talk about how the different words can work (</a:t>
            </a:r>
            <a:r>
              <a:rPr lang="en-AU" dirty="0" err="1"/>
              <a:t>eg</a:t>
            </a:r>
            <a:r>
              <a:rPr lang="en-AU" dirty="0"/>
              <a:t> how is addition like combining numbers, or increasing a number by etc) </a:t>
            </a:r>
          </a:p>
          <a:p>
            <a:endParaRPr lang="en-AU" dirty="0"/>
          </a:p>
          <a:p>
            <a:r>
              <a:rPr lang="en-AU" dirty="0"/>
              <a:t>Use “think pair share” to get a definition.</a:t>
            </a:r>
          </a:p>
          <a:p>
            <a:endParaRPr lang="en-AU" dirty="0"/>
          </a:p>
          <a:p>
            <a:r>
              <a:rPr lang="en-AU" dirty="0"/>
              <a:t>Try and get them to do their own method for the sum, then compare as a group.  Each group can write their method down and then gallery walk to see other groups methods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62B522-02BF-4D11-9D8F-33D05CFFDDBC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205205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C06BBF-44A7-43F6-8EDD-2CC5AD2CE3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AF27F7-CFAB-48A9-A2CE-D3C685CD09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6745B9-574D-4639-9A68-E252654C61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B8B1A2-75EA-490E-A89D-C2517C6D1454}" type="datetimeFigureOut">
              <a:rPr lang="en-AU" smtClean="0"/>
              <a:t>10/02/2019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019F9C-D6FF-46B5-A915-BFBAA6CE7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B6375F-E7D3-46AA-841B-7979FA38E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7C3A94-F7CB-4810-8F86-416161EC474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764218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93823F-4649-43FA-BFD9-0E9BEADF15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11EB68-EA8A-46DC-803B-3058912A87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E22137-B4A0-4A6D-9EDA-F06C4B4AF7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B8B1A2-75EA-490E-A89D-C2517C6D1454}" type="datetimeFigureOut">
              <a:rPr lang="en-AU" smtClean="0"/>
              <a:t>10/02/2019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184185-5B4F-4B6C-BF39-59BAD34E2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4B234F-1146-423E-AD35-4F16C5C39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7C3A94-F7CB-4810-8F86-416161EC474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543731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AB6633-F7E1-429E-91CE-049C1C0A53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DD068F-6D3D-41D5-ABCA-D0A0A5286B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D2FA3E-2D62-4B70-96E4-587216A4DD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B8B1A2-75EA-490E-A89D-C2517C6D1454}" type="datetimeFigureOut">
              <a:rPr lang="en-AU" smtClean="0"/>
              <a:t>10/02/2019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5FC95E-7565-485B-B204-E627655153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642868-551F-48BC-891E-3164DF087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7C3A94-F7CB-4810-8F86-416161EC474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804654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4AF38-4574-40EB-9AAE-F265EB020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43CD42-14DC-4342-8A56-B3BD5EE85D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ED3D34-5E1B-49EB-A9A5-D30CA54506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46E7F7-5527-4584-BD74-B0567D8CBE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B8B1A2-75EA-490E-A89D-C2517C6D1454}" type="datetimeFigureOut">
              <a:rPr lang="en-AU" smtClean="0"/>
              <a:t>10/02/2019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76A27A-F4D4-4AF5-8FCF-9E675B378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20B663-AFF2-4E71-AAA6-549C95CA9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7C3A94-F7CB-4810-8F86-416161EC474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926352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613733-F838-4AFB-9BAE-A52A82BF9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4B1363-F371-4447-AA4A-E85751745A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9B0B97-68FA-47C1-B2F2-0E01807383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99241E-F576-4C30-A782-860035E6FD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53F4BBA-4340-48A1-9A6C-7732F872CF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3FC0348-DFFA-479D-988B-BE9701FED3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B8B1A2-75EA-490E-A89D-C2517C6D1454}" type="datetimeFigureOut">
              <a:rPr lang="en-AU" smtClean="0"/>
              <a:t>10/02/2019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B92102E-03F2-4F8E-88D7-4267C50857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D780AB-FD86-44D6-B4A2-AB122EA7BD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7C3A94-F7CB-4810-8F86-416161EC474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556423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9C1FC3-C7E1-4E56-9F99-B0927BBAD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820648-B75E-489E-9933-E45D09187B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B8B1A2-75EA-490E-A89D-C2517C6D1454}" type="datetimeFigureOut">
              <a:rPr lang="en-AU" smtClean="0"/>
              <a:t>10/02/2019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73C769-0881-465B-82CB-CAEDB0C793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6F6C62-E5F6-4F38-A93D-A0AEAA1701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7C3A94-F7CB-4810-8F86-416161EC474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55430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A36748E-2222-4345-921B-5A6E80454C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B8B1A2-75EA-490E-A89D-C2517C6D1454}" type="datetimeFigureOut">
              <a:rPr lang="en-AU" smtClean="0"/>
              <a:t>10/02/2019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4482F89-B0BF-4C21-B222-AC072DE0EA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B8E287-AFB1-440C-A534-A953162CD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7C3A94-F7CB-4810-8F86-416161EC474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603199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D3AD2-01F6-494A-BDBE-969E883FAF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249308-F144-49A4-A4AE-1E33812478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27CCC9-E825-4B04-A6CB-AC4D2CD94A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44B470-8114-41E6-AD54-4105C72D0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B8B1A2-75EA-490E-A89D-C2517C6D1454}" type="datetimeFigureOut">
              <a:rPr lang="en-AU" smtClean="0"/>
              <a:t>10/02/2019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9A835C-D545-4D38-B4A7-4DC481921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289786-8D39-4F99-86EA-656F38E61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7C3A94-F7CB-4810-8F86-416161EC474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493990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C6F0C-EDEF-41D1-A814-4D6828D17E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28CDB82-57FC-4600-8C47-753A74ADEE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40224B-99E2-4335-A5C6-732762E957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57F707-6EEE-44EF-AD75-185A05C5EC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B8B1A2-75EA-490E-A89D-C2517C6D1454}" type="datetimeFigureOut">
              <a:rPr lang="en-AU" smtClean="0"/>
              <a:t>10/02/2019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2814DF-9D63-414B-A267-9C5AD90DD4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70785D-DCED-4B09-8941-B4EA44B1F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7C3A94-F7CB-4810-8F86-416161EC474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685965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603DF-9CA9-4F3F-9AA5-EB0FEA0BF5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59D6FA-467F-4F8D-A173-4E7A90E1E6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8B1D8F-0DE7-4D5C-BF22-61EB11A4E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B8B1A2-75EA-490E-A89D-C2517C6D1454}" type="datetimeFigureOut">
              <a:rPr lang="en-AU" smtClean="0"/>
              <a:t>10/02/2019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ABE5C8-7A80-4AE1-9071-61D43FA3A1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5A6123-2B94-4EF6-9ADD-2F26548C9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7C3A94-F7CB-4810-8F86-416161EC474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639344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D8A1B23-EFED-433E-9E92-5806F2C16C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DA1095-D09F-4F74-9588-C1A156101C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10F8C1-D9B8-496C-8248-135BEC721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B8B1A2-75EA-490E-A89D-C2517C6D1454}" type="datetimeFigureOut">
              <a:rPr lang="en-AU" smtClean="0"/>
              <a:t>10/02/2019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AC3BE2-71E1-4DF5-8F6D-B8E16E12E5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354BB6-56E0-4B88-8376-7987471E4D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7C3A94-F7CB-4810-8F86-416161EC474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450869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E48419D-136D-4634-812E-AA419A365E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23C020-A83D-43D5-BF4B-64EAAF1F9D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CF6536-F03E-42C8-94EF-10BF5E4FB7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B8B1A2-75EA-490E-A89D-C2517C6D1454}" type="datetimeFigureOut">
              <a:rPr lang="en-AU" smtClean="0"/>
              <a:t>10/02/2019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B5C54B-E092-4224-9E0F-2D8C915E02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E0EB96-A2CF-44D3-A74C-CB0E3A93FD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7C3A94-F7CB-4810-8F86-416161EC474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35223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D5EAA-F434-4E74-B07A-47176CACD7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2426" y="3564836"/>
            <a:ext cx="10515600" cy="1808232"/>
          </a:xfrm>
        </p:spPr>
        <p:txBody>
          <a:bodyPr>
            <a:normAutofit fontScale="90000"/>
          </a:bodyPr>
          <a:lstStyle/>
          <a:p>
            <a:r>
              <a:rPr lang="en-AU" dirty="0"/>
              <a:t>Your new classmate was raised by wolves in a jungle.  He can count but needs your help to understand maths.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488E6BA-A005-4102-B021-EC4F9D2E1D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3404" y="624850"/>
            <a:ext cx="4202596" cy="2668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48711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68CA7CA-3073-466D-ACB1-FCC024BD891B}"/>
              </a:ext>
            </a:extLst>
          </p:cNvPr>
          <p:cNvSpPr txBox="1"/>
          <p:nvPr/>
        </p:nvSpPr>
        <p:spPr>
          <a:xfrm>
            <a:off x="742120" y="1247262"/>
            <a:ext cx="108932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dirty="0"/>
              <a:t>Addition, Add, Sum, Plus, Combine, Increase, Total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2AACF6B-5000-4C3F-BCBA-E7A29342DB40}"/>
              </a:ext>
            </a:extLst>
          </p:cNvPr>
          <p:cNvSpPr/>
          <p:nvPr/>
        </p:nvSpPr>
        <p:spPr>
          <a:xfrm>
            <a:off x="433034" y="2262009"/>
            <a:ext cx="254673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3200" i="0" u="none" strike="noStrike" dirty="0">
                <a:effectLst/>
                <a:latin typeface="champ"/>
              </a:rPr>
              <a:t>Addition is ...</a:t>
            </a:r>
            <a:endParaRPr lang="en-AU" sz="32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D453F8B-A0D8-40F0-B2F1-D59E25ACC9F2}"/>
              </a:ext>
            </a:extLst>
          </p:cNvPr>
          <p:cNvSpPr/>
          <p:nvPr/>
        </p:nvSpPr>
        <p:spPr>
          <a:xfrm>
            <a:off x="1364685" y="2816760"/>
            <a:ext cx="996563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800" dirty="0"/>
              <a:t>... bringing two or more numbers (or things) together to make a new total.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F65035-C583-486B-9743-C8F1D892561E}"/>
              </a:ext>
            </a:extLst>
          </p:cNvPr>
          <p:cNvSpPr txBox="1"/>
          <p:nvPr/>
        </p:nvSpPr>
        <p:spPr>
          <a:xfrm>
            <a:off x="1186069" y="4303603"/>
            <a:ext cx="92361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If we want to add 396 to 1437, how do we do that?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5AA831A-0B2C-4993-AAFB-06B276A7CD99}"/>
              </a:ext>
            </a:extLst>
          </p:cNvPr>
          <p:cNvSpPr txBox="1"/>
          <p:nvPr/>
        </p:nvSpPr>
        <p:spPr>
          <a:xfrm>
            <a:off x="742120" y="178033"/>
            <a:ext cx="691100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dirty="0"/>
              <a:t>Addition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1D821A0-DC24-4678-A69B-A6E44E000178}"/>
              </a:ext>
            </a:extLst>
          </p:cNvPr>
          <p:cNvSpPr txBox="1"/>
          <p:nvPr/>
        </p:nvSpPr>
        <p:spPr>
          <a:xfrm>
            <a:off x="278004" y="785597"/>
            <a:ext cx="110523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Think of any alternative words you could use that mean the same thing as addition.</a:t>
            </a:r>
          </a:p>
        </p:txBody>
      </p:sp>
    </p:spTree>
    <p:extLst>
      <p:ext uri="{BB962C8B-B14F-4D97-AF65-F5344CB8AC3E}">
        <p14:creationId xmlns:p14="http://schemas.microsoft.com/office/powerpoint/2010/main" val="1227887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54268F-51DB-4A03-B263-F52DFC5003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3730" y="1000159"/>
            <a:ext cx="10515600" cy="1325563"/>
          </a:xfrm>
        </p:spPr>
        <p:txBody>
          <a:bodyPr>
            <a:normAutofit/>
          </a:bodyPr>
          <a:lstStyle/>
          <a:p>
            <a:r>
              <a:rPr lang="en-AU" sz="3600" b="1" dirty="0"/>
              <a:t>Subtraction, Subtract, Minus, Less, Difference, Decrease, Take Away, Deduct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E33C44-67D7-41B1-A76B-78A60E0862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2670" y="2647335"/>
            <a:ext cx="10515600" cy="44049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AU" sz="3200" dirty="0"/>
              <a:t>Subtraction is ...	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1FF5C2B-3708-42D5-8086-3B0F85D1D3E2}"/>
              </a:ext>
            </a:extLst>
          </p:cNvPr>
          <p:cNvSpPr/>
          <p:nvPr/>
        </p:nvSpPr>
        <p:spPr>
          <a:xfrm>
            <a:off x="2784292" y="3087832"/>
            <a:ext cx="662341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400" b="0" i="0" u="none" strike="noStrike" dirty="0">
                <a:solidFill>
                  <a:srgbClr val="333333"/>
                </a:solidFill>
                <a:effectLst/>
                <a:latin typeface="Verdana" panose="020B0604030504040204" pitchFamily="34" charset="0"/>
              </a:rPr>
              <a:t>... taking one number away from another</a:t>
            </a:r>
            <a:endParaRPr lang="en-AU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17C701-50CE-4785-9D35-73902E776A38}"/>
              </a:ext>
            </a:extLst>
          </p:cNvPr>
          <p:cNvSpPr txBox="1"/>
          <p:nvPr/>
        </p:nvSpPr>
        <p:spPr>
          <a:xfrm>
            <a:off x="1338469" y="3613237"/>
            <a:ext cx="98861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If I want to take 981 from 1032 what steps could I use?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14DEFCD-607C-42A8-8512-91E4C0B0A75C}"/>
              </a:ext>
            </a:extLst>
          </p:cNvPr>
          <p:cNvSpPr txBox="1"/>
          <p:nvPr/>
        </p:nvSpPr>
        <p:spPr>
          <a:xfrm>
            <a:off x="838200" y="72737"/>
            <a:ext cx="691100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dirty="0"/>
              <a:t>Subtraction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716DF8-9190-4376-BADE-445D5DFB5B85}"/>
              </a:ext>
            </a:extLst>
          </p:cNvPr>
          <p:cNvSpPr txBox="1"/>
          <p:nvPr/>
        </p:nvSpPr>
        <p:spPr>
          <a:xfrm>
            <a:off x="115955" y="657512"/>
            <a:ext cx="110523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Think of any alternative words you could use that mean the same thing as addition.</a:t>
            </a:r>
          </a:p>
        </p:txBody>
      </p:sp>
    </p:spTree>
    <p:extLst>
      <p:ext uri="{BB962C8B-B14F-4D97-AF65-F5344CB8AC3E}">
        <p14:creationId xmlns:p14="http://schemas.microsoft.com/office/powerpoint/2010/main" val="18047823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4196</TotalTime>
  <Words>320</Words>
  <Application>Microsoft Office PowerPoint</Application>
  <PresentationFormat>Widescreen</PresentationFormat>
  <Paragraphs>29</Paragraphs>
  <Slides>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Calibri</vt:lpstr>
      <vt:lpstr>Calibri Light</vt:lpstr>
      <vt:lpstr>champ</vt:lpstr>
      <vt:lpstr>Verdana</vt:lpstr>
      <vt:lpstr>Office Theme</vt:lpstr>
      <vt:lpstr>Your new classmate was raised by wolves in a jungle.  He can count but needs your help to understand maths.</vt:lpstr>
      <vt:lpstr>PowerPoint Presentation</vt:lpstr>
      <vt:lpstr>Subtraction, Subtract, Minus, Less, Difference, Decrease, Take Away, Deduct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WILSON James [Baldivis Secondary College]</dc:creator>
  <cp:lastModifiedBy>WILSON James [Baldivis Secondary College]</cp:lastModifiedBy>
  <cp:revision>15</cp:revision>
  <dcterms:created xsi:type="dcterms:W3CDTF">2019-02-04T14:26:31Z</dcterms:created>
  <dcterms:modified xsi:type="dcterms:W3CDTF">2019-02-10T14:48:27Z</dcterms:modified>
</cp:coreProperties>
</file>