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50" r:id="rId2"/>
    <p:sldId id="346" r:id="rId3"/>
    <p:sldId id="352" r:id="rId4"/>
    <p:sldId id="348" r:id="rId5"/>
    <p:sldId id="330" r:id="rId6"/>
    <p:sldId id="292" r:id="rId7"/>
    <p:sldId id="29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14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24/03/2019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Topic: Index Notation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EQ: What are cubed numbers and how does this link to index notation? </a:t>
            </a:r>
            <a:endParaRPr lang="en-AU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924944"/>
            <a:ext cx="3240360" cy="324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046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On your tables, as a group, complete the cubed numbers investigation. </a:t>
            </a:r>
          </a:p>
          <a:p>
            <a:r>
              <a:rPr lang="en-AU" dirty="0" smtClean="0"/>
              <a:t>Calculate the number of smaller cubes in each larger cube.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585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86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cube a number?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8353" y="1051321"/>
            <a:ext cx="917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What are cubed numbers and how does this link to index notation?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39221"/>
              </p:ext>
            </p:extLst>
          </p:nvPr>
        </p:nvGraphicFramePr>
        <p:xfrm>
          <a:off x="3185591" y="2172027"/>
          <a:ext cx="1800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08103" y="2204864"/>
            <a:ext cx="35152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First, make a square. Both side have the same length.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err="1" smtClean="0"/>
              <a:t>Th</a:t>
            </a:r>
            <a:r>
              <a:rPr lang="en-AU" dirty="0" smtClean="0"/>
              <a:t> Then make a cube where all</a:t>
            </a:r>
          </a:p>
          <a:p>
            <a:r>
              <a:rPr lang="en-AU" dirty="0"/>
              <a:t> </a:t>
            </a:r>
            <a:r>
              <a:rPr lang="en-AU" dirty="0" smtClean="0"/>
              <a:t>    three sides are the same length.</a:t>
            </a:r>
            <a:endParaRPr lang="en-AU" dirty="0"/>
          </a:p>
        </p:txBody>
      </p:sp>
      <p:pic>
        <p:nvPicPr>
          <p:cNvPr id="1026" name="Picture 2" descr="Image result for image 5 by 5 c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99" y="4385481"/>
            <a:ext cx="2760241" cy="209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2733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Two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Each of you has been given a card. </a:t>
            </a:r>
          </a:p>
          <a:p>
            <a:r>
              <a:rPr lang="en-AU" dirty="0" smtClean="0"/>
              <a:t>Decide if your number is a square number or a cubed number. Evaluate your number.</a:t>
            </a:r>
          </a:p>
          <a:p>
            <a:r>
              <a:rPr lang="en-AU" dirty="0" smtClean="0"/>
              <a:t>Give one / Get one - Share answers with peers. </a:t>
            </a:r>
          </a:p>
          <a:p>
            <a:r>
              <a:rPr lang="en-AU" dirty="0" smtClean="0"/>
              <a:t>Swap cards.</a:t>
            </a:r>
          </a:p>
          <a:p>
            <a:r>
              <a:rPr lang="en-AU" dirty="0" smtClean="0"/>
              <a:t>Go again.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15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86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 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index notation? 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8353" y="1051321"/>
            <a:ext cx="917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What are cubed numbers and how does this link to index notation?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2147000"/>
            <a:ext cx="5760639" cy="297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Sentence Frame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Summary: </a:t>
            </a:r>
          </a:p>
          <a:p>
            <a:pPr marL="0" indent="0">
              <a:buNone/>
            </a:pPr>
            <a:r>
              <a:rPr lang="en-AU" dirty="0" smtClean="0"/>
              <a:t>Square numbers __________________________.</a:t>
            </a:r>
          </a:p>
          <a:p>
            <a:pPr marL="0" indent="0">
              <a:buNone/>
            </a:pPr>
            <a:r>
              <a:rPr lang="en-AU" dirty="0" smtClean="0"/>
              <a:t>Cubed numbers can be found by __________ a number by ________ and then by ________ again. E.g. 5</a:t>
            </a:r>
            <a:r>
              <a:rPr lang="en-AU" baseline="30000" dirty="0" smtClean="0"/>
              <a:t>3</a:t>
            </a:r>
            <a:r>
              <a:rPr lang="en-AU" dirty="0" smtClean="0"/>
              <a:t> = __ x __ x __ = _____</a:t>
            </a:r>
          </a:p>
          <a:p>
            <a:pPr marL="0" indent="0">
              <a:buNone/>
            </a:pPr>
            <a:r>
              <a:rPr lang="en-AU" dirty="0" smtClean="0"/>
              <a:t>Index notation tells us _____________________.</a:t>
            </a:r>
          </a:p>
          <a:p>
            <a:pPr marL="0" indent="0">
              <a:buNone/>
            </a:pP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230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Topic: Index Notation</vt:lpstr>
      <vt:lpstr>Task One </vt:lpstr>
      <vt:lpstr>PowerPoint Presentation</vt:lpstr>
      <vt:lpstr>Task Two</vt:lpstr>
      <vt:lpstr>PowerPoint Presentation</vt:lpstr>
      <vt:lpstr>Sentence Frame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88</cp:revision>
  <dcterms:created xsi:type="dcterms:W3CDTF">2014-05-14T02:58:57Z</dcterms:created>
  <dcterms:modified xsi:type="dcterms:W3CDTF">2019-03-24T05:01:45Z</dcterms:modified>
</cp:coreProperties>
</file>