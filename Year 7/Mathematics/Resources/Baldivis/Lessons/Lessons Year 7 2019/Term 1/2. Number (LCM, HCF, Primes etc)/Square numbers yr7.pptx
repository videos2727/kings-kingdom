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50" r:id="rId2"/>
    <p:sldId id="351" r:id="rId3"/>
    <p:sldId id="346" r:id="rId4"/>
    <p:sldId id="330" r:id="rId5"/>
    <p:sldId id="344" r:id="rId6"/>
    <p:sldId id="348" r:id="rId7"/>
    <p:sldId id="349" r:id="rId8"/>
    <p:sldId id="347" r:id="rId9"/>
    <p:sldId id="336" r:id="rId10"/>
    <p:sldId id="338" r:id="rId11"/>
    <p:sldId id="339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10A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81" d="100"/>
          <a:sy n="81" d="100"/>
        </p:scale>
        <p:origin x="149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cm.det.wa.edu.au/connect/resolver/view/L6547/latest/asset1.html" TargetMode="External"/><Relationship Id="rId2" Type="http://schemas.openxmlformats.org/officeDocument/2006/relationships/hyperlink" Target="https://www.mymathsonline.com.au/tasks/library/loadLesson.asp?title=powers/squareNumbers&amp;taskID=105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Topic: Square Numbers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EQ: Describe how the area of a square gives us square numbers? </a:t>
            </a:r>
            <a:endParaRPr lang="en-AU" dirty="0"/>
          </a:p>
        </p:txBody>
      </p:sp>
      <p:pic>
        <p:nvPicPr>
          <p:cNvPr id="1026" name="Picture 2" descr="Image result for squares think outside the squa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780928"/>
            <a:ext cx="3528392" cy="367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046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5" y="1338262"/>
            <a:ext cx="428625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5 squares with different side lengths on the square paper. </a:t>
            </a:r>
          </a:p>
          <a:p>
            <a:r>
              <a:rPr lang="en-AU" dirty="0" smtClean="0"/>
              <a:t>Calculate the area of each square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585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9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Square Numbers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square? 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area of a square gives us square numbers?  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082992"/>
              </p:ext>
            </p:extLst>
          </p:nvPr>
        </p:nvGraphicFramePr>
        <p:xfrm>
          <a:off x="3195844" y="2047707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73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9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Square Numbers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square? 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area of a square gives us square numbers?  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082992"/>
              </p:ext>
            </p:extLst>
          </p:nvPr>
        </p:nvGraphicFramePr>
        <p:xfrm>
          <a:off x="3195844" y="2047707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508104" y="2276872"/>
            <a:ext cx="1076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= 25</a:t>
            </a:r>
          </a:p>
          <a:p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945101" y="3833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508104" y="2806149"/>
                <a:ext cx="230191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= length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 smtClean="0"/>
                  <a:t> length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=5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r>
                  <a:rPr lang="en-AU" b="0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806149"/>
                <a:ext cx="2301912" cy="1200329"/>
              </a:xfrm>
              <a:prstGeom prst="rect">
                <a:avLst/>
              </a:prstGeom>
              <a:blipFill>
                <a:blip r:embed="rId2"/>
                <a:stretch>
                  <a:fillRect l="-2387" t="-2538" r="-18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190214" y="30637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270497" y="4221118"/>
            <a:ext cx="408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shows us that 25 is a square number.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20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Two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What square numbers did you find in the first task? </a:t>
            </a:r>
          </a:p>
          <a:p>
            <a:r>
              <a:rPr lang="en-AU" dirty="0" smtClean="0"/>
              <a:t>Give one / Get one - Share answers with peers.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15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Two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What square numbers did you find in the first task? </a:t>
            </a:r>
          </a:p>
          <a:p>
            <a:r>
              <a:rPr lang="en-AU" dirty="0" smtClean="0"/>
              <a:t>Give one / Get one - Share answers with peers. </a:t>
            </a:r>
          </a:p>
          <a:p>
            <a:r>
              <a:rPr lang="en-AU" dirty="0" smtClean="0"/>
              <a:t>Prepare to share one with the class. </a:t>
            </a:r>
          </a:p>
          <a:p>
            <a:r>
              <a:rPr lang="en-AU" dirty="0" smtClean="0">
                <a:hlinkClick r:id="rId2"/>
              </a:rPr>
              <a:t>Lesson</a:t>
            </a:r>
            <a:endParaRPr lang="en-AU" dirty="0" smtClean="0"/>
          </a:p>
          <a:p>
            <a:r>
              <a:rPr lang="en-AU" dirty="0" smtClean="0">
                <a:hlinkClick r:id="rId3"/>
              </a:rPr>
              <a:t>Demo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2678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9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Square Numbers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square? 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area of a square gives us square numbers?  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082992"/>
              </p:ext>
            </p:extLst>
          </p:nvPr>
        </p:nvGraphicFramePr>
        <p:xfrm>
          <a:off x="3195844" y="2047707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508104" y="2276872"/>
            <a:ext cx="1076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= 25</a:t>
            </a:r>
          </a:p>
          <a:p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945101" y="3833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508104" y="2806149"/>
                <a:ext cx="230191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= length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 smtClean="0"/>
                  <a:t> length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=5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r>
                  <a:rPr lang="en-AU" b="0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806149"/>
                <a:ext cx="2301912" cy="1200329"/>
              </a:xfrm>
              <a:prstGeom prst="rect">
                <a:avLst/>
              </a:prstGeom>
              <a:blipFill>
                <a:blip r:embed="rId2"/>
                <a:stretch>
                  <a:fillRect l="-2387" t="-2538" r="-18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148804" y="4890622"/>
                <a:ext cx="5802229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itself.</a:t>
                </a:r>
              </a:p>
              <a:p>
                <a:r>
                  <a:rPr lang="en-AU" dirty="0" smtClean="0"/>
                  <a:t>This can be written using index numbers -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5 </m:t>
                        </m:r>
                        <m:r>
                          <a:rPr lang="en-AU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𝑠𝑞𝑢𝑎𝑟𝑒𝑑</m:t>
                        </m:r>
                        <m:r>
                          <a:rPr lang="en-AU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5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= 5 x 5 = 25 </a:t>
                </a:r>
              </a:p>
              <a:p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Perfect squares are the results of squaring a positive integer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804" y="4890622"/>
                <a:ext cx="5802229" cy="1477328"/>
              </a:xfrm>
              <a:prstGeom prst="rect">
                <a:avLst/>
              </a:prstGeom>
              <a:blipFill>
                <a:blip r:embed="rId3"/>
                <a:stretch>
                  <a:fillRect l="-946" t="-2058" r="-315" b="-53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2982" y="4890622"/>
            <a:ext cx="2780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square a number?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34030" y="4394753"/>
            <a:ext cx="408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shows us that 25 is a square number.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843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9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04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×7=49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=8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×8=64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=9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×9=81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=10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×10=100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×11=121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×12=144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69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Sentence Frame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Summary: </a:t>
            </a: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Today we learnt about ________.</a:t>
            </a:r>
          </a:p>
          <a:p>
            <a:pPr marL="0" indent="0">
              <a:buNone/>
            </a:pPr>
            <a:r>
              <a:rPr lang="en-AU" dirty="0" smtClean="0"/>
              <a:t>The area of a square gives us a ________ number. </a:t>
            </a:r>
          </a:p>
          <a:p>
            <a:pPr marL="0" indent="0">
              <a:buNone/>
            </a:pPr>
            <a:r>
              <a:rPr lang="en-AU" dirty="0" smtClean="0"/>
              <a:t>A square number can also be found by ________ any number by ________. </a:t>
            </a:r>
          </a:p>
          <a:p>
            <a:pPr marL="0" indent="0">
              <a:buNone/>
            </a:pPr>
            <a:r>
              <a:rPr lang="en-AU" dirty="0" err="1" smtClean="0"/>
              <a:t>Eg</a:t>
            </a:r>
            <a:r>
              <a:rPr lang="en-AU" dirty="0" smtClean="0"/>
              <a:t>.   2 X  2  =  ____  = ____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331</Words>
  <Application>Microsoft Office PowerPoint</Application>
  <PresentationFormat>On-screen Show (4:3)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Topic: Square Numbers</vt:lpstr>
      <vt:lpstr>PowerPoint Presentation</vt:lpstr>
      <vt:lpstr>Task One </vt:lpstr>
      <vt:lpstr>PowerPoint Presentation</vt:lpstr>
      <vt:lpstr>PowerPoint Presentation</vt:lpstr>
      <vt:lpstr>Task Two</vt:lpstr>
      <vt:lpstr>Task Two</vt:lpstr>
      <vt:lpstr>PowerPoint Presentation</vt:lpstr>
      <vt:lpstr>Calculate the following</vt:lpstr>
      <vt:lpstr>Calculate the following</vt:lpstr>
      <vt:lpstr>Calculate the following</vt:lpstr>
      <vt:lpstr>Sentence Frame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MORGAN Adam [Baldivis Secondary College]</cp:lastModifiedBy>
  <cp:revision>83</cp:revision>
  <dcterms:created xsi:type="dcterms:W3CDTF">2014-05-14T02:58:57Z</dcterms:created>
  <dcterms:modified xsi:type="dcterms:W3CDTF">2019-03-19T03:08:46Z</dcterms:modified>
</cp:coreProperties>
</file>