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35" r:id="rId2"/>
    <p:sldId id="336" r:id="rId3"/>
    <p:sldId id="318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16" r:id="rId12"/>
    <p:sldId id="333" r:id="rId13"/>
    <p:sldId id="334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89165" autoAdjust="0"/>
  </p:normalViewPr>
  <p:slideViewPr>
    <p:cSldViewPr>
      <p:cViewPr varScale="1">
        <p:scale>
          <a:sx n="78" d="100"/>
          <a:sy n="78" d="100"/>
        </p:scale>
        <p:origin x="1589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18/03/2019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18/03/2019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  <p:pic>
        <p:nvPicPr>
          <p:cNvPr id="1026" name="Picture 2" descr="Image result for optimus prime numb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132856"/>
            <a:ext cx="3019425" cy="37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27584" y="5452616"/>
            <a:ext cx="77632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OPTIMUS PRIME NUMBER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8356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99792" y="836712"/>
            <a:ext cx="39167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QUICKWRITE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6069" y="2276872"/>
            <a:ext cx="84041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On the LHS</a:t>
            </a:r>
          </a:p>
          <a:p>
            <a:endParaRPr lang="en-AU" dirty="0"/>
          </a:p>
          <a:p>
            <a:r>
              <a:rPr lang="en-AU" sz="2400" dirty="0" smtClean="0"/>
              <a:t>What are Prime numbers and list as many prime numbers you can</a:t>
            </a:r>
          </a:p>
        </p:txBody>
      </p:sp>
    </p:spTree>
    <p:extLst>
      <p:ext uri="{BB962C8B-B14F-4D97-AF65-F5344CB8AC3E}">
        <p14:creationId xmlns:p14="http://schemas.microsoft.com/office/powerpoint/2010/main" val="517092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4108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95320" y="2483604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93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4806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920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6958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TextBox 33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8174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TextBox 41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41" name="TextBox 40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85812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1" name="Straight Connector 40"/>
          <p:cNvCxnSpPr/>
          <p:nvPr/>
        </p:nvCxnSpPr>
        <p:spPr>
          <a:xfrm>
            <a:off x="7127267" y="5402230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844441" y="5410130"/>
            <a:ext cx="222173" cy="41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50581" y="5759569"/>
            <a:ext cx="32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3" name="TextBox 42"/>
          <p:cNvSpPr txBox="1"/>
          <p:nvPr/>
        </p:nvSpPr>
        <p:spPr>
          <a:xfrm>
            <a:off x="7313431" y="5736245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4" name="TextBox 43"/>
          <p:cNvSpPr txBox="1"/>
          <p:nvPr/>
        </p:nvSpPr>
        <p:spPr>
          <a:xfrm>
            <a:off x="5936006" y="5736245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59699" y="571257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608416" y="5764710"/>
            <a:ext cx="376031" cy="3716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7293353" y="5773195"/>
            <a:ext cx="354913" cy="340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TextBox 48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48" name="TextBox 47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9733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1" name="Straight Connector 40"/>
          <p:cNvCxnSpPr/>
          <p:nvPr/>
        </p:nvCxnSpPr>
        <p:spPr>
          <a:xfrm>
            <a:off x="7127267" y="5402230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844441" y="5410130"/>
            <a:ext cx="222173" cy="41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50581" y="5759569"/>
            <a:ext cx="32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3" name="TextBox 42"/>
          <p:cNvSpPr txBox="1"/>
          <p:nvPr/>
        </p:nvSpPr>
        <p:spPr>
          <a:xfrm>
            <a:off x="7313431" y="5736245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4" name="TextBox 43"/>
          <p:cNvSpPr txBox="1"/>
          <p:nvPr/>
        </p:nvSpPr>
        <p:spPr>
          <a:xfrm>
            <a:off x="5936006" y="5736245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59699" y="571257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608416" y="5764710"/>
            <a:ext cx="376031" cy="3716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7293353" y="5773195"/>
            <a:ext cx="354913" cy="340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987825" y="6026664"/>
                <a:ext cx="3066363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540 = 2  x  2  x  5  x  3  x  3  x  3</a:t>
                </a:r>
              </a:p>
              <a:p>
                <a:r>
                  <a:rPr lang="en-AU" dirty="0" smtClean="0"/>
                  <a:t>   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 x 5</a:t>
                </a:r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5" y="6026664"/>
                <a:ext cx="3066363" cy="669992"/>
              </a:xfrm>
              <a:prstGeom prst="rect">
                <a:avLst/>
              </a:prstGeom>
              <a:blipFill rotWithShape="0">
                <a:blip r:embed="rId2"/>
                <a:stretch>
                  <a:fillRect l="-1590" t="-5455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53" name="TextBox 52"/>
          <p:cNvSpPr txBox="1"/>
          <p:nvPr/>
        </p:nvSpPr>
        <p:spPr>
          <a:xfrm>
            <a:off x="3111412" y="5379012"/>
            <a:ext cx="205567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Write the primes in ascending order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write numbers as a product of prime 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2254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Let’s work through another example together.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Write </a:t>
            </a:r>
            <a:r>
              <a:rPr lang="en-AU" sz="4400" b="1" dirty="0" smtClean="0"/>
              <a:t>84</a:t>
            </a:r>
            <a:r>
              <a:rPr lang="en-AU" dirty="0" smtClean="0"/>
              <a:t> as a product of prime factors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768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 smtClean="0"/>
                  <a:t>Let’s work through another example together.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:r>
                  <a:rPr lang="en-AU" dirty="0" smtClean="0"/>
                  <a:t>Write 84 as a product of prime factors</a:t>
                </a:r>
              </a:p>
              <a:p>
                <a:pPr marL="0" indent="0" algn="ctr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84=2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×2×3×7</m:t>
                    </m:r>
                  </m:oMath>
                </a14:m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×3×7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547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Nelson textbook page 82 question 7 - 9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771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</TotalTime>
  <Words>636</Words>
  <Application>Microsoft Office PowerPoint</Application>
  <PresentationFormat>On-screen Show (4:3)</PresentationFormat>
  <Paragraphs>192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MORGAN Adam [Baldivis Secondary College]</cp:lastModifiedBy>
  <cp:revision>71</cp:revision>
  <dcterms:created xsi:type="dcterms:W3CDTF">2014-05-14T02:58:57Z</dcterms:created>
  <dcterms:modified xsi:type="dcterms:W3CDTF">2019-03-18T07:41:02Z</dcterms:modified>
</cp:coreProperties>
</file>