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F45E-839D-43F3-95B2-68BD26CE1D89}" type="datetimeFigureOut">
              <a:rPr lang="en-AU" smtClean="0"/>
              <a:t>19/03/2019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23E75-944C-4BE8-BCA1-22D6276B31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8108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F45E-839D-43F3-95B2-68BD26CE1D89}" type="datetimeFigureOut">
              <a:rPr lang="en-AU" smtClean="0"/>
              <a:t>19/03/2019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23E75-944C-4BE8-BCA1-22D6276B31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6262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F45E-839D-43F3-95B2-68BD26CE1D89}" type="datetimeFigureOut">
              <a:rPr lang="en-AU" smtClean="0"/>
              <a:t>19/03/2019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23E75-944C-4BE8-BCA1-22D6276B31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2021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F45E-839D-43F3-95B2-68BD26CE1D89}" type="datetimeFigureOut">
              <a:rPr lang="en-AU" smtClean="0"/>
              <a:t>19/03/2019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23E75-944C-4BE8-BCA1-22D6276B31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1769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F45E-839D-43F3-95B2-68BD26CE1D89}" type="datetimeFigureOut">
              <a:rPr lang="en-AU" smtClean="0"/>
              <a:t>19/03/2019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23E75-944C-4BE8-BCA1-22D6276B31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7451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F45E-839D-43F3-95B2-68BD26CE1D89}" type="datetimeFigureOut">
              <a:rPr lang="en-AU" smtClean="0"/>
              <a:t>19/03/2019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23E75-944C-4BE8-BCA1-22D6276B31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943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F45E-839D-43F3-95B2-68BD26CE1D89}" type="datetimeFigureOut">
              <a:rPr lang="en-AU" smtClean="0"/>
              <a:t>19/03/2019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23E75-944C-4BE8-BCA1-22D6276B31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7846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F45E-839D-43F3-95B2-68BD26CE1D89}" type="datetimeFigureOut">
              <a:rPr lang="en-AU" smtClean="0"/>
              <a:t>19/03/2019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23E75-944C-4BE8-BCA1-22D6276B31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3413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F45E-839D-43F3-95B2-68BD26CE1D89}" type="datetimeFigureOut">
              <a:rPr lang="en-AU" smtClean="0"/>
              <a:t>19/03/2019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23E75-944C-4BE8-BCA1-22D6276B31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5146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F45E-839D-43F3-95B2-68BD26CE1D89}" type="datetimeFigureOut">
              <a:rPr lang="en-AU" smtClean="0"/>
              <a:t>19/03/2019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23E75-944C-4BE8-BCA1-22D6276B31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4984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F45E-839D-43F3-95B2-68BD26CE1D89}" type="datetimeFigureOut">
              <a:rPr lang="en-AU" smtClean="0"/>
              <a:t>19/03/2019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23E75-944C-4BE8-BCA1-22D6276B31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4301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6EF45E-839D-43F3-95B2-68BD26CE1D89}" type="datetimeFigureOut">
              <a:rPr lang="en-AU" smtClean="0"/>
              <a:t>19/03/2019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323E75-944C-4BE8-BCA1-22D6276B31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2406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Lowest Common Multiples</a:t>
            </a:r>
            <a:endParaRPr lang="en-AU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Get ready to clap!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64339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EQ: How can we find lowest common multiples mentally and with a calculator?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 smtClean="0"/>
          </a:p>
          <a:p>
            <a:r>
              <a:rPr lang="en-AU" dirty="0" smtClean="0"/>
              <a:t>Split class into two groups</a:t>
            </a:r>
          </a:p>
          <a:p>
            <a:r>
              <a:rPr lang="en-AU" dirty="0" smtClean="0"/>
              <a:t>Group1 will skip count to a beat on 2</a:t>
            </a:r>
          </a:p>
          <a:p>
            <a:r>
              <a:rPr lang="en-AU" dirty="0" smtClean="0"/>
              <a:t>Group 2 will skip count to the same beat on 3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65483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Which numbers do both groups say?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These numbers are </a:t>
            </a:r>
            <a:r>
              <a:rPr lang="en-AU" b="1" dirty="0" smtClean="0"/>
              <a:t>common multiples </a:t>
            </a:r>
            <a:r>
              <a:rPr lang="en-AU" dirty="0" smtClean="0"/>
              <a:t>of 2 and 3</a:t>
            </a:r>
          </a:p>
          <a:p>
            <a:r>
              <a:rPr lang="en-AU" dirty="0" smtClean="0"/>
              <a:t>The </a:t>
            </a:r>
            <a:r>
              <a:rPr lang="en-AU" b="1" dirty="0" smtClean="0"/>
              <a:t>lowest common multiple </a:t>
            </a:r>
            <a:r>
              <a:rPr lang="en-AU" dirty="0" smtClean="0"/>
              <a:t>will be the first one.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50230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 smtClean="0"/>
              <a:t>Split your class into 4 groups</a:t>
            </a:r>
          </a:p>
          <a:p>
            <a:r>
              <a:rPr lang="en-AU" dirty="0" smtClean="0"/>
              <a:t>Group 1 skip count in 2s</a:t>
            </a:r>
          </a:p>
          <a:p>
            <a:r>
              <a:rPr lang="en-AU" dirty="0" smtClean="0"/>
              <a:t>Group 2 skip count in 3s</a:t>
            </a:r>
          </a:p>
          <a:p>
            <a:r>
              <a:rPr lang="en-AU" dirty="0" smtClean="0"/>
              <a:t>Group 3 skip count in 4s</a:t>
            </a:r>
          </a:p>
          <a:p>
            <a:r>
              <a:rPr lang="en-AU" dirty="0" smtClean="0"/>
              <a:t>Group 4 skip count in 5s</a:t>
            </a:r>
          </a:p>
          <a:p>
            <a:pPr marL="0" indent="0">
              <a:buNone/>
            </a:pPr>
            <a:r>
              <a:rPr lang="en-AU" dirty="0" smtClean="0"/>
              <a:t>Up until 100</a:t>
            </a:r>
          </a:p>
          <a:p>
            <a:pPr marL="0" indent="0">
              <a:buNone/>
            </a:pPr>
            <a:r>
              <a:rPr lang="en-AU" dirty="0" smtClean="0"/>
              <a:t>What are the common multiples?</a:t>
            </a:r>
          </a:p>
          <a:p>
            <a:pPr marL="0" indent="0">
              <a:buNone/>
            </a:pPr>
            <a:r>
              <a:rPr lang="en-AU" dirty="0" smtClean="0"/>
              <a:t>What is the lowest common multiple?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58322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36640"/>
            <a:ext cx="4812900" cy="6089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732240" y="1988840"/>
            <a:ext cx="2016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Do this on the left hand side </a:t>
            </a:r>
            <a:r>
              <a:rPr lang="en-AU" smtClean="0"/>
              <a:t>of the page.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6608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</TotalTime>
  <Words>131</Words>
  <Application>Microsoft Office PowerPoint</Application>
  <PresentationFormat>On-screen Show (4:3)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Lowest Common Multiples</vt:lpstr>
      <vt:lpstr>EQ: How can we find lowest common multiples mentally and with a calculator?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MILLER Belinda</dc:creator>
  <cp:lastModifiedBy>MORGAN Adam [Baldivis Secondary College]</cp:lastModifiedBy>
  <cp:revision>5</cp:revision>
  <dcterms:created xsi:type="dcterms:W3CDTF">2019-03-14T11:09:12Z</dcterms:created>
  <dcterms:modified xsi:type="dcterms:W3CDTF">2019-03-19T02:24:04Z</dcterms:modified>
</cp:coreProperties>
</file>