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06BBF-44A7-43F6-8EDD-2CC5AD2CE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F27F7-CFAB-48A9-A2CE-D3C685CD0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745B9-574D-4639-9A68-E252654C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9F9C-D6FF-46B5-A915-BFBAA6CE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375F-E7D3-46AA-841B-7979FA38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42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823F-4649-43FA-BFD9-0E9BEADF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EB68-EA8A-46DC-803B-3058912A8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22137-B4A0-4A6D-9EDA-F06C4B4A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4185-5B4F-4B6C-BF39-59BAD34E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B234F-1146-423E-AD35-4F16C5C3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37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6633-F7E1-429E-91CE-049C1C0A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D068F-6D3D-41D5-ABCA-D0A0A5286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2FA3E-2D62-4B70-96E4-587216A4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FC95E-7565-485B-B204-E6276551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42868-551F-48BC-891E-3164DF08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46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AF38-4574-40EB-9AAE-F265EB02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3CD42-14DC-4342-8A56-B3BD5EE85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D3D34-5E1B-49EB-A9A5-D30CA5450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6E7F7-5527-4584-BD74-B0567D8C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6A27A-F4D4-4AF5-8FCF-9E675B37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0B663-AFF2-4E71-AAA6-549C95CA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263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3733-F838-4AFB-9BAE-A52A82BF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B1363-F371-4447-AA4A-E85751745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B0B97-68FA-47C1-B2F2-0E0180738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9241E-F576-4C30-A782-860035E6F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F4BBA-4340-48A1-9A6C-7732F872CF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C0348-DFFA-479D-988B-BE9701FE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2102E-03F2-4F8E-88D7-4267C508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780AB-FD86-44D6-B4A2-AB122EA7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64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1FC3-C7E1-4E56-9F99-B0927BBA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20648-B75E-489E-9933-E45D0918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3C769-0881-465B-82CB-CAEDB0C7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6C62-E5F6-4F38-A93D-A0AEAA170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54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6748E-2222-4345-921B-5A6E8045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82F89-B0BF-4C21-B222-AC072DE0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8E287-AFB1-440C-A534-A953162C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31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3AD2-01F6-494A-BDBE-969E883FA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9308-F144-49A4-A4AE-1E338124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7CCC9-E825-4B04-A6CB-AC4D2CD94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4B470-8114-41E6-AD54-4105C72D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A835C-D545-4D38-B4A7-4DC48192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89786-8D39-4F99-86EA-656F38E6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39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6F0C-EDEF-41D1-A814-4D6828D1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CDB82-57FC-4600-8C47-753A74ADE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0224B-99E2-4335-A5C6-732762E95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7F707-6EEE-44EF-AD75-185A05C5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814DF-9D63-414B-A267-9C5AD90D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0785D-DCED-4B09-8941-B4EA44B1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59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03DF-9CA9-4F3F-9AA5-EB0FEA0B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9D6FA-467F-4F8D-A173-4E7A90E1E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B1D8F-0DE7-4D5C-BF22-61EB11A4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BE5C8-7A80-4AE1-9071-61D43FA3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A6123-2B94-4EF6-9ADD-2F26548C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393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A1B23-EFED-433E-9E92-5806F2C16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A1095-D09F-4F74-9588-C1A156101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0F8C1-D9B8-496C-8248-135BEC72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C3BE2-71E1-4DF5-8F6D-B8E16E12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4BB6-56E0-4B88-8376-7987471E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08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48419D-136D-4634-812E-AA419A36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3C020-A83D-43D5-BF4B-64EAAF1F9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F6536-F03E-42C8-94EF-10BF5E4FB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8B1A2-75EA-490E-A89D-C2517C6D1454}" type="datetimeFigureOut">
              <a:rPr lang="en-AU" smtClean="0"/>
              <a:t>12/02/2019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5C54B-E092-4224-9E0F-2D8C915E0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0EB96-A2CF-44D3-A74C-CB0E3A93F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22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5EAA-F434-4E74-B07A-47176CAC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4347"/>
            <a:ext cx="10515600" cy="1808232"/>
          </a:xfrm>
        </p:spPr>
        <p:txBody>
          <a:bodyPr>
            <a:normAutofit fontScale="90000"/>
          </a:bodyPr>
          <a:lstStyle/>
          <a:p>
            <a:r>
              <a:rPr lang="en-AU" dirty="0"/>
              <a:t>Your excellent work has been noticed and you have been asked to continue teaching your jungle friends mathematics concepts.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815E1-5528-4CC5-A5A8-B0E8B7E790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83" t="23530" r="5650" b="10962"/>
          <a:stretch/>
        </p:blipFill>
        <p:spPr>
          <a:xfrm>
            <a:off x="948266" y="379375"/>
            <a:ext cx="9211734" cy="44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7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2CA5-27D5-4149-8769-35ACED5A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6504"/>
            <a:ext cx="10515600" cy="554184"/>
          </a:xfrm>
        </p:spPr>
        <p:txBody>
          <a:bodyPr>
            <a:normAutofit fontScale="90000"/>
          </a:bodyPr>
          <a:lstStyle/>
          <a:p>
            <a:r>
              <a:rPr lang="en-AU" sz="3600" b="1" dirty="0"/>
              <a:t>Multiplication, Multiply, Product, By, Times, Lots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E2727-1829-4DB4-A5EE-9647EF18C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58549"/>
          </a:xfrm>
        </p:spPr>
        <p:txBody>
          <a:bodyPr/>
          <a:lstStyle/>
          <a:p>
            <a:pPr marL="0" indent="0">
              <a:buNone/>
            </a:pPr>
            <a:r>
              <a:rPr lang="en-AU" sz="3200" dirty="0"/>
              <a:t>Multiplication</a:t>
            </a:r>
            <a:r>
              <a:rPr lang="en-AU" dirty="0"/>
              <a:t> is 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4034B1-2E3F-4C54-9626-0B2403C2F694}"/>
              </a:ext>
            </a:extLst>
          </p:cNvPr>
          <p:cNvSpPr/>
          <p:nvPr/>
        </p:nvSpPr>
        <p:spPr>
          <a:xfrm>
            <a:off x="3563160" y="2534445"/>
            <a:ext cx="72939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... (in its simplest form) </a:t>
            </a:r>
            <a:r>
              <a:rPr lang="en-AU" sz="2400" b="1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repeated addition</a:t>
            </a:r>
            <a:r>
              <a:rPr lang="en-AU" sz="2400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. 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B37AB-9AB2-4592-B3A2-9BE88AF8C60D}"/>
              </a:ext>
            </a:extLst>
          </p:cNvPr>
          <p:cNvSpPr txBox="1"/>
          <p:nvPr/>
        </p:nvSpPr>
        <p:spPr>
          <a:xfrm>
            <a:off x="1722783" y="3569503"/>
            <a:ext cx="9435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What steps could I use to multiply 12 by 21?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4300F-9F4B-425F-934A-FBE0B4C73A6A}"/>
              </a:ext>
            </a:extLst>
          </p:cNvPr>
          <p:cNvSpPr txBox="1"/>
          <p:nvPr/>
        </p:nvSpPr>
        <p:spPr>
          <a:xfrm>
            <a:off x="682486" y="232126"/>
            <a:ext cx="6911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Multiplication</a:t>
            </a:r>
          </a:p>
        </p:txBody>
      </p:sp>
    </p:spTree>
    <p:extLst>
      <p:ext uri="{BB962C8B-B14F-4D97-AF65-F5344CB8AC3E}">
        <p14:creationId xmlns:p14="http://schemas.microsoft.com/office/powerpoint/2010/main" val="420238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8723C6-841E-4263-A9C4-003064A378E7}"/>
              </a:ext>
            </a:extLst>
          </p:cNvPr>
          <p:cNvSpPr/>
          <p:nvPr/>
        </p:nvSpPr>
        <p:spPr>
          <a:xfrm>
            <a:off x="980661" y="1059527"/>
            <a:ext cx="96475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dirty="0"/>
              <a:t>Division, Divide, Quotient, Goes Into, How Many Times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C6451-0F35-4CED-A0CB-B02771948F0C}"/>
              </a:ext>
            </a:extLst>
          </p:cNvPr>
          <p:cNvSpPr/>
          <p:nvPr/>
        </p:nvSpPr>
        <p:spPr>
          <a:xfrm>
            <a:off x="1176655" y="1644302"/>
            <a:ext cx="25074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b="0" i="0" u="none" strike="noStrike" dirty="0">
                <a:effectLst/>
                <a:latin typeface="champ"/>
              </a:rPr>
              <a:t>Division is ...</a:t>
            </a:r>
            <a:endParaRPr lang="en-AU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ABC14-D2C3-4E2B-882A-904BB02D2178}"/>
              </a:ext>
            </a:extLst>
          </p:cNvPr>
          <p:cNvSpPr/>
          <p:nvPr/>
        </p:nvSpPr>
        <p:spPr>
          <a:xfrm>
            <a:off x="1176655" y="2474893"/>
            <a:ext cx="103234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... splitting into equal parts or groups. It is the result of "fair sharing"</a:t>
            </a:r>
            <a:endParaRPr lang="en-AU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CFB9B8-2FC8-4DBB-A2DE-62A7D6ED1B5C}"/>
              </a:ext>
            </a:extLst>
          </p:cNvPr>
          <p:cNvSpPr/>
          <p:nvPr/>
        </p:nvSpPr>
        <p:spPr>
          <a:xfrm>
            <a:off x="2133600" y="3735528"/>
            <a:ext cx="55659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What steps will allow me to divide 156 by 13?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95DC4-42D5-496B-BC92-A74ABD25C589}"/>
              </a:ext>
            </a:extLst>
          </p:cNvPr>
          <p:cNvSpPr txBox="1"/>
          <p:nvPr/>
        </p:nvSpPr>
        <p:spPr>
          <a:xfrm>
            <a:off x="788504" y="233224"/>
            <a:ext cx="6911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Division</a:t>
            </a:r>
          </a:p>
        </p:txBody>
      </p:sp>
    </p:spTree>
    <p:extLst>
      <p:ext uri="{BB962C8B-B14F-4D97-AF65-F5344CB8AC3E}">
        <p14:creationId xmlns:p14="http://schemas.microsoft.com/office/powerpoint/2010/main" val="43178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4575</TotalTime>
  <Words>101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champ</vt:lpstr>
      <vt:lpstr>Verdana</vt:lpstr>
      <vt:lpstr>Office Theme</vt:lpstr>
      <vt:lpstr>Your excellent work has been noticed and you have been asked to continue teaching your jungle friends mathematics concepts.</vt:lpstr>
      <vt:lpstr>Multiplication, Multiply, Product, By, Times, Lots Of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15</cp:revision>
  <dcterms:created xsi:type="dcterms:W3CDTF">2019-02-04T14:26:31Z</dcterms:created>
  <dcterms:modified xsi:type="dcterms:W3CDTF">2019-02-12T13:14:16Z</dcterms:modified>
</cp:coreProperties>
</file>