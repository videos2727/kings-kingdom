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Multiplying and dividing decimals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we multiply and divide </a:t>
            </a:r>
            <a:r>
              <a:rPr lang="en-AU" dirty="0" smtClean="0"/>
              <a:t>decimals?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29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 will need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AU" dirty="0" smtClean="0"/>
              <a:t>A4 paper</a:t>
            </a:r>
          </a:p>
          <a:p>
            <a:pPr>
              <a:buFontTx/>
              <a:buChar char="-"/>
            </a:pPr>
            <a:r>
              <a:rPr lang="en-AU" dirty="0" smtClean="0"/>
              <a:t>INB</a:t>
            </a:r>
          </a:p>
          <a:p>
            <a:pPr>
              <a:buFontTx/>
              <a:buChar char="-"/>
            </a:pPr>
            <a:r>
              <a:rPr lang="en-AU" dirty="0" smtClean="0"/>
              <a:t>Pens/pencils</a:t>
            </a:r>
          </a:p>
          <a:p>
            <a:pPr>
              <a:buFontTx/>
              <a:buChar char="-"/>
            </a:pPr>
            <a:r>
              <a:rPr lang="en-AU" dirty="0" smtClean="0"/>
              <a:t>Brains</a:t>
            </a:r>
          </a:p>
          <a:p>
            <a:pPr>
              <a:buFontTx/>
              <a:buChar char="-"/>
            </a:pPr>
            <a:r>
              <a:rPr lang="en-AU" dirty="0" smtClean="0"/>
              <a:t>Can do attitude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973" y="3672840"/>
            <a:ext cx="24955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6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AU" dirty="0" smtClean="0"/>
              <a:t>Place the following in ascending order</a:t>
            </a:r>
          </a:p>
          <a:p>
            <a:pPr marL="0" indent="0">
              <a:buNone/>
            </a:pPr>
            <a:r>
              <a:rPr lang="en-AU" dirty="0" smtClean="0"/>
              <a:t>1.356,  1.357, 1.035, 0.99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2. Solve</a:t>
            </a:r>
          </a:p>
          <a:p>
            <a:pPr marL="457200" indent="-457200">
              <a:buAutoNum type="alphaLcParenR"/>
            </a:pPr>
            <a:r>
              <a:rPr lang="en-AU" dirty="0"/>
              <a:t>7</a:t>
            </a:r>
            <a:r>
              <a:rPr lang="en-AU" dirty="0" smtClean="0"/>
              <a:t>.35 - 4.23</a:t>
            </a:r>
          </a:p>
          <a:p>
            <a:pPr marL="457200" indent="-457200">
              <a:buAutoNum type="alphaLcParenR"/>
            </a:pPr>
            <a:r>
              <a:rPr lang="en-AU" dirty="0" smtClean="0"/>
              <a:t>0.002+ 0.104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442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3130" y="982132"/>
            <a:ext cx="7613467" cy="1303867"/>
          </a:xfrm>
        </p:spPr>
        <p:txBody>
          <a:bodyPr>
            <a:normAutofit/>
          </a:bodyPr>
          <a:lstStyle/>
          <a:p>
            <a:r>
              <a:rPr lang="en-AU" sz="3200" b="1" dirty="0" smtClean="0"/>
              <a:t>EQ: </a:t>
            </a:r>
            <a:r>
              <a:rPr lang="en-AU" sz="3200" dirty="0" smtClean="0"/>
              <a:t>How do we multiply and divide </a:t>
            </a:r>
            <a:r>
              <a:rPr lang="en-AU" sz="3200" dirty="0" smtClean="0"/>
              <a:t>decimals?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53440" y="879567"/>
            <a:ext cx="21684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Topic: </a:t>
            </a:r>
            <a:r>
              <a:rPr lang="en-AU" sz="2000" dirty="0" smtClean="0"/>
              <a:t>Multiplying and dividing decimals</a:t>
            </a:r>
            <a:endParaRPr lang="en-AU" sz="2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570514" y="2420983"/>
            <a:ext cx="43543" cy="3805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39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3130" y="982132"/>
            <a:ext cx="7613467" cy="1303867"/>
          </a:xfrm>
        </p:spPr>
        <p:txBody>
          <a:bodyPr>
            <a:normAutofit/>
          </a:bodyPr>
          <a:lstStyle/>
          <a:p>
            <a:r>
              <a:rPr lang="en-AU" sz="3200" b="1" dirty="0" smtClean="0"/>
              <a:t>EQ: </a:t>
            </a:r>
            <a:r>
              <a:rPr lang="en-AU" sz="3200" dirty="0" smtClean="0"/>
              <a:t>How do we multiply and divide </a:t>
            </a:r>
            <a:r>
              <a:rPr lang="en-AU" sz="3200" dirty="0" smtClean="0"/>
              <a:t>decimals?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0447" y="2556931"/>
            <a:ext cx="6786150" cy="3669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 smtClean="0"/>
              <a:t>To multiply we move the numbers left.</a:t>
            </a:r>
          </a:p>
          <a:p>
            <a:pPr marL="0" indent="0">
              <a:buNone/>
            </a:pPr>
            <a:r>
              <a:rPr lang="en-AU" sz="2000" dirty="0" smtClean="0"/>
              <a:t>The amount of places they move is the amount of 0s in the number we are multiplying by</a:t>
            </a:r>
          </a:p>
          <a:p>
            <a:pPr marL="0" indent="0">
              <a:buNone/>
            </a:pPr>
            <a:r>
              <a:rPr lang="en-AU" sz="2000" dirty="0" smtClean="0"/>
              <a:t>Ex 3.45x 100= 345  (there are 2 0s in 100, so move two places left)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 smtClean="0"/>
              <a:t>To divide we move the numbers right.</a:t>
            </a:r>
          </a:p>
          <a:p>
            <a:pPr marL="0" indent="0">
              <a:buNone/>
            </a:pPr>
            <a:r>
              <a:rPr lang="en-AU" sz="2000" dirty="0" smtClean="0"/>
              <a:t>The amount of places we move them is the amount of 0s in the number we are dividing by</a:t>
            </a:r>
          </a:p>
          <a:p>
            <a:pPr marL="0" indent="0">
              <a:buNone/>
            </a:pPr>
            <a:r>
              <a:rPr lang="en-AU" sz="2000" dirty="0" smtClean="0"/>
              <a:t>EX: 345 divided by 1</a:t>
            </a:r>
            <a:endParaRPr lang="en-A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53440" y="879567"/>
            <a:ext cx="21684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Topic: </a:t>
            </a:r>
            <a:r>
              <a:rPr lang="en-AU" sz="2000" dirty="0" smtClean="0"/>
              <a:t>Multiplying and dividing decimals</a:t>
            </a:r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576251" y="2882537"/>
            <a:ext cx="168026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Multiplying</a:t>
            </a:r>
          </a:p>
          <a:p>
            <a:r>
              <a:rPr lang="en-AU" dirty="0" smtClean="0"/>
              <a:t>By 10,100,1000</a:t>
            </a:r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Dividing</a:t>
            </a:r>
          </a:p>
          <a:p>
            <a:r>
              <a:rPr lang="en-AU" dirty="0" smtClean="0"/>
              <a:t>By 10, 100, 1000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570514" y="2420983"/>
            <a:ext cx="43543" cy="3805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11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3851365" cy="3318936"/>
          </a:xfrm>
        </p:spPr>
        <p:txBody>
          <a:bodyPr>
            <a:normAutofit fontScale="92500"/>
          </a:bodyPr>
          <a:lstStyle/>
          <a:p>
            <a:pPr marL="457200" indent="-457200">
              <a:buAutoNum type="arabicPeriod"/>
            </a:pPr>
            <a:r>
              <a:rPr lang="en-AU" dirty="0" smtClean="0"/>
              <a:t>Grab a piece of paper and fold in half </a:t>
            </a:r>
          </a:p>
          <a:p>
            <a:pPr marL="457200" indent="-457200">
              <a:buAutoNum type="arabicPeriod"/>
            </a:pPr>
            <a:r>
              <a:rPr lang="en-AU" dirty="0" smtClean="0"/>
              <a:t>Then in half again</a:t>
            </a:r>
          </a:p>
          <a:p>
            <a:pPr marL="457200" indent="-457200">
              <a:buAutoNum type="arabicPeriod"/>
            </a:pPr>
            <a:r>
              <a:rPr lang="en-AU" dirty="0" smtClean="0"/>
              <a:t>Then in half again</a:t>
            </a:r>
          </a:p>
          <a:p>
            <a:pPr marL="457200" indent="-457200">
              <a:buAutoNum type="arabicPeriod"/>
            </a:pPr>
            <a:r>
              <a:rPr lang="en-AU" dirty="0" smtClean="0"/>
              <a:t>Make it look like </a:t>
            </a:r>
            <a:r>
              <a:rPr lang="en-AU" dirty="0" smtClean="0"/>
              <a:t>this</a:t>
            </a:r>
          </a:p>
          <a:p>
            <a:pPr marL="457200" indent="-457200">
              <a:buAutoNum type="arabicPeriod"/>
            </a:pPr>
            <a:r>
              <a:rPr lang="en-AU" dirty="0" smtClean="0"/>
              <a:t>Cut a strip off the bottom to make small pieces of paper</a:t>
            </a: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457200" indent="-457200">
              <a:buAutoNum type="arabicPeriod"/>
            </a:pPr>
            <a:endParaRPr lang="en-AU" dirty="0" smtClean="0"/>
          </a:p>
        </p:txBody>
      </p:sp>
      <p:sp>
        <p:nvSpPr>
          <p:cNvPr id="4" name="Rectangle 3"/>
          <p:cNvSpPr/>
          <p:nvPr/>
        </p:nvSpPr>
        <p:spPr>
          <a:xfrm>
            <a:off x="7733211" y="2734491"/>
            <a:ext cx="1976846" cy="905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8691154" y="2107474"/>
            <a:ext cx="17417" cy="19333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766" y="3849493"/>
            <a:ext cx="4749399" cy="2297308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4450080" y="4250087"/>
            <a:ext cx="394372" cy="252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090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185455" y="1349828"/>
            <a:ext cx="9965873" cy="48071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784667" y="1349827"/>
            <a:ext cx="78380" cy="4807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283131" y="1349829"/>
            <a:ext cx="8709" cy="4894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538753" y="1349827"/>
            <a:ext cx="41367" cy="4807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528457" y="1349829"/>
            <a:ext cx="87086" cy="4894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114006" y="1349829"/>
            <a:ext cx="87086" cy="4894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178041" y="1349828"/>
            <a:ext cx="87086" cy="4894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827624" y="1349827"/>
            <a:ext cx="26122" cy="4807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93079" y="1637212"/>
            <a:ext cx="383177" cy="4005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/>
          <p:nvPr/>
        </p:nvCxnSpPr>
        <p:spPr>
          <a:xfrm>
            <a:off x="1185455" y="2211977"/>
            <a:ext cx="99658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9864" y="1631070"/>
            <a:ext cx="1007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Thousands   Hundreds         Tens               ones                 10ths                100ths    1000ths             10 000ths        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4721134" y="853440"/>
            <a:ext cx="3046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Your paper should look like this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26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Lets do it!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Using the table work out      4.345 x 100 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 smtClean="0"/>
              <a:t>						= 434.5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93" y="4029220"/>
            <a:ext cx="11106150" cy="5372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31785" y="2274894"/>
            <a:ext cx="462372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Steps:</a:t>
            </a:r>
          </a:p>
          <a:p>
            <a:pPr marL="342900" indent="-342900">
              <a:buAutoNum type="arabicPeriod"/>
            </a:pPr>
            <a:r>
              <a:rPr lang="en-AU" dirty="0" smtClean="0"/>
              <a:t>Place the number on the table in the correct </a:t>
            </a:r>
            <a:r>
              <a:rPr lang="en-AU" dirty="0" smtClean="0"/>
              <a:t>places (use the small paper bits to make your numbers)</a:t>
            </a: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Count the number of 0s in 100 </a:t>
            </a:r>
          </a:p>
          <a:p>
            <a:pPr marL="342900" indent="-342900">
              <a:buAutoNum type="arabicPeriod"/>
            </a:pPr>
            <a:r>
              <a:rPr lang="en-AU" dirty="0" smtClean="0"/>
              <a:t>Move each digit to the left 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5161997" y="4939552"/>
            <a:ext cx="48782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4       3         4      5</a:t>
            </a:r>
          </a:p>
        </p:txBody>
      </p:sp>
      <p:sp>
        <p:nvSpPr>
          <p:cNvPr id="8" name="Oval 7"/>
          <p:cNvSpPr/>
          <p:nvPr/>
        </p:nvSpPr>
        <p:spPr>
          <a:xfrm>
            <a:off x="5836024" y="5280212"/>
            <a:ext cx="107576" cy="748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880044" y="5602941"/>
            <a:ext cx="121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519083" y="5602941"/>
            <a:ext cx="121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25599" y="5782893"/>
            <a:ext cx="42242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dirty="0">
                <a:solidFill>
                  <a:schemeClr val="accent3"/>
                </a:solidFill>
              </a:rPr>
              <a:t>4       3         4      </a:t>
            </a:r>
            <a:r>
              <a:rPr lang="en-AU" sz="4000" dirty="0" smtClean="0">
                <a:solidFill>
                  <a:schemeClr val="accent3"/>
                </a:solidFill>
              </a:rPr>
              <a:t>  5</a:t>
            </a:r>
            <a:endParaRPr lang="en-AU" sz="4000" dirty="0">
              <a:solidFill>
                <a:schemeClr val="accent3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 flipH="1" flipV="1">
            <a:off x="5836024" y="6089227"/>
            <a:ext cx="165848" cy="1661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195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Try these 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en-AU" dirty="0" smtClean="0"/>
              <a:t>3.45 x 10        b)   4.565 x 1000        c)    0.034 x 100</a:t>
            </a:r>
          </a:p>
          <a:p>
            <a:pPr marL="0" indent="0">
              <a:buNone/>
            </a:pPr>
            <a:r>
              <a:rPr lang="en-AU" dirty="0" smtClean="0"/>
              <a:t>a) 3.45÷10			b) 4.565 </a:t>
            </a:r>
            <a:r>
              <a:rPr lang="en-AU" dirty="0"/>
              <a:t>÷</a:t>
            </a:r>
            <a:r>
              <a:rPr lang="en-AU" dirty="0" smtClean="0"/>
              <a:t>1000		c) 134.5 </a:t>
            </a:r>
            <a:r>
              <a:rPr lang="en-AU" dirty="0"/>
              <a:t>÷</a:t>
            </a:r>
            <a:r>
              <a:rPr lang="en-AU" dirty="0" smtClean="0"/>
              <a:t>100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23" y="3860618"/>
            <a:ext cx="1110615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5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3130" y="982132"/>
            <a:ext cx="7613467" cy="1303867"/>
          </a:xfrm>
        </p:spPr>
        <p:txBody>
          <a:bodyPr>
            <a:normAutofit/>
          </a:bodyPr>
          <a:lstStyle/>
          <a:p>
            <a:r>
              <a:rPr lang="en-AU" sz="3200" b="1" dirty="0" smtClean="0"/>
              <a:t>EQ: </a:t>
            </a:r>
            <a:r>
              <a:rPr lang="en-AU" sz="3200" dirty="0" smtClean="0"/>
              <a:t>How do we multiply and divide </a:t>
            </a:r>
            <a:r>
              <a:rPr lang="en-AU" sz="3200" dirty="0" smtClean="0"/>
              <a:t>decimals?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0447" y="2556932"/>
            <a:ext cx="2926079" cy="33189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dirty="0" smtClean="0"/>
              <a:t>0.4 x 1.2</a:t>
            </a:r>
          </a:p>
          <a:p>
            <a:pPr marL="0" indent="0">
              <a:buNone/>
            </a:pPr>
            <a:r>
              <a:rPr lang="en-AU" dirty="0" smtClean="0"/>
              <a:t>2 decimals</a:t>
            </a:r>
          </a:p>
          <a:p>
            <a:pPr marL="0" indent="0">
              <a:buNone/>
            </a:pPr>
            <a:r>
              <a:rPr lang="en-AU" dirty="0" smtClean="0"/>
              <a:t>  04</a:t>
            </a:r>
            <a:br>
              <a:rPr lang="en-AU" dirty="0" smtClean="0"/>
            </a:br>
            <a:r>
              <a:rPr lang="en-AU" dirty="0" smtClean="0"/>
              <a:t>x12</a:t>
            </a:r>
          </a:p>
          <a:p>
            <a:pPr marL="0" indent="0">
              <a:buNone/>
            </a:pPr>
            <a:r>
              <a:rPr lang="en-AU" dirty="0" smtClean="0"/>
              <a:t>48</a:t>
            </a:r>
          </a:p>
          <a:p>
            <a:pPr marL="0" indent="0">
              <a:buNone/>
            </a:pPr>
            <a:r>
              <a:rPr lang="en-AU" dirty="0" smtClean="0"/>
              <a:t>2 decimals so divide by 100</a:t>
            </a:r>
          </a:p>
          <a:p>
            <a:pPr marL="0" indent="0">
              <a:buNone/>
            </a:pPr>
            <a:r>
              <a:rPr lang="en-AU" dirty="0" smtClean="0"/>
              <a:t>48 ÷ 100</a:t>
            </a:r>
          </a:p>
          <a:p>
            <a:pPr marL="0" indent="0">
              <a:buNone/>
            </a:pPr>
            <a:r>
              <a:rPr lang="en-AU" u="sng" dirty="0" smtClean="0"/>
              <a:t>= 0.48</a:t>
            </a:r>
          </a:p>
          <a:p>
            <a:pPr marL="0" indent="0">
              <a:buNone/>
            </a:pPr>
            <a:r>
              <a:rPr lang="en-AU" dirty="0" smtClean="0"/>
              <a:t> 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853440" y="879567"/>
            <a:ext cx="21684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Topic: </a:t>
            </a:r>
            <a:r>
              <a:rPr lang="en-AU" sz="2000" dirty="0" smtClean="0"/>
              <a:t>Multiplying and dividing decimals</a:t>
            </a:r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576251" y="2882537"/>
            <a:ext cx="120257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Multiplying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570514" y="2420983"/>
            <a:ext cx="43543" cy="3805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89863" y="2556932"/>
            <a:ext cx="41608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Step 1: count how many decimals there are</a:t>
            </a:r>
          </a:p>
          <a:p>
            <a:endParaRPr lang="en-AU" dirty="0"/>
          </a:p>
          <a:p>
            <a:r>
              <a:rPr lang="en-AU" dirty="0" smtClean="0"/>
              <a:t>Step 2: write them out in correct place value and remove the decimal point</a:t>
            </a:r>
          </a:p>
          <a:p>
            <a:endParaRPr lang="en-AU" dirty="0" smtClean="0"/>
          </a:p>
          <a:p>
            <a:r>
              <a:rPr lang="en-AU" dirty="0" smtClean="0"/>
              <a:t>Step 3:  Multiply </a:t>
            </a:r>
          </a:p>
          <a:p>
            <a:endParaRPr lang="en-AU" dirty="0"/>
          </a:p>
          <a:p>
            <a:r>
              <a:rPr lang="en-AU" dirty="0" smtClean="0"/>
              <a:t>Step 4: divide by how many 10, 100… the number of 0 is the number of decimals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882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Try these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2815045" cy="3318936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en-AU" dirty="0" smtClean="0"/>
              <a:t>1.2 x 0.3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en-AU" dirty="0" smtClean="0"/>
              <a:t>0.5 x 0.2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en-AU" dirty="0" smtClean="0"/>
              <a:t>0.03 x 0.14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en-AU" dirty="0" smtClean="0"/>
              <a:t>12.4 x 0.2</a:t>
            </a:r>
          </a:p>
          <a:p>
            <a:pPr marL="0" indent="0">
              <a:buNone/>
            </a:pPr>
            <a:endParaRPr lang="en-AU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5843451" y="2682240"/>
            <a:ext cx="18036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>
                <a:solidFill>
                  <a:schemeClr val="accent1"/>
                </a:solidFill>
              </a:rPr>
              <a:t>e) </a:t>
            </a:r>
            <a:r>
              <a:rPr lang="en-AU" sz="2400" dirty="0" smtClean="0"/>
              <a:t>15.6 x 3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solidFill>
                  <a:schemeClr val="accent1"/>
                </a:solidFill>
              </a:rPr>
              <a:t>f) </a:t>
            </a:r>
            <a:r>
              <a:rPr lang="en-AU" sz="2400" dirty="0" smtClean="0"/>
              <a:t>1.2 x 3.5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solidFill>
                  <a:schemeClr val="accent1"/>
                </a:solidFill>
              </a:rPr>
              <a:t>g) </a:t>
            </a:r>
            <a:r>
              <a:rPr lang="en-AU" sz="2400" dirty="0" smtClean="0"/>
              <a:t>0.05 x 0.2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solidFill>
                  <a:schemeClr val="accent1"/>
                </a:solidFill>
              </a:rPr>
              <a:t>h) </a:t>
            </a:r>
            <a:r>
              <a:rPr lang="en-AU" sz="2400" dirty="0" smtClean="0"/>
              <a:t>0.04 x 0.02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1290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1567</TotalTime>
  <Words>401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Multiplying and dividing decimals</vt:lpstr>
      <vt:lpstr>You will need</vt:lpstr>
      <vt:lpstr>Review</vt:lpstr>
      <vt:lpstr>EQ: How do we multiply and divide decimals?</vt:lpstr>
      <vt:lpstr>EQ: How do we multiply and divide decimals?</vt:lpstr>
      <vt:lpstr>Activity</vt:lpstr>
      <vt:lpstr>PowerPoint Presentation</vt:lpstr>
      <vt:lpstr>Lets do it!</vt:lpstr>
      <vt:lpstr>Try these (LHS)</vt:lpstr>
      <vt:lpstr>EQ: How do we multiply and divide decimals?</vt:lpstr>
      <vt:lpstr>Try these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Multiplying and dividing decimals</dc:title>
  <dc:creator>MORGAN Adam [Baldivis Secondary College]</dc:creator>
  <cp:lastModifiedBy>MORGAN Adam [Baldivis Secondary College]</cp:lastModifiedBy>
  <cp:revision>16</cp:revision>
  <dcterms:created xsi:type="dcterms:W3CDTF">2019-02-26T02:21:46Z</dcterms:created>
  <dcterms:modified xsi:type="dcterms:W3CDTF">2019-02-28T06:53:59Z</dcterms:modified>
</cp:coreProperties>
</file>