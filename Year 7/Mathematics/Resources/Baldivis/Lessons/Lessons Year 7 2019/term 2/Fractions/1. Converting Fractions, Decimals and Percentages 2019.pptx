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5" r:id="rId3"/>
    <p:sldId id="266" r:id="rId4"/>
    <p:sldId id="267" r:id="rId5"/>
    <p:sldId id="269" r:id="rId6"/>
    <p:sldId id="268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25" autoAdjust="0"/>
  </p:normalViewPr>
  <p:slideViewPr>
    <p:cSldViewPr snapToGrid="0">
      <p:cViewPr varScale="1">
        <p:scale>
          <a:sx n="81" d="100"/>
          <a:sy n="81" d="100"/>
        </p:scale>
        <p:origin x="330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5/28/2019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5/28/2019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¼ = 0.25 = 25%</a:t>
            </a:r>
          </a:p>
          <a:p>
            <a:r>
              <a:rPr lang="en-AU" dirty="0"/>
              <a:t>7/8 = 0.875 = 87.5%</a:t>
            </a:r>
          </a:p>
          <a:p>
            <a:r>
              <a:rPr lang="en-AU" dirty="0"/>
              <a:t>2/3</a:t>
            </a:r>
            <a:r>
              <a:rPr lang="en-AU" baseline="0" dirty="0"/>
              <a:t> = 0.667 = 66.7%</a:t>
            </a:r>
          </a:p>
          <a:p>
            <a:r>
              <a:rPr lang="en-AU" baseline="0" dirty="0"/>
              <a:t>5/4 = 1.25 = 125%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15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can simplify them</a:t>
            </a:r>
            <a:r>
              <a:rPr lang="en-AU" baseline="0" dirty="0"/>
              <a:t> to ½ and ¾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28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1a. 86%	1b.</a:t>
            </a:r>
            <a:r>
              <a:rPr lang="en-AU" baseline="0" dirty="0"/>
              <a:t> 20%	2a. 120/100=12/10=6/5=1 1/5           2b. 180/100=18/10=9/5=1 4/5             2c. 237/100=2 37/100 	2d. 401/100=4 1/100	2e. 175/100=35/20=7/4=1 ¾</a:t>
            </a:r>
          </a:p>
          <a:p>
            <a:r>
              <a:rPr lang="en-AU" baseline="0" dirty="0"/>
              <a:t>2f. 110/100=11/10=1 1/10	2g. 316/100=79/25=3 4/25	2h. 840/100=84/10=8 4/10=8 2/5</a:t>
            </a:r>
          </a:p>
          <a:p>
            <a:r>
              <a:rPr lang="en-AU" baseline="0" dirty="0"/>
              <a:t>3a. ¾	3b. 75%	3c. ¼	3d. 25%</a:t>
            </a:r>
          </a:p>
          <a:p>
            <a:r>
              <a:rPr lang="en-AU" baseline="0" dirty="0"/>
              <a:t>4. 12.5%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6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5/28/2019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5/28/2019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5/28/2019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5/28/2019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5/28/2019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5/28/2019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5/28/2019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5/28/2019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5/28/2019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5/28/2019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5/28/2019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5/28/2019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gi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6927" y="2809484"/>
            <a:ext cx="9601200" cy="1845643"/>
          </a:xfrm>
        </p:spPr>
        <p:txBody>
          <a:bodyPr>
            <a:noAutofit/>
          </a:bodyPr>
          <a:lstStyle/>
          <a:p>
            <a:r>
              <a:rPr lang="en-US" sz="3600" dirty="0"/>
              <a:t>Topic: Fractions, decimals, &amp; percentages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EQ: How do I convert between fractions, decimals and percentages?</a:t>
            </a:r>
          </a:p>
        </p:txBody>
      </p:sp>
      <p:sp>
        <p:nvSpPr>
          <p:cNvPr id="3" name="Explosion 2 2"/>
          <p:cNvSpPr/>
          <p:nvPr/>
        </p:nvSpPr>
        <p:spPr>
          <a:xfrm rot="966878">
            <a:off x="8118763" y="-350983"/>
            <a:ext cx="4784437" cy="3103418"/>
          </a:xfrm>
          <a:prstGeom prst="irregularSeal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Rule up for 3-column notes! </a:t>
            </a:r>
            <a:r>
              <a:rPr lang="en-AU" sz="2800" b="1" dirty="0">
                <a:sym typeface="Wingdings" panose="05000000000000000000" pitchFamily="2" charset="2"/>
              </a:rPr>
              <a:t>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Divide the numerator </a:t>
            </a:r>
            <a:r>
              <a:rPr lang="en-US" dirty="0"/>
              <a:t>(the top number) </a:t>
            </a:r>
            <a:r>
              <a:rPr lang="en-US" b="1" dirty="0"/>
              <a:t>by the denominator </a:t>
            </a:r>
            <a:r>
              <a:rPr lang="en-US" dirty="0"/>
              <a:t>(the bottom number)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382781"/>
            <a:ext cx="2401455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How do I convert a fraction into a decimal?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2 = 0.5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blipFill>
                <a:blip r:embed="rId2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3</a:t>
                </a:r>
                <a:r>
                  <a:rPr lang="en-AU" dirty="0"/>
                  <a:t> ÷ 4 = 0.75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blipFill>
                <a:blip r:embed="rId3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3 = 0.33…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blipFill>
                <a:blip r:embed="rId4"/>
                <a:stretch>
                  <a:fillRect b="-9402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Think-Pair-Share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</p:spPr>
            <p:txBody>
              <a:bodyPr/>
              <a:lstStyle/>
              <a:p>
                <a:r>
                  <a:rPr lang="en-AU" dirty="0"/>
                  <a:t>In Pairs try converting these 4 </a:t>
                </a:r>
                <a:r>
                  <a:rPr lang="en-AU" b="1" dirty="0"/>
                  <a:t>fractions into decimals</a:t>
                </a:r>
              </a:p>
              <a:p>
                <a:r>
                  <a:rPr lang="en-AU" dirty="0"/>
                  <a:t>Be ready to </a:t>
                </a:r>
                <a:r>
                  <a:rPr lang="en-AU" b="1" dirty="0"/>
                  <a:t>share</a:t>
                </a:r>
                <a:r>
                  <a:rPr lang="en-AU" dirty="0"/>
                  <a:t> your answers with the class!</a:t>
                </a:r>
              </a:p>
              <a:p>
                <a:endParaRPr lang="en-AU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0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800" dirty="0"/>
              </a:p>
              <a:p>
                <a:pPr marL="502920" indent="-45720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  <a:blipFill>
                <a:blip r:embed="rId3"/>
                <a:stretch>
                  <a:fillRect l="-321" t="-12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pPr marL="560070" lvl="0" indent="-51435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</a:p>
              <a:p>
                <a:pPr marL="502920" lvl="0" indent="-45720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blipFill>
                <a:blip r:embed="rId4"/>
                <a:stretch>
                  <a:fillRect b="-418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700393" y="2572141"/>
            <a:ext cx="241069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#teamwork</a:t>
            </a:r>
          </a:p>
        </p:txBody>
      </p:sp>
    </p:spTree>
    <p:extLst>
      <p:ext uri="{BB962C8B-B14F-4D97-AF65-F5344CB8AC3E}">
        <p14:creationId xmlns:p14="http://schemas.microsoft.com/office/powerpoint/2010/main" val="816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To convert a decimal into a percentage it needs to be multiplied by 100.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228893"/>
            <a:ext cx="2401455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Now I have a decimal how do I convert it into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6327" y="2490184"/>
            <a:ext cx="3148677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0.5 x 100 = </a:t>
            </a:r>
            <a:r>
              <a:rPr lang="en-AU" sz="2400" dirty="0"/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290722"/>
            <a:ext cx="332509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0.75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0.75 x 100 = </a:t>
            </a:r>
            <a:r>
              <a:rPr lang="en-AU" sz="2400" dirty="0"/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2201" y="4091260"/>
            <a:ext cx="437388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0.33…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0.33… x 100 = </a:t>
            </a:r>
            <a:r>
              <a:rPr lang="en-AU" sz="2400" dirty="0"/>
              <a:t>33.33%</a:t>
            </a:r>
          </a:p>
        </p:txBody>
      </p:sp>
    </p:spTree>
    <p:extLst>
      <p:ext uri="{BB962C8B-B14F-4D97-AF65-F5344CB8AC3E}">
        <p14:creationId xmlns:p14="http://schemas.microsoft.com/office/powerpoint/2010/main" val="41909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771053"/>
            <a:ext cx="7734300" cy="2276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41120" y="2124722"/>
            <a:ext cx="7734300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AU" dirty="0"/>
              <a:t>Convert these fractions into percentages by first converting them into decimals:</a:t>
            </a:r>
          </a:p>
        </p:txBody>
      </p:sp>
      <p:sp>
        <p:nvSpPr>
          <p:cNvPr id="9" name="Vertical Scroll 8"/>
          <p:cNvSpPr/>
          <p:nvPr/>
        </p:nvSpPr>
        <p:spPr>
          <a:xfrm>
            <a:off x="8857673" y="147782"/>
            <a:ext cx="3251200" cy="6400800"/>
          </a:xfrm>
          <a:prstGeom prst="verticalScroll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7030A0"/>
                </a:solidFill>
              </a:rPr>
              <a:t>Check your answers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97%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50%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86%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112%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400%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160%</a:t>
            </a:r>
          </a:p>
        </p:txBody>
      </p:sp>
    </p:spTree>
    <p:extLst>
      <p:ext uri="{BB962C8B-B14F-4D97-AF65-F5344CB8AC3E}">
        <p14:creationId xmlns:p14="http://schemas.microsoft.com/office/powerpoint/2010/main" val="94139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Fractions, decimals, &amp;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30482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The symbol, %, means ‘per cent’, which means “out of 100”. </a:t>
            </a:r>
          </a:p>
          <a:p>
            <a:pPr marL="45720" indent="0">
              <a:buNone/>
            </a:pPr>
            <a:r>
              <a:rPr lang="en-US" sz="1800" b="1" dirty="0"/>
              <a:t>Therefore, 75% means 75 out of 100.</a:t>
            </a:r>
          </a:p>
          <a:p>
            <a:pPr marL="45720" indent="0">
              <a:buNone/>
            </a:pPr>
            <a:r>
              <a:rPr lang="en-US" sz="1800" b="1" dirty="0"/>
              <a:t>We can write percentages as fractions by changing the % sign to a denominator of 100 (meaning out of 100)</a:t>
            </a:r>
            <a:endParaRPr lang="en-US" sz="18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536669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What is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50%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50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blipFill>
                <a:blip r:embed="rId3"/>
                <a:stretch>
                  <a:fillRect b="-840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75%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75</a:t>
                </a:r>
                <a:r>
                  <a:rPr lang="en-AU" dirty="0"/>
                  <a:t>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75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9033201" y="5121563"/>
            <a:ext cx="3071111" cy="1616364"/>
          </a:xfrm>
          <a:prstGeom prst="cloudCallout">
            <a:avLst>
              <a:gd name="adj1" fmla="val -37975"/>
              <a:gd name="adj2" fmla="val -9921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Can we simplify these fractions?</a:t>
            </a:r>
          </a:p>
        </p:txBody>
      </p:sp>
    </p:spTree>
    <p:extLst>
      <p:ext uri="{BB962C8B-B14F-4D97-AF65-F5344CB8AC3E}">
        <p14:creationId xmlns:p14="http://schemas.microsoft.com/office/powerpoint/2010/main" val="39885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237507"/>
            <a:ext cx="7734300" cy="124370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2</a:t>
            </a:r>
          </a:p>
        </p:txBody>
      </p:sp>
      <p:sp>
        <p:nvSpPr>
          <p:cNvPr id="6" name="Horizontal Scroll 5"/>
          <p:cNvSpPr/>
          <p:nvPr/>
        </p:nvSpPr>
        <p:spPr>
          <a:xfrm>
            <a:off x="1407507" y="3731609"/>
            <a:ext cx="7601527" cy="2272146"/>
          </a:xfrm>
          <a:prstGeom prst="horizontalScrol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0070C0"/>
                </a:solidFill>
              </a:rPr>
              <a:t>Check your answers!</a:t>
            </a:r>
          </a:p>
          <a:p>
            <a:pPr algn="ctr"/>
            <a:r>
              <a:rPr lang="en-AU" sz="2000" b="1" dirty="0"/>
              <a:t>a. 11/100 	b. 71/100	c. 43/100	d. 49/100      e. 1/4 		f. 3/10		g. 3/20		h. 22/25</a:t>
            </a:r>
          </a:p>
        </p:txBody>
      </p:sp>
    </p:spTree>
    <p:extLst>
      <p:ext uri="{BB962C8B-B14F-4D97-AF65-F5344CB8AC3E}">
        <p14:creationId xmlns:p14="http://schemas.microsoft.com/office/powerpoint/2010/main" val="3933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1900088"/>
            <a:ext cx="8783866" cy="962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120" y="3125066"/>
            <a:ext cx="6817953" cy="10206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20" y="4416721"/>
            <a:ext cx="8926081" cy="2066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512" y="204424"/>
            <a:ext cx="2598237" cy="11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326</TotalTime>
  <Words>361</Words>
  <Application>Microsoft Office PowerPoint</Application>
  <PresentationFormat>Widescreen</PresentationFormat>
  <Paragraphs>71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Century Gothic</vt:lpstr>
      <vt:lpstr>Courier New</vt:lpstr>
      <vt:lpstr>Wingdings</vt:lpstr>
      <vt:lpstr>Bubbles design template</vt:lpstr>
      <vt:lpstr>Topic: Fractions, decimals, &amp; percentages  EQ: How do I convert between fractions, decimals and percentages?</vt:lpstr>
      <vt:lpstr>Topic: Fractions, decimals, &amp; percentages EQ: How do I convert between fractions, decimals and percentages?</vt:lpstr>
      <vt:lpstr>Think-Pair-Share</vt:lpstr>
      <vt:lpstr>Topic: Fractions, decimals, &amp; percentages EQ: How do I convert between fractions, decimals and percentages?</vt:lpstr>
      <vt:lpstr>Left-Hand-Side Task 1</vt:lpstr>
      <vt:lpstr>Topic: Fractions, decimals, &amp; percentages EQ: How do I convert between fractions, decimals and percentages?</vt:lpstr>
      <vt:lpstr>Left-Hand-Side Task 2</vt:lpstr>
      <vt:lpstr>Left-Hand-Side 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Fractions, decimals, &amp; percentages  EQ: How do I convert between fraction, decimals and percentages?</dc:title>
  <dc:creator>Abigail Stephenson</dc:creator>
  <cp:lastModifiedBy>STRETCH Nine [Baldivis Secondary College]</cp:lastModifiedBy>
  <cp:revision>13</cp:revision>
  <dcterms:created xsi:type="dcterms:W3CDTF">2018-09-09T07:51:48Z</dcterms:created>
  <dcterms:modified xsi:type="dcterms:W3CDTF">2019-05-28T09:14:31Z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