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73" r:id="rId3"/>
    <p:sldId id="286" r:id="rId4"/>
    <p:sldId id="287" r:id="rId5"/>
    <p:sldId id="282" r:id="rId6"/>
    <p:sldId id="278" r:id="rId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506" autoAdjust="0"/>
  </p:normalViewPr>
  <p:slideViewPr>
    <p:cSldViewPr>
      <p:cViewPr varScale="1">
        <p:scale>
          <a:sx n="80" d="100"/>
          <a:sy n="80" d="100"/>
        </p:scale>
        <p:origin x="372" y="51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6/3/2019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6/3/2019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909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742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6/3/2019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6/3/2019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6/3/2019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6/3/2019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6/3/2019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6/3/2019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6/3/2019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6/3/2019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6/3/2019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6/3/2019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6/3/2019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t_3afn9L7XU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cachiras21.blogspot.com/2012_07_01_archive.html" TargetMode="External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6469" y="2376538"/>
            <a:ext cx="10955886" cy="2104923"/>
          </a:xfrm>
        </p:spPr>
        <p:txBody>
          <a:bodyPr/>
          <a:lstStyle/>
          <a:p>
            <a:r>
              <a:rPr lang="en-US" sz="6000" dirty="0"/>
              <a:t>Topic: Dividing Fractions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7828" y="4725144"/>
            <a:ext cx="11089232" cy="106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we divide </a:t>
            </a:r>
            <a:r>
              <a:rPr lang="en-US" dirty="0"/>
              <a:t>fractions? 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Dividing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divide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4940" y="1340768"/>
            <a:ext cx="1825014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reciprocal</a:t>
            </a:r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86F09C3-0FFC-4283-9FD6-A9AF02637B26}"/>
              </a:ext>
            </a:extLst>
          </p:cNvPr>
          <p:cNvSpPr txBox="1"/>
          <p:nvPr/>
        </p:nvSpPr>
        <p:spPr>
          <a:xfrm>
            <a:off x="1989954" y="1418434"/>
            <a:ext cx="9673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reciprocal of a fraction you must invert the fraction. This is done by swapping the numerator and the denominator. ‘flipping the fraction’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94D6C-4637-4F87-B626-61E88769C71E}"/>
              </a:ext>
            </a:extLst>
          </p:cNvPr>
          <p:cNvSpPr txBox="1"/>
          <p:nvPr/>
        </p:nvSpPr>
        <p:spPr>
          <a:xfrm>
            <a:off x="9908949" y="1769907"/>
            <a:ext cx="20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Glossary Alert!!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35CE7F-E6CB-4FD5-BDBF-B7BDD90D5E3A}"/>
              </a:ext>
            </a:extLst>
          </p:cNvPr>
          <p:cNvSpPr txBox="1"/>
          <p:nvPr/>
        </p:nvSpPr>
        <p:spPr>
          <a:xfrm>
            <a:off x="226906" y="3098500"/>
            <a:ext cx="1825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Dividing by a fraction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B6BA13-63E5-4135-867B-8190A1F02CFC}"/>
              </a:ext>
            </a:extLst>
          </p:cNvPr>
          <p:cNvSpPr txBox="1"/>
          <p:nvPr/>
        </p:nvSpPr>
        <p:spPr>
          <a:xfrm>
            <a:off x="2349996" y="3140968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Dividing by a fraction is the same as multiplying by the reciprocal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1A4B10-6059-47A2-9777-347F9CA0EFED}"/>
              </a:ext>
            </a:extLst>
          </p:cNvPr>
          <p:cNvSpPr txBox="1"/>
          <p:nvPr/>
        </p:nvSpPr>
        <p:spPr>
          <a:xfrm>
            <a:off x="2516155" y="5680002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Mixed numbers must be changed to improper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925BB5-E2AB-4858-85E9-E07CC8A2B6DF}"/>
                  </a:ext>
                </a:extLst>
              </p:cNvPr>
              <p:cNvSpPr txBox="1"/>
              <p:nvPr/>
            </p:nvSpPr>
            <p:spPr>
              <a:xfrm>
                <a:off x="4006180" y="3781467"/>
                <a:ext cx="655821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925BB5-E2AB-4858-85E9-E07CC8A2B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180" y="3781467"/>
                <a:ext cx="655821" cy="5782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1937F6-35D8-4A01-9FA6-41E1B0142E49}"/>
                  </a:ext>
                </a:extLst>
              </p:cNvPr>
              <p:cNvSpPr txBox="1"/>
              <p:nvPr/>
            </p:nvSpPr>
            <p:spPr>
              <a:xfrm>
                <a:off x="5050501" y="3770438"/>
                <a:ext cx="909801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1937F6-35D8-4A01-9FA6-41E1B0142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501" y="3770438"/>
                <a:ext cx="909801" cy="5782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6D2028B-9770-4470-97BF-DAC4C7B43CBC}"/>
                  </a:ext>
                </a:extLst>
              </p:cNvPr>
              <p:cNvSpPr txBox="1"/>
              <p:nvPr/>
            </p:nvSpPr>
            <p:spPr>
              <a:xfrm>
                <a:off x="6152185" y="3758553"/>
                <a:ext cx="2185197" cy="5782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2×2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3×1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1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6D2028B-9770-4470-97BF-DAC4C7B43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185" y="3758553"/>
                <a:ext cx="2185197" cy="5782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3" grpId="0"/>
      <p:bldP spid="17" grpId="0"/>
      <p:bldP spid="21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529A8E-3990-4D9B-B02C-4639E4037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61964" y="1412776"/>
            <a:ext cx="6876254" cy="3352800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hlinkClick r:id="rId2"/>
              </a:rPr>
              <a:t>https://youtu.be/t_3afn9L7XU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484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Dividing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divide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4548739" y="2056761"/>
            <a:ext cx="792505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accent6"/>
                </a:solidFill>
              </a:rPr>
              <a:t>Keep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DC28A35-796D-400C-A238-B49CFA1CA15D}"/>
              </a:ext>
            </a:extLst>
          </p:cNvPr>
          <p:cNvSpPr txBox="1"/>
          <p:nvPr/>
        </p:nvSpPr>
        <p:spPr>
          <a:xfrm>
            <a:off x="5260923" y="2411822"/>
            <a:ext cx="134934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66"/>
                </a:solidFill>
              </a:rPr>
              <a:t>Change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DAF812-AD79-49A3-A6A4-F60571175025}"/>
              </a:ext>
            </a:extLst>
          </p:cNvPr>
          <p:cNvSpPr txBox="1"/>
          <p:nvPr/>
        </p:nvSpPr>
        <p:spPr>
          <a:xfrm>
            <a:off x="6229384" y="2058667"/>
            <a:ext cx="720080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C000"/>
                </a:solidFill>
              </a:rPr>
              <a:t>Flip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DC90EE-49A7-492A-AE46-7EB45BAC29DA}"/>
                  </a:ext>
                </a:extLst>
              </p:cNvPr>
              <p:cNvSpPr txBox="1"/>
              <p:nvPr/>
            </p:nvSpPr>
            <p:spPr>
              <a:xfrm>
                <a:off x="2710036" y="2760140"/>
                <a:ext cx="1282018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DC90EE-49A7-492A-AE46-7EB45BAC2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036" y="2760140"/>
                <a:ext cx="1282018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6FFEB4-E97D-4F03-8CF4-8BD201B61169}"/>
                  </a:ext>
                </a:extLst>
              </p:cNvPr>
              <p:cNvSpPr txBox="1"/>
              <p:nvPr/>
            </p:nvSpPr>
            <p:spPr>
              <a:xfrm>
                <a:off x="4763146" y="2759257"/>
                <a:ext cx="28854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6FFEB4-E97D-4F03-8CF4-8BD201B61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146" y="2759257"/>
                <a:ext cx="288541" cy="8094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B7DF39-8EFA-4780-9103-3C05327E9888}"/>
                  </a:ext>
                </a:extLst>
              </p:cNvPr>
              <p:cNvSpPr txBox="1"/>
              <p:nvPr/>
            </p:nvSpPr>
            <p:spPr>
              <a:xfrm>
                <a:off x="5635487" y="2976769"/>
                <a:ext cx="2468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B7DF39-8EFA-4780-9103-3C05327E9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487" y="2976769"/>
                <a:ext cx="246862" cy="307777"/>
              </a:xfrm>
              <a:prstGeom prst="rect">
                <a:avLst/>
              </a:prstGeom>
              <a:blipFill>
                <a:blip r:embed="rId5"/>
                <a:stretch>
                  <a:fillRect l="-17073" r="-146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375606-D1AA-49DD-BA06-2F3621DD5BF2}"/>
                  </a:ext>
                </a:extLst>
              </p:cNvPr>
              <p:cNvSpPr txBox="1"/>
              <p:nvPr/>
            </p:nvSpPr>
            <p:spPr>
              <a:xfrm>
                <a:off x="6400269" y="2764899"/>
                <a:ext cx="288541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375606-D1AA-49DD-BA06-2F3621DD5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269" y="2764899"/>
                <a:ext cx="288541" cy="8038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B0D7C7-DE07-40A9-A5F6-BE894B71DD62}"/>
                  </a:ext>
                </a:extLst>
              </p:cNvPr>
              <p:cNvSpPr txBox="1"/>
              <p:nvPr/>
            </p:nvSpPr>
            <p:spPr>
              <a:xfrm>
                <a:off x="7522100" y="2759257"/>
                <a:ext cx="134934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2×7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5×1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B0D7C7-DE07-40A9-A5F6-BE894B71D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100" y="2759257"/>
                <a:ext cx="1349344" cy="8094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E96466-AAFC-4DE9-A6B7-5EFF76C3B8C0}"/>
                  </a:ext>
                </a:extLst>
              </p:cNvPr>
              <p:cNvSpPr txBox="1"/>
              <p:nvPr/>
            </p:nvSpPr>
            <p:spPr>
              <a:xfrm>
                <a:off x="9404732" y="2781154"/>
                <a:ext cx="854786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E96466-AAFC-4DE9-A6B7-5EFF76C3B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4732" y="2781154"/>
                <a:ext cx="854786" cy="8094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24B95D-6678-4272-A337-C077AE161747}"/>
                  </a:ext>
                </a:extLst>
              </p:cNvPr>
              <p:cNvSpPr txBox="1"/>
              <p:nvPr/>
            </p:nvSpPr>
            <p:spPr>
              <a:xfrm>
                <a:off x="10642165" y="2781154"/>
                <a:ext cx="914609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24B95D-6678-4272-A337-C077AE161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2165" y="2781154"/>
                <a:ext cx="914609" cy="8079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20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 animBg="1"/>
      <p:bldP spid="18" grpId="0" animBg="1"/>
      <p:bldP spid="5" grpId="0"/>
      <p:bldP spid="6" grpId="0"/>
      <p:bldP spid="7" grpId="0"/>
      <p:bldP spid="11" grpId="0"/>
      <p:bldP spid="12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5C1B-CDC0-4AD9-9418-3B5C032C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948" y="343684"/>
            <a:ext cx="3733058" cy="762000"/>
          </a:xfrm>
        </p:spPr>
        <p:txBody>
          <a:bodyPr/>
          <a:lstStyle/>
          <a:p>
            <a:r>
              <a:rPr lang="en-AU" dirty="0"/>
              <a:t>Practice Time!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7DEEE-AEAB-4E74-91CD-31CB2050A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90556" y="343684"/>
            <a:ext cx="4645152" cy="762000"/>
          </a:xfrm>
        </p:spPr>
        <p:txBody>
          <a:bodyPr/>
          <a:lstStyle/>
          <a:p>
            <a:r>
              <a:rPr lang="en-AU" dirty="0"/>
              <a:t>On your left hand side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1DAEC8-F728-48BB-8A6D-1191340104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74382" y="116632"/>
            <a:ext cx="1661326" cy="2366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6833045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r>
                                  <a:rPr lang="en-AU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  <m:r>
                                  <a:rPr lang="en-AU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b="0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den>
                                </m:f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6833045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264" r="-100441" b="-100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264" r="-589" b="-100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100529" r="-100441" b="-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100529" r="-589" b="-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654C176-B253-4835-9AC0-2016F2DC2AFE}"/>
              </a:ext>
            </a:extLst>
          </p:cNvPr>
          <p:cNvSpPr txBox="1"/>
          <p:nvPr/>
        </p:nvSpPr>
        <p:spPr>
          <a:xfrm>
            <a:off x="10054852" y="3717032"/>
            <a:ext cx="1980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Have Sum Fun – Sum Funs 39</a:t>
            </a:r>
          </a:p>
        </p:txBody>
      </p:sp>
    </p:spTree>
    <p:extLst>
      <p:ext uri="{BB962C8B-B14F-4D97-AF65-F5344CB8AC3E}">
        <p14:creationId xmlns:p14="http://schemas.microsoft.com/office/powerpoint/2010/main" val="381566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4D50F-FB72-48C0-AC6D-C00ACD108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797" y="239688"/>
            <a:ext cx="4645152" cy="762000"/>
          </a:xfrm>
        </p:spPr>
        <p:txBody>
          <a:bodyPr>
            <a:normAutofit/>
          </a:bodyPr>
          <a:lstStyle/>
          <a:p>
            <a:r>
              <a:rPr lang="en-AU" sz="3600" dirty="0">
                <a:solidFill>
                  <a:srgbClr val="0070C0"/>
                </a:solidFill>
              </a:rPr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6F3E1-D301-4296-9EE4-088E1ACB1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7788" y="1643844"/>
            <a:ext cx="11639028" cy="3570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To divide </a:t>
            </a:r>
            <a:r>
              <a:rPr lang="en-AU" sz="2800"/>
              <a:t>fractions we…….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86383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7432</TotalTime>
  <Words>172</Words>
  <Application>Microsoft Office PowerPoint</Application>
  <PresentationFormat>Custom</PresentationFormat>
  <Paragraphs>40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Cambria Math</vt:lpstr>
      <vt:lpstr>Palatino Linotype</vt:lpstr>
      <vt:lpstr>Watercolor_16x9</vt:lpstr>
      <vt:lpstr>Topic: Dividing Fractions</vt:lpstr>
      <vt:lpstr>Topic: Dividing Fractions</vt:lpstr>
      <vt:lpstr>PowerPoint Presentation</vt:lpstr>
      <vt:lpstr>Topic: Dividing Fractions</vt:lpstr>
      <vt:lpstr>Practice Time!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STRETCH Nine [Baldivis Secondary College]</cp:lastModifiedBy>
  <cp:revision>46</cp:revision>
  <dcterms:created xsi:type="dcterms:W3CDTF">2018-07-29T09:37:46Z</dcterms:created>
  <dcterms:modified xsi:type="dcterms:W3CDTF">2019-06-03T06:02:52Z</dcterms:modified>
</cp:coreProperties>
</file>