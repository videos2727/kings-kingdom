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81" r:id="rId3"/>
    <p:sldId id="271" r:id="rId4"/>
    <p:sldId id="272" r:id="rId5"/>
    <p:sldId id="273" r:id="rId6"/>
    <p:sldId id="274" r:id="rId7"/>
    <p:sldId id="275" r:id="rId8"/>
    <p:sldId id="282" r:id="rId9"/>
    <p:sldId id="283" r:id="rId10"/>
    <p:sldId id="284" r:id="rId11"/>
    <p:sldId id="285" r:id="rId12"/>
    <p:sldId id="286" r:id="rId13"/>
    <p:sldId id="279" r:id="rId14"/>
    <p:sldId id="280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5EBF5-D3E5-4414-B173-5ED1FAF69620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BBFDF-1D59-4CB6-ACCF-B0E3C19300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129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49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7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9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67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58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65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75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78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55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38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03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1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10BC8-0810-4A87-91F7-CE0AE8401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ED2E5-17DA-4D6C-ABD2-C8BDED6A7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F93D1-1482-4FCC-89CD-8C674E26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ACA25-9F14-42A2-966B-AD6CB205C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9A3CF-915C-4B76-ACAA-D8BDD6D2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10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E970-530D-4EA2-8376-A01C3372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09DB6-21FB-4523-8AC2-E306042F4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1FA8F-3D26-4B5A-8424-BE3C75EF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22A14-8588-4BE0-A998-5F8BBB6C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9A77F-5368-4656-8312-F29309B1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676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F99B-261B-4E68-83C2-8EA492A4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530FB-C645-408E-9E74-7C56C6C0D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030EB-0808-45FD-BED8-407755FE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23BC9-B0BF-4E68-8468-8ABF2E35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4E2C5-0CEE-48D9-9FA7-9D769304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94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261CC-04FA-43D4-8923-0A120078D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15604-7FC4-4638-B3C8-D15486225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D940F-9C00-4795-A46B-2D12565B3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F1DC4-5366-4A69-9D18-1214538A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45848-48B6-439F-8921-E3AF4A78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FF7D2-3BF5-42C2-8C85-39A002F9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71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9AF7-4368-4D97-AE95-8E5168698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1130F-8807-4AAB-9EB6-D568CC5B9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D5BC7-EE29-473B-A43F-0B5D7CF0A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63259-9BA4-4886-8A8A-CB9F94321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F057-FA55-4CB3-8436-FCDEB1F23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ED4CF-F624-4296-9C4B-8ACEEE933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50A5B-AE71-4E39-8CDF-5094811F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F7FBC-CB22-418C-B745-5B9FE8FEF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92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B5E4-C4FC-4FF3-B580-405B607A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E813D-7395-405F-8A98-85DE0CD6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053DF-CDF8-4D20-BE12-F232F524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AA468-1ED5-46E1-9AFF-8E6F3F50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591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D8AF0-A49E-4FC1-8D69-2202FAF4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3638C-9321-4523-A7D2-04B755A5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1E9B-BE36-4A19-9296-649F4DD5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28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CFB5-FE3E-4BA9-962A-1F64175B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91176-6F9D-4DA0-B1A4-26E2DA991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AD126-1FBB-4548-AA4D-56B6027D1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BFDA9-A351-4B2C-9F14-19CBF00C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4C265-8A4C-46B8-9265-6AC22B2A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FC42B-5000-4830-9EFE-E5F2240E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72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0820F-3690-4CBD-9092-98F293A4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43F716-F697-4A7E-8E66-66E68A7CB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E2632-8EDC-456E-920F-55332CD2B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95B8B-ACB9-413B-A327-9E616C38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0B2B0-DD26-4333-8CD3-A612ED96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41CC1-08BE-4FBB-BBF0-80EF472A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432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E3A2-842D-4A18-894C-55443B48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F634F-2BD1-4DCD-A22F-96BD09E2F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FBA12-3E2E-45E9-AB10-B9D866C6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4894A-7D23-467E-86B7-93F2F091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E4F5B-7496-4930-BDF0-52CC8C6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17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453F6-F3FB-4B26-9146-7C929C9C5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DA81B-4E66-45B8-8D78-101354C49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4ED5E-5781-48A0-8726-738F01CFD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384DC-3A9D-4FB0-9D1A-F0C2C77E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F53E1-269F-4058-B007-B97CC2C6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447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1515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09339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88659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1871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2E7CC-19FE-4A20-AF08-DB058E0CB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DC984-32C7-47EF-B356-BD9201A6A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BF469-4A00-4B4C-B7C9-2A853966F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9B23-FD9D-435B-8A05-C385A3879A2D}" type="datetimeFigureOut">
              <a:rPr lang="en-AU" smtClean="0"/>
              <a:t>3/06/2019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5341D-2676-4A39-8720-A1F140AE1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E526-C6C5-4F15-9CB8-83318FF5A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438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Mrs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2593571"/>
            <a:ext cx="9446339" cy="1457562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D7650-2C3B-4683-A16C-E39950D337AD}"/>
              </a:ext>
            </a:extLst>
          </p:cNvPr>
          <p:cNvSpPr txBox="1"/>
          <p:nvPr/>
        </p:nvSpPr>
        <p:spPr>
          <a:xfrm>
            <a:off x="792185" y="1165295"/>
            <a:ext cx="106076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chemeClr val="bg2">
                    <a:lumMod val="50000"/>
                  </a:schemeClr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D3E4-474E-462E-8368-D4B62910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089" y="201679"/>
            <a:ext cx="10908944" cy="928255"/>
          </a:xfrm>
        </p:spPr>
        <p:txBody>
          <a:bodyPr>
            <a:normAutofit/>
          </a:bodyPr>
          <a:lstStyle/>
          <a:p>
            <a:pPr algn="r"/>
            <a:r>
              <a:rPr lang="en-AU" b="1" dirty="0"/>
              <a:t>How do we convert between fractions?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3127A5-CB05-4EE9-A89B-B7C6C574AD34}"/>
              </a:ext>
            </a:extLst>
          </p:cNvPr>
          <p:cNvSpPr txBox="1">
            <a:spLocks/>
          </p:cNvSpPr>
          <p:nvPr/>
        </p:nvSpPr>
        <p:spPr>
          <a:xfrm>
            <a:off x="429616" y="1129934"/>
            <a:ext cx="6054311" cy="64898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r>
              <a:rPr lang="en-AU" sz="3200" b="1" dirty="0">
                <a:solidFill>
                  <a:schemeClr val="bg2">
                    <a:lumMod val="50000"/>
                  </a:schemeClr>
                </a:solidFill>
              </a:rPr>
              <a:t>Mixed Fraction to Improper Fraction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51B623-D00B-44AB-AA18-84AAF6D8BA7F}"/>
              </a:ext>
            </a:extLst>
          </p:cNvPr>
          <p:cNvSpPr txBox="1">
            <a:spLocks/>
          </p:cNvSpPr>
          <p:nvPr/>
        </p:nvSpPr>
        <p:spPr>
          <a:xfrm>
            <a:off x="429616" y="3596639"/>
            <a:ext cx="6306464" cy="72400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 sz="4400" kern="1200">
                <a:solidFill>
                  <a:srgbClr val="F0C3A3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r>
              <a:rPr lang="en-AU" sz="3200" b="1" dirty="0">
                <a:solidFill>
                  <a:schemeClr val="bg2">
                    <a:lumMod val="50000"/>
                  </a:schemeClr>
                </a:solidFill>
              </a:rPr>
              <a:t>Improper Fraction to Mixed Fraction</a:t>
            </a:r>
          </a:p>
        </p:txBody>
      </p:sp>
    </p:spTree>
    <p:extLst>
      <p:ext uri="{BB962C8B-B14F-4D97-AF65-F5344CB8AC3E}">
        <p14:creationId xmlns:p14="http://schemas.microsoft.com/office/powerpoint/2010/main" val="164036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02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4CBCD-3D50-4FEE-B281-A05B691F5120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CB962-1B62-423E-BB3E-5976F63C942B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</p:spTree>
    <p:extLst>
      <p:ext uri="{BB962C8B-B14F-4D97-AF65-F5344CB8AC3E}">
        <p14:creationId xmlns:p14="http://schemas.microsoft.com/office/powerpoint/2010/main" val="332417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13A61-30EB-45C4-930A-470E94D67171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137E10-DFD1-4377-8537-BF0F949400AF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</p:spTree>
    <p:extLst>
      <p:ext uri="{BB962C8B-B14F-4D97-AF65-F5344CB8AC3E}">
        <p14:creationId xmlns:p14="http://schemas.microsoft.com/office/powerpoint/2010/main" val="20012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1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1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4690144" y="4296033"/>
            <a:ext cx="717452" cy="79482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86F497-037C-4A1A-BAA9-08F017843DC6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620761-C51D-4BCF-98CE-0030E0CC8630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</p:spTree>
    <p:extLst>
      <p:ext uri="{BB962C8B-B14F-4D97-AF65-F5344CB8AC3E}">
        <p14:creationId xmlns:p14="http://schemas.microsoft.com/office/powerpoint/2010/main" val="256741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D5710-6F1E-45A6-9C65-194D0BCF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28" y="553315"/>
            <a:ext cx="7958571" cy="55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2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3" name="Minus Sign 2">
            <a:extLst>
              <a:ext uri="{FF2B5EF4-FFF2-40B4-BE49-F238E27FC236}">
                <a16:creationId xmlns:a16="http://schemas.microsoft.com/office/drawing/2014/main" id="{15E6EE42-95D3-4A8A-804D-70D4C6B2EAFC}"/>
              </a:ext>
            </a:extLst>
          </p:cNvPr>
          <p:cNvSpPr/>
          <p:nvPr/>
        </p:nvSpPr>
        <p:spPr>
          <a:xfrm>
            <a:off x="4690144" y="4078331"/>
            <a:ext cx="786939" cy="847898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087708"/>
              </p:ext>
            </p:extLst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247384"/>
              </p:ext>
            </p:extLst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B54CBCD-3D50-4FEE-B281-A05B691F5120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CB962-1B62-423E-BB3E-5976F63C942B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E3D60-AF66-4B91-8E42-CB812D2E8F81}"/>
              </a:ext>
            </a:extLst>
          </p:cNvPr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5728D-B894-4535-9D6C-93ACDF908380}"/>
                  </a:ext>
                </a:extLst>
              </p:cNvPr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5728D-B894-4535-9D6C-93ACDF90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Minus Sign 18">
            <a:extLst>
              <a:ext uri="{FF2B5EF4-FFF2-40B4-BE49-F238E27FC236}">
                <a16:creationId xmlns:a16="http://schemas.microsoft.com/office/drawing/2014/main" id="{805157FD-29A0-4A50-863D-EA9AD97E1B84}"/>
              </a:ext>
            </a:extLst>
          </p:cNvPr>
          <p:cNvSpPr/>
          <p:nvPr/>
        </p:nvSpPr>
        <p:spPr>
          <a:xfrm>
            <a:off x="4690144" y="4078331"/>
            <a:ext cx="786939" cy="847898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94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970929"/>
              </p:ext>
            </p:extLst>
          </p:nvPr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13A61-30EB-45C4-930A-470E94D67171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137E10-DFD1-4377-8537-BF0F949400AF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373CC-6E19-423A-A493-9E61F2C8954A}"/>
              </a:ext>
            </a:extLst>
          </p:cNvPr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27C7B-D0B0-434D-9A6D-4ABA017FDE00}"/>
                  </a:ext>
                </a:extLst>
              </p:cNvPr>
              <p:cNvSpPr txBox="1"/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27C7B-D0B0-434D-9A6D-4ABA017FD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Minus Sign 22">
            <a:extLst>
              <a:ext uri="{FF2B5EF4-FFF2-40B4-BE49-F238E27FC236}">
                <a16:creationId xmlns:a16="http://schemas.microsoft.com/office/drawing/2014/main" id="{59BCF327-9E70-4455-BBFF-0019B19ABFEA}"/>
              </a:ext>
            </a:extLst>
          </p:cNvPr>
          <p:cNvSpPr/>
          <p:nvPr/>
        </p:nvSpPr>
        <p:spPr>
          <a:xfrm>
            <a:off x="4690144" y="4078331"/>
            <a:ext cx="786939" cy="847898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CB7BFC0-A092-4D61-AE23-94870B93F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742526"/>
              </p:ext>
            </p:extLst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A6EB9F7-AA92-4C53-B312-9D0EFE754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65842"/>
              </p:ext>
            </p:extLst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2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7610811" y="4303067"/>
            <a:ext cx="1242651" cy="78779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86F497-037C-4A1A-BAA9-08F017843DC6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620761-C51D-4BCF-98CE-0030E0CC8630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137DC-18ED-40C0-968B-22876CB2B8E3}"/>
              </a:ext>
            </a:extLst>
          </p:cNvPr>
          <p:cNvSpPr txBox="1"/>
          <p:nvPr/>
        </p:nvSpPr>
        <p:spPr>
          <a:xfrm>
            <a:off x="-1" y="1485640"/>
            <a:ext cx="24407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06A731-F501-458F-AC51-075998E258CD}"/>
                  </a:ext>
                </a:extLst>
              </p:cNvPr>
              <p:cNvSpPr txBox="1"/>
              <p:nvPr/>
            </p:nvSpPr>
            <p:spPr>
              <a:xfrm>
                <a:off x="2673505" y="1423916"/>
                <a:ext cx="8757132" cy="1794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4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4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06A731-F501-458F-AC51-075998E25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505" y="1423916"/>
                <a:ext cx="8757132" cy="1794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Minus Sign 22">
            <a:extLst>
              <a:ext uri="{FF2B5EF4-FFF2-40B4-BE49-F238E27FC236}">
                <a16:creationId xmlns:a16="http://schemas.microsoft.com/office/drawing/2014/main" id="{74B429F3-C87B-4E7B-BEEB-113B69C39852}"/>
              </a:ext>
            </a:extLst>
          </p:cNvPr>
          <p:cNvSpPr/>
          <p:nvPr/>
        </p:nvSpPr>
        <p:spPr>
          <a:xfrm>
            <a:off x="4690144" y="4078331"/>
            <a:ext cx="786939" cy="847898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8806418-97AB-4E71-B180-3496DBE09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516735"/>
              </p:ext>
            </p:extLst>
          </p:nvPr>
        </p:nvGraphicFramePr>
        <p:xfrm>
          <a:off x="8937679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241406D-E3C7-43C4-9A68-C92CF8E02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364615"/>
              </p:ext>
            </p:extLst>
          </p:nvPr>
        </p:nvGraphicFramePr>
        <p:xfrm>
          <a:off x="2623630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D168373-8B34-44C4-8BC8-69E4FA2A1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615434"/>
              </p:ext>
            </p:extLst>
          </p:nvPr>
        </p:nvGraphicFramePr>
        <p:xfrm>
          <a:off x="5564156" y="3413286"/>
          <a:ext cx="1962438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438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85537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35685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18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568B47-95F1-4014-9350-E8CF78863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0294"/>
            <a:ext cx="12192000" cy="144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05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23629" y="1419850"/>
                <a:ext cx="8757132" cy="3812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1: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Add the whole numbers together then the fractions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629" y="1419850"/>
                <a:ext cx="8757132" cy="3812582"/>
              </a:xfrm>
              <a:prstGeom prst="rect">
                <a:avLst/>
              </a:prstGeom>
              <a:blipFill>
                <a:blip r:embed="rId3"/>
                <a:stretch>
                  <a:fillRect l="-1392" r="-11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6C35507-4BBF-45DD-AA6E-2077C05A9F70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295B40-D8B5-4BDE-B387-0594B7265A2A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</p:spTree>
    <p:extLst>
      <p:ext uri="{BB962C8B-B14F-4D97-AF65-F5344CB8AC3E}">
        <p14:creationId xmlns:p14="http://schemas.microsoft.com/office/powerpoint/2010/main" val="404454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4074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485640"/>
            <a:ext cx="24407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2</a:t>
            </a:r>
          </a:p>
          <a:p>
            <a:pPr algn="ctr" defTabSz="914126"/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Mixed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937012" y="1315025"/>
                <a:ext cx="8757132" cy="5172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sz="2800" b="1" dirty="0">
                    <a:solidFill>
                      <a:prstClr val="black"/>
                    </a:solidFill>
                    <a:latin typeface="Calibri" panose="020F0502020204030204"/>
                  </a:rPr>
                  <a:t>Step 2: </a:t>
                </a:r>
                <a:r>
                  <a:rPr lang="en-US" sz="2800" dirty="0">
                    <a:solidFill>
                      <a:prstClr val="black"/>
                    </a:solidFill>
                    <a:latin typeface="Calibri" panose="020F0502020204030204"/>
                  </a:rPr>
                  <a:t>Simplify the answer.</a:t>
                </a:r>
              </a:p>
              <a:p>
                <a:pPr defTabSz="914126"/>
                <a:endParaRPr lang="en-US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32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srgbClr val="FFC000"/>
                  </a:solidFill>
                </a:endParaRPr>
              </a:p>
              <a:p>
                <a:pPr defTabSz="914126"/>
                <a:endParaRPr lang="en-US" sz="3200" b="1" dirty="0">
                  <a:solidFill>
                    <a:prstClr val="black"/>
                  </a:solidFill>
                </a:endParaRPr>
              </a:p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4000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f>
                        <m:fPr>
                          <m:ctrlP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4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4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f>
                        <m:fPr>
                          <m:ctrlP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32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012" y="1315025"/>
                <a:ext cx="8757132" cy="5172506"/>
              </a:xfrm>
              <a:prstGeom prst="rect">
                <a:avLst/>
              </a:prstGeom>
              <a:blipFill>
                <a:blip r:embed="rId3"/>
                <a:stretch>
                  <a:fillRect l="-1462" t="-11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401FFC-FFB9-4141-818E-0D6FF1A325FC}"/>
              </a:ext>
            </a:extLst>
          </p:cNvPr>
          <p:cNvSpPr txBox="1"/>
          <p:nvPr/>
        </p:nvSpPr>
        <p:spPr>
          <a:xfrm>
            <a:off x="450041" y="75738"/>
            <a:ext cx="95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6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28D26-5BCB-4E6D-A38C-B7556529E681}"/>
              </a:ext>
            </a:extLst>
          </p:cNvPr>
          <p:cNvSpPr txBox="1"/>
          <p:nvPr/>
        </p:nvSpPr>
        <p:spPr>
          <a:xfrm>
            <a:off x="191345" y="777754"/>
            <a:ext cx="1179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add and subtract fractions with the same denominator?</a:t>
            </a:r>
          </a:p>
        </p:txBody>
      </p:sp>
    </p:spTree>
    <p:extLst>
      <p:ext uri="{BB962C8B-B14F-4D97-AF65-F5344CB8AC3E}">
        <p14:creationId xmlns:p14="http://schemas.microsoft.com/office/powerpoint/2010/main" val="403695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33625-9389-421F-A6FB-2987B2BF63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898"/>
          <a:stretch/>
        </p:blipFill>
        <p:spPr>
          <a:xfrm>
            <a:off x="583985" y="524616"/>
            <a:ext cx="3274505" cy="368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431</Words>
  <Application>Microsoft Office PowerPoint</Application>
  <PresentationFormat>Widescreen</PresentationFormat>
  <Paragraphs>129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Fragment Core</vt:lpstr>
      <vt:lpstr>Office Theme</vt:lpstr>
      <vt:lpstr>Add and Subtract Fractions: Same Denominator </vt:lpstr>
      <vt:lpstr>How do we convert between fractions?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and Subtract Fractions: Same Denominator </dc:title>
  <dc:creator>STRETCH Nine [Baldivis Secondary College]</dc:creator>
  <cp:lastModifiedBy>STRETCH Nine [Baldivis Secondary College]</cp:lastModifiedBy>
  <cp:revision>7</cp:revision>
  <dcterms:created xsi:type="dcterms:W3CDTF">2019-06-03T05:19:05Z</dcterms:created>
  <dcterms:modified xsi:type="dcterms:W3CDTF">2019-06-03T05:34:28Z</dcterms:modified>
</cp:coreProperties>
</file>