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1" r:id="rId3"/>
    <p:sldId id="301" r:id="rId4"/>
    <p:sldId id="295" r:id="rId5"/>
    <p:sldId id="308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9" autoAdjust="0"/>
    <p:restoredTop sz="94595"/>
  </p:normalViewPr>
  <p:slideViewPr>
    <p:cSldViewPr>
      <p:cViewPr varScale="1">
        <p:scale>
          <a:sx n="65" d="100"/>
          <a:sy n="65" d="100"/>
        </p:scale>
        <p:origin x="1344" y="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8/04/2019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8/04/2019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8/04/2019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8/04/2019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8/04/2019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8/04/2019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8/04/2019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8/04/2019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8/04/2019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8/04/2019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8/04/2019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8/04/2019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</p:spTree>
    <p:extLst>
      <p:ext uri="{BB962C8B-B14F-4D97-AF65-F5344CB8AC3E}">
        <p14:creationId xmlns:p14="http://schemas.microsoft.com/office/powerpoint/2010/main" val="146241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x1000	          x 100                x10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06385" y="3798360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865216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6262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x1000	          x 100                x10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1000	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      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</a:t>
                </a: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266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90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Units of length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6859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EQ – How do I covert between metric units of length?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5197" y="2068579"/>
            <a:ext cx="174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Converting Units</a:t>
            </a:r>
          </a:p>
        </p:txBody>
      </p:sp>
      <p:sp>
        <p:nvSpPr>
          <p:cNvPr id="20" name="Circular Arrow 19"/>
          <p:cNvSpPr/>
          <p:nvPr/>
        </p:nvSpPr>
        <p:spPr>
          <a:xfrm>
            <a:off x="3650968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1" name="Circular Arrow 20"/>
          <p:cNvSpPr/>
          <p:nvPr/>
        </p:nvSpPr>
        <p:spPr>
          <a:xfrm>
            <a:off x="6262939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2" name="Circular Arrow 21"/>
          <p:cNvSpPr/>
          <p:nvPr/>
        </p:nvSpPr>
        <p:spPr>
          <a:xfrm>
            <a:off x="4992506" y="257535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3" name="Circular Arrow 22"/>
          <p:cNvSpPr/>
          <p:nvPr/>
        </p:nvSpPr>
        <p:spPr>
          <a:xfrm rot="10800000">
            <a:off x="3631876" y="2989403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4" name="Circular Arrow 23"/>
          <p:cNvSpPr/>
          <p:nvPr/>
        </p:nvSpPr>
        <p:spPr>
          <a:xfrm rot="10800000">
            <a:off x="6262939" y="2981406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5" name="Circular Arrow 24"/>
          <p:cNvSpPr/>
          <p:nvPr/>
        </p:nvSpPr>
        <p:spPr>
          <a:xfrm rot="10800000">
            <a:off x="4973126" y="2989402"/>
            <a:ext cx="957096" cy="828092"/>
          </a:xfrm>
          <a:prstGeom prst="circular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80741" y="2989403"/>
            <a:ext cx="4093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km               m                      cm               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6386" y="2298124"/>
            <a:ext cx="3469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00B050"/>
                </a:solidFill>
              </a:rPr>
              <a:t>x1000	          x 100                x10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1000	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100                </a:t>
                </a:r>
                <a14:m>
                  <m:oMath xmlns:m="http://schemas.openxmlformats.org/officeDocument/2006/math"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</m:t>
                    </m:r>
                  </m:oMath>
                </a14:m>
                <a:r>
                  <a:rPr lang="en-AU" dirty="0">
                    <a:solidFill>
                      <a:srgbClr val="00B050"/>
                    </a:solidFill>
                  </a:rPr>
                  <a:t>10</a:t>
                </a: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385" y="3798360"/>
                <a:ext cx="3469831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/>
          <p:cNvSpPr txBox="1"/>
          <p:nvPr/>
        </p:nvSpPr>
        <p:spPr>
          <a:xfrm>
            <a:off x="3480741" y="4257120"/>
            <a:ext cx="3854581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Change the following to the given units</a:t>
            </a:r>
          </a:p>
          <a:p>
            <a:pPr>
              <a:lnSpc>
                <a:spcPct val="150000"/>
              </a:lnSpc>
            </a:pPr>
            <a:endParaRPr lang="en-AU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dirty="0" smtClean="0"/>
              <a:t>5 m </a:t>
            </a:r>
            <a:r>
              <a:rPr lang="en-AU" dirty="0" smtClean="0"/>
              <a:t>= _______</a:t>
            </a:r>
            <a:r>
              <a:rPr lang="en-AU" dirty="0" smtClean="0"/>
              <a:t> </a:t>
            </a:r>
            <a:r>
              <a:rPr lang="en-AU" dirty="0"/>
              <a:t>cm  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dirty="0" smtClean="0"/>
              <a:t>7.8 km = ________ m</a:t>
            </a:r>
            <a:endParaRPr lang="en-AU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dirty="0" smtClean="0"/>
              <a:t>2.43 </a:t>
            </a:r>
            <a:r>
              <a:rPr lang="en-AU" dirty="0"/>
              <a:t>m</a:t>
            </a:r>
            <a:r>
              <a:rPr lang="en-AU" dirty="0" smtClean="0"/>
              <a:t>m = ________ cm 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AU" dirty="0" smtClean="0"/>
              <a:t>285 cm = _________ mm</a:t>
            </a:r>
            <a:r>
              <a:rPr lang="en-AU" dirty="0" smtClean="0"/>
              <a:t> </a:t>
            </a:r>
            <a:endParaRPr lang="en-AU" dirty="0"/>
          </a:p>
          <a:p>
            <a:pPr>
              <a:lnSpc>
                <a:spcPct val="150000"/>
              </a:lnSpc>
            </a:pPr>
            <a:r>
              <a:rPr lang="en-AU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2917055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161</Words>
  <Application>Microsoft Office PowerPoint</Application>
  <PresentationFormat>On-screen Show (4:3)</PresentationFormat>
  <Paragraphs>63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D'SOUZA Jillian [Baldivis Secondary College]</cp:lastModifiedBy>
  <cp:revision>33</cp:revision>
  <dcterms:created xsi:type="dcterms:W3CDTF">2014-05-14T02:58:57Z</dcterms:created>
  <dcterms:modified xsi:type="dcterms:W3CDTF">2019-04-08T04:34:06Z</dcterms:modified>
</cp:coreProperties>
</file>