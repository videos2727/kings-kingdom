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69" r:id="rId3"/>
    <p:sldId id="270" r:id="rId4"/>
    <p:sldId id="258" r:id="rId5"/>
    <p:sldId id="262" r:id="rId6"/>
    <p:sldId id="259" r:id="rId7"/>
    <p:sldId id="273" r:id="rId8"/>
    <p:sldId id="265" r:id="rId9"/>
    <p:sldId id="267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8548" autoAdjust="0"/>
  </p:normalViewPr>
  <p:slideViewPr>
    <p:cSldViewPr snapToGrid="0" snapToObjects="1">
      <p:cViewPr>
        <p:scale>
          <a:sx n="100" d="100"/>
          <a:sy n="100" d="100"/>
        </p:scale>
        <p:origin x="300" y="-1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6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7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2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1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8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6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3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1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4560-677A-D941-A6E1-13E268F268AC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8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pPr eaLnBrk="1" hangingPunct="1"/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Name 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Class: 8-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Teacher: Mr Evans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Term 1 Semester 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C38E07-BA7A-4902-95BA-09BA78FE9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03" y="4191888"/>
            <a:ext cx="2723085" cy="22692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4D5330-4D57-44F7-AC79-9DB932408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33" y="2035175"/>
            <a:ext cx="1879934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3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5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4463" y="620713"/>
            <a:ext cx="46450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6013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38" name="TextBox 19"/>
          <p:cNvSpPr txBox="1">
            <a:spLocks noChangeArrowheads="1"/>
          </p:cNvSpPr>
          <p:nvPr/>
        </p:nvSpPr>
        <p:spPr bwMode="auto">
          <a:xfrm>
            <a:off x="577850" y="6350"/>
            <a:ext cx="931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Contents</a:t>
            </a:r>
          </a:p>
        </p:txBody>
      </p:sp>
      <p:sp>
        <p:nvSpPr>
          <p:cNvPr id="18439" name="TextBox 22"/>
          <p:cNvSpPr txBox="1">
            <a:spLocks noChangeArrowheads="1"/>
          </p:cNvSpPr>
          <p:nvPr/>
        </p:nvSpPr>
        <p:spPr bwMode="auto">
          <a:xfrm>
            <a:off x="223838" y="374650"/>
            <a:ext cx="581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125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41" name="TextBox 16"/>
          <p:cNvSpPr txBox="1">
            <a:spLocks noChangeArrowheads="1"/>
          </p:cNvSpPr>
          <p:nvPr/>
        </p:nvSpPr>
        <p:spPr bwMode="auto">
          <a:xfrm>
            <a:off x="1403350" y="344488"/>
            <a:ext cx="576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Date</a:t>
            </a:r>
          </a:p>
        </p:txBody>
      </p:sp>
      <p:sp>
        <p:nvSpPr>
          <p:cNvPr id="18442" name="TextBox 17"/>
          <p:cNvSpPr txBox="1">
            <a:spLocks noChangeArrowheads="1"/>
          </p:cNvSpPr>
          <p:nvPr/>
        </p:nvSpPr>
        <p:spPr bwMode="auto">
          <a:xfrm>
            <a:off x="2555875" y="344488"/>
            <a:ext cx="1398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18443" name="TextBox 20"/>
          <p:cNvSpPr txBox="1">
            <a:spLocks noChangeArrowheads="1"/>
          </p:cNvSpPr>
          <p:nvPr/>
        </p:nvSpPr>
        <p:spPr bwMode="auto">
          <a:xfrm>
            <a:off x="5795963" y="66675"/>
            <a:ext cx="2592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390581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761092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is perimeter?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10268" y="1242997"/>
            <a:ext cx="67314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Perimeter</a:t>
            </a:r>
          </a:p>
          <a:p>
            <a:endParaRPr lang="en-US" sz="2800" dirty="0"/>
          </a:p>
          <a:p>
            <a:r>
              <a:rPr lang="en-US" sz="2800" dirty="0"/>
              <a:t>Is the distance along the boundary of a shape</a:t>
            </a:r>
          </a:p>
          <a:p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89" y="3716722"/>
            <a:ext cx="2992235" cy="2120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88957" y="252356"/>
            <a:ext cx="2638671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Glossary</a:t>
            </a:r>
          </a:p>
          <a:p>
            <a:pPr algn="ctr"/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word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9077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>
                <a:latin typeface="Chalkboard"/>
                <a:cs typeface="Chalkboard"/>
              </a:rPr>
              <a:t>Perimeter</a:t>
            </a:r>
            <a:endParaRPr lang="en-US" sz="2800" u="sng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To find the perimeter we </a:t>
            </a:r>
            <a:r>
              <a:rPr lang="en-US" sz="2800" b="1" u="sng" dirty="0">
                <a:latin typeface="Chalkboard"/>
                <a:cs typeface="Chalkboard"/>
              </a:rPr>
              <a:t>add up the lengths of the sides</a:t>
            </a:r>
            <a:r>
              <a:rPr lang="en-US" sz="2800" dirty="0">
                <a:latin typeface="Chalkboard"/>
                <a:cs typeface="Chalkboard"/>
              </a:rPr>
              <a:t>.</a:t>
            </a:r>
          </a:p>
          <a:p>
            <a:endParaRPr lang="en-US" sz="2800" u="sng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453" r="18651" b="25567"/>
          <a:stretch/>
        </p:blipFill>
        <p:spPr>
          <a:xfrm>
            <a:off x="2725908" y="3876020"/>
            <a:ext cx="2435325" cy="22636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92092" y="3352800"/>
            <a:ext cx="3184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SQUARE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040546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To find the perimeter we </a:t>
            </a:r>
            <a:r>
              <a:rPr lang="en-US" sz="2800" b="1" u="sng" dirty="0" smtClean="0">
                <a:latin typeface="Chalkboard"/>
                <a:cs typeface="Chalkboard"/>
              </a:rPr>
              <a:t>add up the lengths of the sides</a:t>
            </a:r>
            <a:r>
              <a:rPr lang="en-US" sz="2800" dirty="0" smtClean="0">
                <a:latin typeface="Chalkboard"/>
                <a:cs typeface="Chalkboard"/>
              </a:rPr>
              <a:t>.</a:t>
            </a:r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389" y="4071103"/>
            <a:ext cx="3059844" cy="13229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1309690"/>
            <a:ext cx="2189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How to find the perimeter</a:t>
            </a:r>
            <a:endParaRPr lang="en-US" sz="2400" b="1" dirty="0">
              <a:latin typeface="Chalkboard"/>
              <a:cs typeface="Chalkboard"/>
            </a:endParaRPr>
          </a:p>
          <a:p>
            <a:pPr algn="ctr"/>
            <a:endParaRPr lang="en-US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44492" y="3505200"/>
            <a:ext cx="3184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RECTANGLE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9891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52589" y="1309690"/>
            <a:ext cx="67314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To find the perimeter we </a:t>
            </a:r>
            <a:r>
              <a:rPr lang="en-US" sz="2800" b="1" u="sng" dirty="0" smtClean="0">
                <a:latin typeface="Chalkboard"/>
                <a:cs typeface="Chalkboard"/>
              </a:rPr>
              <a:t>add up the lengths of the sides</a:t>
            </a:r>
            <a:r>
              <a:rPr lang="en-US" sz="2800" dirty="0" smtClean="0">
                <a:latin typeface="Chalkboard"/>
                <a:cs typeface="Chalkboard"/>
              </a:rPr>
              <a:t>.</a:t>
            </a:r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1309690"/>
            <a:ext cx="2189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halkboard"/>
                <a:cs typeface="Chalkboard"/>
              </a:rPr>
              <a:t>How to find the perimeter</a:t>
            </a:r>
            <a:endParaRPr lang="en-US" sz="2400" b="1" dirty="0">
              <a:latin typeface="Chalkboard"/>
              <a:cs typeface="Chalkboard"/>
            </a:endParaRPr>
          </a:p>
          <a:p>
            <a:pPr algn="ctr"/>
            <a:endParaRPr lang="en-US" sz="2400" dirty="0">
              <a:latin typeface="Chalkboard"/>
              <a:cs typeface="Chalkboar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1872" t="50520" r="54149" b="18652"/>
          <a:stretch/>
        </p:blipFill>
        <p:spPr>
          <a:xfrm>
            <a:off x="2441642" y="3295963"/>
            <a:ext cx="4260715" cy="31712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41964" y="3510292"/>
            <a:ext cx="461818" cy="473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4371770" y="4710545"/>
            <a:ext cx="1748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866945" y="4703040"/>
            <a:ext cx="1748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978399" y="5447145"/>
            <a:ext cx="0" cy="1472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5045074" y="5452340"/>
            <a:ext cx="0" cy="1472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3352799" y="5440217"/>
            <a:ext cx="0" cy="1472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419474" y="5445412"/>
            <a:ext cx="0" cy="1472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559220" y="5821795"/>
            <a:ext cx="1748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559219" y="5897995"/>
            <a:ext cx="1748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559220" y="5977370"/>
            <a:ext cx="1748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669970" y="5783695"/>
            <a:ext cx="1748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669969" y="5859895"/>
            <a:ext cx="1748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669970" y="5939270"/>
            <a:ext cx="1748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 rot="20289814">
            <a:off x="5564242" y="2368664"/>
            <a:ext cx="2959291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What do the lines mean???</a:t>
            </a:r>
            <a:endParaRPr lang="en-US" sz="3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7725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54092"/>
          <a:stretch/>
        </p:blipFill>
        <p:spPr>
          <a:xfrm>
            <a:off x="440892" y="474513"/>
            <a:ext cx="8391525" cy="187152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34" y="3400389"/>
            <a:ext cx="2466315" cy="201489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33694" t="55226" r="35608" b="2034"/>
          <a:stretch/>
        </p:blipFill>
        <p:spPr>
          <a:xfrm>
            <a:off x="5430981" y="3643306"/>
            <a:ext cx="2549238" cy="199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0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69489"/>
          <a:stretch/>
        </p:blipFill>
        <p:spPr>
          <a:xfrm>
            <a:off x="1120980" y="785090"/>
            <a:ext cx="5598693" cy="19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5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45552"/>
          <a:stretch/>
        </p:blipFill>
        <p:spPr>
          <a:xfrm rot="10800000">
            <a:off x="857456" y="2811176"/>
            <a:ext cx="7768534" cy="274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1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176</Words>
  <Application>Microsoft Office PowerPoint</Application>
  <PresentationFormat>On-screen Show (4:3)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Chalkboard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Perimeter</dc:title>
  <dc:creator>E4093549</dc:creator>
  <cp:lastModifiedBy>D'SOUZA Jillian [Baldivis Secondary College]</cp:lastModifiedBy>
  <cp:revision>20</cp:revision>
  <dcterms:created xsi:type="dcterms:W3CDTF">2017-02-27T05:52:32Z</dcterms:created>
  <dcterms:modified xsi:type="dcterms:W3CDTF">2019-04-08T04:45:27Z</dcterms:modified>
</cp:coreProperties>
</file>