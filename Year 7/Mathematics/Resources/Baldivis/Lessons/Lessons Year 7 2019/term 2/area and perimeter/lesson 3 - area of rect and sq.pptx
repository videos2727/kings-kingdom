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75" r:id="rId2"/>
    <p:sldId id="256" r:id="rId3"/>
    <p:sldId id="258" r:id="rId4"/>
    <p:sldId id="272" r:id="rId5"/>
    <p:sldId id="273" r:id="rId6"/>
    <p:sldId id="259" r:id="rId7"/>
    <p:sldId id="260" r:id="rId8"/>
    <p:sldId id="27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74536-B818-4694-BE13-D64BBA2FF979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7DA55-C6E0-42E7-88E4-A71637640F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07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255123-7783-45B3-BACF-01B480AD2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0" y="2745676"/>
            <a:ext cx="6727341" cy="4112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287FB2-B708-4043-9CFE-948DBDCD09AD}"/>
              </a:ext>
            </a:extLst>
          </p:cNvPr>
          <p:cNvSpPr txBox="1"/>
          <p:nvPr/>
        </p:nvSpPr>
        <p:spPr>
          <a:xfrm>
            <a:off x="185530" y="198783"/>
            <a:ext cx="13146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value of the missing sides and calculate the perimeter of these shapes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D4C1D-88C6-43A7-938A-589DD10BC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09" y="568114"/>
            <a:ext cx="6957391" cy="471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8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38EB-2359-4375-AE48-2FC9FED98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8677" y="161862"/>
            <a:ext cx="8679915" cy="1748729"/>
          </a:xfrm>
        </p:spPr>
        <p:txBody>
          <a:bodyPr/>
          <a:lstStyle/>
          <a:p>
            <a:r>
              <a:rPr lang="en-AU" dirty="0"/>
              <a:t>REVISION</a:t>
            </a:r>
          </a:p>
        </p:txBody>
      </p:sp>
      <p:pic>
        <p:nvPicPr>
          <p:cNvPr id="4" name="Picture 2" descr="Image result for converting units of length">
            <a:extLst>
              <a:ext uri="{FF2B5EF4-FFF2-40B4-BE49-F238E27FC236}">
                <a16:creationId xmlns:a16="http://schemas.microsoft.com/office/drawing/2014/main" id="{524EA35C-B9E1-4D12-81DC-D9695B351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t="29175" r="6701" b="15566"/>
          <a:stretch/>
        </p:blipFill>
        <p:spPr bwMode="auto">
          <a:xfrm>
            <a:off x="4925555" y="2347956"/>
            <a:ext cx="5363851" cy="246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2E5CB8-C523-40F5-8ADB-1D05162408DF}"/>
              </a:ext>
            </a:extLst>
          </p:cNvPr>
          <p:cNvSpPr txBox="1"/>
          <p:nvPr/>
        </p:nvSpPr>
        <p:spPr>
          <a:xfrm>
            <a:off x="307506" y="831410"/>
            <a:ext cx="2903456" cy="51706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AU" sz="2200" dirty="0"/>
              <a:t>3.64m  to cm </a:t>
            </a:r>
          </a:p>
          <a:p>
            <a:r>
              <a:rPr lang="en-AU" sz="2200" dirty="0">
                <a:solidFill>
                  <a:srgbClr val="FF0000"/>
                </a:solidFill>
              </a:rPr>
              <a:t>× 100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 364 cm</a:t>
            </a:r>
            <a:endParaRPr lang="en-AU" sz="2200" dirty="0"/>
          </a:p>
          <a:p>
            <a:endParaRPr lang="en-AU" sz="2200" dirty="0"/>
          </a:p>
          <a:p>
            <a:r>
              <a:rPr lang="en-AU" sz="2200" dirty="0"/>
              <a:t>2) 1.24km  to  cm</a:t>
            </a:r>
          </a:p>
          <a:p>
            <a:r>
              <a:rPr lang="en-AU" sz="2200" dirty="0">
                <a:solidFill>
                  <a:srgbClr val="FF0000"/>
                </a:solidFill>
              </a:rPr>
              <a:t>x 1000    x 100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124 000 cm</a:t>
            </a:r>
          </a:p>
          <a:p>
            <a:endParaRPr lang="en-AU" sz="2200" dirty="0"/>
          </a:p>
          <a:p>
            <a:r>
              <a:rPr lang="en-AU" sz="2200" dirty="0"/>
              <a:t>3) 679 mm  to  m</a:t>
            </a:r>
          </a:p>
          <a:p>
            <a:r>
              <a:rPr lang="en-AU" sz="2200" dirty="0">
                <a:solidFill>
                  <a:srgbClr val="FF0000"/>
                </a:solidFill>
              </a:rPr>
              <a:t>÷ 10 	÷ 100 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0.679 mm</a:t>
            </a:r>
          </a:p>
          <a:p>
            <a:endParaRPr lang="en-AU" sz="2200" dirty="0"/>
          </a:p>
          <a:p>
            <a:r>
              <a:rPr lang="en-AU" sz="2200" dirty="0"/>
              <a:t>4) 15.8 cm  to  mm</a:t>
            </a:r>
          </a:p>
          <a:p>
            <a:r>
              <a:rPr lang="en-AU" sz="2200" dirty="0">
                <a:solidFill>
                  <a:srgbClr val="FF0000"/>
                </a:solidFill>
              </a:rPr>
              <a:t>x 10</a:t>
            </a:r>
          </a:p>
          <a:p>
            <a:r>
              <a:rPr lang="en-AU" sz="2200" dirty="0">
                <a:solidFill>
                  <a:srgbClr val="FF0000"/>
                </a:solidFill>
              </a:rPr>
              <a:t>= 158 mm</a:t>
            </a:r>
          </a:p>
        </p:txBody>
      </p:sp>
    </p:spTree>
    <p:extLst>
      <p:ext uri="{BB962C8B-B14F-4D97-AF65-F5344CB8AC3E}">
        <p14:creationId xmlns:p14="http://schemas.microsoft.com/office/powerpoint/2010/main" val="264265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triangles?</a:t>
            </a:r>
          </a:p>
        </p:txBody>
      </p:sp>
    </p:spTree>
    <p:extLst>
      <p:ext uri="{BB962C8B-B14F-4D97-AF65-F5344CB8AC3E}">
        <p14:creationId xmlns:p14="http://schemas.microsoft.com/office/powerpoint/2010/main" val="277695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D2D86F-C19B-48B8-8EB4-D1C16B72AA53}"/>
              </a:ext>
            </a:extLst>
          </p:cNvPr>
          <p:cNvSpPr txBox="1"/>
          <p:nvPr/>
        </p:nvSpPr>
        <p:spPr>
          <a:xfrm>
            <a:off x="636494" y="376518"/>
            <a:ext cx="9941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area?</a:t>
            </a:r>
          </a:p>
          <a:p>
            <a:r>
              <a:rPr lang="en-AU" dirty="0"/>
              <a:t>	on your LHS write down what you believe area to mean.  Be prepared to share.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29224-8AB6-44EA-92EF-340CB050D407}"/>
              </a:ext>
            </a:extLst>
          </p:cNvPr>
          <p:cNvSpPr/>
          <p:nvPr/>
        </p:nvSpPr>
        <p:spPr>
          <a:xfrm>
            <a:off x="1129551" y="2387938"/>
            <a:ext cx="6480000" cy="32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40E2D-2580-49AB-8230-EAD904503808}"/>
              </a:ext>
            </a:extLst>
          </p:cNvPr>
          <p:cNvSpPr txBox="1"/>
          <p:nvPr/>
        </p:nvSpPr>
        <p:spPr>
          <a:xfrm>
            <a:off x="222524" y="1127341"/>
            <a:ext cx="111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have a piece of cardboard that is 6m long and 3m wide.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EAA96A-4008-48AC-87E3-95597422E581}"/>
              </a:ext>
            </a:extLst>
          </p:cNvPr>
          <p:cNvCxnSpPr/>
          <p:nvPr/>
        </p:nvCxnSpPr>
        <p:spPr>
          <a:xfrm>
            <a:off x="2144955" y="2387938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C32A6A-FE49-40E3-9D12-09C60B80C2BB}"/>
              </a:ext>
            </a:extLst>
          </p:cNvPr>
          <p:cNvCxnSpPr/>
          <p:nvPr/>
        </p:nvCxnSpPr>
        <p:spPr>
          <a:xfrm>
            <a:off x="3226398" y="2387938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E9DB16-23EC-40F4-AD74-4BA4997CCDAA}"/>
              </a:ext>
            </a:extLst>
          </p:cNvPr>
          <p:cNvCxnSpPr/>
          <p:nvPr/>
        </p:nvCxnSpPr>
        <p:spPr>
          <a:xfrm>
            <a:off x="4323529" y="2387938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031BD6-7866-447B-B5E2-C927B66C3666}"/>
              </a:ext>
            </a:extLst>
          </p:cNvPr>
          <p:cNvCxnSpPr/>
          <p:nvPr/>
        </p:nvCxnSpPr>
        <p:spPr>
          <a:xfrm>
            <a:off x="5420660" y="2387938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D67D37-C3FC-460B-B403-CC9E76402FC4}"/>
              </a:ext>
            </a:extLst>
          </p:cNvPr>
          <p:cNvCxnSpPr/>
          <p:nvPr/>
        </p:nvCxnSpPr>
        <p:spPr>
          <a:xfrm>
            <a:off x="6533479" y="2387938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D5DB1-1326-4650-832D-1C40E4639D8E}"/>
              </a:ext>
            </a:extLst>
          </p:cNvPr>
          <p:cNvSpPr/>
          <p:nvPr/>
        </p:nvSpPr>
        <p:spPr>
          <a:xfrm>
            <a:off x="222524" y="1412827"/>
            <a:ext cx="11016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You draw lines that are 1m apart along the 6m side to make the shape into 6 columns that are 1 m wide.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F58BDE-668B-4A0A-94F5-7D95717E6563}"/>
              </a:ext>
            </a:extLst>
          </p:cNvPr>
          <p:cNvSpPr/>
          <p:nvPr/>
        </p:nvSpPr>
        <p:spPr>
          <a:xfrm>
            <a:off x="222524" y="1701306"/>
            <a:ext cx="7915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Now draw lines 1m apart on the 3m side to make 3 rows that are 1m wide.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6F3E1D-2D97-4842-9A89-0EA939A7E28A}"/>
              </a:ext>
            </a:extLst>
          </p:cNvPr>
          <p:cNvCxnSpPr>
            <a:cxnSpLocks/>
          </p:cNvCxnSpPr>
          <p:nvPr/>
        </p:nvCxnSpPr>
        <p:spPr>
          <a:xfrm>
            <a:off x="1148223" y="3441771"/>
            <a:ext cx="64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CE125B-FDEA-4875-9615-EDC8093A5649}"/>
              </a:ext>
            </a:extLst>
          </p:cNvPr>
          <p:cNvCxnSpPr>
            <a:cxnSpLocks/>
          </p:cNvCxnSpPr>
          <p:nvPr/>
        </p:nvCxnSpPr>
        <p:spPr>
          <a:xfrm>
            <a:off x="1129551" y="4483171"/>
            <a:ext cx="64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584C7-FB9F-4EEC-9B1A-BA14EDE979AF}"/>
              </a:ext>
            </a:extLst>
          </p:cNvPr>
          <p:cNvSpPr/>
          <p:nvPr/>
        </p:nvSpPr>
        <p:spPr>
          <a:xfrm>
            <a:off x="943517" y="5912847"/>
            <a:ext cx="106051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You can see that there are 18 of these 1mx1m squares.  Area is all about working out how many 1x1 squares can fit inside a shape.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E7E8AA-BBDF-4ADB-973A-817BA0F6EC07}"/>
              </a:ext>
            </a:extLst>
          </p:cNvPr>
          <p:cNvSpPr txBox="1"/>
          <p:nvPr/>
        </p:nvSpPr>
        <p:spPr>
          <a:xfrm>
            <a:off x="8458200" y="2992057"/>
            <a:ext cx="2925382" cy="14773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Because we are measuring how many squares are in a shape, the units are square units (</a:t>
            </a:r>
            <a:r>
              <a:rPr lang="en-AU" dirty="0" err="1"/>
              <a:t>eg</a:t>
            </a:r>
            <a:r>
              <a:rPr lang="en-AU" dirty="0"/>
              <a:t> cm</a:t>
            </a:r>
            <a:r>
              <a:rPr lang="en-AU" baseline="30000" dirty="0"/>
              <a:t>2</a:t>
            </a:r>
            <a:r>
              <a:rPr lang="en-AU" dirty="0"/>
              <a:t>, m</a:t>
            </a:r>
            <a:r>
              <a:rPr lang="en-AU" baseline="30000" dirty="0"/>
              <a:t>2</a:t>
            </a:r>
            <a:r>
              <a:rPr lang="en-AU" dirty="0"/>
              <a:t>, mm</a:t>
            </a:r>
            <a:r>
              <a:rPr lang="en-AU" baseline="30000" dirty="0"/>
              <a:t>2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531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4" grpId="0"/>
      <p:bldP spid="15" grpId="0"/>
      <p:bldP spid="20" grpId="0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F329C2-17D9-4FDF-91F6-A70D2CFD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2" y="685799"/>
            <a:ext cx="3505900" cy="28510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9AEC4-9E28-4464-9376-332CF415AB02}"/>
              </a:ext>
            </a:extLst>
          </p:cNvPr>
          <p:cNvSpPr txBox="1"/>
          <p:nvPr/>
        </p:nvSpPr>
        <p:spPr>
          <a:xfrm>
            <a:off x="825500" y="114300"/>
            <a:ext cx="1054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following shapes have all been divided up already, count the area in each on your LHS.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18581-7373-4F57-9098-45504C8E3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212" y="685800"/>
            <a:ext cx="324612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0ED2EE-C472-4D7A-B101-AC543E7D77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746" r="-1927"/>
          <a:stretch/>
        </p:blipFill>
        <p:spPr>
          <a:xfrm>
            <a:off x="7899248" y="685800"/>
            <a:ext cx="1925955" cy="5245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C84C1B-1C6C-48D1-80EC-EEB5A5115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498" y="3572950"/>
            <a:ext cx="4125244" cy="2200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88F499-9AA5-4FA0-B896-C92715B9B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334" y="3631169"/>
            <a:ext cx="3708253" cy="21052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58829-365F-41C9-A8D4-B28850A814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3882" y="2057400"/>
            <a:ext cx="2057905" cy="31003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DCBD2C-E0C9-40C8-BFD3-6430302B7E21}"/>
              </a:ext>
            </a:extLst>
          </p:cNvPr>
          <p:cNvSpPr txBox="1"/>
          <p:nvPr/>
        </p:nvSpPr>
        <p:spPr>
          <a:xfrm>
            <a:off x="1491792" y="1599168"/>
            <a:ext cx="12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9C5CF7-934B-48B4-B3CD-0AD778784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533" y="685800"/>
            <a:ext cx="3379101" cy="28555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205517-CA7A-4DE9-80D9-9A292D69427E}"/>
              </a:ext>
            </a:extLst>
          </p:cNvPr>
          <p:cNvSpPr txBox="1"/>
          <p:nvPr/>
        </p:nvSpPr>
        <p:spPr>
          <a:xfrm>
            <a:off x="5432674" y="1617820"/>
            <a:ext cx="12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492A2B-EB9B-46D2-BCB1-76AD9D1D8C84}"/>
              </a:ext>
            </a:extLst>
          </p:cNvPr>
          <p:cNvSpPr txBox="1"/>
          <p:nvPr/>
        </p:nvSpPr>
        <p:spPr>
          <a:xfrm>
            <a:off x="10629644" y="3572949"/>
            <a:ext cx="12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37057F-419B-43E1-A8EC-FFDA3D95528D}"/>
              </a:ext>
            </a:extLst>
          </p:cNvPr>
          <p:cNvSpPr txBox="1"/>
          <p:nvPr/>
        </p:nvSpPr>
        <p:spPr>
          <a:xfrm>
            <a:off x="1808080" y="4613551"/>
            <a:ext cx="12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CD7DC-812B-457D-A423-C820E221225D}"/>
              </a:ext>
            </a:extLst>
          </p:cNvPr>
          <p:cNvSpPr txBox="1"/>
          <p:nvPr/>
        </p:nvSpPr>
        <p:spPr>
          <a:xfrm>
            <a:off x="8540665" y="3276083"/>
            <a:ext cx="12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0F665-FC60-401F-A404-3263EA9CDF7B}"/>
              </a:ext>
            </a:extLst>
          </p:cNvPr>
          <p:cNvSpPr txBox="1"/>
          <p:nvPr/>
        </p:nvSpPr>
        <p:spPr>
          <a:xfrm>
            <a:off x="5644230" y="4715666"/>
            <a:ext cx="12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FE6E0D-6168-4FF7-8C49-7A9E140A3A84}"/>
              </a:ext>
            </a:extLst>
          </p:cNvPr>
          <p:cNvSpPr txBox="1"/>
          <p:nvPr/>
        </p:nvSpPr>
        <p:spPr>
          <a:xfrm>
            <a:off x="3270165" y="6038738"/>
            <a:ext cx="1054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you see a quicker way than counting the squares?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588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squares?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754672" y="161602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rectangles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15D1E-53BD-4891-B54C-367082C4487B}"/>
              </a:ext>
            </a:extLst>
          </p:cNvPr>
          <p:cNvSpPr txBox="1"/>
          <p:nvPr/>
        </p:nvSpPr>
        <p:spPr>
          <a:xfrm>
            <a:off x="2648932" y="1616020"/>
            <a:ext cx="818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Area = Length x Width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D8F13-DC64-40D0-BA9E-C963E09A1A0C}"/>
              </a:ext>
            </a:extLst>
          </p:cNvPr>
          <p:cNvSpPr/>
          <p:nvPr/>
        </p:nvSpPr>
        <p:spPr>
          <a:xfrm>
            <a:off x="2799430" y="2441542"/>
            <a:ext cx="3930977" cy="173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4345757" y="429371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6807723" y="298661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width</a:t>
            </a:r>
          </a:p>
        </p:txBody>
      </p:sp>
    </p:spTree>
    <p:extLst>
      <p:ext uri="{BB962C8B-B14F-4D97-AF65-F5344CB8AC3E}">
        <p14:creationId xmlns:p14="http://schemas.microsoft.com/office/powerpoint/2010/main" val="272300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81FB38-7A82-486D-872C-7B2F50AE664C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0D263-48FF-4EF2-8B9A-DD8D51AA1CBD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C9CE24-3EC0-400C-9606-1F69DD402696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75156B-232A-4C18-A70D-9A118E3BB47E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DB2A38-402F-425E-ADA8-80CC4BE76282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3A6B5-D827-435A-A59B-3FAFE65AB951}"/>
              </a:ext>
            </a:extLst>
          </p:cNvPr>
          <p:cNvSpPr txBox="1"/>
          <p:nvPr/>
        </p:nvSpPr>
        <p:spPr>
          <a:xfrm>
            <a:off x="1498262" y="192822"/>
            <a:ext cx="944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C9351-4374-4B77-8989-80A21939EA0D}"/>
              </a:ext>
            </a:extLst>
          </p:cNvPr>
          <p:cNvSpPr txBox="1"/>
          <p:nvPr/>
        </p:nvSpPr>
        <p:spPr>
          <a:xfrm>
            <a:off x="1126057" y="769263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rectangles and triangles?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FCEC8-67B2-49BF-9F49-A7C8F5D42F53}"/>
              </a:ext>
            </a:extLst>
          </p:cNvPr>
          <p:cNvSpPr txBox="1"/>
          <p:nvPr/>
        </p:nvSpPr>
        <p:spPr>
          <a:xfrm>
            <a:off x="754672" y="161602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rectangles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15D1E-53BD-4891-B54C-367082C4487B}"/>
              </a:ext>
            </a:extLst>
          </p:cNvPr>
          <p:cNvSpPr txBox="1"/>
          <p:nvPr/>
        </p:nvSpPr>
        <p:spPr>
          <a:xfrm>
            <a:off x="2665020" y="1284230"/>
            <a:ext cx="818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Area = Length x Width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D8F13-DC64-40D0-BA9E-C963E09A1A0C}"/>
              </a:ext>
            </a:extLst>
          </p:cNvPr>
          <p:cNvSpPr/>
          <p:nvPr/>
        </p:nvSpPr>
        <p:spPr>
          <a:xfrm>
            <a:off x="2815517" y="1849389"/>
            <a:ext cx="3930977" cy="173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6D6BB-6323-4A1B-9DEB-6B64E2EFA383}"/>
              </a:ext>
            </a:extLst>
          </p:cNvPr>
          <p:cNvSpPr txBox="1"/>
          <p:nvPr/>
        </p:nvSpPr>
        <p:spPr>
          <a:xfrm>
            <a:off x="4262639" y="3583921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11cm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627C-2730-4825-98EB-838399F39344}"/>
              </a:ext>
            </a:extLst>
          </p:cNvPr>
          <p:cNvSpPr txBox="1"/>
          <p:nvPr/>
        </p:nvSpPr>
        <p:spPr>
          <a:xfrm>
            <a:off x="6823811" y="2654820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53811-8CBE-40DB-AB73-11BB74E706E7}"/>
              </a:ext>
            </a:extLst>
          </p:cNvPr>
          <p:cNvSpPr txBox="1"/>
          <p:nvPr/>
        </p:nvSpPr>
        <p:spPr>
          <a:xfrm>
            <a:off x="8464106" y="1277925"/>
            <a:ext cx="28003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 = L x W</a:t>
            </a:r>
          </a:p>
          <a:p>
            <a:endParaRPr lang="en-AU" sz="3200" dirty="0"/>
          </a:p>
          <a:p>
            <a:r>
              <a:rPr lang="en-AU" sz="3200" dirty="0"/>
              <a:t>A = 11 x 8</a:t>
            </a:r>
          </a:p>
          <a:p>
            <a:endParaRPr lang="en-AU" sz="3200" dirty="0"/>
          </a:p>
          <a:p>
            <a:r>
              <a:rPr lang="en-AU" sz="3200" dirty="0"/>
              <a:t>A = 88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86298A-CA5B-4C1C-A6A1-2D697E9E717C}"/>
                  </a:ext>
                </a:extLst>
              </p:cNvPr>
              <p:cNvSpPr txBox="1"/>
              <p:nvPr/>
            </p:nvSpPr>
            <p:spPr>
              <a:xfrm>
                <a:off x="9616631" y="3296842"/>
                <a:ext cx="8497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86298A-CA5B-4C1C-A6A1-2D697E9E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6631" y="3296842"/>
                <a:ext cx="84974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84B3060-1F00-4609-BFD5-EA2407529BE3}"/>
              </a:ext>
            </a:extLst>
          </p:cNvPr>
          <p:cNvSpPr txBox="1"/>
          <p:nvPr/>
        </p:nvSpPr>
        <p:spPr>
          <a:xfrm>
            <a:off x="608327" y="4237010"/>
            <a:ext cx="1753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Squares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E5B2DC-E1E1-4BBC-BC68-E0C1340AB9BF}"/>
              </a:ext>
            </a:extLst>
          </p:cNvPr>
          <p:cNvSpPr txBox="1"/>
          <p:nvPr/>
        </p:nvSpPr>
        <p:spPr>
          <a:xfrm>
            <a:off x="2442816" y="3960547"/>
            <a:ext cx="818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square is a rectangle where both length and width are the same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0EC742-033A-4DC8-9868-15550995959F}"/>
              </a:ext>
            </a:extLst>
          </p:cNvPr>
          <p:cNvSpPr/>
          <p:nvPr/>
        </p:nvSpPr>
        <p:spPr>
          <a:xfrm>
            <a:off x="3618114" y="4717606"/>
            <a:ext cx="1908000" cy="18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C2E06-AA0C-4846-8EE3-9C9E6904A2CE}"/>
              </a:ext>
            </a:extLst>
          </p:cNvPr>
          <p:cNvSpPr txBox="1"/>
          <p:nvPr/>
        </p:nvSpPr>
        <p:spPr>
          <a:xfrm>
            <a:off x="5628939" y="5266274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B8D6C-1016-4E5F-82A9-8520B9869953}"/>
              </a:ext>
            </a:extLst>
          </p:cNvPr>
          <p:cNvSpPr txBox="1"/>
          <p:nvPr/>
        </p:nvSpPr>
        <p:spPr>
          <a:xfrm>
            <a:off x="4150206" y="6184274"/>
            <a:ext cx="207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CD6CED-DCBA-4B14-A9D9-559C6754FEAC}"/>
              </a:ext>
            </a:extLst>
          </p:cNvPr>
          <p:cNvSpPr txBox="1"/>
          <p:nvPr/>
        </p:nvSpPr>
        <p:spPr>
          <a:xfrm>
            <a:off x="7904054" y="4344725"/>
            <a:ext cx="28003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 = L x L</a:t>
            </a:r>
          </a:p>
          <a:p>
            <a:endParaRPr lang="en-AU" sz="3200" dirty="0"/>
          </a:p>
          <a:p>
            <a:r>
              <a:rPr lang="en-AU" sz="3200" dirty="0"/>
              <a:t>A = 6 x 6</a:t>
            </a:r>
          </a:p>
          <a:p>
            <a:endParaRPr lang="en-AU" sz="3200" dirty="0"/>
          </a:p>
          <a:p>
            <a:r>
              <a:rPr lang="en-AU" sz="3200" dirty="0"/>
              <a:t>A </a:t>
            </a:r>
            <a:r>
              <a:rPr lang="en-AU" sz="3200"/>
              <a:t>= 36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44F996-B958-4DFE-90FD-68D62CBD80F9}"/>
                  </a:ext>
                </a:extLst>
              </p:cNvPr>
              <p:cNvSpPr txBox="1"/>
              <p:nvPr/>
            </p:nvSpPr>
            <p:spPr>
              <a:xfrm>
                <a:off x="9014534" y="6345535"/>
                <a:ext cx="8497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44F996-B958-4DFE-90FD-68D62CBD8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534" y="6345535"/>
                <a:ext cx="84974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57B1728-1E2D-4ABB-A832-3C68AD975079}"/>
              </a:ext>
            </a:extLst>
          </p:cNvPr>
          <p:cNvSpPr txBox="1"/>
          <p:nvPr/>
        </p:nvSpPr>
        <p:spPr>
          <a:xfrm>
            <a:off x="2665020" y="4156620"/>
            <a:ext cx="818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Area = Length x Length</a:t>
            </a:r>
          </a:p>
        </p:txBody>
      </p:sp>
    </p:spTree>
    <p:extLst>
      <p:ext uri="{BB962C8B-B14F-4D97-AF65-F5344CB8AC3E}">
        <p14:creationId xmlns:p14="http://schemas.microsoft.com/office/powerpoint/2010/main" val="373916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9" grpId="0"/>
      <p:bldP spid="20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ABC79-4FEF-4100-BE4A-B6B99CE6F668}"/>
              </a:ext>
            </a:extLst>
          </p:cNvPr>
          <p:cNvSpPr txBox="1"/>
          <p:nvPr/>
        </p:nvSpPr>
        <p:spPr>
          <a:xfrm>
            <a:off x="568324" y="248334"/>
            <a:ext cx="11201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try a few… Draw the diagram and show working out on your LHS for each of these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D4805A-B3F5-4676-9B9B-767E1578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681037"/>
            <a:ext cx="10725150" cy="2295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A07C38-970B-4BA9-BEE7-D87C3AC7B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2976562"/>
            <a:ext cx="11201400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BF871-F153-4CD3-894C-0B33C3987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25" y="3348037"/>
            <a:ext cx="11020425" cy="2333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65933D-6D82-41CB-AF2D-0926E2218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87" y="5729287"/>
            <a:ext cx="113157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0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601</TotalTime>
  <Words>352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Calibri Light</vt:lpstr>
      <vt:lpstr>Cambria Math</vt:lpstr>
      <vt:lpstr>Rockwell</vt:lpstr>
      <vt:lpstr>Wingdings</vt:lpstr>
      <vt:lpstr>Atlas</vt:lpstr>
      <vt:lpstr>PowerPoint Presentation</vt:lpstr>
      <vt:lpstr>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James WILSON</cp:lastModifiedBy>
  <cp:revision>31</cp:revision>
  <dcterms:created xsi:type="dcterms:W3CDTF">2018-02-28T07:24:22Z</dcterms:created>
  <dcterms:modified xsi:type="dcterms:W3CDTF">2019-04-08T07:40:00Z</dcterms:modified>
</cp:coreProperties>
</file>