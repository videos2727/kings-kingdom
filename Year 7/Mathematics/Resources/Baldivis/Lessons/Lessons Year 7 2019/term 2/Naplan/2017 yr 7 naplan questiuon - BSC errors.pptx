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10120-D868-4F31-AAFA-C11E003DA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8F958-B8DE-4CAB-AE74-1E24F045A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C3053-D648-4485-981E-F8F953724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7BC77-6106-4806-81BB-323BD15CE000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1006D-C9FF-482C-B5C1-503345568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E5EAE-3C19-4FC6-88FA-532D4893E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BDF11-BC9C-490A-A31B-739E254764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17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7C700-B169-493D-91D6-ECCECED8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017EC-55B0-4AEA-A2AE-6385FFF9A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CFFF2-0819-4A49-8C77-2950D075D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7BC77-6106-4806-81BB-323BD15CE000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E1E01-E2E3-408D-B8C5-7D281B7A5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E8849-3AD0-4C3A-938E-6B1EA6BBD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BDF11-BC9C-490A-A31B-739E254764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830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8ADE-FD40-4D44-AF0C-6BBC4E007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4DDE8-6018-4A72-B176-26CCA1D32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0E7D3-DA98-41D6-9837-3412C34CE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7BC77-6106-4806-81BB-323BD15CE000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7B6EE-C09C-4EC2-8C68-1F636435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B8FCA-085D-43FF-A40D-C624B9FA2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BDF11-BC9C-490A-A31B-739E254764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2707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85DAE-917C-42A8-8DCC-412213632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B88D9-EFE2-4276-9E7B-6E00479F6B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FF435-D0A6-42C0-A49F-4E2277F94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A716E3-98C5-4822-BEB3-9A50044FC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7BC77-6106-4806-81BB-323BD15CE000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02587-0FDC-412D-868E-98A2DEA9B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E8B2D-E1BF-4773-ABA8-C764A81D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BDF11-BC9C-490A-A31B-739E254764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2552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495E5-FDB0-4304-983B-ECD078208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C4127-ECE0-4318-8D3A-24BDBB0E5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FF3A3-96DB-4D7E-9F83-F0871EC7F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E44D24-C54A-4AB1-A68E-97F1B4681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4E6448-ED64-4009-A146-224B36C45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9EE79B-8286-447D-8FBD-DC99FF7F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7BC77-6106-4806-81BB-323BD15CE000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AF128-FFDA-4BDB-B95E-70B48F6B8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5A0FDC-EE94-4C96-BC03-450656EA3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BDF11-BC9C-490A-A31B-739E254764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944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01CC3-FD3F-4918-BFD4-BD4467479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D423E3-7C70-4C01-950F-29F1E1C88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7BC77-6106-4806-81BB-323BD15CE000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EBD13E-3A5D-4FB1-8CF6-9864FA01F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3A532-2369-450E-B7B5-35621FA7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BDF11-BC9C-490A-A31B-739E254764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783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A05B50-784B-4864-BD0A-02B0D9101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7BC77-6106-4806-81BB-323BD15CE000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7E7A21-681C-4AE1-B14F-74B045E03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FAD54-A8D6-4B2E-91CD-771AE57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BDF11-BC9C-490A-A31B-739E254764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2769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EE3E1-E008-4441-8C20-1E020412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08A4F-84CF-4461-8F29-598B79EA0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5219CA-B92D-44CD-9213-EB2869283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0CECF-785E-4C81-A5BB-8B9A5748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7BC77-6106-4806-81BB-323BD15CE000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FAE1D-CAEC-4D92-8063-A58EBAD52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FDEDF-B4E6-4C2B-A34E-070ADDD90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BDF11-BC9C-490A-A31B-739E254764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1837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48065-E2E2-4D46-BBB1-5CBACFA13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65421A-6F0E-467B-AA29-B22438F346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5251F-86FF-4B5D-B23F-B7BA35761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799AD-1269-4AB5-B2D0-54FF7A98D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7BC77-6106-4806-81BB-323BD15CE000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51F9E-7BE4-4AA0-825B-EA32A4FA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687BD-4D77-46E3-80A5-35D30448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BDF11-BC9C-490A-A31B-739E254764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019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9021-1D87-465D-A6FB-DC6B202E8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19F3B-9C85-4AD2-AEB5-6300507F8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314ED-463F-4ED5-A953-8313C66D1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7BC77-6106-4806-81BB-323BD15CE000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9F1D6-F248-4B17-A2A3-6F5519FE9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1E5B7-4A0A-459D-9E0B-CCE69B6A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BDF11-BC9C-490A-A31B-739E254764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3287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D515EB-4BCD-461D-8A92-32A479E058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82926-07C6-49A2-8641-78F9FDF82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0877B-4F9D-458E-BE4C-47D4C31C1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7BC77-6106-4806-81BB-323BD15CE000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32D4C-A47F-435F-89D3-C7D30FAD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95C5C-D67E-4225-BBE5-36104AC75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BDF11-BC9C-490A-A31B-739E254764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230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1F786-BA52-4560-88B1-8DE888881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93A6D-0552-4CF2-B242-BB799372A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20ABB-FC55-4A9F-BA9F-89517DB01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7BC77-6106-4806-81BB-323BD15CE000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CE28B-88C9-4307-9D89-17F2DF7643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C4EB0-7ED4-482B-80C0-9F01ACB02C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BDF11-BC9C-490A-A31B-739E254764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4053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06267-3406-4322-8AB1-ED42CE7B0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2017 </a:t>
            </a:r>
            <a:r>
              <a:rPr lang="en-AU" dirty="0" err="1"/>
              <a:t>yr</a:t>
            </a:r>
            <a:r>
              <a:rPr lang="en-AU" dirty="0"/>
              <a:t> 7 </a:t>
            </a:r>
            <a:r>
              <a:rPr lang="en-AU" dirty="0" err="1"/>
              <a:t>Naplan</a:t>
            </a:r>
            <a:r>
              <a:rPr lang="en-AU" dirty="0"/>
              <a:t>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7470D-B601-406A-B156-311360C14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The following questions are ones that our BSC 2017 </a:t>
            </a:r>
            <a:r>
              <a:rPr lang="en-AU" dirty="0" err="1"/>
              <a:t>yr</a:t>
            </a:r>
            <a:r>
              <a:rPr lang="en-AU" dirty="0"/>
              <a:t> 7 cohort had the greatest problems with compared to the national average according to the CNAP data. 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Use them as you see fit (crumple and shoot, starter questions, quiz night style game).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8908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8B8A08-ABC2-4AB5-8BE6-7DC07633A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64" y="116521"/>
            <a:ext cx="8653262" cy="66249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DA1B94-D607-42FD-A42A-9A75D8E24725}"/>
              </a:ext>
            </a:extLst>
          </p:cNvPr>
          <p:cNvSpPr txBox="1"/>
          <p:nvPr/>
        </p:nvSpPr>
        <p:spPr>
          <a:xfrm>
            <a:off x="4359965" y="5274365"/>
            <a:ext cx="5274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Answer =  f (south-west)</a:t>
            </a:r>
          </a:p>
        </p:txBody>
      </p:sp>
    </p:spTree>
    <p:extLst>
      <p:ext uri="{BB962C8B-B14F-4D97-AF65-F5344CB8AC3E}">
        <p14:creationId xmlns:p14="http://schemas.microsoft.com/office/powerpoint/2010/main" val="155475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B70F38-C344-4D2D-960B-BDF47A6CB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34727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DA1B94-D607-42FD-A42A-9A75D8E24725}"/>
              </a:ext>
            </a:extLst>
          </p:cNvPr>
          <p:cNvSpPr txBox="1"/>
          <p:nvPr/>
        </p:nvSpPr>
        <p:spPr>
          <a:xfrm>
            <a:off x="7381461" y="5115339"/>
            <a:ext cx="5274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Answer =  b </a:t>
            </a:r>
          </a:p>
        </p:txBody>
      </p:sp>
    </p:spTree>
    <p:extLst>
      <p:ext uri="{BB962C8B-B14F-4D97-AF65-F5344CB8AC3E}">
        <p14:creationId xmlns:p14="http://schemas.microsoft.com/office/powerpoint/2010/main" val="101754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DA1B94-D607-42FD-A42A-9A75D8E24725}"/>
              </a:ext>
            </a:extLst>
          </p:cNvPr>
          <p:cNvSpPr txBox="1"/>
          <p:nvPr/>
        </p:nvSpPr>
        <p:spPr>
          <a:xfrm>
            <a:off x="6917635" y="6226686"/>
            <a:ext cx="5274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Answer =  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7C6640-B5F8-4339-86FA-77EE4E98D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57" y="50969"/>
            <a:ext cx="11080909" cy="617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8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DA1B94-D607-42FD-A42A-9A75D8E24725}"/>
              </a:ext>
            </a:extLst>
          </p:cNvPr>
          <p:cNvSpPr txBox="1"/>
          <p:nvPr/>
        </p:nvSpPr>
        <p:spPr>
          <a:xfrm>
            <a:off x="4455789" y="5495167"/>
            <a:ext cx="5274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Answer =  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0CFC1F-0F88-4ABA-BC49-5639DDF51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1" y="465070"/>
            <a:ext cx="12614069" cy="443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4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9C61F0-58C2-4C13-A3D1-D7F7B34D5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53" y="267286"/>
            <a:ext cx="8374139" cy="50682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C19768-6F56-4520-89E5-9900E9ED38CB}"/>
              </a:ext>
            </a:extLst>
          </p:cNvPr>
          <p:cNvSpPr/>
          <p:nvPr/>
        </p:nvSpPr>
        <p:spPr>
          <a:xfrm>
            <a:off x="2278927" y="5682733"/>
            <a:ext cx="82251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i="0" u="none" strike="noStrike" dirty="0">
                <a:solidFill>
                  <a:srgbClr val="333333"/>
                </a:solidFill>
                <a:effectLst/>
                <a:latin typeface="&amp;quot"/>
              </a:rPr>
              <a:t>Answer: 8, 22 OR 34  (note that the 34 assumes all rectangular tiles are also squares,</a:t>
            </a:r>
          </a:p>
          <a:p>
            <a:r>
              <a:rPr lang="en-AU" b="1" i="0" u="none" strike="noStrike" dirty="0">
                <a:solidFill>
                  <a:srgbClr val="333333"/>
                </a:solidFill>
                <a:effectLst/>
                <a:latin typeface="&amp;quot"/>
              </a:rPr>
              <a:t> 22 is if only counting square tiles)</a:t>
            </a:r>
            <a:r>
              <a:rPr lang="en-AU" b="0" i="0" u="none" strike="noStrike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8329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C19768-6F56-4520-89E5-9900E9ED38CB}"/>
              </a:ext>
            </a:extLst>
          </p:cNvPr>
          <p:cNvSpPr/>
          <p:nvPr/>
        </p:nvSpPr>
        <p:spPr>
          <a:xfrm>
            <a:off x="4522453" y="3364145"/>
            <a:ext cx="14583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i="0" u="none" strike="noStrike" dirty="0">
                <a:solidFill>
                  <a:srgbClr val="333333"/>
                </a:solidFill>
                <a:effectLst/>
                <a:latin typeface="&amp;quot"/>
              </a:rPr>
              <a:t>Answer: 8</a:t>
            </a:r>
            <a:endParaRPr lang="en-AU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03781-7ABC-4761-A601-F2AAC3FC4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73" y="405442"/>
            <a:ext cx="11676324" cy="262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3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C19768-6F56-4520-89E5-9900E9ED38CB}"/>
              </a:ext>
            </a:extLst>
          </p:cNvPr>
          <p:cNvSpPr/>
          <p:nvPr/>
        </p:nvSpPr>
        <p:spPr>
          <a:xfrm>
            <a:off x="4058627" y="5418233"/>
            <a:ext cx="14583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i="0" u="none" strike="noStrike" dirty="0">
                <a:solidFill>
                  <a:srgbClr val="333333"/>
                </a:solidFill>
                <a:effectLst/>
                <a:latin typeface="&amp;quot"/>
              </a:rPr>
              <a:t>Answer: 6</a:t>
            </a: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19CCD0-A61A-4834-844A-0D668124E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16" y="533481"/>
            <a:ext cx="9092011" cy="43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C19768-6F56-4520-89E5-9900E9ED38CB}"/>
                  </a:ext>
                </a:extLst>
              </p:cNvPr>
              <p:cNvSpPr/>
              <p:nvPr/>
            </p:nvSpPr>
            <p:spPr>
              <a:xfrm>
                <a:off x="4058627" y="5418233"/>
                <a:ext cx="1926425" cy="6313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2400" b="1" i="0" u="none" strike="noStrike" dirty="0">
                    <a:solidFill>
                      <a:srgbClr val="333333"/>
                    </a:solidFill>
                    <a:effectLst/>
                    <a:latin typeface="&amp;quot"/>
                  </a:rPr>
                  <a:t>Answer: c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AU" sz="2400" b="1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C19768-6F56-4520-89E5-9900E9ED38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27" y="5418233"/>
                <a:ext cx="1926425" cy="631391"/>
              </a:xfrm>
              <a:prstGeom prst="rect">
                <a:avLst/>
              </a:prstGeom>
              <a:blipFill>
                <a:blip r:embed="rId2"/>
                <a:stretch>
                  <a:fillRect l="-5063" b="-97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8EB059A-797F-4FDA-A008-239441E65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64" y="426853"/>
            <a:ext cx="11365271" cy="300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07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C19768-6F56-4520-89E5-9900E9ED38CB}"/>
              </a:ext>
            </a:extLst>
          </p:cNvPr>
          <p:cNvSpPr/>
          <p:nvPr/>
        </p:nvSpPr>
        <p:spPr>
          <a:xfrm>
            <a:off x="4058627" y="5418233"/>
            <a:ext cx="14006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i="0" u="none" strike="noStrike" dirty="0">
                <a:solidFill>
                  <a:srgbClr val="333333"/>
                </a:solidFill>
                <a:effectLst/>
                <a:latin typeface="&amp;quot"/>
              </a:rPr>
              <a:t>Answer: f</a:t>
            </a: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B9CE8D-2B24-4576-8D54-BA95EC7A0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68" y="302745"/>
            <a:ext cx="11153264" cy="403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0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C19768-6F56-4520-89E5-9900E9ED38CB}"/>
              </a:ext>
            </a:extLst>
          </p:cNvPr>
          <p:cNvSpPr/>
          <p:nvPr/>
        </p:nvSpPr>
        <p:spPr>
          <a:xfrm>
            <a:off x="4058627" y="5418233"/>
            <a:ext cx="1467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i="0" u="none" strike="noStrike" dirty="0">
                <a:solidFill>
                  <a:srgbClr val="333333"/>
                </a:solidFill>
                <a:effectLst/>
                <a:latin typeface="&amp;quot"/>
              </a:rPr>
              <a:t>Answer: d</a:t>
            </a:r>
            <a:endParaRPr lang="en-AU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7309A6-F73E-4CFF-BE6C-9CC8C6B04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68" y="212034"/>
            <a:ext cx="11031764" cy="359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58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1618BC-873B-4061-ACCF-8E36F1E93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04" y="290620"/>
            <a:ext cx="7854630" cy="63384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44D79DA-A232-4138-A864-BDCF12E3E0EB}"/>
              </a:ext>
            </a:extLst>
          </p:cNvPr>
          <p:cNvSpPr/>
          <p:nvPr/>
        </p:nvSpPr>
        <p:spPr>
          <a:xfrm>
            <a:off x="8383368" y="2647986"/>
            <a:ext cx="1282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i="0" u="none" strike="noStrike" dirty="0">
                <a:solidFill>
                  <a:srgbClr val="333333"/>
                </a:solidFill>
                <a:effectLst/>
                <a:latin typeface="Helvetica Neue"/>
              </a:rPr>
              <a:t>Answer: </a:t>
            </a:r>
            <a:r>
              <a:rPr lang="en-AU" b="1" i="0" u="none" strike="noStrike" dirty="0">
                <a:solidFill>
                  <a:srgbClr val="333333"/>
                </a:solidFill>
                <a:effectLst/>
                <a:latin typeface="&amp;quot"/>
              </a:rPr>
              <a:t>b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232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4D79DA-A232-4138-A864-BDCF12E3E0EB}"/>
              </a:ext>
            </a:extLst>
          </p:cNvPr>
          <p:cNvSpPr/>
          <p:nvPr/>
        </p:nvSpPr>
        <p:spPr>
          <a:xfrm>
            <a:off x="2737942" y="3244334"/>
            <a:ext cx="30861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200" b="1" i="0" u="none" strike="noStrike" dirty="0">
                <a:solidFill>
                  <a:srgbClr val="333333"/>
                </a:solidFill>
                <a:effectLst/>
                <a:latin typeface="Helvetica Neue"/>
              </a:rPr>
              <a:t>Answer: $</a:t>
            </a:r>
            <a:r>
              <a:rPr lang="en-AU" sz="3200" b="1" i="0" u="none" strike="noStrike" dirty="0">
                <a:solidFill>
                  <a:srgbClr val="333333"/>
                </a:solidFill>
                <a:effectLst/>
                <a:latin typeface="&amp;quot"/>
              </a:rPr>
              <a:t>10.15</a:t>
            </a:r>
            <a:endParaRPr lang="en-AU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B5C3B2-FC89-4D99-88DF-52D01CED4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63" y="276911"/>
            <a:ext cx="12965660" cy="244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02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D50F54-40BE-4A66-82B4-EB2BEAC94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75" y="422031"/>
            <a:ext cx="13201715" cy="31377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0049849-4EF0-41F6-8E2E-8291B78A220D}"/>
              </a:ext>
            </a:extLst>
          </p:cNvPr>
          <p:cNvSpPr/>
          <p:nvPr/>
        </p:nvSpPr>
        <p:spPr>
          <a:xfrm>
            <a:off x="7548481" y="2966038"/>
            <a:ext cx="21435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200" b="1" i="0" u="none" strike="noStrike" dirty="0">
                <a:solidFill>
                  <a:srgbClr val="333333"/>
                </a:solidFill>
                <a:effectLst/>
                <a:latin typeface="Helvetica Neue"/>
              </a:rPr>
              <a:t>Answer: a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03824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0049849-4EF0-41F6-8E2E-8291B78A220D}"/>
              </a:ext>
            </a:extLst>
          </p:cNvPr>
          <p:cNvSpPr/>
          <p:nvPr/>
        </p:nvSpPr>
        <p:spPr>
          <a:xfrm>
            <a:off x="7548481" y="2966038"/>
            <a:ext cx="16827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dirty="0"/>
              <a:t>Answer: 75</a:t>
            </a:r>
            <a:r>
              <a:rPr lang="en-AU" sz="2400" dirty="0"/>
              <a:t> </a:t>
            </a:r>
            <a:endParaRPr lang="en-AU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5ABAA8-37E4-411B-A666-8BD25800D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" y="586854"/>
            <a:ext cx="12316889" cy="175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1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A7526D-513B-421A-AE60-F93515193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84" y="500728"/>
            <a:ext cx="11504349" cy="35731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E9F439-4D74-47A0-99B6-B446D2C29C7F}"/>
              </a:ext>
            </a:extLst>
          </p:cNvPr>
          <p:cNvSpPr/>
          <p:nvPr/>
        </p:nvSpPr>
        <p:spPr>
          <a:xfrm>
            <a:off x="4398218" y="4516543"/>
            <a:ext cx="23439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i="0" u="none" strike="noStrike" dirty="0">
                <a:solidFill>
                  <a:srgbClr val="333333"/>
                </a:solidFill>
                <a:effectLst/>
                <a:latin typeface="Helvetica Neue"/>
              </a:rPr>
              <a:t>Answer: </a:t>
            </a:r>
            <a:r>
              <a:rPr lang="en-AU" sz="2400" b="1" i="0" u="none" strike="noStrike" dirty="0">
                <a:solidFill>
                  <a:srgbClr val="333333"/>
                </a:solidFill>
                <a:effectLst/>
                <a:latin typeface="&amp;quot"/>
              </a:rPr>
              <a:t>324.50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00557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DE9F439-4D74-47A0-99B6-B446D2C29C7F}"/>
              </a:ext>
            </a:extLst>
          </p:cNvPr>
          <p:cNvSpPr/>
          <p:nvPr/>
        </p:nvSpPr>
        <p:spPr>
          <a:xfrm>
            <a:off x="4398218" y="4516543"/>
            <a:ext cx="16498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i="0" u="none" strike="noStrike" dirty="0">
                <a:solidFill>
                  <a:srgbClr val="333333"/>
                </a:solidFill>
                <a:effectLst/>
                <a:latin typeface="Helvetica Neue"/>
              </a:rPr>
              <a:t>Answer: </a:t>
            </a:r>
            <a:r>
              <a:rPr lang="en-AU" sz="2400" b="1" i="0" u="none" strike="noStrike" dirty="0">
                <a:solidFill>
                  <a:srgbClr val="333333"/>
                </a:solidFill>
                <a:effectLst/>
                <a:latin typeface="&amp;quot"/>
              </a:rPr>
              <a:t>d</a:t>
            </a: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809888-958E-4A12-8749-20831BC78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41" y="323445"/>
            <a:ext cx="12619054" cy="264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2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DE9F439-4D74-47A0-99B6-B446D2C29C7F}"/>
              </a:ext>
            </a:extLst>
          </p:cNvPr>
          <p:cNvSpPr/>
          <p:nvPr/>
        </p:nvSpPr>
        <p:spPr>
          <a:xfrm>
            <a:off x="4446189" y="4980369"/>
            <a:ext cx="16498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i="0" u="none" strike="noStrike" dirty="0">
                <a:solidFill>
                  <a:srgbClr val="333333"/>
                </a:solidFill>
                <a:effectLst/>
                <a:latin typeface="Helvetica Neue"/>
              </a:rPr>
              <a:t>Answer: </a:t>
            </a:r>
            <a:r>
              <a:rPr lang="en-AU" sz="2400" b="1" i="0" u="none" strike="noStrike" dirty="0">
                <a:solidFill>
                  <a:srgbClr val="333333"/>
                </a:solidFill>
                <a:effectLst/>
                <a:latin typeface="&amp;quot"/>
              </a:rPr>
              <a:t>c</a:t>
            </a:r>
            <a:endParaRPr lang="en-AU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3A40E1-3616-4C14-AD34-E86C3DBAE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83" y="215131"/>
            <a:ext cx="11167580" cy="453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5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DE9F439-4D74-47A0-99B6-B446D2C29C7F}"/>
              </a:ext>
            </a:extLst>
          </p:cNvPr>
          <p:cNvSpPr/>
          <p:nvPr/>
        </p:nvSpPr>
        <p:spPr>
          <a:xfrm>
            <a:off x="4446189" y="4980369"/>
            <a:ext cx="19992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i="0" u="none" strike="noStrike" dirty="0">
                <a:solidFill>
                  <a:srgbClr val="333333"/>
                </a:solidFill>
                <a:effectLst/>
                <a:latin typeface="Helvetica Neue"/>
              </a:rPr>
              <a:t>Answer:1.74</a:t>
            </a: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D81271-324A-47C8-BA19-D881034AC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72" y="202711"/>
            <a:ext cx="14844438" cy="276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44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DE9F439-4D74-47A0-99B6-B446D2C29C7F}"/>
              </a:ext>
            </a:extLst>
          </p:cNvPr>
          <p:cNvSpPr/>
          <p:nvPr/>
        </p:nvSpPr>
        <p:spPr>
          <a:xfrm>
            <a:off x="4446189" y="4980369"/>
            <a:ext cx="20858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i="0" u="none" strike="noStrike" dirty="0">
                <a:solidFill>
                  <a:srgbClr val="333333"/>
                </a:solidFill>
                <a:effectLst/>
                <a:latin typeface="Helvetica Neue"/>
              </a:rPr>
              <a:t>Answer:$100</a:t>
            </a:r>
            <a:endParaRPr lang="en-AU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6E955D-35B8-4D1A-82FB-60B7C772A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64" y="291547"/>
            <a:ext cx="14200328" cy="328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8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DE9F439-4D74-47A0-99B6-B446D2C29C7F}"/>
              </a:ext>
            </a:extLst>
          </p:cNvPr>
          <p:cNvSpPr/>
          <p:nvPr/>
        </p:nvSpPr>
        <p:spPr>
          <a:xfrm>
            <a:off x="4524736" y="5576717"/>
            <a:ext cx="1742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i="0" u="none" strike="noStrike" dirty="0">
                <a:solidFill>
                  <a:srgbClr val="333333"/>
                </a:solidFill>
                <a:effectLst/>
                <a:latin typeface="Helvetica Neue"/>
              </a:rPr>
              <a:t>Answer:25</a:t>
            </a:r>
            <a:endParaRPr lang="en-AU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580A79-8A18-4C82-9E42-093EA532B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87" y="227967"/>
            <a:ext cx="13928930" cy="499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6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DE9F439-4D74-47A0-99B6-B446D2C29C7F}"/>
              </a:ext>
            </a:extLst>
          </p:cNvPr>
          <p:cNvSpPr/>
          <p:nvPr/>
        </p:nvSpPr>
        <p:spPr>
          <a:xfrm>
            <a:off x="9136493" y="4437030"/>
            <a:ext cx="15872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i="0" u="none" strike="noStrike" dirty="0" err="1">
                <a:solidFill>
                  <a:srgbClr val="333333"/>
                </a:solidFill>
                <a:effectLst/>
                <a:latin typeface="Helvetica Neue"/>
              </a:rPr>
              <a:t>Answer:d</a:t>
            </a: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48D7EB-305D-4DC2-86B0-0DC72DED2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13" y="104000"/>
            <a:ext cx="7019744" cy="668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2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DE9F439-4D74-47A0-99B6-B446D2C29C7F}"/>
              </a:ext>
            </a:extLst>
          </p:cNvPr>
          <p:cNvSpPr/>
          <p:nvPr/>
        </p:nvSpPr>
        <p:spPr>
          <a:xfrm>
            <a:off x="10037641" y="3615395"/>
            <a:ext cx="15872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i="0" u="none" strike="noStrike" dirty="0" err="1">
                <a:solidFill>
                  <a:srgbClr val="333333"/>
                </a:solidFill>
                <a:effectLst/>
                <a:latin typeface="Helvetica Neue"/>
              </a:rPr>
              <a:t>Answer:d</a:t>
            </a:r>
            <a:endParaRPr lang="en-AU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87E344-1631-4C55-BE4B-4F8715A64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62" y="284026"/>
            <a:ext cx="9405134" cy="602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04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150</Words>
  <Application>Microsoft Office PowerPoint</Application>
  <PresentationFormat>Widescreen</PresentationFormat>
  <Paragraphs>27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&amp;quot</vt:lpstr>
      <vt:lpstr>Arial</vt:lpstr>
      <vt:lpstr>Calibri</vt:lpstr>
      <vt:lpstr>Calibri Light</vt:lpstr>
      <vt:lpstr>Cambria Math</vt:lpstr>
      <vt:lpstr>Helvetica Neue</vt:lpstr>
      <vt:lpstr>Office Theme</vt:lpstr>
      <vt:lpstr>2017 yr 7 Naplan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7</cp:revision>
  <dcterms:created xsi:type="dcterms:W3CDTF">2019-04-28T07:09:22Z</dcterms:created>
  <dcterms:modified xsi:type="dcterms:W3CDTF">2019-04-29T03:24:09Z</dcterms:modified>
</cp:coreProperties>
</file>