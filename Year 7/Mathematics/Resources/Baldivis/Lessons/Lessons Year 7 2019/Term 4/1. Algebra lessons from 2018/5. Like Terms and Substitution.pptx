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1" r:id="rId2"/>
    <p:sldId id="268" r:id="rId3"/>
    <p:sldId id="269" r:id="rId4"/>
    <p:sldId id="267" r:id="rId5"/>
    <p:sldId id="260" r:id="rId6"/>
    <p:sldId id="262" r:id="rId7"/>
    <p:sldId id="263" r:id="rId8"/>
    <p:sldId id="264" r:id="rId9"/>
    <p:sldId id="266" r:id="rId10"/>
    <p:sldId id="265" r:id="rId11"/>
    <p:sldId id="270" r:id="rId12"/>
    <p:sldId id="271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80" d="100"/>
          <a:sy n="80" d="100"/>
        </p:scale>
        <p:origin x="72" y="2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C02EE-42EB-457E-B9EE-AC39C2F447C9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4A626-7569-4543-B61D-2F7C178006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7646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8304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8136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16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1989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5077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1681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14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5474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7589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058F-B59B-4C2E-979D-F44847D64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9A09F9-9507-4372-BE53-49FE3C9AB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DEB15-FD34-4681-A6EC-C483F1E7B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25CA-86C1-404A-B81F-80F38E65A835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A1BC0-9D4E-4042-B9BA-FC8DC4D55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F7F64-FDAC-42E5-B700-B044495F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1B4A-1EB1-4FF2-B821-A224DD847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0237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F6E96-E63D-4A6A-86E6-0201D24A2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40E4B-84C1-42C6-BF44-A7A665952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1DA86-4479-457F-A03B-E4C5A4632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25CA-86C1-404A-B81F-80F38E65A835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63F03-A523-4948-8E2C-A6CD3D26B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3D07C-1AC5-425F-9C86-B976FD3D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1B4A-1EB1-4FF2-B821-A224DD847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5442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8C8D5-9F69-4435-845D-DC534195B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1B60D-9611-40EB-8E21-1312AE03B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1619D-D589-4919-9EFB-FA71DD5FA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25CA-86C1-404A-B81F-80F38E65A835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9E6DD-7AB3-42EB-BB84-66941023B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56698-DEBF-4CBC-A39B-C09636B81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1B4A-1EB1-4FF2-B821-A224DD847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927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AD007-EAB5-42FC-86E0-6ACFA7F91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ECCB0-1427-4491-A07B-7A56F0644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5A1CA6-C334-457B-9AC9-3BCC6B031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E82E6-0A7F-442A-8AC0-3A09411E3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25CA-86C1-404A-B81F-80F38E65A835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22B13-F143-4AAA-9D92-F965157D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0E6CB-BC78-4686-8004-9F5B6226F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1B4A-1EB1-4FF2-B821-A224DD847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3114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B787-D41E-4D0B-A1F4-61CC09135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7B94B-04C6-4873-83EF-196869BC9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4856C-0F8A-47D8-BEB0-E374967EB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6E94B7-24B8-4328-861F-13F0B1751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B85BDD-ABB0-406A-8F9A-7615DE06A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B5B6A5-8542-4CB5-B37C-6FF4B8E67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25CA-86C1-404A-B81F-80F38E65A835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47392D-2FC4-49FE-B33A-9A565820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ACE4E1-8561-4785-B2A5-90AFB02F5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1B4A-1EB1-4FF2-B821-A224DD847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125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FF88F-5281-43C3-A7B9-786DEF546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42949-2C5F-45EE-B99E-CCDC55262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25CA-86C1-404A-B81F-80F38E65A835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77E12-4828-4E9E-AAFC-B4384A660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4F1D6D-4EAF-4DB6-8D9E-F269B0133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1B4A-1EB1-4FF2-B821-A224DD847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1000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B1F7A-CF61-4ADC-8FFB-06DE7B377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25CA-86C1-404A-B81F-80F38E65A835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12E421-C205-4795-BC57-32FE3924E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2F9C7-96C8-4627-AF24-D14A77357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1B4A-1EB1-4FF2-B821-A224DD847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4788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94F8-4584-4FE3-9CEA-567530FBD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671E8-9E90-4AE9-82D0-A4DCF2DFE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58F1B-E2B3-4A43-AC8C-EC653D0D5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AA459-D677-48F2-A848-C870C3311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25CA-86C1-404A-B81F-80F38E65A835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0A33A-53D0-4714-96A9-4DF0DF31E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76F05-A2B6-4601-B377-EE45F07E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1B4A-1EB1-4FF2-B821-A224DD847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2677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DDEC9-FB90-4BEF-B753-76ABE4AB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A1CAEC-5093-4598-ABED-EF2C54459F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44CE4-C3C1-4B05-9C6E-884DF2C68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8CF86-8236-44B0-AF04-FB8CC8FF4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25CA-86C1-404A-B81F-80F38E65A835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5898-8592-4961-87F3-2C216C3F7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0E9AE-4339-48E1-A6DB-9F2FFECA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1B4A-1EB1-4FF2-B821-A224DD847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40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B8F0B-FDC6-46D5-9C3E-D1A5CC1F4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EEF013-914F-462A-AF28-D56B30641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BB12D-20E2-4AD5-B514-396D45531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25CA-86C1-404A-B81F-80F38E65A835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D2A48-7B5A-4220-AE03-80C15CA82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C29B3-0CA4-49C6-843D-53BC6EF3B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1B4A-1EB1-4FF2-B821-A224DD847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2668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1C56EE-81E4-4C4A-9F19-CB59C12FC7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BBEEB4-128D-43EB-8A01-711D94EA6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42ECA-5C9F-484A-9737-442C6B724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F25CA-86C1-404A-B81F-80F38E65A835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551E7-7B55-4163-B92D-1AECAD4FE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BB78C-48B4-4C02-86B4-A8D34FB30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1B4A-1EB1-4FF2-B821-A224DD847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4594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11828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5095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36916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598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9287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A3F57E-61B3-44B1-976F-52AAEE5C6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19124-6539-496C-86CE-5B93EE6B8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FA7E3-A672-4F83-AD64-BF3836ED41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F25CA-86C1-404A-B81F-80F38E65A835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9DB22-449A-4C89-9EE5-B2BA118D78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133FB-5602-46F9-A9A3-657EB8FD8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01B4A-1EB1-4FF2-B821-A224DD847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7177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5" Type="http://schemas.openxmlformats.org/officeDocument/2006/relationships/image" Target="../media/image13.jpe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BDB7BA-B7F8-4287-857B-BF236BCB0A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107"/>
          <a:stretch/>
        </p:blipFill>
        <p:spPr>
          <a:xfrm>
            <a:off x="29743" y="0"/>
            <a:ext cx="6616104" cy="6799319"/>
          </a:xfrm>
          <a:prstGeom prst="rect">
            <a:avLst/>
          </a:prstGeom>
        </p:spPr>
      </p:pic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165" y="40105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Numeracy Ninjas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B15CFA-3AC2-47DD-BA09-F0EE0FA6C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132" y="5696380"/>
            <a:ext cx="1470585" cy="1102939"/>
          </a:xfrm>
          <a:prstGeom prst="rect">
            <a:avLst/>
          </a:prstGeom>
        </p:spPr>
      </p:pic>
      <p:pic>
        <p:nvPicPr>
          <p:cNvPr id="8" name="Picture 7" descr="NN Sticker.jpg">
            <a:extLst>
              <a:ext uri="{FF2B5EF4-FFF2-40B4-BE49-F238E27FC236}">
                <a16:creationId xmlns:a16="http://schemas.microsoft.com/office/drawing/2014/main" id="{5633E906-EB02-41C1-848D-A0635534ADB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4377" y="1373238"/>
            <a:ext cx="3894667" cy="3894667"/>
          </a:xfrm>
          <a:prstGeom prst="rect">
            <a:avLst/>
          </a:prstGeom>
        </p:spPr>
      </p:pic>
      <p:pic>
        <p:nvPicPr>
          <p:cNvPr id="9" name="Picture 8" descr="NN Sticker WHITE.jpg">
            <a:extLst>
              <a:ext uri="{FF2B5EF4-FFF2-40B4-BE49-F238E27FC236}">
                <a16:creationId xmlns:a16="http://schemas.microsoft.com/office/drawing/2014/main" id="{93694846-91BD-474D-989B-80D26A0A43E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5804" y="1339580"/>
            <a:ext cx="891658" cy="891658"/>
          </a:xfrm>
          <a:prstGeom prst="rect">
            <a:avLst/>
          </a:prstGeom>
        </p:spPr>
      </p:pic>
      <p:pic>
        <p:nvPicPr>
          <p:cNvPr id="10" name="Picture 9" descr="NN Sticker YELLOW.jpg">
            <a:extLst>
              <a:ext uri="{FF2B5EF4-FFF2-40B4-BE49-F238E27FC236}">
                <a16:creationId xmlns:a16="http://schemas.microsoft.com/office/drawing/2014/main" id="{87D3AF6C-E034-4F21-A71A-4DD6B55B444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414" y="1324603"/>
            <a:ext cx="891658" cy="891658"/>
          </a:xfrm>
          <a:prstGeom prst="rect">
            <a:avLst/>
          </a:prstGeom>
        </p:spPr>
      </p:pic>
      <p:pic>
        <p:nvPicPr>
          <p:cNvPr id="11" name="Picture 10" descr="NN Sticker ORANGE.jpg">
            <a:extLst>
              <a:ext uri="{FF2B5EF4-FFF2-40B4-BE49-F238E27FC236}">
                <a16:creationId xmlns:a16="http://schemas.microsoft.com/office/drawing/2014/main" id="{EA7F9E29-8D48-43AF-8C38-F4A7E4E81473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223" y="1333134"/>
            <a:ext cx="891658" cy="891658"/>
          </a:xfrm>
          <a:prstGeom prst="rect">
            <a:avLst/>
          </a:prstGeom>
        </p:spPr>
      </p:pic>
      <p:pic>
        <p:nvPicPr>
          <p:cNvPr id="16" name="Picture 15" descr="NN Sticker GREEN.jpg">
            <a:extLst>
              <a:ext uri="{FF2B5EF4-FFF2-40B4-BE49-F238E27FC236}">
                <a16:creationId xmlns:a16="http://schemas.microsoft.com/office/drawing/2014/main" id="{CB879EB3-882E-496C-8C75-54D5C278DDBE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9917" y="1324603"/>
            <a:ext cx="891658" cy="891658"/>
          </a:xfrm>
          <a:prstGeom prst="rect">
            <a:avLst/>
          </a:prstGeom>
        </p:spPr>
      </p:pic>
      <p:pic>
        <p:nvPicPr>
          <p:cNvPr id="17" name="Picture 16" descr="NN Sticker BLUE.jpg">
            <a:extLst>
              <a:ext uri="{FF2B5EF4-FFF2-40B4-BE49-F238E27FC236}">
                <a16:creationId xmlns:a16="http://schemas.microsoft.com/office/drawing/2014/main" id="{ED81FBC9-A6CA-41AD-9E11-43835C6627DE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14332" y="1339580"/>
            <a:ext cx="891658" cy="891658"/>
          </a:xfrm>
          <a:prstGeom prst="rect">
            <a:avLst/>
          </a:prstGeom>
        </p:spPr>
      </p:pic>
      <p:pic>
        <p:nvPicPr>
          <p:cNvPr id="18" name="Picture 17" descr="NN Sticker PURPLE.jpg">
            <a:extLst>
              <a:ext uri="{FF2B5EF4-FFF2-40B4-BE49-F238E27FC236}">
                <a16:creationId xmlns:a16="http://schemas.microsoft.com/office/drawing/2014/main" id="{1695E610-AF92-4B35-A9F0-20CD90E56C02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2144" y="2365107"/>
            <a:ext cx="891658" cy="891658"/>
          </a:xfrm>
          <a:prstGeom prst="rect">
            <a:avLst/>
          </a:prstGeom>
        </p:spPr>
      </p:pic>
      <p:pic>
        <p:nvPicPr>
          <p:cNvPr id="19" name="Picture 18" descr="NN Sticker RED.jpg">
            <a:extLst>
              <a:ext uri="{FF2B5EF4-FFF2-40B4-BE49-F238E27FC236}">
                <a16:creationId xmlns:a16="http://schemas.microsoft.com/office/drawing/2014/main" id="{4489DF13-4E76-496E-8B90-A462FC8D5F2E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414" y="2365107"/>
            <a:ext cx="891658" cy="891658"/>
          </a:xfrm>
          <a:prstGeom prst="rect">
            <a:avLst/>
          </a:prstGeom>
        </p:spPr>
      </p:pic>
      <p:pic>
        <p:nvPicPr>
          <p:cNvPr id="20" name="Picture 19" descr="NN Sticker BROWN.jpg">
            <a:extLst>
              <a:ext uri="{FF2B5EF4-FFF2-40B4-BE49-F238E27FC236}">
                <a16:creationId xmlns:a16="http://schemas.microsoft.com/office/drawing/2014/main" id="{A3CA3BD8-09EA-4CFE-843D-2CC0773E771D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223" y="2365107"/>
            <a:ext cx="891658" cy="891658"/>
          </a:xfrm>
          <a:prstGeom prst="rect">
            <a:avLst/>
          </a:prstGeom>
        </p:spPr>
      </p:pic>
      <p:pic>
        <p:nvPicPr>
          <p:cNvPr id="21" name="Picture 20" descr="NN Sticker BLACK.jpg">
            <a:extLst>
              <a:ext uri="{FF2B5EF4-FFF2-40B4-BE49-F238E27FC236}">
                <a16:creationId xmlns:a16="http://schemas.microsoft.com/office/drawing/2014/main" id="{43223E2A-A760-471D-924F-66A8B58E1622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9917" y="2365107"/>
            <a:ext cx="891658" cy="891658"/>
          </a:xfrm>
          <a:prstGeom prst="rect">
            <a:avLst/>
          </a:prstGeom>
        </p:spPr>
      </p:pic>
      <p:pic>
        <p:nvPicPr>
          <p:cNvPr id="22" name="Picture 21" descr="NN Sticker GOLD Grand Master.jpg">
            <a:extLst>
              <a:ext uri="{FF2B5EF4-FFF2-40B4-BE49-F238E27FC236}">
                <a16:creationId xmlns:a16="http://schemas.microsoft.com/office/drawing/2014/main" id="{D12668DB-867D-41EB-A6F8-CA727D3A39DD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14332" y="2405212"/>
            <a:ext cx="891658" cy="89165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05E7B98-AD2D-4BA2-816B-5CDBFFD1A4F5}"/>
              </a:ext>
            </a:extLst>
          </p:cNvPr>
          <p:cNvSpPr txBox="1"/>
          <p:nvPr/>
        </p:nvSpPr>
        <p:spPr>
          <a:xfrm>
            <a:off x="7322069" y="5220502"/>
            <a:ext cx="43392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venir Book"/>
                <a:cs typeface="Avenir Book"/>
              </a:rPr>
              <a:t>Your time is up!</a:t>
            </a:r>
          </a:p>
          <a:p>
            <a:pPr algn="ctr"/>
            <a:endParaRPr lang="en-US" b="1" dirty="0">
              <a:latin typeface="Avenir Book"/>
              <a:cs typeface="Avenir Book"/>
            </a:endParaRPr>
          </a:p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Book"/>
                <a:cs typeface="Avenir Book"/>
              </a:rPr>
              <a:t>Get ready to mark your answers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"/>
                            </p:stCondLst>
                            <p:childTnLst>
                              <p:par>
                                <p:cTn id="50" presetID="21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51" dur="3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600"/>
                            </p:stCondLst>
                            <p:childTnLst>
                              <p:par>
                                <p:cTn id="54" presetID="21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55" dur="3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600"/>
                            </p:stCondLst>
                            <p:childTnLst>
                              <p:par>
                                <p:cTn id="58" presetID="21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59" dur="3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90600"/>
                            </p:stCondLst>
                            <p:childTnLst>
                              <p:par>
                                <p:cTn id="62" presetID="21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3" dur="3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20600"/>
                            </p:stCondLst>
                            <p:childTnLst>
                              <p:par>
                                <p:cTn id="66" presetID="21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7" dur="3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600"/>
                            </p:stCondLst>
                            <p:childTnLst>
                              <p:par>
                                <p:cTn id="70" presetID="21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71" dur="3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80600"/>
                            </p:stCondLst>
                            <p:childTnLst>
                              <p:par>
                                <p:cTn id="74" presetID="21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75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10600"/>
                            </p:stCondLst>
                            <p:childTnLst>
                              <p:par>
                                <p:cTn id="78" presetID="21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79" dur="30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40600"/>
                            </p:stCondLst>
                            <p:childTnLst>
                              <p:par>
                                <p:cTn id="82" presetID="21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83" dur="3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70600"/>
                            </p:stCondLst>
                            <p:childTnLst>
                              <p:par>
                                <p:cTn id="86" presetID="21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87" dur="3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0600"/>
                            </p:stCondLst>
                            <p:childTnLst>
                              <p:par>
                                <p:cTn id="90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900" decel="100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01600"/>
                            </p:stCondLst>
                            <p:childTnLst>
                              <p:par>
                                <p:cTn id="97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900" decel="100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N Sticker.jp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0418" y="167495"/>
            <a:ext cx="1557589" cy="15575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97251" y="167494"/>
            <a:ext cx="71364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venir Book"/>
                <a:cs typeface="Avenir Book"/>
              </a:rPr>
              <a:t>Week 1  Session 1</a:t>
            </a:r>
          </a:p>
          <a:p>
            <a:endParaRPr lang="en-US" sz="3200" b="1" dirty="0">
              <a:latin typeface="Avenir Book"/>
              <a:cs typeface="Avenir Book"/>
            </a:endParaRPr>
          </a:p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Book"/>
                <a:cs typeface="Avenir Book"/>
              </a:rPr>
              <a:t>Mental Strategies Answers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968500" y="2019565"/>
          <a:ext cx="8202083" cy="4383357"/>
        </p:xfrm>
        <a:graphic>
          <a:graphicData uri="http://schemas.openxmlformats.org/drawingml/2006/table">
            <a:tbl>
              <a:tblPr/>
              <a:tblGrid>
                <a:gridCol w="1134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9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8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Q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Question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Answer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1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2 + 3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5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2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89 + 11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100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3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What is half of 6?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3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125 − 10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115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5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177 + ☐ = 270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93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6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53 = 23 + ☐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30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7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805 − 804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1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8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4 × 1 = 4, so 4 ÷ 4 = ☐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1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9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Write 20:12 in 12 hour clock format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8:12 pm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10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9:37 pm is how many minutes after 9:08 pm?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29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562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N Sticker.jp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0418" y="167495"/>
            <a:ext cx="1557589" cy="15575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97251" y="167494"/>
            <a:ext cx="71364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venir Book"/>
                <a:cs typeface="Avenir Book"/>
              </a:rPr>
              <a:t>Week 1  Session 1</a:t>
            </a:r>
          </a:p>
          <a:p>
            <a:endParaRPr lang="en-US" sz="3200" b="1" dirty="0">
              <a:latin typeface="Avenir Book"/>
              <a:cs typeface="Avenir Book"/>
            </a:endParaRPr>
          </a:p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Book"/>
                <a:cs typeface="Avenir Book"/>
              </a:rPr>
              <a:t>Timestables Answers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968500" y="2019565"/>
          <a:ext cx="8202083" cy="4383357"/>
        </p:xfrm>
        <a:graphic>
          <a:graphicData uri="http://schemas.openxmlformats.org/drawingml/2006/table">
            <a:tbl>
              <a:tblPr/>
              <a:tblGrid>
                <a:gridCol w="1134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9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8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Q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Question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Answer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1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2 × 9 = ☐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18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2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24 ÷ 3 = ☐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8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3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10 × ☐ = 80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8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6 ÷ ☐ = 3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2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5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1 × 2 = ☐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2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6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28 ÷ 7 = ☐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7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☐ × 6 = 54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9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8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☐ ÷ 2 = 5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10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9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3 × 9 = ☐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27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8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10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venir Book"/>
                        </a:rPr>
                        <a:t>4 ÷ 4 = ☐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90"/>
                          </a:solidFill>
                          <a:effectLst/>
                          <a:latin typeface="Avenir Book"/>
                        </a:rPr>
                        <a:t>1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378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N Sticker WHITE.jpg">
            <a:extLst>
              <a:ext uri="{FF2B5EF4-FFF2-40B4-BE49-F238E27FC236}">
                <a16:creationId xmlns:a16="http://schemas.microsoft.com/office/drawing/2014/main" id="{B0FDABA5-F0C7-48A0-937B-3605873A572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9548" y="493090"/>
            <a:ext cx="1680601" cy="1680601"/>
          </a:xfrm>
          <a:prstGeom prst="rect">
            <a:avLst/>
          </a:prstGeom>
        </p:spPr>
      </p:pic>
      <p:pic>
        <p:nvPicPr>
          <p:cNvPr id="6" name="Picture 5" descr="NN Sticker YELLOW.jpg">
            <a:extLst>
              <a:ext uri="{FF2B5EF4-FFF2-40B4-BE49-F238E27FC236}">
                <a16:creationId xmlns:a16="http://schemas.microsoft.com/office/drawing/2014/main" id="{BEEF5151-2034-4FC6-B0F7-515730EFFF1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6464" y="493090"/>
            <a:ext cx="1680601" cy="1680601"/>
          </a:xfrm>
          <a:prstGeom prst="rect">
            <a:avLst/>
          </a:prstGeom>
        </p:spPr>
      </p:pic>
      <p:pic>
        <p:nvPicPr>
          <p:cNvPr id="7" name="Picture 6" descr="NN Sticker ORANGE.jpg">
            <a:extLst>
              <a:ext uri="{FF2B5EF4-FFF2-40B4-BE49-F238E27FC236}">
                <a16:creationId xmlns:a16="http://schemas.microsoft.com/office/drawing/2014/main" id="{88C47D44-655F-4DFF-96BE-005EEDBB3E7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3380" y="493090"/>
            <a:ext cx="1680601" cy="1680601"/>
          </a:xfrm>
          <a:prstGeom prst="rect">
            <a:avLst/>
          </a:prstGeom>
        </p:spPr>
      </p:pic>
      <p:pic>
        <p:nvPicPr>
          <p:cNvPr id="8" name="Picture 7" descr="NN Sticker GREEN.jpg">
            <a:extLst>
              <a:ext uri="{FF2B5EF4-FFF2-40B4-BE49-F238E27FC236}">
                <a16:creationId xmlns:a16="http://schemas.microsoft.com/office/drawing/2014/main" id="{915A126A-E91D-43E0-BB7D-DB3C8396BCE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0296" y="493090"/>
            <a:ext cx="1680601" cy="1680601"/>
          </a:xfrm>
          <a:prstGeom prst="rect">
            <a:avLst/>
          </a:prstGeom>
        </p:spPr>
      </p:pic>
      <p:pic>
        <p:nvPicPr>
          <p:cNvPr id="9" name="Picture 8" descr="NN Sticker BLUE.jpg">
            <a:extLst>
              <a:ext uri="{FF2B5EF4-FFF2-40B4-BE49-F238E27FC236}">
                <a16:creationId xmlns:a16="http://schemas.microsoft.com/office/drawing/2014/main" id="{1A624A23-77E1-4FBF-8044-97BCA178BB4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27211" y="493090"/>
            <a:ext cx="1680601" cy="1680601"/>
          </a:xfrm>
          <a:prstGeom prst="rect">
            <a:avLst/>
          </a:prstGeom>
        </p:spPr>
      </p:pic>
      <p:pic>
        <p:nvPicPr>
          <p:cNvPr id="10" name="Picture 9" descr="NN Sticker PURPLE.jpg">
            <a:extLst>
              <a:ext uri="{FF2B5EF4-FFF2-40B4-BE49-F238E27FC236}">
                <a16:creationId xmlns:a16="http://schemas.microsoft.com/office/drawing/2014/main" id="{18E9F8F9-6F35-46EB-913E-06CC4A9BCEC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9548" y="3337288"/>
            <a:ext cx="1680601" cy="1680601"/>
          </a:xfrm>
          <a:prstGeom prst="rect">
            <a:avLst/>
          </a:prstGeom>
        </p:spPr>
      </p:pic>
      <p:pic>
        <p:nvPicPr>
          <p:cNvPr id="11" name="Picture 10" descr="NN Sticker RED.jpg">
            <a:extLst>
              <a:ext uri="{FF2B5EF4-FFF2-40B4-BE49-F238E27FC236}">
                <a16:creationId xmlns:a16="http://schemas.microsoft.com/office/drawing/2014/main" id="{FFE18F04-BEC3-48B4-B416-4EEBF54ACC52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6463" y="3337287"/>
            <a:ext cx="1680601" cy="1680601"/>
          </a:xfrm>
          <a:prstGeom prst="rect">
            <a:avLst/>
          </a:prstGeom>
        </p:spPr>
      </p:pic>
      <p:pic>
        <p:nvPicPr>
          <p:cNvPr id="12" name="Picture 11" descr="NN Sticker BROWN.jpg">
            <a:extLst>
              <a:ext uri="{FF2B5EF4-FFF2-40B4-BE49-F238E27FC236}">
                <a16:creationId xmlns:a16="http://schemas.microsoft.com/office/drawing/2014/main" id="{6F72D218-2AB9-4A4D-9DE1-DB532F18D0DB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3380" y="3337287"/>
            <a:ext cx="1680601" cy="1680601"/>
          </a:xfrm>
          <a:prstGeom prst="rect">
            <a:avLst/>
          </a:prstGeom>
        </p:spPr>
      </p:pic>
      <p:pic>
        <p:nvPicPr>
          <p:cNvPr id="13" name="Picture 12" descr="NN Sticker BLACK.jpg">
            <a:extLst>
              <a:ext uri="{FF2B5EF4-FFF2-40B4-BE49-F238E27FC236}">
                <a16:creationId xmlns:a16="http://schemas.microsoft.com/office/drawing/2014/main" id="{8010C7A0-A75B-4088-9F5A-343F1C4D6765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0296" y="3337287"/>
            <a:ext cx="1680601" cy="1680601"/>
          </a:xfrm>
          <a:prstGeom prst="rect">
            <a:avLst/>
          </a:prstGeom>
        </p:spPr>
      </p:pic>
      <p:pic>
        <p:nvPicPr>
          <p:cNvPr id="14" name="Picture 13" descr="NN Sticker GOLD Grand Master.jpg">
            <a:extLst>
              <a:ext uri="{FF2B5EF4-FFF2-40B4-BE49-F238E27FC236}">
                <a16:creationId xmlns:a16="http://schemas.microsoft.com/office/drawing/2014/main" id="{7E0F658D-E58C-46B4-9114-37417CB38E16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27211" y="3337287"/>
            <a:ext cx="1680601" cy="16806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39129E-5B33-4F9D-AF91-E8838C67BBD3}"/>
              </a:ext>
            </a:extLst>
          </p:cNvPr>
          <p:cNvSpPr txBox="1"/>
          <p:nvPr/>
        </p:nvSpPr>
        <p:spPr>
          <a:xfrm>
            <a:off x="494433" y="5919874"/>
            <a:ext cx="11356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Book"/>
                <a:cs typeface="Avenir Book"/>
              </a:rPr>
              <a:t>Calculate your Ninja Score to see which Ninja Belt you’ve earned today!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69E11E-8B89-4BC9-9714-146F13B62886}"/>
              </a:ext>
            </a:extLst>
          </p:cNvPr>
          <p:cNvSpPr txBox="1"/>
          <p:nvPr/>
        </p:nvSpPr>
        <p:spPr>
          <a:xfrm>
            <a:off x="2096457" y="2204077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>
                <a:latin typeface="Arial Rounded MT Bold" panose="020F0704030504030204" pitchFamily="34" charset="0"/>
              </a:rPr>
              <a:t>0-2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FF7A71-0A97-4E0A-984B-B95CEA180FC5}"/>
              </a:ext>
            </a:extLst>
          </p:cNvPr>
          <p:cNvSpPr txBox="1"/>
          <p:nvPr/>
        </p:nvSpPr>
        <p:spPr>
          <a:xfrm>
            <a:off x="3803372" y="2204077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>
                <a:latin typeface="Arial Rounded MT Bold" panose="020F0704030504030204" pitchFamily="34" charset="0"/>
              </a:rPr>
              <a:t>3-4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109939-BC51-4498-BEBC-3B48F66AA69C}"/>
              </a:ext>
            </a:extLst>
          </p:cNvPr>
          <p:cNvSpPr txBox="1"/>
          <p:nvPr/>
        </p:nvSpPr>
        <p:spPr>
          <a:xfrm>
            <a:off x="5510287" y="2204077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>
                <a:latin typeface="Arial Rounded MT Bold" panose="020F0704030504030204" pitchFamily="34" charset="0"/>
              </a:rPr>
              <a:t>5-6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B987A6-27D6-4573-A94E-CA3B4F9116A2}"/>
              </a:ext>
            </a:extLst>
          </p:cNvPr>
          <p:cNvSpPr txBox="1"/>
          <p:nvPr/>
        </p:nvSpPr>
        <p:spPr>
          <a:xfrm>
            <a:off x="7217205" y="2189962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>
                <a:latin typeface="Arial Rounded MT Bold" panose="020F0704030504030204" pitchFamily="34" charset="0"/>
              </a:rPr>
              <a:t>7-8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29767A-71B6-4BB7-AA80-03FB6837397F}"/>
              </a:ext>
            </a:extLst>
          </p:cNvPr>
          <p:cNvSpPr txBox="1"/>
          <p:nvPr/>
        </p:nvSpPr>
        <p:spPr>
          <a:xfrm>
            <a:off x="8787063" y="2189961"/>
            <a:ext cx="1160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>
                <a:latin typeface="Arial Rounded MT Bold" panose="020F0704030504030204" pitchFamily="34" charset="0"/>
              </a:rPr>
              <a:t>9-10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25B461-003B-4876-B65E-FDDE88664D97}"/>
              </a:ext>
            </a:extLst>
          </p:cNvPr>
          <p:cNvSpPr txBox="1"/>
          <p:nvPr/>
        </p:nvSpPr>
        <p:spPr>
          <a:xfrm>
            <a:off x="1822342" y="5143789"/>
            <a:ext cx="1435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>
                <a:latin typeface="Arial Rounded MT Bold" panose="020F0704030504030204" pitchFamily="34" charset="0"/>
              </a:rPr>
              <a:t>11-12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98A266-791F-4129-8A2A-6512E93AAD96}"/>
              </a:ext>
            </a:extLst>
          </p:cNvPr>
          <p:cNvSpPr txBox="1"/>
          <p:nvPr/>
        </p:nvSpPr>
        <p:spPr>
          <a:xfrm>
            <a:off x="3529258" y="5113711"/>
            <a:ext cx="1435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>
                <a:latin typeface="Arial Rounded MT Bold" panose="020F0704030504030204" pitchFamily="34" charset="0"/>
              </a:rPr>
              <a:t>13-14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40C5D0-D86A-4C63-9A38-538711E3154D}"/>
              </a:ext>
            </a:extLst>
          </p:cNvPr>
          <p:cNvSpPr txBox="1"/>
          <p:nvPr/>
        </p:nvSpPr>
        <p:spPr>
          <a:xfrm>
            <a:off x="5236173" y="5143789"/>
            <a:ext cx="1435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>
                <a:latin typeface="Arial Rounded MT Bold" panose="020F0704030504030204" pitchFamily="34" charset="0"/>
              </a:rPr>
              <a:t>15-16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F42245-A0B5-4AD0-B54B-2971412A9600}"/>
              </a:ext>
            </a:extLst>
          </p:cNvPr>
          <p:cNvSpPr txBox="1"/>
          <p:nvPr/>
        </p:nvSpPr>
        <p:spPr>
          <a:xfrm>
            <a:off x="6943088" y="5113710"/>
            <a:ext cx="1435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>
                <a:latin typeface="Arial Rounded MT Bold" panose="020F0704030504030204" pitchFamily="34" charset="0"/>
              </a:rPr>
              <a:t>17-18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4743FC-1585-4052-9A39-75ADF9DD26CF}"/>
              </a:ext>
            </a:extLst>
          </p:cNvPr>
          <p:cNvSpPr txBox="1"/>
          <p:nvPr/>
        </p:nvSpPr>
        <p:spPr>
          <a:xfrm>
            <a:off x="8650003" y="5113709"/>
            <a:ext cx="1435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>
                <a:latin typeface="Arial Rounded MT Bold" panose="020F0704030504030204" pitchFamily="34" charset="0"/>
              </a:rPr>
              <a:t>19-20</a:t>
            </a:r>
          </a:p>
        </p:txBody>
      </p:sp>
    </p:spTree>
    <p:extLst>
      <p:ext uri="{BB962C8B-B14F-4D97-AF65-F5344CB8AC3E}">
        <p14:creationId xmlns:p14="http://schemas.microsoft.com/office/powerpoint/2010/main" val="2784609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7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Like Terms and Substitution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3355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Like Terms and Substitution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we Substitute?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add like terms and substitute </a:t>
            </a:r>
            <a:r>
              <a:rPr lang="en-AU" sz="2800" b="1" dirty="0" err="1">
                <a:solidFill>
                  <a:srgbClr val="FF5050"/>
                </a:solidFill>
                <a:latin typeface="Fragment Core" panose="02000504040000020003" pitchFamily="50" charset="0"/>
              </a:rPr>
              <a:t>varibles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539036"/>
            <a:ext cx="954492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When a variable in a formula is replaced by a number, we say that number is substituted into the formula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6762" y="-1"/>
            <a:ext cx="8608358" cy="1177739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FD8417-581C-4499-A3EA-565059F3F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4166"/>
            <a:ext cx="12192000" cy="8405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2DFB47-87A1-4FB9-8324-91FD74474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54754"/>
            <a:ext cx="12192000" cy="26752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9F8B105-AE33-4C14-A9B8-2BD6FDF09BF5}"/>
              </a:ext>
            </a:extLst>
          </p:cNvPr>
          <p:cNvSpPr/>
          <p:nvPr/>
        </p:nvSpPr>
        <p:spPr>
          <a:xfrm>
            <a:off x="1129553" y="1954754"/>
            <a:ext cx="11062447" cy="5314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C2EC7F-6787-4414-A987-99EEF4AE6D17}"/>
              </a:ext>
            </a:extLst>
          </p:cNvPr>
          <p:cNvSpPr/>
          <p:nvPr/>
        </p:nvSpPr>
        <p:spPr>
          <a:xfrm>
            <a:off x="1129552" y="2529613"/>
            <a:ext cx="11062447" cy="5314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AAD541-6EDE-4092-B1D7-EC6FCAA4D339}"/>
              </a:ext>
            </a:extLst>
          </p:cNvPr>
          <p:cNvSpPr/>
          <p:nvPr/>
        </p:nvSpPr>
        <p:spPr>
          <a:xfrm>
            <a:off x="1129553" y="3104472"/>
            <a:ext cx="11062447" cy="5314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142ADD-8A61-43BE-917F-43E68E261367}"/>
              </a:ext>
            </a:extLst>
          </p:cNvPr>
          <p:cNvSpPr/>
          <p:nvPr/>
        </p:nvSpPr>
        <p:spPr>
          <a:xfrm>
            <a:off x="1129551" y="3657814"/>
            <a:ext cx="11062447" cy="5314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2E9100-E5BC-4E0A-A39E-5339F20985BD}"/>
              </a:ext>
            </a:extLst>
          </p:cNvPr>
          <p:cNvSpPr/>
          <p:nvPr/>
        </p:nvSpPr>
        <p:spPr>
          <a:xfrm>
            <a:off x="1078753" y="4254190"/>
            <a:ext cx="11062447" cy="5314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168154-BC6E-4B77-B1AC-C4435465B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308"/>
            <a:ext cx="12192000" cy="64973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4475E85-C152-4DD8-B0E1-D397FC9F8BD3}"/>
              </a:ext>
            </a:extLst>
          </p:cNvPr>
          <p:cNvSpPr/>
          <p:nvPr/>
        </p:nvSpPr>
        <p:spPr>
          <a:xfrm>
            <a:off x="711198" y="2193578"/>
            <a:ext cx="11062447" cy="5314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7B4A57-20AC-41E7-808F-516A44F52809}"/>
              </a:ext>
            </a:extLst>
          </p:cNvPr>
          <p:cNvSpPr/>
          <p:nvPr/>
        </p:nvSpPr>
        <p:spPr>
          <a:xfrm>
            <a:off x="711197" y="2773296"/>
            <a:ext cx="11421038" cy="9141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750387-78A6-48C7-8F54-A2AB95358E3F}"/>
              </a:ext>
            </a:extLst>
          </p:cNvPr>
          <p:cNvSpPr/>
          <p:nvPr/>
        </p:nvSpPr>
        <p:spPr>
          <a:xfrm>
            <a:off x="711197" y="3735742"/>
            <a:ext cx="11343344" cy="18821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A69CAF-AAEC-46BE-BC56-82A3DB28DC76}"/>
              </a:ext>
            </a:extLst>
          </p:cNvPr>
          <p:cNvSpPr/>
          <p:nvPr/>
        </p:nvSpPr>
        <p:spPr>
          <a:xfrm>
            <a:off x="770962" y="5537414"/>
            <a:ext cx="11421038" cy="5107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77BB68-A562-4B51-B27B-20618C243E00}"/>
              </a:ext>
            </a:extLst>
          </p:cNvPr>
          <p:cNvSpPr/>
          <p:nvPr/>
        </p:nvSpPr>
        <p:spPr>
          <a:xfrm>
            <a:off x="711197" y="6166917"/>
            <a:ext cx="11421038" cy="5107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557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A47E8F-FD6F-47FC-839B-E3C044D5A1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8110"/>
          <a:stretch/>
        </p:blipFill>
        <p:spPr>
          <a:xfrm>
            <a:off x="0" y="0"/>
            <a:ext cx="6119906" cy="32834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7D73B6-3E2E-4A84-A154-1FAADC751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450" y="3238500"/>
            <a:ext cx="668655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3355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Like Terms and Substitution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add like terms and substitute </a:t>
            </a:r>
            <a:r>
              <a:rPr lang="en-AU" sz="2800" b="1" dirty="0" err="1">
                <a:solidFill>
                  <a:srgbClr val="FF5050"/>
                </a:solidFill>
                <a:latin typeface="Fragment Core" panose="02000504040000020003" pitchFamily="50" charset="0"/>
              </a:rPr>
              <a:t>varibles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E1E6F8C-F3E9-431B-9FAC-CB0685E1F827}"/>
              </a:ext>
            </a:extLst>
          </p:cNvPr>
          <p:cNvSpPr txBox="1"/>
          <p:nvPr/>
        </p:nvSpPr>
        <p:spPr>
          <a:xfrm>
            <a:off x="0" y="2962678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are like terms?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1234A3-F623-4A28-8CC1-B8522C331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48" y="2962678"/>
            <a:ext cx="10295676" cy="301379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0B08E0A-0E30-468A-9CFF-E72DC6DCB18D}"/>
              </a:ext>
            </a:extLst>
          </p:cNvPr>
          <p:cNvSpPr/>
          <p:nvPr/>
        </p:nvSpPr>
        <p:spPr>
          <a:xfrm>
            <a:off x="1897528" y="2867274"/>
            <a:ext cx="10186896" cy="5107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EB3036-1B9E-4DA8-AA57-4AFCA36992CD}"/>
              </a:ext>
            </a:extLst>
          </p:cNvPr>
          <p:cNvSpPr/>
          <p:nvPr/>
        </p:nvSpPr>
        <p:spPr>
          <a:xfrm>
            <a:off x="1923932" y="3401972"/>
            <a:ext cx="5719974" cy="2084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BFA942-5286-4022-9872-5239FEE2476F}"/>
              </a:ext>
            </a:extLst>
          </p:cNvPr>
          <p:cNvSpPr/>
          <p:nvPr/>
        </p:nvSpPr>
        <p:spPr>
          <a:xfrm>
            <a:off x="2003518" y="5489621"/>
            <a:ext cx="10186896" cy="5107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037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6762" y="-1"/>
            <a:ext cx="8608358" cy="1177739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DFB74-F4AD-44F8-849A-379584285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6844"/>
            <a:ext cx="12192000" cy="119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11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778115-E29E-467C-8ED5-04FDD9552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4405"/>
            <a:ext cx="12192000" cy="126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864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3ADB30-BA3A-489F-AE8A-B53F9BC52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7256"/>
            <a:ext cx="12192000" cy="5840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F5E4BB-4561-4B5B-931A-E81D7D55C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13" y="2384145"/>
            <a:ext cx="8696325" cy="1133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567EF4-124E-4165-B168-5592DBBEE79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961"/>
          <a:stretch/>
        </p:blipFill>
        <p:spPr>
          <a:xfrm>
            <a:off x="433013" y="4518212"/>
            <a:ext cx="8915400" cy="109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504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288</Words>
  <Application>Microsoft Office PowerPoint</Application>
  <PresentationFormat>Widescreen</PresentationFormat>
  <Paragraphs>111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Rounded MT Bold</vt:lpstr>
      <vt:lpstr>Avenir Book</vt:lpstr>
      <vt:lpstr>Calibri</vt:lpstr>
      <vt:lpstr>Calibri Light</vt:lpstr>
      <vt:lpstr>Fragment Core</vt:lpstr>
      <vt:lpstr>Office Theme</vt:lpstr>
      <vt:lpstr>Numeracy Ninjas</vt:lpstr>
      <vt:lpstr>PowerPoint Presentation</vt:lpstr>
      <vt:lpstr>PowerPoint Presentation</vt:lpstr>
      <vt:lpstr>PowerPoint Presentation</vt:lpstr>
      <vt:lpstr>Like Terms and Substitution</vt:lpstr>
      <vt:lpstr>PowerPoint Presentation</vt:lpstr>
      <vt:lpstr>PowerPoint Presentation</vt:lpstr>
      <vt:lpstr>Practice</vt:lpstr>
      <vt:lpstr>PowerPoint Presentation</vt:lpstr>
      <vt:lpstr>Task</vt:lpstr>
      <vt:lpstr>PowerPoint Presentation</vt:lpstr>
      <vt:lpstr>Practice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Numeracy Ninjas</dc:title>
  <dc:creator>Nine LABUSCHAGNE</dc:creator>
  <cp:lastModifiedBy>LABUSCHAGNE Nine [Baldivis Secondary College]</cp:lastModifiedBy>
  <cp:revision>13</cp:revision>
  <dcterms:created xsi:type="dcterms:W3CDTF">2018-05-16T02:10:52Z</dcterms:created>
  <dcterms:modified xsi:type="dcterms:W3CDTF">2018-05-16T02:43:48Z</dcterms:modified>
</cp:coreProperties>
</file>