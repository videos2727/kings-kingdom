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2" r:id="rId4"/>
    <p:sldId id="267" r:id="rId5"/>
    <p:sldId id="264" r:id="rId6"/>
    <p:sldId id="268" r:id="rId7"/>
    <p:sldId id="269" r:id="rId8"/>
    <p:sldId id="263" r:id="rId9"/>
    <p:sldId id="27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3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507AF-AC59-4D40-989B-AC41A6B8F3B3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190563-125B-45CE-A21D-4AF7AFBD88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567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916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679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39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25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3052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44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417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509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5118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EB23-A6AC-45AA-94B0-169F8E06B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C3571A-A276-4653-8EE4-927BA0A3D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DEFD9-83EC-493D-AC48-32A17CAFE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DD70D-AB82-4E4F-9DBD-21116CBC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DB0C9-7FF0-4AEC-9114-A3E3F966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03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55423-A2D3-4D9C-890B-328B09E0D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B03CB-24E3-4429-B680-D57BA5AEB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E429-1D0A-4D55-A097-9D8B62905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4493B-684E-4E0E-83D9-B1E7CDC5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49BCD-F86D-46CB-B359-6ED1CD68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2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3022-284E-41C1-9735-08A997E8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19875-11C9-4D67-9898-4026A5A85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DA646-4888-4771-9767-C38F4D2A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C1FC6-0EFE-43CC-8011-17DD736DB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BF44E-82E3-4EF3-938F-04E194D6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2711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F6637-4213-4A62-9C7C-7E0BA0B5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4E604-42BF-4A6A-8031-E7CB3416B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E1EE43-E033-4E17-B10A-FC7FB36ED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63B13-4978-47CD-8CCA-B041FC52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D779-C59A-42D6-A5F3-E77F1E24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1607D-C8C1-4EA9-94C3-9A38CB33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904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60CA1-62F0-4603-8E4E-1DFA2F25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7BD8D-9938-41EC-8D9B-C5E9A843D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66C44-DE56-4A5E-A574-7943AC786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F5EBDB-3E47-42A6-9021-F6981BB30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7B7B8-7553-42AD-BF27-4C48E0511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C129E-CCF5-493C-B0BF-BCAB37FFB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17C2C8-03A0-4296-BDBC-D7134DDF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FCA4A4-BF7C-426B-B8E5-A7D296A8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7864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66F7-ED21-4962-B38D-63214047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A243F-D580-42D3-9582-FB187517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B1F6F5-BB7F-479B-8676-E5CF81BE3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EA4B5-C416-48A3-875D-D20A795F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9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93279-A5DA-4E49-BFBA-58F6FF2A9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37810-C0D6-4DBC-90E6-FA0BD5DD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A2832-C83A-4461-8973-1D36C855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31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01404-FC17-455B-8F3C-D434FCD2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33182-8092-4534-AFB8-55596FF35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32408-79A8-4A5B-AD21-F1934977A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E818E-0A95-46FB-A9CC-EFAC119F0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A51FA-3236-4BC0-89F3-00D3E3799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FB7BE2-266E-4275-BF20-EFBFC10F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2464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14A5-5468-4334-BF9A-B933C2238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5B20C0-5D1C-4278-B49D-DC26CA761D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52B47-2E28-421A-8AC4-8D655EF66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C9FD4-780F-4EA7-B5E9-674F7613E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48C58-1FAF-41AA-8AB5-CBAC37378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99D53-DBBC-44AA-A059-2C41F0F6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04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AC50-CA34-43A2-A5FF-9833E75A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9CD8A-CAD5-4143-B2B3-DF9EA495B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BA478-772E-4192-BEBF-7ED221C3A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5C09-3C07-4338-B85D-3B2F05F5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D734E-DC32-4909-A57B-BFED78EFA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486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9A7EB-C55C-495B-A4A5-44A33E1A7D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A0EEE-6032-4065-94AC-D777DCC8F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22124-3F9A-40FF-AF2F-9E322DF04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4DD51-9F2D-46AC-AB44-7455B7A45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A83C2-57A6-493E-9D64-B9AB5B25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6216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40419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66723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0608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79599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79080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0F1CBE-0CF6-4C51-806E-D2CD5850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018D5-9086-4078-9710-483177AF3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121C4-52CB-4B2A-A0FB-3922F99FB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A39B2-FE84-487C-815B-E8F73683A4BC}" type="datetimeFigureOut">
              <a:rPr lang="en-AU" smtClean="0"/>
              <a:t>16/05/2018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F2447-45B8-46FB-AA79-78F58BCCFD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10A2E-C172-4A94-96BB-CFBBCFAC9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A1485-0958-4572-A532-0A178954AD5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858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7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Writing Algebraic Expressions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4DDD48-D9AF-4A2F-86DD-BDB6B1CD6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5871"/>
            <a:ext cx="12192000" cy="1679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9C75FD-5080-4336-99F4-D163AA6E7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951" y="4219514"/>
            <a:ext cx="2989744" cy="224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782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Writing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92040"/>
            <a:ext cx="1845938" cy="3415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Fragment Core" panose="02000504040000020003" pitchFamily="50" charset="0"/>
              </a:rPr>
              <a:t>Variable</a:t>
            </a: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latin typeface="Fragment Core" panose="02000504040000020003" pitchFamily="50" charset="0"/>
              </a:rPr>
              <a:t>Coefficient</a:t>
            </a: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latin typeface="Fragment Core" panose="02000504040000020003" pitchFamily="50" charset="0"/>
              </a:rPr>
              <a:t>Expressions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write an expression?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5938" y="1452415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Is a letter or symbol that is used instead of a number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The number in front of a variable. </a:t>
            </a:r>
          </a:p>
          <a:p>
            <a:pPr defTabSz="914126"/>
            <a:r>
              <a:rPr lang="en-AU" sz="2399" i="1" dirty="0">
                <a:latin typeface="Calibri" panose="020F0502020204030204"/>
              </a:rPr>
              <a:t>Example: 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7x                      Coefficient is 7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6cyt                   Coefficient is 6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p                        Coefficient is 1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Made up of variables and numbers</a:t>
            </a:r>
          </a:p>
          <a:p>
            <a:pPr defTabSz="914126"/>
            <a:r>
              <a:rPr lang="en-AU" sz="2399" i="1" dirty="0">
                <a:latin typeface="Calibri" panose="020F0502020204030204"/>
              </a:rPr>
              <a:t>Example: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3k – 8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6t x 5 + 4h</a:t>
            </a:r>
            <a:endParaRPr lang="en-US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3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E35F75-55ED-4E54-8CE9-2168B4F2A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450"/>
          <a:stretch/>
        </p:blipFill>
        <p:spPr>
          <a:xfrm>
            <a:off x="0" y="1400307"/>
            <a:ext cx="12192000" cy="1826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4A5586-DAB3-40B4-80D1-F638C7A0E62F}"/>
              </a:ext>
            </a:extLst>
          </p:cNvPr>
          <p:cNvSpPr txBox="1"/>
          <p:nvPr/>
        </p:nvSpPr>
        <p:spPr>
          <a:xfrm>
            <a:off x="931539" y="3576184"/>
            <a:ext cx="9544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latin typeface="Calibri" panose="020F0502020204030204"/>
              </a:rPr>
              <a:t>Answer:      c + 2</a:t>
            </a:r>
            <a:endParaRPr lang="en-AU" sz="2800" i="1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0499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3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E35F75-55ED-4E54-8CE9-2168B4F2AF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765"/>
          <a:stretch/>
        </p:blipFill>
        <p:spPr>
          <a:xfrm>
            <a:off x="0" y="1293028"/>
            <a:ext cx="12192000" cy="1965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A3441C-42AD-49B2-95B4-D16AC757E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6213"/>
            <a:ext cx="12192000" cy="30446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496107-75B5-4D61-965B-CCE12FFDE065}"/>
              </a:ext>
            </a:extLst>
          </p:cNvPr>
          <p:cNvSpPr/>
          <p:nvPr/>
        </p:nvSpPr>
        <p:spPr>
          <a:xfrm>
            <a:off x="613533" y="3616305"/>
            <a:ext cx="11438849" cy="1291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C7B56B-30D7-4D38-9C17-B66E65630953}"/>
              </a:ext>
            </a:extLst>
          </p:cNvPr>
          <p:cNvSpPr/>
          <p:nvPr/>
        </p:nvSpPr>
        <p:spPr>
          <a:xfrm>
            <a:off x="613532" y="4948355"/>
            <a:ext cx="11578468" cy="11987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10BB14-14DF-4941-96D9-F2C8B6461D13}"/>
              </a:ext>
            </a:extLst>
          </p:cNvPr>
          <p:cNvSpPr/>
          <p:nvPr/>
        </p:nvSpPr>
        <p:spPr>
          <a:xfrm>
            <a:off x="613532" y="6280405"/>
            <a:ext cx="11578468" cy="329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782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Writing Algebraic Expressions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92040"/>
            <a:ext cx="184593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latin typeface="Fragment Core" panose="02000504040000020003" pitchFamily="50" charset="0"/>
              </a:rPr>
              <a:t>Term</a:t>
            </a:r>
          </a:p>
          <a:p>
            <a:pPr algn="ctr" defTabSz="914126"/>
            <a:endParaRPr lang="en-US" sz="2800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800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800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800" b="1" dirty="0">
              <a:latin typeface="Fragment Core" panose="02000504040000020003" pitchFamily="50" charset="0"/>
            </a:endParaRPr>
          </a:p>
          <a:p>
            <a:pPr algn="ctr" defTabSz="914126"/>
            <a:endParaRPr lang="en-US" sz="2800" b="1" dirty="0"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latin typeface="Fragment Core" panose="02000504040000020003" pitchFamily="50" charset="0"/>
              </a:rPr>
              <a:t>Constant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write an expression?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5938" y="1452415"/>
            <a:ext cx="9544926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Expressions and equations are made up of </a:t>
            </a:r>
            <a:r>
              <a:rPr lang="en-AU" sz="2399" b="1" dirty="0">
                <a:solidFill>
                  <a:srgbClr val="0070C0"/>
                </a:solidFill>
                <a:latin typeface="Calibri" panose="020F0502020204030204"/>
              </a:rPr>
              <a:t>terms. </a:t>
            </a:r>
            <a:r>
              <a:rPr lang="en-AU" sz="2399" dirty="0">
                <a:latin typeface="Calibri" panose="020F0502020204030204"/>
              </a:rPr>
              <a:t>They are separated by + or – signs</a:t>
            </a:r>
          </a:p>
          <a:p>
            <a:pPr defTabSz="914126"/>
            <a:r>
              <a:rPr lang="en-AU" sz="2399" i="1" dirty="0">
                <a:latin typeface="Calibri" panose="020F0502020204030204"/>
              </a:rPr>
              <a:t>Examples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3t</a:t>
            </a:r>
          </a:p>
          <a:p>
            <a:pPr defTabSz="914126"/>
            <a:r>
              <a:rPr lang="en-AU" sz="2399" dirty="0">
                <a:latin typeface="Calibri" panose="020F0502020204030204"/>
              </a:rPr>
              <a:t>2y</a:t>
            </a:r>
          </a:p>
          <a:p>
            <a:pPr defTabSz="914126"/>
            <a:r>
              <a:rPr lang="en-AU" sz="2399" dirty="0" err="1">
                <a:latin typeface="Calibri" panose="020F0502020204030204"/>
              </a:rPr>
              <a:t>drt</a:t>
            </a:r>
            <a:endParaRPr lang="en-AU" sz="2399" dirty="0">
              <a:latin typeface="Calibri" panose="020F0502020204030204"/>
            </a:endParaRP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The value of a number cannot change. If the term only contains a number, it’s a </a:t>
            </a:r>
            <a:r>
              <a:rPr lang="en-AU" sz="2399" b="1" dirty="0">
                <a:solidFill>
                  <a:srgbClr val="92D050"/>
                </a:solidFill>
                <a:latin typeface="Calibri" panose="020F0502020204030204"/>
              </a:rPr>
              <a:t>constant.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18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7D528C-6271-437A-A5F9-7B31F28CF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371" y="62956"/>
            <a:ext cx="8076217" cy="661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13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3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F1578-4ED4-435A-BF3D-8F0C7015C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3028"/>
            <a:ext cx="12192000" cy="28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9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1C48DB-A102-4841-9134-1C8EB263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781"/>
            <a:ext cx="12192000" cy="569514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04" y="1505811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149</Words>
  <Application>Microsoft Office PowerPoint</Application>
  <PresentationFormat>Widescreen</PresentationFormat>
  <Paragraphs>58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Writing Algebraic Expressions</vt:lpstr>
      <vt:lpstr>From Last Lesson</vt:lpstr>
      <vt:lpstr>PowerPoint Presentation</vt:lpstr>
      <vt:lpstr>Practice</vt:lpstr>
      <vt:lpstr>Practice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Algebraic Expressions</dc:title>
  <dc:creator>Nine LABUSCHAGNE</dc:creator>
  <cp:lastModifiedBy>LABUSCHAGNE Nine [Baldivis Secondary College]</cp:lastModifiedBy>
  <cp:revision>9</cp:revision>
  <dcterms:created xsi:type="dcterms:W3CDTF">2018-05-04T01:28:49Z</dcterms:created>
  <dcterms:modified xsi:type="dcterms:W3CDTF">2018-05-16T02:09:15Z</dcterms:modified>
</cp:coreProperties>
</file>