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0" r:id="rId2"/>
    <p:sldId id="261" r:id="rId3"/>
    <p:sldId id="266" r:id="rId4"/>
    <p:sldId id="264" r:id="rId5"/>
    <p:sldId id="262" r:id="rId6"/>
    <p:sldId id="267" r:id="rId7"/>
    <p:sldId id="263" r:id="rId8"/>
    <p:sldId id="268" r:id="rId9"/>
    <p:sldId id="269" r:id="rId10"/>
    <p:sldId id="270" r:id="rId11"/>
    <p:sldId id="271" r:id="rId12"/>
    <p:sldId id="272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9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B214E-D742-4769-B6C3-BDEE5C93FDFF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F34D54-89BB-499A-ABBA-38157ECD72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9405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0540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1249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50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0936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789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130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1636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0882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698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68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533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05005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260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5583-2380-4E2B-8BF0-97CD4BABAB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5D6DFB-8F22-406F-9F7C-A5D22BD59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8A5E3-F68D-48DA-8A8E-6AA018A2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BB8A-0475-4794-811B-9040474638B8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CC491-D91F-4A2A-89E4-D348234A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E7F1D-4131-4971-B3BA-24B23E0D9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4ADB-3349-40CA-B09B-B2E79B0F7E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2614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C988F-DD69-44B0-BA0B-4214D7D24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9C276-A4E0-4496-8D90-33983249F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84F3F-AE94-40E5-A248-DF7B199D2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BB8A-0475-4794-811B-9040474638B8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009A3-0F50-461D-99D3-EA5073C55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16FD2-D62D-4743-8E9A-39B3F2B93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4ADB-3349-40CA-B09B-B2E79B0F7E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7639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47A2D-0EBE-425E-A199-CB0BCEAE8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0CAF5-BAC1-493E-827E-58081BC9F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2487D-246A-4A01-9C33-B23F9E3DC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BB8A-0475-4794-811B-9040474638B8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9BCC6-B108-4D35-9137-F35E8D20C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B1243-D3FF-4E66-BA37-AB20C0184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4ADB-3349-40CA-B09B-B2E79B0F7E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82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7EEB8-318D-4C79-B866-B4B9E1283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D8DC5-FC20-4C1B-B0F2-CF80633A8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56FD22-C1C5-41A6-AEAA-9693E5574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3F49D-2CED-4DDF-9E4C-668682002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BB8A-0475-4794-811B-9040474638B8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1F48C-F96A-4067-B5B0-8256C5ADC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692BF-1B6A-4B0F-AD4D-BBAC2FEAD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4ADB-3349-40CA-B09B-B2E79B0F7E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792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9618-16DF-4054-9305-1B2D6F301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C2BB0-EC77-4129-A510-A3216DD74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AF2D83-499B-4CA2-9B5F-07ECEA31C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0BAC25-9871-4E9C-8D96-C1FB565F09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D6F9DF-54FD-4976-B4A1-72E835A92E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5AE6D0-C6B7-4910-AB68-4504CC5D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BB8A-0475-4794-811B-9040474638B8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85678F-2043-4812-A627-F0BCD114C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D2CEFA-5B99-4C8F-ABCE-705BB57E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4ADB-3349-40CA-B09B-B2E79B0F7E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3996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BB93B-263E-44D0-9905-27692BFDE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D8228D-3857-420F-A3F2-ED209CA49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BB8A-0475-4794-811B-9040474638B8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10B325-7D1E-4191-9A49-4F991D0B3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0F5AE2-15CC-414C-AB98-695966560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4ADB-3349-40CA-B09B-B2E79B0F7E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5649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8B8D24-6A50-4113-849A-FFEEE5D1F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BB8A-0475-4794-811B-9040474638B8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94FB84-94AB-43D9-BC94-4E97D09D8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6A178-514D-41EE-899A-E819C34F6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4ADB-3349-40CA-B09B-B2E79B0F7E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6566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67D6-A680-4CE4-9B24-B32C8CBAF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CA81F-7676-4CF6-8A74-C85B4A175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F987F-1F76-47D6-AE1E-7BFC70090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8B83C-E2B4-4F11-B250-0561C6A7F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BB8A-0475-4794-811B-9040474638B8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6B3E2-2F91-4145-A91A-958ED6928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1FA73-BDB7-44A6-818A-AA95D1146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4ADB-3349-40CA-B09B-B2E79B0F7E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4596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657BC-C900-4A1C-AD5B-708A97EAF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B192A9-81F2-4269-97CD-D506AB321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A3A68-6F65-433A-84F4-678347666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72F146-DF71-4717-A01A-443FF536C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BB8A-0475-4794-811B-9040474638B8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34969-70F2-4386-97EA-035F02750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FF130-CC4D-4A01-B1C6-4E46B9EB9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4ADB-3349-40CA-B09B-B2E79B0F7E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4755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2706-5489-4056-B597-17CCBD542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46FB0D-E563-439B-91E8-831A734F7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D3B18-2C41-4FE5-9C2E-B0762AF83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BB8A-0475-4794-811B-9040474638B8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07C01-4F28-4F88-9931-D8BA1279E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B3C05-910A-472F-BA95-82237543A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4ADB-3349-40CA-B09B-B2E79B0F7E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034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C42754-8E9D-4046-90C3-A394EA2D36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8A1684-6686-4C33-A234-356DD49D6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01ED7-92B9-4721-8CAD-CAA3ED93B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BB8A-0475-4794-811B-9040474638B8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0B208-8402-40DB-9B3A-04CD1C951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E32A7-B3A8-4DB0-8DB6-778D6D94E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44ADB-3349-40CA-B09B-B2E79B0F7E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7263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97628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516023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33664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30400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3996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4B41C7-1C40-4AAF-B8FB-51D644448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2913D-ED72-4C97-8934-CA0429C01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5E6D4-148D-4927-9DC2-F94F937AC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FBB8A-0475-4794-811B-9040474638B8}" type="datetimeFigureOut">
              <a:rPr lang="en-AU" smtClean="0"/>
              <a:t>4/05/2018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63299-0F3B-4E4C-851A-7CAB396B10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F34B8-5BFB-4766-BF60-F150A18CA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444ADB-3349-40CA-B09B-B2E79B0F7E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2964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7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Finding A Formula 2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66FE4B-1C99-4E61-9161-B5B562B34E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66" t="48563"/>
          <a:stretch/>
        </p:blipFill>
        <p:spPr>
          <a:xfrm>
            <a:off x="477848" y="2058875"/>
            <a:ext cx="11268260" cy="117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1181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Algebra: Finding a Formula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41827"/>
            <a:ext cx="1845938" cy="267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Algebra?</a:t>
            </a: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Formula?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find a formula?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233" y="1493244"/>
            <a:ext cx="9544926" cy="4522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126">
              <a:buFontTx/>
              <a:buChar char="-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Algebra can be used to write a rule in a simple way</a:t>
            </a:r>
          </a:p>
          <a:p>
            <a:pPr marL="342900" indent="-342900" defTabSz="914126">
              <a:buFontTx/>
              <a:buChar char="-"/>
            </a:pP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We can use a letter or symbol in place of a number</a:t>
            </a:r>
          </a:p>
          <a:p>
            <a:pPr marL="342900" indent="-342900" defTabSz="914126">
              <a:buFontTx/>
              <a:buChar char="-"/>
            </a:pP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r>
              <a:rPr lang="en-US" sz="2399" dirty="0">
                <a:solidFill>
                  <a:prstClr val="black"/>
                </a:solidFill>
                <a:latin typeface="Calibri" panose="020F0502020204030204"/>
              </a:rPr>
              <a:t>When a rule is written using a letter or symbol, its called a </a:t>
            </a:r>
            <a:r>
              <a:rPr lang="en-US" sz="2399" b="1" dirty="0">
                <a:solidFill>
                  <a:srgbClr val="00B050"/>
                </a:solidFill>
                <a:latin typeface="Calibri" panose="020F0502020204030204"/>
              </a:rPr>
              <a:t>formula</a:t>
            </a:r>
          </a:p>
          <a:p>
            <a:pPr marL="342900" indent="-342900" defTabSz="914126">
              <a:buFontTx/>
              <a:buChar char="-"/>
            </a:pPr>
            <a:endParaRPr lang="en-US" sz="2399" b="1" dirty="0">
              <a:solidFill>
                <a:srgbClr val="00B050"/>
              </a:solidFill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r>
              <a:rPr lang="en-US" sz="2399" dirty="0">
                <a:latin typeface="Calibri" panose="020F0502020204030204"/>
              </a:rPr>
              <a:t>A letter or symbol in a formula is called a </a:t>
            </a:r>
            <a:r>
              <a:rPr lang="en-US" sz="2399" b="1" dirty="0">
                <a:solidFill>
                  <a:srgbClr val="0070C0"/>
                </a:solidFill>
                <a:latin typeface="Calibri" panose="020F0502020204030204"/>
              </a:rPr>
              <a:t>variable</a:t>
            </a:r>
            <a:r>
              <a:rPr lang="en-US" sz="2399" dirty="0">
                <a:latin typeface="Calibri" panose="020F0502020204030204"/>
              </a:rPr>
              <a:t> because its value can change</a:t>
            </a:r>
          </a:p>
          <a:p>
            <a:pPr marL="342900" indent="-342900" defTabSz="914126">
              <a:buFontTx/>
              <a:buChar char="-"/>
            </a:pPr>
            <a:endParaRPr lang="en-US" sz="2399" dirty="0"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r>
              <a:rPr lang="en-US" sz="2399" dirty="0">
                <a:latin typeface="Calibri" panose="020F0502020204030204"/>
              </a:rPr>
              <a:t>When multiplying numbers and variables, we do not need to show the multiplication sign. </a:t>
            </a:r>
            <a:endParaRPr lang="en-AU" sz="2399" dirty="0"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BD2887C-572E-4BE3-ADE3-CE810797C9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14" t="86406" r="16536" b="5658"/>
          <a:stretch/>
        </p:blipFill>
        <p:spPr>
          <a:xfrm>
            <a:off x="5026250" y="5855034"/>
            <a:ext cx="5682157" cy="5516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60EF8E-7411-4A0D-8A02-45042280C0CB}"/>
              </a:ext>
            </a:extLst>
          </p:cNvPr>
          <p:cNvSpPr txBox="1"/>
          <p:nvPr/>
        </p:nvSpPr>
        <p:spPr>
          <a:xfrm>
            <a:off x="7218892" y="162201"/>
            <a:ext cx="3312830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2800" dirty="0"/>
              <a:t>DO NOT COPY DOWN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972382-9600-497F-B241-133B3836F877}"/>
              </a:ext>
            </a:extLst>
          </p:cNvPr>
          <p:cNvSpPr txBox="1"/>
          <p:nvPr/>
        </p:nvSpPr>
        <p:spPr>
          <a:xfrm>
            <a:off x="5039237" y="2771437"/>
            <a:ext cx="3312830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2800" dirty="0"/>
              <a:t>DO NOT COPY DOWN</a:t>
            </a:r>
          </a:p>
        </p:txBody>
      </p:sp>
    </p:spTree>
    <p:extLst>
      <p:ext uri="{BB962C8B-B14F-4D97-AF65-F5344CB8AC3E}">
        <p14:creationId xmlns:p14="http://schemas.microsoft.com/office/powerpoint/2010/main" val="261378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354" y="174589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75A0FE-5E57-41FA-956D-96CB56A12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40286"/>
            <a:ext cx="12192000" cy="118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44757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Finding a Formula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find a formula from a table?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439F1EC6-993F-475F-A24C-54199E496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" y="1492040"/>
            <a:ext cx="12192000" cy="12957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F24068-B38C-4512-BAF7-07A506C3FB4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6755"/>
          <a:stretch/>
        </p:blipFill>
        <p:spPr>
          <a:xfrm>
            <a:off x="1588" y="2906514"/>
            <a:ext cx="12003709" cy="242060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E8FADB-DE33-4324-ADB7-1337B72F2E53}"/>
              </a:ext>
            </a:extLst>
          </p:cNvPr>
          <p:cNvSpPr/>
          <p:nvPr/>
        </p:nvSpPr>
        <p:spPr>
          <a:xfrm>
            <a:off x="778715" y="3816883"/>
            <a:ext cx="8093915" cy="15574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0674D4-B9A1-4CED-9B74-ECB88C468A6F}"/>
              </a:ext>
            </a:extLst>
          </p:cNvPr>
          <p:cNvSpPr/>
          <p:nvPr/>
        </p:nvSpPr>
        <p:spPr>
          <a:xfrm>
            <a:off x="9390790" y="3897605"/>
            <a:ext cx="2166046" cy="7451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44757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Finding a Formula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find a formula from a table?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439F1EC6-993F-475F-A24C-54199E496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" y="1492040"/>
            <a:ext cx="12192000" cy="12957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F24068-B38C-4512-BAF7-07A506C3FB4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2990"/>
          <a:stretch/>
        </p:blipFill>
        <p:spPr>
          <a:xfrm>
            <a:off x="1588" y="3091262"/>
            <a:ext cx="12138691" cy="322694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9B3B85D-8CC2-40A3-ABFF-98775C955FBF}"/>
              </a:ext>
            </a:extLst>
          </p:cNvPr>
          <p:cNvSpPr/>
          <p:nvPr/>
        </p:nvSpPr>
        <p:spPr>
          <a:xfrm>
            <a:off x="731520" y="2978821"/>
            <a:ext cx="8093915" cy="1150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9E196D-F111-44BC-A833-82E26A7E1B7A}"/>
              </a:ext>
            </a:extLst>
          </p:cNvPr>
          <p:cNvSpPr/>
          <p:nvPr/>
        </p:nvSpPr>
        <p:spPr>
          <a:xfrm>
            <a:off x="9796079" y="2978820"/>
            <a:ext cx="2005781" cy="7908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348B28-BD83-4278-98A5-CF68CD572624}"/>
              </a:ext>
            </a:extLst>
          </p:cNvPr>
          <p:cNvSpPr/>
          <p:nvPr/>
        </p:nvSpPr>
        <p:spPr>
          <a:xfrm>
            <a:off x="731519" y="4209816"/>
            <a:ext cx="8093915" cy="1150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00F9D9-3CB0-4891-8E8D-30ECE22DF65E}"/>
              </a:ext>
            </a:extLst>
          </p:cNvPr>
          <p:cNvSpPr/>
          <p:nvPr/>
        </p:nvSpPr>
        <p:spPr>
          <a:xfrm>
            <a:off x="9612215" y="4309300"/>
            <a:ext cx="2005781" cy="12891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E7A66A-75D1-495A-B371-E3EA67F275FE}"/>
              </a:ext>
            </a:extLst>
          </p:cNvPr>
          <p:cNvSpPr/>
          <p:nvPr/>
        </p:nvSpPr>
        <p:spPr>
          <a:xfrm>
            <a:off x="731518" y="5627984"/>
            <a:ext cx="8093915" cy="690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892906-ED83-41D8-96B5-E2B59AA6B334}"/>
              </a:ext>
            </a:extLst>
          </p:cNvPr>
          <p:cNvSpPr/>
          <p:nvPr/>
        </p:nvSpPr>
        <p:spPr>
          <a:xfrm>
            <a:off x="9612215" y="5673615"/>
            <a:ext cx="2005781" cy="757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75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1026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698017-365F-47FD-9BEF-667954C61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7463"/>
            <a:ext cx="12192000" cy="232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716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FFC9086-C927-4D17-BE0D-E9A6FFFBB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6" y="3069888"/>
            <a:ext cx="12192000" cy="2747601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44757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Finding a Formula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find a formula from a table?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5E8FADB-DE33-4324-ADB7-1337B72F2E53}"/>
              </a:ext>
            </a:extLst>
          </p:cNvPr>
          <p:cNvSpPr/>
          <p:nvPr/>
        </p:nvSpPr>
        <p:spPr>
          <a:xfrm>
            <a:off x="763582" y="3166141"/>
            <a:ext cx="8846467" cy="15574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0674D4-B9A1-4CED-9B74-ECB88C468A6F}"/>
              </a:ext>
            </a:extLst>
          </p:cNvPr>
          <p:cNvSpPr/>
          <p:nvPr/>
        </p:nvSpPr>
        <p:spPr>
          <a:xfrm>
            <a:off x="9715947" y="3199668"/>
            <a:ext cx="2166046" cy="7451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22F3F5-75A9-4562-A219-0D27E159A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" y="1330855"/>
            <a:ext cx="12192000" cy="128858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C329643-2C46-42C2-A313-168C2384B70A}"/>
              </a:ext>
            </a:extLst>
          </p:cNvPr>
          <p:cNvSpPr/>
          <p:nvPr/>
        </p:nvSpPr>
        <p:spPr>
          <a:xfrm>
            <a:off x="763582" y="4723570"/>
            <a:ext cx="8846467" cy="15574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F0F424-F624-4DE1-9628-71787F0768C9}"/>
              </a:ext>
            </a:extLst>
          </p:cNvPr>
          <p:cNvSpPr/>
          <p:nvPr/>
        </p:nvSpPr>
        <p:spPr>
          <a:xfrm>
            <a:off x="9715947" y="4832806"/>
            <a:ext cx="2166046" cy="7451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66982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C57CE2-F699-4543-A871-9A47BD267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6" y="3056414"/>
            <a:ext cx="12192000" cy="3116711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44757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Finding a Formula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find a formula from a table?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5E8FADB-DE33-4324-ADB7-1337B72F2E53}"/>
              </a:ext>
            </a:extLst>
          </p:cNvPr>
          <p:cNvSpPr/>
          <p:nvPr/>
        </p:nvSpPr>
        <p:spPr>
          <a:xfrm>
            <a:off x="480413" y="3042363"/>
            <a:ext cx="6085569" cy="1423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0674D4-B9A1-4CED-9B74-ECB88C468A6F}"/>
              </a:ext>
            </a:extLst>
          </p:cNvPr>
          <p:cNvSpPr/>
          <p:nvPr/>
        </p:nvSpPr>
        <p:spPr>
          <a:xfrm>
            <a:off x="7047980" y="3042363"/>
            <a:ext cx="5022501" cy="1765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22F3F5-75A9-4562-A219-0D27E159A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" y="1330855"/>
            <a:ext cx="12192000" cy="128858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C329643-2C46-42C2-A313-168C2384B70A}"/>
              </a:ext>
            </a:extLst>
          </p:cNvPr>
          <p:cNvSpPr/>
          <p:nvPr/>
        </p:nvSpPr>
        <p:spPr>
          <a:xfrm>
            <a:off x="480414" y="4465813"/>
            <a:ext cx="6309744" cy="18818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F0F424-F624-4DE1-9628-71787F0768C9}"/>
              </a:ext>
            </a:extLst>
          </p:cNvPr>
          <p:cNvSpPr/>
          <p:nvPr/>
        </p:nvSpPr>
        <p:spPr>
          <a:xfrm>
            <a:off x="6978647" y="4807974"/>
            <a:ext cx="4903346" cy="11621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6570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C3DA94-AF99-4FD6-B48D-9420070C6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08563"/>
            <a:ext cx="12192000" cy="1440873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44757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Finding a Formula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you find a formula from a table?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5E8FADB-DE33-4324-ADB7-1337B72F2E53}"/>
              </a:ext>
            </a:extLst>
          </p:cNvPr>
          <p:cNvSpPr/>
          <p:nvPr/>
        </p:nvSpPr>
        <p:spPr>
          <a:xfrm>
            <a:off x="481206" y="2725986"/>
            <a:ext cx="6085569" cy="1423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0674D4-B9A1-4CED-9B74-ECB88C468A6F}"/>
              </a:ext>
            </a:extLst>
          </p:cNvPr>
          <p:cNvSpPr/>
          <p:nvPr/>
        </p:nvSpPr>
        <p:spPr>
          <a:xfrm>
            <a:off x="7112873" y="2649321"/>
            <a:ext cx="5022501" cy="1765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22F3F5-75A9-4562-A219-0D27E159A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" y="1330855"/>
            <a:ext cx="12192000" cy="12885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2C1C54-51F0-458A-80E5-D5C5E270A2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450" y="4657362"/>
            <a:ext cx="10732512" cy="180394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77D10A8-60FC-459A-9115-13E10702330A}"/>
              </a:ext>
            </a:extLst>
          </p:cNvPr>
          <p:cNvSpPr/>
          <p:nvPr/>
        </p:nvSpPr>
        <p:spPr>
          <a:xfrm>
            <a:off x="1027304" y="4657362"/>
            <a:ext cx="6936825" cy="19086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C3DC75-B6CA-4DBB-AC72-D26892C00D77}"/>
              </a:ext>
            </a:extLst>
          </p:cNvPr>
          <p:cNvSpPr/>
          <p:nvPr/>
        </p:nvSpPr>
        <p:spPr>
          <a:xfrm>
            <a:off x="8040821" y="4536197"/>
            <a:ext cx="3374431" cy="17656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9554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1026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9C3C6D-6061-4083-967D-38F66826D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1711"/>
            <a:ext cx="12192000" cy="168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027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F85DDD-26C0-4EE7-A88C-0F2AAE572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7692"/>
            <a:ext cx="12192000" cy="172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227</Words>
  <Application>Microsoft Office PowerPoint</Application>
  <PresentationFormat>Widescreen</PresentationFormat>
  <Paragraphs>67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Fragment Core</vt:lpstr>
      <vt:lpstr>Office Theme</vt:lpstr>
      <vt:lpstr>Finding A Formula 2</vt:lpstr>
      <vt:lpstr>From Last Lesson</vt:lpstr>
      <vt:lpstr>PowerPoint Presentation</vt:lpstr>
      <vt:lpstr>Practice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Finding A Formula 2</dc:title>
  <dc:creator>Nine LABUSCHAGNE</dc:creator>
  <cp:lastModifiedBy>Nine LABUSCHAGNE</cp:lastModifiedBy>
  <cp:revision>10</cp:revision>
  <dcterms:created xsi:type="dcterms:W3CDTF">2018-05-03T02:39:00Z</dcterms:created>
  <dcterms:modified xsi:type="dcterms:W3CDTF">2018-05-04T01:24:00Z</dcterms:modified>
</cp:coreProperties>
</file>