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61" r:id="rId3"/>
    <p:sldId id="272" r:id="rId4"/>
    <p:sldId id="273" r:id="rId5"/>
    <p:sldId id="274" r:id="rId6"/>
    <p:sldId id="275" r:id="rId7"/>
    <p:sldId id="280" r:id="rId8"/>
    <p:sldId id="276" r:id="rId9"/>
    <p:sldId id="281" r:id="rId10"/>
    <p:sldId id="282" r:id="rId11"/>
    <p:sldId id="283" r:id="rId12"/>
    <p:sldId id="286" r:id="rId13"/>
    <p:sldId id="284" r:id="rId14"/>
    <p:sldId id="285" r:id="rId15"/>
    <p:sldId id="287" r:id="rId16"/>
    <p:sldId id="279" r:id="rId17"/>
    <p:sldId id="288" r:id="rId18"/>
    <p:sldId id="289" r:id="rId19"/>
    <p:sldId id="265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0" y="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4ED40-A9A5-4646-ADBA-5954F8E3C326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218BA-EF52-44E9-858D-42D7B53929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476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734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161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72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9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3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958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8177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018FE-6ADA-46ED-A238-3E996FCA4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38B4B-5F50-4BD5-963B-C41321E16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3B127-6957-4FAB-8E5B-3FC044F6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28A1-4ABF-4BD2-A896-EAEEDA3FF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AC13F-9BA0-41BB-BA82-4E6F5A2EB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3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1D06-1529-4AF7-BC5D-E20BB29CF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E9E93-85F8-4AAC-ADB9-11E991D90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AF9EF-E1E8-4AE3-9EEC-6561E997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3DEEE-DF3A-4DA4-9AD8-48B8E8F8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82C2-42FA-4827-8440-77DC9DEE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0195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23EF-533D-481E-8922-F69DD6D6B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46B34-9364-4F71-BBA9-A88601374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9B29A-9AB1-4D0A-A646-00FDAED16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1187B-AA68-40DA-8057-067E6D5D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3D84E-58AF-4B66-AF01-2E9AB51B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62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4E0F-79A6-468B-8396-12DF2B4F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73864-349C-4581-A72C-9203720CA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1752D-EF57-4C76-AAB8-69400B1ED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07739-A690-4309-B382-DFA956404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B2AF8-AF46-42C0-B312-76263ED9D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77937-CEC0-4E4B-BCEE-220E2D86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6D9E-3E73-42B4-98D4-43F2CFF7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2E35-BC7E-497B-A568-4D45E3B08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065EE-959F-4D23-A83C-7BDBE4705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CDA1F-F077-4918-BF4E-B07108F38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01B33-35D4-4C55-BC48-148353111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2AFC0-3F48-4946-9FC8-8C6E46B6C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CB53D-E0C3-461B-B056-8A766A15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8E196-F5FD-44D4-AA24-9F33F490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72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990E-1D25-455C-A39F-4C10B41D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C8787-7A03-4707-9E1D-08E7BAF14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28697-670D-424C-A4A1-E4A1AA1A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D6E6E-C0E7-481A-B191-1AA5BC6F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94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CEAE0-80B5-48AD-870B-43AFAC5A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71C81B-B8B5-4CFE-8E52-D0D44399E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43B23-1504-456E-A8AF-B2C62B02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73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A2FC-A7BC-4C5A-AE12-E8438E25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72D52-9C4D-4A3E-8408-4264C7C7A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D7D44-2237-40B5-889B-C88DA9BD4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0191F-ABE6-49C2-A687-ED48C8833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21B3B-2535-49C0-B0FB-F91B6FD8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1FA82-AEF8-491A-866F-59B412869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5273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DEBC-B456-4C2D-AB41-DF8F34884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7F283-2190-485C-9F02-4ABB905D7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0407C-93D1-44F3-BA25-EEE922A1B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A2073-F618-4843-83A4-C7961CC3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2B984-FEFA-487C-9944-1C3F7E67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FBF39-F4D5-4E13-ACB4-3F09A70E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977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840D-E29B-4628-86D1-7BCFDF7C0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C060B-4384-4C1A-8327-89D599E9B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24768-FCBF-47E8-AB4B-89BA1549E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0D88-6A6C-400C-A243-ED2034A61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CEC90-F9C8-4683-975E-595A9CD3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34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10FF2A-C574-49DD-B857-90E9A36F7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D9D43-2FB4-44F4-A12E-6F095A130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D37CB-10AF-43D6-925B-C000E2D57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21999-F74F-49D2-93D3-BDAB3355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0B634-7FC6-467D-A6FA-68EA2E2B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3846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11678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4392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66738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97364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87CB4F-5527-4439-9E9E-A7F4B869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1AE52-73E5-45C6-B1B8-072EDF3FD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74195-5A61-4149-BF97-EA3EBD372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30EEE-8799-4F1A-8FA4-7F7B191DCE4B}" type="datetimeFigureOut">
              <a:rPr lang="en-AU" smtClean="0"/>
              <a:t>28/10/2018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DDC2A-14D9-482F-8564-CEC07440E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A224F-ADD3-4C95-9907-ED1E1E831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AD0B2-8FF1-4B3D-B8AF-DEABDF6A5C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55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Linear Equations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Solving Equations 2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use Backtracking to solve equations?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Operation BINGO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571518"/>
            <a:ext cx="10820400" cy="468350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>
              <a:buFont typeface="+mj-lt"/>
              <a:buAutoNum type="arabicPeriod"/>
            </a:pPr>
            <a:r>
              <a:rPr lang="en-AU" sz="3600" dirty="0">
                <a:latin typeface="Kiwi School Handwriting" panose="00000500000000000000" pitchFamily="2" charset="0"/>
              </a:rPr>
              <a:t>Draw a square 3 x 3</a:t>
            </a:r>
          </a:p>
          <a:p>
            <a:pPr marL="742950" indent="-742950">
              <a:buFont typeface="+mj-lt"/>
              <a:buAutoNum type="arabicPeriod"/>
            </a:pPr>
            <a:r>
              <a:rPr lang="en-AU" sz="3600" dirty="0">
                <a:latin typeface="Kiwi School Handwriting" panose="00000500000000000000" pitchFamily="2" charset="0"/>
              </a:rPr>
              <a:t>Fill it with the 4 operations </a:t>
            </a:r>
          </a:p>
          <a:p>
            <a:pPr marL="1352535" lvl="1" indent="-742950"/>
            <a:r>
              <a:rPr lang="en-AU" sz="3600" dirty="0">
                <a:latin typeface="Kiwi School Handwriting" panose="00000500000000000000" pitchFamily="2" charset="0"/>
              </a:rPr>
              <a:t>(+, -, ×, ÷)</a:t>
            </a:r>
          </a:p>
          <a:p>
            <a:pPr marL="742950" indent="-742950">
              <a:buFont typeface="+mj-lt"/>
              <a:buAutoNum type="arabicPeriod"/>
            </a:pPr>
            <a:r>
              <a:rPr lang="en-AU" sz="3600" dirty="0">
                <a:latin typeface="Kiwi School Handwriting" panose="00000500000000000000" pitchFamily="2" charset="0"/>
              </a:rPr>
              <a:t>You may use the operations more than once</a:t>
            </a:r>
          </a:p>
          <a:p>
            <a:pPr marL="742950" indent="-742950">
              <a:buFont typeface="+mj-lt"/>
              <a:buAutoNum type="arabicPeriod"/>
            </a:pPr>
            <a:r>
              <a:rPr lang="en-AU" sz="3600" dirty="0">
                <a:latin typeface="Kiwi School Handwriting" panose="00000500000000000000" pitchFamily="2" charset="0"/>
              </a:rPr>
              <a:t>Once you have three in a row shout</a:t>
            </a:r>
          </a:p>
          <a:p>
            <a:pPr marL="3657508" lvl="6" indent="0">
              <a:buNone/>
            </a:pPr>
            <a:endParaRPr lang="en-AU" sz="3600" dirty="0">
              <a:latin typeface="Kiwi School Handwriting" panose="00000500000000000000" pitchFamily="2" charset="0"/>
            </a:endParaRPr>
          </a:p>
          <a:p>
            <a:pPr marL="3657508" lvl="6" indent="0">
              <a:buNone/>
            </a:pPr>
            <a:r>
              <a:rPr lang="en-AU" sz="3600" dirty="0">
                <a:latin typeface="Kiwi School Handwriting" panose="00000500000000000000" pitchFamily="2" charset="0"/>
              </a:rPr>
              <a:t>BINGO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FDAD9D-5E3E-4577-9CCB-3EA962C88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375470"/>
              </p:ext>
            </p:extLst>
          </p:nvPr>
        </p:nvGraphicFramePr>
        <p:xfrm>
          <a:off x="8296965" y="4224865"/>
          <a:ext cx="3361635" cy="1977153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20545">
                  <a:extLst>
                    <a:ext uri="{9D8B030D-6E8A-4147-A177-3AD203B41FA5}">
                      <a16:colId xmlns:a16="http://schemas.microsoft.com/office/drawing/2014/main" val="1107278021"/>
                    </a:ext>
                  </a:extLst>
                </a:gridCol>
                <a:gridCol w="1120545">
                  <a:extLst>
                    <a:ext uri="{9D8B030D-6E8A-4147-A177-3AD203B41FA5}">
                      <a16:colId xmlns:a16="http://schemas.microsoft.com/office/drawing/2014/main" val="15937895"/>
                    </a:ext>
                  </a:extLst>
                </a:gridCol>
                <a:gridCol w="1120545">
                  <a:extLst>
                    <a:ext uri="{9D8B030D-6E8A-4147-A177-3AD203B41FA5}">
                      <a16:colId xmlns:a16="http://schemas.microsoft.com/office/drawing/2014/main" val="1159298872"/>
                    </a:ext>
                  </a:extLst>
                </a:gridCol>
              </a:tblGrid>
              <a:tr h="659051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184107"/>
                  </a:ext>
                </a:extLst>
              </a:tr>
              <a:tr h="659051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387030"/>
                  </a:ext>
                </a:extLst>
              </a:tr>
              <a:tr h="659051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335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3110EDA-1576-4066-9453-BF161607382E}"/>
              </a:ext>
            </a:extLst>
          </p:cNvPr>
          <p:cNvSpPr/>
          <p:nvPr/>
        </p:nvSpPr>
        <p:spPr>
          <a:xfrm>
            <a:off x="5052501" y="2431053"/>
            <a:ext cx="2203064" cy="2127695"/>
          </a:xfrm>
          <a:prstGeom prst="ellips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19900" dirty="0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</p:spTree>
    <p:extLst>
      <p:ext uri="{BB962C8B-B14F-4D97-AF65-F5344CB8AC3E}">
        <p14:creationId xmlns:p14="http://schemas.microsoft.com/office/powerpoint/2010/main" val="262458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1D8C01-D01E-49F2-8FFD-C17C27E36640}"/>
              </a:ext>
            </a:extLst>
          </p:cNvPr>
          <p:cNvSpPr/>
          <p:nvPr/>
        </p:nvSpPr>
        <p:spPr>
          <a:xfrm>
            <a:off x="5390432" y="2471520"/>
            <a:ext cx="2203064" cy="2127695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19900" dirty="0"/>
          </a:p>
        </p:txBody>
      </p:sp>
    </p:spTree>
    <p:extLst>
      <p:ext uri="{BB962C8B-B14F-4D97-AF65-F5344CB8AC3E}">
        <p14:creationId xmlns:p14="http://schemas.microsoft.com/office/powerpoint/2010/main" val="102762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7BC35F-DA56-4293-8738-C99A57433576}"/>
              </a:ext>
            </a:extLst>
          </p:cNvPr>
          <p:cNvSpPr/>
          <p:nvPr/>
        </p:nvSpPr>
        <p:spPr>
          <a:xfrm>
            <a:off x="4914901" y="2365152"/>
            <a:ext cx="2203064" cy="2127695"/>
          </a:xfrm>
          <a:prstGeom prst="ellipse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AU" sz="19900" dirty="0"/>
          </a:p>
        </p:txBody>
      </p:sp>
    </p:spTree>
    <p:extLst>
      <p:ext uri="{BB962C8B-B14F-4D97-AF65-F5344CB8AC3E}">
        <p14:creationId xmlns:p14="http://schemas.microsoft.com/office/powerpoint/2010/main" val="212404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3E569C4-1C69-47A6-88B5-89921C07F7C4}"/>
              </a:ext>
            </a:extLst>
          </p:cNvPr>
          <p:cNvSpPr/>
          <p:nvPr/>
        </p:nvSpPr>
        <p:spPr>
          <a:xfrm>
            <a:off x="5390322" y="2514209"/>
            <a:ext cx="2203064" cy="2127695"/>
          </a:xfrm>
          <a:prstGeom prst="ellipse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AU" sz="19900" dirty="0"/>
          </a:p>
        </p:txBody>
      </p:sp>
    </p:spTree>
    <p:extLst>
      <p:ext uri="{BB962C8B-B14F-4D97-AF65-F5344CB8AC3E}">
        <p14:creationId xmlns:p14="http://schemas.microsoft.com/office/powerpoint/2010/main" val="139941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3110EDA-1576-4066-9453-BF161607382E}"/>
              </a:ext>
            </a:extLst>
          </p:cNvPr>
          <p:cNvSpPr/>
          <p:nvPr/>
        </p:nvSpPr>
        <p:spPr>
          <a:xfrm>
            <a:off x="5052501" y="2431053"/>
            <a:ext cx="2203064" cy="2127695"/>
          </a:xfrm>
          <a:prstGeom prst="ellips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19900" dirty="0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</p:spTree>
    <p:extLst>
      <p:ext uri="{BB962C8B-B14F-4D97-AF65-F5344CB8AC3E}">
        <p14:creationId xmlns:p14="http://schemas.microsoft.com/office/powerpoint/2010/main" val="331988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3AAA26-304F-4AAE-9B93-7EFD020B69CE}"/>
              </a:ext>
            </a:extLst>
          </p:cNvPr>
          <p:cNvSpPr/>
          <p:nvPr/>
        </p:nvSpPr>
        <p:spPr>
          <a:xfrm>
            <a:off x="5430188" y="2503889"/>
            <a:ext cx="2203064" cy="2127695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17219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1D8C01-D01E-49F2-8FFD-C17C27E36640}"/>
              </a:ext>
            </a:extLst>
          </p:cNvPr>
          <p:cNvSpPr/>
          <p:nvPr/>
        </p:nvSpPr>
        <p:spPr>
          <a:xfrm>
            <a:off x="5390432" y="2471520"/>
            <a:ext cx="2203064" cy="2127695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19900" dirty="0"/>
          </a:p>
        </p:txBody>
      </p:sp>
    </p:spTree>
    <p:extLst>
      <p:ext uri="{BB962C8B-B14F-4D97-AF65-F5344CB8AC3E}">
        <p14:creationId xmlns:p14="http://schemas.microsoft.com/office/powerpoint/2010/main" val="145249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3E569C4-1C69-47A6-88B5-89921C07F7C4}"/>
              </a:ext>
            </a:extLst>
          </p:cNvPr>
          <p:cNvSpPr/>
          <p:nvPr/>
        </p:nvSpPr>
        <p:spPr>
          <a:xfrm>
            <a:off x="5390322" y="2514209"/>
            <a:ext cx="2203064" cy="2127695"/>
          </a:xfrm>
          <a:prstGeom prst="ellipse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AU" sz="19900" dirty="0"/>
          </a:p>
        </p:txBody>
      </p:sp>
    </p:spTree>
    <p:extLst>
      <p:ext uri="{BB962C8B-B14F-4D97-AF65-F5344CB8AC3E}">
        <p14:creationId xmlns:p14="http://schemas.microsoft.com/office/powerpoint/2010/main" val="221032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3AAA26-304F-4AAE-9B93-7EFD020B69CE}"/>
              </a:ext>
            </a:extLst>
          </p:cNvPr>
          <p:cNvSpPr/>
          <p:nvPr/>
        </p:nvSpPr>
        <p:spPr>
          <a:xfrm>
            <a:off x="5430188" y="2503889"/>
            <a:ext cx="2203064" cy="2127695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10901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3110EDA-1576-4066-9453-BF161607382E}"/>
              </a:ext>
            </a:extLst>
          </p:cNvPr>
          <p:cNvSpPr/>
          <p:nvPr/>
        </p:nvSpPr>
        <p:spPr>
          <a:xfrm>
            <a:off x="5052501" y="2431053"/>
            <a:ext cx="2203064" cy="2127695"/>
          </a:xfrm>
          <a:prstGeom prst="ellips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19900" dirty="0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</p:spTree>
    <p:extLst>
      <p:ext uri="{BB962C8B-B14F-4D97-AF65-F5344CB8AC3E}">
        <p14:creationId xmlns:p14="http://schemas.microsoft.com/office/powerpoint/2010/main" val="165861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3AAA26-304F-4AAE-9B93-7EFD020B69CE}"/>
              </a:ext>
            </a:extLst>
          </p:cNvPr>
          <p:cNvSpPr/>
          <p:nvPr/>
        </p:nvSpPr>
        <p:spPr>
          <a:xfrm>
            <a:off x="5430188" y="2503889"/>
            <a:ext cx="2203064" cy="2127695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33055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1D8C01-D01E-49F2-8FFD-C17C27E36640}"/>
              </a:ext>
            </a:extLst>
          </p:cNvPr>
          <p:cNvSpPr/>
          <p:nvPr/>
        </p:nvSpPr>
        <p:spPr>
          <a:xfrm>
            <a:off x="5390432" y="2471520"/>
            <a:ext cx="2203064" cy="2127695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19900" dirty="0"/>
          </a:p>
        </p:txBody>
      </p:sp>
    </p:spTree>
    <p:extLst>
      <p:ext uri="{BB962C8B-B14F-4D97-AF65-F5344CB8AC3E}">
        <p14:creationId xmlns:p14="http://schemas.microsoft.com/office/powerpoint/2010/main" val="267173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3110EDA-1576-4066-9453-BF161607382E}"/>
              </a:ext>
            </a:extLst>
          </p:cNvPr>
          <p:cNvSpPr/>
          <p:nvPr/>
        </p:nvSpPr>
        <p:spPr>
          <a:xfrm>
            <a:off x="5052501" y="2431053"/>
            <a:ext cx="2203064" cy="2127695"/>
          </a:xfrm>
          <a:prstGeom prst="ellipse">
            <a:avLst/>
          </a:prstGeom>
          <a:solidFill>
            <a:srgbClr val="66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99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19900" dirty="0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339ED1F0-90F4-4D24-A865-31D7DDD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72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Inverse of:</a:t>
            </a:r>
          </a:p>
        </p:txBody>
      </p:sp>
    </p:spTree>
    <p:extLst>
      <p:ext uri="{BB962C8B-B14F-4D97-AF65-F5344CB8AC3E}">
        <p14:creationId xmlns:p14="http://schemas.microsoft.com/office/powerpoint/2010/main" val="83056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956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05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Solving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5872"/>
            <a:ext cx="20595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Backtrack harder equations?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use Backtracking to solve equations?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50774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03679" y="1335406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2208706" y="3886627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3902248" y="3886629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7FA641-EC57-42FC-918B-B7A02AF1C54E}"/>
              </a:ext>
            </a:extLst>
          </p:cNvPr>
          <p:cNvSpPr/>
          <p:nvPr/>
        </p:nvSpPr>
        <p:spPr>
          <a:xfrm>
            <a:off x="6521858" y="3886627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2208706" y="4703370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3902248" y="4703372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59484-40A3-4E04-984F-C703E924F0AD}"/>
              </a:ext>
            </a:extLst>
          </p:cNvPr>
          <p:cNvSpPr/>
          <p:nvPr/>
        </p:nvSpPr>
        <p:spPr>
          <a:xfrm>
            <a:off x="6521858" y="4703370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708C92-6FF9-4318-A378-7D1A280FF9E9}"/>
              </a:ext>
            </a:extLst>
          </p:cNvPr>
          <p:cNvSpPr txBox="1"/>
          <p:nvPr/>
        </p:nvSpPr>
        <p:spPr>
          <a:xfrm>
            <a:off x="8729129" y="1662934"/>
            <a:ext cx="3395764" cy="5261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1: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Draw the flowchart boxes and the arrows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2: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top boxes and write the answer in the last bottom box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3: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Write the inverse operations on the chart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4: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boxes following the arrows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2793441" y="3306614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2" name="Arrow: Curved Down 41">
            <a:extLst>
              <a:ext uri="{FF2B5EF4-FFF2-40B4-BE49-F238E27FC236}">
                <a16:creationId xmlns:a16="http://schemas.microsoft.com/office/drawing/2014/main" id="{7285B529-769E-440E-A489-4B65DF2EDA8C}"/>
              </a:ext>
            </a:extLst>
          </p:cNvPr>
          <p:cNvSpPr/>
          <p:nvPr/>
        </p:nvSpPr>
        <p:spPr>
          <a:xfrm>
            <a:off x="5209445" y="3304132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DF0B4B8C-6BDD-4B38-BFAC-A9E6982C608C}"/>
              </a:ext>
            </a:extLst>
          </p:cNvPr>
          <p:cNvSpPr/>
          <p:nvPr/>
        </p:nvSpPr>
        <p:spPr>
          <a:xfrm rot="10800000">
            <a:off x="5083112" y="5584687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2517268" y="5584687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D56651B-342F-409F-8066-370FB60AB2EA}"/>
                  </a:ext>
                </a:extLst>
              </p:cNvPr>
              <p:cNvSpPr/>
              <p:nvPr/>
            </p:nvSpPr>
            <p:spPr>
              <a:xfrm>
                <a:off x="6594191" y="4002220"/>
                <a:ext cx="18337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D56651B-342F-409F-8066-370FB60AB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191" y="4002220"/>
                <a:ext cx="183377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4080064" y="400222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064" y="4002220"/>
                <a:ext cx="124867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DFE56A0-3034-4E48-A060-7FD2C0B11B11}"/>
                  </a:ext>
                </a:extLst>
              </p:cNvPr>
              <p:cNvSpPr/>
              <p:nvPr/>
            </p:nvSpPr>
            <p:spPr>
              <a:xfrm>
                <a:off x="6887406" y="4818963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DFE56A0-3034-4E48-A060-7FD2C0B11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406" y="4818963"/>
                <a:ext cx="124867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/>
              <p:nvPr/>
            </p:nvSpPr>
            <p:spPr>
              <a:xfrm>
                <a:off x="5708445" y="2719357"/>
                <a:ext cx="90742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445" y="2719357"/>
                <a:ext cx="907428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3180790" y="2659746"/>
                <a:ext cx="8290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790" y="2659746"/>
                <a:ext cx="82907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/>
              <p:nvPr/>
            </p:nvSpPr>
            <p:spPr>
              <a:xfrm>
                <a:off x="5554616" y="6080246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616" y="6080246"/>
                <a:ext cx="108276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/>
              <p:nvPr/>
            </p:nvSpPr>
            <p:spPr>
              <a:xfrm>
                <a:off x="3159317" y="6053853"/>
                <a:ext cx="7900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317" y="6053853"/>
                <a:ext cx="790018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/>
              <p:nvPr/>
            </p:nvSpPr>
            <p:spPr>
              <a:xfrm>
                <a:off x="2268021" y="1757888"/>
                <a:ext cx="59867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2(</m:t>
                      </m:r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+5)=14</m:t>
                      </m:r>
                    </m:oMath>
                  </m:oMathPara>
                </a14:m>
                <a:endParaRPr lang="en-AU" sz="2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021" y="1757888"/>
                <a:ext cx="5986748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4072282" y="4853578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282" y="4853578"/>
                <a:ext cx="1248675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/>
              <p:nvPr/>
            </p:nvSpPr>
            <p:spPr>
              <a:xfrm>
                <a:off x="2067413" y="481776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413" y="4817760"/>
                <a:ext cx="1248675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84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956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05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Solving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5872"/>
            <a:ext cx="20595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Backtrack harder equations?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use Backtracking to solve equations?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650774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03679" y="1335406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2208706" y="3886627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3902248" y="3886629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7FA641-EC57-42FC-918B-B7A02AF1C54E}"/>
              </a:ext>
            </a:extLst>
          </p:cNvPr>
          <p:cNvSpPr/>
          <p:nvPr/>
        </p:nvSpPr>
        <p:spPr>
          <a:xfrm>
            <a:off x="6521858" y="3886627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2208706" y="4703370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3902248" y="4703372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59484-40A3-4E04-984F-C703E924F0AD}"/>
              </a:ext>
            </a:extLst>
          </p:cNvPr>
          <p:cNvSpPr/>
          <p:nvPr/>
        </p:nvSpPr>
        <p:spPr>
          <a:xfrm>
            <a:off x="6521858" y="4703370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708C92-6FF9-4318-A378-7D1A280FF9E9}"/>
              </a:ext>
            </a:extLst>
          </p:cNvPr>
          <p:cNvSpPr txBox="1"/>
          <p:nvPr/>
        </p:nvSpPr>
        <p:spPr>
          <a:xfrm>
            <a:off x="8729129" y="1662934"/>
            <a:ext cx="3395764" cy="5261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1: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Draw the flowchart boxes and the arrows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2: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top boxes and write the answer in the last bottom box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3: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Write the inverse operations on the chart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4: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boxes following the arrows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2793441" y="3306614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2" name="Arrow: Curved Down 41">
            <a:extLst>
              <a:ext uri="{FF2B5EF4-FFF2-40B4-BE49-F238E27FC236}">
                <a16:creationId xmlns:a16="http://schemas.microsoft.com/office/drawing/2014/main" id="{7285B529-769E-440E-A489-4B65DF2EDA8C}"/>
              </a:ext>
            </a:extLst>
          </p:cNvPr>
          <p:cNvSpPr/>
          <p:nvPr/>
        </p:nvSpPr>
        <p:spPr>
          <a:xfrm>
            <a:off x="5209445" y="3304132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DF0B4B8C-6BDD-4B38-BFAC-A9E6982C608C}"/>
              </a:ext>
            </a:extLst>
          </p:cNvPr>
          <p:cNvSpPr/>
          <p:nvPr/>
        </p:nvSpPr>
        <p:spPr>
          <a:xfrm rot="10800000">
            <a:off x="5083112" y="5584687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2517268" y="5584687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4080064" y="400222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064" y="4002220"/>
                <a:ext cx="124867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DFE56A0-3034-4E48-A060-7FD2C0B11B11}"/>
                  </a:ext>
                </a:extLst>
              </p:cNvPr>
              <p:cNvSpPr/>
              <p:nvPr/>
            </p:nvSpPr>
            <p:spPr>
              <a:xfrm>
                <a:off x="6887406" y="4818963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DFE56A0-3034-4E48-A060-7FD2C0B11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406" y="4818963"/>
                <a:ext cx="124867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/>
              <p:nvPr/>
            </p:nvSpPr>
            <p:spPr>
              <a:xfrm>
                <a:off x="5708445" y="2719357"/>
                <a:ext cx="92025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445" y="2719357"/>
                <a:ext cx="920252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3180790" y="2659746"/>
                <a:ext cx="8290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790" y="2659746"/>
                <a:ext cx="82907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/>
              <p:nvPr/>
            </p:nvSpPr>
            <p:spPr>
              <a:xfrm>
                <a:off x="5554616" y="6080246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616" y="6080246"/>
                <a:ext cx="108276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/>
              <p:nvPr/>
            </p:nvSpPr>
            <p:spPr>
              <a:xfrm>
                <a:off x="3159317" y="6053853"/>
                <a:ext cx="7900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317" y="6053853"/>
                <a:ext cx="790018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/>
              <p:nvPr/>
            </p:nvSpPr>
            <p:spPr>
              <a:xfrm>
                <a:off x="2268021" y="1757888"/>
                <a:ext cx="5986748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</m:num>
                        <m:den>
                          <m:r>
                            <a:rPr lang="en-AU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021" y="1757888"/>
                <a:ext cx="5986748" cy="10143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4072282" y="4853578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282" y="4853578"/>
                <a:ext cx="1248675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/>
              <p:nvPr/>
            </p:nvSpPr>
            <p:spPr>
              <a:xfrm>
                <a:off x="2067413" y="481776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413" y="4817760"/>
                <a:ext cx="1248675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195F40B-7784-424A-AAAC-687B56FCF0FF}"/>
                  </a:ext>
                </a:extLst>
              </p:cNvPr>
              <p:cNvSpPr/>
              <p:nvPr/>
            </p:nvSpPr>
            <p:spPr>
              <a:xfrm>
                <a:off x="7069215" y="3916303"/>
                <a:ext cx="981935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195F40B-7784-424A-AAAC-687B56FCF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215" y="3916303"/>
                <a:ext cx="981935" cy="78380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79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9562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050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Solving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5872"/>
            <a:ext cx="20595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Backtrack harder equations?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use Backtracking to solve equations?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2208706" y="3886627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3902248" y="3886629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7FA641-EC57-42FC-918B-B7A02AF1C54E}"/>
              </a:ext>
            </a:extLst>
          </p:cNvPr>
          <p:cNvSpPr/>
          <p:nvPr/>
        </p:nvSpPr>
        <p:spPr>
          <a:xfrm>
            <a:off x="6521858" y="3886627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2208706" y="4703370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3902248" y="4703372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59484-40A3-4E04-984F-C703E924F0AD}"/>
              </a:ext>
            </a:extLst>
          </p:cNvPr>
          <p:cNvSpPr/>
          <p:nvPr/>
        </p:nvSpPr>
        <p:spPr>
          <a:xfrm>
            <a:off x="6521858" y="4703370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1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2793441" y="3306614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42" name="Arrow: Curved Down 41">
            <a:extLst>
              <a:ext uri="{FF2B5EF4-FFF2-40B4-BE49-F238E27FC236}">
                <a16:creationId xmlns:a16="http://schemas.microsoft.com/office/drawing/2014/main" id="{7285B529-769E-440E-A489-4B65DF2EDA8C}"/>
              </a:ext>
            </a:extLst>
          </p:cNvPr>
          <p:cNvSpPr/>
          <p:nvPr/>
        </p:nvSpPr>
        <p:spPr>
          <a:xfrm>
            <a:off x="5209445" y="3304132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DF0B4B8C-6BDD-4B38-BFAC-A9E6982C608C}"/>
              </a:ext>
            </a:extLst>
          </p:cNvPr>
          <p:cNvSpPr/>
          <p:nvPr/>
        </p:nvSpPr>
        <p:spPr>
          <a:xfrm rot="10800000">
            <a:off x="5083112" y="5584687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2517268" y="5584687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309" y="3986052"/>
                <a:ext cx="51488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4080064" y="400222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064" y="4002220"/>
                <a:ext cx="124867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/>
              <p:nvPr/>
            </p:nvSpPr>
            <p:spPr>
              <a:xfrm>
                <a:off x="8504923" y="2774506"/>
                <a:ext cx="92025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01E4963-D7C0-4751-9EF7-BC258C2F4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923" y="2774506"/>
                <a:ext cx="92025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5808310" y="2688310"/>
                <a:ext cx="8290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310" y="2688310"/>
                <a:ext cx="82907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/>
              <p:nvPr/>
            </p:nvSpPr>
            <p:spPr>
              <a:xfrm>
                <a:off x="8368733" y="6117741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733" y="6117741"/>
                <a:ext cx="108276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/>
              <p:nvPr/>
            </p:nvSpPr>
            <p:spPr>
              <a:xfrm>
                <a:off x="5717098" y="6138882"/>
                <a:ext cx="79001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175F6EB-F90B-4473-8E16-BEC49BE88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098" y="6138882"/>
                <a:ext cx="790018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/>
              <p:nvPr/>
            </p:nvSpPr>
            <p:spPr>
              <a:xfrm>
                <a:off x="3894032" y="1423287"/>
                <a:ext cx="5986748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AU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E91E7F-7402-46CC-B947-475EA629B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032" y="1423287"/>
                <a:ext cx="5986748" cy="10143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4064874" y="4824709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874" y="4824709"/>
                <a:ext cx="1248675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/>
              <p:nvPr/>
            </p:nvSpPr>
            <p:spPr>
              <a:xfrm>
                <a:off x="2067413" y="4817760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413" y="4817760"/>
                <a:ext cx="1248675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7E7BECC3-152F-46DB-BD70-CE48960B6DB9}"/>
              </a:ext>
            </a:extLst>
          </p:cNvPr>
          <p:cNvSpPr/>
          <p:nvPr/>
        </p:nvSpPr>
        <p:spPr>
          <a:xfrm>
            <a:off x="9417458" y="3883364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13014D-1215-40F9-AB50-CB3391B977C9}"/>
              </a:ext>
            </a:extLst>
          </p:cNvPr>
          <p:cNvSpPr/>
          <p:nvPr/>
        </p:nvSpPr>
        <p:spPr>
          <a:xfrm>
            <a:off x="9417458" y="4700107"/>
            <a:ext cx="1979772" cy="8192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5" name="Arrow: Curved Down 44">
            <a:extLst>
              <a:ext uri="{FF2B5EF4-FFF2-40B4-BE49-F238E27FC236}">
                <a16:creationId xmlns:a16="http://schemas.microsoft.com/office/drawing/2014/main" id="{9C20DCBA-0DAD-4E07-B927-525B297311FF}"/>
              </a:ext>
            </a:extLst>
          </p:cNvPr>
          <p:cNvSpPr/>
          <p:nvPr/>
        </p:nvSpPr>
        <p:spPr>
          <a:xfrm>
            <a:off x="7991332" y="3316094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56" name="Arrow: Curved Down 55">
            <a:extLst>
              <a:ext uri="{FF2B5EF4-FFF2-40B4-BE49-F238E27FC236}">
                <a16:creationId xmlns:a16="http://schemas.microsoft.com/office/drawing/2014/main" id="{10112448-2606-4918-A9A2-25E6F71E6DDA}"/>
              </a:ext>
            </a:extLst>
          </p:cNvPr>
          <p:cNvSpPr/>
          <p:nvPr/>
        </p:nvSpPr>
        <p:spPr>
          <a:xfrm rot="10800000">
            <a:off x="7864999" y="5596649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4E6640E-B041-4F93-8C02-33FA93B10A8C}"/>
                  </a:ext>
                </a:extLst>
              </p:cNvPr>
              <p:cNvSpPr/>
              <p:nvPr/>
            </p:nvSpPr>
            <p:spPr>
              <a:xfrm>
                <a:off x="3144270" y="2689118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4E6640E-B041-4F93-8C02-33FA93B10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270" y="2689118"/>
                <a:ext cx="1082767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F2DA707-D6A5-4A67-94D6-E95BD6DE7BFF}"/>
                  </a:ext>
                </a:extLst>
              </p:cNvPr>
              <p:cNvSpPr/>
              <p:nvPr/>
            </p:nvSpPr>
            <p:spPr>
              <a:xfrm>
                <a:off x="6718673" y="4011701"/>
                <a:ext cx="149522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F2DA707-D6A5-4A67-94D6-E95BD6DE7B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673" y="4011701"/>
                <a:ext cx="1495224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9CFE5F4-210B-43F8-BA21-C2A6078274A6}"/>
                  </a:ext>
                </a:extLst>
              </p:cNvPr>
              <p:cNvSpPr/>
              <p:nvPr/>
            </p:nvSpPr>
            <p:spPr>
              <a:xfrm>
                <a:off x="9824203" y="3916512"/>
                <a:ext cx="1166281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9CFE5F4-210B-43F8-BA21-C2A607827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203" y="3916512"/>
                <a:ext cx="1166281" cy="7861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AB6A7BD-B396-42BA-9B01-3B946001152B}"/>
                  </a:ext>
                </a:extLst>
              </p:cNvPr>
              <p:cNvSpPr/>
              <p:nvPr/>
            </p:nvSpPr>
            <p:spPr>
              <a:xfrm>
                <a:off x="9783005" y="4848754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AB6A7BD-B396-42BA-9B01-3B9460011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3005" y="4848754"/>
                <a:ext cx="1248675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CD445BE-90B1-45C4-A353-67B4A765F655}"/>
                  </a:ext>
                </a:extLst>
              </p:cNvPr>
              <p:cNvSpPr/>
              <p:nvPr/>
            </p:nvSpPr>
            <p:spPr>
              <a:xfrm>
                <a:off x="6867799" y="4848753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CD445BE-90B1-45C4-A353-67B4A765F6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799" y="4848753"/>
                <a:ext cx="1248675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7C931AF-67AA-4F59-976D-6F7B8E20CD5E}"/>
                  </a:ext>
                </a:extLst>
              </p:cNvPr>
              <p:cNvSpPr/>
              <p:nvPr/>
            </p:nvSpPr>
            <p:spPr>
              <a:xfrm>
                <a:off x="3030859" y="6159419"/>
                <a:ext cx="92025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7C931AF-67AA-4F59-976D-6F7B8E20C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859" y="6159419"/>
                <a:ext cx="920252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19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6" grpId="0"/>
      <p:bldP spid="47" grpId="0"/>
      <p:bldP spid="49" grpId="0"/>
      <p:bldP spid="50" grpId="0"/>
      <p:bldP spid="51" grpId="0"/>
      <p:bldP spid="52" grpId="0"/>
      <p:bldP spid="54" grpId="0"/>
      <p:bldP spid="55" grpId="0"/>
      <p:bldP spid="35" grpId="0" animBg="1"/>
      <p:bldP spid="36" grpId="0" animBg="1"/>
      <p:bldP spid="45" grpId="0" animBg="1"/>
      <p:bldP spid="56" grpId="0" animBg="1"/>
      <p:bldP spid="57" grpId="0"/>
      <p:bldP spid="58" grpId="0"/>
      <p:bldP spid="3" grpId="0"/>
      <p:bldP spid="59" grpId="0"/>
      <p:bldP spid="60" grpId="0"/>
      <p:bldP spid="6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B99F86-FDB7-41B4-BBF1-5AFC0EF74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41" y="0"/>
            <a:ext cx="9594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356</Words>
  <Application>Microsoft Office PowerPoint</Application>
  <PresentationFormat>Widescreen</PresentationFormat>
  <Paragraphs>119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Fragment Core</vt:lpstr>
      <vt:lpstr>Kiwi School Handwriting</vt:lpstr>
      <vt:lpstr>Office Theme</vt:lpstr>
      <vt:lpstr>Linear Equations</vt:lpstr>
      <vt:lpstr>Inverse Operation BINGO</vt:lpstr>
      <vt:lpstr>Inverse of:</vt:lpstr>
      <vt:lpstr>Inverse of:</vt:lpstr>
      <vt:lpstr>Inverse of:</vt:lpstr>
      <vt:lpstr>Inverse of:</vt:lpstr>
      <vt:lpstr>Inverse of:</vt:lpstr>
      <vt:lpstr>Inverse of:</vt:lpstr>
      <vt:lpstr>Inverse of:</vt:lpstr>
      <vt:lpstr>Inverse of:</vt:lpstr>
      <vt:lpstr>Inverse of:</vt:lpstr>
      <vt:lpstr>Inverse of:</vt:lpstr>
      <vt:lpstr>Inverse of:</vt:lpstr>
      <vt:lpstr>Inverse of:</vt:lpstr>
      <vt:lpstr>Inverse of: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Equations</dc:title>
  <dc:creator>Nine Stretch</dc:creator>
  <cp:lastModifiedBy>Nine Stretch</cp:lastModifiedBy>
  <cp:revision>12</cp:revision>
  <dcterms:created xsi:type="dcterms:W3CDTF">2018-10-28T09:23:05Z</dcterms:created>
  <dcterms:modified xsi:type="dcterms:W3CDTF">2018-10-28T09:51:35Z</dcterms:modified>
</cp:coreProperties>
</file>