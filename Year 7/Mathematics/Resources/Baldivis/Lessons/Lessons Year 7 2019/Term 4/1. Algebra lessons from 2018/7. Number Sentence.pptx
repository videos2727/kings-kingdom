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61" r:id="rId3"/>
    <p:sldId id="272" r:id="rId4"/>
    <p:sldId id="268" r:id="rId5"/>
    <p:sldId id="273" r:id="rId6"/>
    <p:sldId id="274" r:id="rId7"/>
    <p:sldId id="275" r:id="rId8"/>
    <p:sldId id="265" r:id="rId9"/>
    <p:sldId id="263" r:id="rId10"/>
    <p:sldId id="276" r:id="rId11"/>
    <p:sldId id="277" r:id="rId12"/>
    <p:sldId id="278" r:id="rId13"/>
    <p:sldId id="279" r:id="rId14"/>
    <p:sldId id="264" r:id="rId15"/>
    <p:sldId id="2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9" autoAdjust="0"/>
    <p:restoredTop sz="82367" autoAdjust="0"/>
  </p:normalViewPr>
  <p:slideViewPr>
    <p:cSldViewPr snapToGrid="0">
      <p:cViewPr varScale="1">
        <p:scale>
          <a:sx n="71" d="100"/>
          <a:sy n="71" d="100"/>
        </p:scale>
        <p:origin x="99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ADAE6-FE0B-4AEC-BC25-D76942F9F3DE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268D27-4F33-4CB0-B5FF-5A47B05177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542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8544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115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3079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58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8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55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334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6452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1825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9686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44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7241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97816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675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8F74-FF4E-4FD2-B506-277F068DC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1C0C2-02F6-4D44-A67B-9B2980E60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4C33F-F84F-40BA-9720-AC8575790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1622-8656-4147-A3F6-88AE708D0728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47B59-4465-4375-8EB9-A01E6E75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CC1B0-1146-48E6-90B8-BFAA32C3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6168-8196-46E0-A8C6-BE83029F4A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25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F697-D18F-4E8C-929A-C98182A7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F7647-3A27-491D-ADDF-D8B08BD1C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E7DAA-402C-4F7B-977B-1467D024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1622-8656-4147-A3F6-88AE708D0728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F322B-D162-407A-81E1-82869FD5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FB95D-1482-4323-AE70-163CC1EF3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6168-8196-46E0-A8C6-BE83029F4A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508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D53C-5417-4617-A701-0751DFD67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29AF7-A8DD-4A28-AFC3-84822B0B4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ED7A0-8CC0-4171-B3C8-A8922054B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1622-8656-4147-A3F6-88AE708D0728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A58AA-D8CC-4478-AC17-FDF7BDBC4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2944B-D006-42E7-818C-263DC152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6168-8196-46E0-A8C6-BE83029F4A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0309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D6B6F-7E31-4731-9C4C-60329CE33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B33B1-47DE-436F-9A27-972BC46FC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A41EE-47AA-4041-9CED-DD8AA7C20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BE1A4-90F8-4563-AEE4-183BD32E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1622-8656-4147-A3F6-88AE708D0728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A3C0B-6472-42E2-96D3-1B92C4943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B27A5-38F9-49C8-9063-D246EEE5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6168-8196-46E0-A8C6-BE83029F4A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41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C5541-41DB-4DCC-8AE5-F67525BE5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2205A-BF60-4CDA-9265-075645AA1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0E6B0-C869-437D-84D3-E825FCABC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4A61F-D173-41FF-A4D3-50C388570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8F5B61-0BF7-4D51-B488-943FF5984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CED876-8005-408D-A360-D0540B9CD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1622-8656-4147-A3F6-88AE708D0728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27746B-6354-4CAB-B745-B51CD5EF4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4CFC1-1D6B-4142-8E97-21E15564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6168-8196-46E0-A8C6-BE83029F4A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718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784D2-3110-4327-A4FC-17812326B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218589-646F-4AAC-BEE5-1077407F9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1622-8656-4147-A3F6-88AE708D0728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51A95-ED3A-43D9-9207-D90F30A02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4D58A-80E6-48C7-919D-476B08DD8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6168-8196-46E0-A8C6-BE83029F4A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5653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13A0BB-4AFD-4D09-8DB6-68C073C96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1622-8656-4147-A3F6-88AE708D0728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3391DB-7D91-48A4-9FEA-7C2B1DA3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A8F04-809C-4223-B5F9-58CB94EE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6168-8196-46E0-A8C6-BE83029F4A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1234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6A52-BD07-4EC6-9C6A-9056418B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1DE7E-D906-4035-B789-71A95987E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9734D-B8CC-406A-ADF1-B0E84928E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E7852-A87C-49A8-B9F1-4672424E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1622-8656-4147-A3F6-88AE708D0728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03BB8-E209-4710-B322-E4EAE7590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375FC-F41C-422F-9E34-947F0B419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6168-8196-46E0-A8C6-BE83029F4A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5689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E43E-EE6E-45DB-8F76-336891796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862654-3F6F-4E81-834C-38855E6597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D9115-3231-4268-9E6A-EA344BD3C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4419C-E732-4C9D-A4ED-E23029C6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1622-8656-4147-A3F6-88AE708D0728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0F845-9EBB-4CF4-B150-CEB91AE0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46E29-5C00-4F9F-B2FF-704F99C8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6168-8196-46E0-A8C6-BE83029F4A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7473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63D83-868C-4FBA-88C6-C9A3948B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7FA30-9DEB-4FC5-B2E6-18AE1D4DF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30A54-D35D-4FB9-86AB-518F7E097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1622-8656-4147-A3F6-88AE708D0728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534F6-F6E6-4F1D-BB51-2701E21D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8D30D-39EC-4195-AC64-5160ECAD9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6168-8196-46E0-A8C6-BE83029F4A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18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825F63-FD72-4A2D-8878-8876C87B4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DFEF6-294D-4E13-B54E-07BCD716C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DD3FF-235A-4E86-9D59-DC6CABB76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1622-8656-4147-A3F6-88AE708D0728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F8C69-8DD2-4220-B597-64B3ED608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9CBE6-8FA9-4952-A986-B28582B1F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6168-8196-46E0-A8C6-BE83029F4A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1121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17387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80746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666817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16230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76826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BB357B-11C7-44E9-9A9C-3CC6C7E4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F10A2-6FF1-4CE5-9B0A-26FAB4F7D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65AA2-0271-48DF-982D-82E4F8989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11622-8656-4147-A3F6-88AE708D0728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5F75-E409-4D6B-BB80-52DAF33456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C4174-4469-430A-9A62-54D2E1E99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D6168-8196-46E0-A8C6-BE83029F4A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4906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Algebra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Number Sentences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write number sentences?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Memory Madness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593035" y="1571518"/>
            <a:ext cx="10820400" cy="43323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Kiwi School Handwriting" panose="00000500000000000000" pitchFamily="2" charset="0"/>
              </a:rPr>
              <a:t>Without looking back in your book, how many words can you remember that means the same as the following 4 words:</a:t>
            </a:r>
          </a:p>
          <a:p>
            <a:pPr marL="571500" indent="-571500"/>
            <a:r>
              <a:rPr lang="en-AU" sz="3600" dirty="0">
                <a:latin typeface="Kiwi School Handwriting" panose="00000500000000000000" pitchFamily="2" charset="0"/>
              </a:rPr>
              <a:t>Addition</a:t>
            </a:r>
          </a:p>
          <a:p>
            <a:pPr marL="571500" indent="-571500"/>
            <a:r>
              <a:rPr lang="en-AU" sz="3600" dirty="0">
                <a:latin typeface="Kiwi School Handwriting" panose="00000500000000000000" pitchFamily="2" charset="0"/>
              </a:rPr>
              <a:t>Subtraction</a:t>
            </a:r>
          </a:p>
          <a:p>
            <a:pPr marL="571500" indent="-571500"/>
            <a:r>
              <a:rPr lang="en-AU" sz="3600" dirty="0">
                <a:latin typeface="Kiwi School Handwriting" panose="00000500000000000000" pitchFamily="2" charset="0"/>
              </a:rPr>
              <a:t>Multiplication</a:t>
            </a:r>
          </a:p>
          <a:p>
            <a:pPr marL="571500" indent="-571500"/>
            <a:r>
              <a:rPr lang="en-AU" sz="3600" dirty="0">
                <a:latin typeface="Kiwi School Handwriting" panose="00000500000000000000" pitchFamily="2" charset="0"/>
              </a:rPr>
              <a:t>Division</a:t>
            </a:r>
          </a:p>
          <a:p>
            <a:pPr marL="571500" indent="-571500"/>
            <a:endParaRPr lang="en-AU" sz="4000" dirty="0">
              <a:latin typeface="Kiwi School Handwriting" panose="00000500000000000000" pitchFamily="2" charset="0"/>
            </a:endParaRP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7265" y="4943872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1FFC6E-B281-44B7-976C-518CDF8C25A3}"/>
              </a:ext>
            </a:extLst>
          </p:cNvPr>
          <p:cNvSpPr txBox="1"/>
          <p:nvPr/>
        </p:nvSpPr>
        <p:spPr>
          <a:xfrm>
            <a:off x="511614" y="646611"/>
            <a:ext cx="224292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dirty="0">
                <a:solidFill>
                  <a:srgbClr val="7030A0"/>
                </a:solidFill>
              </a:rPr>
              <a:t>Addition +</a:t>
            </a:r>
          </a:p>
          <a:p>
            <a:endParaRPr lang="en-AU" sz="3200" dirty="0">
              <a:solidFill>
                <a:srgbClr val="7030A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Add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Sum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Plus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Both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Combined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Increase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Total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Join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3D7E0-9954-4E2E-BEB7-C5DE6585D143}"/>
              </a:ext>
            </a:extLst>
          </p:cNvPr>
          <p:cNvSpPr txBox="1"/>
          <p:nvPr/>
        </p:nvSpPr>
        <p:spPr>
          <a:xfrm>
            <a:off x="5851980" y="666205"/>
            <a:ext cx="3202543" cy="4585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dirty="0">
                <a:solidFill>
                  <a:srgbClr val="FF6600"/>
                </a:solidFill>
              </a:rPr>
              <a:t>Multiplication x</a:t>
            </a:r>
          </a:p>
          <a:p>
            <a:endParaRPr lang="en-AU" sz="3200" dirty="0">
              <a:solidFill>
                <a:srgbClr val="FF66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6600"/>
                </a:solidFill>
              </a:rPr>
              <a:t>By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6600"/>
                </a:solidFill>
              </a:rPr>
              <a:t>As much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6600"/>
                </a:solidFill>
              </a:rPr>
              <a:t>Equal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6600"/>
                </a:solidFill>
              </a:rPr>
              <a:t>Multiply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6600"/>
                </a:solidFill>
              </a:rPr>
              <a:t>Lots of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6600"/>
                </a:solidFill>
              </a:rPr>
              <a:t>Product of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6600"/>
                </a:solidFill>
              </a:rPr>
              <a:t>Times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0B75EB-DEDE-43C1-9627-9E8C9E1C12E2}"/>
              </a:ext>
            </a:extLst>
          </p:cNvPr>
          <p:cNvSpPr txBox="1"/>
          <p:nvPr/>
        </p:nvSpPr>
        <p:spPr>
          <a:xfrm>
            <a:off x="2960276" y="666205"/>
            <a:ext cx="264938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dirty="0">
                <a:solidFill>
                  <a:srgbClr val="00B050"/>
                </a:solidFill>
              </a:rPr>
              <a:t>Subtraction -</a:t>
            </a:r>
          </a:p>
          <a:p>
            <a:endParaRPr lang="en-AU" sz="3200" dirty="0">
              <a:solidFill>
                <a:srgbClr val="00B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Decrease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Difference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Left over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Minus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Reduce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Remains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Remove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Take Away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2FB66A-C8FD-4B89-9F34-01A629D4376D}"/>
              </a:ext>
            </a:extLst>
          </p:cNvPr>
          <p:cNvSpPr txBox="1"/>
          <p:nvPr/>
        </p:nvSpPr>
        <p:spPr>
          <a:xfrm>
            <a:off x="9296847" y="666205"/>
            <a:ext cx="2383538" cy="4585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dirty="0">
                <a:solidFill>
                  <a:srgbClr val="0070C0"/>
                </a:solidFill>
              </a:rPr>
              <a:t>Division </a:t>
            </a:r>
            <a:r>
              <a:rPr lang="en-AU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3600" b="1" dirty="0">
              <a:solidFill>
                <a:srgbClr val="0070C0"/>
              </a:solidFill>
            </a:endParaRPr>
          </a:p>
          <a:p>
            <a:endParaRPr lang="en-AU" sz="32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70C0"/>
                </a:solidFill>
              </a:rPr>
              <a:t>Average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70C0"/>
                </a:solidFill>
              </a:rPr>
              <a:t>Divide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70C0"/>
                </a:solidFill>
              </a:rPr>
              <a:t>Each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70C0"/>
                </a:solidFill>
              </a:rPr>
              <a:t>Equal Parts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70C0"/>
                </a:solidFill>
              </a:rPr>
              <a:t>Evenly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70C0"/>
                </a:solidFill>
              </a:rPr>
              <a:t>Out of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70C0"/>
                </a:solidFill>
              </a:rPr>
              <a:t>Quotient</a:t>
            </a:r>
          </a:p>
        </p:txBody>
      </p:sp>
    </p:spTree>
    <p:extLst>
      <p:ext uri="{BB962C8B-B14F-4D97-AF65-F5344CB8AC3E}">
        <p14:creationId xmlns:p14="http://schemas.microsoft.com/office/powerpoint/2010/main" val="228336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2697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Number Sentences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write number sentences?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39836C3-1E55-406A-BDCB-6779B1130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3916"/>
            <a:ext cx="12192000" cy="500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222625-E442-4758-A917-1C52192B88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0734"/>
          <a:stretch/>
        </p:blipFill>
        <p:spPr>
          <a:xfrm>
            <a:off x="1942803" y="1936556"/>
            <a:ext cx="10149155" cy="2458276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2697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Number Sentences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number sentence?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write number sentences?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5" y="1580871"/>
            <a:ext cx="954492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When the left hand side of the equation is EQUAL to the right hand side of the equation. 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85766E1E-DE78-40EF-AE1A-DD1C4183E0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0166"/>
          <a:stretch/>
        </p:blipFill>
        <p:spPr>
          <a:xfrm>
            <a:off x="1942802" y="4424661"/>
            <a:ext cx="10149155" cy="1237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EE0067-F233-4709-B533-8FD7A16B6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67148"/>
            <a:ext cx="12192000" cy="82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2697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Number Sentences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write number sentences?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DAC2EFE-5BBE-4B9F-9716-5157299EB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2205"/>
            <a:ext cx="12192000" cy="141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56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2697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Number Sentences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write number sentences?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0DAADAD-7F2B-4F2E-AD83-DE126B87D0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2977"/>
          <a:stretch/>
        </p:blipFill>
        <p:spPr>
          <a:xfrm>
            <a:off x="74751" y="1416533"/>
            <a:ext cx="9957146" cy="988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A23D4D-9616-454E-8E1E-E98932306D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978" r="61555"/>
          <a:stretch/>
        </p:blipFill>
        <p:spPr>
          <a:xfrm>
            <a:off x="6879743" y="1805519"/>
            <a:ext cx="3828014" cy="98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613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DDF30C-F748-4073-A50A-7D454811B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07633"/>
            <a:ext cx="12192000" cy="284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834414"/>
          </a:xfrm>
        </p:spPr>
        <p:txBody>
          <a:bodyPr>
            <a:normAutofit fontScale="90000"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BCA420-73C9-4167-9CCC-876217892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7854"/>
            <a:ext cx="12192000" cy="207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38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2697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Number Sentences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write number sentences?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EA2C5CE-C4FD-489F-A02C-5BA847807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6" y="1365895"/>
            <a:ext cx="12192000" cy="102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4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834414"/>
          </a:xfrm>
        </p:spPr>
        <p:txBody>
          <a:bodyPr>
            <a:normAutofit fontScale="90000"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56E2A7-325D-4ED9-B494-73CB8E5A6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9078"/>
            <a:ext cx="12192000" cy="2892769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751D8C-5FC2-44F4-955F-33BA2F0FEE81}"/>
              </a:ext>
            </a:extLst>
          </p:cNvPr>
          <p:cNvCxnSpPr>
            <a:cxnSpLocks/>
          </p:cNvCxnSpPr>
          <p:nvPr/>
        </p:nvCxnSpPr>
        <p:spPr>
          <a:xfrm>
            <a:off x="371061" y="2007704"/>
            <a:ext cx="652669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933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834414"/>
          </a:xfrm>
        </p:spPr>
        <p:txBody>
          <a:bodyPr>
            <a:normAutofit fontScale="90000"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F57584-EEE8-492C-884F-94989A32E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7024"/>
            <a:ext cx="12192000" cy="257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14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940432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Extension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33C929-0F5C-43C0-A040-28CE6DCF3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49" y="633206"/>
            <a:ext cx="8156539" cy="20503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70B460-74E7-49DC-907E-06B2228C0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384" y="2584688"/>
            <a:ext cx="9886288" cy="393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512062-807F-464E-8D3C-1E5A3266E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69" y="1032341"/>
            <a:ext cx="2943225" cy="1095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065B9A-D5AF-4CE0-BA49-2D40C8E3F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69" y="2215403"/>
            <a:ext cx="9439275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93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202</Words>
  <Application>Microsoft Office PowerPoint</Application>
  <PresentationFormat>Widescreen</PresentationFormat>
  <Paragraphs>91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Fragment Core</vt:lpstr>
      <vt:lpstr>Kiwi School Handwriting</vt:lpstr>
      <vt:lpstr>Office Theme</vt:lpstr>
      <vt:lpstr>Algebra</vt:lpstr>
      <vt:lpstr>Memory Madness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Practice</vt:lpstr>
      <vt:lpstr>PowerPoint Presentation</vt:lpstr>
      <vt:lpstr>Practice</vt:lpstr>
      <vt:lpstr>Practice</vt:lpstr>
      <vt:lpstr>Extension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</dc:title>
  <dc:creator>Nine Stretch</dc:creator>
  <cp:lastModifiedBy>Nine Stretch</cp:lastModifiedBy>
  <cp:revision>11</cp:revision>
  <dcterms:created xsi:type="dcterms:W3CDTF">2018-10-21T07:57:22Z</dcterms:created>
  <dcterms:modified xsi:type="dcterms:W3CDTF">2018-10-21T08:15:04Z</dcterms:modified>
</cp:coreProperties>
</file>