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69" r:id="rId3"/>
    <p:sldId id="270" r:id="rId4"/>
    <p:sldId id="268" r:id="rId5"/>
    <p:sldId id="271" r:id="rId6"/>
    <p:sldId id="272" r:id="rId7"/>
    <p:sldId id="263" r:id="rId8"/>
    <p:sldId id="273" r:id="rId9"/>
    <p:sldId id="274" r:id="rId10"/>
    <p:sldId id="265" r:id="rId11"/>
    <p:sldId id="26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0" autoAdjust="0"/>
    <p:restoredTop sz="94660"/>
  </p:normalViewPr>
  <p:slideViewPr>
    <p:cSldViewPr snapToGrid="0">
      <p:cViewPr varScale="1">
        <p:scale>
          <a:sx n="73" d="100"/>
          <a:sy n="73" d="100"/>
        </p:scale>
        <p:origin x="54" y="2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416D53-A349-494E-8361-29AA323FA3B3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6C0C3E-FBC6-4A02-A64B-9330B16D4A7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5618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0583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8158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998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3097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502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340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6014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5987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24844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/>
              <a:t>Teachers, print some info sheets to give to your kids to use.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61178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32093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84592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9705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91621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57081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50711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39829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2038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BD1F6-799B-4FF1-BF86-41AB2BCC4B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63F5CD-CBC7-4880-8F14-AB19AC794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D4A02-618C-4189-A923-807B4943B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82FE3-69CA-4150-8E88-83FA064E43B9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FC1D0-26A7-440A-8994-2A3638653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4D06A-AFFF-494E-8426-B8E99A3F1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F4D3-CC23-438E-9D40-00EC640D86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0047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B7DC5-148A-407F-A595-D4C24A381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128DF-777C-4358-8FE1-D16008E6B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C990D-5B1F-4A91-A679-AC669D505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82FE3-69CA-4150-8E88-83FA064E43B9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3F8F6-C4D9-4896-AFA7-5F55DE0AA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E1A56-1B79-4D5E-8351-8E190DF69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F4D3-CC23-438E-9D40-00EC640D86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3893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C60EC-E8B3-47AA-878D-0C5A677AF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41710-F8AA-49D4-AEC0-ACA5A4F28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61E45-5BBC-47F7-AC43-A943E6AF1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82FE3-69CA-4150-8E88-83FA064E43B9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A2EC1-FFE9-4367-A7FB-233196D0A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9FC1A-899B-4B1D-A6EA-EB6877BE3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F4D3-CC23-438E-9D40-00EC640D86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3828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8023B-CC0F-4571-94F0-E2B038D58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B2270-04B3-422A-9BCA-BEC29709EF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B5B33-4A5E-493C-A484-A39271D361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08F48-51F9-469F-B162-8A40C2F1D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82FE3-69CA-4150-8E88-83FA064E43B9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40CA4-C1D6-472B-91CF-3CDF8A8B9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11B2E4-A69C-4442-B628-E935CE42E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F4D3-CC23-438E-9D40-00EC640D86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1327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570D5-9644-418F-9750-0BE7E7534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7D473-1EA4-42A4-9909-E5526FE5E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1AFCD-E79E-4975-93DD-C1C71667A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EA30F3-15E0-4A73-BE5C-1FE0BF05D5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0566E4-80C7-4B01-9FB8-6962BC6DAB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C5809-64E7-4E67-973A-9868019D9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82FE3-69CA-4150-8E88-83FA064E43B9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2A6C1-0AE6-46D0-8D49-A87D5BF8A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0147A7-29F6-41A6-950C-F13F7AEA8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F4D3-CC23-438E-9D40-00EC640D86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394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A4C8-3D85-49E0-B8F9-7362BB70C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9F4AF-0EBC-47C6-8BBD-06A912591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82FE3-69CA-4150-8E88-83FA064E43B9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2B6515-249D-43DE-A222-8B0627D8E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A275E-31BA-4830-8FBB-0976B27F6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F4D3-CC23-438E-9D40-00EC640D86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1610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34709B-26AA-4F0F-B27D-713C2A970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82FE3-69CA-4150-8E88-83FA064E43B9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713E33-0AA8-48C7-82FE-7C3799EC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1EEEE-1FD9-4710-8920-27A52AC3F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F4D3-CC23-438E-9D40-00EC640D86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6921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E0156-3ACD-4056-8786-8B147785A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7B20A-DAC5-4607-B44A-60C607EF2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CA0D27-2263-4870-9AA7-D5C31C24A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410593-88AC-455A-909F-F59B1AB1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82FE3-69CA-4150-8E88-83FA064E43B9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B20A1-5BB5-4837-98AC-F28F301DA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09B10-CC3F-4876-9847-F109518B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F4D3-CC23-438E-9D40-00EC640D86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4244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A201E-BAEF-42FC-98E9-5147CD205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F53501-04D2-4B37-ACE1-05D7AA40A5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F4D1C-B19F-49C4-9BBB-6434618525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F47581-9569-4866-9456-97E942594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82FE3-69CA-4150-8E88-83FA064E43B9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06169-BAA8-403B-946F-926A7161D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FB958-955C-4A2D-B901-FD8C69AD8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F4D3-CC23-438E-9D40-00EC640D86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1057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F3241-8343-4F6A-9E6D-EA4CB672A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181F64-9906-4F04-B054-94CB7ABFF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10BDB-160B-4689-BEBD-FB03F276D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82FE3-69CA-4150-8E88-83FA064E43B9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74ACB-3ED1-4FBD-83B3-95145EBB1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F3527-1702-4107-8EE6-0C2F185A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F4D3-CC23-438E-9D40-00EC640D86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5770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3CCB54-3039-4091-BDD1-276918EDD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5A1ACB-4F62-4CF2-B669-AD2956F968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27A6E-A2AA-403B-B07C-508630D5B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82FE3-69CA-4150-8E88-83FA064E43B9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7D7EF-C910-4E11-9ED3-54865D1E9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641B-B2C6-4D1B-8A04-F8F18E3C1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0F4D3-CC23-438E-9D40-00EC640D86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70720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6252880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705083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860989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1477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240B93-C538-4163-9EE9-EF8E0B743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591A5-0596-46E3-B0F4-27A15ECF1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B85BA-25CD-44ED-BF12-A5B226CE8E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82FE3-69CA-4150-8E88-83FA064E43B9}" type="datetimeFigureOut">
              <a:rPr lang="en-AU" smtClean="0"/>
              <a:t>21/10/2018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32BC1-1D2D-42DC-96F6-891599DE31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EDCA2-E3F1-46E0-9330-CEFB3FF73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0F4D3-CC23-438E-9D40-00EC640D86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5373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Fragment Core" panose="02000504040000020003" pitchFamily="50" charset="0"/>
              </a:rPr>
              <a:t>Mrs</a:t>
            </a: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 Stretch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7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29" y="544058"/>
            <a:ext cx="9446339" cy="2488210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NEW TOPIC</a:t>
            </a:r>
            <a:br>
              <a:rPr lang="en-AU" b="1" dirty="0">
                <a:latin typeface="Fragment Core" panose="02000504040000020003" pitchFamily="50" charset="0"/>
              </a:rPr>
            </a:br>
            <a:r>
              <a:rPr lang="en-AU" b="1" dirty="0">
                <a:latin typeface="Fragment Core" panose="02000504040000020003" pitchFamily="50" charset="0"/>
              </a:rPr>
              <a:t>Linear Equations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F91EC9A-3144-4918-BD19-9E5D7508CEF1}"/>
              </a:ext>
            </a:extLst>
          </p:cNvPr>
          <p:cNvSpPr txBox="1">
            <a:spLocks/>
          </p:cNvSpPr>
          <p:nvPr/>
        </p:nvSpPr>
        <p:spPr>
          <a:xfrm>
            <a:off x="1372829" y="3181487"/>
            <a:ext cx="9446339" cy="1119144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Algebra Recap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EQ: What have we learnt about algebra so far?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6024081" y="0"/>
            <a:ext cx="0" cy="684399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-1" y="841913"/>
            <a:ext cx="6024082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1194274" y="495010"/>
            <a:ext cx="0" cy="6348989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479064" y="100023"/>
            <a:ext cx="1036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704" y="423829"/>
            <a:ext cx="631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Page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2927646" y="513634"/>
            <a:ext cx="0" cy="633036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05725" y="423829"/>
            <a:ext cx="62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3724" y="423829"/>
            <a:ext cx="139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6792" y="126304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Glossary or Formula Page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BB7B08-4440-4D2D-BEB5-0FCF84FF1817}"/>
              </a:ext>
            </a:extLst>
          </p:cNvPr>
          <p:cNvCxnSpPr>
            <a:cxnSpLocks/>
          </p:cNvCxnSpPr>
          <p:nvPr/>
        </p:nvCxnSpPr>
        <p:spPr>
          <a:xfrm>
            <a:off x="6065355" y="841913"/>
            <a:ext cx="6126645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B009663-A17A-419F-A984-AD0140476DA4}"/>
              </a:ext>
            </a:extLst>
          </p:cNvPr>
          <p:cNvCxnSpPr>
            <a:cxnSpLocks/>
          </p:cNvCxnSpPr>
          <p:nvPr/>
        </p:nvCxnSpPr>
        <p:spPr>
          <a:xfrm>
            <a:off x="7259630" y="495010"/>
            <a:ext cx="0" cy="6348989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0818468-9124-4B90-B3CB-D7E5860EA908}"/>
              </a:ext>
            </a:extLst>
          </p:cNvPr>
          <p:cNvSpPr txBox="1"/>
          <p:nvPr/>
        </p:nvSpPr>
        <p:spPr>
          <a:xfrm>
            <a:off x="6241706" y="423829"/>
            <a:ext cx="928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Word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40C921-A454-4175-9605-5FE38A08D796}"/>
              </a:ext>
            </a:extLst>
          </p:cNvPr>
          <p:cNvSpPr txBox="1"/>
          <p:nvPr/>
        </p:nvSpPr>
        <p:spPr>
          <a:xfrm>
            <a:off x="7647597" y="423829"/>
            <a:ext cx="1538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5947484" y="0"/>
            <a:ext cx="0" cy="685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4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6024082" y="620688"/>
            <a:ext cx="6167918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6024082" y="1196752"/>
            <a:ext cx="6167918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6057262" y="5680798"/>
            <a:ext cx="6095911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7392144" y="1196752"/>
            <a:ext cx="0" cy="4484046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05746" y="-8452"/>
            <a:ext cx="431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3241" y="749956"/>
            <a:ext cx="1532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4734" y="1280374"/>
            <a:ext cx="13665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7262" y="1253432"/>
            <a:ext cx="920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1726" y="5795386"/>
            <a:ext cx="878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0653" y="128245"/>
            <a:ext cx="729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Tasks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0549AA-3BC3-4787-9316-32BE6C85A247}"/>
              </a:ext>
            </a:extLst>
          </p:cNvPr>
          <p:cNvSpPr txBox="1"/>
          <p:nvPr/>
        </p:nvSpPr>
        <p:spPr>
          <a:xfrm>
            <a:off x="6757892" y="312911"/>
            <a:ext cx="563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5938" y="1704703"/>
            <a:ext cx="1590" cy="5153297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2778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Algebra Recap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3059897"/>
            <a:ext cx="18459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The Equal 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can we remember last time we did Algebra?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AA673E03-2B18-448A-8AE0-7FD6B6517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46355"/>
            <a:ext cx="12192000" cy="12315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B1B0CA-3BAB-45BC-ACBB-FF345150E6C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7664"/>
          <a:stretch/>
        </p:blipFill>
        <p:spPr>
          <a:xfrm>
            <a:off x="1926382" y="3203702"/>
            <a:ext cx="9965171" cy="150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32778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Algebra Recap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can we remember last time we did Algebra?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102D8F7-1F73-43F7-81A2-B71C3EE5F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6" y="1787926"/>
            <a:ext cx="12192000" cy="328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0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32778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Algebra Recap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can we remember last time we did Algebra?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EE277BAA-2B0B-4C09-819B-94C4A8C52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3916"/>
            <a:ext cx="12192000" cy="207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915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1FFC6E-B281-44B7-976C-518CDF8C25A3}"/>
              </a:ext>
            </a:extLst>
          </p:cNvPr>
          <p:cNvSpPr txBox="1"/>
          <p:nvPr/>
        </p:nvSpPr>
        <p:spPr>
          <a:xfrm>
            <a:off x="511614" y="646611"/>
            <a:ext cx="2242922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b="1" dirty="0">
                <a:solidFill>
                  <a:srgbClr val="7030A0"/>
                </a:solidFill>
              </a:rPr>
              <a:t>Addition +</a:t>
            </a:r>
          </a:p>
          <a:p>
            <a:endParaRPr lang="en-AU" sz="3200" dirty="0">
              <a:solidFill>
                <a:srgbClr val="7030A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7030A0"/>
                </a:solidFill>
              </a:rPr>
              <a:t>Add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7030A0"/>
                </a:solidFill>
              </a:rPr>
              <a:t>Sum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7030A0"/>
                </a:solidFill>
              </a:rPr>
              <a:t>Plus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7030A0"/>
                </a:solidFill>
              </a:rPr>
              <a:t>Both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7030A0"/>
                </a:solidFill>
              </a:rPr>
              <a:t>Combined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7030A0"/>
                </a:solidFill>
              </a:rPr>
              <a:t>Increase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7030A0"/>
                </a:solidFill>
              </a:rPr>
              <a:t>Total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7030A0"/>
                </a:solidFill>
              </a:rPr>
              <a:t>Join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F3D7E0-9954-4E2E-BEB7-C5DE6585D143}"/>
              </a:ext>
            </a:extLst>
          </p:cNvPr>
          <p:cNvSpPr txBox="1"/>
          <p:nvPr/>
        </p:nvSpPr>
        <p:spPr>
          <a:xfrm>
            <a:off x="5851980" y="666205"/>
            <a:ext cx="3202543" cy="4585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b="1" dirty="0">
                <a:solidFill>
                  <a:srgbClr val="FF6600"/>
                </a:solidFill>
              </a:rPr>
              <a:t>Multiplication x</a:t>
            </a:r>
          </a:p>
          <a:p>
            <a:endParaRPr lang="en-AU" sz="3200" dirty="0">
              <a:solidFill>
                <a:srgbClr val="FF66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FF6600"/>
                </a:solidFill>
              </a:rPr>
              <a:t>By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FF6600"/>
                </a:solidFill>
              </a:rPr>
              <a:t>As much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FF6600"/>
                </a:solidFill>
              </a:rPr>
              <a:t>Equal Groups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FF6600"/>
                </a:solidFill>
              </a:rPr>
              <a:t>Multiply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FF6600"/>
                </a:solidFill>
              </a:rPr>
              <a:t>Lots of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FF6600"/>
                </a:solidFill>
              </a:rPr>
              <a:t>Product of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FF6600"/>
                </a:solidFill>
              </a:rPr>
              <a:t>Times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0B75EB-DEDE-43C1-9627-9E8C9E1C12E2}"/>
              </a:ext>
            </a:extLst>
          </p:cNvPr>
          <p:cNvSpPr txBox="1"/>
          <p:nvPr/>
        </p:nvSpPr>
        <p:spPr>
          <a:xfrm>
            <a:off x="2960276" y="666205"/>
            <a:ext cx="2649380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b="1" dirty="0">
                <a:solidFill>
                  <a:srgbClr val="00B050"/>
                </a:solidFill>
              </a:rPr>
              <a:t>Subtraction -</a:t>
            </a:r>
          </a:p>
          <a:p>
            <a:endParaRPr lang="en-AU" sz="3200" dirty="0">
              <a:solidFill>
                <a:srgbClr val="00B05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B050"/>
                </a:solidFill>
              </a:rPr>
              <a:t>Decrease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B050"/>
                </a:solidFill>
              </a:rPr>
              <a:t>Difference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B050"/>
                </a:solidFill>
              </a:rPr>
              <a:t>Left over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B050"/>
                </a:solidFill>
              </a:rPr>
              <a:t>Minus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B050"/>
                </a:solidFill>
              </a:rPr>
              <a:t>Reduce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B050"/>
                </a:solidFill>
              </a:rPr>
              <a:t>Remains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B050"/>
                </a:solidFill>
              </a:rPr>
              <a:t>Remove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B050"/>
                </a:solidFill>
              </a:rPr>
              <a:t>Take Away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2FB66A-C8FD-4B89-9F34-01A629D4376D}"/>
              </a:ext>
            </a:extLst>
          </p:cNvPr>
          <p:cNvSpPr txBox="1"/>
          <p:nvPr/>
        </p:nvSpPr>
        <p:spPr>
          <a:xfrm>
            <a:off x="9296847" y="666205"/>
            <a:ext cx="2383538" cy="4585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b="1" dirty="0">
                <a:solidFill>
                  <a:srgbClr val="0070C0"/>
                </a:solidFill>
              </a:rPr>
              <a:t>Division </a:t>
            </a:r>
            <a:r>
              <a:rPr lang="en-AU" sz="3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endParaRPr lang="en-AU" sz="3600" b="1" dirty="0">
              <a:solidFill>
                <a:srgbClr val="0070C0"/>
              </a:solidFill>
            </a:endParaRPr>
          </a:p>
          <a:p>
            <a:endParaRPr lang="en-AU" sz="3200" dirty="0">
              <a:solidFill>
                <a:srgbClr val="0070C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70C0"/>
                </a:solidFill>
              </a:rPr>
              <a:t>Average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70C0"/>
                </a:solidFill>
              </a:rPr>
              <a:t>Divide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70C0"/>
                </a:solidFill>
              </a:rPr>
              <a:t>Each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70C0"/>
                </a:solidFill>
              </a:rPr>
              <a:t>Equal Parts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70C0"/>
                </a:solidFill>
              </a:rPr>
              <a:t>Evenly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70C0"/>
                </a:solidFill>
              </a:rPr>
              <a:t>Out of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>
                <a:solidFill>
                  <a:srgbClr val="0070C0"/>
                </a:solidFill>
              </a:rPr>
              <a:t>Quotient</a:t>
            </a:r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32778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Algebra Recap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can we remember last time we did Algebra?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4807BA2-6B6B-4E8A-B4E1-4F8DF4035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6" y="1423916"/>
            <a:ext cx="12192000" cy="196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55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32778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Algebra Recap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can we remember last time we did Algebra?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6C1715F1-BAB7-467A-B902-26DC4A2F3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518" y="1602135"/>
            <a:ext cx="6362700" cy="16383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18E8D7-9DBC-439C-85C6-7CC9A1D87638}"/>
              </a:ext>
            </a:extLst>
          </p:cNvPr>
          <p:cNvSpPr txBox="1"/>
          <p:nvPr/>
        </p:nvSpPr>
        <p:spPr>
          <a:xfrm>
            <a:off x="106761" y="3935108"/>
            <a:ext cx="2109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Substitution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EFFBE27-67FB-490D-B84E-371F8BA51701}"/>
              </a:ext>
            </a:extLst>
          </p:cNvPr>
          <p:cNvCxnSpPr>
            <a:cxnSpLocks/>
          </p:cNvCxnSpPr>
          <p:nvPr/>
        </p:nvCxnSpPr>
        <p:spPr>
          <a:xfrm>
            <a:off x="2291665" y="1296351"/>
            <a:ext cx="0" cy="5561649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EDAE98D-D7EC-4F4C-A96D-18A900FC7E5D}"/>
              </a:ext>
            </a:extLst>
          </p:cNvPr>
          <p:cNvSpPr txBox="1"/>
          <p:nvPr/>
        </p:nvSpPr>
        <p:spPr>
          <a:xfrm>
            <a:off x="2496638" y="3935108"/>
            <a:ext cx="76662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800" dirty="0">
                <a:solidFill>
                  <a:prstClr val="black"/>
                </a:solidFill>
              </a:rPr>
              <a:t>When you sub in a number where the letter was</a:t>
            </a:r>
          </a:p>
        </p:txBody>
      </p:sp>
    </p:spTree>
    <p:extLst>
      <p:ext uri="{BB962C8B-B14F-4D97-AF65-F5344CB8AC3E}">
        <p14:creationId xmlns:p14="http://schemas.microsoft.com/office/powerpoint/2010/main" val="2668637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068" y="11023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Word Wall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ACC931-FF5D-4D76-97DA-9455D194BAD1}"/>
              </a:ext>
            </a:extLst>
          </p:cNvPr>
          <p:cNvSpPr txBox="1"/>
          <p:nvPr/>
        </p:nvSpPr>
        <p:spPr>
          <a:xfrm>
            <a:off x="524773" y="1437508"/>
            <a:ext cx="950097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The class is going to create an Algebra Word Wall. We are going to use all the important words associated with Algebra and make posters for future reference. </a:t>
            </a:r>
          </a:p>
          <a:p>
            <a:pPr defTabSz="914126"/>
            <a:endParaRPr lang="en-US" sz="28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3200" b="1" dirty="0">
                <a:solidFill>
                  <a:srgbClr val="0070C0"/>
                </a:solidFill>
                <a:latin typeface="Fragment Core" panose="02000504040000020003" pitchFamily="50" charset="0"/>
              </a:rPr>
              <a:t>The best posters will be laminated and stuck on the wall. </a:t>
            </a:r>
          </a:p>
          <a:p>
            <a:pPr algn="ctr" defTabSz="914126"/>
            <a:endParaRPr lang="en-US" sz="3200" b="1" dirty="0">
              <a:solidFill>
                <a:srgbClr val="0070C0"/>
              </a:solidFill>
              <a:latin typeface="Fragment Core" panose="02000504040000020003" pitchFamily="50" charset="0"/>
            </a:endParaRPr>
          </a:p>
          <a:p>
            <a:pPr defTabSz="914126"/>
            <a:r>
              <a:rPr lang="en-US" sz="2800" b="1" dirty="0">
                <a:latin typeface="Fragment Core" panose="02000504040000020003" pitchFamily="50" charset="0"/>
              </a:rPr>
              <a:t>You will be given an information sheet to help you make the poster.</a:t>
            </a:r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62EDFF3C-F4A3-4552-B418-E4B5E37F4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9410" y="4875624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C06FAC-4911-4CCE-A534-A36D4F6A1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898" y="1829981"/>
            <a:ext cx="9385528" cy="35783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1FFC6E-B281-44B7-976C-518CDF8C25A3}"/>
              </a:ext>
            </a:extLst>
          </p:cNvPr>
          <p:cNvSpPr txBox="1"/>
          <p:nvPr/>
        </p:nvSpPr>
        <p:spPr>
          <a:xfrm>
            <a:off x="820103" y="756748"/>
            <a:ext cx="513655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b="1" dirty="0"/>
              <a:t>Addition +</a:t>
            </a:r>
          </a:p>
          <a:p>
            <a:endParaRPr lang="en-AU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Add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Sum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Plus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Both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Combined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Increase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Total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Join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68702EC-6F96-4A88-A940-DE66F5AD8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068" y="11023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Info Sheet 1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580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68702EC-6F96-4A88-A940-DE66F5AD8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068" y="11023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Info Sheet 2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7CFA3D-19EA-48DC-982F-6C991D3F757B}"/>
              </a:ext>
            </a:extLst>
          </p:cNvPr>
          <p:cNvSpPr txBox="1"/>
          <p:nvPr/>
        </p:nvSpPr>
        <p:spPr>
          <a:xfrm>
            <a:off x="831030" y="889843"/>
            <a:ext cx="2649380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b="1" dirty="0"/>
              <a:t>Subtraction -</a:t>
            </a:r>
          </a:p>
          <a:p>
            <a:endParaRPr lang="en-AU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Decrease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Difference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Left over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Minus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Reduce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Remains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Remove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Take Away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72F9C9-5D87-4802-B7E7-BE3747460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38" y="1403262"/>
            <a:ext cx="7442617" cy="488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147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1DBE44-FF1B-4D40-933F-382C8831E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749" y="2070464"/>
            <a:ext cx="8325393" cy="284944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68702EC-6F96-4A88-A940-DE66F5AD8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068" y="11023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Info Sheet 3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2F450F-9F5D-4FA7-9EA7-5853AAF7A782}"/>
              </a:ext>
            </a:extLst>
          </p:cNvPr>
          <p:cNvSpPr txBox="1"/>
          <p:nvPr/>
        </p:nvSpPr>
        <p:spPr>
          <a:xfrm>
            <a:off x="679089" y="960119"/>
            <a:ext cx="3202543" cy="4585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b="1" dirty="0"/>
              <a:t>Multiplication x</a:t>
            </a:r>
          </a:p>
          <a:p>
            <a:endParaRPr lang="en-AU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By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As much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Equal Groups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Multiply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Lots of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Product of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Times</a:t>
            </a:r>
          </a:p>
        </p:txBody>
      </p:sp>
    </p:spTree>
    <p:extLst>
      <p:ext uri="{BB962C8B-B14F-4D97-AF65-F5344CB8AC3E}">
        <p14:creationId xmlns:p14="http://schemas.microsoft.com/office/powerpoint/2010/main" val="399805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68702EC-6F96-4A88-A940-DE66F5AD8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068" y="11023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Info Sheet 4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414D72-2D9E-4FD9-833A-9AD373617526}"/>
              </a:ext>
            </a:extLst>
          </p:cNvPr>
          <p:cNvSpPr txBox="1"/>
          <p:nvPr/>
        </p:nvSpPr>
        <p:spPr>
          <a:xfrm>
            <a:off x="557795" y="698861"/>
            <a:ext cx="2383538" cy="4585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b="1" dirty="0"/>
              <a:t>Division </a:t>
            </a:r>
            <a:r>
              <a:rPr lang="en-AU" sz="3600" b="1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endParaRPr lang="en-AU" sz="3600" b="1" dirty="0"/>
          </a:p>
          <a:p>
            <a:endParaRPr lang="en-AU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Average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Divide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Each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Equal Parts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Evenly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Out of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3200" dirty="0"/>
              <a:t>Quotient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CA0339-DA46-47DE-ACC4-E689AE873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1828" y="1195251"/>
            <a:ext cx="8643346" cy="25707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C1087C-A497-4DC3-9B34-7C6A5B8F0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0122" y="3598817"/>
            <a:ext cx="6843716" cy="314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666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68702EC-6F96-4A88-A940-DE66F5AD8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068" y="11023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Info Sheet 5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0A2978-C768-4BA1-B48A-82B1D0066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0278"/>
            <a:ext cx="12192000" cy="492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249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68702EC-6F96-4A88-A940-DE66F5AD8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068" y="11023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Info Sheet 6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4E46C4-BDF6-4561-9D7B-94896989D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9230"/>
            <a:ext cx="12192000" cy="11815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5BB2D8-4583-4EBD-AC85-E0D9C89969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72258"/>
            <a:ext cx="12192000" cy="3909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363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68702EC-6F96-4A88-A940-DE66F5AD8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068" y="11023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Info Sheet 7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4E46C4-BDF6-4561-9D7B-94896989D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9230"/>
            <a:ext cx="12192000" cy="118157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F2772BF-AFC4-493C-868C-025D0D0B8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86262"/>
            <a:ext cx="12192000" cy="309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678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68702EC-6F96-4A88-A940-DE66F5AD8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068" y="11023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Info Sheet 8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4E46C4-BDF6-4561-9D7B-94896989D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9230"/>
            <a:ext cx="12192000" cy="11815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AECF11-FD16-4570-9DC0-12FFA10671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1" y="2397326"/>
            <a:ext cx="10428514" cy="446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4605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8E412A-D0B0-4570-9394-0AF401AC6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1406"/>
            <a:ext cx="12192000" cy="420066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4C5B25F-4B19-429C-BF6C-DFDBC1D57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068" y="11023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Info Sheet 9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164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872956-F5BB-4EAA-8D8F-72FF14DBA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8538"/>
            <a:ext cx="12192000" cy="554922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4C5B25F-4B19-429C-BF6C-DFDBC1D57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068" y="11023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Info Sheet 10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199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349</Words>
  <Application>Microsoft Office PowerPoint</Application>
  <PresentationFormat>Widescreen</PresentationFormat>
  <Paragraphs>157</Paragraphs>
  <Slides>21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Fragment Core</vt:lpstr>
      <vt:lpstr>Office Theme</vt:lpstr>
      <vt:lpstr>NEW TOPIC Linear Equations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Word Wall</vt:lpstr>
      <vt:lpstr>Info Sheet 1</vt:lpstr>
      <vt:lpstr>Info Sheet 2</vt:lpstr>
      <vt:lpstr>Info Sheet 3</vt:lpstr>
      <vt:lpstr>Info Sheet 4</vt:lpstr>
      <vt:lpstr>Info Sheet 5</vt:lpstr>
      <vt:lpstr>Info Sheet 6</vt:lpstr>
      <vt:lpstr>Info Sheet 7</vt:lpstr>
      <vt:lpstr>Info Sheet 8</vt:lpstr>
      <vt:lpstr>Info Sheet 9</vt:lpstr>
      <vt:lpstr>Info Sheet 10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TOPIC Linear Equations</dc:title>
  <dc:creator>Nine Stretch</dc:creator>
  <cp:lastModifiedBy>Nine Stretch</cp:lastModifiedBy>
  <cp:revision>14</cp:revision>
  <dcterms:created xsi:type="dcterms:W3CDTF">2018-10-15T07:45:23Z</dcterms:created>
  <dcterms:modified xsi:type="dcterms:W3CDTF">2018-10-21T07:56:44Z</dcterms:modified>
</cp:coreProperties>
</file>