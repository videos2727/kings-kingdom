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3" r:id="rId2"/>
    <p:sldId id="276" r:id="rId3"/>
    <p:sldId id="277" r:id="rId4"/>
    <p:sldId id="278" r:id="rId5"/>
    <p:sldId id="281" r:id="rId6"/>
    <p:sldId id="282" r:id="rId7"/>
    <p:sldId id="279" r:id="rId8"/>
    <p:sldId id="280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6A79980D-5534-4A0D-97B8-ED450B7543DB}"/>
    <pc:docChg chg="modSld">
      <pc:chgData name="Sarah James" userId="e5e3e68366f0feb3" providerId="LiveId" clId="{6A79980D-5534-4A0D-97B8-ED450B7543DB}" dt="2020-03-23T01:39:12.208" v="15" actId="14100"/>
      <pc:docMkLst>
        <pc:docMk/>
      </pc:docMkLst>
      <pc:sldChg chg="modSp mod">
        <pc:chgData name="Sarah James" userId="e5e3e68366f0feb3" providerId="LiveId" clId="{6A79980D-5534-4A0D-97B8-ED450B7543DB}" dt="2020-03-23T01:39:12.208" v="15" actId="14100"/>
        <pc:sldMkLst>
          <pc:docMk/>
          <pc:sldMk cId="4044549905" sldId="279"/>
        </pc:sldMkLst>
        <pc:spChg chg="mod">
          <ac:chgData name="Sarah James" userId="e5e3e68366f0feb3" providerId="LiveId" clId="{6A79980D-5534-4A0D-97B8-ED450B7543DB}" dt="2020-03-23T01:39:12.208" v="15" actId="14100"/>
          <ac:spMkLst>
            <pc:docMk/>
            <pc:sldMk cId="4044549905" sldId="279"/>
            <ac:spMk id="3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C83EB-AC38-4490-B21F-21E446C30E21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65599-710F-4A4F-831A-06829E28CD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3523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1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817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59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3682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0888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8306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803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3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618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B655B-D1EB-4657-8902-69F555FC57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4208A-2DDE-4F8A-BAD3-651D2063D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07FD4-4557-4D0D-8EA5-87A47F7A0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831F5-A2F9-4559-A00C-3FD8C9F28B52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0E671-31A7-46BC-A0BD-F984EDF92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FFF02-2832-45DA-97F2-69BA260C4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9C030-C775-4C8C-B1B0-1D505190D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3068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85B11-E443-402D-B6BF-D13CDA5E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59A13-C10F-4A6F-BDFA-C5835A3FD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9BB5A-EBC8-4E30-B6EB-7F2859D2A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831F5-A2F9-4559-A00C-3FD8C9F28B52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03CD9-58CC-4718-832B-63D545FF5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9741F-6C51-4BF5-AFBD-0556E6652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9C030-C775-4C8C-B1B0-1D505190D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0549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13C02-22B9-4372-94E1-FB8877A2C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0CA31-5F02-4EAE-958D-12FDF1A28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6CA56-70A3-4A01-9DF8-57DB1B1BA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831F5-A2F9-4559-A00C-3FD8C9F28B52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E9B66-0A9E-44AC-B37C-B417C908B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9CC89-9C54-4921-9BFB-54350F944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9C030-C775-4C8C-B1B0-1D505190D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0102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B891-F522-4CF5-B32E-4B82CFA6B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38B52-D95A-4C0F-BAB7-5DF0B052FD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1FFD1-4695-441D-9948-A94F31AC7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6AB45-F5A9-4FBC-9729-08D3FC819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831F5-A2F9-4559-A00C-3FD8C9F28B52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E8075-252F-439B-94E9-9C07CFF9C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52EE4-6E5F-4FAB-9B59-3229BEBA7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9C030-C775-4C8C-B1B0-1D505190D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0861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EC9E3-C16F-4DA7-A2AA-FC1D200EA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5374D-6D56-4EA4-A6D2-5B3C5108E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64665-E9B6-4469-9EAA-D94F52064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380197-B6AA-4A49-A128-01283064E9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42AACF-3669-4309-9C05-33A330A3E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A5FBEB-2301-4076-8107-D47F03D58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831F5-A2F9-4559-A00C-3FD8C9F28B52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B61810-72DB-4827-993E-46D882BED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CBE5C-6D69-494D-8299-DF319782F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9C030-C775-4C8C-B1B0-1D505190D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3259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4211F-3CBC-445C-B1D1-74DDE0E8D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5E56A5-7485-476E-97A2-97D9B4B35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831F5-A2F9-4559-A00C-3FD8C9F28B52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A23B75-7207-4DE5-AA31-8955384F8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318BF-1A7A-42DE-9CD4-E34CCD924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9C030-C775-4C8C-B1B0-1D505190D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717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141EF0-0949-47DE-BA25-BA67BC069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831F5-A2F9-4559-A00C-3FD8C9F28B52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A2DCF8-4548-4592-B045-E910ED610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B69B0-AD84-4203-B8F3-034455973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9C030-C775-4C8C-B1B0-1D505190D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5955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E2C30-E079-4A27-AA2F-B2E9FE627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AE521-F4DA-41A0-9A62-6354872B4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814D6-1348-467D-87E8-E105823CE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43317-8474-400F-A4BE-DDC1DB7B5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831F5-A2F9-4559-A00C-3FD8C9F28B52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4E5A2-A6B8-42E0-87BB-4E50B4F00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ADC3C-1C7E-43CA-876A-A28769CD6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9C030-C775-4C8C-B1B0-1D505190D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739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F1EAD-73E2-4314-A7BF-F59E7DCE1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B94C7C-3919-4C0C-8A97-2C1233F030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26EBB8-413B-4EA8-826E-FC6F35682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348A5-7F7E-4EC1-ADFB-3345A2669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831F5-A2F9-4559-A00C-3FD8C9F28B52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EF6FA-CD4B-450C-9B3F-DF73CC35B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EF4FC-5C15-476D-8AB2-FA0D4AFBB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9C030-C775-4C8C-B1B0-1D505190D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51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C5608-1B54-468C-A9F7-8BA71A623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F4722-45B6-43DD-A533-DDE12D315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712F6-59BD-416A-B705-775658751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831F5-A2F9-4559-A00C-3FD8C9F28B52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9C547-B615-4DB1-879C-C1D875DF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58855-8737-434E-A9FE-E1FF9C4FA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9C030-C775-4C8C-B1B0-1D505190D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3089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11102B-8BC5-4D00-A09C-072967CF2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CC6C73-76E9-49F1-9352-A65347F6B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67428-BD50-4E5C-B5D2-851611BDF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831F5-A2F9-4559-A00C-3FD8C9F28B52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754E7-0955-45B0-9620-43F6CCF78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9A9BB-68DD-428C-8929-234D348CB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9C030-C775-4C8C-B1B0-1D505190D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8610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69409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3191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A78FE5-7704-420B-BEA6-540D0933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A71DA-D82D-44A0-83FE-18E86909D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82FA4-329D-4298-A3BD-7E1F6B10D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831F5-A2F9-4559-A00C-3FD8C9F28B52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38F11-3B55-4EE6-8768-F10F87DB6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5F3E3-560D-4C77-9623-C9EA6B172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9C030-C775-4C8C-B1B0-1D505190D9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5660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1210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00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methods for adding and subtracting fractions?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23629" y="1419850"/>
                <a:ext cx="875713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𝑾𝒉𝒂𝒕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𝒂𝒓𝒆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𝒕𝒉𝒆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𝒎𝒆𝒕𝒉𝒐𝒅𝒔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𝒘𝒆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𝒉𝒂𝒗𝒆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𝒖𝒔𝒆𝒅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𝒔𝒐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𝒇𝒂𝒓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584775"/>
              </a:xfrm>
              <a:prstGeom prst="rect">
                <a:avLst/>
              </a:prstGeom>
              <a:blipFill>
                <a:blip r:embed="rId3"/>
                <a:stretch>
                  <a:fillRect r="-354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71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1210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Finding the Lowest Common Denominator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00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methods for adding and subtracting fractions?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23629" y="1419850"/>
                <a:ext cx="8757132" cy="4018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US" sz="2800" b="1" dirty="0">
                    <a:solidFill>
                      <a:prstClr val="black"/>
                    </a:solidFill>
                    <a:latin typeface="Calibri" panose="020F0502020204030204"/>
                  </a:rPr>
                  <a:t>Step 1: </a:t>
                </a:r>
                <a:r>
                  <a:rPr lang="en-US" sz="2800" dirty="0">
                    <a:solidFill>
                      <a:prstClr val="black"/>
                    </a:solidFill>
                    <a:latin typeface="Calibri" panose="020F0502020204030204"/>
                  </a:rPr>
                  <a:t>Find the Lowest Common Denominator (LCD)</a:t>
                </a:r>
              </a:p>
              <a:p>
                <a:pPr algn="ctr" defTabSz="914126"/>
                <a:r>
                  <a:rPr lang="en-US" sz="3600" b="1" dirty="0">
                    <a:solidFill>
                      <a:srgbClr val="0070C0"/>
                    </a:solidFill>
                    <a:latin typeface="Calibri" panose="020F0502020204030204"/>
                  </a:rPr>
                  <a:t>12</a:t>
                </a:r>
              </a:p>
              <a:p>
                <a:pPr defTabSz="914126"/>
                <a:endParaRPr lang="en-US" sz="28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US" sz="2800" b="1" dirty="0">
                    <a:solidFill>
                      <a:prstClr val="black"/>
                    </a:solidFill>
                    <a:latin typeface="Calibri" panose="020F0502020204030204"/>
                  </a:rPr>
                  <a:t>Step 2: </a:t>
                </a:r>
                <a:r>
                  <a:rPr lang="en-US" sz="2800" dirty="0">
                    <a:solidFill>
                      <a:prstClr val="black"/>
                    </a:solidFill>
                    <a:latin typeface="Calibri" panose="020F0502020204030204"/>
                  </a:rPr>
                  <a:t>Multiply the denominators and numerators so the fractions reflect the LCD  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4018792"/>
              </a:xfrm>
              <a:prstGeom prst="rect">
                <a:avLst/>
              </a:prstGeom>
              <a:blipFill>
                <a:blip r:embed="rId3"/>
                <a:stretch>
                  <a:fillRect l="-1392" b="-33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607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1210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Finding the Lowest Common Denominator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18673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methods for adding and </a:t>
            </a:r>
            <a:r>
              <a:rPr lang="en-AU" sz="2800" b="1" dirty="0" err="1">
                <a:solidFill>
                  <a:srgbClr val="FF5050"/>
                </a:solidFill>
                <a:latin typeface="Fragment Core" panose="02000504040000020003" pitchFamily="50" charset="0"/>
              </a:rPr>
              <a:t>subtractingfractions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23629" y="1419850"/>
                <a:ext cx="8757132" cy="5084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:r>
                  <a:rPr lang="en-US" sz="2800" b="1" dirty="0">
                    <a:solidFill>
                      <a:prstClr val="black"/>
                    </a:solidFill>
                    <a:latin typeface="Calibri" panose="020F0502020204030204"/>
                  </a:rPr>
                  <a:t>Step 2: </a:t>
                </a:r>
                <a:r>
                  <a:rPr lang="en-US" sz="2800" dirty="0">
                    <a:solidFill>
                      <a:prstClr val="black"/>
                    </a:solidFill>
                    <a:latin typeface="Calibri" panose="020F0502020204030204"/>
                  </a:rPr>
                  <a:t>Multiply the denominators and numerators so the fractions reflect the LCD</a:t>
                </a:r>
              </a:p>
              <a:p>
                <a:pPr defTabSz="914126"/>
                <a:endParaRPr lang="en-US" sz="28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ctr" defTabSz="914126"/>
                <a14:m>
                  <m:oMath xmlns:m="http://schemas.openxmlformats.org/officeDocument/2006/math">
                    <m:f>
                      <m:fPr>
                        <m:ctrlPr>
                          <a:rPr lang="en-AU" sz="7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7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7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AU" sz="7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AU" sz="72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    </m:t>
                    </m:r>
                    <m:f>
                      <m:fPr>
                        <m:ctrlPr>
                          <a:rPr lang="en-AU" sz="7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7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7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sz="7200" dirty="0">
                    <a:solidFill>
                      <a:prstClr val="black"/>
                    </a:solidFill>
                    <a:latin typeface="Calibri" panose="020F0502020204030204"/>
                  </a:rPr>
                  <a:t>  </a:t>
                </a:r>
              </a:p>
              <a:p>
                <a:pPr algn="ctr" defTabSz="914126"/>
                <a:endParaRPr lang="en-US" sz="54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  <m:r>
                        <a:rPr lang="en-AU" sz="4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AU" sz="44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  </m:t>
                      </m:r>
                      <m:f>
                        <m:fPr>
                          <m:ctrlP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  <m:r>
                        <a:rPr lang="en-AU" sz="44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</m:oMath>
                  </m:oMathPara>
                </a14:m>
                <a:endParaRPr lang="en-US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5084084"/>
              </a:xfrm>
              <a:prstGeom prst="rect">
                <a:avLst/>
              </a:prstGeom>
              <a:blipFill>
                <a:blip r:embed="rId3"/>
                <a:stretch>
                  <a:fillRect l="-1392" t="-11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61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Together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9A24D-2D99-4E0E-ABB5-C47BAF625F74}"/>
              </a:ext>
            </a:extLst>
          </p:cNvPr>
          <p:cNvSpPr/>
          <p:nvPr/>
        </p:nvSpPr>
        <p:spPr>
          <a:xfrm>
            <a:off x="9036628" y="4225636"/>
            <a:ext cx="2708563" cy="11499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3C10A1-1697-4385-9502-6F18CAD33905}"/>
                  </a:ext>
                </a:extLst>
              </p:cNvPr>
              <p:cNvSpPr txBox="1"/>
              <p:nvPr/>
            </p:nvSpPr>
            <p:spPr>
              <a:xfrm>
                <a:off x="1628775" y="923925"/>
                <a:ext cx="6629400" cy="1176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Use the grid method or written method to find the following: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3C10A1-1697-4385-9502-6F18CAD33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775" y="923925"/>
                <a:ext cx="6629400" cy="1176412"/>
              </a:xfrm>
              <a:prstGeom prst="rect">
                <a:avLst/>
              </a:prstGeom>
              <a:blipFill>
                <a:blip r:embed="rId3"/>
                <a:stretch>
                  <a:fillRect l="-735" t="-31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6898B0F-ED16-4C80-BEF9-D30638710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62" y="1909614"/>
            <a:ext cx="2347913" cy="16976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61FD33-A722-44BF-AC86-010A9DE511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6112" y="1940121"/>
            <a:ext cx="2347913" cy="16989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A22D34-4667-4794-9E6D-1E2E0F804AF3}"/>
              </a:ext>
            </a:extLst>
          </p:cNvPr>
          <p:cNvSpPr txBox="1"/>
          <p:nvPr/>
        </p:nvSpPr>
        <p:spPr>
          <a:xfrm>
            <a:off x="2809875" y="24574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7E8617-AABD-4E4B-B469-E9F596C5CAD7}"/>
              </a:ext>
            </a:extLst>
          </p:cNvPr>
          <p:cNvSpPr txBox="1"/>
          <p:nvPr/>
        </p:nvSpPr>
        <p:spPr>
          <a:xfrm>
            <a:off x="6096000" y="2407666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58A712-862C-4698-833D-CEE2F13A9C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7512" y="2018160"/>
            <a:ext cx="2347913" cy="17032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272BC3-0C9B-4E88-9FB6-772F1498A7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174" y="3895882"/>
            <a:ext cx="8158162" cy="268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252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Together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9A24D-2D99-4E0E-ABB5-C47BAF625F74}"/>
              </a:ext>
            </a:extLst>
          </p:cNvPr>
          <p:cNvSpPr/>
          <p:nvPr/>
        </p:nvSpPr>
        <p:spPr>
          <a:xfrm>
            <a:off x="9036628" y="4225636"/>
            <a:ext cx="2708563" cy="11499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BA9090-6CEB-446C-9982-D60582BFD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7" y="6272361"/>
            <a:ext cx="5953125" cy="15049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3C10A1-1697-4385-9502-6F18CAD33905}"/>
                  </a:ext>
                </a:extLst>
              </p:cNvPr>
              <p:cNvSpPr txBox="1"/>
              <p:nvPr/>
            </p:nvSpPr>
            <p:spPr>
              <a:xfrm>
                <a:off x="247650" y="179770"/>
                <a:ext cx="6629400" cy="1201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Use the grid method or written method to find the following: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400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3C10A1-1697-4385-9502-6F18CAD33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" y="179770"/>
                <a:ext cx="6629400" cy="1201355"/>
              </a:xfrm>
              <a:prstGeom prst="rect">
                <a:avLst/>
              </a:prstGeom>
              <a:blipFill>
                <a:blip r:embed="rId4"/>
                <a:stretch>
                  <a:fillRect l="-828" t="-25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0151EA7-2186-4481-B4B8-233223EE24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434" y="1700361"/>
            <a:ext cx="7267575" cy="4752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8F171B-81C5-4D49-9738-0CCF167F1D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2575" y="2081361"/>
            <a:ext cx="682942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0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9A24D-2D99-4E0E-ABB5-C47BAF625F74}"/>
              </a:ext>
            </a:extLst>
          </p:cNvPr>
          <p:cNvSpPr/>
          <p:nvPr/>
        </p:nvSpPr>
        <p:spPr>
          <a:xfrm>
            <a:off x="9036628" y="4225636"/>
            <a:ext cx="2708563" cy="11499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BA9090-6CEB-446C-9982-D60582BFD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09" y="1995636"/>
            <a:ext cx="10794161" cy="27287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3C10A1-1697-4385-9502-6F18CAD33905}"/>
              </a:ext>
            </a:extLst>
          </p:cNvPr>
          <p:cNvSpPr txBox="1"/>
          <p:nvPr/>
        </p:nvSpPr>
        <p:spPr>
          <a:xfrm>
            <a:off x="247650" y="179770"/>
            <a:ext cx="6629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the grid method or written method to find the following:</a:t>
            </a:r>
          </a:p>
          <a:p>
            <a:endParaRPr lang="en-US" sz="24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3952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2364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4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Mixed Numbers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4" y="777754"/>
            <a:ext cx="121888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methods for adding and subtracting mixed numbers?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23629" y="1419850"/>
                <a:ext cx="8757132" cy="3812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US" sz="2800" b="1" dirty="0">
                    <a:solidFill>
                      <a:prstClr val="black"/>
                    </a:solidFill>
                    <a:latin typeface="Calibri" panose="020F0502020204030204"/>
                  </a:rPr>
                  <a:t>Step 1: </a:t>
                </a:r>
                <a:r>
                  <a:rPr lang="en-US" sz="2800" dirty="0">
                    <a:solidFill>
                      <a:prstClr val="black"/>
                    </a:solidFill>
                    <a:latin typeface="Calibri" panose="020F0502020204030204"/>
                  </a:rPr>
                  <a:t>Add the whole numbers together then the fractions</a:t>
                </a:r>
              </a:p>
              <a:p>
                <a:pPr defTabSz="914126"/>
                <a:endParaRPr lang="en-US" sz="28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3812582"/>
              </a:xfrm>
              <a:prstGeom prst="rect">
                <a:avLst/>
              </a:prstGeom>
              <a:blipFill>
                <a:blip r:embed="rId3"/>
                <a:stretch>
                  <a:fillRect l="-1392" r="-11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549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1210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4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Mixed Numbers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1502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methods for adding and subtracting fractions?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937012" y="1315025"/>
                <a:ext cx="8757132" cy="5172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:r>
                  <a:rPr lang="en-US" sz="2800" b="1" dirty="0">
                    <a:solidFill>
                      <a:prstClr val="black"/>
                    </a:solidFill>
                    <a:latin typeface="Calibri" panose="020F0502020204030204"/>
                  </a:rPr>
                  <a:t>Step 2: </a:t>
                </a:r>
                <a:r>
                  <a:rPr lang="en-US" sz="2800" dirty="0">
                    <a:solidFill>
                      <a:prstClr val="black"/>
                    </a:solidFill>
                    <a:latin typeface="Calibri" panose="020F0502020204030204"/>
                  </a:rPr>
                  <a:t>Simplify the answer.</a:t>
                </a:r>
              </a:p>
              <a:p>
                <a:pPr defTabSz="914126"/>
                <a:endParaRPr lang="en-US" sz="28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AU" sz="3200" b="1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f>
                        <m:fPr>
                          <m:ctrlPr>
                            <a:rPr lang="en-AU" sz="3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srgbClr val="FFC000"/>
                  </a:solidFill>
                </a:endParaRPr>
              </a:p>
              <a:p>
                <a:pPr defTabSz="914126"/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f>
                        <m:fPr>
                          <m:ctrlP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012" y="1315025"/>
                <a:ext cx="8757132" cy="5172506"/>
              </a:xfrm>
              <a:prstGeom prst="rect">
                <a:avLst/>
              </a:prstGeom>
              <a:blipFill>
                <a:blip r:embed="rId3"/>
                <a:stretch>
                  <a:fillRect l="-1462" t="-117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95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033625-9389-421F-A6FB-2987B2BF63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1898"/>
          <a:stretch/>
        </p:blipFill>
        <p:spPr>
          <a:xfrm>
            <a:off x="583985" y="524616"/>
            <a:ext cx="3274505" cy="36852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0EE770-1C0A-4922-94DD-9A07943219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050"/>
          <a:stretch/>
        </p:blipFill>
        <p:spPr>
          <a:xfrm>
            <a:off x="4910574" y="524616"/>
            <a:ext cx="3217788" cy="368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267</Words>
  <Application>Microsoft Office PowerPoint</Application>
  <PresentationFormat>Widescreen</PresentationFormat>
  <Paragraphs>81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Fragment Core</vt:lpstr>
      <vt:lpstr>Office Theme</vt:lpstr>
      <vt:lpstr>PowerPoint Presentation</vt:lpstr>
      <vt:lpstr>PowerPoint Presentation</vt:lpstr>
      <vt:lpstr>PowerPoint Presentation</vt:lpstr>
      <vt:lpstr>Together</vt:lpstr>
      <vt:lpstr>Together</vt:lpstr>
      <vt:lpstr>Practice</vt:lpstr>
      <vt:lpstr>PowerPoint Presentation</vt:lpstr>
      <vt:lpstr>PowerPoint Presentation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James</dc:creator>
  <cp:lastModifiedBy>Sarah James</cp:lastModifiedBy>
  <cp:revision>4</cp:revision>
  <dcterms:created xsi:type="dcterms:W3CDTF">2020-03-16T23:56:48Z</dcterms:created>
  <dcterms:modified xsi:type="dcterms:W3CDTF">2020-03-23T01:39:23Z</dcterms:modified>
</cp:coreProperties>
</file>