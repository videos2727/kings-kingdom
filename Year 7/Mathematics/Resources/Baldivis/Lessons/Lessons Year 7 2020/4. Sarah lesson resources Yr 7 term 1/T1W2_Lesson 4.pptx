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328" r:id="rId3"/>
    <p:sldId id="32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598" autoAdjust="0"/>
  </p:normalViewPr>
  <p:slideViewPr>
    <p:cSldViewPr snapToGrid="0">
      <p:cViewPr varScale="1">
        <p:scale>
          <a:sx n="52" d="100"/>
          <a:sy n="52" d="100"/>
        </p:scale>
        <p:origin x="122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0DA38074-47C0-4F97-9318-84CAA20A6BF7}"/>
    <pc:docChg chg="custSel modSld">
      <pc:chgData name="Sarah James" userId="e5e3e68366f0feb3" providerId="LiveId" clId="{0DA38074-47C0-4F97-9318-84CAA20A6BF7}" dt="2020-02-14T01:39:13.835" v="53" actId="115"/>
      <pc:docMkLst>
        <pc:docMk/>
      </pc:docMkLst>
      <pc:sldChg chg="modSp mod">
        <pc:chgData name="Sarah James" userId="e5e3e68366f0feb3" providerId="LiveId" clId="{0DA38074-47C0-4F97-9318-84CAA20A6BF7}" dt="2020-02-14T01:39:13.835" v="53" actId="115"/>
        <pc:sldMkLst>
          <pc:docMk/>
          <pc:sldMk cId="454662396" sldId="329"/>
        </pc:sldMkLst>
        <pc:spChg chg="mod">
          <ac:chgData name="Sarah James" userId="e5e3e68366f0feb3" providerId="LiveId" clId="{0DA38074-47C0-4F97-9318-84CAA20A6BF7}" dt="2020-02-14T01:39:13.835" v="53" actId="115"/>
          <ac:spMkLst>
            <pc:docMk/>
            <pc:sldMk cId="454662396" sldId="329"/>
            <ac:spMk id="3" creationId="{0DE3860C-C5B8-4F28-ADD4-108E4927E8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AC153-E38C-4DF3-B140-18753C08A9B5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28BFF-4426-49DB-B8CB-D6FEC99F37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07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-1+-13= -14/2=-7</a:t>
            </a:r>
          </a:p>
          <a:p>
            <a:endParaRPr lang="en-US" dirty="0"/>
          </a:p>
          <a:p>
            <a:r>
              <a:rPr lang="en-US" dirty="0"/>
              <a:t>7+-19= -12/2=-6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28BFF-4426-49DB-B8CB-D6FEC99F371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284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12EB1-4871-4012-B71C-1D16164FE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A6E57-329A-488F-BB1B-FFEA4C4D5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78490-1F8C-4251-8BF4-D26B097B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94DD2-DE3B-4E65-8324-184E9B6C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744B6-B0BF-4810-B1C6-4DB5AF8B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34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CA09-8D2B-400A-B946-AA5B8B81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47F72-B560-4A50-AB88-E7EC635F7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3E1A0-FD67-4F42-9531-BA24FAF4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EC5A9-9286-49F0-89FA-688C909D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59F62-CDD7-486B-BBCA-A864D11A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3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2C4F-3534-4E2F-B5F6-201751A5A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1232A-22E9-4C94-A07D-39C391390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ECFF1-94B4-4B1E-ABEB-05200756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52A0F-3014-49E3-9B2B-5289138A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0CC94-E4E1-4671-A4C9-F3EAE417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450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E84D-E741-4B91-A4BC-C9533AE4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07067-0974-49F9-8DD5-3A9425B71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7746F-A74B-49A9-9CE9-B201154B3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3FBAC-FB87-4283-9C49-036C4C7D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E3943-1895-4FFB-91EB-7D93B2D8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D6202-3400-4053-8341-18FA1792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34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A315-A699-4804-B9EC-B605F7E9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E76E3-DB77-404B-931C-354152119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8CC69-02ED-4A7D-B77D-24C438BE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5F955-7CDC-43AB-94C2-E86C894C3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491C8-2562-4C41-AB55-0BC02EE1B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5EB60-32F5-45FA-91E8-8B33DF1A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6B179-3DCB-47BE-95E4-9EC83581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22F5A-D6C5-4536-98D6-6BF7689B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863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05AA-5C91-4686-BE9E-9B6AC85A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6CE37-7170-42D1-8826-0852867C3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F383B-52CB-466F-835A-C7D26F96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D84243-9988-4895-B996-C3711190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840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A7C8E-D244-483B-9F00-12855CF1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F8F66-C3CE-4925-9131-4A15DACB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A5FDA-A84E-4223-BD33-636BA94B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17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0DBF-050F-4AF8-A1C7-433C6769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29941-692A-49E5-977A-1E3C1BEA3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1DBB7-FDB7-4E6A-B98E-EEC5238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09E40-E470-4897-9959-604E6B5A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EFD1C-793A-4DE3-8782-EC68D505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72C01-4D61-48F0-9D00-4E52A55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98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B019-FD17-4462-91FB-3726E30A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097BCB-E254-430E-A48B-80DD07772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E706C-D83D-4B52-B70A-A1C288B23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2CB05-4D5C-4AAD-A95D-4E00712A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AF0BA-7986-4A8C-B699-79B317DA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2F51-B840-4CC1-BE48-3F0B9374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3274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ED228-EDC5-41FE-A6ED-035CD459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F5E64-CF93-4E30-9AD3-78BCAC698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8948-ED60-449F-BA82-2D1A1670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6E17-3311-4FC0-B69D-AD42D99E2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19633-E2AB-4CF5-8669-814A3028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744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39199-62CA-408D-A06C-4D9E76D84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9BE93-D604-48EC-BE88-2D72DBBD8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A9EC0-FE17-4AA9-8D18-268A67A5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EBC9D-1479-4C2F-9B9F-1E98B1F4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8C9BC-A1DB-4E4E-8521-426E643A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079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70AF3-5BAD-406D-B57A-5E4264E4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05D70-8A7D-491D-ACBD-093F3C1E8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6B7B4-908C-4E41-849A-669F96012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7C17-23B2-4AE4-9963-42DD93E847E2}" type="datetimeFigureOut">
              <a:rPr lang="en-AU" smtClean="0"/>
              <a:t>14/02/2020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B0075-CAAE-440A-97E5-993E37264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BBC08-31A8-4A83-AA95-3813E2A79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546DD-51B8-4343-B66E-8A28B689B3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325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Integers?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How do we use patterns of tens and ones in a hundreds chart?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  <a:p>
            <a:pPr marL="285750" indent="-285750">
              <a:buFontTx/>
              <a:buChar char="-"/>
            </a:pPr>
            <a:r>
              <a:rPr lang="en-US" dirty="0"/>
              <a:t>Put hardcopy of math space sheet in library section. Check your mark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Complete on working out side: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1. What number is halfway between -1 and -13</a:t>
            </a:r>
          </a:p>
          <a:p>
            <a:pPr marL="285750" indent="-285750">
              <a:buFontTx/>
              <a:buChar char="-"/>
            </a:pPr>
            <a:r>
              <a:rPr lang="en-US" dirty="0"/>
              <a:t>2. What number is halfway between 7 and -19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in a hundreds chart?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dirty="0"/>
              <a:t>Our number system is “base ten” which means that we work in multiples of ten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7CC44-059E-4E25-9685-D13D4DD42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615" y="2645450"/>
            <a:ext cx="3566508" cy="421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in a hundreds chart?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7" y="1893405"/>
            <a:ext cx="7284117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dirty="0"/>
              <a:t>Work on “Extending Patterns in Hundreds </a:t>
            </a:r>
            <a:r>
              <a:rPr lang="en-GB" sz="2200" dirty="0" err="1"/>
              <a:t>Chart”worksheet</a:t>
            </a:r>
            <a:endParaRPr lang="en-GB" sz="2200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2FE2E-89D5-4762-977D-316B58DB6559}"/>
              </a:ext>
            </a:extLst>
          </p:cNvPr>
          <p:cNvSpPr txBox="1"/>
          <p:nvPr/>
        </p:nvSpPr>
        <p:spPr>
          <a:xfrm>
            <a:off x="4683210" y="2785284"/>
            <a:ext cx="5864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Early finishers: </a:t>
            </a:r>
          </a:p>
          <a:p>
            <a:r>
              <a:rPr lang="en-US" dirty="0"/>
              <a:t>1. Write the 4 missing numbers </a:t>
            </a:r>
          </a:p>
          <a:p>
            <a:endParaRPr lang="en-US" dirty="0"/>
          </a:p>
          <a:p>
            <a:endParaRPr lang="en-AU" dirty="0"/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3BB92F11-C364-45F7-8447-61CD292DC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912550"/>
              </p:ext>
            </p:extLst>
          </p:nvPr>
        </p:nvGraphicFramePr>
        <p:xfrm>
          <a:off x="8055035" y="3149320"/>
          <a:ext cx="263422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993">
                  <a:extLst>
                    <a:ext uri="{9D8B030D-6E8A-4147-A177-3AD203B41FA5}">
                      <a16:colId xmlns:a16="http://schemas.microsoft.com/office/drawing/2014/main" val="1723661630"/>
                    </a:ext>
                  </a:extLst>
                </a:gridCol>
                <a:gridCol w="861666">
                  <a:extLst>
                    <a:ext uri="{9D8B030D-6E8A-4147-A177-3AD203B41FA5}">
                      <a16:colId xmlns:a16="http://schemas.microsoft.com/office/drawing/2014/main" val="654441570"/>
                    </a:ext>
                  </a:extLst>
                </a:gridCol>
                <a:gridCol w="879562">
                  <a:extLst>
                    <a:ext uri="{9D8B030D-6E8A-4147-A177-3AD203B41FA5}">
                      <a16:colId xmlns:a16="http://schemas.microsoft.com/office/drawing/2014/main" val="875384088"/>
                    </a:ext>
                  </a:extLst>
                </a:gridCol>
              </a:tblGrid>
              <a:tr h="123111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974860"/>
                  </a:ext>
                </a:extLst>
              </a:tr>
              <a:tr h="123111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667746"/>
                  </a:ext>
                </a:extLst>
              </a:tr>
              <a:tr h="12311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7340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DE3860C-C5B8-4F28-ADD4-108E4927E8CE}"/>
              </a:ext>
            </a:extLst>
          </p:cNvPr>
          <p:cNvSpPr/>
          <p:nvPr/>
        </p:nvSpPr>
        <p:spPr>
          <a:xfrm>
            <a:off x="4683211" y="4471263"/>
            <a:ext cx="59847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2. Complete “One in a million” worksheet. </a:t>
            </a:r>
            <a:r>
              <a:rPr lang="en-US" b="1" u="sng" dirty="0"/>
              <a:t>Don’t</a:t>
            </a:r>
            <a:r>
              <a:rPr lang="en-US" dirty="0"/>
              <a:t> do the Activity questions with the cards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66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203</Words>
  <Application>Microsoft Office PowerPoint</Application>
  <PresentationFormat>Widescreen</PresentationFormat>
  <Paragraphs>39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Topic: Integers?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Integers?</dc:title>
  <dc:creator>Sarah James</dc:creator>
  <cp:lastModifiedBy>Sarah James</cp:lastModifiedBy>
  <cp:revision>5</cp:revision>
  <dcterms:created xsi:type="dcterms:W3CDTF">2020-02-12T02:27:50Z</dcterms:created>
  <dcterms:modified xsi:type="dcterms:W3CDTF">2020-02-14T01:39:23Z</dcterms:modified>
</cp:coreProperties>
</file>