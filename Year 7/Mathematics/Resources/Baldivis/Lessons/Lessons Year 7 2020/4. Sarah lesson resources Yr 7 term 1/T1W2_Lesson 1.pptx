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328B07C9-29AB-4AED-89B6-F0AFAEF3057D}"/>
    <pc:docChg chg="modSld">
      <pc:chgData name="Sarah James" userId="e5e3e68366f0feb3" providerId="LiveId" clId="{328B07C9-29AB-4AED-89B6-F0AFAEF3057D}" dt="2020-02-10T01:41:40.647" v="22" actId="14100"/>
      <pc:docMkLst>
        <pc:docMk/>
      </pc:docMkLst>
      <pc:sldChg chg="modSp mod">
        <pc:chgData name="Sarah James" userId="e5e3e68366f0feb3" providerId="LiveId" clId="{328B07C9-29AB-4AED-89B6-F0AFAEF3057D}" dt="2020-02-10T01:41:40.647" v="22" actId="14100"/>
        <pc:sldMkLst>
          <pc:docMk/>
          <pc:sldMk cId="2324522627" sldId="264"/>
        </pc:sldMkLst>
        <pc:spChg chg="mod">
          <ac:chgData name="Sarah James" userId="e5e3e68366f0feb3" providerId="LiveId" clId="{328B07C9-29AB-4AED-89B6-F0AFAEF3057D}" dt="2020-02-10T01:41:40.647" v="22" actId="14100"/>
          <ac:spMkLst>
            <pc:docMk/>
            <pc:sldMk cId="2324522627" sldId="264"/>
            <ac:spMk id="5" creationId="{669D999E-2AE5-44CF-80B5-9452C7FF97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8C3E-671E-448C-8CF8-93D3FD625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B2168-C823-479A-8E0D-ACC410489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776D-A7EF-4D3A-96B6-7362FD1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1126-2146-42EC-A3D2-4D6FB3A7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5DD99-F039-4C7B-A039-B4883760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929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D410-A296-4373-B025-80614911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5885F-CD19-4DB7-85FC-B213A6679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522F-5575-4987-AC13-C7770AF6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247E-AE28-4996-A8C2-66793321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F46F2-ED83-4F6B-928F-33E17482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40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432E-5308-4576-8075-9CEBC465D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F8139-E3F2-4886-AE10-82CC15CFA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0BE4-D824-41DD-8E94-A2590BB1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95B48-20FC-4557-9829-0FDD7A19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DE26-1B63-4A66-B6DA-C5EBD159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97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FDE1-76D1-415B-A8FA-139EAB06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5E80-FB68-496E-B786-78EA618A8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B1B6C-AF96-487A-87D8-A513E7CF5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59204-66D2-41F2-BB91-C81EB16F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FBEAA-84E3-402D-A63E-EC1BC0EB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458B3-C7CF-469D-BBF1-D079D4B0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08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7653-FDF9-45AA-8644-0A54EE02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C5DB2-C415-4355-A243-E876366E9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490A0-CB11-4EA9-AB1E-DD0669CB6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44C82-0993-4506-A295-D0E39EDC9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62898-D399-457E-9963-91AD31681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0EAA5-567F-49E4-965D-4AF4EF011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4F669-6006-41F1-9FD0-B58033F2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8CC416-735A-4AEB-A2D1-F3358E2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86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2172-E45E-4A12-872C-587D78E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0DAA0-CD0F-4E57-8387-5618B1B1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3617B-61B8-4D5C-BFDE-25322EE7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F30CE-43B4-4836-A855-05326967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628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D035C-9534-4BA6-9728-91C0EB6C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36DF6-C0B3-4DA5-8652-9F69BCB3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18376-3A35-4774-8818-9AEC4096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27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4FEF-FDE3-4A6F-8DFA-36864F2B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CB46-4D78-48FD-B684-759D98392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1F793-34AD-4577-8FD4-510ED5F96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2EB7-37CA-42FC-941D-58C2D257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F1FA-ABA7-4011-855D-754FB589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3A0E6-6FAD-4194-8ED5-8FF5815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374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E669-8566-4110-AB82-F868D5C5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281B5-695C-4C4E-A3F3-C51ABAC8D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5361E-287B-4B38-8F53-888D2B2CD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D9837-2C03-40C8-9F7F-C66019A0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FE851-4F20-447F-A56D-65DA3D57D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BBBEE-7FC1-4D78-A658-581918E9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82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C86D-D08D-4485-B902-49CC1DF8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5D4EF-BFB3-4031-8D8F-2917B62BE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1D603-0920-46C9-94EB-81269164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9C29-0433-4128-9662-34A1AAD4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AC42-E0AF-402C-95F4-8D9A1FE4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33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2EDFF-0C04-4033-B3C4-4AEB91579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D489F-57A7-43C8-97A4-22B5B412D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9C019-84FB-48E2-B1D5-E2D82305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863CF-5F42-44EB-B2B8-0AA15326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EDAB7-8753-47DC-A5F8-1CAE9938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55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71914-B07A-4280-AF90-137C1CD7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7F0AD-B292-48D0-8418-80088437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CA48D-7CB8-49CE-A012-3EEE706FA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2CD21-ECC5-4911-829C-3F58C9596C8B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BB78-630D-4A91-91B8-06C0D63DD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93B3F-B1DA-4197-BEF5-E9E3CA424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F4D9-75DD-45D4-9227-9AD7F3CDA5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48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Integers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AU" dirty="0"/>
              <a:t>EQ: How do I place numbers on  a number line?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69806" y="1398389"/>
            <a:ext cx="62833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342900" indent="-342900">
              <a:buAutoNum type="arabicPeriod"/>
            </a:pPr>
            <a:r>
              <a:rPr lang="en-US" dirty="0"/>
              <a:t>Topic and EQ in Interactive Notebook</a:t>
            </a:r>
          </a:p>
          <a:p>
            <a:pPr marL="342900" indent="-342900">
              <a:buAutoNum type="arabicPeriod"/>
            </a:pPr>
            <a:r>
              <a:rPr lang="en-US" dirty="0"/>
              <a:t>Tick name off scientific calculator list on white board</a:t>
            </a:r>
          </a:p>
          <a:p>
            <a:pPr marL="342900" indent="-342900">
              <a:buAutoNum type="arabicPeriod"/>
            </a:pPr>
            <a:r>
              <a:rPr lang="en-US" dirty="0"/>
              <a:t>Collect </a:t>
            </a:r>
            <a:r>
              <a:rPr lang="en-AU" dirty="0"/>
              <a:t>Academic Alliance letter if you want</a:t>
            </a:r>
          </a:p>
          <a:p>
            <a:pPr marL="342900" indent="-342900">
              <a:buAutoNum type="arabicPeriod"/>
            </a:pPr>
            <a:r>
              <a:rPr lang="en-US" dirty="0"/>
              <a:t>Put the following in your planner:</a:t>
            </a:r>
            <a:br>
              <a:rPr lang="en-US" dirty="0"/>
            </a:br>
            <a:r>
              <a:rPr lang="en-US" dirty="0"/>
              <a:t>- PAT testing period 5 tomorrow wait outside the library</a:t>
            </a:r>
          </a:p>
          <a:p>
            <a:pPr lvl="1"/>
            <a:r>
              <a:rPr lang="en-US" dirty="0"/>
              <a:t>-Logon on to CONNECT and have a look at </a:t>
            </a:r>
            <a:r>
              <a:rPr lang="en-US" dirty="0" err="1"/>
              <a:t>maths</a:t>
            </a:r>
            <a:r>
              <a:rPr lang="en-US" dirty="0"/>
              <a:t> page</a:t>
            </a:r>
          </a:p>
          <a:p>
            <a:pPr lvl="1"/>
            <a:r>
              <a:rPr lang="en-US" dirty="0"/>
              <a:t>- Logon onto mathspace.co and complete 5 question task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D999E-2AE5-44CF-80B5-9452C7FF971A}"/>
              </a:ext>
            </a:extLst>
          </p:cNvPr>
          <p:cNvSpPr txBox="1"/>
          <p:nvPr/>
        </p:nvSpPr>
        <p:spPr>
          <a:xfrm>
            <a:off x="6280731" y="1995402"/>
            <a:ext cx="473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your Cornell notes side follow this and DO: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BA497-3939-4C58-B241-2670B130D115}"/>
              </a:ext>
            </a:extLst>
          </p:cNvPr>
          <p:cNvSpPr txBox="1"/>
          <p:nvPr/>
        </p:nvSpPr>
        <p:spPr>
          <a:xfrm>
            <a:off x="6096000" y="4486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297C8-BACB-41AE-9B3B-1A5797611077}"/>
              </a:ext>
            </a:extLst>
          </p:cNvPr>
          <p:cNvSpPr txBox="1"/>
          <p:nvPr/>
        </p:nvSpPr>
        <p:spPr>
          <a:xfrm>
            <a:off x="6188365" y="1500363"/>
            <a:ext cx="5721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maths</a:t>
            </a:r>
            <a:r>
              <a:rPr lang="en-US" sz="3200" dirty="0"/>
              <a:t> while you are waiting</a:t>
            </a:r>
            <a:endParaRPr lang="en-AU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2F9C2E-6193-427C-AF15-24A65364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988" y="2900299"/>
            <a:ext cx="46386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Topic: Integers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Integers</dc:title>
  <dc:creator>Sarah James</dc:creator>
  <cp:lastModifiedBy>Sarah James</cp:lastModifiedBy>
  <cp:revision>3</cp:revision>
  <dcterms:created xsi:type="dcterms:W3CDTF">2020-02-10T00:24:41Z</dcterms:created>
  <dcterms:modified xsi:type="dcterms:W3CDTF">2020-02-10T01:41:42Z</dcterms:modified>
</cp:coreProperties>
</file>