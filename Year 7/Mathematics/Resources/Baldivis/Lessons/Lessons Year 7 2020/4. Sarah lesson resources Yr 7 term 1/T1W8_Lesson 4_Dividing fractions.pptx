
<file path=[Content_Types].xml><?xml version="1.0" encoding="utf-8"?>
<Types xmlns="http://schemas.openxmlformats.org/package/2006/content-types">
  <Default Extension="gif" ContentType="image/gif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89" r:id="rId3"/>
    <p:sldId id="273" r:id="rId4"/>
    <p:sldId id="286" r:id="rId5"/>
    <p:sldId id="287" r:id="rId6"/>
    <p:sldId id="282" r:id="rId7"/>
    <p:sldId id="288" r:id="rId8"/>
    <p:sldId id="27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D425B-419C-4D4F-AD04-E65AC051BC48}" v="236" dt="2020-03-27T00:06:36.2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404D425B-419C-4D4F-AD04-E65AC051BC48}"/>
    <pc:docChg chg="undo custSel addSld modSld sldOrd">
      <pc:chgData name="Sarah James" userId="e5e3e68366f0feb3" providerId="LiveId" clId="{404D425B-419C-4D4F-AD04-E65AC051BC48}" dt="2020-03-27T00:06:39.805" v="1455" actId="20577"/>
      <pc:docMkLst>
        <pc:docMk/>
      </pc:docMkLst>
      <pc:sldChg chg="addSp delSp modSp mod modAnim">
        <pc:chgData name="Sarah James" userId="e5e3e68366f0feb3" providerId="LiveId" clId="{404D425B-419C-4D4F-AD04-E65AC051BC48}" dt="2020-03-27T00:06:39.805" v="1455" actId="20577"/>
        <pc:sldMkLst>
          <pc:docMk/>
          <pc:sldMk cId="456561043" sldId="257"/>
        </pc:sldMkLst>
        <pc:spChg chg="mod">
          <ac:chgData name="Sarah James" userId="e5e3e68366f0feb3" providerId="LiveId" clId="{404D425B-419C-4D4F-AD04-E65AC051BC48}" dt="2020-03-26T10:39:10.149" v="0" actId="1076"/>
          <ac:spMkLst>
            <pc:docMk/>
            <pc:sldMk cId="456561043" sldId="257"/>
            <ac:spMk id="2" creationId="{00000000-0000-0000-0000-000000000000}"/>
          </ac:spMkLst>
        </pc:spChg>
        <pc:spChg chg="mod">
          <ac:chgData name="Sarah James" userId="e5e3e68366f0feb3" providerId="LiveId" clId="{404D425B-419C-4D4F-AD04-E65AC051BC48}" dt="2020-03-27T00:06:35.463" v="1453" actId="20577"/>
          <ac:spMkLst>
            <pc:docMk/>
            <pc:sldMk cId="456561043" sldId="257"/>
            <ac:spMk id="3" creationId="{00000000-0000-0000-0000-000000000000}"/>
          </ac:spMkLst>
        </pc:spChg>
        <pc:spChg chg="add mod">
          <ac:chgData name="Sarah James" userId="e5e3e68366f0feb3" providerId="LiveId" clId="{404D425B-419C-4D4F-AD04-E65AC051BC48}" dt="2020-03-27T00:06:39.805" v="1455" actId="20577"/>
          <ac:spMkLst>
            <pc:docMk/>
            <pc:sldMk cId="456561043" sldId="257"/>
            <ac:spMk id="4" creationId="{2F9A15DB-2199-4616-B832-E1D6AFEC576D}"/>
          </ac:spMkLst>
        </pc:spChg>
        <pc:picChg chg="add del">
          <ac:chgData name="Sarah James" userId="e5e3e68366f0feb3" providerId="LiveId" clId="{404D425B-419C-4D4F-AD04-E65AC051BC48}" dt="2020-03-26T10:52:59.903" v="669" actId="478"/>
          <ac:picMkLst>
            <pc:docMk/>
            <pc:sldMk cId="456561043" sldId="257"/>
            <ac:picMk id="5" creationId="{99B7493E-EC37-42B1-B543-05B5E298A485}"/>
          </ac:picMkLst>
        </pc:picChg>
        <pc:picChg chg="del mod">
          <ac:chgData name="Sarah James" userId="e5e3e68366f0feb3" providerId="LiveId" clId="{404D425B-419C-4D4F-AD04-E65AC051BC48}" dt="2020-03-26T10:58:10.940" v="731"/>
          <ac:picMkLst>
            <pc:docMk/>
            <pc:sldMk cId="456561043" sldId="257"/>
            <ac:picMk id="6" creationId="{D83D6C2B-56E8-442C-BD8E-C5FD436ECCF2}"/>
          </ac:picMkLst>
        </pc:picChg>
        <pc:picChg chg="del mod">
          <ac:chgData name="Sarah James" userId="e5e3e68366f0feb3" providerId="LiveId" clId="{404D425B-419C-4D4F-AD04-E65AC051BC48}" dt="2020-03-26T11:37:34.719" v="1365"/>
          <ac:picMkLst>
            <pc:docMk/>
            <pc:sldMk cId="456561043" sldId="257"/>
            <ac:picMk id="7" creationId="{31D14916-4683-476A-8C7B-1B94F65AFE81}"/>
          </ac:picMkLst>
        </pc:picChg>
        <pc:picChg chg="mod">
          <ac:chgData name="Sarah James" userId="e5e3e68366f0feb3" providerId="LiveId" clId="{404D425B-419C-4D4F-AD04-E65AC051BC48}" dt="2020-03-26T11:39:43.305" v="1367" actId="1076"/>
          <ac:picMkLst>
            <pc:docMk/>
            <pc:sldMk cId="456561043" sldId="257"/>
            <ac:picMk id="8" creationId="{F1D3BB6D-4E4C-4BDA-B817-6D93235FB67B}"/>
          </ac:picMkLst>
        </pc:picChg>
      </pc:sldChg>
      <pc:sldChg chg="delSp mod">
        <pc:chgData name="Sarah James" userId="e5e3e68366f0feb3" providerId="LiveId" clId="{404D425B-419C-4D4F-AD04-E65AC051BC48}" dt="2020-03-26T10:42:52.128" v="354" actId="478"/>
        <pc:sldMkLst>
          <pc:docMk/>
          <pc:sldMk cId="3815660497" sldId="282"/>
        </pc:sldMkLst>
        <pc:spChg chg="del">
          <ac:chgData name="Sarah James" userId="e5e3e68366f0feb3" providerId="LiveId" clId="{404D425B-419C-4D4F-AD04-E65AC051BC48}" dt="2020-03-26T10:42:52.128" v="354" actId="478"/>
          <ac:spMkLst>
            <pc:docMk/>
            <pc:sldMk cId="3815660497" sldId="282"/>
            <ac:spMk id="3" creationId="{7654C176-B253-4835-9AC0-2016F2DC2AFE}"/>
          </ac:spMkLst>
        </pc:spChg>
      </pc:sldChg>
      <pc:sldChg chg="addSp delSp modSp mod ord delAnim modAnim">
        <pc:chgData name="Sarah James" userId="e5e3e68366f0feb3" providerId="LiveId" clId="{404D425B-419C-4D4F-AD04-E65AC051BC48}" dt="2020-03-26T11:40:49.597" v="1395" actId="20577"/>
        <pc:sldMkLst>
          <pc:docMk/>
          <pc:sldMk cId="3707370723" sldId="288"/>
        </pc:sldMkLst>
        <pc:spChg chg="mod">
          <ac:chgData name="Sarah James" userId="e5e3e68366f0feb3" providerId="LiveId" clId="{404D425B-419C-4D4F-AD04-E65AC051BC48}" dt="2020-03-26T11:40:49.597" v="1395" actId="20577"/>
          <ac:spMkLst>
            <pc:docMk/>
            <pc:sldMk cId="3707370723" sldId="288"/>
            <ac:spMk id="3" creationId="{F634D50F-FB72-48C0-AC6D-C00ACD108B88}"/>
          </ac:spMkLst>
        </pc:spChg>
        <pc:spChg chg="del mod">
          <ac:chgData name="Sarah James" userId="e5e3e68366f0feb3" providerId="LiveId" clId="{404D425B-419C-4D4F-AD04-E65AC051BC48}" dt="2020-03-26T11:40:19.203" v="1381"/>
          <ac:spMkLst>
            <pc:docMk/>
            <pc:sldMk cId="3707370723" sldId="288"/>
            <ac:spMk id="4" creationId="{CA96F3E1-D301-4296-9EE4-088E1ACB1991}"/>
          </ac:spMkLst>
        </pc:spChg>
        <pc:spChg chg="add mod">
          <ac:chgData name="Sarah James" userId="e5e3e68366f0feb3" providerId="LiveId" clId="{404D425B-419C-4D4F-AD04-E65AC051BC48}" dt="2020-03-26T11:40:40.298" v="1386" actId="14100"/>
          <ac:spMkLst>
            <pc:docMk/>
            <pc:sldMk cId="3707370723" sldId="288"/>
            <ac:spMk id="6" creationId="{A197AFE5-E3CD-4304-B8FB-9B0802C528D5}"/>
          </ac:spMkLst>
        </pc:spChg>
        <pc:picChg chg="add del">
          <ac:chgData name="Sarah James" userId="e5e3e68366f0feb3" providerId="LiveId" clId="{404D425B-419C-4D4F-AD04-E65AC051BC48}" dt="2020-03-26T11:40:21.221" v="1382" actId="478"/>
          <ac:picMkLst>
            <pc:docMk/>
            <pc:sldMk cId="3707370723" sldId="288"/>
            <ac:picMk id="5" creationId="{118F2295-79A2-4550-8B50-A5DC45FE5A52}"/>
          </ac:picMkLst>
        </pc:picChg>
      </pc:sldChg>
      <pc:sldChg chg="addSp delSp modSp add mod ord addAnim delAnim">
        <pc:chgData name="Sarah James" userId="e5e3e68366f0feb3" providerId="LiveId" clId="{404D425B-419C-4D4F-AD04-E65AC051BC48}" dt="2020-03-26T11:42:19.118" v="1396" actId="1076"/>
        <pc:sldMkLst>
          <pc:docMk/>
          <pc:sldMk cId="1732127080" sldId="289"/>
        </pc:sldMkLst>
        <pc:spChg chg="del">
          <ac:chgData name="Sarah James" userId="e5e3e68366f0feb3" providerId="LiveId" clId="{404D425B-419C-4D4F-AD04-E65AC051BC48}" dt="2020-03-26T11:12:48.548" v="741" actId="478"/>
          <ac:spMkLst>
            <pc:docMk/>
            <pc:sldMk cId="1732127080" sldId="289"/>
            <ac:spMk id="4" creationId="{789191A8-232F-4F5E-904A-8845B0F5136B}"/>
          </ac:spMkLst>
        </pc:spChg>
        <pc:spChg chg="mod">
          <ac:chgData name="Sarah James" userId="e5e3e68366f0feb3" providerId="LiveId" clId="{404D425B-419C-4D4F-AD04-E65AC051BC48}" dt="2020-03-26T11:26:11.956" v="1316" actId="14100"/>
          <ac:spMkLst>
            <pc:docMk/>
            <pc:sldMk cId="1732127080" sldId="289"/>
            <ac:spMk id="10" creationId="{B86F09C3-0FFC-4283-9FD6-A9AF02637B26}"/>
          </ac:spMkLst>
        </pc:spChg>
        <pc:spChg chg="add del mod">
          <ac:chgData name="Sarah James" userId="e5e3e68366f0feb3" providerId="LiveId" clId="{404D425B-419C-4D4F-AD04-E65AC051BC48}" dt="2020-03-26T11:13:10.590" v="768" actId="20577"/>
          <ac:spMkLst>
            <pc:docMk/>
            <pc:sldMk cId="1732127080" sldId="289"/>
            <ac:spMk id="17" creationId="{2435CE7F-E6CB-4FD5-BDBF-B7BDD90D5E3A}"/>
          </ac:spMkLst>
        </pc:spChg>
        <pc:spChg chg="del">
          <ac:chgData name="Sarah James" userId="e5e3e68366f0feb3" providerId="LiveId" clId="{404D425B-419C-4D4F-AD04-E65AC051BC48}" dt="2020-03-26T11:21:48.201" v="968" actId="478"/>
          <ac:spMkLst>
            <pc:docMk/>
            <pc:sldMk cId="1732127080" sldId="289"/>
            <ac:spMk id="21" creationId="{C3B6BA13-63E5-4135-867B-8190A1F02CFC}"/>
          </ac:spMkLst>
        </pc:spChg>
        <pc:spChg chg="del">
          <ac:chgData name="Sarah James" userId="e5e3e68366f0feb3" providerId="LiveId" clId="{404D425B-419C-4D4F-AD04-E65AC051BC48}" dt="2020-03-26T11:21:51.450" v="969" actId="478"/>
          <ac:spMkLst>
            <pc:docMk/>
            <pc:sldMk cId="1732127080" sldId="289"/>
            <ac:spMk id="22" creationId="{6F925BB5-E2AB-4858-85E9-E07CC8A2B6DF}"/>
          </ac:spMkLst>
        </pc:spChg>
        <pc:spChg chg="del">
          <ac:chgData name="Sarah James" userId="e5e3e68366f0feb3" providerId="LiveId" clId="{404D425B-419C-4D4F-AD04-E65AC051BC48}" dt="2020-03-26T11:21:53.130" v="970" actId="478"/>
          <ac:spMkLst>
            <pc:docMk/>
            <pc:sldMk cId="1732127080" sldId="289"/>
            <ac:spMk id="23" creationId="{E31937F6-35D8-4A01-9FA6-41E1B0142E49}"/>
          </ac:spMkLst>
        </pc:spChg>
        <pc:spChg chg="del mod">
          <ac:chgData name="Sarah James" userId="e5e3e68366f0feb3" providerId="LiveId" clId="{404D425B-419C-4D4F-AD04-E65AC051BC48}" dt="2020-03-26T11:21:54.998" v="972" actId="478"/>
          <ac:spMkLst>
            <pc:docMk/>
            <pc:sldMk cId="1732127080" sldId="289"/>
            <ac:spMk id="24" creationId="{A6D2028B-9770-4470-97BF-DAC4C7B43CBC}"/>
          </ac:spMkLst>
        </pc:spChg>
        <pc:spChg chg="mod">
          <ac:chgData name="Sarah James" userId="e5e3e68366f0feb3" providerId="LiveId" clId="{404D425B-419C-4D4F-AD04-E65AC051BC48}" dt="2020-03-26T11:32:55.424" v="1363" actId="20577"/>
          <ac:spMkLst>
            <pc:docMk/>
            <pc:sldMk cId="1732127080" sldId="289"/>
            <ac:spMk id="25" creationId="{A41A4B10-6059-47A2-9777-347F9CA0EFED}"/>
          </ac:spMkLst>
        </pc:spChg>
        <pc:picChg chg="mod">
          <ac:chgData name="Sarah James" userId="e5e3e68366f0feb3" providerId="LiveId" clId="{404D425B-419C-4D4F-AD04-E65AC051BC48}" dt="2020-03-26T11:42:19.118" v="1396" actId="1076"/>
          <ac:picMkLst>
            <pc:docMk/>
            <pc:sldMk cId="1732127080" sldId="289"/>
            <ac:picMk id="5" creationId="{F8FCDDE3-8427-49D1-8019-EEFA808AB68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54473-8861-4182-AB9F-50D9C2FA7FBD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88E84-5ECA-4D4A-8463-F4C2D1AA3AC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938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6060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74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B3DD-1081-4B9C-AD94-AA8610AA2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0EA08-BED6-4412-8CF3-A3C8F1EAD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7BD5-6684-4E17-BBDF-E5ED4188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CF14C-8BC0-410C-AFB5-462ED6F5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D1AAB-215F-43C4-89F6-32B19C9C9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962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3EFE2-F663-4416-98FE-5F42C7DE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4A57D-C3E4-4A2E-A4CA-37DCA9039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ADE80-CC00-4BE2-9BCC-8D4B414C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08922-C5EE-4714-8EB7-AFB3EA53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C166-6B43-4316-BE85-9CF8780E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205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92C0B-61BF-4A57-BF02-9FF641A0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E26F9-1BBD-415A-8218-B006E6FB1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97655-9BB2-4FF1-9D85-707F2684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BE424-CE41-464E-BFDA-1F02BCE2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474B-D03F-4B72-B7DE-E64D7B1F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1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59A0-6DDD-4BD7-AD41-88617CCEA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270CF-89FB-4625-8A98-4CAFEF6C8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1CD1D-6993-4ACC-B9F5-61E64158F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D5578-FB72-4CED-A1D6-03401AF9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5327B-7532-4E6D-9AAA-694728CD2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BD6-0791-4733-9125-BFE81AD9A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316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F28E-BDBD-43E8-AB17-CA3426151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B66BF-FD46-42D7-8AD3-231BE8F53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E4512-FA11-4254-BC66-7E6D3F927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D3AD99-BFD0-4E7C-B1A0-7D537ED79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77A93-BE40-4AA9-997D-2437859FF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185FE-3449-4BCA-8890-E30DDCAB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828B56-A5B6-403F-B76D-6F7011CE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3B90D-FF42-4DDC-8F92-F1B05CFE5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52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B3D1-BA2F-4D01-A4DD-F566A322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9EF595-1C34-48A8-9E0A-66A8305D3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F4FC4-46A5-47C5-80BF-82F963EB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1A1B2-8D66-49CA-82AB-74008716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340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D6D86C-BABC-4DEF-B75D-64E1DC0B3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CEB7F-24DA-4518-B91D-E99530D2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8492C-F94A-462E-89A8-172B8279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1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6C2D-F716-4A67-B4FA-67649CE8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57379-1CAD-4DE0-B738-D0111136E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FA533-1ECB-4994-BB22-05D4E4945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DE301-9479-4F98-B388-9EE7C32C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E0648-23C6-4D9F-A3FC-8A14CA4C1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E4957-E8B2-4B19-BCC5-F0088AB0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971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6AD2-D6E9-4E88-A976-38F76871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7FBD0-1DBE-4AAD-8E51-EAB13E9D2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AFFB5-CA6F-4946-8340-9B09C1E5C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DE1D1-7CE3-4262-87E8-CCC2A9EB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93BB9-1F72-4146-B169-82016051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7DAB9-AA0E-4C5D-B6B7-F54D3811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4758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C94B-AA0D-4A0A-A070-2C3ADF28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642CF-0FBD-4AF7-AB80-51B28DD40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84221-6923-435C-B174-0D7EBAE1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9427B-17A5-49D0-88E8-CAB0021D3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A6712-A5C0-4FDD-8A4A-17C256CD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2569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D31879-6326-4979-91A1-0F052F7C3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D8E16-8081-46DC-801A-300A0F891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B65CB-C028-46B7-BBAC-2057D8B9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91F4F-98B6-494D-B896-8CAAB96F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251B-B6FE-4098-95BC-F3F5BCB5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9056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085D2-BFD8-4A31-A4F7-0E78D5A4F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F4532-7819-4D38-8679-ABDD871D0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79CB5-CEB2-4BEA-8E7E-1E9655D598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608D9-B371-4997-A700-9A0F2C928888}" type="datetimeFigureOut">
              <a:rPr lang="en-AU" smtClean="0"/>
              <a:t>27/03/2020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7C8A6-5BA6-463A-BECB-FBB14D3D8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E834C-A7D2-4263-A4F8-32DD59DB3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19040-DA19-4082-9560-76F1E122DDB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5699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t_3afn9L7XU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832" y="0"/>
            <a:ext cx="10955886" cy="1052461"/>
          </a:xfrm>
        </p:spPr>
        <p:txBody>
          <a:bodyPr/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159" y="909587"/>
            <a:ext cx="11089232" cy="6239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divide </a:t>
            </a:r>
            <a:r>
              <a:rPr lang="en-US" dirty="0"/>
              <a:t>fractions?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A15DB-2199-4616-B832-E1D6AFEC576D}"/>
              </a:ext>
            </a:extLst>
          </p:cNvPr>
          <p:cNvSpPr txBox="1"/>
          <p:nvPr/>
        </p:nvSpPr>
        <p:spPr>
          <a:xfrm>
            <a:off x="609600" y="1638300"/>
            <a:ext cx="109918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Instructions: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Read the instructions </a:t>
            </a:r>
            <a:r>
              <a:rPr lang="en-US"/>
              <a:t>on slide 1  </a:t>
            </a:r>
            <a:r>
              <a:rPr lang="en-US" dirty="0"/>
              <a:t>(don’t forget to listen to the audio icon)</a:t>
            </a:r>
          </a:p>
          <a:p>
            <a:pPr marL="342900" indent="-342900">
              <a:buAutoNum type="arabicPeriod"/>
            </a:pPr>
            <a:r>
              <a:rPr lang="en-US" dirty="0"/>
              <a:t>Read and copy the notes on slide 2</a:t>
            </a:r>
          </a:p>
          <a:p>
            <a:pPr marL="342900" indent="-342900">
              <a:buAutoNum type="arabicPeriod"/>
            </a:pPr>
            <a:r>
              <a:rPr lang="en-US" dirty="0"/>
              <a:t>View the YouTube clip (slide 3) and add in any hints/tips that help you to divide fractions</a:t>
            </a:r>
          </a:p>
          <a:p>
            <a:pPr marL="342900" indent="-342900">
              <a:buAutoNum type="arabicPeriod"/>
            </a:pPr>
            <a:r>
              <a:rPr lang="en-US" dirty="0"/>
              <a:t>Read and copy slide 4. This is your example. Remember to use highlighters/different </a:t>
            </a:r>
            <a:r>
              <a:rPr lang="en-US" dirty="0" err="1"/>
              <a:t>colours</a:t>
            </a:r>
            <a:r>
              <a:rPr lang="en-US" dirty="0"/>
              <a:t> to </a:t>
            </a:r>
            <a:r>
              <a:rPr lang="en-US" dirty="0" err="1"/>
              <a:t>emphasise</a:t>
            </a:r>
            <a:r>
              <a:rPr lang="en-US" dirty="0"/>
              <a:t> the steps.</a:t>
            </a:r>
          </a:p>
          <a:p>
            <a:pPr marL="342900" indent="-342900">
              <a:buAutoNum type="arabicPeriod"/>
            </a:pPr>
            <a:r>
              <a:rPr lang="en-US" dirty="0"/>
              <a:t>On your LHS work through the 4 practice questions</a:t>
            </a:r>
          </a:p>
          <a:p>
            <a:pPr marL="342900" indent="-342900">
              <a:buAutoNum type="arabicPeriod"/>
            </a:pPr>
            <a:r>
              <a:rPr lang="en-US" dirty="0"/>
              <a:t>Work through the questions on T1W8_Lesson 4_Division of fractions worksheet that is in the Lesson 4 folder (the same folder where you found this PowerPoint) </a:t>
            </a:r>
          </a:p>
          <a:p>
            <a:pPr marL="342900" indent="-342900">
              <a:buAutoNum type="arabicPeriod"/>
            </a:pPr>
            <a:r>
              <a:rPr lang="en-US" dirty="0"/>
              <a:t>Once you have completed the worksheet I would like for you to take a photo and add it to the submission folder on Connect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AU" dirty="0"/>
          </a:p>
        </p:txBody>
      </p:sp>
      <p:pic>
        <p:nvPicPr>
          <p:cNvPr id="8" name="Instructions">
            <a:hlinkClick r:id="" action="ppaction://media"/>
            <a:extLst>
              <a:ext uri="{FF2B5EF4-FFF2-40B4-BE49-F238E27FC236}">
                <a16:creationId xmlns:a16="http://schemas.microsoft.com/office/drawing/2014/main" id="{F1D3BB6D-4E4C-4BDA-B817-6D93235FB6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59000" y="16383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7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6F09C3-0FFC-4283-9FD6-A9AF02637B26}"/>
              </a:ext>
            </a:extLst>
          </p:cNvPr>
          <p:cNvSpPr txBox="1"/>
          <p:nvPr/>
        </p:nvSpPr>
        <p:spPr>
          <a:xfrm>
            <a:off x="1991543" y="1418435"/>
            <a:ext cx="10118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Go to quizizz.com. Click on “Join a game”. Enter the code 909076. Enter your full name (first and second name), so that I know it is you! O the quiz that I have created for you.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28494" y="1425678"/>
            <a:ext cx="182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Review from last lesson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A4B10-6059-47A2-9777-347F9CA0EFED}"/>
              </a:ext>
            </a:extLst>
          </p:cNvPr>
          <p:cNvSpPr txBox="1"/>
          <p:nvPr/>
        </p:nvSpPr>
        <p:spPr>
          <a:xfrm>
            <a:off x="1991541" y="2533127"/>
            <a:ext cx="98861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Once you have opened a word document and write a summary sentence on how you multiply fractions. Save this document in this way ( First </a:t>
            </a:r>
            <a:r>
              <a:rPr lang="en-AU" dirty="0" err="1"/>
              <a:t>name.Last</a:t>
            </a:r>
            <a:r>
              <a:rPr lang="en-AU" dirty="0"/>
              <a:t> name_ Multiplying fractions summary)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 3. Go to the submission folder icon on the Connect page and upload this document</a:t>
            </a:r>
          </a:p>
        </p:txBody>
      </p:sp>
      <p:pic>
        <p:nvPicPr>
          <p:cNvPr id="5" name="Submission folder">
            <a:hlinkClick r:id="" action="ppaction://media"/>
            <a:extLst>
              <a:ext uri="{FF2B5EF4-FFF2-40B4-BE49-F238E27FC236}">
                <a16:creationId xmlns:a16="http://schemas.microsoft.com/office/drawing/2014/main" id="{F8FCDDE3-8427-49D1-8019-EEFA808AB6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97258" y="3604055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2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167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10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6528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reciprocal</a:t>
            </a:r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6F09C3-0FFC-4283-9FD6-A9AF02637B26}"/>
              </a:ext>
            </a:extLst>
          </p:cNvPr>
          <p:cNvSpPr txBox="1"/>
          <p:nvPr/>
        </p:nvSpPr>
        <p:spPr>
          <a:xfrm>
            <a:off x="1991543" y="1418435"/>
            <a:ext cx="967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reciprocal of a fraction you must invert the fraction. This is done by swapping the numerator and the denominator. ‘flipping the fraction’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28494" y="3098501"/>
            <a:ext cx="182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6BA13-63E5-4135-867B-8190A1F02CFC}"/>
              </a:ext>
            </a:extLst>
          </p:cNvPr>
          <p:cNvSpPr txBox="1"/>
          <p:nvPr/>
        </p:nvSpPr>
        <p:spPr>
          <a:xfrm>
            <a:off x="2351584" y="314096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 is the same as multiplying by the reciprocal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A4B10-6059-47A2-9777-347F9CA0EFED}"/>
              </a:ext>
            </a:extLst>
          </p:cNvPr>
          <p:cNvSpPr txBox="1"/>
          <p:nvPr/>
        </p:nvSpPr>
        <p:spPr>
          <a:xfrm>
            <a:off x="2517743" y="568000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Mixed numbers must be changed to improper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/>
              <p:nvPr/>
            </p:nvSpPr>
            <p:spPr>
              <a:xfrm>
                <a:off x="4007769" y="3781468"/>
                <a:ext cx="65582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9" y="3781468"/>
                <a:ext cx="655821" cy="578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/>
              <p:nvPr/>
            </p:nvSpPr>
            <p:spPr>
              <a:xfrm>
                <a:off x="5052090" y="3770439"/>
                <a:ext cx="90980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090" y="3770439"/>
                <a:ext cx="909801" cy="578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/>
              <p:nvPr/>
            </p:nvSpPr>
            <p:spPr>
              <a:xfrm>
                <a:off x="6153774" y="3758554"/>
                <a:ext cx="2185197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2×2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3×1</m:t>
                          </m:r>
                        </m:den>
                      </m:f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  <m:f>
                        <m:fPr>
                          <m:ctrlP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774" y="3758554"/>
                <a:ext cx="2185197" cy="57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7" grpId="0"/>
      <p:bldP spid="21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3552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https://youtu.be/t_3afn9L7XU</a:t>
            </a:r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88640"/>
            <a:ext cx="9709722" cy="551656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392" y="808667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91344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8494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4550328" y="2056761"/>
            <a:ext cx="792505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6"/>
                </a:solidFill>
              </a:rPr>
              <a:t>Keep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91542" y="1124716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C28A35-796D-400C-A238-B49CFA1CA15D}"/>
              </a:ext>
            </a:extLst>
          </p:cNvPr>
          <p:cNvSpPr txBox="1"/>
          <p:nvPr/>
        </p:nvSpPr>
        <p:spPr>
          <a:xfrm>
            <a:off x="5262512" y="2411822"/>
            <a:ext cx="134934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66"/>
                </a:solidFill>
              </a:rPr>
              <a:t>Change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DAF812-AD79-49A3-A6A4-F60571175025}"/>
              </a:ext>
            </a:extLst>
          </p:cNvPr>
          <p:cNvSpPr txBox="1"/>
          <p:nvPr/>
        </p:nvSpPr>
        <p:spPr>
          <a:xfrm>
            <a:off x="6230972" y="2058667"/>
            <a:ext cx="72008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C000"/>
                </a:solidFill>
              </a:rPr>
              <a:t>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/>
              <p:nvPr/>
            </p:nvSpPr>
            <p:spPr>
              <a:xfrm>
                <a:off x="2711624" y="2760140"/>
                <a:ext cx="128201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4" y="2760140"/>
                <a:ext cx="1282018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/>
              <p:nvPr/>
            </p:nvSpPr>
            <p:spPr>
              <a:xfrm>
                <a:off x="4764735" y="2759257"/>
                <a:ext cx="28854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735" y="2759257"/>
                <a:ext cx="288541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/>
              <p:nvPr/>
            </p:nvSpPr>
            <p:spPr>
              <a:xfrm>
                <a:off x="5637075" y="2976770"/>
                <a:ext cx="246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075" y="2976770"/>
                <a:ext cx="246862" cy="307777"/>
              </a:xfrm>
              <a:prstGeom prst="rect">
                <a:avLst/>
              </a:prstGeom>
              <a:blipFill>
                <a:blip r:embed="rId5"/>
                <a:stretch>
                  <a:fillRect l="-17500" r="-1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/>
              <p:nvPr/>
            </p:nvSpPr>
            <p:spPr>
              <a:xfrm>
                <a:off x="6401858" y="2764899"/>
                <a:ext cx="288541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858" y="2764899"/>
                <a:ext cx="288541" cy="803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/>
              <p:nvPr/>
            </p:nvSpPr>
            <p:spPr>
              <a:xfrm>
                <a:off x="7523688" y="2759257"/>
                <a:ext cx="134934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2×7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688" y="2759257"/>
                <a:ext cx="134934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/>
              <p:nvPr/>
            </p:nvSpPr>
            <p:spPr>
              <a:xfrm>
                <a:off x="9406320" y="2781154"/>
                <a:ext cx="85478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320" y="2781154"/>
                <a:ext cx="854786" cy="809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/>
              <p:nvPr/>
            </p:nvSpPr>
            <p:spPr>
              <a:xfrm>
                <a:off x="10643754" y="2781155"/>
                <a:ext cx="914609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8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754" y="2781155"/>
                <a:ext cx="914609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0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8" grpId="0" animBg="1"/>
      <p:bldP spid="5" grpId="0"/>
      <p:bldP spid="6" grpId="0"/>
      <p:bldP spid="7" grpId="0"/>
      <p:bldP spid="11" grpId="0"/>
      <p:bldP spid="12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2144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5970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1464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1464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588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736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588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736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4" y="239688"/>
            <a:ext cx="10173766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Complete worksheet on dividing fractions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7AFE5-E3CD-4304-B8FB-9B0802C52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92313" y="1343025"/>
            <a:ext cx="7685087" cy="36845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T1W8_Lesson 4_Division of fractions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7370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385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376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To divide </a:t>
            </a:r>
            <a:r>
              <a:rPr lang="en-AU"/>
              <a:t>fractions we…….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422</Words>
  <Application>Microsoft Office PowerPoint</Application>
  <PresentationFormat>Widescreen</PresentationFormat>
  <Paragraphs>57</Paragraphs>
  <Slides>8</Slides>
  <Notes>4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Topic: Fractions</vt:lpstr>
      <vt:lpstr>Topic: Fractions</vt:lpstr>
      <vt:lpstr>Topic: Fractions</vt:lpstr>
      <vt:lpstr>PowerPoint Presentation</vt:lpstr>
      <vt:lpstr>Topic: Fractions</vt:lpstr>
      <vt:lpstr>Practice Time!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Fractions</dc:title>
  <dc:creator>Sarah James</dc:creator>
  <cp:lastModifiedBy>Sarah James</cp:lastModifiedBy>
  <cp:revision>2</cp:revision>
  <dcterms:created xsi:type="dcterms:W3CDTF">2020-03-24T01:28:21Z</dcterms:created>
  <dcterms:modified xsi:type="dcterms:W3CDTF">2020-03-27T00:06:42Z</dcterms:modified>
</cp:coreProperties>
</file>