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63" r:id="rId2"/>
    <p:sldId id="328" r:id="rId3"/>
    <p:sldId id="329" r:id="rId4"/>
    <p:sldId id="33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932E70-8115-4A6E-9103-78AC6AEF6698}" v="9" dt="2020-02-17T01:44:47.1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h James" userId="e5e3e68366f0feb3" providerId="LiveId" clId="{9C932E70-8115-4A6E-9103-78AC6AEF6698}"/>
    <pc:docChg chg="custSel modSld">
      <pc:chgData name="Sarah James" userId="e5e3e68366f0feb3" providerId="LiveId" clId="{9C932E70-8115-4A6E-9103-78AC6AEF6698}" dt="2020-02-17T11:56:16.408" v="12" actId="20577"/>
      <pc:docMkLst>
        <pc:docMk/>
      </pc:docMkLst>
      <pc:sldChg chg="modSp mod">
        <pc:chgData name="Sarah James" userId="e5e3e68366f0feb3" providerId="LiveId" clId="{9C932E70-8115-4A6E-9103-78AC6AEF6698}" dt="2020-02-17T11:56:16.408" v="12" actId="20577"/>
        <pc:sldMkLst>
          <pc:docMk/>
          <pc:sldMk cId="2324522627" sldId="263"/>
        </pc:sldMkLst>
        <pc:spChg chg="mod">
          <ac:chgData name="Sarah James" userId="e5e3e68366f0feb3" providerId="LiveId" clId="{9C932E70-8115-4A6E-9103-78AC6AEF6698}" dt="2020-02-17T11:56:16.408" v="12" actId="20577"/>
          <ac:spMkLst>
            <pc:docMk/>
            <pc:sldMk cId="2324522627" sldId="263"/>
            <ac:spMk id="2" creationId="{17E0B711-EC04-4328-BA3C-D312B35E0774}"/>
          </ac:spMkLst>
        </pc:spChg>
      </pc:sldChg>
      <pc:sldChg chg="addSp delSp modSp mod">
        <pc:chgData name="Sarah James" userId="e5e3e68366f0feb3" providerId="LiveId" clId="{9C932E70-8115-4A6E-9103-78AC6AEF6698}" dt="2020-02-17T01:44:50.360" v="11" actId="478"/>
        <pc:sldMkLst>
          <pc:docMk/>
          <pc:sldMk cId="4072791593" sldId="328"/>
        </pc:sldMkLst>
        <pc:graphicFrameChg chg="add del mod">
          <ac:chgData name="Sarah James" userId="e5e3e68366f0feb3" providerId="LiveId" clId="{9C932E70-8115-4A6E-9103-78AC6AEF6698}" dt="2020-02-17T01:44:50.360" v="11" actId="478"/>
          <ac:graphicFrameMkLst>
            <pc:docMk/>
            <pc:sldMk cId="4072791593" sldId="328"/>
            <ac:graphicFrameMk id="3" creationId="{DA1D5342-B4D1-4ED7-82DE-BCDA5CDB0421}"/>
          </ac:graphicFrameMkLst>
        </pc:graphicFrameChg>
        <pc:graphicFrameChg chg="add del modGraphic">
          <ac:chgData name="Sarah James" userId="e5e3e68366f0feb3" providerId="LiveId" clId="{9C932E70-8115-4A6E-9103-78AC6AEF6698}" dt="2020-02-17T01:44:40.598" v="9" actId="478"/>
          <ac:graphicFrameMkLst>
            <pc:docMk/>
            <pc:sldMk cId="4072791593" sldId="328"/>
            <ac:graphicFrameMk id="8" creationId="{923AD03B-4ECF-4C6A-939F-C26F49F665D5}"/>
          </ac:graphicFrameMkLst>
        </pc:graphicFrameChg>
        <pc:graphicFrameChg chg="add del">
          <ac:chgData name="Sarah James" userId="e5e3e68366f0feb3" providerId="LiveId" clId="{9C932E70-8115-4A6E-9103-78AC6AEF6698}" dt="2020-02-17T01:44:05.612" v="7"/>
          <ac:graphicFrameMkLst>
            <pc:docMk/>
            <pc:sldMk cId="4072791593" sldId="328"/>
            <ac:graphicFrameMk id="13" creationId="{A28B3828-2F42-4AC1-A309-8E9F3267647A}"/>
          </ac:graphicFrameMkLst>
        </pc:graphicFrameChg>
        <pc:graphicFrameChg chg="add del">
          <ac:chgData name="Sarah James" userId="e5e3e68366f0feb3" providerId="LiveId" clId="{9C932E70-8115-4A6E-9103-78AC6AEF6698}" dt="2020-02-17T01:44:04.620" v="6"/>
          <ac:graphicFrameMkLst>
            <pc:docMk/>
            <pc:sldMk cId="4072791593" sldId="328"/>
            <ac:graphicFrameMk id="14" creationId="{6DAF0631-756A-4E05-A84E-80AD4ABF6939}"/>
          </ac:graphicFrameMkLst>
        </pc:graphicFrameChg>
        <pc:graphicFrameChg chg="add del">
          <ac:chgData name="Sarah James" userId="e5e3e68366f0feb3" providerId="LiveId" clId="{9C932E70-8115-4A6E-9103-78AC6AEF6698}" dt="2020-02-17T01:44:03.626" v="5"/>
          <ac:graphicFrameMkLst>
            <pc:docMk/>
            <pc:sldMk cId="4072791593" sldId="328"/>
            <ac:graphicFrameMk id="16" creationId="{C27E332F-9406-4FB4-B288-5CA207866118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752E87-5C25-400C-A71E-EF9B9A01F51E}" type="datetimeFigureOut">
              <a:rPr lang="en-AU" smtClean="0"/>
              <a:t>17/02/2020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82C7AC-4540-476D-9DA4-45706630EA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05790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-1+-13= -14/2=-7</a:t>
            </a:r>
          </a:p>
          <a:p>
            <a:endParaRPr lang="en-US" dirty="0"/>
          </a:p>
          <a:p>
            <a:r>
              <a:rPr lang="en-US" dirty="0"/>
              <a:t>7+-19= -12/2=-6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428BFF-4426-49DB-B8CB-D6FEC99F3717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962841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D3C0D-C3C4-4E82-B46D-BD00E21E8A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BFAB82-3F8D-402D-BBFB-FA56A378A9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BC27A0-D51C-4916-A2F5-052620689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5EE62-C9F2-4699-8A45-584427741A0B}" type="datetimeFigureOut">
              <a:rPr lang="en-AU" smtClean="0"/>
              <a:t>17/02/2020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B54E9E-DDB3-443C-96F8-89EC3E021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E884FA-37B6-40FE-A213-09F5D2942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D0075-1BED-4C7D-AC74-B59A49D7EC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71676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ABA24-9BDE-4CDD-AB07-01FCD6848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49BD9-5509-4EA1-8138-A627167EE5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01F3E-2BF3-4483-A68B-E54380582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5EE62-C9F2-4699-8A45-584427741A0B}" type="datetimeFigureOut">
              <a:rPr lang="en-AU" smtClean="0"/>
              <a:t>17/02/2020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124C5D-8D46-47DD-9363-19DB04E27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95821C-2226-4103-8BB3-A0423E3A6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D0075-1BED-4C7D-AC74-B59A49D7EC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88832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78D70-0491-4740-88C0-3CB54A28F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7B738C-99DD-4D4B-8EBB-E642698B12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6851E-5EAD-4B16-8EB4-97123B9F5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5EE62-C9F2-4699-8A45-584427741A0B}" type="datetimeFigureOut">
              <a:rPr lang="en-AU" smtClean="0"/>
              <a:t>17/02/2020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D4DF87-F835-494B-9D68-23B1F62A6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5928EA-C328-41C6-A802-453C16104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D0075-1BED-4C7D-AC74-B59A49D7EC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8128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63598-6479-4C46-9D73-CE8757700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2C220-EA4A-4E4F-8AED-C55D3A323A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93C8CE-306F-443E-A6A3-4607C5C4C3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9D3F75-8F5F-432F-8C62-7F3D3C5B7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5EE62-C9F2-4699-8A45-584427741A0B}" type="datetimeFigureOut">
              <a:rPr lang="en-AU" smtClean="0"/>
              <a:t>17/02/2020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20D693-5F05-4F81-82AC-797CA52E8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E1CCC7-5CBC-4882-9456-CED1A0783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D0075-1BED-4C7D-AC74-B59A49D7EC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0891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77FA8-C44C-479B-846D-3226EE390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E38F55-3DBA-4A28-897A-DE81E2D3AB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DDB9FB-0C0A-4146-9FA4-E19A5E6B7C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57D5A8-2EDC-49B4-8FCC-4418E43393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B133B3-7594-472B-BC5A-202AEA19D5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577939-09B0-4F43-B1A9-441D2D7B5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5EE62-C9F2-4699-8A45-584427741A0B}" type="datetimeFigureOut">
              <a:rPr lang="en-AU" smtClean="0"/>
              <a:t>17/02/2020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20F426-7815-40BA-9AD9-CA91D730C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B202E6-6B53-42C6-81D0-D1BCA21D4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D0075-1BED-4C7D-AC74-B59A49D7EC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6348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BA9B6-57F1-4C65-803D-0C305ACED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460360-FFCC-407C-8527-7E23F8BFF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5EE62-C9F2-4699-8A45-584427741A0B}" type="datetimeFigureOut">
              <a:rPr lang="en-AU" smtClean="0"/>
              <a:t>17/02/2020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3CF265-6A54-47BC-AB33-A71038300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26EAEF-8DAC-4E34-9D01-8AF0DE731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D0075-1BED-4C7D-AC74-B59A49D7EC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64649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1B2169-E0A6-4995-8A49-B5CC62F8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5EE62-C9F2-4699-8A45-584427741A0B}" type="datetimeFigureOut">
              <a:rPr lang="en-AU" smtClean="0"/>
              <a:t>17/02/2020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632D3F-544A-4336-BB52-414477BC6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479EDF-65DC-446C-959E-51B20E01B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D0075-1BED-4C7D-AC74-B59A49D7EC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11361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23545-BE56-4101-B9B5-A95C60330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DCD283-3591-4FCF-83D8-B7FE965C75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43BF58-1942-4799-8DF0-D57F1AD52C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86A1B3-2A34-4CA1-B5EB-032D92BA2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5EE62-C9F2-4699-8A45-584427741A0B}" type="datetimeFigureOut">
              <a:rPr lang="en-AU" smtClean="0"/>
              <a:t>17/02/2020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6B8820-48F2-4276-86DF-595747274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ED26BC-1942-47A9-A99D-43C5B610C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D0075-1BED-4C7D-AC74-B59A49D7EC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2041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E2B67-A09D-4B15-847C-8AF8129F4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5B072D-A1E1-4931-BBC8-244D2BC816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324BE2-EB58-4A3E-8569-5702DC2F7E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3D9CB8-6166-4B6D-A6FE-DDF66F54D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5EE62-C9F2-4699-8A45-584427741A0B}" type="datetimeFigureOut">
              <a:rPr lang="en-AU" smtClean="0"/>
              <a:t>17/02/2020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61E029-261B-495A-ADD1-BC3E524A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E86B61-E41F-4418-8515-54B7D0026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D0075-1BED-4C7D-AC74-B59A49D7EC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0196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058F2-14F6-49FB-95F2-FD182D9D5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281E1A-945E-4CE4-B8E2-EEBD559234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EBC4D9-9D81-4005-B78D-30988C8DD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5EE62-C9F2-4699-8A45-584427741A0B}" type="datetimeFigureOut">
              <a:rPr lang="en-AU" smtClean="0"/>
              <a:t>17/02/2020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FB2983-5940-435F-B34A-9D99B99D8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24D683-1B26-4034-AAD3-49DD96A4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D0075-1BED-4C7D-AC74-B59A49D7EC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91414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A6D41C-22E6-4385-9DD6-450E9843AA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B65FBE-22B3-444F-A4E3-5F291DA93A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FDE692-7A0E-4BE4-A8C4-8F5DBB56E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5EE62-C9F2-4699-8A45-584427741A0B}" type="datetimeFigureOut">
              <a:rPr lang="en-AU" smtClean="0"/>
              <a:t>17/02/2020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8C272C-0334-4CAC-98AD-A2C5F9C17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9369C6-3092-41FC-9877-E01E34483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D0075-1BED-4C7D-AC74-B59A49D7EC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99967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6A4929-C178-4658-8363-EF391FA04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E91848-579F-4239-BFC0-8BCE581D26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671D32-B148-40E7-8D0E-83DC000928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85EE62-C9F2-4699-8A45-584427741A0B}" type="datetimeFigureOut">
              <a:rPr lang="en-AU" smtClean="0"/>
              <a:t>17/02/2020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C990AC-BFFD-4A93-A549-361BD441C5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FC2214-487F-4C30-9B15-05F9EF87B1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6D0075-1BED-4C7D-AC74-B59A49D7EC7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85693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0B711-EC04-4328-BA3C-D312B35E07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5499"/>
            <a:ext cx="9144000" cy="841191"/>
          </a:xfrm>
        </p:spPr>
        <p:txBody>
          <a:bodyPr>
            <a:normAutofit fontScale="90000"/>
          </a:bodyPr>
          <a:lstStyle/>
          <a:p>
            <a:r>
              <a:rPr lang="en-US" dirty="0"/>
              <a:t>Topic: Integers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D656DC-C7F4-4C74-A9D1-FED7285DB9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035716"/>
            <a:ext cx="9144000" cy="642703"/>
          </a:xfrm>
        </p:spPr>
        <p:txBody>
          <a:bodyPr>
            <a:normAutofit fontScale="92500"/>
          </a:bodyPr>
          <a:lstStyle/>
          <a:p>
            <a:r>
              <a:rPr lang="en-US" dirty="0"/>
              <a:t>EQ: How do we use patterns of tens and ones to calculate addition problems?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288F43-77B5-4149-8386-E7F5734F6EBC}"/>
              </a:ext>
            </a:extLst>
          </p:cNvPr>
          <p:cNvSpPr txBox="1"/>
          <p:nvPr/>
        </p:nvSpPr>
        <p:spPr>
          <a:xfrm>
            <a:off x="272716" y="1318955"/>
            <a:ext cx="11646568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Get your VIVO’s</a:t>
            </a:r>
          </a:p>
          <a:p>
            <a:pPr marL="285750" indent="-285750">
              <a:buFontTx/>
              <a:buChar char="-"/>
            </a:pPr>
            <a:r>
              <a:rPr lang="en-US" dirty="0"/>
              <a:t>Topic and EQ in Interactive Notebook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NO PHONES OR EAR BUDS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Complete on working-out side: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r>
              <a:rPr lang="en-US" dirty="0"/>
              <a:t>1. Give the value of the digits (in brackets) in the distances to the following destinations in these road signs. Use words to state these values</a:t>
            </a:r>
          </a:p>
          <a:p>
            <a:pPr marL="285750" indent="-285750">
              <a:buFontTx/>
              <a:buChar char="-"/>
            </a:pPr>
            <a:endParaRPr lang="en-US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317DF51D-0D32-49F8-9913-D887FA6947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43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		</a:t>
            </a:r>
            <a:endParaRPr kumimoji="0" lang="en-AU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0015A4BA-22D2-4AEF-8F90-54ABC8656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463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A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9E7EAA-5C8C-476C-A1B2-619468E217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3387" y="3886200"/>
            <a:ext cx="3171825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522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249316" y="1952918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39616" y="404664"/>
            <a:ext cx="13578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Integers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3" y="1063437"/>
            <a:ext cx="105484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EQ: How do we use patterns of tens and ones to calculate addition problems?</a:t>
            </a:r>
            <a:endParaRPr lang="en-AU" sz="240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8067451F-BE4F-A548-B9D0-3ECD08D0F3B7}"/>
              </a:ext>
            </a:extLst>
          </p:cNvPr>
          <p:cNvSpPr txBox="1">
            <a:spLocks/>
          </p:cNvSpPr>
          <p:nvPr/>
        </p:nvSpPr>
        <p:spPr>
          <a:xfrm>
            <a:off x="4541298" y="1893405"/>
            <a:ext cx="6167656" cy="891879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200" dirty="0"/>
              <a:t>We are going to try adding the parts in whatever order we want and see if we can find some patterns</a:t>
            </a: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0687A6-3FE8-425E-AB51-84D3E8CFEECB}"/>
              </a:ext>
            </a:extLst>
          </p:cNvPr>
          <p:cNvSpPr txBox="1"/>
          <p:nvPr/>
        </p:nvSpPr>
        <p:spPr>
          <a:xfrm>
            <a:off x="4866993" y="2672949"/>
            <a:ext cx="6151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Collect and glue in the three column table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2791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249316" y="1952918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39616" y="404664"/>
            <a:ext cx="13578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Integers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63437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EQ: How do we use patterns of tens and ones to calculate addition problems?</a:t>
            </a:r>
            <a:endParaRPr lang="en-AU" sz="2400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E51A38B4-BD86-4002-8640-7EC3E28DC7A9}"/>
              </a:ext>
            </a:extLst>
          </p:cNvPr>
          <p:cNvGraphicFramePr>
            <a:graphicFrameLocks noGrp="1"/>
          </p:cNvGraphicFramePr>
          <p:nvPr/>
        </p:nvGraphicFramePr>
        <p:xfrm>
          <a:off x="4850450" y="2143168"/>
          <a:ext cx="6184470" cy="455142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04317">
                  <a:extLst>
                    <a:ext uri="{9D8B030D-6E8A-4147-A177-3AD203B41FA5}">
                      <a16:colId xmlns:a16="http://schemas.microsoft.com/office/drawing/2014/main" val="3800703384"/>
                    </a:ext>
                  </a:extLst>
                </a:gridCol>
                <a:gridCol w="1974721">
                  <a:extLst>
                    <a:ext uri="{9D8B030D-6E8A-4147-A177-3AD203B41FA5}">
                      <a16:colId xmlns:a16="http://schemas.microsoft.com/office/drawing/2014/main" val="2141059287"/>
                    </a:ext>
                  </a:extLst>
                </a:gridCol>
                <a:gridCol w="1905432">
                  <a:extLst>
                    <a:ext uri="{9D8B030D-6E8A-4147-A177-3AD203B41FA5}">
                      <a16:colId xmlns:a16="http://schemas.microsoft.com/office/drawing/2014/main" val="203130306"/>
                    </a:ext>
                  </a:extLst>
                </a:gridCol>
              </a:tblGrid>
              <a:tr h="1490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000">
                          <a:solidFill>
                            <a:schemeClr val="tx1"/>
                          </a:solidFill>
                          <a:effectLst/>
                        </a:rPr>
                        <a:t>Add the “tens”first</a:t>
                      </a:r>
                      <a:endParaRPr lang="en-AU" sz="10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600" marR="596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000">
                          <a:solidFill>
                            <a:schemeClr val="tx1"/>
                          </a:solidFill>
                          <a:effectLst/>
                        </a:rPr>
                        <a:t>Add the “hundreds ”first</a:t>
                      </a:r>
                      <a:endParaRPr lang="en-AU" sz="10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600" marR="596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000">
                          <a:solidFill>
                            <a:schemeClr val="tx1"/>
                          </a:solidFill>
                          <a:effectLst/>
                        </a:rPr>
                        <a:t>Add the “ones” first</a:t>
                      </a:r>
                      <a:endParaRPr lang="en-AU" sz="10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600" marR="596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5840512"/>
                  </a:ext>
                </a:extLst>
              </a:tr>
              <a:tr h="420233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0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600" marR="596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0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0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600" marR="596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0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1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600" marR="596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96162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4662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249316" y="1952918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39616" y="404664"/>
            <a:ext cx="13578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Integers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6343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EQ: How do we use patterns of tens and ones in a hundreds chart?</a:t>
            </a:r>
            <a:endParaRPr lang="en-AU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759CEF-9C5D-4E9E-9410-57180D4582E1}"/>
              </a:ext>
            </a:extLst>
          </p:cNvPr>
          <p:cNvSpPr txBox="1"/>
          <p:nvPr/>
        </p:nvSpPr>
        <p:spPr>
          <a:xfrm>
            <a:off x="5103341" y="2508422"/>
            <a:ext cx="59806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“Practice adding really large numbers” worksheet</a:t>
            </a:r>
            <a:endParaRPr lang="en-AU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ABF26C-4749-448D-A37C-0FF120664442}"/>
              </a:ext>
            </a:extLst>
          </p:cNvPr>
          <p:cNvSpPr/>
          <p:nvPr/>
        </p:nvSpPr>
        <p:spPr>
          <a:xfrm>
            <a:off x="5295845" y="3244334"/>
            <a:ext cx="525149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Early finishers: </a:t>
            </a:r>
          </a:p>
          <a:p>
            <a:endParaRPr lang="en-US" dirty="0"/>
          </a:p>
          <a:p>
            <a:r>
              <a:rPr lang="en-US" dirty="0"/>
              <a:t>Complete “One in a million” worksheet- Activity questions with the cards. Collect blue paper and see my example. </a:t>
            </a:r>
            <a:r>
              <a:rPr lang="en-US"/>
              <a:t>You can work in pairs.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12058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272</Words>
  <Application>Microsoft Office PowerPoint</Application>
  <PresentationFormat>Widescreen</PresentationFormat>
  <Paragraphs>74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Office Theme</vt:lpstr>
      <vt:lpstr>Topic: Integers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Integers?</dc:title>
  <dc:creator>Sarah James</dc:creator>
  <cp:lastModifiedBy>Sarah James</cp:lastModifiedBy>
  <cp:revision>2</cp:revision>
  <dcterms:created xsi:type="dcterms:W3CDTF">2020-02-14T01:21:28Z</dcterms:created>
  <dcterms:modified xsi:type="dcterms:W3CDTF">2020-02-17T11:56:25Z</dcterms:modified>
</cp:coreProperties>
</file>