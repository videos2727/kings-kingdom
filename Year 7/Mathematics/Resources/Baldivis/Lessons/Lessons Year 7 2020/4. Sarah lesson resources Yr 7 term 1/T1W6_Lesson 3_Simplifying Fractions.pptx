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75" r:id="rId3"/>
    <p:sldId id="261" r:id="rId4"/>
    <p:sldId id="269" r:id="rId5"/>
    <p:sldId id="268" r:id="rId6"/>
    <p:sldId id="263" r:id="rId7"/>
    <p:sldId id="264" r:id="rId8"/>
    <p:sldId id="265" r:id="rId9"/>
    <p:sldId id="276" r:id="rId10"/>
    <p:sldId id="279" r:id="rId11"/>
    <p:sldId id="278" r:id="rId12"/>
    <p:sldId id="280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E82DD-ECD8-4546-BDAB-B733310A790F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1904C-3455-4C3D-AA26-300CB4FF70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645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9786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2 pieces become 8, which is four times greater. </a:t>
            </a: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size of each piece becomes 4 times smaller. </a:t>
            </a: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fraction 8/20 is the same size as the fraction 2/5.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08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15 pieces become 3, which is five times smaller. </a:t>
            </a: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size of each piece becomes 5 times greater. </a:t>
            </a: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fraction 15/20 is the same size as the fraction 3/4.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2156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this is the multiplicative relationship between the numerator and denominator and can be used to identify fractions that are equivalent to one half.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7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all these fractions are equivalent to one half, the denominator must be two times greater than the numerator. </a:t>
            </a:r>
          </a:p>
          <a:p>
            <a:pPr marL="628650" lvl="1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given the numerator, it must be multiplied by two to find the denominator. </a:t>
            </a:r>
          </a:p>
          <a:p>
            <a:pPr marL="628650" lvl="1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given the denominator, it must be divided by two to find the numerator. </a:t>
            </a:r>
          </a:p>
          <a:p>
            <a:pPr marL="628650" lvl="1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the multiplicative comparison of the numerator and denominator can be used to quickly identify equivalent forms of other unit fractions.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5400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all fractions equivalent to one third, the denominator must be three times greater than the numerator.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851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7838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this is the multiplicative relationship between the numerator and denominator and can be used to identify fractions that are equivalent to one half.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30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this is the multiplicative relationship between the numerator and denominator and can be used to identify fractions that are equivalent to one half.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59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this is the multiplicative relationship between the numerator and denominator and can be used to identify fractions that are equivalent to one half.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80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8BA08-DA6E-419B-9897-D81D112C6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1674A-0EC5-4F8C-A85C-C68B25A97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1088C-9D66-4AA9-86A6-D85D4D3EF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FC4BF-AA47-416D-9AC6-DA5E2351DC82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AF36A-7BC6-44BE-A8EA-BDDA01081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009F9-A872-4AE0-84EC-9E91971EF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7E6EE-218D-4CF5-957D-68750C3D59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151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00F57-AD78-4BDF-BDB9-16D88953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30F6C-7AEE-402D-8326-208228F85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5ACB8-CBE0-4197-88E4-D3DD230D3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FC4BF-AA47-416D-9AC6-DA5E2351DC82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274F8-2AB0-4799-B3B2-DCB5A5CF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BDD26-6CAD-47C1-B17F-1656060F0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7E6EE-218D-4CF5-957D-68750C3D59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697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B919C-5C48-4586-B85B-D909D5E85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80CC6-A464-4086-AB04-05BC56F21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346C5-CED4-41F5-AA40-EF7738B37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FC4BF-AA47-416D-9AC6-DA5E2351DC82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7573F-D73A-4613-86E3-E6D060C5E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46CF9-8313-40F7-A8A8-58C24B31C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7E6EE-218D-4CF5-957D-68750C3D59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1959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916AA-340C-48EE-84DE-FE23910E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EE7D1-DF7F-4FB1-A5DB-D5C04FFFA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9A50A-A435-4AB0-86A5-F95A30FE9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B83A7-8069-4EDC-8E6A-F7FFDBB8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FC4BF-AA47-416D-9AC6-DA5E2351DC82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1A435-7CDF-4722-BE18-1C843155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FEB86-E99C-4C65-A9C3-B2812EC8E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7E6EE-218D-4CF5-957D-68750C3D59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9577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C455-0A03-49F5-85E4-51A4B844D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AC412-632B-45C3-AD70-79C411F0B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0D997-1A9A-48AE-8C25-D5222AA64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990D2-6E6C-42AD-8483-1AD94A8DD3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CCA993-C7F1-4FAB-B9A7-D03CA0DEB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D55ED0-EAC6-4D6B-9891-EB96DE09A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FC4BF-AA47-416D-9AC6-DA5E2351DC82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6E58C8-8E91-4408-893A-650F375E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215CA-0033-4159-9B43-1802808A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7E6EE-218D-4CF5-957D-68750C3D59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406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37BD-6A46-4F86-880D-AEDE6C02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6ADA37-E5EB-4BC6-AB47-29F49E2E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FC4BF-AA47-416D-9AC6-DA5E2351DC82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28349-3DDC-409C-A0E1-ADF4EA1F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B899-1C55-4B06-8F4E-BAEE3601A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7E6EE-218D-4CF5-957D-68750C3D59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7722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D4CD2-7621-47DD-AB06-3D2A883D7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FC4BF-AA47-416D-9AC6-DA5E2351DC82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70F8D3-33C0-43B4-82F9-4B235C82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13DEC-98B3-4578-8806-6A603AA7C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7E6EE-218D-4CF5-957D-68750C3D59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059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C9C20-9364-466E-BD05-056B9AB1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05A3B-8FCF-4BA6-85A2-F867C7AFE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D4792-B839-4C0E-BC48-9F75C4AA1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5052E-A8FD-4803-B50D-D3CEFE27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FC4BF-AA47-416D-9AC6-DA5E2351DC82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E0CE5-F7E0-483F-A3FE-5CC8391D3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AC1FF-648B-46F8-A3B2-FFF1AF97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7E6EE-218D-4CF5-957D-68750C3D59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256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05382-6CAF-4CC2-A61C-991E9ACE5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D6FCEB-A097-4F61-8986-9B8B3D4097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C1531-6D02-47BF-8563-8F7E1C5AE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6CFE5-B44F-4B18-B9FB-4CBDBF36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FC4BF-AA47-416D-9AC6-DA5E2351DC82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2BCED-8554-4755-A075-B6B8A6FE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353FE-AAB0-4738-A2C6-6BFB9E7F3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7E6EE-218D-4CF5-957D-68750C3D59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91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35D01-B222-4A73-B4A0-1B69718E1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2D3B5-EEDA-44C0-8452-CA4D56A40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B1FD8-15C5-47CC-85E1-64009C426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FC4BF-AA47-416D-9AC6-DA5E2351DC82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27051-64DF-4CB9-90B6-01B0EBE1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96078-5488-46A2-A9A9-1FB5EC43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7E6EE-218D-4CF5-957D-68750C3D59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162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C8E63A-5F84-4D83-A352-EA00F92DB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87BA1-0615-490A-BAA4-ACB04C612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ACBC9-DEA1-4C76-9592-400216DD3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FC4BF-AA47-416D-9AC6-DA5E2351DC82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3B146-255E-4DF8-ACB5-CCFD5E02A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204C3-E216-4C32-8718-33639A07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7E6EE-218D-4CF5-957D-68750C3D59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3016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15105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63599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99671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4937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4289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E167E3-930A-42FA-AB0D-218B3D440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FE602-A95B-4410-ACC4-73B80ECBA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7BFF0-B2A4-47B9-B227-4B7932478D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FC4BF-AA47-416D-9AC6-DA5E2351DC82}" type="datetimeFigureOut">
              <a:rPr lang="en-AU" smtClean="0"/>
              <a:t>11/03/2020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15BCC-2E06-43AC-8DA9-839EA73D9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A97CC-57BD-4763-8E47-3EAB0FCB5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7E6EE-218D-4CF5-957D-68750C3D59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092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James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732180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Simplifying Fractions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1B67BF-640F-4561-9AF5-99FFD208AAFD}"/>
              </a:ext>
            </a:extLst>
          </p:cNvPr>
          <p:cNvSpPr txBox="1"/>
          <p:nvPr/>
        </p:nvSpPr>
        <p:spPr>
          <a:xfrm>
            <a:off x="792185" y="3425701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simplify fractions?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5A098-B765-4F38-8E57-6FF8B3DD7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737" y="1673630"/>
            <a:ext cx="11136526" cy="3181436"/>
          </a:xfrm>
        </p:spPr>
        <p:txBody>
          <a:bodyPr/>
          <a:lstStyle/>
          <a:p>
            <a:r>
              <a:rPr lang="en-AU" dirty="0"/>
              <a:t>Fraction = 26/50       Decimal = _________   Percentage = ________</a:t>
            </a:r>
          </a:p>
          <a:p>
            <a:r>
              <a:rPr lang="en-AU" dirty="0"/>
              <a:t>Are the following fractions equivalent?  4/8 = 16/32 </a:t>
            </a:r>
          </a:p>
          <a:p>
            <a:r>
              <a:rPr lang="en-AU" dirty="0"/>
              <a:t>What is the area of a square 6 cm by 6 cm?</a:t>
            </a:r>
          </a:p>
          <a:p>
            <a:r>
              <a:rPr lang="en-AU" dirty="0"/>
              <a:t>What is half of 1/4 ?</a:t>
            </a:r>
          </a:p>
          <a:p>
            <a:r>
              <a:rPr lang="en-AU" dirty="0"/>
              <a:t>  </a:t>
            </a:r>
          </a:p>
          <a:p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075506-1356-427C-931F-B67CBDBFDB0D}"/>
              </a:ext>
            </a:extLst>
          </p:cNvPr>
          <p:cNvSpPr txBox="1">
            <a:spLocks/>
          </p:cNvSpPr>
          <p:nvPr/>
        </p:nvSpPr>
        <p:spPr>
          <a:xfrm>
            <a:off x="369761" y="387927"/>
            <a:ext cx="9446339" cy="74814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 sz="4400" kern="1200">
                <a:solidFill>
                  <a:srgbClr val="F0C3A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r>
              <a:rPr lang="en-AU" sz="4000" b="1">
                <a:solidFill>
                  <a:schemeClr val="tx1"/>
                </a:solidFill>
                <a:latin typeface="Fragment Core" panose="02000504040000020003" pitchFamily="50" charset="0"/>
              </a:rPr>
              <a:t>Simplifying Fractions</a:t>
            </a:r>
            <a:endParaRPr lang="en-AU" sz="40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48421-430E-494A-A99D-A6175C0C6368}"/>
              </a:ext>
            </a:extLst>
          </p:cNvPr>
          <p:cNvSpPr txBox="1"/>
          <p:nvPr/>
        </p:nvSpPr>
        <p:spPr>
          <a:xfrm>
            <a:off x="369761" y="109938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latin typeface="Fragment Core" panose="02000504040000020003" pitchFamily="50" charset="0"/>
              </a:rPr>
              <a:t>EQ – How do we simplify fractions?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D4DCB6-81DB-4009-B72D-8F07CD792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84" y="3726353"/>
            <a:ext cx="927735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3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901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FAC931-517C-4865-917A-F508A330DFDA}"/>
                  </a:ext>
                </a:extLst>
              </p:cNvPr>
              <p:cNvSpPr/>
              <p:nvPr/>
            </p:nvSpPr>
            <p:spPr>
              <a:xfrm>
                <a:off x="508000" y="988477"/>
                <a:ext cx="9671050" cy="4770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Consider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2800" u="none" strike="noStrike" baseline="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. </a:t>
                </a:r>
                <a:r>
                  <a:rPr lang="en-GB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If the numerator and denominator of the fraction are multiplied by 4, what happens to the: </a:t>
                </a:r>
              </a:p>
              <a:p>
                <a:endParaRPr lang="en-GB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number of pieces?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size of each piece?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size of the fraction?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FAC931-517C-4865-917A-F508A330D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988477"/>
                <a:ext cx="9671050" cy="4770537"/>
              </a:xfrm>
              <a:prstGeom prst="rect">
                <a:avLst/>
              </a:prstGeom>
              <a:blipFill>
                <a:blip r:embed="rId3"/>
                <a:stretch>
                  <a:fillRect l="-1260" r="-2079" b="-25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901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FAC931-517C-4865-917A-F508A330DFDA}"/>
                  </a:ext>
                </a:extLst>
              </p:cNvPr>
              <p:cNvSpPr/>
              <p:nvPr/>
            </p:nvSpPr>
            <p:spPr>
              <a:xfrm>
                <a:off x="508000" y="988477"/>
                <a:ext cx="9671050" cy="4770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Consider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num>
                      <m:den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</m:oMath>
                </a14:m>
                <a:r>
                  <a:rPr lang="en-GB" sz="2800" u="none" strike="noStrike" baseline="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. </a:t>
                </a:r>
                <a:r>
                  <a:rPr lang="en-GB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If the numerator and denominator of the fraction are divided by 5, what happens to the: </a:t>
                </a:r>
              </a:p>
              <a:p>
                <a:endParaRPr lang="en-GB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number of pieces?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size of each piece?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size of the fraction?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FAC931-517C-4865-917A-F508A330D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988477"/>
                <a:ext cx="9671050" cy="4770537"/>
              </a:xfrm>
              <a:prstGeom prst="rect">
                <a:avLst/>
              </a:prstGeom>
              <a:blipFill>
                <a:blip r:embed="rId3"/>
                <a:stretch>
                  <a:fillRect l="-1260" r="-126" b="-26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79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8199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Simplifying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simplify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1345" y="1493244"/>
                <a:ext cx="11790474" cy="4884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𝟓𝟎𝟎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den>
                      </m:f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f>
                        <m:fPr>
                          <m:ctrlP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𝟏𝟕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𝟓𝟏</m:t>
                          </m:r>
                        </m:den>
                      </m:f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f>
                        <m:fPr>
                          <m:ctrlPr>
                            <a:rPr lang="en-AU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𝟑𝟔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𝟕𝟐</m:t>
                          </m:r>
                        </m:den>
                      </m:f>
                    </m:oMath>
                  </m:oMathPara>
                </a14:m>
                <a:endParaRPr lang="en-US" sz="2399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US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endParaRPr lang="en-AU" dirty="0"/>
              </a:p>
              <a:p>
                <a:r>
                  <a:rPr lang="en-GB" sz="2800" dirty="0"/>
                  <a:t>Which fraction is not equivalent to one half? Explain your reasoning.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𝟏𝟕</m:t>
                        </m:r>
                      </m:num>
                      <m:den>
                        <m: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𝟓𝟏</m:t>
                        </m:r>
                      </m:den>
                    </m:f>
                  </m:oMath>
                </a14:m>
                <a:r>
                  <a:rPr lang="en-GB" sz="2400" i="1" dirty="0">
                    <a:solidFill>
                      <a:srgbClr val="FF0000"/>
                    </a:solidFill>
                  </a:rPr>
                  <a:t> is not equivalent to one half because 51 is not two times greater than 17. </a:t>
                </a:r>
              </a:p>
              <a:p>
                <a:endParaRPr lang="en-AU" dirty="0"/>
              </a:p>
              <a:p>
                <a:endParaRPr lang="en-GB" sz="2800" dirty="0"/>
              </a:p>
              <a:p>
                <a:r>
                  <a:rPr lang="en-GB" sz="2800" dirty="0"/>
                  <a:t>How many fractions have the same value as one half? Explain your reasoning. 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GB" sz="2400" i="1" dirty="0">
                    <a:solidFill>
                      <a:srgbClr val="FF0000"/>
                    </a:solidFill>
                  </a:rPr>
                  <a:t>There is an infinite number. Any fraction is equivalent to one half as long as the denominator is two times greater than the numerator.</a:t>
                </a:r>
              </a:p>
              <a:p>
                <a:pPr defTabSz="914126"/>
                <a:endParaRPr lang="en-US" sz="2399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5" y="1493244"/>
                <a:ext cx="11790474" cy="4884799"/>
              </a:xfrm>
              <a:prstGeom prst="rect">
                <a:avLst/>
              </a:prstGeom>
              <a:blipFill>
                <a:blip r:embed="rId3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39F1ED6-B101-4E86-845B-B594F7D4AD87}"/>
                  </a:ext>
                </a:extLst>
              </p:cNvPr>
              <p:cNvSpPr/>
              <p:nvPr/>
            </p:nvSpPr>
            <p:spPr>
              <a:xfrm>
                <a:off x="612076" y="1973498"/>
                <a:ext cx="10967847" cy="15437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/>
                      </m:f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AU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𝟑𝟔</m:t>
                          </m:r>
                        </m:den>
                      </m:f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</m:num>
                        <m:den/>
                      </m:f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AU" sz="4800" b="1" i="1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/>
                      </m:f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AU" sz="4800" b="1" i="1" smtClean="0">
                              <a:latin typeface="Cambria Math" panose="02040503050406030204" pitchFamily="18" charset="0"/>
                            </a:rPr>
                            <m:t>𝟕𝟎𝟒</m:t>
                          </m:r>
                        </m:den>
                      </m:f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AU" sz="4800" b="1" i="1" smtClean="0">
                              <a:latin typeface="Cambria Math" panose="02040503050406030204" pitchFamily="18" charset="0"/>
                            </a:rPr>
                            <m:t>𝟐𝟏</m:t>
                          </m:r>
                        </m:num>
                        <m:den/>
                      </m:f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39F1ED6-B101-4E86-845B-B594F7D4AD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76" y="1973498"/>
                <a:ext cx="10967847" cy="1543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E504441-54D8-42DD-9D91-655797B8D2DC}"/>
              </a:ext>
            </a:extLst>
          </p:cNvPr>
          <p:cNvSpPr/>
          <p:nvPr/>
        </p:nvSpPr>
        <p:spPr>
          <a:xfrm>
            <a:off x="1712842" y="4487279"/>
            <a:ext cx="87663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GB" sz="3600" dirty="0">
                <a:solidFill>
                  <a:schemeClr val="accent6">
                    <a:lumMod val="75000"/>
                  </a:schemeClr>
                </a:solidFill>
              </a:rPr>
              <a:t>ow would you work out the missing numbers in this equation? </a:t>
            </a: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065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/>
              <p:nvPr/>
            </p:nvSpPr>
            <p:spPr>
              <a:xfrm>
                <a:off x="518722" y="840840"/>
                <a:ext cx="10275173" cy="50885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3200" dirty="0">
                    <a:solidFill>
                      <a:srgbClr val="000000"/>
                    </a:solidFill>
                  </a:rPr>
                  <a:t>W</a:t>
                </a:r>
                <a:r>
                  <a:rPr lang="en-GB" sz="3200" dirty="0">
                    <a:solidFill>
                      <a:srgbClr val="000000"/>
                    </a:solidFill>
                  </a:rPr>
                  <a:t>ork in pairs to write five fractions, with </a:t>
                </a:r>
                <a:r>
                  <a:rPr lang="en-GB" sz="3200" i="1" u="sng" dirty="0">
                    <a:solidFill>
                      <a:srgbClr val="000000"/>
                    </a:solidFill>
                  </a:rPr>
                  <a:t>four fractions </a:t>
                </a:r>
                <a:r>
                  <a:rPr lang="en-GB" sz="3200" dirty="0">
                    <a:solidFill>
                      <a:srgbClr val="000000"/>
                    </a:solidFill>
                  </a:rPr>
                  <a:t>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sz="3200" dirty="0">
                  <a:solidFill>
                    <a:srgbClr val="00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GB" sz="3200" dirty="0">
                  <a:solidFill>
                    <a:srgbClr val="00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3200" dirty="0">
                    <a:solidFill>
                      <a:srgbClr val="000000"/>
                    </a:solidFill>
                  </a:rPr>
                  <a:t>Swap your fractions with another pair of students to identify the fraction that is not equivalent. </a:t>
                </a:r>
              </a:p>
              <a:p>
                <a:r>
                  <a:rPr lang="en-GB" sz="3200" dirty="0">
                    <a:solidFill>
                      <a:srgbClr val="000000"/>
                    </a:solidFill>
                  </a:rPr>
                  <a:t> </a:t>
                </a:r>
              </a:p>
              <a:p>
                <a:endParaRPr lang="en-AU" dirty="0"/>
              </a:p>
              <a:p>
                <a:pPr algn="ctr"/>
                <a:r>
                  <a:rPr lang="en-GB" sz="2800" i="1" dirty="0">
                    <a:solidFill>
                      <a:srgbClr val="0070C0"/>
                    </a:solidFill>
                  </a:rPr>
                  <a:t>What is the multiplicative relationship between the numerator and the denominator of all fractions that are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sz="2800" i="1" dirty="0">
                    <a:solidFill>
                      <a:srgbClr val="0070C0"/>
                    </a:solidFill>
                  </a:rPr>
                  <a:t>? </a:t>
                </a:r>
                <a:endParaRPr lang="en-GB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22" y="840840"/>
                <a:ext cx="10275173" cy="5088573"/>
              </a:xfrm>
              <a:prstGeom prst="rect">
                <a:avLst/>
              </a:prstGeom>
              <a:blipFill>
                <a:blip r:embed="rId3"/>
                <a:stretch>
                  <a:fillRect l="-1542" t="-1916" b="-7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F82E5DB7-4546-496A-9A25-B83AB481E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895" y="4918586"/>
            <a:ext cx="892277" cy="89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3FDAE5-3F4D-4EE1-9560-B94317E91589}"/>
              </a:ext>
            </a:extLst>
          </p:cNvPr>
          <p:cNvSpPr txBox="1"/>
          <p:nvPr/>
        </p:nvSpPr>
        <p:spPr>
          <a:xfrm>
            <a:off x="10695974" y="5877248"/>
            <a:ext cx="1088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</a:t>
            </a:r>
            <a:r>
              <a:rPr lang="en-AU" sz="2400" b="1" dirty="0">
                <a:solidFill>
                  <a:srgbClr val="FF0000"/>
                </a:solidFill>
              </a:rPr>
              <a:t>IC</a:t>
            </a:r>
            <a:r>
              <a:rPr lang="en-AU" sz="2400" b="1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8199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Simplifying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simplify fractions?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86FBE07-15F7-44B1-B008-454DBE0EC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9253"/>
            <a:ext cx="12192000" cy="347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97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8199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Simplifying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simplify fractions?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3844E1-9E9F-4327-811A-2367F34AAEC5}"/>
              </a:ext>
            </a:extLst>
          </p:cNvPr>
          <p:cNvSpPr txBox="1"/>
          <p:nvPr/>
        </p:nvSpPr>
        <p:spPr>
          <a:xfrm>
            <a:off x="191345" y="1482332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/>
              <a:t>How can we simplify this fraction?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6B03C0-C6C8-4DFA-B7F3-B254A869CD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162"/>
          <a:stretch/>
        </p:blipFill>
        <p:spPr>
          <a:xfrm>
            <a:off x="577502" y="2125355"/>
            <a:ext cx="1248203" cy="229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6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8199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Simplifying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simplify fractions?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10B1CC9-ADD9-45F6-BE99-D41A897B4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77" y="2125355"/>
            <a:ext cx="1715041" cy="24147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3844E1-9E9F-4327-811A-2367F34AAEC5}"/>
              </a:ext>
            </a:extLst>
          </p:cNvPr>
          <p:cNvSpPr txBox="1"/>
          <p:nvPr/>
        </p:nvSpPr>
        <p:spPr>
          <a:xfrm>
            <a:off x="191345" y="1482332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/>
              <a:t>How can we simplify this fraction?</a:t>
            </a:r>
          </a:p>
        </p:txBody>
      </p:sp>
    </p:spTree>
    <p:extLst>
      <p:ext uri="{BB962C8B-B14F-4D97-AF65-F5344CB8AC3E}">
        <p14:creationId xmlns:p14="http://schemas.microsoft.com/office/powerpoint/2010/main" val="180897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6566F1-9A25-4543-8C03-8893E64C1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886"/>
            <a:ext cx="12192000" cy="277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95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3D4910-3179-423E-B257-DED7F385C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12"/>
            <a:ext cx="12192000" cy="283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03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640</Words>
  <Application>Microsoft Office PowerPoint</Application>
  <PresentationFormat>Widescreen</PresentationFormat>
  <Paragraphs>98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Fragment Core</vt:lpstr>
      <vt:lpstr>Office Theme</vt:lpstr>
      <vt:lpstr>Simplifying Fractions</vt:lpstr>
      <vt:lpstr>PowerPoint Presentation</vt:lpstr>
      <vt:lpstr>From Last Lesson</vt:lpstr>
      <vt:lpstr>From Last Lesson</vt:lpstr>
      <vt:lpstr>PowerPoint Presentation</vt:lpstr>
      <vt:lpstr>Practice</vt:lpstr>
      <vt:lpstr>Task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Simplifying Fractions</dc:title>
  <dc:creator>Sarah James</dc:creator>
  <cp:lastModifiedBy>Sarah James</cp:lastModifiedBy>
  <cp:revision>1</cp:revision>
  <dcterms:created xsi:type="dcterms:W3CDTF">2020-03-11T01:52:46Z</dcterms:created>
  <dcterms:modified xsi:type="dcterms:W3CDTF">2020-03-11T01:55:08Z</dcterms:modified>
</cp:coreProperties>
</file>