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77" r:id="rId4"/>
    <p:sldId id="278" r:id="rId5"/>
    <p:sldId id="279" r:id="rId6"/>
    <p:sldId id="280" r:id="rId7"/>
    <p:sldId id="281" r:id="rId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3023" autoAdjust="0"/>
  </p:normalViewPr>
  <p:slideViewPr>
    <p:cSldViewPr snapToGrid="0">
      <p:cViewPr varScale="1">
        <p:scale>
          <a:sx n="42" d="100"/>
          <a:sy n="42" d="100"/>
        </p:scale>
        <p:origin x="16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18979FC6-4C81-424B-945A-A1737447B528}"/>
    <pc:docChg chg="custSel modSld">
      <pc:chgData name="Sarah James" userId="e5e3e68366f0feb3" providerId="LiveId" clId="{18979FC6-4C81-424B-945A-A1737447B528}" dt="2020-03-16T01:50:05.718" v="0" actId="478"/>
      <pc:docMkLst>
        <pc:docMk/>
      </pc:docMkLst>
      <pc:sldChg chg="delSp mod delAnim">
        <pc:chgData name="Sarah James" userId="e5e3e68366f0feb3" providerId="LiveId" clId="{18979FC6-4C81-424B-945A-A1737447B528}" dt="2020-03-16T01:50:05.718" v="0" actId="478"/>
        <pc:sldMkLst>
          <pc:docMk/>
          <pc:sldMk cId="262996647" sldId="277"/>
        </pc:sldMkLst>
        <pc:spChg chg="del">
          <ac:chgData name="Sarah James" userId="e5e3e68366f0feb3" providerId="LiveId" clId="{18979FC6-4C81-424B-945A-A1737447B528}" dt="2020-03-16T01:50:05.718" v="0" actId="478"/>
          <ac:spMkLst>
            <pc:docMk/>
            <pc:sldMk cId="262996647" sldId="277"/>
            <ac:spMk id="13" creationId="{B7A0DE0D-ED39-4941-8252-011A24EFE13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F1986-C5ED-4017-8182-1DFD4F6D2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6F7AD-C8A3-4522-BBE4-B93908FC6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C6ACF-5C2A-4E8D-8383-43C20474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F8F52-4475-4F0B-AF51-0A3CA574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290EF-09AC-4102-9E37-6EB6FF7E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14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3AA4-5FEB-4BA7-8069-0236B4E64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B32E4-7057-458E-AB97-7500C2D84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B55B0-805F-42E6-AFBA-AC453668C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0DF60-AC51-44BC-8731-ABDBA60A8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9F43-1159-4417-BD3E-E24B8C65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382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0EE65-F1FE-4D3C-85F3-81B1DA89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30D13-E3DD-454C-A6CE-0A77409F7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11AC8-DF1E-49C6-A20C-0436F612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68003-748E-4C96-B491-B0C9F52E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18955-4161-42BF-A1AE-D8F855D4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83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309DB-3251-4A94-B4C2-404A41FDC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38AC4-7657-4AE8-BDD7-EA8211B1E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7C4E7-CFA2-44C9-A5E2-0550AF3A8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C9B66-69F4-4275-B566-B0F0925D3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02B32-F07B-4668-B5F7-5DE866B3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E2389-279C-405C-8EF9-84C8CD85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5191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1DD5-9326-42AC-9868-BDA032FD0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85953-5052-4061-9B62-FF1D648F5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9A358-EE99-4118-BE59-19A7B40D8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CFEBB-B5FD-4C23-AAF9-7470B0342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F9A500-49F1-4F15-98E2-E3426BCCB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D59839-FC3B-4669-B7BB-22A85252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3A341-8170-4295-9B0B-519FA08BB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3992A-356D-4498-9B93-E21EC8D31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855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4CAE-C9F0-477C-A28B-50EBCEE6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5FD9B5-E49B-43C8-8AB5-FC36E9CE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34E5A-BCF2-4EDC-B29A-44FA9D7A1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9CA857-B1FF-41E9-83BB-3AFD7984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3382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29090-3061-4494-BE57-A371AE21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9C8A8-C7E9-4AFE-AA53-4A36BC1F8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04CB-55A7-49F1-8ED5-23BCA5FF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395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39590-15FF-4556-985E-8491ABD41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D3D7F-98EA-49E4-86FD-76424AE98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BB89E-5420-48EC-80F2-DEE2570DC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98545-1F8A-45D1-9B94-D58859E12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7EC4B-6932-4E1D-B243-ED4B64BA2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1405E-35B2-4C67-9A45-66BBAF9FD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3994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FF22-7C81-42D3-80C6-62A8836DF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04424-A52D-4ECF-927D-0B4C1F040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C5D3A-C7EB-4B73-8E98-BA9BAB680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D4C28-A27C-4CF1-BC2F-468851AE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771FB-D46F-4CC7-B5A2-451951A9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4D11A-1D6C-464D-A1BB-1C2A7DFB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9075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C13D-0985-4A8E-B617-0409337AC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955B9-7A0E-4B72-BA77-BEF30DD70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D5C1A-9EB7-413B-8C61-B5AE2AB5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15D48-EF09-4E82-8FBB-3AC23B23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F999B-D34F-402F-8C2B-382FD85FC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18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70663-4CC5-44B9-ABA8-A0311FA8B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DA104-046E-4BC9-8CE3-24A5C0495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6CB52-963E-437C-BE85-ED5A78541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7F18D-9472-45E5-BDE1-5A740279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7F51-FF03-4568-852F-1EC7B740C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305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4F339-9C19-4ED5-BAF1-36994C0D4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77E40-7C94-40A6-888E-75F22C49B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590DA-F4A4-4CC1-A213-B0B95EF9F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79B73-A4CC-4534-9A2B-7848BCB2738B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C33C3-8A44-4280-BEE3-A70A29969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9342-1A18-4F74-88BF-613F1903C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8BA07-9F39-44ED-B94E-41C57A4A00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72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arsitytutors.com/hotmath/hotmath_help/topics/equivalent-fractions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arsitytutors.com/hotmath/hotmath_help/topics/least-common-multiples.html" TargetMode="External"/><Relationship Id="rId4" Type="http://schemas.openxmlformats.org/officeDocument/2006/relationships/hyperlink" Target="https://www.varsitytutors.com/hotmath/hotmath_help/topics/least-common-denominators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9C05-92C1-4ED3-9157-808E13257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Fractions	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EE6DD-899C-4931-AA12-1600FCE5A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is the written for adding and subtracting fractions?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40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00BB3-77E1-4032-8091-36CF19FD4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Often drawing pictures of fractions can take too much time, and mentally adding them can be too difficult.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are going to use the pictures method to teach you how to add fractions using numbers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9440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E7BCD7-A5F7-4B16-B2CE-91B2190BB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565" y="952802"/>
            <a:ext cx="7962900" cy="1962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28366F-1FE7-4ABC-926F-7BC3E5491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565" y="3084621"/>
            <a:ext cx="7620000" cy="2790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02877E-9263-4777-8EDC-7A5B9993EA28}"/>
              </a:ext>
            </a:extLst>
          </p:cNvPr>
          <p:cNvSpPr txBox="1"/>
          <p:nvPr/>
        </p:nvSpPr>
        <p:spPr>
          <a:xfrm>
            <a:off x="1935873" y="5875446"/>
            <a:ext cx="96044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Multiplying the denominators in the question gives the denominator in the answer</a:t>
            </a:r>
          </a:p>
          <a:p>
            <a:r>
              <a:rPr lang="en-US" dirty="0"/>
              <a:t>5 x 3 = 15 </a:t>
            </a:r>
          </a:p>
          <a:p>
            <a:r>
              <a:rPr lang="en-US" dirty="0"/>
              <a:t>five multiplied by three equals fifteen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9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36F20A-4929-4FC8-9F0D-F9844A767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7" y="540789"/>
            <a:ext cx="9191625" cy="38004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2D89D21-620B-4171-BC9C-4CCEADA2BBB9}"/>
              </a:ext>
            </a:extLst>
          </p:cNvPr>
          <p:cNvSpPr/>
          <p:nvPr/>
        </p:nvSpPr>
        <p:spPr>
          <a:xfrm>
            <a:off x="197963" y="4129735"/>
            <a:ext cx="117835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93939"/>
                </a:solidFill>
                <a:effectLst/>
                <a:latin typeface="Noto Sans"/>
              </a:rPr>
              <a:t>1. If the denominators are not the same, then you have to use </a:t>
            </a:r>
            <a:r>
              <a:rPr lang="en-US" b="0" i="0" u="none" strike="noStrike" dirty="0">
                <a:solidFill>
                  <a:srgbClr val="007AC0"/>
                </a:solidFill>
                <a:effectLst/>
                <a:latin typeface="Noto Sans"/>
                <a:hlinkClick r:id="rId3"/>
              </a:rPr>
              <a:t>equivalent fractions </a:t>
            </a:r>
            <a:r>
              <a:rPr lang="en-US" b="0" i="0" dirty="0">
                <a:solidFill>
                  <a:srgbClr val="393939"/>
                </a:solidFill>
                <a:effectLst/>
                <a:latin typeface="Noto Sans"/>
              </a:rPr>
              <a:t>which do have a </a:t>
            </a:r>
            <a:r>
              <a:rPr lang="en-US" b="0" i="0" u="none" strike="noStrike" dirty="0">
                <a:solidFill>
                  <a:srgbClr val="007AC0"/>
                </a:solidFill>
                <a:effectLst/>
                <a:latin typeface="Noto Sans"/>
                <a:hlinkClick r:id="rId4"/>
              </a:rPr>
              <a:t>common denominator </a:t>
            </a:r>
            <a:r>
              <a:rPr lang="en-US" b="0" i="0" dirty="0">
                <a:solidFill>
                  <a:srgbClr val="393939"/>
                </a:solidFill>
                <a:effectLst/>
                <a:latin typeface="Noto Sans"/>
              </a:rPr>
              <a:t>. To do this, you need to find the </a:t>
            </a:r>
            <a:r>
              <a:rPr lang="en-US" b="0" i="0" u="none" strike="noStrike" dirty="0">
                <a:solidFill>
                  <a:srgbClr val="007AC0"/>
                </a:solidFill>
                <a:effectLst/>
                <a:latin typeface="Noto Sans"/>
                <a:hlinkClick r:id="rId5"/>
              </a:rPr>
              <a:t>least common multiple </a:t>
            </a:r>
            <a:r>
              <a:rPr lang="en-US" b="0" i="0" dirty="0">
                <a:solidFill>
                  <a:srgbClr val="393939"/>
                </a:solidFill>
                <a:effectLst/>
                <a:latin typeface="Noto Sans"/>
              </a:rPr>
              <a:t>(LCM) of the two denominators.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FE993C-A946-4D81-AD60-4C2856506395}"/>
              </a:ext>
            </a:extLst>
          </p:cNvPr>
          <p:cNvSpPr/>
          <p:nvPr/>
        </p:nvSpPr>
        <p:spPr>
          <a:xfrm>
            <a:off x="197962" y="4962915"/>
            <a:ext cx="114535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93939"/>
                </a:solidFill>
                <a:effectLst/>
                <a:latin typeface="Noto Sans"/>
              </a:rPr>
              <a:t>2. To add fractions with unlike denominators, rename the fractions with a common denominator. Then add.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F16BD-4DC7-45D2-9898-9D2979840F33}"/>
              </a:ext>
            </a:extLst>
          </p:cNvPr>
          <p:cNvSpPr txBox="1"/>
          <p:nvPr/>
        </p:nvSpPr>
        <p:spPr>
          <a:xfrm>
            <a:off x="499621" y="171457"/>
            <a:ext cx="439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Students </a:t>
            </a:r>
            <a:r>
              <a:rPr lang="en-US"/>
              <a:t>to write this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8559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CCB1C7-7510-4076-A244-73342076E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102" y="2253235"/>
            <a:ext cx="10515600" cy="38920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62ACA9-6258-45DC-8513-C848D1FB68F5}"/>
              </a:ext>
            </a:extLst>
          </p:cNvPr>
          <p:cNvSpPr txBox="1"/>
          <p:nvPr/>
        </p:nvSpPr>
        <p:spPr>
          <a:xfrm>
            <a:off x="1074656" y="744718"/>
            <a:ext cx="439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 only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266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BC3126-982A-4D29-80F5-C9B92EF8D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2277269"/>
            <a:ext cx="7772400" cy="3448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74117E-B3FE-4EF2-9DB0-6FD2B923464E}"/>
              </a:ext>
            </a:extLst>
          </p:cNvPr>
          <p:cNvSpPr txBox="1"/>
          <p:nvPr/>
        </p:nvSpPr>
        <p:spPr>
          <a:xfrm>
            <a:off x="1074656" y="744718"/>
            <a:ext cx="439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notes only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363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183FC2-0E22-4AD7-8D7D-381A87D3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812" y="190500"/>
            <a:ext cx="5286375" cy="647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B9B1F2-D704-4631-AE81-7DB437C1D568}"/>
              </a:ext>
            </a:extLst>
          </p:cNvPr>
          <p:cNvSpPr txBox="1"/>
          <p:nvPr/>
        </p:nvSpPr>
        <p:spPr>
          <a:xfrm>
            <a:off x="584462" y="546755"/>
            <a:ext cx="230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 out to students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047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154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Noto Sans</vt:lpstr>
      <vt:lpstr>Office Theme</vt:lpstr>
      <vt:lpstr>Topic: Fractions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 </dc:title>
  <dc:creator>Sarah James</dc:creator>
  <cp:lastModifiedBy>Sarah James</cp:lastModifiedBy>
  <cp:revision>1</cp:revision>
  <cp:lastPrinted>2020-03-11T02:12:30Z</cp:lastPrinted>
  <dcterms:created xsi:type="dcterms:W3CDTF">2020-03-11T02:12:13Z</dcterms:created>
  <dcterms:modified xsi:type="dcterms:W3CDTF">2020-03-16T01:50:09Z</dcterms:modified>
</cp:coreProperties>
</file>