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61" r:id="rId3"/>
    <p:sldId id="259" r:id="rId4"/>
    <p:sldId id="267" r:id="rId5"/>
    <p:sldId id="263" r:id="rId6"/>
    <p:sldId id="264" r:id="rId7"/>
    <p:sldId id="265" r:id="rId8"/>
    <p:sldId id="266" r:id="rId9"/>
    <p:sldId id="276" r:id="rId10"/>
    <p:sldId id="271" r:id="rId11"/>
    <p:sldId id="272" r:id="rId12"/>
    <p:sldId id="273" r:id="rId13"/>
    <p:sldId id="274" r:id="rId14"/>
    <p:sldId id="275" r:id="rId15"/>
    <p:sldId id="277" r:id="rId16"/>
    <p:sldId id="278" r:id="rId17"/>
    <p:sldId id="27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38151AB7-E104-450A-BC87-161D523154F6}"/>
    <pc:docChg chg="custSel modSld">
      <pc:chgData name="Sarah James" userId="e5e3e68366f0feb3" providerId="LiveId" clId="{38151AB7-E104-450A-BC87-161D523154F6}" dt="2020-03-13T01:25:37.914" v="0" actId="478"/>
      <pc:docMkLst>
        <pc:docMk/>
      </pc:docMkLst>
      <pc:sldChg chg="delSp mod delAnim">
        <pc:chgData name="Sarah James" userId="e5e3e68366f0feb3" providerId="LiveId" clId="{38151AB7-E104-450A-BC87-161D523154F6}" dt="2020-03-13T01:25:37.914" v="0" actId="478"/>
        <pc:sldMkLst>
          <pc:docMk/>
          <pc:sldMk cId="2773230516" sldId="267"/>
        </pc:sldMkLst>
        <pc:spChg chg="del">
          <ac:chgData name="Sarah James" userId="e5e3e68366f0feb3" providerId="LiveId" clId="{38151AB7-E104-450A-BC87-161D523154F6}" dt="2020-03-13T01:25:37.914" v="0" actId="478"/>
          <ac:spMkLst>
            <pc:docMk/>
            <pc:sldMk cId="2773230516" sldId="267"/>
            <ac:spMk id="2" creationId="{309407FA-3A2A-4424-BBD4-24973ABF8C0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E53531-8F2A-48CB-8BF1-0A0BB0D74481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F76370-FFC5-49A4-A5AF-5509774564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1714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3470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091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9679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958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2650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D781D-0CF9-4551-AC4F-79CC045FB5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76F20D-C6E0-4A77-9B64-B62D923916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C109A-93E9-4044-B21F-79B3FF52E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8B201-501E-4781-B380-82C5B231365E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3B0CE-05DE-4A0B-8F97-73081252C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1AAB2-DD33-4E7B-B763-F26FF454A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2000-9ADD-49F7-9D91-93834CAD91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6307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142EB-4600-40C6-BB77-EA33EFC1B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4F99D-23DA-481C-89BA-002A54F65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CCCB3-BB7B-4147-9BDF-0FFF21CC7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8B201-501E-4781-B380-82C5B231365E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1693C-28F2-4347-BC67-54759DB37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82845-8803-4CBE-9F73-BA9A8D8BD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2000-9ADD-49F7-9D91-93834CAD91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9562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390F2-6F3B-450C-BF25-1DA1D2855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F82BE-B430-489B-ADE7-81E4A4EC0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98832-BA3E-437A-ADED-E97051674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8B201-501E-4781-B380-82C5B231365E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1625D-9F20-45CF-9E97-39350BB64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34C96-54D6-46C1-B892-8DD9F19FB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2000-9ADD-49F7-9D91-93834CAD91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5978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9B5E6-ECB0-4A38-938A-5C2C6A082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3653A-E95E-4E3F-AB34-4BB12EF4AD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B4AF93-1CBF-48BD-BF1C-2E52FD3C6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90DE21-CC7F-4F73-B25B-55C1C685B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8B201-501E-4781-B380-82C5B231365E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E9332-B947-4AF0-9EAE-4860F9148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8211C8-CFDA-4028-A947-994DE2081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2000-9ADD-49F7-9D91-93834CAD91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9041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88B00-0DE6-4695-87D3-4E9794891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5FB10-77D5-4AEF-BAE4-01EAB2916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08FC8-A23B-4BCB-89FB-FCDB95EC0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795BEE-E053-4F21-963A-5820FA7F4D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8464A4-7CF1-410A-BDD4-44192B2CE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077ECC-51A6-43A7-BA22-593D042D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8B201-501E-4781-B380-82C5B231365E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9F8F96-D2E9-41F2-87EA-374A012D7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42CC6A-AF33-4F27-9654-AF6260BCA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2000-9ADD-49F7-9D91-93834CAD91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7034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5DAA5-1C75-471F-B6A3-E1E6DD60F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FBD14A-E556-41DF-A764-34F3AFD44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8B201-501E-4781-B380-82C5B231365E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564ADC-A8C2-404A-8100-A1596354C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F795B2-E52B-482E-84A5-0833D26E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2000-9ADD-49F7-9D91-93834CAD91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9569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120F58-D7AA-4803-A775-DFB97F849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8B201-501E-4781-B380-82C5B231365E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B30858-6975-4B69-8428-D06F4C1DA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03880-F32D-4DCF-94A0-8F1938E8E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2000-9ADD-49F7-9D91-93834CAD91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7669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72257-871D-41C5-ABBD-742E78B8A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36F86-5C65-4FF7-A081-CDD73B14F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BE82AD-0196-4EC3-B010-58CAFD4EC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7E25E7-4D2F-477F-88AA-57E42A5D7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8B201-501E-4781-B380-82C5B231365E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4A29B0-FB11-40A1-BF71-652A18231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788F6-F98D-469D-B0FC-1546A25DA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2000-9ADD-49F7-9D91-93834CAD91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7198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B9D7B-025F-4B54-BCD4-FF5954244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4BDA49-B4C6-4CB2-BD4D-A4D26EEF6B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E54DEE-4A74-4914-9C3A-E3432F1F15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4BBF28-4E4D-4883-81AE-94CBB7AB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8B201-501E-4781-B380-82C5B231365E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5D8EF6-8367-49BB-9F5F-A1DD7FBF8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717AD2-28EB-406B-A999-0335F7C67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2000-9ADD-49F7-9D91-93834CAD91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3494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9A9D7-94F7-410E-971A-E11A43745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F218C2-A947-485E-8838-F4BA8E957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D8AE3-D5F6-49D0-84F8-31FEA9286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8B201-501E-4781-B380-82C5B231365E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F24E-EEFB-4097-B9E0-81EC44B91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120DC-A4DF-4A20-A9D5-F0E599627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2000-9ADD-49F7-9D91-93834CAD91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0882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DE51D1-21B2-4825-96B3-F9BECF6188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31EF3C-6AE6-4BDB-A461-2FDBB8AC86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34D01-9803-4595-AB84-22EB559DA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8B201-501E-4781-B380-82C5B231365E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183D1-8471-4F96-A625-83D59ECC0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EEE43-FC76-41B7-9FCE-B6834BF4C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2000-9ADD-49F7-9D91-93834CAD91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2516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515774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0FD7B1-029C-4F3A-8F09-7AEB8E4C3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F4F6D-3D10-4157-8E2C-D401F5F86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91237-47BB-416B-AD8E-9E07ABED53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18B201-501E-4781-B380-82C5B231365E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69A0B-DE99-4249-830A-870A500986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6E626-7E85-4983-B4CA-7E7C9CA4E2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22000-9ADD-49F7-9D91-93834CAD91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279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19C05-92C1-4ED3-9157-808E13257E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Topic: Fractions	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FEE6DD-899C-4931-AA12-1600FCE5A0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EQ: How do I add and subtract fractions with diagrams?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2407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BCDDE9-5CF0-4C27-AB6D-4B68C871D986}"/>
                  </a:ext>
                </a:extLst>
              </p:cNvPr>
              <p:cNvSpPr txBox="1"/>
              <p:nvPr/>
            </p:nvSpPr>
            <p:spPr>
              <a:xfrm>
                <a:off x="2743200" y="756921"/>
                <a:ext cx="6372520" cy="484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How can you fold the A4 paper to make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BCDDE9-5CF0-4C27-AB6D-4B68C871D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756921"/>
                <a:ext cx="6372520" cy="484876"/>
              </a:xfrm>
              <a:prstGeom prst="rect">
                <a:avLst/>
              </a:prstGeom>
              <a:blipFill>
                <a:blip r:embed="rId2"/>
                <a:stretch>
                  <a:fillRect l="-766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7348EA5-69D1-4145-A672-78A909E627D1}"/>
                  </a:ext>
                </a:extLst>
              </p:cNvPr>
              <p:cNvSpPr txBox="1"/>
              <p:nvPr/>
            </p:nvSpPr>
            <p:spPr>
              <a:xfrm>
                <a:off x="2608083" y="3871244"/>
                <a:ext cx="6372520" cy="484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How can you fold the A4 paper to make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7348EA5-69D1-4145-A672-78A909E627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8083" y="3871244"/>
                <a:ext cx="6372520" cy="484876"/>
              </a:xfrm>
              <a:prstGeom prst="rect">
                <a:avLst/>
              </a:prstGeom>
              <a:blipFill>
                <a:blip r:embed="rId3"/>
                <a:stretch>
                  <a:fillRect l="-861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AC839CE-BEE9-4C30-9CCF-27FDDEC024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658" y="1583970"/>
            <a:ext cx="3752850" cy="1847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3F6793-40EA-4425-9666-E23B31B35A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389" y="1562100"/>
            <a:ext cx="3819525" cy="1866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C07E0E-0161-4F56-9FC3-1791A1B3115C}"/>
              </a:ext>
            </a:extLst>
          </p:cNvPr>
          <p:cNvSpPr txBox="1"/>
          <p:nvPr/>
        </p:nvSpPr>
        <p:spPr>
          <a:xfrm>
            <a:off x="5034455" y="2160082"/>
            <a:ext cx="851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</a:t>
            </a:r>
            <a:endParaRPr lang="en-A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3822A9-FC73-478F-944E-81BD880D20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658" y="4625372"/>
            <a:ext cx="3781425" cy="18954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0D97D5-A455-4A0D-AE8D-D2DCFA9F43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1098" y="4625372"/>
            <a:ext cx="3771900" cy="18478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5EAE2BF-0C80-4139-8CA9-9462030158B4}"/>
              </a:ext>
            </a:extLst>
          </p:cNvPr>
          <p:cNvSpPr txBox="1"/>
          <p:nvPr/>
        </p:nvSpPr>
        <p:spPr>
          <a:xfrm>
            <a:off x="5078122" y="5328618"/>
            <a:ext cx="851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70382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9407FA-3A2A-4424-BBD4-24973ABF8C06}"/>
              </a:ext>
            </a:extLst>
          </p:cNvPr>
          <p:cNvSpPr txBox="1"/>
          <p:nvPr/>
        </p:nvSpPr>
        <p:spPr>
          <a:xfrm>
            <a:off x="659876" y="914400"/>
            <a:ext cx="9492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 there a way that they can put the third and fifth together on the same cake?</a:t>
            </a:r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FADD36-910B-4D54-B944-43A9E1D8A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76" y="1833398"/>
            <a:ext cx="7458075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762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8697517-54DE-492C-AD38-304BD459DB38}"/>
                  </a:ext>
                </a:extLst>
              </p:cNvPr>
              <p:cNvSpPr/>
              <p:nvPr/>
            </p:nvSpPr>
            <p:spPr>
              <a:xfrm>
                <a:off x="835166" y="1706105"/>
                <a:ext cx="1260281" cy="7028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800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800" dirty="0"/>
                  <a:t>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8697517-54DE-492C-AD38-304BD459DB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166" y="1706105"/>
                <a:ext cx="1260281" cy="702885"/>
              </a:xfrm>
              <a:prstGeom prst="rect">
                <a:avLst/>
              </a:prstGeom>
              <a:blipFill>
                <a:blip r:embed="rId2"/>
                <a:stretch>
                  <a:fillRect b="-121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C048178-F160-4508-B463-AC801A31B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18" y="2744842"/>
            <a:ext cx="3112786" cy="24070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1CB6A2-B573-4883-B1DF-547FDAF97B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6483" y="2606817"/>
            <a:ext cx="3025158" cy="25450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644DE2-9260-408F-816F-350577089B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1641" y="2208642"/>
            <a:ext cx="5169235" cy="4442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230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09407FA-3A2A-4424-BBD4-24973ABF8C06}"/>
                  </a:ext>
                </a:extLst>
              </p:cNvPr>
              <p:cNvSpPr txBox="1"/>
              <p:nvPr/>
            </p:nvSpPr>
            <p:spPr>
              <a:xfrm>
                <a:off x="659876" y="914400"/>
                <a:ext cx="9492792" cy="55236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Use the same process to add the following fractions:</a:t>
                </a:r>
              </a:p>
              <a:p>
                <a:endParaRPr lang="en-US" sz="280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sz="2800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800" dirty="0"/>
                  <a:t> </a:t>
                </a:r>
              </a:p>
              <a:p>
                <a:endParaRPr lang="en-AU" sz="2800" dirty="0"/>
              </a:p>
              <a:p>
                <a:r>
                  <a:rPr lang="en-US" sz="2800" dirty="0"/>
                  <a:t>b)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sz="2800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800" dirty="0"/>
                  <a:t> </a:t>
                </a:r>
              </a:p>
              <a:p>
                <a:endParaRPr lang="en-AU" sz="2800" dirty="0"/>
              </a:p>
              <a:p>
                <a:r>
                  <a:rPr lang="en-US" sz="2800" dirty="0"/>
                  <a:t>c)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800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800" dirty="0"/>
                  <a:t> </a:t>
                </a:r>
              </a:p>
              <a:p>
                <a:endParaRPr lang="en-US" sz="2800" dirty="0"/>
              </a:p>
              <a:p>
                <a:r>
                  <a:rPr lang="en-US" sz="2800" dirty="0"/>
                  <a:t>d)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800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sz="2800" dirty="0"/>
                  <a:t> 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pPr marL="342900" indent="-342900">
                  <a:buAutoNum type="alphaLcParenR"/>
                </a:pPr>
                <a:endParaRPr lang="en-AU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09407FA-3A2A-4424-BBD4-24973ABF8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876" y="914400"/>
                <a:ext cx="9492792" cy="5523692"/>
              </a:xfrm>
              <a:prstGeom prst="rect">
                <a:avLst/>
              </a:prstGeom>
              <a:blipFill>
                <a:blip r:embed="rId2"/>
                <a:stretch>
                  <a:fillRect l="-1285" t="-9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0310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1DF5E04-0004-4DFD-822B-6D428BD1B3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3739" y="576235"/>
            <a:ext cx="6600825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636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059985C-F377-4E94-A47D-03101BF307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7683" y="679077"/>
            <a:ext cx="6418167" cy="549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534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6743AF-7B5A-437F-AA28-9EA64C99B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572" y="314872"/>
            <a:ext cx="6103534" cy="622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261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591E4-A8B3-4443-9B78-02E33928FB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Fractions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4A3073-91E8-4048-9D60-F5C0512A92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EQ: What happens when you add fractions with the same denominator?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886344-3D6A-444E-B5F2-3A2E2642C776}"/>
              </a:ext>
            </a:extLst>
          </p:cNvPr>
          <p:cNvSpPr txBox="1"/>
          <p:nvPr/>
        </p:nvSpPr>
        <p:spPr>
          <a:xfrm>
            <a:off x="1282262" y="704193"/>
            <a:ext cx="4435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 EQ and topic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64104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4074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1210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latin typeface="Fragment Core" panose="02000504040000020003" pitchFamily="50" charset="0"/>
              </a:rPr>
              <a:t>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" y="1485640"/>
            <a:ext cx="24407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2</a:t>
            </a:r>
          </a:p>
          <a:p>
            <a:pPr algn="ctr" defTabSz="914126"/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Adding With Same Denominator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9545" y="774618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EQ: What happens when you add fractions with the same denominator?</a:t>
            </a:r>
            <a:endParaRPr lang="en-A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623629" y="1419850"/>
                <a:ext cx="8757132" cy="1794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40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solidFill>
                    <a:prstClr val="black"/>
                  </a:solidFill>
                </a:endParaRPr>
              </a:p>
              <a:p>
                <a:pPr defTabSz="914126"/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629" y="1419850"/>
                <a:ext cx="8757132" cy="17943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/>
        </p:nvGraphicFramePr>
        <p:xfrm>
          <a:off x="2623630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33AFD06-7DA7-4FED-85E5-A3E581AC53F7}"/>
              </a:ext>
            </a:extLst>
          </p:cNvPr>
          <p:cNvGraphicFramePr>
            <a:graphicFrameLocks noGrp="1"/>
          </p:cNvGraphicFramePr>
          <p:nvPr/>
        </p:nvGraphicFramePr>
        <p:xfrm>
          <a:off x="5564156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sp>
        <p:nvSpPr>
          <p:cNvPr id="2" name="Plus Sign 1">
            <a:extLst>
              <a:ext uri="{FF2B5EF4-FFF2-40B4-BE49-F238E27FC236}">
                <a16:creationId xmlns:a16="http://schemas.microsoft.com/office/drawing/2014/main" id="{6BD3B659-BCA7-4DC1-9CBA-3A9B6D5ACD78}"/>
              </a:ext>
            </a:extLst>
          </p:cNvPr>
          <p:cNvSpPr/>
          <p:nvPr/>
        </p:nvSpPr>
        <p:spPr>
          <a:xfrm>
            <a:off x="4690144" y="4296033"/>
            <a:ext cx="717452" cy="79482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6027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4074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1210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latin typeface="Fragment Core" panose="02000504040000020003" pitchFamily="50" charset="0"/>
              </a:rPr>
              <a:t>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" y="1485640"/>
            <a:ext cx="24407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2</a:t>
            </a:r>
          </a:p>
          <a:p>
            <a:pPr algn="ctr" defTabSz="914126"/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Adding With Same Denominator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EQ: What happens when you add fractions with the same denominator?</a:t>
            </a:r>
            <a:endParaRPr lang="en-A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623629" y="1419850"/>
                <a:ext cx="8757132" cy="1794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40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solidFill>
                    <a:prstClr val="black"/>
                  </a:solidFill>
                </a:endParaRPr>
              </a:p>
              <a:p>
                <a:pPr defTabSz="914126"/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629" y="1419850"/>
                <a:ext cx="8757132" cy="17943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/>
        </p:nvGraphicFramePr>
        <p:xfrm>
          <a:off x="2623630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33AFD06-7DA7-4FED-85E5-A3E581AC53F7}"/>
              </a:ext>
            </a:extLst>
          </p:cNvPr>
          <p:cNvGraphicFramePr>
            <a:graphicFrameLocks noGrp="1"/>
          </p:cNvGraphicFramePr>
          <p:nvPr/>
        </p:nvGraphicFramePr>
        <p:xfrm>
          <a:off x="5564156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sp>
        <p:nvSpPr>
          <p:cNvPr id="2" name="Plus Sign 1">
            <a:extLst>
              <a:ext uri="{FF2B5EF4-FFF2-40B4-BE49-F238E27FC236}">
                <a16:creationId xmlns:a16="http://schemas.microsoft.com/office/drawing/2014/main" id="{6BD3B659-BCA7-4DC1-9CBA-3A9B6D5ACD78}"/>
              </a:ext>
            </a:extLst>
          </p:cNvPr>
          <p:cNvSpPr/>
          <p:nvPr/>
        </p:nvSpPr>
        <p:spPr>
          <a:xfrm>
            <a:off x="4690144" y="4296033"/>
            <a:ext cx="717452" cy="79482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4175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4074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1210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latin typeface="Fragment Core" panose="02000504040000020003" pitchFamily="50" charset="0"/>
              </a:rPr>
              <a:t>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" y="1485640"/>
            <a:ext cx="24407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2</a:t>
            </a:r>
          </a:p>
          <a:p>
            <a:pPr algn="ctr" defTabSz="914126"/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Adding With Same Denominator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EQ: What happens when you add fractions with the same denominator?</a:t>
            </a:r>
            <a:endParaRPr lang="en-A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623629" y="1419850"/>
                <a:ext cx="8757132" cy="1794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40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solidFill>
                    <a:prstClr val="black"/>
                  </a:solidFill>
                </a:endParaRPr>
              </a:p>
              <a:p>
                <a:pPr defTabSz="914126"/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629" y="1419850"/>
                <a:ext cx="8757132" cy="17943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/>
        </p:nvGraphicFramePr>
        <p:xfrm>
          <a:off x="2623630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33AFD06-7DA7-4FED-85E5-A3E581AC53F7}"/>
              </a:ext>
            </a:extLst>
          </p:cNvPr>
          <p:cNvGraphicFramePr>
            <a:graphicFrameLocks noGrp="1"/>
          </p:cNvGraphicFramePr>
          <p:nvPr/>
        </p:nvGraphicFramePr>
        <p:xfrm>
          <a:off x="5564156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0DD4B97-58C0-4F80-88AE-21BFBB9F6B21}"/>
              </a:ext>
            </a:extLst>
          </p:cNvPr>
          <p:cNvGraphicFramePr>
            <a:graphicFrameLocks noGrp="1"/>
          </p:cNvGraphicFramePr>
          <p:nvPr/>
        </p:nvGraphicFramePr>
        <p:xfrm>
          <a:off x="8937679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sp>
        <p:nvSpPr>
          <p:cNvPr id="2" name="Plus Sign 1">
            <a:extLst>
              <a:ext uri="{FF2B5EF4-FFF2-40B4-BE49-F238E27FC236}">
                <a16:creationId xmlns:a16="http://schemas.microsoft.com/office/drawing/2014/main" id="{6BD3B659-BCA7-4DC1-9CBA-3A9B6D5ACD78}"/>
              </a:ext>
            </a:extLst>
          </p:cNvPr>
          <p:cNvSpPr/>
          <p:nvPr/>
        </p:nvSpPr>
        <p:spPr>
          <a:xfrm>
            <a:off x="4690144" y="4296033"/>
            <a:ext cx="717452" cy="79482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Equals 5">
            <a:extLst>
              <a:ext uri="{FF2B5EF4-FFF2-40B4-BE49-F238E27FC236}">
                <a16:creationId xmlns:a16="http://schemas.microsoft.com/office/drawing/2014/main" id="{24A14A10-C8B5-439B-85E5-0875CE3648F7}"/>
              </a:ext>
            </a:extLst>
          </p:cNvPr>
          <p:cNvSpPr/>
          <p:nvPr/>
        </p:nvSpPr>
        <p:spPr>
          <a:xfrm>
            <a:off x="7610811" y="4303067"/>
            <a:ext cx="1242651" cy="787791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1265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4074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1210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latin typeface="Fragment Core" panose="02000504040000020003" pitchFamily="50" charset="0"/>
              </a:rPr>
              <a:t>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" y="1485640"/>
            <a:ext cx="24407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2</a:t>
            </a:r>
          </a:p>
          <a:p>
            <a:pPr algn="ctr" defTabSz="914126"/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Adding With Same Denominator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EQ: What happens when you add fractions with the same denominator?</a:t>
            </a:r>
            <a:endParaRPr lang="en-A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623629" y="1419850"/>
                <a:ext cx="8757132" cy="17911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40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solidFill>
                    <a:prstClr val="black"/>
                  </a:solidFill>
                </a:endParaRPr>
              </a:p>
              <a:p>
                <a:pPr defTabSz="914126"/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629" y="1419850"/>
                <a:ext cx="8757132" cy="17911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/>
        </p:nvGraphicFramePr>
        <p:xfrm>
          <a:off x="2623630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33AFD06-7DA7-4FED-85E5-A3E581AC53F7}"/>
              </a:ext>
            </a:extLst>
          </p:cNvPr>
          <p:cNvGraphicFramePr>
            <a:graphicFrameLocks noGrp="1"/>
          </p:cNvGraphicFramePr>
          <p:nvPr/>
        </p:nvGraphicFramePr>
        <p:xfrm>
          <a:off x="5564156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0DD4B97-58C0-4F80-88AE-21BFBB9F6B21}"/>
              </a:ext>
            </a:extLst>
          </p:cNvPr>
          <p:cNvGraphicFramePr>
            <a:graphicFrameLocks noGrp="1"/>
          </p:cNvGraphicFramePr>
          <p:nvPr/>
        </p:nvGraphicFramePr>
        <p:xfrm>
          <a:off x="8937679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sp>
        <p:nvSpPr>
          <p:cNvPr id="2" name="Plus Sign 1">
            <a:extLst>
              <a:ext uri="{FF2B5EF4-FFF2-40B4-BE49-F238E27FC236}">
                <a16:creationId xmlns:a16="http://schemas.microsoft.com/office/drawing/2014/main" id="{6BD3B659-BCA7-4DC1-9CBA-3A9B6D5ACD78}"/>
              </a:ext>
            </a:extLst>
          </p:cNvPr>
          <p:cNvSpPr/>
          <p:nvPr/>
        </p:nvSpPr>
        <p:spPr>
          <a:xfrm>
            <a:off x="4690144" y="4296033"/>
            <a:ext cx="717452" cy="79482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Equals 5">
            <a:extLst>
              <a:ext uri="{FF2B5EF4-FFF2-40B4-BE49-F238E27FC236}">
                <a16:creationId xmlns:a16="http://schemas.microsoft.com/office/drawing/2014/main" id="{24A14A10-C8B5-439B-85E5-0875CE3648F7}"/>
              </a:ext>
            </a:extLst>
          </p:cNvPr>
          <p:cNvSpPr/>
          <p:nvPr/>
        </p:nvSpPr>
        <p:spPr>
          <a:xfrm>
            <a:off x="7610811" y="4303067"/>
            <a:ext cx="1242651" cy="787791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7412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2D5710-6F1E-45A6-9C65-194D0BCF3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28" y="553315"/>
            <a:ext cx="7958571" cy="557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224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30D90-28BB-4954-BC36-3E3FBA4A9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 your page in quarters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B729B5D-C242-48C6-B82F-91B54C2FDBC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187067" y="1600198"/>
                <a:ext cx="9818000" cy="4847735"/>
              </a:xfrm>
            </p:spPr>
            <p:txBody>
              <a:bodyPr/>
              <a:lstStyle/>
              <a:p>
                <a:r>
                  <a:rPr lang="en-US" dirty="0"/>
                  <a:t>Column 1: Solve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  <m:r>
                      <a:rPr lang="en-AU" b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US" b="1" dirty="0">
                    <a:solidFill>
                      <a:prstClr val="black"/>
                    </a:solidFill>
                  </a:rPr>
                  <a:t> , then write what you did?</a:t>
                </a:r>
              </a:p>
              <a:p>
                <a:endParaRPr lang="en-US" b="1" dirty="0">
                  <a:solidFill>
                    <a:prstClr val="black"/>
                  </a:solidFill>
                </a:endParaRPr>
              </a:p>
              <a:p>
                <a:r>
                  <a:rPr lang="en-US" dirty="0"/>
                  <a:t>Column 2: Solve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AU" b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US" b="1" dirty="0">
                    <a:solidFill>
                      <a:prstClr val="black"/>
                    </a:solidFill>
                  </a:rPr>
                  <a:t> , then write what you did?</a:t>
                </a:r>
              </a:p>
              <a:p>
                <a:endParaRPr lang="en-US" b="1" dirty="0">
                  <a:solidFill>
                    <a:prstClr val="black"/>
                  </a:solidFill>
                </a:endParaRPr>
              </a:p>
              <a:p>
                <a:r>
                  <a:rPr lang="en-US" dirty="0"/>
                  <a:t>Column 3: Solve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den>
                    </m:f>
                    <m:r>
                      <a:rPr lang="en-US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 </m:t>
                    </m:r>
                    <m:f>
                      <m:fPr>
                        <m:ctrlPr>
                          <a:rPr lang="en-AU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den>
                    </m:f>
                  </m:oMath>
                </a14:m>
                <a:r>
                  <a:rPr lang="en-US" b="1" dirty="0">
                    <a:solidFill>
                      <a:prstClr val="black"/>
                    </a:solidFill>
                  </a:rPr>
                  <a:t> , then write what you did?</a:t>
                </a:r>
              </a:p>
              <a:p>
                <a:endParaRPr lang="en-US" b="1" dirty="0">
                  <a:solidFill>
                    <a:prstClr val="black"/>
                  </a:solidFill>
                </a:endParaRPr>
              </a:p>
              <a:p>
                <a:r>
                  <a:rPr lang="en-US" dirty="0"/>
                  <a:t>Column 4: Solve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US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 </m:t>
                    </m:r>
                    <m:f>
                      <m:fPr>
                        <m:ctrlPr>
                          <a:rPr lang="en-AU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US" b="1" dirty="0">
                    <a:solidFill>
                      <a:prstClr val="black"/>
                    </a:solidFill>
                  </a:rPr>
                  <a:t> , then write what you did?</a:t>
                </a:r>
              </a:p>
              <a:p>
                <a:endParaRPr lang="en-US" b="1" dirty="0">
                  <a:solidFill>
                    <a:prstClr val="black"/>
                  </a:solidFill>
                </a:endParaRPr>
              </a:p>
              <a:p>
                <a:endParaRPr lang="en-US" b="1" dirty="0">
                  <a:solidFill>
                    <a:prstClr val="black"/>
                  </a:solidFill>
                </a:endParaRPr>
              </a:p>
              <a:p>
                <a:endParaRPr lang="en-US" b="1" dirty="0">
                  <a:solidFill>
                    <a:prstClr val="black"/>
                  </a:solidFill>
                </a:endParaRPr>
              </a:p>
              <a:p>
                <a:endParaRPr lang="en-US" sz="2000" b="1" dirty="0">
                  <a:solidFill>
                    <a:prstClr val="black"/>
                  </a:solidFill>
                </a:endParaRPr>
              </a:p>
              <a:p>
                <a:endParaRPr lang="en-US" sz="2000" b="1" dirty="0">
                  <a:solidFill>
                    <a:prstClr val="black"/>
                  </a:solidFill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B729B5D-C242-48C6-B82F-91B54C2FDB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187067" y="1600198"/>
                <a:ext cx="9818000" cy="484773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0207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D319660-FE5E-45D1-A710-0684F57037F6}"/>
              </a:ext>
            </a:extLst>
          </p:cNvPr>
          <p:cNvGraphicFramePr>
            <a:graphicFrameLocks noGrp="1"/>
          </p:cNvGraphicFramePr>
          <p:nvPr/>
        </p:nvGraphicFramePr>
        <p:xfrm>
          <a:off x="358218" y="320511"/>
          <a:ext cx="11604396" cy="6231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2198">
                  <a:extLst>
                    <a:ext uri="{9D8B030D-6E8A-4147-A177-3AD203B41FA5}">
                      <a16:colId xmlns:a16="http://schemas.microsoft.com/office/drawing/2014/main" val="810685209"/>
                    </a:ext>
                  </a:extLst>
                </a:gridCol>
                <a:gridCol w="5802198">
                  <a:extLst>
                    <a:ext uri="{9D8B030D-6E8A-4147-A177-3AD203B41FA5}">
                      <a16:colId xmlns:a16="http://schemas.microsoft.com/office/drawing/2014/main" val="1570681479"/>
                    </a:ext>
                  </a:extLst>
                </a:gridCol>
              </a:tblGrid>
              <a:tr h="3417064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031158"/>
                  </a:ext>
                </a:extLst>
              </a:tr>
              <a:tr h="2814054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635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855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D319660-FE5E-45D1-A710-0684F57037F6}"/>
              </a:ext>
            </a:extLst>
          </p:cNvPr>
          <p:cNvGraphicFramePr>
            <a:graphicFrameLocks noGrp="1"/>
          </p:cNvGraphicFramePr>
          <p:nvPr/>
        </p:nvGraphicFramePr>
        <p:xfrm>
          <a:off x="952107" y="719666"/>
          <a:ext cx="1029407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7035">
                  <a:extLst>
                    <a:ext uri="{9D8B030D-6E8A-4147-A177-3AD203B41FA5}">
                      <a16:colId xmlns:a16="http://schemas.microsoft.com/office/drawing/2014/main" val="810685209"/>
                    </a:ext>
                  </a:extLst>
                </a:gridCol>
                <a:gridCol w="5147035">
                  <a:extLst>
                    <a:ext uri="{9D8B030D-6E8A-4147-A177-3AD203B41FA5}">
                      <a16:colId xmlns:a16="http://schemas.microsoft.com/office/drawing/2014/main" val="15706814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031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635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8282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</Words>
  <Application>Microsoft Office PowerPoint</Application>
  <PresentationFormat>Widescreen</PresentationFormat>
  <Paragraphs>110</Paragraphs>
  <Slides>17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Fragment Core</vt:lpstr>
      <vt:lpstr>Office Theme</vt:lpstr>
      <vt:lpstr>Topic: Fractions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Fractions</vt:lpstr>
      <vt:lpstr>PowerPoint Presentation</vt:lpstr>
      <vt:lpstr>PowerPoint Presentation</vt:lpstr>
      <vt:lpstr>PowerPoint Presentation</vt:lpstr>
      <vt:lpstr>PowerPoint Presentation</vt:lpstr>
      <vt:lpstr>Practice</vt:lpstr>
      <vt:lpstr>Divide your page in quarters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Fractions </dc:title>
  <dc:creator>Sarah James</dc:creator>
  <cp:lastModifiedBy>Sarah James</cp:lastModifiedBy>
  <cp:revision>1</cp:revision>
  <dcterms:created xsi:type="dcterms:W3CDTF">2020-03-11T01:58:01Z</dcterms:created>
  <dcterms:modified xsi:type="dcterms:W3CDTF">2020-03-13T01:25:49Z</dcterms:modified>
</cp:coreProperties>
</file>