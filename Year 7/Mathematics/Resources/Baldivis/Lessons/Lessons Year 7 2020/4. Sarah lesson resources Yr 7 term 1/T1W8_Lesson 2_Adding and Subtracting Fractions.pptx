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D47C6-B729-43C0-ACB4-55F8913A3CFF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7550B-ADAF-4E6C-BE78-C788C3930F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5423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53A8-DEAD-4ED0-B4FE-AF1E8B8C9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A1FA8-5A3A-41A0-BAB0-227D4F98C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CFD1A-5FA9-4E71-B60A-8EFD971D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443EA-6FF6-4CCF-9DDA-EE4A7C2E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D8FE1-B822-449A-930F-4DA9D5D5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326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F8D4-D3BD-4158-8418-D7275985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730BF-42A2-4A0A-84BA-E3A985761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AE12A-0C0E-49E4-9C73-8DA9D49E9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6D3E2-DBF8-4C34-BC64-2EE70A0E3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48541-6333-42D4-A9EC-19EA4F323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3480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71284-AF84-4F45-BE33-C9818D170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C5BE9-E0D4-4F6A-A22A-09E6DBC5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48339-B192-49FC-9064-423284953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E0C00-0DFC-40C2-95BB-B5FC4444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3387A-2A56-4EB8-874B-A09E8F28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4155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BA8A-8BE1-4934-A50C-8E620DE85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F6840-26E5-484C-A31A-8B13C0801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13133-5F42-48C1-BA2D-AF3F41474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E8F48-199C-4D0A-87E9-10311EDCF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C45B8-8213-4C86-A058-EA913536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B0BDC-3A31-4226-B5B5-17D52BFE3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812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DF0DE-5D45-44D4-BC05-4BF5A95AB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4A11B-5880-4B00-8049-AFEA63C58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B03A8-98B0-436B-B223-CFC477B0A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D4F6C7-8361-4A21-B10D-0AB0133D9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D5B3F-FD31-4B78-BBFC-07B11F108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3A8470-9501-442E-B8CF-CB6E8FEB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0983D9-8D88-4780-8D37-32388CA9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6BC2D-58FF-41E8-BEB3-C3F81DEB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8462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9930-2060-48DA-8627-DFAF1199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237F4-DC1B-4650-8484-5C9E124A2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26CDC-EB32-4CB1-9631-D25F1785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0929A-CB37-4B78-AA06-631DD592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597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36F93-9EFB-4DFE-8700-5EED3A46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05CAE-DA18-4A67-977B-7B62CC17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72D10-2520-4E8A-A218-2DCACC7F3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03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F51C-E7AC-4C93-BDB1-0378F777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F1D3F-1530-44AC-85E5-F43CA1C8B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FA4C9-B6BA-41FC-86F3-1A80A2B2B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0A7D2-268B-4893-9BA0-12016F39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B7769-99BC-4AFA-950C-D1A28C9B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EA7D4-1759-4762-978C-2649E335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5955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75DA-BBAF-45A5-98DE-0AA2BF1A2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3FD8A-BE0B-48AD-BAB4-C1279ACD9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95D9E-4ECB-4AEF-9A90-BB11AF41E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0D7D9-1A4D-4CC2-B22C-7DBCAF7D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D7E7D-5AD5-426F-9CB0-A570792FE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5A647-A538-40EF-B693-B6A88D51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25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09F2-06A5-44CD-840A-4ADC94EA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E40CD-ABF2-4EA2-8726-FD2D4A1FE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2CE41-0B29-4EBF-8ED4-4DC9F60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32161-F064-4547-B2A3-FAB110B4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1F15-23CB-486D-88E0-223DC790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609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D7058-05C1-487F-B3AB-E16E19CEB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EBE43-DE5D-40F7-BE65-A860BE3D3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85DED-8D06-404B-937A-8C850E9AB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7FE57-A629-4E59-9C5A-262AD1FA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F8836-40DB-4767-87B2-9E3E4554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7325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EE4FB8-9919-4386-B8DE-CC9BB20FE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F43BD-7276-4EED-A3CF-6D9AACB3B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5D2BF-4B52-44B2-B241-5672152E9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F2933-03B1-4A02-8EC7-009AC79AEFA8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3C323-3F13-4C3B-907B-522B95772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69EA3-60EA-48AC-BAED-B62D4E37D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A5C22-755B-4EF4-B4B4-79A51F406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50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9457" y="1285976"/>
            <a:ext cx="10955886" cy="1052461"/>
          </a:xfrm>
        </p:spPr>
        <p:txBody>
          <a:bodyPr/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1384" y="2547887"/>
            <a:ext cx="11089232" cy="6239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divide </a:t>
            </a:r>
            <a:r>
              <a:rPr lang="en-US" dirty="0"/>
              <a:t>fractions? 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FF51D-D558-46DE-9E58-C7C1F87EC4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sz="2200" dirty="0"/>
              <a:t>Complete </a:t>
            </a:r>
            <a:r>
              <a:rPr lang="en-US" sz="2200" dirty="0" err="1"/>
              <a:t>mathspace</a:t>
            </a:r>
            <a:r>
              <a:rPr lang="en-US" sz="2200" dirty="0"/>
              <a:t> task: T1W8_Lesson 2_ Classwork Adding and Subtracting Fractions</a:t>
            </a:r>
            <a:br>
              <a:rPr lang="en-US" sz="2200" dirty="0"/>
            </a:br>
            <a:br>
              <a:rPr lang="en-US" b="1" dirty="0"/>
            </a:br>
            <a:br>
              <a:rPr lang="en-US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6817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</Words>
  <Application>Microsoft Office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Topic: Fractions</vt:lpstr>
      <vt:lpstr>Complete mathspace task: T1W8_Lesson 2_ Classwork Adding and Subtracting Fractions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Fractions</dc:title>
  <dc:creator>Sarah James</dc:creator>
  <cp:lastModifiedBy>Sarah James</cp:lastModifiedBy>
  <cp:revision>1</cp:revision>
  <dcterms:created xsi:type="dcterms:W3CDTF">2020-03-24T01:42:12Z</dcterms:created>
  <dcterms:modified xsi:type="dcterms:W3CDTF">2020-03-24T01:44:58Z</dcterms:modified>
</cp:coreProperties>
</file>