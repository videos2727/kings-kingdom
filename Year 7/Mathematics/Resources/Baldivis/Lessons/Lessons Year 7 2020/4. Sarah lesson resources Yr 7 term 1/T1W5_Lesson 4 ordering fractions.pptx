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41FC7-611D-4C5B-9A85-CDEA4F14A4BE}" v="1" dt="2020-03-05T23:37:56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8EE41FC7-611D-4C5B-9A85-CDEA4F14A4BE}"/>
    <pc:docChg chg="modSld">
      <pc:chgData name="Sarah James" userId="e5e3e68366f0feb3" providerId="LiveId" clId="{8EE41FC7-611D-4C5B-9A85-CDEA4F14A4BE}" dt="2020-03-06T01:50:41.343" v="25" actId="20577"/>
      <pc:docMkLst>
        <pc:docMk/>
      </pc:docMkLst>
      <pc:sldChg chg="modSp mod">
        <pc:chgData name="Sarah James" userId="e5e3e68366f0feb3" providerId="LiveId" clId="{8EE41FC7-611D-4C5B-9A85-CDEA4F14A4BE}" dt="2020-03-06T01:50:41.343" v="25" actId="20577"/>
        <pc:sldMkLst>
          <pc:docMk/>
          <pc:sldMk cId="52407004" sldId="257"/>
        </pc:sldMkLst>
        <pc:spChg chg="mod">
          <ac:chgData name="Sarah James" userId="e5e3e68366f0feb3" providerId="LiveId" clId="{8EE41FC7-611D-4C5B-9A85-CDEA4F14A4BE}" dt="2020-03-06T01:50:41.343" v="25" actId="20577"/>
          <ac:spMkLst>
            <pc:docMk/>
            <pc:sldMk cId="52407004" sldId="257"/>
            <ac:spMk id="4" creationId="{6A47379E-494F-41B7-BF7C-67E1E2BFBA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3FE9-6DC4-4E15-AE17-99E80F049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4B0AD-A9F5-4167-989F-C7B799E29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0888E-C749-4977-AF4F-DC85B9C3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38E01-C404-4430-9E2B-E261357E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DB2E8-6222-4E6F-B8CA-BFCA3285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65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7611-8161-42FD-B0F2-AA75AFB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565D8-6195-4253-9BE9-1DF63F4F7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55B8E-6925-4D1E-B3EF-AF5560D6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AA2E6-C657-488F-A33E-DE57956C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CC557-4E93-4983-A46B-8FA22A5B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3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D460-D871-42A2-AC59-1A1558EC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AB84-E54E-4AAC-A1DD-EED4EF01C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8873-F2EF-416C-8A02-61C26C4B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278B-7F58-4790-9A24-A355146C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CB735-BA75-4E92-9279-390205DA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83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A2DF-60A4-4918-9D15-71928D6D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971C1-A359-4026-A984-3DF4E2729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281A8-D386-4BB6-AE3F-82853E45D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ABC00-D502-4A02-A1A0-1FFBFA40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C675-6751-499A-B3D9-131F139E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915DA-B4BF-4F9E-BD81-A4BE8EAD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418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AE0C-C607-4723-9F56-0BE399BE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B8CF7-DBBB-4A99-9F0F-C2D1D9802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7FD40-2A9E-419E-ADF7-71991E8D5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90D8D-3D05-4F4D-AA2C-FAA01FFEA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E803B-BFA6-419C-A09C-8E7A32C10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E0CCA-81F2-435A-81EA-A2A5C721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81FB2-736D-4733-AE4C-840D51DE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8AB51-6C5F-4F94-8EAE-8B4AB66F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75F-50D3-4E99-877E-F3BB82D5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4A411-BA14-44E6-B57D-D2A9C414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02BEA-91D8-43AD-AA07-D0140CDE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D53E0-2D5B-4EEE-86C5-0E3B0B8E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52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99E96-CEE7-44C4-B7BC-C19852F8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EB56C-295B-4786-9631-69CF64C0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D04D-93EB-4D69-9C9D-A163BE2E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97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F329-7D51-4BEA-97E4-21C1BB99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1D716-1F30-4CEC-9C69-874A4122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44D3E-DF41-4EB3-9609-8FDF85BD4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8E3F3-5876-4B6C-9DF8-6ED4176B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75C03-7726-4E6A-BB71-F35DBE87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21D09-7548-4E2D-A6D8-93364EB6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91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B326-470A-4962-9E25-C70AE2DB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4D068-54F6-46CF-8B06-647953F85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8F082-7A44-4E4D-8B4E-86A441A8D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2F3D6-9A0B-465D-A70B-1BEE5332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C59F-2AC3-494B-9C1A-9192957C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18F4-C6C8-442D-89FC-6BB7AFDA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3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F6CB-2C6D-408B-BFA9-63A6CA3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EC4D6-8BEA-43F7-97CB-60E95ADF9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EC95-1381-4C54-8E7E-4079E2F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1A89-1520-4CF1-BB6A-3F5FDFDB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6C5EE-50AA-4447-957D-463F57A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834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27388-93E9-4FB1-A9BE-C6CF381A2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2FB60-0267-47E4-AB19-8DFDC969D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6BE1C-15D4-4FD4-9868-8E2A813E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37C91-B5E6-4044-A6D4-1B822009F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F2085-1BA9-43DB-84E2-EA1C4690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37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60049-8474-4087-8774-789C67AF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01A4E-B5D0-4715-B9DB-BD98AECC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B3ED-17C5-4165-A666-D56F14752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5B5DB-04DF-4C84-9CFD-7F75E6C07465}" type="datetimeFigureOut">
              <a:rPr lang="en-AU" smtClean="0"/>
              <a:t>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15555-6DE4-41EE-9503-71A5009DD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806B6-63CF-4368-9DF9-B4BD6902B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47F5A-38D2-4951-9DB3-4BEF486D06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914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9C05-92C1-4ED3-9157-808E1325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Fractions	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EE6DD-899C-4931-AA12-1600FCE5A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order fractions and compare the size?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7379E-494F-41B7-BF7C-67E1E2BFBAD3}"/>
              </a:ext>
            </a:extLst>
          </p:cNvPr>
          <p:cNvSpPr txBox="1"/>
          <p:nvPr/>
        </p:nvSpPr>
        <p:spPr>
          <a:xfrm>
            <a:off x="1762812" y="4628561"/>
            <a:ext cx="3619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lots of paper</a:t>
            </a:r>
          </a:p>
          <a:p>
            <a:r>
              <a:rPr lang="en-US" dirty="0"/>
              <a:t>Put in </a:t>
            </a:r>
            <a:r>
              <a:rPr lang="en-US" dirty="0" err="1"/>
              <a:t>mathspace</a:t>
            </a:r>
            <a:r>
              <a:rPr lang="en-US" dirty="0"/>
              <a:t> homework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40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4F7C5-6C3E-48D1-8B18-F36351E1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Fractions need to be “fair”.</a:t>
            </a:r>
          </a:p>
          <a:p>
            <a:r>
              <a:rPr lang="en-US" sz="2400" dirty="0"/>
              <a:t>If the pieces are to be given the same name, then the size of each piece need to be the same</a:t>
            </a:r>
          </a:p>
        </p:txBody>
      </p:sp>
    </p:spTree>
    <p:extLst>
      <p:ext uri="{BB962C8B-B14F-4D97-AF65-F5344CB8AC3E}">
        <p14:creationId xmlns:p14="http://schemas.microsoft.com/office/powerpoint/2010/main" val="247995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2F356E-86B6-4640-93CB-3D93E7FF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767" y="625792"/>
            <a:ext cx="33242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8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53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Topic: Fractions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</dc:title>
  <dc:creator>Sarah James</dc:creator>
  <cp:lastModifiedBy>Sarah James</cp:lastModifiedBy>
  <cp:revision>3</cp:revision>
  <cp:lastPrinted>2020-03-05T23:38:01Z</cp:lastPrinted>
  <dcterms:created xsi:type="dcterms:W3CDTF">2020-03-04T07:19:45Z</dcterms:created>
  <dcterms:modified xsi:type="dcterms:W3CDTF">2020-03-06T01:50:54Z</dcterms:modified>
</cp:coreProperties>
</file>