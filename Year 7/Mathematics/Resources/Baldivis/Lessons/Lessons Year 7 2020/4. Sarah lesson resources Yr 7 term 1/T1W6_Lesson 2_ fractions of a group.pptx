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AF1F8-FFFB-4C18-8D27-618036ABAE05}" v="1" dt="2020-03-10T01:30:01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8030" autoAdjust="0"/>
  </p:normalViewPr>
  <p:slideViewPr>
    <p:cSldViewPr snapToGrid="0">
      <p:cViewPr varScale="1">
        <p:scale>
          <a:sx n="38" d="100"/>
          <a:sy n="38" d="100"/>
        </p:scale>
        <p:origin x="17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110AF1F8-FFFB-4C18-8D27-618036ABAE05}"/>
    <pc:docChg chg="modSld">
      <pc:chgData name="Sarah James" userId="e5e3e68366f0feb3" providerId="LiveId" clId="{110AF1F8-FFFB-4C18-8D27-618036ABAE05}" dt="2020-03-10T05:37:10.150" v="17" actId="20577"/>
      <pc:docMkLst>
        <pc:docMk/>
      </pc:docMkLst>
      <pc:sldChg chg="modSp mod">
        <pc:chgData name="Sarah James" userId="e5e3e68366f0feb3" providerId="LiveId" clId="{110AF1F8-FFFB-4C18-8D27-618036ABAE05}" dt="2020-03-10T05:37:10.150" v="17" actId="20577"/>
        <pc:sldMkLst>
          <pc:docMk/>
          <pc:sldMk cId="52407004" sldId="257"/>
        </pc:sldMkLst>
        <pc:spChg chg="mod">
          <ac:chgData name="Sarah James" userId="e5e3e68366f0feb3" providerId="LiveId" clId="{110AF1F8-FFFB-4C18-8D27-618036ABAE05}" dt="2020-03-10T05:37:10.150" v="17" actId="20577"/>
          <ac:spMkLst>
            <pc:docMk/>
            <pc:sldMk cId="52407004" sldId="257"/>
            <ac:spMk id="4" creationId="{6A47379E-494F-41B7-BF7C-67E1E2BFBA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B6F9-5DED-48AD-8BC4-73DC9C0E9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B9994-91EE-41A0-A50D-1A6B6FD24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B428-2672-4FFC-8A71-4409D784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8D884-E237-4C73-B5FE-C183EB32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7B794-66C5-4F65-B2B3-1DEEAF6B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72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F0BA-22D1-454A-A512-1EB7D1AA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942BA-ABA4-4C21-AC29-6B030E88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7E86D-8B9E-41A8-B7F6-A4616D68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35C4B-36A1-4C8C-9F9F-245F8539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4493-D64C-44AC-A359-FA826F80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20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5AD3-E6C6-40C5-8867-6C59C426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1DE6D-7F0A-407F-AD0C-24FC28303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8C2EB-54BC-4805-9B2A-5911E815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63ABF-2587-4F04-A78F-E3B3C4E7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1CE4-3366-4375-A31D-098FF011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759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A702-3347-4B69-BCE1-0FD3D531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4714-1477-4CA8-AE42-AADD2DB79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44AD7-EFB2-45F0-B23F-0B5F0B8CE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8392D-1F22-4971-B036-EBDD40BE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19077-1FE7-47BE-BF12-C7C33742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2CC23-4FB5-4C8A-A3AF-2806DC9A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0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0EC3-8AA9-4564-938C-AF930F1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EB81E-3863-43B2-A8B4-591D8B9D8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8E964-3977-40D0-B2DE-0AA9782CB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DDED9-EF33-4B35-9E67-CBCC0F9BC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5EB8D-4426-49AD-AC72-ED67802BF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4B90F-41C9-41AD-AAB1-04AB2383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B5962-C1D8-4378-95E6-11BBAB65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02E44-DAB8-491C-94E5-29F8BC9E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273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BE6F-341A-45E5-9F6A-3A243A7E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03A02-DDA2-42AB-B730-13FFFB09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4F4544-B115-4A61-8360-728C2A9F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5540C-3433-4EA5-A02F-031B6EF2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49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95631-2B1C-4270-853E-630AEDD1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2DFDD-7A28-492C-A253-0722DB19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59791-2417-40B1-BE71-DA8EE9C0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13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B80F-11D5-4E84-8B27-62E14EFEA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A8FD6-05F6-4EA6-BB94-A151688B6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B9EBE-2F79-47D9-A56A-15E7446C5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603F2-F252-408D-8340-363A772F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B9A98-6D49-4AD6-8865-066741FB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2C51C-45FC-4430-94A7-8695FD48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96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EC4D-F5C0-4B52-A140-5498C642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55307-AEDC-45DD-96E4-BAAAD2746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72A0-D30A-4B12-902A-92DCEDD89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49DC2-E28D-44E8-8C54-68EB2863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0568F-FA9B-49E4-8B3D-07347927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52128-656C-4F09-80DC-957FB08A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92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4207-CCB5-4E7B-8C23-8CB8AADA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07BBD-9889-47A9-B287-3C883A4E3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AD34D-558E-4832-921A-BA9D3D50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30B2-AAE1-4B00-864A-5E11536B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D4771-66FD-430E-9839-04548007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50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36E73-81E7-4088-8D6A-4583B11D1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74F1D-C860-4139-B3F1-AB3E7773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76565-056B-40D6-8F91-AED7BCB3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96CE4-8EAC-41D5-A5FB-50FA870F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987D-A4BE-4C45-886D-C850F258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79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E2204-144C-40B6-92DF-1E22437A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365B5-6989-4940-9625-2E8EFC39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1D65-5A1B-4D6F-9187-F554D9BEE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14057-AF20-4B6B-AF2B-64DF889AFD03}" type="datetimeFigureOut">
              <a:rPr lang="en-AU" smtClean="0"/>
              <a:t>10/03/2020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7F26-5128-49AF-8126-17981E4F4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28174-ED08-4BF1-AFF6-30A32153F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3FCD5-C1A9-45A0-9285-9627975D3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9C05-92C1-4ED3-9157-808E1325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Fractions	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EE6DD-899C-4931-AA12-1600FCE5A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find fractions of a group?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7379E-494F-41B7-BF7C-67E1E2BFBAD3}"/>
              </a:ext>
            </a:extLst>
          </p:cNvPr>
          <p:cNvSpPr txBox="1"/>
          <p:nvPr/>
        </p:nvSpPr>
        <p:spPr>
          <a:xfrm>
            <a:off x="1762812" y="4628561"/>
            <a:ext cx="361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INB </a:t>
            </a:r>
            <a:r>
              <a:rPr lang="en-US"/>
              <a:t>and assessment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40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4F7C5-6C3E-48D1-8B18-F36351E1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There are 12 children in Debbie’s class who are getting stickers ( one for each child) from their teacher. Read through the information and work out how many kids received each sticker.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INFORMATION: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rgbClr val="FF0000"/>
                </a:solidFill>
              </a:rPr>
              <a:t>Half of them chooses the blue smile sticker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rgbClr val="FF0000"/>
                </a:solidFill>
              </a:rPr>
              <a:t>One quarter of them choose the yellow smile sticker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rgbClr val="FF0000"/>
                </a:solidFill>
              </a:rPr>
              <a:t>The rest choose the pink star sticker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/>
              <a:t>Use the paper circles to work out how many of each </a:t>
            </a:r>
            <a:r>
              <a:rPr lang="en-US" sz="2400" dirty="0" err="1"/>
              <a:t>colour</a:t>
            </a:r>
            <a:r>
              <a:rPr lang="en-US" sz="2400" dirty="0"/>
              <a:t> there are</a:t>
            </a:r>
          </a:p>
          <a:p>
            <a:pPr marL="0" indent="0">
              <a:buNone/>
            </a:pPr>
            <a:r>
              <a:rPr lang="en-US" sz="2400" dirty="0"/>
              <a:t>Get teacher to check paper circles</a:t>
            </a:r>
          </a:p>
          <a:p>
            <a:pPr marL="0" indent="0">
              <a:buNone/>
            </a:pPr>
            <a:r>
              <a:rPr lang="en-US" sz="2400" dirty="0"/>
              <a:t>Draw the stickers in your interactive notebook and answer the rest of the questions</a:t>
            </a:r>
          </a:p>
        </p:txBody>
      </p:sp>
    </p:spTree>
    <p:extLst>
      <p:ext uri="{BB962C8B-B14F-4D97-AF65-F5344CB8AC3E}">
        <p14:creationId xmlns:p14="http://schemas.microsoft.com/office/powerpoint/2010/main" val="247995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3DA67F-08F6-4BA4-9BCF-C8BDDC45C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228" y="0"/>
            <a:ext cx="5227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2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0F583B-0CFC-4F32-9561-27569F9B9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79" y="2129272"/>
            <a:ext cx="5059045" cy="4723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9E641-6C52-42A9-9966-46065D54A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409788"/>
            <a:ext cx="6072187" cy="1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17812A-C9D5-4BD3-A8F7-A2F66828C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521" y="467683"/>
            <a:ext cx="7436258" cy="570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6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113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Topic: Fractions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 </dc:title>
  <dc:creator>Sarah James</dc:creator>
  <cp:lastModifiedBy>Sarah James</cp:lastModifiedBy>
  <cp:revision>1</cp:revision>
  <cp:lastPrinted>2020-03-10T01:30:05Z</cp:lastPrinted>
  <dcterms:created xsi:type="dcterms:W3CDTF">2020-03-09T11:53:52Z</dcterms:created>
  <dcterms:modified xsi:type="dcterms:W3CDTF">2020-03-10T05:37:11Z</dcterms:modified>
</cp:coreProperties>
</file>