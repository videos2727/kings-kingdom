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63" r:id="rId2"/>
    <p:sldId id="289" r:id="rId3"/>
  </p:sldIdLst>
  <p:sldSz cx="12192000" cy="6858000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F97EA2-1A7E-41C5-8634-8EE38E5BBB60}" type="datetimeFigureOut">
              <a:rPr lang="en-AU" smtClean="0"/>
              <a:t>19/02/2020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E632AB-7C12-4F38-B730-D3F9494E9F7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218202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-1+-13= -14/2=-7</a:t>
            </a:r>
          </a:p>
          <a:p>
            <a:endParaRPr lang="en-US" dirty="0"/>
          </a:p>
          <a:p>
            <a:r>
              <a:rPr lang="en-US" dirty="0"/>
              <a:t>7+-19= -12/2=-6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428BFF-4426-49DB-B8CB-D6FEC99F3717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962841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Input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591002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A8FEF-93E6-4CC2-AD5F-5E9B64E6D2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978124-0DCA-419D-A686-EDA071EB1F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13E4A5-4856-4D89-8EC0-BB07FE233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022C1-E8A6-4A81-A6E3-C2F36DFEAFD7}" type="datetimeFigureOut">
              <a:rPr lang="en-AU" smtClean="0"/>
              <a:t>19/02/2020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5CA9FB-AC39-46CE-9EAD-F57D2607A9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BEDBA2-46B7-4FA0-A595-247D02010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61FD1-4662-4132-A5F8-8960CC2D823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840051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559CC4-09F3-4561-935C-10EF29C6FB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B614D3-4500-4601-AF18-407F31C1E4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572E47-F8CB-4C72-91E5-3A9D8CAF0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022C1-E8A6-4A81-A6E3-C2F36DFEAFD7}" type="datetimeFigureOut">
              <a:rPr lang="en-AU" smtClean="0"/>
              <a:t>19/02/2020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087448-F35D-4C2B-8509-4CA607B69C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586AC3-5FC2-400F-9A2D-22B0FBE8A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61FD1-4662-4132-A5F8-8960CC2D823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393867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87A9B-C86A-4BF5-8B9C-F19065BBAE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0E5F9-FDF5-4B26-A631-51407D9C83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79C5E7-42ED-4A2E-ADED-C2E7E00EE0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022C1-E8A6-4A81-A6E3-C2F36DFEAFD7}" type="datetimeFigureOut">
              <a:rPr lang="en-AU" smtClean="0"/>
              <a:t>19/02/2020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54B590-1310-41AE-A9B2-0D0A2FDE3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961506-005D-4921-8238-658FD9F48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61FD1-4662-4132-A5F8-8960CC2D823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516585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30C6A3-E93F-40EB-947C-3CB90A34D7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E88AE1-09EE-4160-9D3B-B6CD75FDC4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717459-ABAA-4D46-B115-CEA7B2DDD9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10D894-A936-4562-90FC-ED50CB8D3E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022C1-E8A6-4A81-A6E3-C2F36DFEAFD7}" type="datetimeFigureOut">
              <a:rPr lang="en-AU" smtClean="0"/>
              <a:t>19/02/2020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2FC94A-2E22-46BF-AE7C-118FD607E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8DC9C7-C44F-4399-A277-5B846FA94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61FD1-4662-4132-A5F8-8960CC2D823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70175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349FD4-9116-49FE-95F8-C0B0ACBE13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4C3F19-CFF5-4A27-8673-9C4F815F8F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1ACB15-EA14-40AA-B99F-DA566C7AFD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56F7A6D-E43B-4FFE-9571-044966C468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E9EFF65-B257-4A40-BC77-877EFBAFA1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C63807-9911-42ED-8935-A63370BA7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022C1-E8A6-4A81-A6E3-C2F36DFEAFD7}" type="datetimeFigureOut">
              <a:rPr lang="en-AU" smtClean="0"/>
              <a:t>19/02/2020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723CD6F-7F8B-4C28-9C99-DAC00555B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6C83943-361C-4AE4-B417-11F8FEE5F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61FD1-4662-4132-A5F8-8960CC2D823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753958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9FA41-4AC3-4C2D-81D6-833A9429D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B4068F-BDA0-4232-B070-94F0C21150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022C1-E8A6-4A81-A6E3-C2F36DFEAFD7}" type="datetimeFigureOut">
              <a:rPr lang="en-AU" smtClean="0"/>
              <a:t>19/02/2020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A9EB0D-0D7C-4672-A7B8-22C434C24F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A1294D-6528-486A-A982-3AB541D5B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61FD1-4662-4132-A5F8-8960CC2D823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263255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7390689-53B7-4DB2-B4F3-DD7411C613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022C1-E8A6-4A81-A6E3-C2F36DFEAFD7}" type="datetimeFigureOut">
              <a:rPr lang="en-AU" smtClean="0"/>
              <a:t>19/02/2020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61EB834-9285-4F66-A775-F5D08BDDD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ABC6AC-CA20-452C-8B58-C16DCF0F5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61FD1-4662-4132-A5F8-8960CC2D823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469734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8ABCE-F804-4CFD-B421-0FEF8488C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31BC84-4097-4CC7-A84B-B4066D2A6E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5B4EC4-2BD7-499E-BAE2-BC358589B1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55B33E-E03B-49B1-AB1D-F45243D1D3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022C1-E8A6-4A81-A6E3-C2F36DFEAFD7}" type="datetimeFigureOut">
              <a:rPr lang="en-AU" smtClean="0"/>
              <a:t>19/02/2020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533228-40B0-4ACD-9574-07D4A24146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FE201C-DE15-45B7-9FBB-05717DA2C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61FD1-4662-4132-A5F8-8960CC2D823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865867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8DB0E-64C1-4FBB-BCF4-C92D6515C0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84F182C-9536-4ED1-982B-94F95C52BD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A13BBF-5ABE-4EE4-A27E-37ED93E2E5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A6227B-F029-494B-A94F-9D22509196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022C1-E8A6-4A81-A6E3-C2F36DFEAFD7}" type="datetimeFigureOut">
              <a:rPr lang="en-AU" smtClean="0"/>
              <a:t>19/02/2020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B47119-FFDA-42B9-930D-BC2BAAAC5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027120-333C-47A2-84EC-B537C1800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61FD1-4662-4132-A5F8-8960CC2D823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16753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A0C811-E4D1-4C67-8DDC-C8AC0465C3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EF3DC1-98BA-4BB2-990F-D2231A6E10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8E9BCF-8A68-4999-AB2F-7E24ECE97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022C1-E8A6-4A81-A6E3-C2F36DFEAFD7}" type="datetimeFigureOut">
              <a:rPr lang="en-AU" smtClean="0"/>
              <a:t>19/02/2020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B801FE-B9C4-416E-9856-088D5AF528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C6967D-9A66-4188-87C9-FF6FA0DE1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61FD1-4662-4132-A5F8-8960CC2D823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093810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C95BCF6-A3B6-4A22-BB93-4DB8003BB4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18F419-A400-4AE9-A1CC-61AE99ADFC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6A1038-9E85-4F20-B6C9-A9AEE306E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022C1-E8A6-4A81-A6E3-C2F36DFEAFD7}" type="datetimeFigureOut">
              <a:rPr lang="en-AU" smtClean="0"/>
              <a:t>19/02/2020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491728-D1FE-4E52-8BC4-BA13831F9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4EDBC8-A162-4281-97B1-1453B8E7AB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61FD1-4662-4132-A5F8-8960CC2D823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67060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47680BF-0708-409B-84FA-0DABE4CFCA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9DF12D-8C0C-44D3-8B49-7DA80279A9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503E12-35E0-43EF-B07D-819CF733AE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8022C1-E8A6-4A81-A6E3-C2F36DFEAFD7}" type="datetimeFigureOut">
              <a:rPr lang="en-AU" smtClean="0"/>
              <a:t>19/02/2020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5AE5BC-378B-4C7F-8F00-CA78D70972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141854-E130-4854-AE7D-3F3769A323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F61FD1-4662-4132-A5F8-8960CC2D823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295989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0B711-EC04-4328-BA3C-D312B35E07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5499"/>
            <a:ext cx="9144000" cy="841191"/>
          </a:xfrm>
        </p:spPr>
        <p:txBody>
          <a:bodyPr>
            <a:normAutofit fontScale="90000"/>
          </a:bodyPr>
          <a:lstStyle/>
          <a:p>
            <a:r>
              <a:rPr lang="en-US" dirty="0"/>
              <a:t>Topic: Integers</a:t>
            </a:r>
            <a:endParaRPr lang="en-A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D656DC-C7F4-4C74-A9D1-FED7285DB9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1035716"/>
            <a:ext cx="9725025" cy="642703"/>
          </a:xfrm>
        </p:spPr>
        <p:txBody>
          <a:bodyPr>
            <a:normAutofit/>
          </a:bodyPr>
          <a:lstStyle/>
          <a:p>
            <a:r>
              <a:rPr lang="en-US" dirty="0"/>
              <a:t>EQ: How big numbers are compared to each other?</a:t>
            </a:r>
            <a:endParaRPr lang="en-A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288F43-77B5-4149-8386-E7F5734F6EBC}"/>
              </a:ext>
            </a:extLst>
          </p:cNvPr>
          <p:cNvSpPr txBox="1"/>
          <p:nvPr/>
        </p:nvSpPr>
        <p:spPr>
          <a:xfrm>
            <a:off x="272716" y="1318955"/>
            <a:ext cx="11646568" cy="5293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Get your VIVO’s</a:t>
            </a:r>
          </a:p>
          <a:p>
            <a:pPr marL="285750" indent="-285750">
              <a:buFontTx/>
              <a:buChar char="-"/>
            </a:pPr>
            <a:r>
              <a:rPr lang="en-US" dirty="0"/>
              <a:t>Topic and EQ in Interactive Notebook</a:t>
            </a:r>
          </a:p>
          <a:p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NO PHONES OR EAR BUDS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Complete on working-out side: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pPr marL="342900" indent="-342900">
              <a:buAutoNum type="arabicPeriod"/>
            </a:pPr>
            <a:r>
              <a:rPr lang="en-US" dirty="0"/>
              <a:t>Get your blue cards and make the following numbers:</a:t>
            </a:r>
            <a:br>
              <a:rPr lang="en-US" dirty="0"/>
            </a:br>
            <a:endParaRPr lang="en-US" dirty="0"/>
          </a:p>
          <a:p>
            <a:r>
              <a:rPr lang="en-US" dirty="0"/>
              <a:t>	a) Within your pair/group decide which task to do first</a:t>
            </a:r>
          </a:p>
          <a:p>
            <a:r>
              <a:rPr lang="en-US" dirty="0"/>
              <a:t>	b) Deal 6 cards (different from yesterday)</a:t>
            </a:r>
          </a:p>
          <a:p>
            <a:r>
              <a:rPr lang="en-US" dirty="0"/>
              <a:t>    	c) Complete the score card. Need to spread your digits out </a:t>
            </a:r>
          </a:p>
          <a:p>
            <a:r>
              <a:rPr lang="en-US" dirty="0"/>
              <a:t>	d) Add up your numbers to find the total score</a:t>
            </a:r>
          </a:p>
          <a:p>
            <a:r>
              <a:rPr lang="en-US" dirty="0"/>
              <a:t>	e) The player with the highest total wins the game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endParaRPr lang="en-US" dirty="0"/>
          </a:p>
          <a:p>
            <a:r>
              <a:rPr lang="en-US" dirty="0"/>
              <a:t>2. Take a look and glue in notebook comment</a:t>
            </a:r>
          </a:p>
          <a:p>
            <a:r>
              <a:rPr lang="en-US" dirty="0"/>
              <a:t>3. </a:t>
            </a:r>
            <a:r>
              <a:rPr lang="en-US" dirty="0" err="1"/>
              <a:t>Mathspace</a:t>
            </a:r>
            <a:r>
              <a:rPr lang="en-US" dirty="0"/>
              <a:t> homework for Week 4 in interactive notebook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317DF51D-0D32-49F8-9913-D887FA6947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1430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AU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		</a:t>
            </a:r>
            <a:endParaRPr kumimoji="0" lang="en-AU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0015A4BA-22D2-4AEF-8F90-54ABC86565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1463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245226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152400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52400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17471" y="1497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410991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963175" y="106355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3514" y="1063437"/>
            <a:ext cx="91787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EQ: How big numbers are compared to each other?</a:t>
            </a:r>
            <a:endParaRPr lang="en-AU" sz="2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3B77233-FF12-4F8B-B61D-224370B8E3D8}"/>
              </a:ext>
            </a:extLst>
          </p:cNvPr>
          <p:cNvSpPr txBox="1"/>
          <p:nvPr/>
        </p:nvSpPr>
        <p:spPr>
          <a:xfrm>
            <a:off x="2639616" y="404664"/>
            <a:ext cx="13578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I</a:t>
            </a:r>
            <a:r>
              <a:rPr lang="en-AU" sz="2800" dirty="0" err="1"/>
              <a:t>ntegers</a:t>
            </a:r>
            <a:endParaRPr lang="en-AU" sz="2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B7DB844-2520-4740-8D23-E21EA27AE516}"/>
              </a:ext>
            </a:extLst>
          </p:cNvPr>
          <p:cNvSpPr txBox="1"/>
          <p:nvPr/>
        </p:nvSpPr>
        <p:spPr>
          <a:xfrm>
            <a:off x="2952750" y="2257425"/>
            <a:ext cx="867726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You will have a chance to work in one of the three focus groups this lesson. We will be working on the large number line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 other task you will be doing independently is the  “comparing number” worksheet. Once finished glue this under today’s topic and EQ.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6288039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219</Words>
  <Application>Microsoft Office PowerPoint</Application>
  <PresentationFormat>Widescreen</PresentationFormat>
  <Paragraphs>36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Times New Roman</vt:lpstr>
      <vt:lpstr>Office Theme</vt:lpstr>
      <vt:lpstr>Topic: Integers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Sarah James</dc:creator>
  <cp:lastModifiedBy>Sarah James</cp:lastModifiedBy>
  <cp:revision>3</cp:revision>
  <cp:lastPrinted>2020-02-19T02:39:28Z</cp:lastPrinted>
  <dcterms:created xsi:type="dcterms:W3CDTF">2020-02-19T02:03:15Z</dcterms:created>
  <dcterms:modified xsi:type="dcterms:W3CDTF">2020-02-19T02:40:10Z</dcterms:modified>
</cp:coreProperties>
</file>