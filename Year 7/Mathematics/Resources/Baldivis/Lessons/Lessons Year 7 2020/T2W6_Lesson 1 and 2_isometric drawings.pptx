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77" r:id="rId9"/>
    <p:sldId id="278" r:id="rId10"/>
    <p:sldId id="279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7D087-44E5-4348-B3A6-5FB4A9BB387F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D8591-94E3-48AE-8602-24187DCD5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75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70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31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678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7025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138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220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652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744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79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F6F4-473C-4E4A-A8A6-450E5D4EF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00AF7-C665-4C44-AF62-E374E7653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BD4D-633C-4404-AA56-561FE7B4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2EA35-05C5-40E0-BE46-396169C83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9E83E-E0F7-40D7-86FC-BEE18012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68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953C-3B55-4B10-A0B9-0352298E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F781B-A307-4858-881E-91DEEAD0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B324-D6A2-42B1-8A9F-E7B622BC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B1FF7-8440-46E4-8734-D46988C20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1C84-E9E7-4B23-8D88-9998F3C11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505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9D5C-B017-475C-BF50-2AD1A5B5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AC93-1C96-4B72-BF97-0D8D2A95A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530BD-0BB9-4FB4-9DBD-717D1E34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3678-433F-4B08-AC28-745F7A85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5A0A4-9BCD-43A1-AC00-15213A2F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49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C629-46EC-4D5E-9DC0-7133747B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C692-EBB1-434D-A471-DB524ABB1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E5BBA-0C5D-4F7C-9F4D-AD735E0BB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B9A64-C393-4004-89B6-9D9D63EA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C623A-22E9-4DC8-A083-8270E25A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62141-954A-46A7-94A0-E8A69997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7AFB-DB1C-47F9-AC36-A015A2EB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BDE6-07C3-4A71-B9B4-E0B7278EC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29C2C-70E7-4DE8-A5DE-FE857C7BF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3FCD1-754F-4212-A34B-CA50769F66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50D12-4404-4688-9B9C-91869A910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4E1B5-C7F0-4F6F-8C7F-E0A94588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EE3573-DFB2-4A44-8258-5265D327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D4E2E-E9A6-429D-8AB5-EBB1D3D5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36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AE99-E12B-4ADE-8D8E-35275F0A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81FAE-EF65-410F-A02A-2A0F59E3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57E04-C514-4539-A2F1-43B02CF3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F6D5A-35AA-4417-9E10-81F182757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147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612A7-5A80-4A00-BAC6-51E2C2A3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D40C8-2D4D-4CA8-95D9-E3FA2972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2BE21-A660-4A18-98EC-6A03C201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413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6729-C97A-42F5-A8E9-59441D357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FE88A-9C66-4F4B-9D95-093283796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7CCD0-FE48-4C06-BEFC-AC330DBA93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3FC5E-BD25-41D2-BCD5-415E7264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71C4F-1956-429A-BC1E-0B3871B04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9D72E-A693-4EF2-B3C9-EC3EEFD0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26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5EFE-9561-428F-886F-79864D43F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DD64A1-F944-4BE6-8B64-CD9590B48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4F106-0523-407C-9FD2-A5B312FAE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021A-1F10-46F2-8B05-32502649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E381-7424-4D63-9722-3DAAF0ED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9A1E7-8CB3-4EF7-9FB9-C8358A1D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86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C721-9F16-456F-A870-903FC557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7E73E-4EDD-4FBE-AAD3-ADA125E9C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D0BB-7981-43C8-9AA6-02B1F1F2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F4255-299E-4714-B4BF-8BEB4B22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18D3-0583-4E91-A19F-B6AA641D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879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6B40E6-5370-43B5-971B-F325411E69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49F55-2C7C-4B91-83AA-694A6CC97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6CA4B-DD53-4A98-B218-273E479E8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82952-4E00-44DD-9AE9-CB81633D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52EF0-F25D-485D-8E04-B02C56389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796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BF8C16-AEBA-4BA3-B6F6-C474036E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FDB7C-1E8C-44F5-8858-04B11F4C6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A9E1D-AC52-48EC-99CC-AB9892667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0FFFE-7D93-4574-990A-41A1894C4C3E}" type="datetimeFigureOut">
              <a:rPr lang="en-AU" smtClean="0"/>
              <a:t>26/05/2020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5DC6C-81AB-4DD2-A7CE-DABB3FC21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84BA-D487-492D-8F33-56BD686BE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F8A7C-2F6F-496C-9AD5-6FFF3CDAC60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3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vc_gYHlgJ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8517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Isometric drawings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120" y="1960880"/>
            <a:ext cx="9144000" cy="665162"/>
          </a:xfrm>
        </p:spPr>
        <p:txBody>
          <a:bodyPr/>
          <a:lstStyle/>
          <a:p>
            <a:r>
              <a:rPr lang="en-US" dirty="0"/>
              <a:t>EQ: How do I use isometric paper to draw solids?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4E92F-165A-427F-BD26-89F7C94BC707}"/>
              </a:ext>
            </a:extLst>
          </p:cNvPr>
          <p:cNvSpPr txBox="1"/>
          <p:nvPr/>
        </p:nvSpPr>
        <p:spPr>
          <a:xfrm>
            <a:off x="1239520" y="2626042"/>
            <a:ext cx="924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your VIVOS</a:t>
            </a:r>
          </a:p>
          <a:p>
            <a:pPr marL="285750" indent="-285750">
              <a:buFontTx/>
              <a:buChar char="-"/>
            </a:pPr>
            <a:r>
              <a:rPr lang="en-US" dirty="0"/>
              <a:t>Get diary out and write in </a:t>
            </a:r>
            <a:r>
              <a:rPr lang="en-US" dirty="0" err="1"/>
              <a:t>mathspace</a:t>
            </a:r>
            <a:r>
              <a:rPr lang="en-US" dirty="0"/>
              <a:t> homework</a:t>
            </a:r>
          </a:p>
          <a:p>
            <a:pPr marL="285750" indent="-285750">
              <a:buFontTx/>
              <a:buChar char="-"/>
            </a:pPr>
            <a:r>
              <a:rPr lang="en-US" dirty="0"/>
              <a:t>New topic so new unit cover page and note this in the contents page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Collect test paper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Collect isometric paper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Collect 5 blocks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What is isometric paper?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EB0DBF-B5C0-4E33-A6CD-0228CBA2D10A}"/>
              </a:ext>
            </a:extLst>
          </p:cNvPr>
          <p:cNvSpPr/>
          <p:nvPr/>
        </p:nvSpPr>
        <p:spPr>
          <a:xfrm>
            <a:off x="2806190" y="1548603"/>
            <a:ext cx="89726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Solids can be difficult to draw. Sometimes it is easier to use square dot paper or isometric dot paper to draw them.</a:t>
            </a:r>
          </a:p>
          <a:p>
            <a:endParaRPr lang="en-US" dirty="0"/>
          </a:p>
          <a:p>
            <a:r>
              <a:rPr lang="en-US" dirty="0"/>
              <a:t>The rectangular prisms shown below are drawn on isometric dot paper, with the dots arranged in a triangular pattern. </a:t>
            </a:r>
          </a:p>
          <a:p>
            <a:endParaRPr lang="en-US" dirty="0"/>
          </a:p>
          <a:p>
            <a:r>
              <a:rPr lang="en-US" dirty="0"/>
              <a:t>Horizontal edges are drawn at a slant on this paper. </a:t>
            </a:r>
          </a:p>
          <a:p>
            <a:endParaRPr lang="en-US" dirty="0"/>
          </a:p>
          <a:p>
            <a:r>
              <a:rPr lang="en-US" dirty="0"/>
              <a:t>A 2D (flat) diagram of a 3D figure (solid) looks more natural when drawn on isometric paper.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7443E-F6C1-4A5C-940B-F105AA74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25" y="4366422"/>
            <a:ext cx="470535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7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How to draw on isometric paper?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5423F1-3508-4A15-ADB5-0836F80186EA}"/>
              </a:ext>
            </a:extLst>
          </p:cNvPr>
          <p:cNvSpPr/>
          <p:nvPr/>
        </p:nvSpPr>
        <p:spPr>
          <a:xfrm>
            <a:off x="3701177" y="3244334"/>
            <a:ext cx="4789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hlinkClick r:id="rId3"/>
              </a:rPr>
              <a:t>https://www.youtube.com/watch?v=Bvc_gYHlgJs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916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Example 1: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A03723-1643-419C-9CBF-A2F1F060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191" y="1771745"/>
            <a:ext cx="74676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6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Answer: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94F5F-3AC1-403A-86E8-686D2772A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0" y="1325880"/>
            <a:ext cx="6705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3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Example 2: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1591C0-7DEA-4489-8BA2-EECA3437B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362" y="2295525"/>
            <a:ext cx="48672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0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Answer: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12297B-6C79-4B67-8410-165F11A7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712" y="1495425"/>
            <a:ext cx="68865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1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Practice: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986CF1-048A-4A1E-AEB9-0BC674202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315" y="1103770"/>
            <a:ext cx="7750288" cy="547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7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Answer: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1257D9-1994-4FB0-A89C-0F1BEBC9D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191" y="1149600"/>
            <a:ext cx="74009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Practice: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0DA81-8B26-48D1-ADFC-C5FAA41FB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04" y="1563746"/>
            <a:ext cx="73628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43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3B8C04-BAE6-46A6-8961-339E2588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" y="620211"/>
            <a:ext cx="3362960" cy="2325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C6E943-BA9A-4A1F-A509-32EFB30E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364" y="898071"/>
            <a:ext cx="3038475" cy="2047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E01C4-3B21-4A82-9A7A-7037D2FD5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175" y="371475"/>
            <a:ext cx="40576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2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360</Words>
  <Application>Microsoft Office PowerPoint</Application>
  <PresentationFormat>Widescreen</PresentationFormat>
  <Paragraphs>88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Chalkboard</vt:lpstr>
      <vt:lpstr>Office Theme</vt:lpstr>
      <vt:lpstr>Topic: Isometric drawings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Isometric drawings</dc:title>
  <dc:creator>Sarah James</dc:creator>
  <cp:lastModifiedBy>Sarah James</cp:lastModifiedBy>
  <cp:revision>3</cp:revision>
  <dcterms:created xsi:type="dcterms:W3CDTF">2020-05-26T00:38:11Z</dcterms:created>
  <dcterms:modified xsi:type="dcterms:W3CDTF">2020-05-26T07:04:02Z</dcterms:modified>
</cp:coreProperties>
</file>