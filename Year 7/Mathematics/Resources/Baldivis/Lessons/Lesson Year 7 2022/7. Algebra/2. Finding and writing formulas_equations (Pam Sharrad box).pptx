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66" r:id="rId3"/>
    <p:sldId id="267" r:id="rId4"/>
    <p:sldId id="268" r:id="rId5"/>
    <p:sldId id="269" r:id="rId6"/>
    <p:sldId id="261" r:id="rId7"/>
    <p:sldId id="263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2" r:id="rId19"/>
    <p:sldId id="280" r:id="rId20"/>
    <p:sldId id="283" r:id="rId21"/>
    <p:sldId id="264" r:id="rId22"/>
    <p:sldId id="265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9638-0BDA-4DAB-8B93-0ECC23FD5AC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896C5-03EF-4CA1-9029-BB172BBA67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72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75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43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154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4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9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0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98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0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65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222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31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D2CC-FC2D-4E25-8574-264B2A2B8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13C8-A30C-4997-9BA7-ABC5C3A1B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FBFDB-2633-4ECB-AE02-574C1A971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0A6B2-E09E-4530-B1F7-61F27911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85A5-A0C4-47E6-95C3-A52CAD7C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96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CE87-6641-4F0F-A113-78936BEB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8A0A7-9B72-4D4B-96A3-133A43EAE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8C636-7FD6-4E4D-90A1-19DD82FA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5E38-AFF1-40A4-B61F-F4F96C58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079C2-D410-4B09-AFC5-EF768D14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64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A43D-3B25-40E1-97BC-AAA4E4FB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2D252-6F47-4A34-9C4B-E00AC3292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C97A-C50B-4E2A-8344-EAA0E3EB0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48C76-B07F-4FD7-BDF1-AF604ECA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FA34-14B6-4395-8915-B5C3375C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96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41BD9-4E45-4FD2-B6E4-F95852A9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59B1D-7750-42B6-9C07-AE23EF042D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03416-11B1-42A5-B85F-FD7A51A87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454F1-3B15-4D4B-AC32-AF09CBCA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6D73B-EB37-46E1-8CAC-8A323847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5C544-952F-417A-97D3-2746DA2F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258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0D4F-EF0B-4485-B32C-826F43AE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E22AB-4A5C-4F4B-99F1-08718A09F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2096A-B24A-4B4D-91E0-7150C1AC3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CD2B0-B30E-4F89-AA37-CD96B28BA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D0958-BC7E-4712-8A3D-8CED7D2C4B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BAF108-2C22-45A4-8877-71592563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2763A-9A39-4258-977A-48FD2AFF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661ED-77C4-49DA-8242-52F1E4DC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63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F475-E70F-4BBA-BC55-0E67C0E3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76C00-9DE5-4951-9C3F-55B55841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9332C-247B-41A3-B07F-CF3ABE60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BB065-0961-4024-A513-D4787DD6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900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DC0A7-A887-4926-AC80-192D7CE9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FD3B4-7D02-4F58-B077-9A4F6DC0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63CDB-E92B-4C02-A803-B333C9AA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02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C299-DDDD-4A84-9D17-8522E03A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B5351-8A71-4056-BEF8-7A473104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ABDA2-DF37-42F8-8A27-2BCD3064E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6EB5F-197B-4D58-9947-E205A200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95D9F-F675-4C9D-89FD-2152B7257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95353-2842-41E7-8086-073015F6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51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446C-67C4-4411-995C-C188F5DA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8F7E2-B150-4872-A705-6FEF5D66B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886B7-7E8D-4D0E-8A22-21B61CDF1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398A9-CF3A-4130-B0D7-FAB2EC24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B3620-828B-4145-BA1B-93F7C4BC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7415A-BC5B-42FD-9832-39D3C180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63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03E5-853E-45F7-937B-70F2F9FB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4447E-DF33-4B33-8BC6-5139CF63A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0AEB2-3A29-4925-BBD4-B97D03C8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5F474-DFD5-4682-919A-6ED48172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E7585-D974-4BE5-86E2-A7042100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032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D86C5-66CD-4924-AC63-D478320B1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01B5D-F36D-4EBE-89E4-C542FFBB8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B35B-A639-46B5-A28C-F90DF456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84A6C-58A2-463E-A1E1-E6F5219A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2D67-EABE-4EBF-ADB0-E7A3BC80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2165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61577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85428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49715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049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140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ED8F0-A3B6-45EC-9EA9-B1B56D15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B0A2-9E18-4C6D-9B95-E466466A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E1D15-3D49-4345-B3DC-2086CB380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5D325-8EF3-45A8-9889-0DD68B52E8BB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27931-4A35-4EA9-B812-A2F7DD9E8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5E144-0A5E-4F12-BEB8-29297ABE6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8E9CB-7705-4026-A94B-740BF7C42E6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48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0734543" y="5826785"/>
            <a:ext cx="1579377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7C7F91"/>
                </a:solidFill>
                <a:latin typeface="Fragment Core" panose="02000504040000020003" pitchFamily="50" charset="0"/>
              </a:rPr>
              <a:t>Originally written by Mrs. Stretch Updated by Mrs. McLeod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Topic: Algebra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b="1" dirty="0">
                <a:latin typeface="Fragment Core" panose="02000504040000020003" pitchFamily="50" charset="0"/>
              </a:rPr>
              <a:t>EQ: How do I find a formula</a:t>
            </a:r>
            <a:br>
              <a:rPr lang="en-AU" b="1" dirty="0">
                <a:latin typeface="Fragment Core" panose="02000504040000020003" pitchFamily="50" charset="0"/>
              </a:rPr>
            </a:br>
            <a:endParaRPr lang="en-AU" b="1" dirty="0"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AA431B-9988-43CF-9C8C-523D4E41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40056" cy="3970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04130-FA9B-42A5-A1C3-961645F4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48" y="1988083"/>
            <a:ext cx="5240687" cy="46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EFF38-42CF-49FA-A5E5-18BC908C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" y="65999"/>
            <a:ext cx="7866882" cy="3910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D1A95-4D63-45DB-99E5-2F8754C0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32" y="4098730"/>
            <a:ext cx="69056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1" y="-1"/>
            <a:ext cx="7640506" cy="6813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28" y="1083734"/>
            <a:ext cx="5840237" cy="3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9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1C1C-14B1-41BF-B456-2722F173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" y="12259"/>
            <a:ext cx="8387071" cy="3681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C8355-059D-4373-9404-53652A8E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85" y="2483627"/>
            <a:ext cx="6235196" cy="425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A278-712E-4DAE-A5E9-29A28F38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608" y="2157382"/>
            <a:ext cx="8153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</a:p>
          <a:p>
            <a:pPr lvl="2"/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mystery number of blocks in the box …… </a:t>
            </a:r>
            <a:r>
              <a:rPr lang="en-AU" sz="3600" b="1" dirty="0"/>
              <a:t>m</a:t>
            </a:r>
          </a:p>
          <a:p>
            <a:pPr marL="457200" indent="-457200">
              <a:buAutoNum type="arabicPeriod"/>
            </a:pPr>
            <a:endParaRPr lang="en-AU" sz="3600" b="1" dirty="0"/>
          </a:p>
          <a:p>
            <a:pPr marL="914400" lvl="2" indent="0">
              <a:buNone/>
            </a:pPr>
            <a:r>
              <a:rPr lang="en-AU" sz="2800" b="1" dirty="0">
                <a:solidFill>
                  <a:srgbClr val="7030A0"/>
                </a:solidFill>
              </a:rPr>
              <a:t>m </a:t>
            </a:r>
            <a:r>
              <a:rPr lang="en-AU" sz="2800" dirty="0">
                <a:solidFill>
                  <a:srgbClr val="7030A0"/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is the number 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is the 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32" y="47050"/>
            <a:ext cx="707414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box with the exact same amount of blocks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blocks 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250834" y="2822861"/>
            <a:ext cx="1698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These are</a:t>
            </a:r>
            <a:r>
              <a:rPr lang="en-AU" sz="2400" dirty="0">
                <a:solidFill>
                  <a:srgbClr val="7030A0"/>
                </a:solidFill>
              </a:rPr>
              <a:t> LIKE TERMS</a:t>
            </a:r>
          </a:p>
        </p:txBody>
      </p: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86" y="64893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41827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Algebra?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3189" y="1485640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Algebra can be used to write a rule in a simple way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use a letter or symbol in place of a number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When a rule is written using a letter or symbol, its called a </a:t>
            </a:r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formula</a:t>
            </a:r>
          </a:p>
          <a:p>
            <a:pPr marL="342900" indent="-342900" defTabSz="914126">
              <a:buFontTx/>
              <a:buChar char="-"/>
            </a:pPr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A letter or symbol in a formula is called a </a:t>
            </a:r>
            <a:r>
              <a:rPr lang="en-US" sz="2399" b="1" dirty="0">
                <a:solidFill>
                  <a:srgbClr val="0070C0"/>
                </a:solidFill>
                <a:latin typeface="Calibri" panose="020F0502020204030204"/>
              </a:rPr>
              <a:t>variable</a:t>
            </a:r>
            <a:r>
              <a:rPr lang="en-US" sz="2399" dirty="0">
                <a:latin typeface="Calibri" panose="020F0502020204030204"/>
              </a:rPr>
              <a:t> because its value can change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When multiplying numbers and variables, we do not need to show the multiplication sign. </a:t>
            </a:r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D2887C-572E-4BE3-ADE3-CE810797C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14" t="86406" r="16536" b="5658"/>
          <a:stretch/>
        </p:blipFill>
        <p:spPr>
          <a:xfrm>
            <a:off x="5026250" y="5855034"/>
            <a:ext cx="5682157" cy="551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5569-44FD-4ED1-8F2F-0A8D7DD36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010" y="805857"/>
            <a:ext cx="3379013" cy="24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488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000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write an equation or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0000"/>
                </a:solidFill>
                <a:latin typeface="Fragment Core" panose="02000504040000020003" pitchFamily="50" charset="0"/>
              </a:rPr>
              <a:t>EQ – How do I find a formula?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F35D7-5BD2-4A96-898C-35A21AC0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0" y="1873504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C04A0-3B7A-4764-9800-F59D8AFA3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01" y="4204616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B6A32-8EA9-4800-B194-B055096BBA56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summary!!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8B59B-C96D-4354-9C05-E1DF5BC4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C6A27-1FC0-46A3-B4CF-273CD901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Glossary 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Expression</a:t>
            </a:r>
          </a:p>
          <a:p>
            <a:r>
              <a:rPr lang="en-AU" dirty="0"/>
              <a:t>Equation</a:t>
            </a:r>
          </a:p>
          <a:p>
            <a:r>
              <a:rPr lang="en-AU" dirty="0"/>
              <a:t>Variable</a:t>
            </a:r>
          </a:p>
          <a:p>
            <a:r>
              <a:rPr lang="en-AU" dirty="0"/>
              <a:t>Formula</a:t>
            </a:r>
          </a:p>
          <a:p>
            <a:r>
              <a:rPr lang="en-AU" dirty="0"/>
              <a:t>Like terms</a:t>
            </a:r>
          </a:p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AU" dirty="0"/>
              <a:t>Do you have definitions down for each of these?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20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698</Words>
  <Application>Microsoft Office PowerPoint</Application>
  <PresentationFormat>Widescreen</PresentationFormat>
  <Paragraphs>137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Algebra EQ: How do I find a formula </vt:lpstr>
      <vt:lpstr>PowerPoint Presentation</vt:lpstr>
      <vt:lpstr>PowerPoint Presentation</vt:lpstr>
      <vt:lpstr>PowerPoint Presentation</vt:lpstr>
      <vt:lpstr>PowerPoint Presentation</vt:lpstr>
      <vt:lpstr>From Last Lesson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Box demonstration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  <vt:lpstr>Glossary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How do I find a formula </dc:title>
  <dc:creator>JAMES Sarah [Baldivis Secondary College]</dc:creator>
  <cp:lastModifiedBy>JAMES Sarah [Baldivis Secondary College]</cp:lastModifiedBy>
  <cp:revision>1</cp:revision>
  <dcterms:created xsi:type="dcterms:W3CDTF">2021-11-30T00:38:27Z</dcterms:created>
  <dcterms:modified xsi:type="dcterms:W3CDTF">2021-11-30T00:42:16Z</dcterms:modified>
</cp:coreProperties>
</file>