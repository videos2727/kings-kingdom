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4" r:id="rId2"/>
    <p:sldId id="272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91" d="100"/>
          <a:sy n="91" d="100"/>
        </p:scale>
        <p:origin x="63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39EAE-D46D-4FB3-8D8C-28997DBCD006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21953-0DEA-4EE1-BA8A-97628F1BDF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306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540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F7EDA-2D66-4475-8F93-531741097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32961-DFF9-46C7-BC98-E9F35BAA8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18AD2-89DD-4259-8655-2B836CD1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1EF65-30E3-4F4A-A1D5-F7EA41F6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2B7EC-3ED6-4102-8341-44FB4996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56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8485-B1E0-4DC6-9B9D-D8FA050D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15F81-B6BE-4EA1-8782-B8EF96CA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A64CE-D994-4349-8992-366434F2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F8A54-189B-4A09-981D-DEF51B89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88D4D-9424-4179-A4EF-AF1397E7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1794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6888-C18A-4CD8-9DA1-E17EB8DD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5916A-DAF2-47C3-A438-FC265ED15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8BF1F-B16D-43F7-B289-1261C6FD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108C-DCB7-4FAD-B9BD-7EBBCA460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BA85-8534-4013-BB61-DE5A60EA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9859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71C47-4848-4697-9739-6689BB1B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6FFE8-BC00-46C2-9A68-0DAFA3537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255B7-0447-4128-9580-1B5852A5A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4B600-4E79-46A5-9E0A-D7DA67642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CF600-76C3-49DE-9C9E-7D8B841B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FCD8D-E873-45AD-8284-BAD9852E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0771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F1B8-EB49-44AA-952E-4DCAD5F46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35DAC-3F32-4BFF-BDB0-EC04C86A6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4097D-CB42-4527-AC4D-1CCDDDE29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3B2C9-7A94-4AC7-8552-D96913BD5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E57301-B596-42AB-B82C-0C9FAA1C2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790E9-2960-456D-B478-EFE496BA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DB4CD-E74B-46FB-8CB6-AB456D6C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7C8EE-59D3-4220-8A1D-D6397A38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184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021A-56BC-4F4F-9327-68142398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EB986-F458-4979-95FF-0720C9EC4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22BC1-5A90-4C07-AAA4-3D75289C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E62B0-9916-4EB2-B7F6-FD97F958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748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F5785F-74BF-47EC-BF05-A6819049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8F3FB-D55A-4A25-9059-FF249707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84ED7-5015-4062-A032-6227F0D3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385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BDAA-5CC0-4144-ABBD-807A9AC7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45875-9B96-42C4-816B-9D4A1CBC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B37071-7350-48A4-B673-768B8FAC5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E81C1B-BDC7-4F19-B123-44A9F40D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1CF8B-23F8-4A1F-9847-44C183B4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371EC-5F1F-464C-AD8B-0E59A207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148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9E86-D363-4C1E-B296-1F49D7470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7E01D-E312-4DCF-8D3A-5A4BC172C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FECF8-8314-4E14-99DB-74E99A75E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ED86E-A1B6-484B-B6F4-B0325912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C9EF-DC9E-4351-A5A0-070DCF8F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8B1F2-CE5B-4EB3-8D24-6C655089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198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39FA-4621-4B84-B76B-EC7657F7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BAB7E-7CA9-4A21-BC8E-581286DAE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3883B-D662-4D72-8213-37BDA1DD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411AA-A4A2-4A3D-A9EF-ACAE47A2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15C39-049C-48CE-BBAE-96E264EC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336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3D1E1-E49F-4638-8D76-DAD0100D52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A9E9A-BC5D-40B5-8B9F-D1D0B88E8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FD552-8D35-4EEF-867C-2AA8B436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CF3A-715C-4616-802F-DC419E9C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CB9B8-BBD1-40E4-B4B3-E263F7F4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51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45558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4097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0A52A-431D-436E-BF6F-38212441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A2456-412F-4921-8586-3E41ABDA9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C29A2-DF37-42B3-B400-87F3161C58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A7315-E015-48CD-A9CE-F1B3D899300C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A3B8F-7AC8-4F81-A5D1-288AAD93F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729F-F313-437D-AD3D-53D8C0FB8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5F65E-3989-4F77-B6AF-6379A672C7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07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936929"/>
          </a:xfrm>
        </p:spPr>
        <p:txBody>
          <a:bodyPr>
            <a:normAutofit fontScale="90000"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Topic</a:t>
            </a:r>
            <a:r>
              <a:rPr lang="en-AU" b="1">
                <a:latin typeface="Fragment Core" panose="02000504040000020003" pitchFamily="50" charset="0"/>
              </a:rPr>
              <a:t>: Algebra</a:t>
            </a:r>
            <a:br>
              <a:rPr lang="en-AU" b="1" dirty="0">
                <a:latin typeface="Fragment Core" panose="02000504040000020003" pitchFamily="50" charset="0"/>
              </a:rPr>
            </a:br>
            <a:endParaRPr lang="en-AU" b="1" dirty="0">
              <a:latin typeface="Fragment Core" panose="02000504040000020003" pitchFamily="50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C29804D-CA8E-4324-B353-4A9309A65ABE}"/>
              </a:ext>
            </a:extLst>
          </p:cNvPr>
          <p:cNvSpPr txBox="1">
            <a:spLocks/>
          </p:cNvSpPr>
          <p:nvPr/>
        </p:nvSpPr>
        <p:spPr>
          <a:xfrm>
            <a:off x="1200109" y="116619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add like terms and substitute variables? </a:t>
            </a:r>
          </a:p>
        </p:txBody>
      </p:sp>
    </p:spTree>
    <p:extLst>
      <p:ext uri="{BB962C8B-B14F-4D97-AF65-F5344CB8AC3E}">
        <p14:creationId xmlns:p14="http://schemas.microsoft.com/office/powerpoint/2010/main" val="76626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778115-E29E-467C-8ED5-04FDD955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0" y="1519000"/>
            <a:ext cx="10292080" cy="1066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938C19-1BFA-48C0-9B53-1B86260A61BB}"/>
              </a:ext>
            </a:extLst>
          </p:cNvPr>
          <p:cNvSpPr txBox="1"/>
          <p:nvPr/>
        </p:nvSpPr>
        <p:spPr>
          <a:xfrm>
            <a:off x="843280" y="528320"/>
            <a:ext cx="504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Entry Pass- on whiteboards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75E49-8F98-41BD-ADC4-3395EF60ABD0}"/>
              </a:ext>
            </a:extLst>
          </p:cNvPr>
          <p:cNvSpPr txBox="1"/>
          <p:nvPr/>
        </p:nvSpPr>
        <p:spPr>
          <a:xfrm>
            <a:off x="1057275" y="3429000"/>
            <a:ext cx="911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“Evaluate this expression”= Finding the value of an expression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886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99092F-A449-4675-B9D5-668DA1957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15" y="1143000"/>
            <a:ext cx="4022047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4C41E6-C5BF-4A30-B455-B5ED150719D7}"/>
              </a:ext>
            </a:extLst>
          </p:cNvPr>
          <p:cNvSpPr txBox="1"/>
          <p:nvPr/>
        </p:nvSpPr>
        <p:spPr>
          <a:xfrm>
            <a:off x="771525" y="414338"/>
            <a:ext cx="368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Activity 1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982E9-D645-4FA9-933D-28871DBFD06D}"/>
              </a:ext>
            </a:extLst>
          </p:cNvPr>
          <p:cNvSpPr txBox="1"/>
          <p:nvPr/>
        </p:nvSpPr>
        <p:spPr>
          <a:xfrm>
            <a:off x="8124825" y="414338"/>
            <a:ext cx="368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Activity 2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FA2FB-FAB8-4A20-8A2F-AEEF8794C0EE}"/>
              </a:ext>
            </a:extLst>
          </p:cNvPr>
          <p:cNvSpPr txBox="1"/>
          <p:nvPr/>
        </p:nvSpPr>
        <p:spPr>
          <a:xfrm>
            <a:off x="6515100" y="900113"/>
            <a:ext cx="5100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Showing the three steps of working out complete the following in your INB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B3793-3A35-4677-9A06-91F5886C12AD}"/>
              </a:ext>
            </a:extLst>
          </p:cNvPr>
          <p:cNvSpPr txBox="1"/>
          <p:nvPr/>
        </p:nvSpPr>
        <p:spPr>
          <a:xfrm>
            <a:off x="6515100" y="1828800"/>
            <a:ext cx="52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4A6F95-4F00-41AE-90EA-48F9E26F2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638" y="1828800"/>
            <a:ext cx="4581525" cy="10953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BEF751-CC08-45A2-8C53-03FF9FDCCF15}"/>
              </a:ext>
            </a:extLst>
          </p:cNvPr>
          <p:cNvSpPr txBox="1"/>
          <p:nvPr/>
        </p:nvSpPr>
        <p:spPr>
          <a:xfrm>
            <a:off x="6426993" y="3244334"/>
            <a:ext cx="52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</a:t>
            </a: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E53E1E-B553-4C6A-AE80-420460014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313" y="3613666"/>
            <a:ext cx="5100638" cy="194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0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</Words>
  <Application>Microsoft Office PowerPoint</Application>
  <PresentationFormat>Widescreen</PresentationFormat>
  <Paragraphs>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Fragment Core</vt:lpstr>
      <vt:lpstr>Office Theme</vt:lpstr>
      <vt:lpstr>Topic: Algebra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Substitution</dc:title>
  <dc:creator>JAMES Sarah [Baldivis Secondary College]</dc:creator>
  <cp:lastModifiedBy>Sarah James</cp:lastModifiedBy>
  <cp:revision>2</cp:revision>
  <dcterms:created xsi:type="dcterms:W3CDTF">2021-08-11T22:18:10Z</dcterms:created>
  <dcterms:modified xsi:type="dcterms:W3CDTF">2021-11-30T01:09:28Z</dcterms:modified>
</cp:coreProperties>
</file>