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311" r:id="rId3"/>
    <p:sldId id="312" r:id="rId4"/>
    <p:sldId id="313" r:id="rId5"/>
    <p:sldId id="314" r:id="rId6"/>
    <p:sldId id="259" r:id="rId7"/>
    <p:sldId id="316" r:id="rId8"/>
    <p:sldId id="257" r:id="rId9"/>
    <p:sldId id="315" r:id="rId10"/>
  </p:sldIdLst>
  <p:sldSz cx="9144000" cy="5143500" type="screen16x9"/>
  <p:notesSz cx="6858000" cy="9144000"/>
  <p:embeddedFontLst>
    <p:embeddedFont>
      <p:font typeface="Abel" panose="020B0604020202020204" charset="0"/>
      <p:regular r:id="rId12"/>
    </p:embeddedFont>
    <p:embeddedFont>
      <p:font typeface="Fredoka One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" y="543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311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80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83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66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21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069534" y="2672785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Adding and Subtracting 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with decimals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What strategies help adding and subtracting decimals?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strategies help adding and subtracting with decimals?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decimals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3.9 + 2.4   Using Chocolate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Each whole number is a wrapped chocolate bar (whole bar) and the tenths are pieces of the chocolate bar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4380636" y="2104450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956738" y="2088558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4371187" y="32965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4714052" y="330398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4380636" y="359425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722942" y="358628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828197" y="2333767"/>
            <a:ext cx="518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353" y="2498175"/>
            <a:ext cx="19864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Collecting them gives: </a:t>
            </a:r>
          </a:p>
        </p:txBody>
      </p:sp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71080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strategies help adding and subtracting with decimals?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decimals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3.9 + 2.4   Using Chocolate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Each whole number is a wrapped chocolate bar (whole bar) and the tenths are pieces of the chocolate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3572" y="2504330"/>
            <a:ext cx="23895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Collecting them gives: </a:t>
            </a:r>
          </a:p>
          <a:p>
            <a:endParaRPr lang="en-AU" dirty="0"/>
          </a:p>
          <a:p>
            <a:r>
              <a:rPr lang="en-AU" dirty="0"/>
              <a:t>5 wholes and 13 tenths </a:t>
            </a:r>
          </a:p>
          <a:p>
            <a:endParaRPr lang="en-AU" dirty="0"/>
          </a:p>
          <a:p>
            <a:r>
              <a:rPr lang="en-AU" dirty="0"/>
              <a:t>10 tenths can be wrapped up to give 1 whole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3462592" y="34980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60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strategies help adding and subtracting with decimals?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decimals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3.9 + 2.4   Using Chocolate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Each whole number is a wrapped chocolate bar (whole bar) and the tenths are pieces of the chocolate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2365" y="2515673"/>
            <a:ext cx="2389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Collecting them gives: </a:t>
            </a:r>
          </a:p>
          <a:p>
            <a:endParaRPr lang="en-AU" dirty="0"/>
          </a:p>
          <a:p>
            <a:r>
              <a:rPr lang="en-AU" dirty="0"/>
              <a:t>5 wholes and 13 tenths </a:t>
            </a:r>
          </a:p>
          <a:p>
            <a:endParaRPr lang="en-AU" dirty="0"/>
          </a:p>
          <a:p>
            <a:r>
              <a:rPr lang="en-AU" dirty="0"/>
              <a:t>10 tenths can be wrapped up to give 1 whole</a:t>
            </a:r>
          </a:p>
          <a:p>
            <a:endParaRPr lang="en-AU" dirty="0"/>
          </a:p>
          <a:p>
            <a:r>
              <a:rPr lang="en-AU" dirty="0"/>
              <a:t>With 3 pieces still left over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3462592" y="34980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036656" y="3030337"/>
            <a:ext cx="1734203" cy="935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24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strategies help adding and subtracting with decimals?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decimals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3.9 + 2.4   Using Chocolate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Each whole number is a wrapped chocolate bar (whole bar) and the tenths are pieces of the chocolate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207" y="2497909"/>
            <a:ext cx="2389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Collecting them gives: </a:t>
            </a:r>
          </a:p>
          <a:p>
            <a:endParaRPr lang="en-AU" dirty="0"/>
          </a:p>
          <a:p>
            <a:r>
              <a:rPr lang="en-AU" dirty="0"/>
              <a:t>5 wholes and 13 tenths </a:t>
            </a:r>
          </a:p>
          <a:p>
            <a:endParaRPr lang="en-AU" dirty="0"/>
          </a:p>
          <a:p>
            <a:r>
              <a:rPr lang="en-AU" dirty="0"/>
              <a:t>10 tenths can be wrapped up to give 1 whole</a:t>
            </a:r>
          </a:p>
          <a:p>
            <a:endParaRPr lang="en-AU" dirty="0"/>
          </a:p>
          <a:p>
            <a:r>
              <a:rPr lang="en-AU" dirty="0"/>
              <a:t>With 3 pieces still left over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036656" y="3030337"/>
            <a:ext cx="1734203" cy="935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/>
        </p:nvSpPr>
        <p:spPr>
          <a:xfrm rot="5400000">
            <a:off x="2671166" y="301444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358460" y="4114800"/>
            <a:ext cx="2248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3.9 + 2.4 = 6.3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382" y="2518012"/>
            <a:ext cx="126241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Your Turn: 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2.3 + 1.2</a:t>
            </a:r>
          </a:p>
          <a:p>
            <a:pPr marL="342900" indent="-342900">
              <a:buAutoNum type="arabicPeriod"/>
            </a:pPr>
            <a:r>
              <a:rPr lang="en-AU" dirty="0"/>
              <a:t>1.5 + 2.4</a:t>
            </a:r>
          </a:p>
          <a:p>
            <a:pPr marL="342900" indent="-342900">
              <a:buAutoNum type="arabicPeriod"/>
            </a:pPr>
            <a:r>
              <a:rPr lang="en-AU" dirty="0"/>
              <a:t>3.6 + 2.7</a:t>
            </a:r>
          </a:p>
          <a:p>
            <a:pPr marL="342900" indent="-342900">
              <a:buAutoNum type="arabicPeriod"/>
            </a:pPr>
            <a:r>
              <a:rPr lang="en-AU" dirty="0"/>
              <a:t>4.8 + 4.7</a:t>
            </a:r>
          </a:p>
        </p:txBody>
      </p:sp>
    </p:spTree>
    <p:extLst>
      <p:ext uri="{BB962C8B-B14F-4D97-AF65-F5344CB8AC3E}">
        <p14:creationId xmlns:p14="http://schemas.microsoft.com/office/powerpoint/2010/main" val="24073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36961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strategies help adding and subtracting with decimals?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decimals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Algorithm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 the “column method” can be used for all numbers large and small but particularly useful for decimals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02919" y="1977264"/>
            <a:ext cx="2282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1141" y="1845430"/>
            <a:ext cx="50719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Write down the numbers lined up in the proper place value (decimals lined up)</a:t>
            </a:r>
          </a:p>
          <a:p>
            <a:pPr marL="342900" indent="-342900">
              <a:buAutoNum type="arabicPeriod"/>
            </a:pPr>
            <a:r>
              <a:rPr lang="en-AU" dirty="0"/>
              <a:t>Put in zeros so the numbers are the same length</a:t>
            </a:r>
          </a:p>
          <a:p>
            <a:pPr marL="342900" indent="-342900">
              <a:buAutoNum type="arabicPeriod"/>
            </a:pPr>
            <a:r>
              <a:rPr lang="en-AU" dirty="0"/>
              <a:t>Then add (or subtract) each column starting on the right (make sure your answer has a decimal point)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21" y="3443802"/>
            <a:ext cx="1195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can we add zeros?</a:t>
            </a:r>
          </a:p>
          <a:p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2045798" y="3175658"/>
            <a:ext cx="60258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zero is saying “there is no value at this place value”</a:t>
            </a:r>
          </a:p>
          <a:p>
            <a:r>
              <a:rPr lang="en-AU" dirty="0"/>
              <a:t>	- in a number like 10, the zero is saying “no ones”</a:t>
            </a:r>
          </a:p>
          <a:p>
            <a:r>
              <a:rPr lang="en-AU" dirty="0"/>
              <a:t>	- in a number like 2.50 the zero is saying “no hundredths”</a:t>
            </a:r>
          </a:p>
          <a:p>
            <a:endParaRPr lang="en-AU" dirty="0"/>
          </a:p>
          <a:p>
            <a:r>
              <a:rPr lang="en-AU" dirty="0"/>
              <a:t>So we can have 2.5, 2.50 or 2.500 and they are all the SAME</a:t>
            </a:r>
          </a:p>
          <a:p>
            <a:endParaRPr lang="en-AU" dirty="0"/>
          </a:p>
          <a:p>
            <a:r>
              <a:rPr lang="en-AU" dirty="0"/>
              <a:t>However if we had 2.5 and 20.5 they would NOT be the SAME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7666" t="21740" r="41667" b="60422"/>
          <a:stretch/>
        </p:blipFill>
        <p:spPr>
          <a:xfrm>
            <a:off x="7830653" y="1411353"/>
            <a:ext cx="1091854" cy="102704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47666" t="41519" r="41667" b="41306"/>
          <a:stretch/>
        </p:blipFill>
        <p:spPr>
          <a:xfrm>
            <a:off x="7830653" y="2481519"/>
            <a:ext cx="1091854" cy="98890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/>
          <a:srcRect l="47666" t="60635" r="41667" b="18259"/>
          <a:stretch/>
        </p:blipFill>
        <p:spPr>
          <a:xfrm>
            <a:off x="7830653" y="3520850"/>
            <a:ext cx="1091854" cy="1215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1106" y="1593668"/>
            <a:ext cx="370114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/>
              <a:t>When might we use adding decimals in everyday life?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3692" y="506983"/>
            <a:ext cx="139663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/>
              <a:t>Quick Write</a:t>
            </a:r>
          </a:p>
        </p:txBody>
      </p:sp>
      <p:pic>
        <p:nvPicPr>
          <p:cNvPr id="2" name="Picture 1" descr="Australian currency by Adrian van Leen | money,banknotes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" r="2901" b="8082"/>
          <a:stretch/>
        </p:blipFill>
        <p:spPr>
          <a:xfrm>
            <a:off x="6557553" y="359665"/>
            <a:ext cx="2447109" cy="1712976"/>
          </a:xfrm>
          <a:prstGeom prst="rect">
            <a:avLst/>
          </a:prstGeom>
        </p:spPr>
      </p:pic>
      <p:pic>
        <p:nvPicPr>
          <p:cNvPr id="3" name="Picture 2" descr="File:US Navy 091017-N-9564W-095 Construction Electrician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9" y="2228625"/>
            <a:ext cx="2847703" cy="2033438"/>
          </a:xfrm>
          <a:prstGeom prst="rect">
            <a:avLst/>
          </a:prstGeom>
        </p:spPr>
      </p:pic>
      <p:pic>
        <p:nvPicPr>
          <p:cNvPr id="4" name="Picture 3" descr="Intro to measuring tools - Boing Bo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1" y="239189"/>
            <a:ext cx="2407531" cy="1354479"/>
          </a:xfrm>
          <a:prstGeom prst="rect">
            <a:avLst/>
          </a:prstGeom>
        </p:spPr>
      </p:pic>
      <p:pic>
        <p:nvPicPr>
          <p:cNvPr id="5" name="Picture 4" descr="The Ten Commandments of Grocery Shopping | Abby Has Issue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46" y="2085295"/>
            <a:ext cx="2468880" cy="1649212"/>
          </a:xfrm>
          <a:prstGeom prst="rect">
            <a:avLst/>
          </a:prstGeom>
        </p:spPr>
      </p:pic>
      <p:pic>
        <p:nvPicPr>
          <p:cNvPr id="6" name="Picture 5" descr="Weight Scales PNG Transparent Images | PNG All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83" y="3796407"/>
            <a:ext cx="1721477" cy="1148471"/>
          </a:xfrm>
          <a:prstGeom prst="rect">
            <a:avLst/>
          </a:prstGeom>
        </p:spPr>
      </p:pic>
      <p:pic>
        <p:nvPicPr>
          <p:cNvPr id="7" name="Picture 6" descr="Pain care: The role of social class on nurses’ patient ...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14" y="2540848"/>
            <a:ext cx="2113490" cy="1408993"/>
          </a:xfrm>
          <a:prstGeom prst="rect">
            <a:avLst/>
          </a:prstGeom>
        </p:spPr>
      </p:pic>
      <p:pic>
        <p:nvPicPr>
          <p:cNvPr id="8" name="Picture 7" descr="Wikipedia:Reference desk/Archives/Miscellaneous/2012 July ...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57" y="3802645"/>
            <a:ext cx="1972130" cy="118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7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1257" y="113211"/>
            <a:ext cx="3283132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Line them up</a:t>
            </a:r>
          </a:p>
          <a:p>
            <a:pPr marL="342900" indent="-342900">
              <a:buAutoNum type="arabicPeriod"/>
            </a:pPr>
            <a:r>
              <a:rPr lang="en-AU" dirty="0"/>
              <a:t>Pad with zeros</a:t>
            </a:r>
          </a:p>
          <a:p>
            <a:pPr marL="342900" indent="-342900">
              <a:buAutoNum type="arabicPeriod"/>
            </a:pPr>
            <a:r>
              <a:rPr lang="en-AU" dirty="0"/>
              <a:t>Add/subtract from the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577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2.45 + 1.1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3.33 + 2.2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5.0 + 2.74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350632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5.67 – 2.45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33 – 4.43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9.65 – 1.78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6174374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1345.37 – 25.66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78923 – 456.76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50.008 + 1342.73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5462448" y="174766"/>
            <a:ext cx="17047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/>
              <a:t>Practice LHS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1437" y="2377440"/>
            <a:ext cx="370114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Fun Sums 45 (addition) and 46 (subtraction)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3414" y="829200"/>
            <a:ext cx="24971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/>
              <a:t>Practice Worksheets</a:t>
            </a:r>
          </a:p>
        </p:txBody>
      </p:sp>
    </p:spTree>
    <p:extLst>
      <p:ext uri="{BB962C8B-B14F-4D97-AF65-F5344CB8AC3E}">
        <p14:creationId xmlns:p14="http://schemas.microsoft.com/office/powerpoint/2010/main" val="1993831645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8A3206-A416-460F-997A-85F0C267A02D}"/>
</file>

<file path=customXml/itemProps2.xml><?xml version="1.0" encoding="utf-8"?>
<ds:datastoreItem xmlns:ds="http://schemas.openxmlformats.org/officeDocument/2006/customXml" ds:itemID="{55A9FAB1-E233-4687-B7C1-AD924DE52201}"/>
</file>

<file path=customXml/itemProps3.xml><?xml version="1.0" encoding="utf-8"?>
<ds:datastoreItem xmlns:ds="http://schemas.openxmlformats.org/officeDocument/2006/customXml" ds:itemID="{D292B2CA-72DA-4BDF-BE6D-085F25462237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767</TotalTime>
  <Words>563</Words>
  <Application>Microsoft Office PowerPoint</Application>
  <PresentationFormat>On-screen Show (16:9)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Fredoka One</vt:lpstr>
      <vt:lpstr>Abel</vt:lpstr>
      <vt:lpstr>Chalkboard</vt:lpstr>
      <vt:lpstr>Rainbow Background by Slidesgo</vt:lpstr>
      <vt:lpstr>Topic: Adding and Subtracting  with decimals EQ: What strategies help adding and subtracting decimals?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17</cp:revision>
  <dcterms:created xsi:type="dcterms:W3CDTF">2021-02-22T02:29:05Z</dcterms:created>
  <dcterms:modified xsi:type="dcterms:W3CDTF">2021-11-09T12:40:58Z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