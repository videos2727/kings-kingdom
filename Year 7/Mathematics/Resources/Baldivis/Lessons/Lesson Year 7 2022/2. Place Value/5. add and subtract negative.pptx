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0"/>
  </p:notesMasterIdLst>
  <p:sldIdLst>
    <p:sldId id="256" r:id="rId2"/>
    <p:sldId id="259" r:id="rId3"/>
    <p:sldId id="308" r:id="rId4"/>
    <p:sldId id="309" r:id="rId5"/>
    <p:sldId id="257" r:id="rId6"/>
    <p:sldId id="310" r:id="rId7"/>
    <p:sldId id="261" r:id="rId8"/>
    <p:sldId id="262" r:id="rId9"/>
  </p:sldIdLst>
  <p:sldSz cx="9144000" cy="5143500" type="screen16x9"/>
  <p:notesSz cx="6858000" cy="9144000"/>
  <p:embeddedFontLst>
    <p:embeddedFont>
      <p:font typeface="Abel" panose="020B0604020202020204" charset="0"/>
      <p:regular r:id="rId11"/>
    </p:embeddedFont>
    <p:embeddedFont>
      <p:font typeface="Fredoka One" panose="020B060402020202020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63" y="240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2439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529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249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615da441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615da441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_1_1_2_1_1_1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5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17475" y="1494350"/>
            <a:ext cx="6595200" cy="24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Google Shape;24;p3"/>
          <p:cNvSpPr/>
          <p:nvPr/>
        </p:nvSpPr>
        <p:spPr>
          <a:xfrm rot="-5400000">
            <a:off x="7847449" y="1972496"/>
            <a:ext cx="2701200" cy="2701200"/>
          </a:xfrm>
          <a:prstGeom prst="blockArc">
            <a:avLst>
              <a:gd name="adj1" fmla="val 10800000"/>
              <a:gd name="adj2" fmla="val 21571275"/>
              <a:gd name="adj3" fmla="val 1374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099600" y="3125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266150" y="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BIG_NUMB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3045600" y="1045350"/>
            <a:ext cx="3052800" cy="3052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ctrTitle"/>
          </p:nvPr>
        </p:nvSpPr>
        <p:spPr>
          <a:xfrm>
            <a:off x="2416350" y="2044636"/>
            <a:ext cx="4311300" cy="89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ubTitle" idx="1"/>
          </p:nvPr>
        </p:nvSpPr>
        <p:spPr>
          <a:xfrm>
            <a:off x="3616200" y="2902463"/>
            <a:ext cx="19116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title" idx="2" hasCustomPrompt="1"/>
          </p:nvPr>
        </p:nvSpPr>
        <p:spPr>
          <a:xfrm>
            <a:off x="2813400" y="1858538"/>
            <a:ext cx="3517200" cy="59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7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1" name="Google Shape;71;p7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" name="Google Shape;72;p7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Google Shape;73;p7"/>
          <p:cNvSpPr/>
          <p:nvPr/>
        </p:nvSpPr>
        <p:spPr>
          <a:xfrm>
            <a:off x="1459650" y="28775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6508100" y="191595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2843225" y="38276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112199" y="3927246"/>
            <a:ext cx="2701200" cy="2701200"/>
          </a:xfrm>
          <a:prstGeom prst="blockArc">
            <a:avLst>
              <a:gd name="adj1" fmla="val 10800000"/>
              <a:gd name="adj2" fmla="val 21571275"/>
              <a:gd name="adj3" fmla="val 1374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6201800" y="38522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280300" y="560050"/>
            <a:ext cx="1784100" cy="178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7343600" y="3538750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443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817475" y="1898986"/>
            <a:ext cx="4438500" cy="22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8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8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BSviXhkub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069534" y="2672785"/>
            <a:ext cx="6462412" cy="994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Topic: Adding and Subtracting with negative numbers </a:t>
            </a:r>
            <a:b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EQ: How do we add and subtract with negatives?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7444" y="105981"/>
            <a:ext cx="8326582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add and subtract with negatives?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negative numbers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Negative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On the left of zero on the number line, increase in value as you get farther away from zero 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751" y="1705778"/>
            <a:ext cx="6782793" cy="1199023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230083" y="3072121"/>
            <a:ext cx="2855034" cy="17169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687444" y="3472513"/>
            <a:ext cx="2282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Other words </a:t>
            </a:r>
          </a:p>
          <a:p>
            <a:r>
              <a:rPr lang="en-AU" dirty="0"/>
              <a:t>for addition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1007" y="3191923"/>
            <a:ext cx="1197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Sum</a:t>
            </a:r>
          </a:p>
          <a:p>
            <a:r>
              <a:rPr lang="en-AU" sz="1800" dirty="0"/>
              <a:t>Plus</a:t>
            </a:r>
          </a:p>
          <a:p>
            <a:r>
              <a:rPr lang="en-AU" sz="1800" dirty="0"/>
              <a:t>Increase</a:t>
            </a:r>
          </a:p>
          <a:p>
            <a:r>
              <a:rPr lang="en-AU" sz="1800" dirty="0"/>
              <a:t>Total </a:t>
            </a:r>
          </a:p>
          <a:p>
            <a:r>
              <a:rPr lang="en-AU" sz="1800" dirty="0"/>
              <a:t>More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59" y="2980298"/>
            <a:ext cx="1999839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100" dirty="0"/>
              <a:t>Is zero positive or negative? Have a think, check with your shoulder 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5117" y="4251278"/>
            <a:ext cx="147945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Can you think of anymore?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8882" y="3191923"/>
            <a:ext cx="89746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Neither!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  <p:bldP spid="13" grpId="0"/>
      <p:bldP spid="14" grpId="0"/>
      <p:bldP spid="15" grpId="0" animBg="1"/>
      <p:bldP spid="16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8709" y="57269"/>
            <a:ext cx="8326582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add and subtract with negatives?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negative numbers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 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26751" y="962198"/>
            <a:ext cx="6025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Is a number has NO sign we can assume it is a positive number</a:t>
            </a:r>
          </a:p>
          <a:p>
            <a:endParaRPr lang="en-AU" dirty="0"/>
          </a:p>
          <a:p>
            <a:r>
              <a:rPr lang="en-AU" dirty="0"/>
              <a:t>3 is positive +3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8709" y="1936374"/>
            <a:ext cx="1684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Adding/subtracting a positive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7624" y="2048500"/>
            <a:ext cx="1993446" cy="73866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Subtracting a positive is the same as adding a negative!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8284" y="1950199"/>
            <a:ext cx="6025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Normal addition   2 + 3 = 5</a:t>
            </a:r>
          </a:p>
          <a:p>
            <a:r>
              <a:rPr lang="en-AU" dirty="0"/>
              <a:t>Normal subtraction 6 - 2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31" y="2940517"/>
            <a:ext cx="168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Adding a negative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1571" y="2810580"/>
            <a:ext cx="6025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Adding negative value so we are going down the number line</a:t>
            </a:r>
          </a:p>
          <a:p>
            <a:r>
              <a:rPr lang="en-AU" dirty="0"/>
              <a:t>6 + -2 =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133" y="3857949"/>
            <a:ext cx="1684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Subtracting a negative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2568" y="3853397"/>
            <a:ext cx="6025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Subtracting negative value</a:t>
            </a:r>
          </a:p>
          <a:p>
            <a:r>
              <a:rPr lang="en-AU" dirty="0"/>
              <a:t>6 - -2 = 8 </a:t>
            </a:r>
          </a:p>
          <a:p>
            <a:endParaRPr lang="en-AU" dirty="0"/>
          </a:p>
          <a:p>
            <a:r>
              <a:rPr lang="en-AU" dirty="0"/>
              <a:t>Which is the same as 6 + 2 =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9666" y="3998541"/>
            <a:ext cx="199344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Two negatives make a positive!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37391" y="2197984"/>
            <a:ext cx="848616" cy="25682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/>
          <p:cNvSpPr/>
          <p:nvPr/>
        </p:nvSpPr>
        <p:spPr>
          <a:xfrm>
            <a:off x="2110450" y="3072190"/>
            <a:ext cx="848616" cy="25682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5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9" grpId="0" animBg="1"/>
      <p:bldP spid="20" grpId="0"/>
      <p:bldP spid="21" grpId="0"/>
      <p:bldP spid="22" grpId="0"/>
      <p:bldP spid="23" grpId="0"/>
      <p:bldP spid="24" grpId="0"/>
      <p:bldP spid="25" grpId="0" animBg="1"/>
      <p:bldP spid="17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8709" y="57269"/>
            <a:ext cx="8326582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add and subtract with negatives?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negative numbers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00899" y="1999480"/>
            <a:ext cx="1006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26751" y="962198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2291" t="22037" r="10138" b="24136"/>
          <a:stretch/>
        </p:blipFill>
        <p:spPr>
          <a:xfrm>
            <a:off x="2126751" y="1116086"/>
            <a:ext cx="6103388" cy="23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23590" y="2467218"/>
            <a:ext cx="5715000" cy="572700"/>
          </a:xfrm>
        </p:spPr>
        <p:txBody>
          <a:bodyPr/>
          <a:lstStyle/>
          <a:p>
            <a:r>
              <a:rPr lang="en-AU" dirty="0">
                <a:hlinkClick r:id="rId3"/>
              </a:rPr>
              <a:t>https://youtu.be/DBSviXhkubg</a:t>
            </a:r>
            <a:r>
              <a:rPr lang="en-AU" dirty="0"/>
              <a:t> </a:t>
            </a:r>
          </a:p>
        </p:txBody>
      </p:sp>
      <p:grpSp>
        <p:nvGrpSpPr>
          <p:cNvPr id="4" name="Google Shape;10824;p79"/>
          <p:cNvGrpSpPr/>
          <p:nvPr/>
        </p:nvGrpSpPr>
        <p:grpSpPr>
          <a:xfrm>
            <a:off x="3500118" y="684157"/>
            <a:ext cx="1595081" cy="1282790"/>
            <a:chOff x="3042703" y="1529137"/>
            <a:chExt cx="411535" cy="315587"/>
          </a:xfrm>
          <a:solidFill>
            <a:schemeClr val="bg1"/>
          </a:solidFill>
        </p:grpSpPr>
        <p:sp>
          <p:nvSpPr>
            <p:cNvPr id="5" name="Google Shape;10825;p79"/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826;p79"/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827;p79"/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828;p79"/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829;p79"/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830;p79"/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831;p79"/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832;p79"/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833;p79"/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834;p79"/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8709" y="57269"/>
            <a:ext cx="8326582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add and subtract with negatives?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negative numbers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00899" y="1999480"/>
            <a:ext cx="1006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Trick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26751" y="962198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249819" y="1427517"/>
            <a:ext cx="386810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From the video can you write the steps for following the trick in your own words? </a:t>
            </a:r>
          </a:p>
          <a:p>
            <a:r>
              <a:rPr lang="en-AU" dirty="0"/>
              <a:t>Share with a partner</a:t>
            </a:r>
          </a:p>
        </p:txBody>
      </p:sp>
    </p:spTree>
    <p:extLst>
      <p:ext uri="{BB962C8B-B14F-4D97-AF65-F5344CB8AC3E}">
        <p14:creationId xmlns:p14="http://schemas.microsoft.com/office/powerpoint/2010/main" val="46326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2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idx="2"/>
          </p:nvPr>
        </p:nvSpPr>
        <p:spPr>
          <a:xfrm>
            <a:off x="3284126" y="56832"/>
            <a:ext cx="4545848" cy="999808"/>
          </a:xfrm>
        </p:spPr>
        <p:txBody>
          <a:bodyPr/>
          <a:lstStyle/>
          <a:p>
            <a:r>
              <a:rPr lang="en-AU" sz="4800" dirty="0"/>
              <a:t>Practice</a:t>
            </a:r>
          </a:p>
        </p:txBody>
      </p:sp>
      <p:sp>
        <p:nvSpPr>
          <p:cNvPr id="5" name="Oval 4"/>
          <p:cNvSpPr/>
          <p:nvPr/>
        </p:nvSpPr>
        <p:spPr>
          <a:xfrm>
            <a:off x="-259550" y="-77612"/>
            <a:ext cx="4460239" cy="43505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>
            <a:off x="4649892" y="1156158"/>
            <a:ext cx="4439921" cy="419678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57013" y="56289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r>
              <a:rPr lang="en-AU" sz="1800" dirty="0"/>
              <a:t>3 + 6 =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89" y="1438288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2 + -5 =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133" y="2448126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5 + -3 =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729" y="3220915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-4 + -3 =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8252" y="195613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r>
              <a:rPr lang="en-AU" sz="1800" dirty="0"/>
              <a:t>3 - 6 =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6774" y="277976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-</a:t>
            </a:r>
            <a:r>
              <a:rPr lang="en-AU" sz="1800" dirty="0"/>
              <a:t>3  - 5 =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6774" y="358875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r>
              <a:rPr lang="en-AU" sz="1800" dirty="0"/>
              <a:t> 4 -  -3 =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4586" y="427291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r>
              <a:rPr lang="en-AU" sz="1800" dirty="0"/>
              <a:t> -2- -6 = </a:t>
            </a:r>
          </a:p>
        </p:txBody>
      </p:sp>
      <p:sp>
        <p:nvSpPr>
          <p:cNvPr id="21" name="Google Shape;10823;p79"/>
          <p:cNvSpPr/>
          <p:nvPr/>
        </p:nvSpPr>
        <p:spPr>
          <a:xfrm>
            <a:off x="7166186" y="236607"/>
            <a:ext cx="864189" cy="82003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6301298" cy="13605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FFFFFF"/>
                </a:solidFill>
              </a:rPr>
              <a:t>Shark Boat</a:t>
            </a:r>
            <a:endParaRPr sz="4000" dirty="0"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Picture 2" descr="10 Weirdest Species of Shark | IFLScienc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20" y="2166355"/>
            <a:ext cx="2639409" cy="1484668"/>
          </a:xfrm>
          <a:prstGeom prst="rect">
            <a:avLst/>
          </a:prstGeom>
        </p:spPr>
      </p:pic>
      <p:pic>
        <p:nvPicPr>
          <p:cNvPr id="4" name="Picture 3" descr="Fishing Boat Free Stock Photo - Public Domain Picture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785" y="2166355"/>
            <a:ext cx="2024463" cy="1517524"/>
          </a:xfrm>
          <a:prstGeom prst="rect">
            <a:avLst/>
          </a:prstGeom>
        </p:spPr>
      </p:pic>
      <p:sp>
        <p:nvSpPr>
          <p:cNvPr id="8" name="Google Shape;12476;p81"/>
          <p:cNvSpPr/>
          <p:nvPr/>
        </p:nvSpPr>
        <p:spPr>
          <a:xfrm>
            <a:off x="4472624" y="2471694"/>
            <a:ext cx="875629" cy="1028024"/>
          </a:xfrm>
          <a:custGeom>
            <a:avLst/>
            <a:gdLst/>
            <a:ahLst/>
            <a:cxnLst/>
            <a:rect l="l" t="t" r="r" b="b"/>
            <a:pathLst>
              <a:path w="8788" h="11214" extrusionOk="0">
                <a:moveTo>
                  <a:pt x="5358" y="344"/>
                </a:moveTo>
                <a:lnTo>
                  <a:pt x="5823" y="808"/>
                </a:lnTo>
                <a:cubicBezTo>
                  <a:pt x="5858" y="844"/>
                  <a:pt x="5894" y="856"/>
                  <a:pt x="5942" y="856"/>
                </a:cubicBezTo>
                <a:lnTo>
                  <a:pt x="6751" y="856"/>
                </a:lnTo>
                <a:lnTo>
                  <a:pt x="6477" y="1510"/>
                </a:lnTo>
                <a:cubicBezTo>
                  <a:pt x="6465" y="1558"/>
                  <a:pt x="6465" y="1618"/>
                  <a:pt x="6489" y="1653"/>
                </a:cubicBezTo>
                <a:cubicBezTo>
                  <a:pt x="6525" y="1701"/>
                  <a:pt x="6573" y="1737"/>
                  <a:pt x="6632" y="1737"/>
                </a:cubicBezTo>
                <a:lnTo>
                  <a:pt x="7287" y="1737"/>
                </a:lnTo>
                <a:lnTo>
                  <a:pt x="7001" y="2570"/>
                </a:lnTo>
                <a:cubicBezTo>
                  <a:pt x="6989" y="2630"/>
                  <a:pt x="7001" y="2689"/>
                  <a:pt x="7049" y="2725"/>
                </a:cubicBezTo>
                <a:lnTo>
                  <a:pt x="7311" y="2999"/>
                </a:lnTo>
                <a:lnTo>
                  <a:pt x="7025" y="3677"/>
                </a:lnTo>
                <a:cubicBezTo>
                  <a:pt x="6989" y="3665"/>
                  <a:pt x="6942" y="3665"/>
                  <a:pt x="6882" y="3665"/>
                </a:cubicBezTo>
                <a:lnTo>
                  <a:pt x="6608" y="3665"/>
                </a:lnTo>
                <a:cubicBezTo>
                  <a:pt x="6513" y="3665"/>
                  <a:pt x="6418" y="3582"/>
                  <a:pt x="6418" y="3475"/>
                </a:cubicBezTo>
                <a:lnTo>
                  <a:pt x="6418" y="3118"/>
                </a:lnTo>
                <a:cubicBezTo>
                  <a:pt x="6418" y="3058"/>
                  <a:pt x="6394" y="3011"/>
                  <a:pt x="6346" y="2987"/>
                </a:cubicBezTo>
                <a:lnTo>
                  <a:pt x="5287" y="2284"/>
                </a:lnTo>
                <a:cubicBezTo>
                  <a:pt x="5261" y="2265"/>
                  <a:pt x="5227" y="2256"/>
                  <a:pt x="5194" y="2256"/>
                </a:cubicBezTo>
                <a:cubicBezTo>
                  <a:pt x="5168" y="2256"/>
                  <a:pt x="5141" y="2262"/>
                  <a:pt x="5120" y="2272"/>
                </a:cubicBezTo>
                <a:cubicBezTo>
                  <a:pt x="5061" y="2296"/>
                  <a:pt x="5037" y="2356"/>
                  <a:pt x="5037" y="2415"/>
                </a:cubicBezTo>
                <a:lnTo>
                  <a:pt x="5037" y="2832"/>
                </a:lnTo>
                <a:lnTo>
                  <a:pt x="4049" y="2272"/>
                </a:lnTo>
                <a:cubicBezTo>
                  <a:pt x="4022" y="2255"/>
                  <a:pt x="3994" y="2247"/>
                  <a:pt x="3967" y="2247"/>
                </a:cubicBezTo>
                <a:cubicBezTo>
                  <a:pt x="3919" y="2247"/>
                  <a:pt x="3872" y="2270"/>
                  <a:pt x="3834" y="2308"/>
                </a:cubicBezTo>
                <a:lnTo>
                  <a:pt x="3560" y="2725"/>
                </a:lnTo>
                <a:lnTo>
                  <a:pt x="3156" y="2534"/>
                </a:lnTo>
                <a:cubicBezTo>
                  <a:pt x="3132" y="2521"/>
                  <a:pt x="3108" y="2515"/>
                  <a:pt x="3084" y="2515"/>
                </a:cubicBezTo>
                <a:cubicBezTo>
                  <a:pt x="3024" y="2515"/>
                  <a:pt x="2967" y="2554"/>
                  <a:pt x="2941" y="2606"/>
                </a:cubicBezTo>
                <a:cubicBezTo>
                  <a:pt x="2894" y="2701"/>
                  <a:pt x="2941" y="2784"/>
                  <a:pt x="3013" y="2832"/>
                </a:cubicBezTo>
                <a:lnTo>
                  <a:pt x="3537" y="3082"/>
                </a:lnTo>
                <a:cubicBezTo>
                  <a:pt x="3561" y="3094"/>
                  <a:pt x="3587" y="3101"/>
                  <a:pt x="3613" y="3101"/>
                </a:cubicBezTo>
                <a:cubicBezTo>
                  <a:pt x="3661" y="3101"/>
                  <a:pt x="3708" y="3077"/>
                  <a:pt x="3739" y="3022"/>
                </a:cubicBezTo>
                <a:lnTo>
                  <a:pt x="4013" y="2630"/>
                </a:lnTo>
                <a:lnTo>
                  <a:pt x="5108" y="3249"/>
                </a:lnTo>
                <a:cubicBezTo>
                  <a:pt x="5132" y="3267"/>
                  <a:pt x="5162" y="3275"/>
                  <a:pt x="5192" y="3275"/>
                </a:cubicBezTo>
                <a:cubicBezTo>
                  <a:pt x="5221" y="3275"/>
                  <a:pt x="5251" y="3267"/>
                  <a:pt x="5275" y="3249"/>
                </a:cubicBezTo>
                <a:cubicBezTo>
                  <a:pt x="5322" y="3225"/>
                  <a:pt x="5346" y="3165"/>
                  <a:pt x="5346" y="3106"/>
                </a:cubicBezTo>
                <a:lnTo>
                  <a:pt x="5346" y="2701"/>
                </a:lnTo>
                <a:lnTo>
                  <a:pt x="6073" y="3177"/>
                </a:lnTo>
                <a:lnTo>
                  <a:pt x="6073" y="3439"/>
                </a:lnTo>
                <a:cubicBezTo>
                  <a:pt x="6073" y="3725"/>
                  <a:pt x="6311" y="3963"/>
                  <a:pt x="6596" y="3963"/>
                </a:cubicBezTo>
                <a:lnTo>
                  <a:pt x="6870" y="3963"/>
                </a:lnTo>
                <a:cubicBezTo>
                  <a:pt x="6942" y="3963"/>
                  <a:pt x="7013" y="3999"/>
                  <a:pt x="7073" y="4058"/>
                </a:cubicBezTo>
                <a:cubicBezTo>
                  <a:pt x="7132" y="4118"/>
                  <a:pt x="7144" y="4189"/>
                  <a:pt x="7144" y="4261"/>
                </a:cubicBezTo>
                <a:cubicBezTo>
                  <a:pt x="7132" y="4392"/>
                  <a:pt x="7001" y="4511"/>
                  <a:pt x="6846" y="4511"/>
                </a:cubicBezTo>
                <a:lnTo>
                  <a:pt x="6775" y="4511"/>
                </a:lnTo>
                <a:lnTo>
                  <a:pt x="6775" y="4499"/>
                </a:lnTo>
                <a:cubicBezTo>
                  <a:pt x="6775" y="4416"/>
                  <a:pt x="6704" y="4332"/>
                  <a:pt x="6608" y="4332"/>
                </a:cubicBezTo>
                <a:cubicBezTo>
                  <a:pt x="6525" y="4332"/>
                  <a:pt x="6454" y="4416"/>
                  <a:pt x="6454" y="4499"/>
                </a:cubicBezTo>
                <a:cubicBezTo>
                  <a:pt x="6454" y="5666"/>
                  <a:pt x="5501" y="6618"/>
                  <a:pt x="4334" y="6618"/>
                </a:cubicBezTo>
                <a:cubicBezTo>
                  <a:pt x="4320" y="6618"/>
                  <a:pt x="4306" y="6619"/>
                  <a:pt x="4292" y="6619"/>
                </a:cubicBezTo>
                <a:cubicBezTo>
                  <a:pt x="3180" y="6619"/>
                  <a:pt x="2263" y="5687"/>
                  <a:pt x="2263" y="4535"/>
                </a:cubicBezTo>
                <a:cubicBezTo>
                  <a:pt x="2263" y="4439"/>
                  <a:pt x="2191" y="4368"/>
                  <a:pt x="2108" y="4368"/>
                </a:cubicBezTo>
                <a:cubicBezTo>
                  <a:pt x="2013" y="4368"/>
                  <a:pt x="1941" y="4439"/>
                  <a:pt x="1941" y="4535"/>
                </a:cubicBezTo>
                <a:lnTo>
                  <a:pt x="1941" y="4546"/>
                </a:lnTo>
                <a:lnTo>
                  <a:pt x="1834" y="4546"/>
                </a:lnTo>
                <a:cubicBezTo>
                  <a:pt x="1763" y="4546"/>
                  <a:pt x="1691" y="4511"/>
                  <a:pt x="1632" y="4451"/>
                </a:cubicBezTo>
                <a:cubicBezTo>
                  <a:pt x="1572" y="4392"/>
                  <a:pt x="1548" y="4320"/>
                  <a:pt x="1548" y="4249"/>
                </a:cubicBezTo>
                <a:cubicBezTo>
                  <a:pt x="1572" y="4118"/>
                  <a:pt x="1703" y="3999"/>
                  <a:pt x="1846" y="3999"/>
                </a:cubicBezTo>
                <a:lnTo>
                  <a:pt x="2084" y="3999"/>
                </a:lnTo>
                <a:cubicBezTo>
                  <a:pt x="2370" y="3999"/>
                  <a:pt x="2608" y="3761"/>
                  <a:pt x="2608" y="3475"/>
                </a:cubicBezTo>
                <a:lnTo>
                  <a:pt x="2608" y="2415"/>
                </a:lnTo>
                <a:cubicBezTo>
                  <a:pt x="2608" y="2332"/>
                  <a:pt x="2536" y="2249"/>
                  <a:pt x="2441" y="2249"/>
                </a:cubicBezTo>
                <a:cubicBezTo>
                  <a:pt x="2358" y="2249"/>
                  <a:pt x="2286" y="2332"/>
                  <a:pt x="2286" y="2415"/>
                </a:cubicBezTo>
                <a:lnTo>
                  <a:pt x="2286" y="3475"/>
                </a:lnTo>
                <a:cubicBezTo>
                  <a:pt x="2286" y="3582"/>
                  <a:pt x="2191" y="3665"/>
                  <a:pt x="2084" y="3665"/>
                </a:cubicBezTo>
                <a:lnTo>
                  <a:pt x="1846" y="3665"/>
                </a:lnTo>
                <a:cubicBezTo>
                  <a:pt x="1786" y="3665"/>
                  <a:pt x="1727" y="3677"/>
                  <a:pt x="1691" y="3701"/>
                </a:cubicBezTo>
                <a:lnTo>
                  <a:pt x="1405" y="2999"/>
                </a:lnTo>
                <a:lnTo>
                  <a:pt x="1667" y="2725"/>
                </a:lnTo>
                <a:cubicBezTo>
                  <a:pt x="1715" y="2689"/>
                  <a:pt x="1727" y="2630"/>
                  <a:pt x="1715" y="2570"/>
                </a:cubicBezTo>
                <a:lnTo>
                  <a:pt x="1429" y="1737"/>
                </a:lnTo>
                <a:lnTo>
                  <a:pt x="1905" y="1737"/>
                </a:lnTo>
                <a:cubicBezTo>
                  <a:pt x="2001" y="1737"/>
                  <a:pt x="2072" y="1653"/>
                  <a:pt x="2072" y="1570"/>
                </a:cubicBezTo>
                <a:lnTo>
                  <a:pt x="2072" y="856"/>
                </a:lnTo>
                <a:lnTo>
                  <a:pt x="2786" y="856"/>
                </a:lnTo>
                <a:cubicBezTo>
                  <a:pt x="2822" y="856"/>
                  <a:pt x="2858" y="832"/>
                  <a:pt x="2894" y="820"/>
                </a:cubicBezTo>
                <a:lnTo>
                  <a:pt x="3537" y="344"/>
                </a:lnTo>
                <a:lnTo>
                  <a:pt x="4156" y="510"/>
                </a:lnTo>
                <a:lnTo>
                  <a:pt x="4215" y="510"/>
                </a:lnTo>
                <a:lnTo>
                  <a:pt x="5358" y="344"/>
                </a:lnTo>
                <a:close/>
                <a:moveTo>
                  <a:pt x="2882" y="7225"/>
                </a:moveTo>
                <a:lnTo>
                  <a:pt x="4096" y="7892"/>
                </a:lnTo>
                <a:lnTo>
                  <a:pt x="3203" y="8654"/>
                </a:lnTo>
                <a:lnTo>
                  <a:pt x="3191" y="8654"/>
                </a:lnTo>
                <a:lnTo>
                  <a:pt x="2644" y="7690"/>
                </a:lnTo>
                <a:lnTo>
                  <a:pt x="2858" y="7225"/>
                </a:lnTo>
                <a:close/>
                <a:moveTo>
                  <a:pt x="5442" y="6737"/>
                </a:moveTo>
                <a:lnTo>
                  <a:pt x="5442" y="7094"/>
                </a:lnTo>
                <a:lnTo>
                  <a:pt x="5239" y="7190"/>
                </a:lnTo>
                <a:cubicBezTo>
                  <a:pt x="5168" y="7237"/>
                  <a:pt x="5144" y="7344"/>
                  <a:pt x="5180" y="7416"/>
                </a:cubicBezTo>
                <a:cubicBezTo>
                  <a:pt x="5212" y="7465"/>
                  <a:pt x="5273" y="7497"/>
                  <a:pt x="5331" y="7497"/>
                </a:cubicBezTo>
                <a:cubicBezTo>
                  <a:pt x="5357" y="7497"/>
                  <a:pt x="5383" y="7490"/>
                  <a:pt x="5406" y="7475"/>
                </a:cubicBezTo>
                <a:lnTo>
                  <a:pt x="5882" y="7213"/>
                </a:lnTo>
                <a:lnTo>
                  <a:pt x="5894" y="7213"/>
                </a:lnTo>
                <a:lnTo>
                  <a:pt x="6120" y="7666"/>
                </a:lnTo>
                <a:lnTo>
                  <a:pt x="5573" y="8654"/>
                </a:lnTo>
                <a:lnTo>
                  <a:pt x="5561" y="8654"/>
                </a:lnTo>
                <a:lnTo>
                  <a:pt x="4668" y="7892"/>
                </a:lnTo>
                <a:lnTo>
                  <a:pt x="4811" y="7821"/>
                </a:lnTo>
                <a:cubicBezTo>
                  <a:pt x="4882" y="7773"/>
                  <a:pt x="4918" y="7666"/>
                  <a:pt x="4870" y="7594"/>
                </a:cubicBezTo>
                <a:cubicBezTo>
                  <a:pt x="4837" y="7545"/>
                  <a:pt x="4782" y="7513"/>
                  <a:pt x="4724" y="7513"/>
                </a:cubicBezTo>
                <a:cubicBezTo>
                  <a:pt x="4697" y="7513"/>
                  <a:pt x="4670" y="7520"/>
                  <a:pt x="4644" y="7535"/>
                </a:cubicBezTo>
                <a:lnTo>
                  <a:pt x="4382" y="7690"/>
                </a:lnTo>
                <a:lnTo>
                  <a:pt x="3310" y="7094"/>
                </a:lnTo>
                <a:lnTo>
                  <a:pt x="3310" y="6737"/>
                </a:lnTo>
                <a:cubicBezTo>
                  <a:pt x="3632" y="6892"/>
                  <a:pt x="3989" y="6975"/>
                  <a:pt x="4382" y="6975"/>
                </a:cubicBezTo>
                <a:cubicBezTo>
                  <a:pt x="4763" y="6975"/>
                  <a:pt x="5120" y="6880"/>
                  <a:pt x="5442" y="6737"/>
                </a:cubicBezTo>
                <a:close/>
                <a:moveTo>
                  <a:pt x="4382" y="8071"/>
                </a:moveTo>
                <a:lnTo>
                  <a:pt x="4572" y="8237"/>
                </a:lnTo>
                <a:lnTo>
                  <a:pt x="4560" y="9630"/>
                </a:lnTo>
                <a:lnTo>
                  <a:pt x="4203" y="9630"/>
                </a:lnTo>
                <a:cubicBezTo>
                  <a:pt x="4203" y="9630"/>
                  <a:pt x="4191" y="9630"/>
                  <a:pt x="4191" y="9619"/>
                </a:cubicBezTo>
                <a:lnTo>
                  <a:pt x="4191" y="8237"/>
                </a:lnTo>
                <a:lnTo>
                  <a:pt x="4382" y="8071"/>
                </a:lnTo>
                <a:close/>
                <a:moveTo>
                  <a:pt x="453" y="8726"/>
                </a:moveTo>
                <a:lnTo>
                  <a:pt x="1393" y="9535"/>
                </a:lnTo>
                <a:cubicBezTo>
                  <a:pt x="1512" y="9630"/>
                  <a:pt x="1584" y="9785"/>
                  <a:pt x="1584" y="9928"/>
                </a:cubicBezTo>
                <a:lnTo>
                  <a:pt x="1584" y="10107"/>
                </a:lnTo>
                <a:lnTo>
                  <a:pt x="334" y="9833"/>
                </a:lnTo>
                <a:lnTo>
                  <a:pt x="334" y="9178"/>
                </a:lnTo>
                <a:cubicBezTo>
                  <a:pt x="334" y="9011"/>
                  <a:pt x="369" y="8857"/>
                  <a:pt x="453" y="8726"/>
                </a:cubicBezTo>
                <a:close/>
                <a:moveTo>
                  <a:pt x="3504" y="0"/>
                </a:moveTo>
                <a:cubicBezTo>
                  <a:pt x="3468" y="0"/>
                  <a:pt x="3431" y="17"/>
                  <a:pt x="3406" y="34"/>
                </a:cubicBezTo>
                <a:lnTo>
                  <a:pt x="2751" y="522"/>
                </a:lnTo>
                <a:lnTo>
                  <a:pt x="1941" y="522"/>
                </a:lnTo>
                <a:cubicBezTo>
                  <a:pt x="1846" y="522"/>
                  <a:pt x="1774" y="606"/>
                  <a:pt x="1774" y="689"/>
                </a:cubicBezTo>
                <a:lnTo>
                  <a:pt x="1774" y="1403"/>
                </a:lnTo>
                <a:lnTo>
                  <a:pt x="1239" y="1403"/>
                </a:lnTo>
                <a:cubicBezTo>
                  <a:pt x="1179" y="1403"/>
                  <a:pt x="1131" y="1439"/>
                  <a:pt x="1108" y="1475"/>
                </a:cubicBezTo>
                <a:cubicBezTo>
                  <a:pt x="1072" y="1522"/>
                  <a:pt x="1060" y="1582"/>
                  <a:pt x="1072" y="1629"/>
                </a:cubicBezTo>
                <a:lnTo>
                  <a:pt x="1382" y="2582"/>
                </a:lnTo>
                <a:lnTo>
                  <a:pt x="1108" y="2868"/>
                </a:lnTo>
                <a:cubicBezTo>
                  <a:pt x="1060" y="2903"/>
                  <a:pt x="1048" y="2987"/>
                  <a:pt x="1072" y="3046"/>
                </a:cubicBezTo>
                <a:lnTo>
                  <a:pt x="1417" y="3892"/>
                </a:lnTo>
                <a:cubicBezTo>
                  <a:pt x="1322" y="3975"/>
                  <a:pt x="1262" y="4106"/>
                  <a:pt x="1251" y="4249"/>
                </a:cubicBezTo>
                <a:cubicBezTo>
                  <a:pt x="1239" y="4404"/>
                  <a:pt x="1298" y="4582"/>
                  <a:pt x="1405" y="4701"/>
                </a:cubicBezTo>
                <a:cubicBezTo>
                  <a:pt x="1524" y="4832"/>
                  <a:pt x="1679" y="4904"/>
                  <a:pt x="1846" y="4904"/>
                </a:cubicBezTo>
                <a:lnTo>
                  <a:pt x="1965" y="4904"/>
                </a:lnTo>
                <a:cubicBezTo>
                  <a:pt x="2060" y="5582"/>
                  <a:pt x="2441" y="6190"/>
                  <a:pt x="2989" y="6571"/>
                </a:cubicBezTo>
                <a:lnTo>
                  <a:pt x="2989" y="6940"/>
                </a:lnTo>
                <a:cubicBezTo>
                  <a:pt x="2953" y="6928"/>
                  <a:pt x="2917" y="6922"/>
                  <a:pt x="2883" y="6922"/>
                </a:cubicBezTo>
                <a:cubicBezTo>
                  <a:pt x="2849" y="6922"/>
                  <a:pt x="2816" y="6928"/>
                  <a:pt x="2786" y="6940"/>
                </a:cubicBezTo>
                <a:cubicBezTo>
                  <a:pt x="2691" y="6963"/>
                  <a:pt x="2620" y="7035"/>
                  <a:pt x="2572" y="7118"/>
                </a:cubicBezTo>
                <a:lnTo>
                  <a:pt x="2322" y="7618"/>
                </a:lnTo>
                <a:lnTo>
                  <a:pt x="881" y="8035"/>
                </a:lnTo>
                <a:cubicBezTo>
                  <a:pt x="358" y="8190"/>
                  <a:pt x="0" y="8666"/>
                  <a:pt x="0" y="9202"/>
                </a:cubicBezTo>
                <a:lnTo>
                  <a:pt x="0" y="11047"/>
                </a:lnTo>
                <a:cubicBezTo>
                  <a:pt x="0" y="11131"/>
                  <a:pt x="72" y="11214"/>
                  <a:pt x="167" y="11214"/>
                </a:cubicBezTo>
                <a:cubicBezTo>
                  <a:pt x="250" y="11214"/>
                  <a:pt x="334" y="11131"/>
                  <a:pt x="334" y="11047"/>
                </a:cubicBezTo>
                <a:lnTo>
                  <a:pt x="334" y="10202"/>
                </a:lnTo>
                <a:lnTo>
                  <a:pt x="1584" y="10476"/>
                </a:lnTo>
                <a:lnTo>
                  <a:pt x="1584" y="11047"/>
                </a:lnTo>
                <a:cubicBezTo>
                  <a:pt x="1584" y="11131"/>
                  <a:pt x="1655" y="11214"/>
                  <a:pt x="1739" y="11214"/>
                </a:cubicBezTo>
                <a:cubicBezTo>
                  <a:pt x="1834" y="11214"/>
                  <a:pt x="1905" y="11131"/>
                  <a:pt x="1905" y="11047"/>
                </a:cubicBezTo>
                <a:lnTo>
                  <a:pt x="1905" y="9952"/>
                </a:lnTo>
                <a:cubicBezTo>
                  <a:pt x="1905" y="9690"/>
                  <a:pt x="1798" y="9452"/>
                  <a:pt x="1608" y="9297"/>
                </a:cubicBezTo>
                <a:lnTo>
                  <a:pt x="667" y="8487"/>
                </a:lnTo>
                <a:cubicBezTo>
                  <a:pt x="762" y="8416"/>
                  <a:pt x="870" y="8368"/>
                  <a:pt x="965" y="8345"/>
                </a:cubicBezTo>
                <a:lnTo>
                  <a:pt x="2382" y="7928"/>
                </a:lnTo>
                <a:lnTo>
                  <a:pt x="2906" y="8833"/>
                </a:lnTo>
                <a:cubicBezTo>
                  <a:pt x="2953" y="8916"/>
                  <a:pt x="3036" y="8976"/>
                  <a:pt x="3144" y="8999"/>
                </a:cubicBezTo>
                <a:lnTo>
                  <a:pt x="3203" y="8999"/>
                </a:lnTo>
                <a:cubicBezTo>
                  <a:pt x="3275" y="8999"/>
                  <a:pt x="3370" y="8964"/>
                  <a:pt x="3429" y="8916"/>
                </a:cubicBezTo>
                <a:lnTo>
                  <a:pt x="3870" y="8535"/>
                </a:lnTo>
                <a:lnTo>
                  <a:pt x="3870" y="9630"/>
                </a:lnTo>
                <a:cubicBezTo>
                  <a:pt x="3870" y="9833"/>
                  <a:pt x="4025" y="9976"/>
                  <a:pt x="4215" y="9976"/>
                </a:cubicBezTo>
                <a:lnTo>
                  <a:pt x="4572" y="9976"/>
                </a:lnTo>
                <a:cubicBezTo>
                  <a:pt x="4763" y="9976"/>
                  <a:pt x="4918" y="9833"/>
                  <a:pt x="4918" y="9630"/>
                </a:cubicBezTo>
                <a:lnTo>
                  <a:pt x="4918" y="8535"/>
                </a:lnTo>
                <a:lnTo>
                  <a:pt x="5358" y="8916"/>
                </a:lnTo>
                <a:cubicBezTo>
                  <a:pt x="5418" y="8976"/>
                  <a:pt x="5489" y="8999"/>
                  <a:pt x="5584" y="8999"/>
                </a:cubicBezTo>
                <a:lnTo>
                  <a:pt x="5644" y="8999"/>
                </a:lnTo>
                <a:cubicBezTo>
                  <a:pt x="5751" y="8976"/>
                  <a:pt x="5834" y="8916"/>
                  <a:pt x="5882" y="8833"/>
                </a:cubicBezTo>
                <a:lnTo>
                  <a:pt x="6406" y="7928"/>
                </a:lnTo>
                <a:lnTo>
                  <a:pt x="7811" y="8345"/>
                </a:lnTo>
                <a:cubicBezTo>
                  <a:pt x="7918" y="8368"/>
                  <a:pt x="8025" y="8428"/>
                  <a:pt x="8109" y="8487"/>
                </a:cubicBezTo>
                <a:lnTo>
                  <a:pt x="7180" y="9297"/>
                </a:lnTo>
                <a:cubicBezTo>
                  <a:pt x="6977" y="9452"/>
                  <a:pt x="6882" y="9690"/>
                  <a:pt x="6882" y="9952"/>
                </a:cubicBezTo>
                <a:lnTo>
                  <a:pt x="6882" y="11035"/>
                </a:lnTo>
                <a:cubicBezTo>
                  <a:pt x="6882" y="11119"/>
                  <a:pt x="6954" y="11202"/>
                  <a:pt x="7037" y="11202"/>
                </a:cubicBezTo>
                <a:cubicBezTo>
                  <a:pt x="7132" y="11202"/>
                  <a:pt x="7204" y="11119"/>
                  <a:pt x="7204" y="11035"/>
                </a:cubicBezTo>
                <a:lnTo>
                  <a:pt x="7204" y="10464"/>
                </a:lnTo>
                <a:lnTo>
                  <a:pt x="7430" y="10428"/>
                </a:lnTo>
                <a:cubicBezTo>
                  <a:pt x="7513" y="10404"/>
                  <a:pt x="7573" y="10321"/>
                  <a:pt x="7549" y="10226"/>
                </a:cubicBezTo>
                <a:cubicBezTo>
                  <a:pt x="7539" y="10155"/>
                  <a:pt x="7469" y="10101"/>
                  <a:pt x="7397" y="10101"/>
                </a:cubicBezTo>
                <a:cubicBezTo>
                  <a:pt x="7384" y="10101"/>
                  <a:pt x="7371" y="10103"/>
                  <a:pt x="7358" y="10107"/>
                </a:cubicBezTo>
                <a:lnTo>
                  <a:pt x="7204" y="10142"/>
                </a:lnTo>
                <a:lnTo>
                  <a:pt x="7204" y="9952"/>
                </a:lnTo>
                <a:cubicBezTo>
                  <a:pt x="7204" y="9785"/>
                  <a:pt x="7275" y="9630"/>
                  <a:pt x="7394" y="9547"/>
                </a:cubicBezTo>
                <a:lnTo>
                  <a:pt x="8335" y="8737"/>
                </a:lnTo>
                <a:cubicBezTo>
                  <a:pt x="8406" y="8880"/>
                  <a:pt x="8454" y="9023"/>
                  <a:pt x="8454" y="9190"/>
                </a:cubicBezTo>
                <a:lnTo>
                  <a:pt x="8454" y="9845"/>
                </a:lnTo>
                <a:lnTo>
                  <a:pt x="8049" y="9928"/>
                </a:lnTo>
                <a:cubicBezTo>
                  <a:pt x="7966" y="9952"/>
                  <a:pt x="7906" y="10035"/>
                  <a:pt x="7930" y="10131"/>
                </a:cubicBezTo>
                <a:cubicBezTo>
                  <a:pt x="7954" y="10202"/>
                  <a:pt x="8025" y="10261"/>
                  <a:pt x="8097" y="10261"/>
                </a:cubicBezTo>
                <a:lnTo>
                  <a:pt x="8132" y="10261"/>
                </a:lnTo>
                <a:lnTo>
                  <a:pt x="8454" y="10190"/>
                </a:lnTo>
                <a:lnTo>
                  <a:pt x="8454" y="11035"/>
                </a:lnTo>
                <a:cubicBezTo>
                  <a:pt x="8454" y="11119"/>
                  <a:pt x="8525" y="11202"/>
                  <a:pt x="8621" y="11202"/>
                </a:cubicBezTo>
                <a:cubicBezTo>
                  <a:pt x="8704" y="11202"/>
                  <a:pt x="8787" y="11119"/>
                  <a:pt x="8787" y="11035"/>
                </a:cubicBezTo>
                <a:lnTo>
                  <a:pt x="8751" y="9190"/>
                </a:lnTo>
                <a:cubicBezTo>
                  <a:pt x="8751" y="8654"/>
                  <a:pt x="8394" y="8178"/>
                  <a:pt x="7870" y="8023"/>
                </a:cubicBezTo>
                <a:lnTo>
                  <a:pt x="6430" y="7606"/>
                </a:lnTo>
                <a:lnTo>
                  <a:pt x="6180" y="7106"/>
                </a:lnTo>
                <a:cubicBezTo>
                  <a:pt x="6132" y="7011"/>
                  <a:pt x="6061" y="6952"/>
                  <a:pt x="5965" y="6928"/>
                </a:cubicBezTo>
                <a:cubicBezTo>
                  <a:pt x="5930" y="6922"/>
                  <a:pt x="5894" y="6919"/>
                  <a:pt x="5860" y="6919"/>
                </a:cubicBezTo>
                <a:cubicBezTo>
                  <a:pt x="5826" y="6919"/>
                  <a:pt x="5793" y="6922"/>
                  <a:pt x="5763" y="6928"/>
                </a:cubicBezTo>
                <a:lnTo>
                  <a:pt x="5763" y="6559"/>
                </a:lnTo>
                <a:cubicBezTo>
                  <a:pt x="6311" y="6166"/>
                  <a:pt x="6704" y="5570"/>
                  <a:pt x="6787" y="4892"/>
                </a:cubicBezTo>
                <a:lnTo>
                  <a:pt x="6894" y="4892"/>
                </a:lnTo>
                <a:cubicBezTo>
                  <a:pt x="7216" y="4892"/>
                  <a:pt x="7489" y="4654"/>
                  <a:pt x="7513" y="4356"/>
                </a:cubicBezTo>
                <a:cubicBezTo>
                  <a:pt x="7537" y="4189"/>
                  <a:pt x="7478" y="4011"/>
                  <a:pt x="7370" y="3892"/>
                </a:cubicBezTo>
                <a:lnTo>
                  <a:pt x="7358" y="3868"/>
                </a:lnTo>
                <a:lnTo>
                  <a:pt x="7680" y="3034"/>
                </a:lnTo>
                <a:cubicBezTo>
                  <a:pt x="7716" y="2975"/>
                  <a:pt x="7692" y="2903"/>
                  <a:pt x="7656" y="2856"/>
                </a:cubicBezTo>
                <a:lnTo>
                  <a:pt x="7370" y="2582"/>
                </a:lnTo>
                <a:lnTo>
                  <a:pt x="7680" y="1629"/>
                </a:lnTo>
                <a:cubicBezTo>
                  <a:pt x="7692" y="1582"/>
                  <a:pt x="7692" y="1522"/>
                  <a:pt x="7656" y="1475"/>
                </a:cubicBezTo>
                <a:cubicBezTo>
                  <a:pt x="7620" y="1427"/>
                  <a:pt x="7573" y="1403"/>
                  <a:pt x="7513" y="1403"/>
                </a:cubicBezTo>
                <a:lnTo>
                  <a:pt x="6882" y="1403"/>
                </a:lnTo>
                <a:lnTo>
                  <a:pt x="7144" y="748"/>
                </a:lnTo>
                <a:cubicBezTo>
                  <a:pt x="7156" y="701"/>
                  <a:pt x="7156" y="641"/>
                  <a:pt x="7132" y="606"/>
                </a:cubicBezTo>
                <a:cubicBezTo>
                  <a:pt x="7097" y="558"/>
                  <a:pt x="7061" y="522"/>
                  <a:pt x="7001" y="522"/>
                </a:cubicBezTo>
                <a:lnTo>
                  <a:pt x="6013" y="522"/>
                </a:lnTo>
                <a:lnTo>
                  <a:pt x="5537" y="46"/>
                </a:lnTo>
                <a:cubicBezTo>
                  <a:pt x="5519" y="28"/>
                  <a:pt x="5479" y="2"/>
                  <a:pt x="5440" y="2"/>
                </a:cubicBezTo>
                <a:cubicBezTo>
                  <a:pt x="5429" y="2"/>
                  <a:pt x="5417" y="5"/>
                  <a:pt x="5406" y="10"/>
                </a:cubicBezTo>
                <a:lnTo>
                  <a:pt x="4215" y="165"/>
                </a:lnTo>
                <a:lnTo>
                  <a:pt x="3548" y="10"/>
                </a:lnTo>
                <a:cubicBezTo>
                  <a:pt x="3535" y="3"/>
                  <a:pt x="3520" y="0"/>
                  <a:pt x="3504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1BFC8E-31B6-43AC-AAA8-079F88C8C83D}"/>
</file>

<file path=customXml/itemProps2.xml><?xml version="1.0" encoding="utf-8"?>
<ds:datastoreItem xmlns:ds="http://schemas.openxmlformats.org/officeDocument/2006/customXml" ds:itemID="{364DFEE1-4EDE-408B-BFA7-30A334F28198}"/>
</file>

<file path=customXml/itemProps3.xml><?xml version="1.0" encoding="utf-8"?>
<ds:datastoreItem xmlns:ds="http://schemas.openxmlformats.org/officeDocument/2006/customXml" ds:itemID="{506D521A-9642-4BBE-9D21-0C8FD5FC849C}"/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630</TotalTime>
  <Words>352</Words>
  <Application>Microsoft Office PowerPoint</Application>
  <PresentationFormat>On-screen Show (16:9)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Fredoka One</vt:lpstr>
      <vt:lpstr>Abel</vt:lpstr>
      <vt:lpstr>Chalkboard</vt:lpstr>
      <vt:lpstr>Rainbow Background by Slidesgo</vt:lpstr>
      <vt:lpstr>Topic: Adding and Subtracting with negative numbers  EQ: How do we add and subtract with negatives?</vt:lpstr>
      <vt:lpstr>PowerPoint Presentation</vt:lpstr>
      <vt:lpstr>PowerPoint Presentation</vt:lpstr>
      <vt:lpstr>PowerPoint Presentation</vt:lpstr>
      <vt:lpstr>https://youtu.be/DBSviXhkubg </vt:lpstr>
      <vt:lpstr>PowerPoint Presentation</vt:lpstr>
      <vt:lpstr>Practice</vt:lpstr>
      <vt:lpstr>Shark Boat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Sarah James</cp:lastModifiedBy>
  <cp:revision>10</cp:revision>
  <dcterms:created xsi:type="dcterms:W3CDTF">2021-02-22T02:29:05Z</dcterms:created>
  <dcterms:modified xsi:type="dcterms:W3CDTF">2021-11-09T12:23:27Z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