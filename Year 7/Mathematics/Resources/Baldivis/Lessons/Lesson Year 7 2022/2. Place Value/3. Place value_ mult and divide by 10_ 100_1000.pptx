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328" r:id="rId3"/>
    <p:sldId id="257" r:id="rId4"/>
    <p:sldId id="258" r:id="rId5"/>
    <p:sldId id="261" r:id="rId6"/>
    <p:sldId id="262" r:id="rId7"/>
    <p:sldId id="259" r:id="rId8"/>
    <p:sldId id="260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72" y="3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8933C-3CFE-48FA-A8B9-C186D0B20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E3405-93D0-4194-9488-1C9F3FDC3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20D66-339D-44F5-B287-4C1298CD6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9284-AF3F-4D46-BEDF-F1A7574F0D4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7F242-01C3-4858-BD48-D108D8C63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4EC4E-FFB5-4477-AFCD-20E0B8F61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DD047-E8D8-478E-8DB8-91A5CDCBAE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4900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06C8-FA2B-46C5-BCDC-7D0DB7B4B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096CA-62DA-4EE1-8901-D3061404E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A9729-EE51-46F7-A3DD-079ECC372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9284-AF3F-4D46-BEDF-F1A7574F0D4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368D9-FF92-4566-9B36-11BCAC8D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282A0-B5DD-447A-8FB1-21C836542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DD047-E8D8-478E-8DB8-91A5CDCBAE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6677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D9943-D872-4B9F-84D9-C57F1B8A2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9941C-6654-41B2-829D-1184313B6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CB93A-38D2-4601-B7C4-AB729AB77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9284-AF3F-4D46-BEDF-F1A7574F0D4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573F5-BCE7-46AF-AF41-B78B54E8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9FF9C-A1D2-430D-9DC5-C4214A5D9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DD047-E8D8-478E-8DB8-91A5CDCBAE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153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1A17-CDE5-4305-B4E7-9FC663E23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78E87-A386-4265-9F75-05B30ED943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CE126B-28B2-4C1F-8D23-7B188B05B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40AF3-9B47-4FB4-8A3C-EEBE7DA53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9284-AF3F-4D46-BEDF-F1A7574F0D4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08F018-B97A-4C9C-81BB-A8AD95DE2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E4F59-1411-4421-B836-A0116166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DD047-E8D8-478E-8DB8-91A5CDCBAE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7557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CE27-9F0C-4739-BF18-E3F3485D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697DB2-F699-4E43-8E42-9213367AB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651D88-16A6-451A-9E47-6D323B068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F2F32C-E611-4ECF-B958-4B354E67C5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91B870-2FFE-440F-9E39-FD5F1C2CAE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D5EFD3-70E3-4FA5-A3FE-FD7977F4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9284-AF3F-4D46-BEDF-F1A7574F0D4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E8E4AA-43E1-484A-A009-9CB47C1F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F5C784-4284-4E77-B39A-C4C42842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DD047-E8D8-478E-8DB8-91A5CDCBAE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2079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DF8E6-1217-4CA9-AC20-CD9A3B2AE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7D1F0E-DB3C-4834-831C-FEEA0338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9284-AF3F-4D46-BEDF-F1A7574F0D4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C8E213-3CB7-4964-BF2B-9F25673B2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F4298-DDCF-4E10-BCCA-8E746CE9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DD047-E8D8-478E-8DB8-91A5CDCBAE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0001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1EC5C-6241-4A89-9568-6239DC779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9284-AF3F-4D46-BEDF-F1A7574F0D4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2E402D-1373-4DF4-9A04-503AE41CD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0CCB4-D526-4B92-91A4-CE2816AB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DD047-E8D8-478E-8DB8-91A5CDCBAE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2683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B9A2-5C01-4B6E-BEBF-45C10B4DF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309B3-55F0-4CB8-9007-3A9709E45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BA40C-EEEC-4B9C-BF1C-FC7D7815A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D97F6-9B86-4A06-885F-496270027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9284-AF3F-4D46-BEDF-F1A7574F0D4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FD199-D5EB-428C-B261-0E2B44BA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34AF6-28C3-429E-BB07-2677B0D8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DD047-E8D8-478E-8DB8-91A5CDCBAE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0120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EB7C6-BB90-4682-AE92-6FAF50A3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B92EA9-BC42-465C-A6E2-6673C575C9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1BFC5-C39A-407C-97C6-8E4EFD471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3EFC5-44BD-4CF8-BA7E-18AC44488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9284-AF3F-4D46-BEDF-F1A7574F0D4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D2F2E-ACF6-43F8-BE80-3ECE37C6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50B3A-788A-4E05-8CBC-D33718C78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DD047-E8D8-478E-8DB8-91A5CDCBAE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010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AD6B-82CD-4264-90FC-5745FC83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6C511-72E8-4160-B2D3-BA308B023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91D51-57F8-471D-95A1-217C61090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9284-AF3F-4D46-BEDF-F1A7574F0D4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D150F-DD09-4C63-B0FE-065998B61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0743A-EC1E-4364-9459-855DCA3D7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DD047-E8D8-478E-8DB8-91A5CDCBAE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719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B37117-BD2F-458E-A8AF-E3906E7E0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383BB9-48E2-43A0-AB65-46C8215968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87172-D4C3-4EBB-83A4-9B7583960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59284-AF3F-4D46-BEDF-F1A7574F0D4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B3743-4E22-4062-972B-0E26A8C6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3FC3E-575B-4985-8622-E183F747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DD047-E8D8-478E-8DB8-91A5CDCBAE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0132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F774C-1F41-4E08-9DD1-F45AE2AE3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157AE-201B-43CE-A622-398720F27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4CB5A-222C-42D5-BEB0-2A032CD66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59284-AF3F-4D46-BEDF-F1A7574F0D40}" type="datetimeFigureOut">
              <a:rPr lang="en-AU" smtClean="0"/>
              <a:t>9/11/2021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7D2AA-6F27-489F-961F-43D2E5F0B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30D90-7919-4AB4-B9F6-19C830C6E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DD047-E8D8-478E-8DB8-91A5CDCBAE4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8575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B711-EC04-4328-BA3C-D312B35E07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5499"/>
            <a:ext cx="9144000" cy="841191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Place Value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656DC-C7F4-4C74-A9D1-FED7285DB9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35716"/>
            <a:ext cx="9144000" cy="642703"/>
          </a:xfrm>
        </p:spPr>
        <p:txBody>
          <a:bodyPr/>
          <a:lstStyle/>
          <a:p>
            <a:r>
              <a:rPr lang="en-AU" dirty="0"/>
              <a:t>EQ: What are the place Value patterns?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288F43-77B5-4149-8386-E7F5734F6EBC}"/>
              </a:ext>
            </a:extLst>
          </p:cNvPr>
          <p:cNvSpPr txBox="1"/>
          <p:nvPr/>
        </p:nvSpPr>
        <p:spPr>
          <a:xfrm>
            <a:off x="69806" y="1398389"/>
            <a:ext cx="6283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Get your VIVO’s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17DF51D-0D32-49F8-9913-D887FA6947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AU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endParaRPr kumimoji="0" lang="en-AU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015A4BA-22D2-4AEF-8F90-54ABC8656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4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4BA497-3939-4C58-B241-2670B130D115}"/>
              </a:ext>
            </a:extLst>
          </p:cNvPr>
          <p:cNvSpPr txBox="1"/>
          <p:nvPr/>
        </p:nvSpPr>
        <p:spPr>
          <a:xfrm>
            <a:off x="6096000" y="44862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4522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19301" y="187004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6" y="404664"/>
            <a:ext cx="18397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Place Value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6343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What are the place value patterns?</a:t>
            </a:r>
            <a:endParaRPr lang="en-AU" sz="240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3508628" y="2228260"/>
            <a:ext cx="7236286" cy="257071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dirty="0"/>
              <a:t>If we multiply by a factor of ten, shift all of our numbers to the left as many times as there are zeros</a:t>
            </a:r>
          </a:p>
          <a:p>
            <a:endParaRPr lang="en-GB" sz="2200" dirty="0"/>
          </a:p>
          <a:p>
            <a:endParaRPr lang="en-GB" sz="2200" dirty="0"/>
          </a:p>
          <a:p>
            <a:r>
              <a:rPr lang="en-GB" sz="2200" dirty="0"/>
              <a:t>If </a:t>
            </a:r>
            <a:r>
              <a:rPr lang="en-GB" sz="2200" dirty="0" err="1"/>
              <a:t>If</a:t>
            </a:r>
            <a:r>
              <a:rPr lang="en-GB" sz="2200" dirty="0"/>
              <a:t> we divide by a factor of ten, shift all of our numbers to the right as many times as there are zeros</a:t>
            </a:r>
          </a:p>
          <a:p>
            <a:endParaRPr lang="en-GB" sz="2200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D4FE36-D942-4347-B935-E9B893D6B494}"/>
              </a:ext>
            </a:extLst>
          </p:cNvPr>
          <p:cNvSpPr txBox="1"/>
          <p:nvPr/>
        </p:nvSpPr>
        <p:spPr>
          <a:xfrm>
            <a:off x="1756881" y="2286000"/>
            <a:ext cx="1104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Rule</a:t>
            </a:r>
          </a:p>
        </p:txBody>
      </p:sp>
    </p:spTree>
    <p:extLst>
      <p:ext uri="{BB962C8B-B14F-4D97-AF65-F5344CB8AC3E}">
        <p14:creationId xmlns:p14="http://schemas.microsoft.com/office/powerpoint/2010/main" val="407279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3566651" y="5210496"/>
            <a:ext cx="1805186" cy="1676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73193" y="5213000"/>
            <a:ext cx="1805186" cy="1676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33990" y="5198773"/>
            <a:ext cx="1811276" cy="16592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8393" y="5167347"/>
            <a:ext cx="1773329" cy="16906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9582" y="3384992"/>
            <a:ext cx="1837047" cy="18416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9960" y="3404982"/>
            <a:ext cx="1770841" cy="17858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59754" y="3377027"/>
            <a:ext cx="1805186" cy="18292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65111" y="157761"/>
            <a:ext cx="1805186" cy="16313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48473" y="219476"/>
            <a:ext cx="1805186" cy="16313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77265" y="151326"/>
            <a:ext cx="1805186" cy="1631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6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77728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34107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519877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79016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565301" y="-18244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370490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7567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0725955" y="-20389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95081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143500" y="1168761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5143499" y="4077774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5143498" y="5791203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3565301" y="1777285"/>
            <a:ext cx="1805186" cy="1631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70494" y="1786943"/>
            <a:ext cx="1805186" cy="16313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5143500" y="2444304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3565301" y="-20389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Units/Ones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60112" y="-20389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-15029" y="-20390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Hundreds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70483" y="-22534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Tenths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5664" y="-24679"/>
            <a:ext cx="1775142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Hundredths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50801" y="-27901"/>
            <a:ext cx="1775142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Thousandths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25927" y="-31123"/>
            <a:ext cx="1466073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bg1"/>
                </a:solidFill>
              </a:rPr>
              <a:t>Tens of Thousandths</a:t>
            </a:r>
          </a:p>
        </p:txBody>
      </p:sp>
      <p:sp>
        <p:nvSpPr>
          <p:cNvPr id="37" name="Curved Right Arrow 36"/>
          <p:cNvSpPr/>
          <p:nvPr/>
        </p:nvSpPr>
        <p:spPr>
          <a:xfrm rot="9104785" flipH="1">
            <a:off x="1907795" y="1309122"/>
            <a:ext cx="756062" cy="197200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179443" y="2295124"/>
            <a:ext cx="714671" cy="6031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x10</a:t>
            </a:r>
          </a:p>
        </p:txBody>
      </p:sp>
      <p:sp>
        <p:nvSpPr>
          <p:cNvPr id="39" name="Curved Right Arrow 38"/>
          <p:cNvSpPr/>
          <p:nvPr/>
        </p:nvSpPr>
        <p:spPr>
          <a:xfrm rot="9104785" flipH="1" flipV="1">
            <a:off x="2717810" y="3195387"/>
            <a:ext cx="420777" cy="86242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954426" y="3301207"/>
            <a:ext cx="714671" cy="6031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÷10</a:t>
            </a:r>
          </a:p>
        </p:txBody>
      </p:sp>
      <p:sp>
        <p:nvSpPr>
          <p:cNvPr id="45" name="Curved Right Arrow 44"/>
          <p:cNvSpPr/>
          <p:nvPr/>
        </p:nvSpPr>
        <p:spPr>
          <a:xfrm rot="9104785" flipH="1" flipV="1">
            <a:off x="1159491" y="3327795"/>
            <a:ext cx="1139396" cy="300580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19036" y="4389369"/>
            <a:ext cx="906468" cy="8014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÷100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383439" y="573206"/>
            <a:ext cx="4585648" cy="247024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tx1"/>
                </a:solidFill>
              </a:rPr>
              <a:t>Have you spotted a pattern? </a:t>
            </a:r>
          </a:p>
        </p:txBody>
      </p:sp>
    </p:spTree>
    <p:extLst>
      <p:ext uri="{BB962C8B-B14F-4D97-AF65-F5344CB8AC3E}">
        <p14:creationId xmlns:p14="http://schemas.microsoft.com/office/powerpoint/2010/main" val="59109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9" grpId="0" animBg="1"/>
      <p:bldP spid="48" grpId="0" animBg="1"/>
      <p:bldP spid="47" grpId="0" animBg="1"/>
      <p:bldP spid="44" grpId="0" animBg="1"/>
      <p:bldP spid="42" grpId="0" animBg="1"/>
      <p:bldP spid="41" grpId="0" animBg="1"/>
      <p:bldP spid="36" grpId="0" animBg="1"/>
      <p:bldP spid="34" grpId="0" animBg="1"/>
      <p:bldP spid="33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7" grpId="0" animBg="1"/>
      <p:bldP spid="38" grpId="0" animBg="1"/>
      <p:bldP spid="39" grpId="0" animBg="1"/>
      <p:bldP spid="40" grpId="0" animBg="1"/>
      <p:bldP spid="45" grpId="0" animBg="1"/>
      <p:bldP spid="4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3566651" y="5210496"/>
            <a:ext cx="1805186" cy="1676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73193" y="5213000"/>
            <a:ext cx="1805186" cy="1676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33990" y="5198773"/>
            <a:ext cx="1811276" cy="165922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8393" y="5167347"/>
            <a:ext cx="1773329" cy="169065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9582" y="3384992"/>
            <a:ext cx="1837047" cy="184168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79960" y="3404982"/>
            <a:ext cx="1770841" cy="17858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59754" y="3377027"/>
            <a:ext cx="1805186" cy="182925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65111" y="157761"/>
            <a:ext cx="1805186" cy="163132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48473" y="219476"/>
            <a:ext cx="1805186" cy="16313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77265" y="151326"/>
            <a:ext cx="1805186" cy="1631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77728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3410756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0" y="5198773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790163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565301" y="-18244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370490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7175679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0725955" y="-20389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8950817" y="0"/>
            <a:ext cx="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143500" y="1168761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5143499" y="4077774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Oval 20"/>
          <p:cNvSpPr/>
          <p:nvPr/>
        </p:nvSpPr>
        <p:spPr>
          <a:xfrm>
            <a:off x="5143498" y="5791203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/>
          <p:cNvSpPr/>
          <p:nvPr/>
        </p:nvSpPr>
        <p:spPr>
          <a:xfrm>
            <a:off x="3565301" y="1777285"/>
            <a:ext cx="1805186" cy="163132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70494" y="1786943"/>
            <a:ext cx="1805186" cy="163132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3800" dirty="0">
                <a:solidFill>
                  <a:sysClr val="windowText" lastClr="000000"/>
                </a:solidFill>
              </a:rPr>
              <a:t>8</a:t>
            </a:r>
          </a:p>
        </p:txBody>
      </p:sp>
      <p:sp>
        <p:nvSpPr>
          <p:cNvPr id="19" name="Oval 18"/>
          <p:cNvSpPr/>
          <p:nvPr/>
        </p:nvSpPr>
        <p:spPr>
          <a:xfrm>
            <a:off x="5143500" y="2444304"/>
            <a:ext cx="453979" cy="453979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/>
          <p:cNvSpPr/>
          <p:nvPr/>
        </p:nvSpPr>
        <p:spPr>
          <a:xfrm>
            <a:off x="3565301" y="-20389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Units/Ones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60112" y="-20389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-15029" y="-20390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Hundreds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70483" y="-22534"/>
            <a:ext cx="1805186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Tenths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5664" y="-24679"/>
            <a:ext cx="1775142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Hundredths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50801" y="-27901"/>
            <a:ext cx="1775142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Thousandths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725927" y="-31123"/>
            <a:ext cx="1466073" cy="380997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>
                <a:solidFill>
                  <a:schemeClr val="bg1"/>
                </a:solidFill>
              </a:rPr>
              <a:t>Tens of Thousandths</a:t>
            </a:r>
          </a:p>
        </p:txBody>
      </p:sp>
      <p:sp>
        <p:nvSpPr>
          <p:cNvPr id="37" name="Curved Right Arrow 36"/>
          <p:cNvSpPr/>
          <p:nvPr/>
        </p:nvSpPr>
        <p:spPr>
          <a:xfrm rot="9104785" flipH="1">
            <a:off x="1907795" y="1309122"/>
            <a:ext cx="756062" cy="197200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179443" y="2295124"/>
            <a:ext cx="714671" cy="6031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x10</a:t>
            </a:r>
          </a:p>
        </p:txBody>
      </p:sp>
      <p:sp>
        <p:nvSpPr>
          <p:cNvPr id="39" name="Curved Right Arrow 38"/>
          <p:cNvSpPr/>
          <p:nvPr/>
        </p:nvSpPr>
        <p:spPr>
          <a:xfrm rot="9104785" flipH="1" flipV="1">
            <a:off x="2717810" y="3195387"/>
            <a:ext cx="420777" cy="86242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954426" y="3301207"/>
            <a:ext cx="714671" cy="60315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÷10</a:t>
            </a:r>
          </a:p>
        </p:txBody>
      </p:sp>
      <p:sp>
        <p:nvSpPr>
          <p:cNvPr id="45" name="Curved Right Arrow 44"/>
          <p:cNvSpPr/>
          <p:nvPr/>
        </p:nvSpPr>
        <p:spPr>
          <a:xfrm rot="9104785" flipH="1" flipV="1">
            <a:off x="1159491" y="3327795"/>
            <a:ext cx="1139396" cy="300580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119036" y="4389369"/>
            <a:ext cx="906468" cy="8014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÷100</a:t>
            </a:r>
          </a:p>
        </p:txBody>
      </p:sp>
    </p:spTree>
    <p:extLst>
      <p:ext uri="{BB962C8B-B14F-4D97-AF65-F5344CB8AC3E}">
        <p14:creationId xmlns:p14="http://schemas.microsoft.com/office/powerpoint/2010/main" val="1932445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49" grpId="0" animBg="1"/>
      <p:bldP spid="48" grpId="0" animBg="1"/>
      <p:bldP spid="47" grpId="0" animBg="1"/>
      <p:bldP spid="44" grpId="0" animBg="1"/>
      <p:bldP spid="42" grpId="0" animBg="1"/>
      <p:bldP spid="41" grpId="0" animBg="1"/>
      <p:bldP spid="36" grpId="0" animBg="1"/>
      <p:bldP spid="34" grpId="0" animBg="1"/>
      <p:bldP spid="33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7" grpId="0" animBg="1"/>
      <p:bldP spid="38" grpId="0" animBg="1"/>
      <p:bldP spid="39" grpId="0" animBg="1"/>
      <p:bldP spid="40" grpId="0" animBg="1"/>
      <p:bldP spid="45" grpId="0" animBg="1"/>
      <p:bldP spid="4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6602" y="2893325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Original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121623" y="28933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817660" y="28933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93226" y="28933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89263" y="28933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85300" y="28933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60866" y="28933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256903" y="28933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952940" y="28933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9628506" y="28933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0319334" y="28933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1015371" y="28933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817660" y="38077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513697" y="38077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189263" y="38077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885300" y="38077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1337" y="38077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56903" y="38077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952940" y="38077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648977" y="38077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324543" y="38077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1015371" y="38077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39" name="Oval 38"/>
          <p:cNvSpPr/>
          <p:nvPr/>
        </p:nvSpPr>
        <p:spPr>
          <a:xfrm>
            <a:off x="7520558" y="4222904"/>
            <a:ext cx="122830" cy="12283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5493226" y="47221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89263" y="47221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864829" y="47221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560866" y="47221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56903" y="47221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32469" y="47221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628506" y="47221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0324543" y="47221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1000109" y="47221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1690937" y="47221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0" name="Oval 49"/>
          <p:cNvSpPr/>
          <p:nvPr/>
        </p:nvSpPr>
        <p:spPr>
          <a:xfrm>
            <a:off x="7507082" y="5117910"/>
            <a:ext cx="122830" cy="12283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/>
          <p:cNvSpPr/>
          <p:nvPr/>
        </p:nvSpPr>
        <p:spPr>
          <a:xfrm>
            <a:off x="6189263" y="56365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300" y="56365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7560866" y="56365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56903" y="56365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52940" y="56365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28506" y="56365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0324543" y="56365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020580" y="5636525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1696146" y="5636525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2386974" y="5636525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1" name="Oval 60"/>
          <p:cNvSpPr/>
          <p:nvPr/>
        </p:nvSpPr>
        <p:spPr>
          <a:xfrm>
            <a:off x="7477193" y="6093725"/>
            <a:ext cx="122830" cy="12283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/>
          <p:cNvSpPr/>
          <p:nvPr/>
        </p:nvSpPr>
        <p:spPr>
          <a:xfrm>
            <a:off x="3437618" y="19769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121623" y="19769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4809221" y="1976949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505258" y="19769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6201295" y="19769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76861" y="1976949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72898" y="19769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268935" y="19769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8944501" y="1976949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9635329" y="19769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10331366" y="19769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2741581" y="10625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437618" y="10625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113184" y="1062549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4809221" y="10625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5505258" y="10625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80824" y="1062549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76861" y="10625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72898" y="10625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8248464" y="1062549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8939292" y="1062549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9635329" y="1062549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2059192" y="146173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2755229" y="146173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430795" y="146173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126832" y="146173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4822869" y="146173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98435" y="146173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194472" y="146173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890509" y="146173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566075" y="146173"/>
            <a:ext cx="696037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8256903" y="146173"/>
            <a:ext cx="696037" cy="9144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8952940" y="146173"/>
            <a:ext cx="696037" cy="914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3200" dirty="0">
              <a:solidFill>
                <a:schemeClr val="tx1"/>
              </a:solidFill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294598" y="1974973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x10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1811" y="1056621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x100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90195" y="140069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x1000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93430" y="3801797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÷10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6602" y="4722125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÷100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95220" y="5634549"/>
            <a:ext cx="383502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÷1000</a:t>
            </a:r>
          </a:p>
        </p:txBody>
      </p:sp>
    </p:spTree>
    <p:extLst>
      <p:ext uri="{BB962C8B-B14F-4D97-AF65-F5344CB8AC3E}">
        <p14:creationId xmlns:p14="http://schemas.microsoft.com/office/powerpoint/2010/main" val="126386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4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5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6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4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3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0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9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0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1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4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5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6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0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5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6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4716" y="259307"/>
            <a:ext cx="11723427" cy="1965278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Just think. </a:t>
            </a:r>
          </a:p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If you are going to do a ‘x’ / multiplication – is your answer going to get bigger or smaller? </a:t>
            </a:r>
          </a:p>
        </p:txBody>
      </p:sp>
      <p:sp>
        <p:nvSpPr>
          <p:cNvPr id="5" name="Rectangle 4"/>
          <p:cNvSpPr/>
          <p:nvPr/>
        </p:nvSpPr>
        <p:spPr>
          <a:xfrm>
            <a:off x="2961564" y="2076734"/>
            <a:ext cx="5991367" cy="8848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BIGGER! </a:t>
            </a:r>
          </a:p>
        </p:txBody>
      </p:sp>
      <p:sp>
        <p:nvSpPr>
          <p:cNvPr id="6" name="Rectangle 5"/>
          <p:cNvSpPr/>
          <p:nvPr/>
        </p:nvSpPr>
        <p:spPr>
          <a:xfrm>
            <a:off x="204716" y="3223145"/>
            <a:ext cx="11723427" cy="1965278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So if you are doing 4.5 x 10 – </a:t>
            </a:r>
          </a:p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Your answer cannot be 0.45 or 0.045 or 0.4</a:t>
            </a:r>
          </a:p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Because… </a:t>
            </a:r>
          </a:p>
        </p:txBody>
      </p:sp>
      <p:sp>
        <p:nvSpPr>
          <p:cNvPr id="7" name="Rectangle 6"/>
          <p:cNvSpPr/>
          <p:nvPr/>
        </p:nvSpPr>
        <p:spPr>
          <a:xfrm>
            <a:off x="2961564" y="5007589"/>
            <a:ext cx="5991367" cy="8848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>
                <a:solidFill>
                  <a:schemeClr val="tx1"/>
                </a:solidFill>
                <a:latin typeface="Comic Sans MS" panose="030F0702030302020204" pitchFamily="66" charset="0"/>
              </a:rPr>
              <a:t>They are all SMALLER!</a:t>
            </a:r>
          </a:p>
        </p:txBody>
      </p:sp>
    </p:spTree>
    <p:extLst>
      <p:ext uri="{BB962C8B-B14F-4D97-AF65-F5344CB8AC3E}">
        <p14:creationId xmlns:p14="http://schemas.microsoft.com/office/powerpoint/2010/main" val="388997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55092" y="1992572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56595" y="1992571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58098" y="1992570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9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6059601" y="1992569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9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1104" y="1992569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9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62607" y="1992568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5827589" y="3152633"/>
            <a:ext cx="464024" cy="464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232013" y="257672"/>
            <a:ext cx="11723427" cy="1953265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Next look at the number of zeros ( 0 ) </a:t>
            </a:r>
          </a:p>
          <a:p>
            <a:pPr algn="ctr"/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If there is 2 0’s, your number is going to get 2 place values bigger or smaller. </a:t>
            </a:r>
          </a:p>
          <a:p>
            <a:pPr algn="ctr"/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If there is 6 0’s, your number is going to get 6 place values bigger or smaller.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2014" y="4667533"/>
            <a:ext cx="5336258" cy="1871374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Can you do 0.08 x 10 following these rules? </a:t>
            </a:r>
          </a:p>
        </p:txBody>
      </p:sp>
    </p:spTree>
    <p:extLst>
      <p:ext uri="{BB962C8B-B14F-4D97-AF65-F5344CB8AC3E}">
        <p14:creationId xmlns:p14="http://schemas.microsoft.com/office/powerpoint/2010/main" val="1377062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4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55092" y="1992572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56595" y="1992571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58098" y="1992570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59601" y="1992569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9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1104" y="1992569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99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62607" y="1992568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7629092" y="3166275"/>
            <a:ext cx="464024" cy="464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232014" y="4667533"/>
            <a:ext cx="4694828" cy="955345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Can you do 0.8 x 1000 following these rules? </a:t>
            </a:r>
          </a:p>
        </p:txBody>
      </p:sp>
    </p:spTree>
    <p:extLst>
      <p:ext uri="{BB962C8B-B14F-4D97-AF65-F5344CB8AC3E}">
        <p14:creationId xmlns:p14="http://schemas.microsoft.com/office/powerpoint/2010/main" val="342509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643061" y="368308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44564" y="368307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46067" y="368306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47570" y="368305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849073" y="368305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650576" y="368304"/>
            <a:ext cx="1801503" cy="2811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9900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444300" y="3649462"/>
            <a:ext cx="4652806" cy="2767983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Try these on your whiteboard! </a:t>
            </a:r>
          </a:p>
          <a:p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4 x 100</a:t>
            </a:r>
          </a:p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0.4 x 100</a:t>
            </a:r>
          </a:p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0.4 ÷ 10</a:t>
            </a:r>
          </a:p>
          <a:p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900 ÷ 1000</a:t>
            </a:r>
          </a:p>
          <a:p>
            <a:pPr algn="ctr"/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47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CF8E2C319B6C45A88B154FA9F297AF" ma:contentTypeVersion="0" ma:contentTypeDescription="Create a new document." ma:contentTypeScope="" ma:versionID="73d7ff28815366d7d4e36dfe6af656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413257cd9829394d17656a545d5fa4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1065AAB-D080-4220-A2ED-5A8627937F72}"/>
</file>

<file path=customXml/itemProps2.xml><?xml version="1.0" encoding="utf-8"?>
<ds:datastoreItem xmlns:ds="http://schemas.openxmlformats.org/officeDocument/2006/customXml" ds:itemID="{2782A578-05E9-4BAD-88A1-75DA0513AF8F}"/>
</file>

<file path=customXml/itemProps3.xml><?xml version="1.0" encoding="utf-8"?>
<ds:datastoreItem xmlns:ds="http://schemas.openxmlformats.org/officeDocument/2006/customXml" ds:itemID="{73225878-A200-4DC9-94BA-786579B0DAA0}"/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319</Words>
  <Application>Microsoft Office PowerPoint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Comic Sans MS</vt:lpstr>
      <vt:lpstr>Times New Roman</vt:lpstr>
      <vt:lpstr>Office Theme</vt:lpstr>
      <vt:lpstr>Topic: Place Value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Place Value</dc:title>
  <dc:creator>JAMES Sarah [Baldivis Secondary College]</dc:creator>
  <cp:lastModifiedBy>JAMES Sarah [Baldivis Secondary College]</cp:lastModifiedBy>
  <cp:revision>1</cp:revision>
  <dcterms:created xsi:type="dcterms:W3CDTF">2021-11-09T11:45:51Z</dcterms:created>
  <dcterms:modified xsi:type="dcterms:W3CDTF">2021-11-09T11:56:49Z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0x010100E3CF8E2C319B6C45A88B154FA9F297AF</vt:lpwstr>
  </property>
</Properties>
</file>