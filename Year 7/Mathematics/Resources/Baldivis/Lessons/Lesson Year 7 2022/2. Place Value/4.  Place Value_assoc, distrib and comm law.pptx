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4.xml" ContentType="application/vnd.openxmlformats-officedocument.presentationml.slideLayout+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2" r:id="rId5"/>
    <p:sldId id="263" r:id="rId6"/>
    <p:sldId id="307" r:id="rId7"/>
    <p:sldId id="308" r:id="rId8"/>
    <p:sldId id="309" r:id="rId9"/>
    <p:sldId id="259" r:id="rId10"/>
    <p:sldId id="311" r:id="rId11"/>
    <p:sldId id="316" r:id="rId12"/>
    <p:sldId id="313" r:id="rId13"/>
    <p:sldId id="317" r:id="rId14"/>
    <p:sldId id="26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p:scale>
          <a:sx n="93" d="100"/>
          <a:sy n="93" d="100"/>
        </p:scale>
        <p:origin x="72" y="3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F255F7-4BF1-40F1-8234-60AFC19C5125}" type="datetimeFigureOut">
              <a:rPr lang="en-AU" smtClean="0"/>
              <a:t>9/11/2021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8E994C-C1DB-48A0-834B-4415EBBF8EF8}" type="slidenum">
              <a:rPr lang="en-AU" smtClean="0"/>
              <a:t>‹#›</a:t>
            </a:fld>
            <a:endParaRPr lang="en-AU"/>
          </a:p>
        </p:txBody>
      </p:sp>
    </p:spTree>
    <p:extLst>
      <p:ext uri="{BB962C8B-B14F-4D97-AF65-F5344CB8AC3E}">
        <p14:creationId xmlns:p14="http://schemas.microsoft.com/office/powerpoint/2010/main" val="2221929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379.2</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61b46b06b8_0_87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61b46b06b8_0_8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multiplying by a factor of 10- shift all of the numbers to the left as many times as there are zeros (makes number bigger)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dividing by a factor of 10- shift all the numbers to the right as many times as there are zeros (makes number smaller)</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685460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615da441d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615da441d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Commutative Law practice to write on the board</a:t>
            </a:r>
          </a:p>
          <a:p>
            <a:pPr marL="158750" indent="0">
              <a:buNone/>
            </a:pPr>
            <a:r>
              <a:rPr lang="en-AU" sz="1100" dirty="0"/>
              <a:t>a) 2 x 5 = </a:t>
            </a:r>
            <a:r>
              <a:rPr lang="en-AU" sz="1100" u="sng" dirty="0"/>
              <a:t>5 x 2 </a:t>
            </a:r>
            <a:r>
              <a:rPr lang="en-AU" sz="1100" dirty="0"/>
              <a:t>		b)    15 ÷ 3  = </a:t>
            </a:r>
            <a:r>
              <a:rPr lang="en-AU" sz="1100" u="sng" dirty="0"/>
              <a:t>can’t do</a:t>
            </a:r>
            <a:r>
              <a:rPr lang="en-AU" sz="1100" dirty="0"/>
              <a:t>                 </a:t>
            </a:r>
          </a:p>
          <a:p>
            <a:endParaRPr lang="en-AU" sz="1100" dirty="0"/>
          </a:p>
          <a:p>
            <a:pPr marL="257175" indent="-257175">
              <a:buAutoNum type="alphaLcParenR" startAt="3"/>
            </a:pPr>
            <a:r>
              <a:rPr lang="en-AU" sz="1100" dirty="0"/>
              <a:t>9 x 12 = ________		d)   23 – 5 = ________		e) 45 + 23 = __________</a:t>
            </a:r>
          </a:p>
          <a:p>
            <a:pPr marL="158750" indent="0">
              <a:buNone/>
            </a:pPr>
            <a:endParaRPr lang="en-AU" sz="1100" dirty="0"/>
          </a:p>
          <a:p>
            <a:pPr marL="158750" indent="0">
              <a:buNone/>
            </a:pPr>
            <a:r>
              <a:rPr lang="en-AU" sz="1100" dirty="0"/>
              <a:t>f)    24 ÷  8  = ________	g)    12 + 7 = ________	h) 457 x 213 = _________</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800" dirty="0">
                <a:solidFill>
                  <a:srgbClr val="0070C0"/>
                </a:solidFill>
              </a:rPr>
              <a:t>Associative Law Practice to write on the board</a:t>
            </a:r>
          </a:p>
          <a:p>
            <a:pPr marL="158750" indent="0">
              <a:buNone/>
            </a:pPr>
            <a:r>
              <a:rPr lang="en-AU" sz="1800" dirty="0">
                <a:solidFill>
                  <a:srgbClr val="0070C0"/>
                </a:solidFill>
              </a:rPr>
              <a:t>a) 2 x 9 x 5 = </a:t>
            </a:r>
            <a:r>
              <a:rPr lang="en-AU" sz="1800" u="sng" dirty="0">
                <a:solidFill>
                  <a:srgbClr val="0070C0"/>
                </a:solidFill>
              </a:rPr>
              <a:t>5 x 2 x 9 </a:t>
            </a:r>
            <a:r>
              <a:rPr lang="en-AU" sz="1800" dirty="0">
                <a:solidFill>
                  <a:srgbClr val="0070C0"/>
                </a:solidFill>
              </a:rPr>
              <a:t>		b)    14 + 21 + 6  = </a:t>
            </a:r>
            <a:r>
              <a:rPr lang="en-AU" sz="1800" u="sng" dirty="0">
                <a:solidFill>
                  <a:srgbClr val="0070C0"/>
                </a:solidFill>
              </a:rPr>
              <a:t>14 + 6 + 21</a:t>
            </a:r>
            <a:r>
              <a:rPr lang="en-AU" sz="1800" dirty="0">
                <a:solidFill>
                  <a:srgbClr val="0070C0"/>
                </a:solidFill>
              </a:rPr>
              <a:t>                </a:t>
            </a:r>
          </a:p>
          <a:p>
            <a:pPr marL="158750" indent="0">
              <a:buNone/>
            </a:pPr>
            <a:r>
              <a:rPr lang="en-AU" sz="1800" dirty="0">
                <a:solidFill>
                  <a:srgbClr val="0070C0"/>
                </a:solidFill>
              </a:rPr>
              <a:t>		= __</a:t>
            </a:r>
            <a:r>
              <a:rPr lang="en-AU" sz="1800" u="sng" dirty="0">
                <a:solidFill>
                  <a:srgbClr val="0070C0"/>
                </a:solidFill>
              </a:rPr>
              <a:t>90</a:t>
            </a:r>
            <a:r>
              <a:rPr lang="en-AU" sz="1800" dirty="0">
                <a:solidFill>
                  <a:srgbClr val="0070C0"/>
                </a:solidFill>
              </a:rPr>
              <a:t>__				  =  ___</a:t>
            </a:r>
            <a:r>
              <a:rPr lang="en-AU" sz="1800" u="sng" dirty="0">
                <a:solidFill>
                  <a:srgbClr val="0070C0"/>
                </a:solidFill>
              </a:rPr>
              <a:t>41</a:t>
            </a:r>
            <a:r>
              <a:rPr lang="en-AU" sz="1800" dirty="0">
                <a:solidFill>
                  <a:srgbClr val="0070C0"/>
                </a:solidFill>
              </a:rPr>
              <a:t>__	</a:t>
            </a:r>
          </a:p>
          <a:p>
            <a:pPr marL="158750" indent="0">
              <a:buNone/>
            </a:pPr>
            <a:endParaRPr lang="en-AU" sz="1800" dirty="0">
              <a:solidFill>
                <a:srgbClr val="0070C0"/>
              </a:solidFill>
            </a:endParaRPr>
          </a:p>
          <a:p>
            <a:pPr marL="257175" indent="-257175">
              <a:buAutoNum type="alphaLcParenR" startAt="3"/>
            </a:pPr>
            <a:r>
              <a:rPr lang="en-AU" sz="1800" dirty="0"/>
              <a:t>5 x 13 x 2= ________      d)   6 + 5 + 34 = _________     e) 9 + 13 + 21 + 8 + 7= ________</a:t>
            </a:r>
          </a:p>
          <a:p>
            <a:pPr marL="257175" indent="-257175">
              <a:buAutoNum type="alphaLcParenR" startAt="3"/>
            </a:pPr>
            <a:endParaRPr lang="en-AU" sz="1800" dirty="0"/>
          </a:p>
          <a:p>
            <a:pPr marL="158750" indent="0">
              <a:buNone/>
            </a:pPr>
            <a:r>
              <a:rPr lang="en-AU" sz="1800" dirty="0"/>
              <a:t>f) 4 x 3 x 5  = ________        g)    86 + 91 + 14 = ________  h) 50 x 7 x 2= _________</a:t>
            </a:r>
            <a:endParaRPr dirty="0"/>
          </a:p>
        </p:txBody>
      </p:sp>
    </p:spTree>
    <p:extLst>
      <p:ext uri="{BB962C8B-B14F-4D97-AF65-F5344CB8AC3E}">
        <p14:creationId xmlns:p14="http://schemas.microsoft.com/office/powerpoint/2010/main" val="2432972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100" dirty="0">
                <a:solidFill>
                  <a:srgbClr val="0070C0"/>
                </a:solidFill>
              </a:rPr>
              <a:t>Distributive Law practice to write on the board :</a:t>
            </a:r>
          </a:p>
          <a:p>
            <a:endParaRPr lang="en-AU" sz="1100" dirty="0">
              <a:solidFill>
                <a:srgbClr val="0070C0"/>
              </a:solidFill>
            </a:endParaRPr>
          </a:p>
          <a:p>
            <a:pPr marL="158750" indent="0">
              <a:buNone/>
            </a:pPr>
            <a:r>
              <a:rPr lang="en-AU" sz="1100" dirty="0">
                <a:solidFill>
                  <a:srgbClr val="0070C0"/>
                </a:solidFill>
              </a:rPr>
              <a:t>a) 3 x 13 = </a:t>
            </a:r>
            <a:r>
              <a:rPr lang="en-AU" sz="1100" u="sng" dirty="0">
                <a:solidFill>
                  <a:srgbClr val="0070C0"/>
                </a:solidFill>
              </a:rPr>
              <a:t>3 x 10 + 3 x 3 </a:t>
            </a:r>
            <a:r>
              <a:rPr lang="en-AU" sz="1100" dirty="0">
                <a:solidFill>
                  <a:srgbClr val="0070C0"/>
                </a:solidFill>
              </a:rPr>
              <a:t>		b)    5 x 126 = </a:t>
            </a:r>
            <a:r>
              <a:rPr lang="en-AU" sz="1100" u="sng" dirty="0">
                <a:solidFill>
                  <a:srgbClr val="0070C0"/>
                </a:solidFill>
              </a:rPr>
              <a:t>5 x 100 + 5 x 20 + 5 x 6</a:t>
            </a:r>
            <a:endParaRPr lang="en-AU" sz="1100" dirty="0">
              <a:solidFill>
                <a:srgbClr val="0070C0"/>
              </a:solidFill>
            </a:endParaRPr>
          </a:p>
          <a:p>
            <a:pPr marL="158750" indent="0">
              <a:buNone/>
            </a:pPr>
            <a:r>
              <a:rPr lang="en-AU" sz="1100" dirty="0">
                <a:solidFill>
                  <a:srgbClr val="0070C0"/>
                </a:solidFill>
              </a:rPr>
              <a:t>	          = _</a:t>
            </a:r>
            <a:r>
              <a:rPr lang="en-AU" sz="1100" u="sng" dirty="0">
                <a:solidFill>
                  <a:srgbClr val="0070C0"/>
                </a:solidFill>
              </a:rPr>
              <a:t>30 + 9 </a:t>
            </a:r>
            <a:r>
              <a:rPr lang="en-AU" sz="1100" dirty="0">
                <a:solidFill>
                  <a:srgbClr val="0070C0"/>
                </a:solidFill>
              </a:rPr>
              <a:t>= </a:t>
            </a:r>
            <a:r>
              <a:rPr lang="en-AU" sz="1100" u="sng" dirty="0">
                <a:solidFill>
                  <a:srgbClr val="0070C0"/>
                </a:solidFill>
              </a:rPr>
              <a:t>39</a:t>
            </a:r>
            <a:r>
              <a:rPr lang="en-AU" sz="1100" dirty="0">
                <a:solidFill>
                  <a:srgbClr val="0070C0"/>
                </a:solidFill>
              </a:rPr>
              <a:t>			         = </a:t>
            </a:r>
            <a:r>
              <a:rPr lang="en-AU" sz="1100" u="sng" dirty="0">
                <a:solidFill>
                  <a:srgbClr val="0070C0"/>
                </a:solidFill>
              </a:rPr>
              <a:t>500 + 100 + 30</a:t>
            </a:r>
            <a:r>
              <a:rPr lang="en-AU" sz="1100" dirty="0">
                <a:solidFill>
                  <a:srgbClr val="0070C0"/>
                </a:solidFill>
              </a:rPr>
              <a:t>  =  </a:t>
            </a:r>
            <a:r>
              <a:rPr lang="en-AU" sz="1100" u="sng" dirty="0">
                <a:solidFill>
                  <a:srgbClr val="0070C0"/>
                </a:solidFill>
              </a:rPr>
              <a:t>630</a:t>
            </a:r>
          </a:p>
          <a:p>
            <a:endParaRPr lang="en-AU" sz="1100" u="sng" dirty="0">
              <a:solidFill>
                <a:srgbClr val="0070C0"/>
              </a:solidFill>
            </a:endParaRPr>
          </a:p>
          <a:p>
            <a:pPr marL="257175" indent="-257175">
              <a:buAutoNum type="alphaLcParenR" startAt="3"/>
            </a:pPr>
            <a:r>
              <a:rPr lang="en-AU" sz="1100" dirty="0"/>
              <a:t>5 x 13 x 2= ________      d)   6 + 5 + 34 = _________     e) 9 + 13 + 21 + 8 + 7= _________</a:t>
            </a:r>
          </a:p>
          <a:p>
            <a:pPr marL="158750" indent="0">
              <a:buNone/>
            </a:pPr>
            <a:endParaRPr lang="en-AU" sz="1100" dirty="0"/>
          </a:p>
          <a:p>
            <a:pPr marL="158750" indent="0">
              <a:buNone/>
            </a:pPr>
            <a:r>
              <a:rPr lang="en-AU" sz="1100" dirty="0"/>
              <a:t>f) 4 x 3 x 5  = ________        g)    86 + 91 + 14 = ________  h) 50 x 7 x 2= _________</a:t>
            </a:r>
          </a:p>
          <a:p>
            <a:endParaRPr lang="en-AU" sz="1100" dirty="0"/>
          </a:p>
          <a:p>
            <a:pPr marL="158750" indent="0">
              <a:buNone/>
            </a:pPr>
            <a:r>
              <a:rPr lang="en-AU" sz="1100" dirty="0" err="1"/>
              <a:t>i</a:t>
            </a:r>
            <a:r>
              <a:rPr lang="en-AU" sz="1100" dirty="0"/>
              <a:t>) 17 x 12  = _________        j)   327 x 3 = ________ 	         k) 2154 x 2 = _________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53948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615da441d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615da441d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02A61-5912-4D45-8FCE-BB9439634F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C14F7F5-7D54-4701-8D7B-F3FAA17025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21D5E86-E5FA-492B-8B8F-522EA80764EB}"/>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1C90EBBB-2A51-48BC-A784-0F25FF74D0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E4C8DB-555E-4DA5-A1F2-FFC103E73E3E}"/>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3970292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2C1BB-6A94-4E1C-9CA2-71042C466A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0C6F7FE-5EB8-4114-8599-1E1BAF1834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D235C-DC66-43F6-BF32-936233851C27}"/>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A79938CA-CAE5-4BED-9E37-294559E374C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AEC7EB3-811A-4B4C-A09A-E6BAD65F1753}"/>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2726056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AC1A-C120-404C-BCD7-E97B0FEB6F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A575809-B85C-474F-9626-5A8280679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FD5505-1256-4367-B692-ABE9E1EE36FC}"/>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A64A70B3-96EA-41E9-9495-B5B92615299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2C26D3-14E0-4FED-9B88-6CF7D2A48BA1}"/>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146269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AB46F-E8D3-42BE-968C-0C583D0CDF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149EF59-594F-4FE5-A5BC-6FBDD4D79A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5F16CEDE-9D5D-4F9E-8198-F08D43506D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39164F7-E72C-4044-B96B-D197CEE189DC}"/>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6" name="Footer Placeholder 5">
            <a:extLst>
              <a:ext uri="{FF2B5EF4-FFF2-40B4-BE49-F238E27FC236}">
                <a16:creationId xmlns:a16="http://schemas.microsoft.com/office/drawing/2014/main" id="{741BC7EE-B14D-4675-8C16-B8ABFA5C813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E49D371-D690-4656-A513-F840D3A912BF}"/>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12637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DA23B-12FF-4C7C-9927-FE5CBE57161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3B32EE2-2F9C-4174-9C81-C4DC46EA33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EB421D-FC92-445B-8B7F-120F8A1311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978EDC3-68D8-4828-AF24-6AB9158EE6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3869DA-BD52-440A-9F72-6019E4A5DF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A640593-D789-44D4-9518-0C3EFA130826}"/>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8" name="Footer Placeholder 7">
            <a:extLst>
              <a:ext uri="{FF2B5EF4-FFF2-40B4-BE49-F238E27FC236}">
                <a16:creationId xmlns:a16="http://schemas.microsoft.com/office/drawing/2014/main" id="{9ABA3B5D-4681-47B6-AF5A-46273CB23A6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5981EB9-2956-4760-9137-6BD063FC2C8F}"/>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1322242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9FEE-6988-4AA4-8E9F-8F2440D3596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34F369C-4276-466E-A4A5-63877448E791}"/>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4" name="Footer Placeholder 3">
            <a:extLst>
              <a:ext uri="{FF2B5EF4-FFF2-40B4-BE49-F238E27FC236}">
                <a16:creationId xmlns:a16="http://schemas.microsoft.com/office/drawing/2014/main" id="{23DA8A26-944A-450A-9D22-A398D6599B4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8944958-7123-4457-BED4-01E9D81C23E7}"/>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404662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3EB2C-277C-4A99-A474-3F3F21AF5DA1}"/>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3" name="Footer Placeholder 2">
            <a:extLst>
              <a:ext uri="{FF2B5EF4-FFF2-40B4-BE49-F238E27FC236}">
                <a16:creationId xmlns:a16="http://schemas.microsoft.com/office/drawing/2014/main" id="{E4512B9C-828C-431E-AD97-30D39EDBF8E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C37500E-7025-48C3-B050-871F8DA80305}"/>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3272381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88952-7A66-43A6-8343-F43D35322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B780A91-D68F-4239-A87B-48D490ECB7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3BA0030-3546-4905-B4CB-86ED156A2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67221-1C99-4B6F-BE5F-9F68FAD654A7}"/>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6" name="Footer Placeholder 5">
            <a:extLst>
              <a:ext uri="{FF2B5EF4-FFF2-40B4-BE49-F238E27FC236}">
                <a16:creationId xmlns:a16="http://schemas.microsoft.com/office/drawing/2014/main" id="{0B8B760C-E12D-4F4B-B987-230F285F41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BBB7316-F247-4F52-B3AC-AFDAEA08A17C}"/>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274092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59188-BE03-49C0-8500-4D03BABE58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EF25566-C8A5-442E-A0B1-5CA522043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015DB92-567D-4BB3-9195-BD397C0F2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A0BE07-FC89-46BB-AB97-5E6984832E3E}"/>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6" name="Footer Placeholder 5">
            <a:extLst>
              <a:ext uri="{FF2B5EF4-FFF2-40B4-BE49-F238E27FC236}">
                <a16:creationId xmlns:a16="http://schemas.microsoft.com/office/drawing/2014/main" id="{CE11C6E2-6D99-4F50-8DF3-42DD51C0C36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FFD1D2C-7E06-446E-92C3-7FA9274F88A6}"/>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1659636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BB5E-7F30-4042-B49F-1AFDB8BED3F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CD226BE-0379-4266-A731-E35B6C1DC0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8A62467-9579-48A9-9B1C-D9B19C861813}"/>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F7FD7DFC-31DA-497F-8773-E4A26DAB1BC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ACA6B3-666F-4D0A-A6BE-EBA976F4FD30}"/>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251210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2FF87A-D5AF-46BA-B462-537D5E8919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3E54DE-E566-402F-97E7-756E715A98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F29506C-6A43-445B-9D59-D370A47E7689}"/>
              </a:ext>
            </a:extLst>
          </p:cNvPr>
          <p:cNvSpPr>
            <a:spLocks noGrp="1"/>
          </p:cNvSpPr>
          <p:nvPr>
            <p:ph type="dt" sz="half" idx="10"/>
          </p:nvPr>
        </p:nvSpPr>
        <p:spPr/>
        <p:txBody>
          <a:body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32B8DAA1-3DC6-45D1-8C68-1FFDEAB9E72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8D55D09-42B7-4DE8-AD20-F57B13D995BC}"/>
              </a:ext>
            </a:extLst>
          </p:cNvPr>
          <p:cNvSpPr>
            <a:spLocks noGrp="1"/>
          </p:cNvSpPr>
          <p:nvPr>
            <p:ph type="sldNum" sz="quarter" idx="12"/>
          </p:nvPr>
        </p:nvSpPr>
        <p:spPr/>
        <p:txBody>
          <a:bodyPr/>
          <a:lstStyle/>
          <a:p>
            <a:fld id="{6EC391ED-DBE5-4CBF-8025-9942D66046C8}" type="slidenum">
              <a:rPr lang="en-AU" smtClean="0"/>
              <a:t>‹#›</a:t>
            </a:fld>
            <a:endParaRPr lang="en-AU"/>
          </a:p>
        </p:txBody>
      </p:sp>
    </p:spTree>
    <p:extLst>
      <p:ext uri="{BB962C8B-B14F-4D97-AF65-F5344CB8AC3E}">
        <p14:creationId xmlns:p14="http://schemas.microsoft.com/office/powerpoint/2010/main" val="858684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 BULLET POINTS">
  <p:cSld name="TITLE + BULLET POINTS">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1089967" y="931433"/>
            <a:ext cx="76200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3"/>
          <p:cNvSpPr txBox="1">
            <a:spLocks noGrp="1"/>
          </p:cNvSpPr>
          <p:nvPr>
            <p:ph type="sldNum" idx="12"/>
          </p:nvPr>
        </p:nvSpPr>
        <p:spPr>
          <a:xfrm>
            <a:off x="5730212" y="6231601"/>
            <a:ext cx="731600" cy="524800"/>
          </a:xfrm>
          <a:prstGeom prst="rect">
            <a:avLst/>
          </a:prstGeom>
        </p:spPr>
        <p:txBody>
          <a:bodyPr spcFirstLastPara="1" wrap="square" lIns="91425" tIns="91425" rIns="91425" bIns="91425" anchor="t" anchorCtr="0">
            <a:noAutofit/>
          </a:bodyPr>
          <a:lstStyle>
            <a:lvl1pPr lvl="0" algn="ctr" rtl="0">
              <a:buNone/>
              <a:defRPr sz="1733">
                <a:latin typeface="Abel"/>
                <a:ea typeface="Abel"/>
                <a:cs typeface="Abel"/>
                <a:sym typeface="Abel"/>
              </a:defRPr>
            </a:lvl1pPr>
            <a:lvl2pPr lvl="1" algn="ctr" rtl="0">
              <a:buNone/>
              <a:defRPr sz="1733">
                <a:latin typeface="Abel"/>
                <a:ea typeface="Abel"/>
                <a:cs typeface="Abel"/>
                <a:sym typeface="Abel"/>
              </a:defRPr>
            </a:lvl2pPr>
            <a:lvl3pPr lvl="2" algn="ctr" rtl="0">
              <a:buNone/>
              <a:defRPr sz="1733">
                <a:latin typeface="Abel"/>
                <a:ea typeface="Abel"/>
                <a:cs typeface="Abel"/>
                <a:sym typeface="Abel"/>
              </a:defRPr>
            </a:lvl3pPr>
            <a:lvl4pPr lvl="3" algn="ctr" rtl="0">
              <a:buNone/>
              <a:defRPr sz="1733">
                <a:latin typeface="Abel"/>
                <a:ea typeface="Abel"/>
                <a:cs typeface="Abel"/>
                <a:sym typeface="Abel"/>
              </a:defRPr>
            </a:lvl4pPr>
            <a:lvl5pPr lvl="4" algn="ctr" rtl="0">
              <a:buNone/>
              <a:defRPr sz="1733">
                <a:latin typeface="Abel"/>
                <a:ea typeface="Abel"/>
                <a:cs typeface="Abel"/>
                <a:sym typeface="Abel"/>
              </a:defRPr>
            </a:lvl5pPr>
            <a:lvl6pPr lvl="5" algn="ctr" rtl="0">
              <a:buNone/>
              <a:defRPr sz="1733">
                <a:latin typeface="Abel"/>
                <a:ea typeface="Abel"/>
                <a:cs typeface="Abel"/>
                <a:sym typeface="Abel"/>
              </a:defRPr>
            </a:lvl6pPr>
            <a:lvl7pPr lvl="6" algn="ctr" rtl="0">
              <a:buNone/>
              <a:defRPr sz="1733">
                <a:latin typeface="Abel"/>
                <a:ea typeface="Abel"/>
                <a:cs typeface="Abel"/>
                <a:sym typeface="Abel"/>
              </a:defRPr>
            </a:lvl7pPr>
            <a:lvl8pPr lvl="7" algn="ctr" rtl="0">
              <a:buNone/>
              <a:defRPr sz="1733">
                <a:latin typeface="Abel"/>
                <a:ea typeface="Abel"/>
                <a:cs typeface="Abel"/>
                <a:sym typeface="Abel"/>
              </a:defRPr>
            </a:lvl8pPr>
            <a:lvl9pPr lvl="8" algn="ctr" rtl="0">
              <a:buNone/>
              <a:defRPr sz="1733">
                <a:latin typeface="Abel"/>
                <a:ea typeface="Abel"/>
                <a:cs typeface="Abel"/>
                <a:sym typeface="Abel"/>
              </a:defRPr>
            </a:lvl9pPr>
          </a:lstStyle>
          <a:p>
            <a:fld id="{00000000-1234-1234-1234-123412341234}" type="slidenum">
              <a:rPr lang="en" smtClean="0"/>
              <a:pPr/>
              <a:t>‹#›</a:t>
            </a:fld>
            <a:endParaRPr lang="en"/>
          </a:p>
        </p:txBody>
      </p:sp>
      <p:cxnSp>
        <p:nvCxnSpPr>
          <p:cNvPr id="21" name="Google Shape;21;p3"/>
          <p:cNvCxnSpPr/>
          <p:nvPr/>
        </p:nvCxnSpPr>
        <p:spPr>
          <a:xfrm>
            <a:off x="4739011" y="6491201"/>
            <a:ext cx="991200" cy="5600"/>
          </a:xfrm>
          <a:prstGeom prst="straightConnector1">
            <a:avLst/>
          </a:prstGeom>
          <a:noFill/>
          <a:ln w="9525" cap="flat" cmpd="sng">
            <a:solidFill>
              <a:srgbClr val="FFFFFF"/>
            </a:solidFill>
            <a:prstDash val="solid"/>
            <a:round/>
            <a:headEnd type="none" w="med" len="med"/>
            <a:tailEnd type="none" w="med" len="med"/>
          </a:ln>
        </p:spPr>
      </p:cxnSp>
      <p:cxnSp>
        <p:nvCxnSpPr>
          <p:cNvPr id="22" name="Google Shape;22;p3"/>
          <p:cNvCxnSpPr/>
          <p:nvPr/>
        </p:nvCxnSpPr>
        <p:spPr>
          <a:xfrm>
            <a:off x="6461811" y="6491201"/>
            <a:ext cx="991200" cy="5600"/>
          </a:xfrm>
          <a:prstGeom prst="straightConnector1">
            <a:avLst/>
          </a:prstGeom>
          <a:noFill/>
          <a:ln w="9525" cap="flat" cmpd="sng">
            <a:solidFill>
              <a:srgbClr val="FFFFFF"/>
            </a:solidFill>
            <a:prstDash val="solid"/>
            <a:round/>
            <a:headEnd type="none" w="med" len="med"/>
            <a:tailEnd type="none" w="med" len="med"/>
          </a:ln>
        </p:spPr>
      </p:cxnSp>
      <p:sp>
        <p:nvSpPr>
          <p:cNvPr id="23" name="Google Shape;23;p3"/>
          <p:cNvSpPr txBox="1">
            <a:spLocks noGrp="1"/>
          </p:cNvSpPr>
          <p:nvPr>
            <p:ph type="body" idx="1"/>
          </p:nvPr>
        </p:nvSpPr>
        <p:spPr>
          <a:xfrm>
            <a:off x="1089967" y="1992467"/>
            <a:ext cx="8793600" cy="3208400"/>
          </a:xfrm>
          <a:prstGeom prst="rect">
            <a:avLst/>
          </a:prstGeom>
        </p:spPr>
        <p:txBody>
          <a:bodyPr spcFirstLastPara="1" wrap="square" lIns="91425" tIns="91425" rIns="91425" bIns="91425" anchor="t" anchorCtr="0">
            <a:noAutofit/>
          </a:bodyPr>
          <a:lstStyle>
            <a:lvl1pPr marL="609585" lvl="0" indent="-397923" rtl="0">
              <a:lnSpc>
                <a:spcPct val="115000"/>
              </a:lnSpc>
              <a:spcBef>
                <a:spcPts val="0"/>
              </a:spcBef>
              <a:spcAft>
                <a:spcPts val="0"/>
              </a:spcAft>
              <a:buClr>
                <a:schemeClr val="lt1"/>
              </a:buClr>
              <a:buSzPts val="1100"/>
              <a:buChar char="●"/>
              <a:defRPr sz="1467">
                <a:solidFill>
                  <a:schemeClr val="lt1"/>
                </a:solidFill>
              </a:defRPr>
            </a:lvl1pPr>
            <a:lvl2pPr marL="1219170" lvl="1" indent="-397923" rtl="0">
              <a:lnSpc>
                <a:spcPct val="115000"/>
              </a:lnSpc>
              <a:spcBef>
                <a:spcPts val="2133"/>
              </a:spcBef>
              <a:spcAft>
                <a:spcPts val="0"/>
              </a:spcAft>
              <a:buClr>
                <a:schemeClr val="lt1"/>
              </a:buClr>
              <a:buSzPts val="1100"/>
              <a:buChar char="○"/>
              <a:defRPr sz="1467">
                <a:solidFill>
                  <a:schemeClr val="lt1"/>
                </a:solidFill>
              </a:defRPr>
            </a:lvl2pPr>
            <a:lvl3pPr marL="1828754" lvl="2" indent="-397923" rtl="0">
              <a:lnSpc>
                <a:spcPct val="115000"/>
              </a:lnSpc>
              <a:spcBef>
                <a:spcPts val="2133"/>
              </a:spcBef>
              <a:spcAft>
                <a:spcPts val="0"/>
              </a:spcAft>
              <a:buClr>
                <a:schemeClr val="lt1"/>
              </a:buClr>
              <a:buSzPts val="1100"/>
              <a:buChar char="■"/>
              <a:defRPr sz="1467">
                <a:solidFill>
                  <a:schemeClr val="lt1"/>
                </a:solidFill>
              </a:defRPr>
            </a:lvl3pPr>
            <a:lvl4pPr marL="2438339" lvl="3" indent="-397923" rtl="0">
              <a:lnSpc>
                <a:spcPct val="115000"/>
              </a:lnSpc>
              <a:spcBef>
                <a:spcPts val="2133"/>
              </a:spcBef>
              <a:spcAft>
                <a:spcPts val="0"/>
              </a:spcAft>
              <a:buClr>
                <a:schemeClr val="lt1"/>
              </a:buClr>
              <a:buSzPts val="1100"/>
              <a:buChar char="●"/>
              <a:defRPr sz="1467">
                <a:solidFill>
                  <a:schemeClr val="lt1"/>
                </a:solidFill>
              </a:defRPr>
            </a:lvl4pPr>
            <a:lvl5pPr marL="3047924" lvl="4" indent="-397923" rtl="0">
              <a:lnSpc>
                <a:spcPct val="115000"/>
              </a:lnSpc>
              <a:spcBef>
                <a:spcPts val="2133"/>
              </a:spcBef>
              <a:spcAft>
                <a:spcPts val="0"/>
              </a:spcAft>
              <a:buClr>
                <a:schemeClr val="lt1"/>
              </a:buClr>
              <a:buSzPts val="1100"/>
              <a:buChar char="○"/>
              <a:defRPr sz="1467">
                <a:solidFill>
                  <a:schemeClr val="lt1"/>
                </a:solidFill>
              </a:defRPr>
            </a:lvl5pPr>
            <a:lvl6pPr marL="3657509" lvl="5" indent="-397923" rtl="0">
              <a:lnSpc>
                <a:spcPct val="115000"/>
              </a:lnSpc>
              <a:spcBef>
                <a:spcPts val="2133"/>
              </a:spcBef>
              <a:spcAft>
                <a:spcPts val="0"/>
              </a:spcAft>
              <a:buClr>
                <a:schemeClr val="lt1"/>
              </a:buClr>
              <a:buSzPts val="1100"/>
              <a:buChar char="■"/>
              <a:defRPr sz="1467">
                <a:solidFill>
                  <a:schemeClr val="lt1"/>
                </a:solidFill>
              </a:defRPr>
            </a:lvl6pPr>
            <a:lvl7pPr marL="4267093" lvl="6" indent="-397923" rtl="0">
              <a:lnSpc>
                <a:spcPct val="115000"/>
              </a:lnSpc>
              <a:spcBef>
                <a:spcPts val="2133"/>
              </a:spcBef>
              <a:spcAft>
                <a:spcPts val="0"/>
              </a:spcAft>
              <a:buClr>
                <a:schemeClr val="lt1"/>
              </a:buClr>
              <a:buSzPts val="1100"/>
              <a:buChar char="●"/>
              <a:defRPr sz="1467">
                <a:solidFill>
                  <a:schemeClr val="lt1"/>
                </a:solidFill>
              </a:defRPr>
            </a:lvl7pPr>
            <a:lvl8pPr marL="4876678" lvl="7" indent="-397923" rtl="0">
              <a:lnSpc>
                <a:spcPct val="115000"/>
              </a:lnSpc>
              <a:spcBef>
                <a:spcPts val="2133"/>
              </a:spcBef>
              <a:spcAft>
                <a:spcPts val="0"/>
              </a:spcAft>
              <a:buClr>
                <a:schemeClr val="lt1"/>
              </a:buClr>
              <a:buSzPts val="1100"/>
              <a:buChar char="○"/>
              <a:defRPr sz="1467">
                <a:solidFill>
                  <a:schemeClr val="lt1"/>
                </a:solidFill>
              </a:defRPr>
            </a:lvl8pPr>
            <a:lvl9pPr marL="5486263" lvl="8" indent="-397923" rtl="0">
              <a:lnSpc>
                <a:spcPct val="115000"/>
              </a:lnSpc>
              <a:spcBef>
                <a:spcPts val="2133"/>
              </a:spcBef>
              <a:spcAft>
                <a:spcPts val="2133"/>
              </a:spcAft>
              <a:buClr>
                <a:schemeClr val="lt1"/>
              </a:buClr>
              <a:buSzPts val="1100"/>
              <a:buChar char="■"/>
              <a:defRPr sz="1467">
                <a:solidFill>
                  <a:schemeClr val="lt1"/>
                </a:solidFill>
              </a:defRPr>
            </a:lvl9pPr>
          </a:lstStyle>
          <a:p>
            <a:endParaRPr/>
          </a:p>
        </p:txBody>
      </p:sp>
      <p:sp>
        <p:nvSpPr>
          <p:cNvPr id="24" name="Google Shape;24;p3"/>
          <p:cNvSpPr/>
          <p:nvPr/>
        </p:nvSpPr>
        <p:spPr>
          <a:xfrm rot="-5400000">
            <a:off x="10463265" y="2629995"/>
            <a:ext cx="3601600" cy="3601600"/>
          </a:xfrm>
          <a:prstGeom prst="blockArc">
            <a:avLst>
              <a:gd name="adj1" fmla="val 10800000"/>
              <a:gd name="adj2" fmla="val 21571275"/>
              <a:gd name="adj3" fmla="val 1374"/>
            </a:avLst>
          </a:prstGeom>
          <a:solidFill>
            <a:srgbClr val="FFFFFF">
              <a:alpha val="3929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3"/>
          <p:cNvSpPr/>
          <p:nvPr/>
        </p:nvSpPr>
        <p:spPr>
          <a:xfrm>
            <a:off x="10799467" y="416767"/>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3"/>
          <p:cNvSpPr/>
          <p:nvPr/>
        </p:nvSpPr>
        <p:spPr>
          <a:xfrm>
            <a:off x="9688200" y="0"/>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318297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IG TITLE">
  <p:cSld name="BIG TITLE">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2078200" y="2520500"/>
            <a:ext cx="8035600" cy="1326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5200"/>
              <a:buNone/>
              <a:defRPr sz="6933">
                <a:solidFill>
                  <a:schemeClr val="lt1"/>
                </a:solidFill>
              </a:defRPr>
            </a:lvl2pPr>
            <a:lvl3pPr lvl="2" algn="ctr" rtl="0">
              <a:spcBef>
                <a:spcPts val="0"/>
              </a:spcBef>
              <a:spcAft>
                <a:spcPts val="0"/>
              </a:spcAft>
              <a:buClr>
                <a:schemeClr val="lt1"/>
              </a:buClr>
              <a:buSzPts val="5200"/>
              <a:buNone/>
              <a:defRPr sz="6933">
                <a:solidFill>
                  <a:schemeClr val="lt1"/>
                </a:solidFill>
              </a:defRPr>
            </a:lvl3pPr>
            <a:lvl4pPr lvl="3" algn="ctr" rtl="0">
              <a:spcBef>
                <a:spcPts val="0"/>
              </a:spcBef>
              <a:spcAft>
                <a:spcPts val="0"/>
              </a:spcAft>
              <a:buClr>
                <a:schemeClr val="lt1"/>
              </a:buClr>
              <a:buSzPts val="5200"/>
              <a:buNone/>
              <a:defRPr sz="6933">
                <a:solidFill>
                  <a:schemeClr val="lt1"/>
                </a:solidFill>
              </a:defRPr>
            </a:lvl4pPr>
            <a:lvl5pPr lvl="4" algn="ctr" rtl="0">
              <a:spcBef>
                <a:spcPts val="0"/>
              </a:spcBef>
              <a:spcAft>
                <a:spcPts val="0"/>
              </a:spcAft>
              <a:buClr>
                <a:schemeClr val="lt1"/>
              </a:buClr>
              <a:buSzPts val="5200"/>
              <a:buNone/>
              <a:defRPr sz="6933">
                <a:solidFill>
                  <a:schemeClr val="lt1"/>
                </a:solidFill>
              </a:defRPr>
            </a:lvl5pPr>
            <a:lvl6pPr lvl="5" algn="ctr" rtl="0">
              <a:spcBef>
                <a:spcPts val="0"/>
              </a:spcBef>
              <a:spcAft>
                <a:spcPts val="0"/>
              </a:spcAft>
              <a:buClr>
                <a:schemeClr val="lt1"/>
              </a:buClr>
              <a:buSzPts val="5200"/>
              <a:buNone/>
              <a:defRPr sz="6933">
                <a:solidFill>
                  <a:schemeClr val="lt1"/>
                </a:solidFill>
              </a:defRPr>
            </a:lvl6pPr>
            <a:lvl7pPr lvl="6" algn="ctr" rtl="0">
              <a:spcBef>
                <a:spcPts val="0"/>
              </a:spcBef>
              <a:spcAft>
                <a:spcPts val="0"/>
              </a:spcAft>
              <a:buClr>
                <a:schemeClr val="lt1"/>
              </a:buClr>
              <a:buSzPts val="5200"/>
              <a:buNone/>
              <a:defRPr sz="6933">
                <a:solidFill>
                  <a:schemeClr val="lt1"/>
                </a:solidFill>
              </a:defRPr>
            </a:lvl7pPr>
            <a:lvl8pPr lvl="7" algn="ctr" rtl="0">
              <a:spcBef>
                <a:spcPts val="0"/>
              </a:spcBef>
              <a:spcAft>
                <a:spcPts val="0"/>
              </a:spcAft>
              <a:buClr>
                <a:schemeClr val="lt1"/>
              </a:buClr>
              <a:buSzPts val="5200"/>
              <a:buNone/>
              <a:defRPr sz="6933">
                <a:solidFill>
                  <a:schemeClr val="lt1"/>
                </a:solidFill>
              </a:defRPr>
            </a:lvl8pPr>
            <a:lvl9pPr lvl="8" algn="ctr" rtl="0">
              <a:spcBef>
                <a:spcPts val="0"/>
              </a:spcBef>
              <a:spcAft>
                <a:spcPts val="0"/>
              </a:spcAft>
              <a:buClr>
                <a:schemeClr val="lt1"/>
              </a:buClr>
              <a:buSzPts val="5200"/>
              <a:buNone/>
              <a:defRPr sz="6933">
                <a:solidFill>
                  <a:schemeClr val="lt1"/>
                </a:solidFill>
              </a:defRPr>
            </a:lvl9pPr>
          </a:lstStyle>
          <a:p>
            <a:endParaRPr/>
          </a:p>
        </p:txBody>
      </p:sp>
      <p:sp>
        <p:nvSpPr>
          <p:cNvPr id="29" name="Google Shape;29;p4"/>
          <p:cNvSpPr txBox="1">
            <a:spLocks noGrp="1"/>
          </p:cNvSpPr>
          <p:nvPr>
            <p:ph type="subTitle" idx="1"/>
          </p:nvPr>
        </p:nvSpPr>
        <p:spPr>
          <a:xfrm>
            <a:off x="4262800" y="3778033"/>
            <a:ext cx="3666400" cy="42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100"/>
              <a:buNone/>
              <a:defRPr sz="1467">
                <a:solidFill>
                  <a:schemeClr val="lt1"/>
                </a:solidFill>
              </a:defRPr>
            </a:lvl1pPr>
            <a:lvl2pPr lvl="1" algn="ctr" rtl="0">
              <a:lnSpc>
                <a:spcPct val="100000"/>
              </a:lnSpc>
              <a:spcBef>
                <a:spcPts val="0"/>
              </a:spcBef>
              <a:spcAft>
                <a:spcPts val="0"/>
              </a:spcAft>
              <a:buClr>
                <a:schemeClr val="lt1"/>
              </a:buClr>
              <a:buSzPts val="2800"/>
              <a:buNone/>
              <a:defRPr sz="3733">
                <a:solidFill>
                  <a:schemeClr val="lt1"/>
                </a:solidFill>
              </a:defRPr>
            </a:lvl2pPr>
            <a:lvl3pPr lvl="2" algn="ctr" rtl="0">
              <a:lnSpc>
                <a:spcPct val="100000"/>
              </a:lnSpc>
              <a:spcBef>
                <a:spcPts val="0"/>
              </a:spcBef>
              <a:spcAft>
                <a:spcPts val="0"/>
              </a:spcAft>
              <a:buClr>
                <a:schemeClr val="lt1"/>
              </a:buClr>
              <a:buSzPts val="2800"/>
              <a:buNone/>
              <a:defRPr sz="3733">
                <a:solidFill>
                  <a:schemeClr val="lt1"/>
                </a:solidFill>
              </a:defRPr>
            </a:lvl3pPr>
            <a:lvl4pPr lvl="3" algn="ctr" rtl="0">
              <a:lnSpc>
                <a:spcPct val="100000"/>
              </a:lnSpc>
              <a:spcBef>
                <a:spcPts val="0"/>
              </a:spcBef>
              <a:spcAft>
                <a:spcPts val="0"/>
              </a:spcAft>
              <a:buClr>
                <a:schemeClr val="lt1"/>
              </a:buClr>
              <a:buSzPts val="2800"/>
              <a:buNone/>
              <a:defRPr sz="3733">
                <a:solidFill>
                  <a:schemeClr val="lt1"/>
                </a:solidFill>
              </a:defRPr>
            </a:lvl4pPr>
            <a:lvl5pPr lvl="4" algn="ctr" rtl="0">
              <a:lnSpc>
                <a:spcPct val="100000"/>
              </a:lnSpc>
              <a:spcBef>
                <a:spcPts val="0"/>
              </a:spcBef>
              <a:spcAft>
                <a:spcPts val="0"/>
              </a:spcAft>
              <a:buClr>
                <a:schemeClr val="lt1"/>
              </a:buClr>
              <a:buSzPts val="2800"/>
              <a:buNone/>
              <a:defRPr sz="3733">
                <a:solidFill>
                  <a:schemeClr val="lt1"/>
                </a:solidFill>
              </a:defRPr>
            </a:lvl5pPr>
            <a:lvl6pPr lvl="5" algn="ctr" rtl="0">
              <a:lnSpc>
                <a:spcPct val="100000"/>
              </a:lnSpc>
              <a:spcBef>
                <a:spcPts val="0"/>
              </a:spcBef>
              <a:spcAft>
                <a:spcPts val="0"/>
              </a:spcAft>
              <a:buClr>
                <a:schemeClr val="lt1"/>
              </a:buClr>
              <a:buSzPts val="2800"/>
              <a:buNone/>
              <a:defRPr sz="3733">
                <a:solidFill>
                  <a:schemeClr val="lt1"/>
                </a:solidFill>
              </a:defRPr>
            </a:lvl6pPr>
            <a:lvl7pPr lvl="6" algn="ctr" rtl="0">
              <a:lnSpc>
                <a:spcPct val="100000"/>
              </a:lnSpc>
              <a:spcBef>
                <a:spcPts val="0"/>
              </a:spcBef>
              <a:spcAft>
                <a:spcPts val="0"/>
              </a:spcAft>
              <a:buClr>
                <a:schemeClr val="lt1"/>
              </a:buClr>
              <a:buSzPts val="2800"/>
              <a:buNone/>
              <a:defRPr sz="3733">
                <a:solidFill>
                  <a:schemeClr val="lt1"/>
                </a:solidFill>
              </a:defRPr>
            </a:lvl7pPr>
            <a:lvl8pPr lvl="7" algn="ctr" rtl="0">
              <a:lnSpc>
                <a:spcPct val="100000"/>
              </a:lnSpc>
              <a:spcBef>
                <a:spcPts val="0"/>
              </a:spcBef>
              <a:spcAft>
                <a:spcPts val="0"/>
              </a:spcAft>
              <a:buClr>
                <a:schemeClr val="lt1"/>
              </a:buClr>
              <a:buSzPts val="2800"/>
              <a:buNone/>
              <a:defRPr sz="3733">
                <a:solidFill>
                  <a:schemeClr val="lt1"/>
                </a:solidFill>
              </a:defRPr>
            </a:lvl8pPr>
            <a:lvl9pPr lvl="8" algn="ctr" rtl="0">
              <a:lnSpc>
                <a:spcPct val="100000"/>
              </a:lnSpc>
              <a:spcBef>
                <a:spcPts val="0"/>
              </a:spcBef>
              <a:spcAft>
                <a:spcPts val="0"/>
              </a:spcAft>
              <a:buClr>
                <a:schemeClr val="lt1"/>
              </a:buClr>
              <a:buSzPts val="2800"/>
              <a:buNone/>
              <a:defRPr sz="3733">
                <a:solidFill>
                  <a:schemeClr val="lt1"/>
                </a:solidFill>
              </a:defRPr>
            </a:lvl9pPr>
          </a:lstStyle>
          <a:p>
            <a:endParaRPr/>
          </a:p>
        </p:txBody>
      </p:sp>
      <p:sp>
        <p:nvSpPr>
          <p:cNvPr id="30" name="Google Shape;30;p4"/>
          <p:cNvSpPr txBox="1">
            <a:spLocks noGrp="1"/>
          </p:cNvSpPr>
          <p:nvPr>
            <p:ph type="sldNum" idx="12"/>
          </p:nvPr>
        </p:nvSpPr>
        <p:spPr>
          <a:xfrm>
            <a:off x="5730212" y="6231601"/>
            <a:ext cx="731600" cy="524800"/>
          </a:xfrm>
          <a:prstGeom prst="rect">
            <a:avLst/>
          </a:prstGeom>
        </p:spPr>
        <p:txBody>
          <a:bodyPr spcFirstLastPara="1" wrap="square" lIns="91425" tIns="91425" rIns="91425" bIns="91425" anchor="t" anchorCtr="0">
            <a:noAutofit/>
          </a:bodyPr>
          <a:lstStyle>
            <a:lvl1pPr lvl="0" algn="ctr" rtl="0">
              <a:buNone/>
              <a:defRPr sz="1733">
                <a:latin typeface="Abel"/>
                <a:ea typeface="Abel"/>
                <a:cs typeface="Abel"/>
                <a:sym typeface="Abel"/>
              </a:defRPr>
            </a:lvl1pPr>
            <a:lvl2pPr lvl="1" algn="ctr" rtl="0">
              <a:buNone/>
              <a:defRPr sz="1733">
                <a:latin typeface="Abel"/>
                <a:ea typeface="Abel"/>
                <a:cs typeface="Abel"/>
                <a:sym typeface="Abel"/>
              </a:defRPr>
            </a:lvl2pPr>
            <a:lvl3pPr lvl="2" algn="ctr" rtl="0">
              <a:buNone/>
              <a:defRPr sz="1733">
                <a:latin typeface="Abel"/>
                <a:ea typeface="Abel"/>
                <a:cs typeface="Abel"/>
                <a:sym typeface="Abel"/>
              </a:defRPr>
            </a:lvl3pPr>
            <a:lvl4pPr lvl="3" algn="ctr" rtl="0">
              <a:buNone/>
              <a:defRPr sz="1733">
                <a:latin typeface="Abel"/>
                <a:ea typeface="Abel"/>
                <a:cs typeface="Abel"/>
                <a:sym typeface="Abel"/>
              </a:defRPr>
            </a:lvl4pPr>
            <a:lvl5pPr lvl="4" algn="ctr" rtl="0">
              <a:buNone/>
              <a:defRPr sz="1733">
                <a:latin typeface="Abel"/>
                <a:ea typeface="Abel"/>
                <a:cs typeface="Abel"/>
                <a:sym typeface="Abel"/>
              </a:defRPr>
            </a:lvl5pPr>
            <a:lvl6pPr lvl="5" algn="ctr" rtl="0">
              <a:buNone/>
              <a:defRPr sz="1733">
                <a:latin typeface="Abel"/>
                <a:ea typeface="Abel"/>
                <a:cs typeface="Abel"/>
                <a:sym typeface="Abel"/>
              </a:defRPr>
            </a:lvl6pPr>
            <a:lvl7pPr lvl="6" algn="ctr" rtl="0">
              <a:buNone/>
              <a:defRPr sz="1733">
                <a:latin typeface="Abel"/>
                <a:ea typeface="Abel"/>
                <a:cs typeface="Abel"/>
                <a:sym typeface="Abel"/>
              </a:defRPr>
            </a:lvl7pPr>
            <a:lvl8pPr lvl="7" algn="ctr" rtl="0">
              <a:buNone/>
              <a:defRPr sz="1733">
                <a:latin typeface="Abel"/>
                <a:ea typeface="Abel"/>
                <a:cs typeface="Abel"/>
                <a:sym typeface="Abel"/>
              </a:defRPr>
            </a:lvl8pPr>
            <a:lvl9pPr lvl="8" algn="ctr" rtl="0">
              <a:buNone/>
              <a:defRPr sz="1733">
                <a:latin typeface="Abel"/>
                <a:ea typeface="Abel"/>
                <a:cs typeface="Abel"/>
                <a:sym typeface="Abel"/>
              </a:defRPr>
            </a:lvl9pPr>
          </a:lstStyle>
          <a:p>
            <a:fld id="{00000000-1234-1234-1234-123412341234}" type="slidenum">
              <a:rPr lang="en" smtClean="0"/>
              <a:pPr/>
              <a:t>‹#›</a:t>
            </a:fld>
            <a:endParaRPr lang="en"/>
          </a:p>
        </p:txBody>
      </p:sp>
      <p:cxnSp>
        <p:nvCxnSpPr>
          <p:cNvPr id="31" name="Google Shape;31;p4"/>
          <p:cNvCxnSpPr/>
          <p:nvPr/>
        </p:nvCxnSpPr>
        <p:spPr>
          <a:xfrm>
            <a:off x="4739011" y="6491201"/>
            <a:ext cx="991200" cy="5600"/>
          </a:xfrm>
          <a:prstGeom prst="straightConnector1">
            <a:avLst/>
          </a:prstGeom>
          <a:noFill/>
          <a:ln w="9525" cap="flat" cmpd="sng">
            <a:solidFill>
              <a:srgbClr val="FFFFFF"/>
            </a:solidFill>
            <a:prstDash val="solid"/>
            <a:round/>
            <a:headEnd type="none" w="med" len="med"/>
            <a:tailEnd type="none" w="med" len="med"/>
          </a:ln>
        </p:spPr>
      </p:cxnSp>
      <p:cxnSp>
        <p:nvCxnSpPr>
          <p:cNvPr id="32" name="Google Shape;32;p4"/>
          <p:cNvCxnSpPr/>
          <p:nvPr/>
        </p:nvCxnSpPr>
        <p:spPr>
          <a:xfrm>
            <a:off x="6461811" y="6491201"/>
            <a:ext cx="991200" cy="5600"/>
          </a:xfrm>
          <a:prstGeom prst="straightConnector1">
            <a:avLst/>
          </a:prstGeom>
          <a:noFill/>
          <a:ln w="9525" cap="flat" cmpd="sng">
            <a:solidFill>
              <a:srgbClr val="FFFFFF"/>
            </a:solidFill>
            <a:prstDash val="solid"/>
            <a:round/>
            <a:headEnd type="none" w="med" len="med"/>
            <a:tailEnd type="none" w="med" len="med"/>
          </a:ln>
        </p:spPr>
      </p:cxnSp>
      <p:sp>
        <p:nvSpPr>
          <p:cNvPr id="33" name="Google Shape;33;p4"/>
          <p:cNvSpPr/>
          <p:nvPr/>
        </p:nvSpPr>
        <p:spPr>
          <a:xfrm rot="5400000">
            <a:off x="-2695433" y="254767"/>
            <a:ext cx="5342400" cy="5342400"/>
          </a:xfrm>
          <a:prstGeom prst="blockArc">
            <a:avLst>
              <a:gd name="adj1" fmla="val 10800000"/>
              <a:gd name="adj2" fmla="val 21599869"/>
              <a:gd name="adj3" fmla="val 923"/>
            </a:avLst>
          </a:prstGeom>
          <a:solidFill>
            <a:srgbClr val="FFFFFF">
              <a:alpha val="3929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4"/>
          <p:cNvSpPr/>
          <p:nvPr/>
        </p:nvSpPr>
        <p:spPr>
          <a:xfrm rot="10800000">
            <a:off x="7636399" y="-1846972"/>
            <a:ext cx="3601600" cy="3601600"/>
          </a:xfrm>
          <a:prstGeom prst="blockArc">
            <a:avLst>
              <a:gd name="adj1" fmla="val 10800000"/>
              <a:gd name="adj2" fmla="val 21571275"/>
              <a:gd name="adj3" fmla="val 1374"/>
            </a:avLst>
          </a:prstGeom>
          <a:solidFill>
            <a:srgbClr val="FFFFFF">
              <a:alpha val="3929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4"/>
          <p:cNvSpPr/>
          <p:nvPr/>
        </p:nvSpPr>
        <p:spPr>
          <a:xfrm>
            <a:off x="8455765" y="5273228"/>
            <a:ext cx="3601600" cy="3601600"/>
          </a:xfrm>
          <a:prstGeom prst="blockArc">
            <a:avLst>
              <a:gd name="adj1" fmla="val 10800000"/>
              <a:gd name="adj2" fmla="val 21571275"/>
              <a:gd name="adj3" fmla="val 1374"/>
            </a:avLst>
          </a:prstGeom>
          <a:solidFill>
            <a:srgbClr val="FFFFFF">
              <a:alpha val="3929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85430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36"/>
        <p:cNvGrpSpPr/>
        <p:nvPr/>
      </p:nvGrpSpPr>
      <p:grpSpPr>
        <a:xfrm>
          <a:off x="0" y="0"/>
          <a:ext cx="0" cy="0"/>
          <a:chOff x="0" y="0"/>
          <a:chExt cx="0" cy="0"/>
        </a:xfrm>
      </p:grpSpPr>
      <p:sp>
        <p:nvSpPr>
          <p:cNvPr id="37" name="Google Shape;37;p5"/>
          <p:cNvSpPr txBox="1">
            <a:spLocks noGrp="1"/>
          </p:cNvSpPr>
          <p:nvPr>
            <p:ph type="ctrTitle"/>
          </p:nvPr>
        </p:nvSpPr>
        <p:spPr>
          <a:xfrm>
            <a:off x="3221800" y="3969140"/>
            <a:ext cx="5748400" cy="42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100"/>
              <a:buFont typeface="Abel"/>
              <a:buNone/>
              <a:defRPr sz="1467" b="0">
                <a:solidFill>
                  <a:schemeClr val="lt1"/>
                </a:solidFill>
                <a:latin typeface="Abel"/>
                <a:ea typeface="Abel"/>
                <a:cs typeface="Abel"/>
                <a:sym typeface="Abel"/>
              </a:defRPr>
            </a:lvl1pPr>
            <a:lvl2pPr lvl="1" algn="ctr" rtl="0">
              <a:spcBef>
                <a:spcPts val="0"/>
              </a:spcBef>
              <a:spcAft>
                <a:spcPts val="0"/>
              </a:spcAft>
              <a:buClr>
                <a:schemeClr val="lt1"/>
              </a:buClr>
              <a:buSzPts val="5200"/>
              <a:buNone/>
              <a:defRPr sz="6933">
                <a:solidFill>
                  <a:schemeClr val="lt1"/>
                </a:solidFill>
              </a:defRPr>
            </a:lvl2pPr>
            <a:lvl3pPr lvl="2" algn="ctr" rtl="0">
              <a:spcBef>
                <a:spcPts val="0"/>
              </a:spcBef>
              <a:spcAft>
                <a:spcPts val="0"/>
              </a:spcAft>
              <a:buClr>
                <a:schemeClr val="lt1"/>
              </a:buClr>
              <a:buSzPts val="5200"/>
              <a:buNone/>
              <a:defRPr sz="6933">
                <a:solidFill>
                  <a:schemeClr val="lt1"/>
                </a:solidFill>
              </a:defRPr>
            </a:lvl3pPr>
            <a:lvl4pPr lvl="3" algn="ctr" rtl="0">
              <a:spcBef>
                <a:spcPts val="0"/>
              </a:spcBef>
              <a:spcAft>
                <a:spcPts val="0"/>
              </a:spcAft>
              <a:buClr>
                <a:schemeClr val="lt1"/>
              </a:buClr>
              <a:buSzPts val="5200"/>
              <a:buNone/>
              <a:defRPr sz="6933">
                <a:solidFill>
                  <a:schemeClr val="lt1"/>
                </a:solidFill>
              </a:defRPr>
            </a:lvl4pPr>
            <a:lvl5pPr lvl="4" algn="ctr" rtl="0">
              <a:spcBef>
                <a:spcPts val="0"/>
              </a:spcBef>
              <a:spcAft>
                <a:spcPts val="0"/>
              </a:spcAft>
              <a:buClr>
                <a:schemeClr val="lt1"/>
              </a:buClr>
              <a:buSzPts val="5200"/>
              <a:buNone/>
              <a:defRPr sz="6933">
                <a:solidFill>
                  <a:schemeClr val="lt1"/>
                </a:solidFill>
              </a:defRPr>
            </a:lvl5pPr>
            <a:lvl6pPr lvl="5" algn="ctr" rtl="0">
              <a:spcBef>
                <a:spcPts val="0"/>
              </a:spcBef>
              <a:spcAft>
                <a:spcPts val="0"/>
              </a:spcAft>
              <a:buClr>
                <a:schemeClr val="lt1"/>
              </a:buClr>
              <a:buSzPts val="5200"/>
              <a:buNone/>
              <a:defRPr sz="6933">
                <a:solidFill>
                  <a:schemeClr val="lt1"/>
                </a:solidFill>
              </a:defRPr>
            </a:lvl6pPr>
            <a:lvl7pPr lvl="6" algn="ctr" rtl="0">
              <a:spcBef>
                <a:spcPts val="0"/>
              </a:spcBef>
              <a:spcAft>
                <a:spcPts val="0"/>
              </a:spcAft>
              <a:buClr>
                <a:schemeClr val="lt1"/>
              </a:buClr>
              <a:buSzPts val="5200"/>
              <a:buNone/>
              <a:defRPr sz="6933">
                <a:solidFill>
                  <a:schemeClr val="lt1"/>
                </a:solidFill>
              </a:defRPr>
            </a:lvl7pPr>
            <a:lvl8pPr lvl="7" algn="ctr" rtl="0">
              <a:spcBef>
                <a:spcPts val="0"/>
              </a:spcBef>
              <a:spcAft>
                <a:spcPts val="0"/>
              </a:spcAft>
              <a:buClr>
                <a:schemeClr val="lt1"/>
              </a:buClr>
              <a:buSzPts val="5200"/>
              <a:buNone/>
              <a:defRPr sz="6933">
                <a:solidFill>
                  <a:schemeClr val="lt1"/>
                </a:solidFill>
              </a:defRPr>
            </a:lvl8pPr>
            <a:lvl9pPr lvl="8" algn="ctr" rtl="0">
              <a:spcBef>
                <a:spcPts val="0"/>
              </a:spcBef>
              <a:spcAft>
                <a:spcPts val="0"/>
              </a:spcAft>
              <a:buClr>
                <a:schemeClr val="lt1"/>
              </a:buClr>
              <a:buSzPts val="5200"/>
              <a:buNone/>
              <a:defRPr sz="6933">
                <a:solidFill>
                  <a:schemeClr val="lt1"/>
                </a:solidFill>
              </a:defRPr>
            </a:lvl9pPr>
          </a:lstStyle>
          <a:p>
            <a:endParaRPr/>
          </a:p>
        </p:txBody>
      </p:sp>
      <p:sp>
        <p:nvSpPr>
          <p:cNvPr id="38" name="Google Shape;38;p5"/>
          <p:cNvSpPr txBox="1">
            <a:spLocks noGrp="1"/>
          </p:cNvSpPr>
          <p:nvPr>
            <p:ph type="subTitle" idx="1"/>
          </p:nvPr>
        </p:nvSpPr>
        <p:spPr>
          <a:xfrm>
            <a:off x="3061800" y="2466867"/>
            <a:ext cx="6068400" cy="42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800"/>
              <a:buFont typeface="Fredoka One"/>
              <a:buNone/>
              <a:defRPr>
                <a:solidFill>
                  <a:schemeClr val="lt1"/>
                </a:solidFill>
                <a:latin typeface="Fredoka One"/>
                <a:ea typeface="Fredoka One"/>
                <a:cs typeface="Fredoka One"/>
                <a:sym typeface="Fredoka One"/>
              </a:defRPr>
            </a:lvl1pPr>
            <a:lvl2pPr lvl="1" algn="ctr" rtl="0">
              <a:lnSpc>
                <a:spcPct val="100000"/>
              </a:lnSpc>
              <a:spcBef>
                <a:spcPts val="0"/>
              </a:spcBef>
              <a:spcAft>
                <a:spcPts val="0"/>
              </a:spcAft>
              <a:buClr>
                <a:schemeClr val="lt1"/>
              </a:buClr>
              <a:buSzPts val="2800"/>
              <a:buNone/>
              <a:defRPr sz="3733">
                <a:solidFill>
                  <a:schemeClr val="lt1"/>
                </a:solidFill>
              </a:defRPr>
            </a:lvl2pPr>
            <a:lvl3pPr lvl="2" algn="ctr" rtl="0">
              <a:lnSpc>
                <a:spcPct val="100000"/>
              </a:lnSpc>
              <a:spcBef>
                <a:spcPts val="0"/>
              </a:spcBef>
              <a:spcAft>
                <a:spcPts val="0"/>
              </a:spcAft>
              <a:buClr>
                <a:schemeClr val="lt1"/>
              </a:buClr>
              <a:buSzPts val="2800"/>
              <a:buNone/>
              <a:defRPr sz="3733">
                <a:solidFill>
                  <a:schemeClr val="lt1"/>
                </a:solidFill>
              </a:defRPr>
            </a:lvl3pPr>
            <a:lvl4pPr lvl="3" algn="ctr" rtl="0">
              <a:lnSpc>
                <a:spcPct val="100000"/>
              </a:lnSpc>
              <a:spcBef>
                <a:spcPts val="0"/>
              </a:spcBef>
              <a:spcAft>
                <a:spcPts val="0"/>
              </a:spcAft>
              <a:buClr>
                <a:schemeClr val="lt1"/>
              </a:buClr>
              <a:buSzPts val="2800"/>
              <a:buNone/>
              <a:defRPr sz="3733">
                <a:solidFill>
                  <a:schemeClr val="lt1"/>
                </a:solidFill>
              </a:defRPr>
            </a:lvl4pPr>
            <a:lvl5pPr lvl="4" algn="ctr" rtl="0">
              <a:lnSpc>
                <a:spcPct val="100000"/>
              </a:lnSpc>
              <a:spcBef>
                <a:spcPts val="0"/>
              </a:spcBef>
              <a:spcAft>
                <a:spcPts val="0"/>
              </a:spcAft>
              <a:buClr>
                <a:schemeClr val="lt1"/>
              </a:buClr>
              <a:buSzPts val="2800"/>
              <a:buNone/>
              <a:defRPr sz="3733">
                <a:solidFill>
                  <a:schemeClr val="lt1"/>
                </a:solidFill>
              </a:defRPr>
            </a:lvl5pPr>
            <a:lvl6pPr lvl="5" algn="ctr" rtl="0">
              <a:lnSpc>
                <a:spcPct val="100000"/>
              </a:lnSpc>
              <a:spcBef>
                <a:spcPts val="0"/>
              </a:spcBef>
              <a:spcAft>
                <a:spcPts val="0"/>
              </a:spcAft>
              <a:buClr>
                <a:schemeClr val="lt1"/>
              </a:buClr>
              <a:buSzPts val="2800"/>
              <a:buNone/>
              <a:defRPr sz="3733">
                <a:solidFill>
                  <a:schemeClr val="lt1"/>
                </a:solidFill>
              </a:defRPr>
            </a:lvl6pPr>
            <a:lvl7pPr lvl="6" algn="ctr" rtl="0">
              <a:lnSpc>
                <a:spcPct val="100000"/>
              </a:lnSpc>
              <a:spcBef>
                <a:spcPts val="0"/>
              </a:spcBef>
              <a:spcAft>
                <a:spcPts val="0"/>
              </a:spcAft>
              <a:buClr>
                <a:schemeClr val="lt1"/>
              </a:buClr>
              <a:buSzPts val="2800"/>
              <a:buNone/>
              <a:defRPr sz="3733">
                <a:solidFill>
                  <a:schemeClr val="lt1"/>
                </a:solidFill>
              </a:defRPr>
            </a:lvl7pPr>
            <a:lvl8pPr lvl="7" algn="ctr" rtl="0">
              <a:lnSpc>
                <a:spcPct val="100000"/>
              </a:lnSpc>
              <a:spcBef>
                <a:spcPts val="0"/>
              </a:spcBef>
              <a:spcAft>
                <a:spcPts val="0"/>
              </a:spcAft>
              <a:buClr>
                <a:schemeClr val="lt1"/>
              </a:buClr>
              <a:buSzPts val="2800"/>
              <a:buNone/>
              <a:defRPr sz="3733">
                <a:solidFill>
                  <a:schemeClr val="lt1"/>
                </a:solidFill>
              </a:defRPr>
            </a:lvl8pPr>
            <a:lvl9pPr lvl="8" algn="ctr" rtl="0">
              <a:lnSpc>
                <a:spcPct val="100000"/>
              </a:lnSpc>
              <a:spcBef>
                <a:spcPts val="0"/>
              </a:spcBef>
              <a:spcAft>
                <a:spcPts val="0"/>
              </a:spcAft>
              <a:buClr>
                <a:schemeClr val="lt1"/>
              </a:buClr>
              <a:buSzPts val="2800"/>
              <a:buNone/>
              <a:defRPr sz="3733">
                <a:solidFill>
                  <a:schemeClr val="lt1"/>
                </a:solidFill>
              </a:defRPr>
            </a:lvl9pPr>
          </a:lstStyle>
          <a:p>
            <a:endParaRPr/>
          </a:p>
        </p:txBody>
      </p:sp>
      <p:sp>
        <p:nvSpPr>
          <p:cNvPr id="39" name="Google Shape;39;p5"/>
          <p:cNvSpPr txBox="1">
            <a:spLocks noGrp="1"/>
          </p:cNvSpPr>
          <p:nvPr>
            <p:ph type="sldNum" idx="12"/>
          </p:nvPr>
        </p:nvSpPr>
        <p:spPr>
          <a:xfrm>
            <a:off x="5730212" y="6225668"/>
            <a:ext cx="731600" cy="524800"/>
          </a:xfrm>
          <a:prstGeom prst="rect">
            <a:avLst/>
          </a:prstGeom>
          <a:ln>
            <a:noFill/>
          </a:ln>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ctr"/>
            <a:fld id="{00000000-1234-1234-1234-123412341234}" type="slidenum">
              <a:rPr lang="en" smtClean="0"/>
              <a:pPr algn="ctr"/>
              <a:t>‹#›</a:t>
            </a:fld>
            <a:endParaRPr lang="en"/>
          </a:p>
        </p:txBody>
      </p:sp>
      <p:cxnSp>
        <p:nvCxnSpPr>
          <p:cNvPr id="40" name="Google Shape;40;p5"/>
          <p:cNvCxnSpPr/>
          <p:nvPr/>
        </p:nvCxnSpPr>
        <p:spPr>
          <a:xfrm>
            <a:off x="4739011" y="6491201"/>
            <a:ext cx="991200" cy="5600"/>
          </a:xfrm>
          <a:prstGeom prst="straightConnector1">
            <a:avLst/>
          </a:prstGeom>
          <a:noFill/>
          <a:ln w="9525" cap="flat" cmpd="sng">
            <a:solidFill>
              <a:srgbClr val="FFFFFF"/>
            </a:solidFill>
            <a:prstDash val="solid"/>
            <a:round/>
            <a:headEnd type="none" w="med" len="med"/>
            <a:tailEnd type="none" w="med" len="med"/>
          </a:ln>
        </p:spPr>
      </p:cxnSp>
      <p:cxnSp>
        <p:nvCxnSpPr>
          <p:cNvPr id="41" name="Google Shape;41;p5"/>
          <p:cNvCxnSpPr/>
          <p:nvPr/>
        </p:nvCxnSpPr>
        <p:spPr>
          <a:xfrm>
            <a:off x="6461811" y="6491201"/>
            <a:ext cx="991200" cy="5600"/>
          </a:xfrm>
          <a:prstGeom prst="straightConnector1">
            <a:avLst/>
          </a:prstGeom>
          <a:noFill/>
          <a:ln w="9525" cap="flat" cmpd="sng">
            <a:solidFill>
              <a:srgbClr val="FFFFFF"/>
            </a:solidFill>
            <a:prstDash val="solid"/>
            <a:round/>
            <a:headEnd type="none" w="med" len="med"/>
            <a:tailEnd type="none" w="med" len="med"/>
          </a:ln>
        </p:spPr>
      </p:cxnSp>
      <p:sp>
        <p:nvSpPr>
          <p:cNvPr id="42" name="Google Shape;42;p5"/>
          <p:cNvSpPr/>
          <p:nvPr/>
        </p:nvSpPr>
        <p:spPr>
          <a:xfrm>
            <a:off x="828933" y="1034000"/>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 name="Google Shape;43;p5"/>
          <p:cNvSpPr/>
          <p:nvPr/>
        </p:nvSpPr>
        <p:spPr>
          <a:xfrm>
            <a:off x="3283933" y="4743167"/>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 name="Google Shape;44;p5"/>
          <p:cNvSpPr/>
          <p:nvPr/>
        </p:nvSpPr>
        <p:spPr>
          <a:xfrm>
            <a:off x="7547067" y="260100"/>
            <a:ext cx="524800" cy="5248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74694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1">
  <p:cSld name="SECTION 1">
    <p:spTree>
      <p:nvGrpSpPr>
        <p:cNvPr id="1" name="Shape 65"/>
        <p:cNvGrpSpPr/>
        <p:nvPr/>
      </p:nvGrpSpPr>
      <p:grpSpPr>
        <a:xfrm>
          <a:off x="0" y="0"/>
          <a:ext cx="0" cy="0"/>
          <a:chOff x="0" y="0"/>
          <a:chExt cx="0" cy="0"/>
        </a:xfrm>
      </p:grpSpPr>
      <p:sp>
        <p:nvSpPr>
          <p:cNvPr id="66" name="Google Shape;66;p7"/>
          <p:cNvSpPr/>
          <p:nvPr/>
        </p:nvSpPr>
        <p:spPr>
          <a:xfrm>
            <a:off x="4060800" y="1393800"/>
            <a:ext cx="4070400" cy="4070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7"/>
          <p:cNvSpPr txBox="1">
            <a:spLocks noGrp="1"/>
          </p:cNvSpPr>
          <p:nvPr>
            <p:ph type="ctrTitle"/>
          </p:nvPr>
        </p:nvSpPr>
        <p:spPr>
          <a:xfrm>
            <a:off x="3221800" y="2726181"/>
            <a:ext cx="5748400" cy="1196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Clr>
                <a:schemeClr val="lt1"/>
              </a:buClr>
              <a:buSzPts val="5200"/>
              <a:buNone/>
              <a:defRPr sz="6933">
                <a:solidFill>
                  <a:schemeClr val="lt1"/>
                </a:solidFill>
              </a:defRPr>
            </a:lvl2pPr>
            <a:lvl3pPr lvl="2" algn="ctr" rtl="0">
              <a:spcBef>
                <a:spcPts val="0"/>
              </a:spcBef>
              <a:spcAft>
                <a:spcPts val="0"/>
              </a:spcAft>
              <a:buClr>
                <a:schemeClr val="lt1"/>
              </a:buClr>
              <a:buSzPts val="5200"/>
              <a:buNone/>
              <a:defRPr sz="6933">
                <a:solidFill>
                  <a:schemeClr val="lt1"/>
                </a:solidFill>
              </a:defRPr>
            </a:lvl3pPr>
            <a:lvl4pPr lvl="3" algn="ctr" rtl="0">
              <a:spcBef>
                <a:spcPts val="0"/>
              </a:spcBef>
              <a:spcAft>
                <a:spcPts val="0"/>
              </a:spcAft>
              <a:buClr>
                <a:schemeClr val="lt1"/>
              </a:buClr>
              <a:buSzPts val="5200"/>
              <a:buNone/>
              <a:defRPr sz="6933">
                <a:solidFill>
                  <a:schemeClr val="lt1"/>
                </a:solidFill>
              </a:defRPr>
            </a:lvl4pPr>
            <a:lvl5pPr lvl="4" algn="ctr" rtl="0">
              <a:spcBef>
                <a:spcPts val="0"/>
              </a:spcBef>
              <a:spcAft>
                <a:spcPts val="0"/>
              </a:spcAft>
              <a:buClr>
                <a:schemeClr val="lt1"/>
              </a:buClr>
              <a:buSzPts val="5200"/>
              <a:buNone/>
              <a:defRPr sz="6933">
                <a:solidFill>
                  <a:schemeClr val="lt1"/>
                </a:solidFill>
              </a:defRPr>
            </a:lvl5pPr>
            <a:lvl6pPr lvl="5" algn="ctr" rtl="0">
              <a:spcBef>
                <a:spcPts val="0"/>
              </a:spcBef>
              <a:spcAft>
                <a:spcPts val="0"/>
              </a:spcAft>
              <a:buClr>
                <a:schemeClr val="lt1"/>
              </a:buClr>
              <a:buSzPts val="5200"/>
              <a:buNone/>
              <a:defRPr sz="6933">
                <a:solidFill>
                  <a:schemeClr val="lt1"/>
                </a:solidFill>
              </a:defRPr>
            </a:lvl6pPr>
            <a:lvl7pPr lvl="6" algn="ctr" rtl="0">
              <a:spcBef>
                <a:spcPts val="0"/>
              </a:spcBef>
              <a:spcAft>
                <a:spcPts val="0"/>
              </a:spcAft>
              <a:buClr>
                <a:schemeClr val="lt1"/>
              </a:buClr>
              <a:buSzPts val="5200"/>
              <a:buNone/>
              <a:defRPr sz="6933">
                <a:solidFill>
                  <a:schemeClr val="lt1"/>
                </a:solidFill>
              </a:defRPr>
            </a:lvl7pPr>
            <a:lvl8pPr lvl="7" algn="ctr" rtl="0">
              <a:spcBef>
                <a:spcPts val="0"/>
              </a:spcBef>
              <a:spcAft>
                <a:spcPts val="0"/>
              </a:spcAft>
              <a:buClr>
                <a:schemeClr val="lt1"/>
              </a:buClr>
              <a:buSzPts val="5200"/>
              <a:buNone/>
              <a:defRPr sz="6933">
                <a:solidFill>
                  <a:schemeClr val="lt1"/>
                </a:solidFill>
              </a:defRPr>
            </a:lvl8pPr>
            <a:lvl9pPr lvl="8" algn="ctr" rtl="0">
              <a:spcBef>
                <a:spcPts val="0"/>
              </a:spcBef>
              <a:spcAft>
                <a:spcPts val="0"/>
              </a:spcAft>
              <a:buClr>
                <a:schemeClr val="lt1"/>
              </a:buClr>
              <a:buSzPts val="5200"/>
              <a:buNone/>
              <a:defRPr sz="6933">
                <a:solidFill>
                  <a:schemeClr val="lt1"/>
                </a:solidFill>
              </a:defRPr>
            </a:lvl9pPr>
          </a:lstStyle>
          <a:p>
            <a:endParaRPr/>
          </a:p>
        </p:txBody>
      </p:sp>
      <p:sp>
        <p:nvSpPr>
          <p:cNvPr id="68" name="Google Shape;68;p7"/>
          <p:cNvSpPr txBox="1">
            <a:spLocks noGrp="1"/>
          </p:cNvSpPr>
          <p:nvPr>
            <p:ph type="subTitle" idx="1"/>
          </p:nvPr>
        </p:nvSpPr>
        <p:spPr>
          <a:xfrm>
            <a:off x="4821600" y="3869951"/>
            <a:ext cx="2548800" cy="42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200"/>
              <a:buNone/>
              <a:defRPr sz="1600">
                <a:solidFill>
                  <a:schemeClr val="lt1"/>
                </a:solidFill>
              </a:defRPr>
            </a:lvl1pPr>
            <a:lvl2pPr lvl="1" algn="ctr" rtl="0">
              <a:lnSpc>
                <a:spcPct val="100000"/>
              </a:lnSpc>
              <a:spcBef>
                <a:spcPts val="0"/>
              </a:spcBef>
              <a:spcAft>
                <a:spcPts val="0"/>
              </a:spcAft>
              <a:buClr>
                <a:schemeClr val="lt1"/>
              </a:buClr>
              <a:buSzPts val="2800"/>
              <a:buNone/>
              <a:defRPr sz="3733">
                <a:solidFill>
                  <a:schemeClr val="lt1"/>
                </a:solidFill>
              </a:defRPr>
            </a:lvl2pPr>
            <a:lvl3pPr lvl="2" algn="ctr" rtl="0">
              <a:lnSpc>
                <a:spcPct val="100000"/>
              </a:lnSpc>
              <a:spcBef>
                <a:spcPts val="0"/>
              </a:spcBef>
              <a:spcAft>
                <a:spcPts val="0"/>
              </a:spcAft>
              <a:buClr>
                <a:schemeClr val="lt1"/>
              </a:buClr>
              <a:buSzPts val="2800"/>
              <a:buNone/>
              <a:defRPr sz="3733">
                <a:solidFill>
                  <a:schemeClr val="lt1"/>
                </a:solidFill>
              </a:defRPr>
            </a:lvl3pPr>
            <a:lvl4pPr lvl="3" algn="ctr" rtl="0">
              <a:lnSpc>
                <a:spcPct val="100000"/>
              </a:lnSpc>
              <a:spcBef>
                <a:spcPts val="0"/>
              </a:spcBef>
              <a:spcAft>
                <a:spcPts val="0"/>
              </a:spcAft>
              <a:buClr>
                <a:schemeClr val="lt1"/>
              </a:buClr>
              <a:buSzPts val="2800"/>
              <a:buNone/>
              <a:defRPr sz="3733">
                <a:solidFill>
                  <a:schemeClr val="lt1"/>
                </a:solidFill>
              </a:defRPr>
            </a:lvl4pPr>
            <a:lvl5pPr lvl="4" algn="ctr" rtl="0">
              <a:lnSpc>
                <a:spcPct val="100000"/>
              </a:lnSpc>
              <a:spcBef>
                <a:spcPts val="0"/>
              </a:spcBef>
              <a:spcAft>
                <a:spcPts val="0"/>
              </a:spcAft>
              <a:buClr>
                <a:schemeClr val="lt1"/>
              </a:buClr>
              <a:buSzPts val="2800"/>
              <a:buNone/>
              <a:defRPr sz="3733">
                <a:solidFill>
                  <a:schemeClr val="lt1"/>
                </a:solidFill>
              </a:defRPr>
            </a:lvl5pPr>
            <a:lvl6pPr lvl="5" algn="ctr" rtl="0">
              <a:lnSpc>
                <a:spcPct val="100000"/>
              </a:lnSpc>
              <a:spcBef>
                <a:spcPts val="0"/>
              </a:spcBef>
              <a:spcAft>
                <a:spcPts val="0"/>
              </a:spcAft>
              <a:buClr>
                <a:schemeClr val="lt1"/>
              </a:buClr>
              <a:buSzPts val="2800"/>
              <a:buNone/>
              <a:defRPr sz="3733">
                <a:solidFill>
                  <a:schemeClr val="lt1"/>
                </a:solidFill>
              </a:defRPr>
            </a:lvl6pPr>
            <a:lvl7pPr lvl="6" algn="ctr" rtl="0">
              <a:lnSpc>
                <a:spcPct val="100000"/>
              </a:lnSpc>
              <a:spcBef>
                <a:spcPts val="0"/>
              </a:spcBef>
              <a:spcAft>
                <a:spcPts val="0"/>
              </a:spcAft>
              <a:buClr>
                <a:schemeClr val="lt1"/>
              </a:buClr>
              <a:buSzPts val="2800"/>
              <a:buNone/>
              <a:defRPr sz="3733">
                <a:solidFill>
                  <a:schemeClr val="lt1"/>
                </a:solidFill>
              </a:defRPr>
            </a:lvl7pPr>
            <a:lvl8pPr lvl="7" algn="ctr" rtl="0">
              <a:lnSpc>
                <a:spcPct val="100000"/>
              </a:lnSpc>
              <a:spcBef>
                <a:spcPts val="0"/>
              </a:spcBef>
              <a:spcAft>
                <a:spcPts val="0"/>
              </a:spcAft>
              <a:buClr>
                <a:schemeClr val="lt1"/>
              </a:buClr>
              <a:buSzPts val="2800"/>
              <a:buNone/>
              <a:defRPr sz="3733">
                <a:solidFill>
                  <a:schemeClr val="lt1"/>
                </a:solidFill>
              </a:defRPr>
            </a:lvl8pPr>
            <a:lvl9pPr lvl="8" algn="ctr" rtl="0">
              <a:lnSpc>
                <a:spcPct val="100000"/>
              </a:lnSpc>
              <a:spcBef>
                <a:spcPts val="0"/>
              </a:spcBef>
              <a:spcAft>
                <a:spcPts val="0"/>
              </a:spcAft>
              <a:buClr>
                <a:schemeClr val="lt1"/>
              </a:buClr>
              <a:buSzPts val="2800"/>
              <a:buNone/>
              <a:defRPr sz="3733">
                <a:solidFill>
                  <a:schemeClr val="lt1"/>
                </a:solidFill>
              </a:defRPr>
            </a:lvl9pPr>
          </a:lstStyle>
          <a:p>
            <a:endParaRPr/>
          </a:p>
        </p:txBody>
      </p:sp>
      <p:sp>
        <p:nvSpPr>
          <p:cNvPr id="69" name="Google Shape;69;p7"/>
          <p:cNvSpPr txBox="1">
            <a:spLocks noGrp="1"/>
          </p:cNvSpPr>
          <p:nvPr>
            <p:ph type="title" idx="2" hasCustomPrompt="1"/>
          </p:nvPr>
        </p:nvSpPr>
        <p:spPr>
          <a:xfrm>
            <a:off x="3751200" y="2478051"/>
            <a:ext cx="4689600" cy="789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4000">
                <a:solidFill>
                  <a:schemeClr val="lt1"/>
                </a:solidFill>
              </a:defRPr>
            </a:lvl1pPr>
            <a:lvl2pPr lvl="1" algn="ctr" rtl="0">
              <a:spcBef>
                <a:spcPts val="0"/>
              </a:spcBef>
              <a:spcAft>
                <a:spcPts val="0"/>
              </a:spcAft>
              <a:buClr>
                <a:schemeClr val="lt1"/>
              </a:buClr>
              <a:buSzPts val="12000"/>
              <a:buNone/>
              <a:defRPr sz="16000">
                <a:solidFill>
                  <a:schemeClr val="lt1"/>
                </a:solidFill>
              </a:defRPr>
            </a:lvl2pPr>
            <a:lvl3pPr lvl="2" algn="ctr" rtl="0">
              <a:spcBef>
                <a:spcPts val="0"/>
              </a:spcBef>
              <a:spcAft>
                <a:spcPts val="0"/>
              </a:spcAft>
              <a:buClr>
                <a:schemeClr val="lt1"/>
              </a:buClr>
              <a:buSzPts val="12000"/>
              <a:buNone/>
              <a:defRPr sz="16000">
                <a:solidFill>
                  <a:schemeClr val="lt1"/>
                </a:solidFill>
              </a:defRPr>
            </a:lvl3pPr>
            <a:lvl4pPr lvl="3" algn="ctr" rtl="0">
              <a:spcBef>
                <a:spcPts val="0"/>
              </a:spcBef>
              <a:spcAft>
                <a:spcPts val="0"/>
              </a:spcAft>
              <a:buClr>
                <a:schemeClr val="lt1"/>
              </a:buClr>
              <a:buSzPts val="12000"/>
              <a:buNone/>
              <a:defRPr sz="16000">
                <a:solidFill>
                  <a:schemeClr val="lt1"/>
                </a:solidFill>
              </a:defRPr>
            </a:lvl4pPr>
            <a:lvl5pPr lvl="4" algn="ctr" rtl="0">
              <a:spcBef>
                <a:spcPts val="0"/>
              </a:spcBef>
              <a:spcAft>
                <a:spcPts val="0"/>
              </a:spcAft>
              <a:buClr>
                <a:schemeClr val="lt1"/>
              </a:buClr>
              <a:buSzPts val="12000"/>
              <a:buNone/>
              <a:defRPr sz="16000">
                <a:solidFill>
                  <a:schemeClr val="lt1"/>
                </a:solidFill>
              </a:defRPr>
            </a:lvl5pPr>
            <a:lvl6pPr lvl="5" algn="ctr" rtl="0">
              <a:spcBef>
                <a:spcPts val="0"/>
              </a:spcBef>
              <a:spcAft>
                <a:spcPts val="0"/>
              </a:spcAft>
              <a:buClr>
                <a:schemeClr val="lt1"/>
              </a:buClr>
              <a:buSzPts val="12000"/>
              <a:buNone/>
              <a:defRPr sz="16000">
                <a:solidFill>
                  <a:schemeClr val="lt1"/>
                </a:solidFill>
              </a:defRPr>
            </a:lvl6pPr>
            <a:lvl7pPr lvl="6" algn="ctr" rtl="0">
              <a:spcBef>
                <a:spcPts val="0"/>
              </a:spcBef>
              <a:spcAft>
                <a:spcPts val="0"/>
              </a:spcAft>
              <a:buClr>
                <a:schemeClr val="lt1"/>
              </a:buClr>
              <a:buSzPts val="12000"/>
              <a:buNone/>
              <a:defRPr sz="16000">
                <a:solidFill>
                  <a:schemeClr val="lt1"/>
                </a:solidFill>
              </a:defRPr>
            </a:lvl7pPr>
            <a:lvl8pPr lvl="7" algn="ctr" rtl="0">
              <a:spcBef>
                <a:spcPts val="0"/>
              </a:spcBef>
              <a:spcAft>
                <a:spcPts val="0"/>
              </a:spcAft>
              <a:buClr>
                <a:schemeClr val="lt1"/>
              </a:buClr>
              <a:buSzPts val="12000"/>
              <a:buNone/>
              <a:defRPr sz="16000">
                <a:solidFill>
                  <a:schemeClr val="lt1"/>
                </a:solidFill>
              </a:defRPr>
            </a:lvl8pPr>
            <a:lvl9pPr lvl="8" algn="ctr" rtl="0">
              <a:spcBef>
                <a:spcPts val="0"/>
              </a:spcBef>
              <a:spcAft>
                <a:spcPts val="0"/>
              </a:spcAft>
              <a:buClr>
                <a:schemeClr val="lt1"/>
              </a:buClr>
              <a:buSzPts val="12000"/>
              <a:buNone/>
              <a:defRPr sz="16000">
                <a:solidFill>
                  <a:schemeClr val="lt1"/>
                </a:solidFill>
              </a:defRPr>
            </a:lvl9pPr>
          </a:lstStyle>
          <a:p>
            <a:r>
              <a:t>xx%</a:t>
            </a:r>
          </a:p>
        </p:txBody>
      </p:sp>
      <p:sp>
        <p:nvSpPr>
          <p:cNvPr id="70" name="Google Shape;70;p7"/>
          <p:cNvSpPr txBox="1">
            <a:spLocks noGrp="1"/>
          </p:cNvSpPr>
          <p:nvPr>
            <p:ph type="sldNum" idx="12"/>
          </p:nvPr>
        </p:nvSpPr>
        <p:spPr>
          <a:xfrm>
            <a:off x="5730212" y="6231601"/>
            <a:ext cx="731600" cy="524800"/>
          </a:xfrm>
          <a:prstGeom prst="rect">
            <a:avLst/>
          </a:prstGeom>
        </p:spPr>
        <p:txBody>
          <a:bodyPr spcFirstLastPara="1" wrap="square" lIns="91425" tIns="91425" rIns="91425" bIns="91425" anchor="t" anchorCtr="0">
            <a:noAutofit/>
          </a:bodyPr>
          <a:lstStyle>
            <a:lvl1pPr lvl="0" algn="ctr" rtl="0">
              <a:buNone/>
              <a:defRPr sz="1733">
                <a:latin typeface="Abel"/>
                <a:ea typeface="Abel"/>
                <a:cs typeface="Abel"/>
                <a:sym typeface="Abel"/>
              </a:defRPr>
            </a:lvl1pPr>
            <a:lvl2pPr lvl="1" algn="ctr" rtl="0">
              <a:buNone/>
              <a:defRPr sz="1733">
                <a:latin typeface="Abel"/>
                <a:ea typeface="Abel"/>
                <a:cs typeface="Abel"/>
                <a:sym typeface="Abel"/>
              </a:defRPr>
            </a:lvl2pPr>
            <a:lvl3pPr lvl="2" algn="ctr" rtl="0">
              <a:buNone/>
              <a:defRPr sz="1733">
                <a:latin typeface="Abel"/>
                <a:ea typeface="Abel"/>
                <a:cs typeface="Abel"/>
                <a:sym typeface="Abel"/>
              </a:defRPr>
            </a:lvl3pPr>
            <a:lvl4pPr lvl="3" algn="ctr" rtl="0">
              <a:buNone/>
              <a:defRPr sz="1733">
                <a:latin typeface="Abel"/>
                <a:ea typeface="Abel"/>
                <a:cs typeface="Abel"/>
                <a:sym typeface="Abel"/>
              </a:defRPr>
            </a:lvl4pPr>
            <a:lvl5pPr lvl="4" algn="ctr" rtl="0">
              <a:buNone/>
              <a:defRPr sz="1733">
                <a:latin typeface="Abel"/>
                <a:ea typeface="Abel"/>
                <a:cs typeface="Abel"/>
                <a:sym typeface="Abel"/>
              </a:defRPr>
            </a:lvl5pPr>
            <a:lvl6pPr lvl="5" algn="ctr" rtl="0">
              <a:buNone/>
              <a:defRPr sz="1733">
                <a:latin typeface="Abel"/>
                <a:ea typeface="Abel"/>
                <a:cs typeface="Abel"/>
                <a:sym typeface="Abel"/>
              </a:defRPr>
            </a:lvl6pPr>
            <a:lvl7pPr lvl="6" algn="ctr" rtl="0">
              <a:buNone/>
              <a:defRPr sz="1733">
                <a:latin typeface="Abel"/>
                <a:ea typeface="Abel"/>
                <a:cs typeface="Abel"/>
                <a:sym typeface="Abel"/>
              </a:defRPr>
            </a:lvl7pPr>
            <a:lvl8pPr lvl="7" algn="ctr" rtl="0">
              <a:buNone/>
              <a:defRPr sz="1733">
                <a:latin typeface="Abel"/>
                <a:ea typeface="Abel"/>
                <a:cs typeface="Abel"/>
                <a:sym typeface="Abel"/>
              </a:defRPr>
            </a:lvl8pPr>
            <a:lvl9pPr lvl="8" algn="ctr" rtl="0">
              <a:buNone/>
              <a:defRPr sz="1733">
                <a:latin typeface="Abel"/>
                <a:ea typeface="Abel"/>
                <a:cs typeface="Abel"/>
                <a:sym typeface="Abel"/>
              </a:defRPr>
            </a:lvl9pPr>
          </a:lstStyle>
          <a:p>
            <a:fld id="{00000000-1234-1234-1234-123412341234}" type="slidenum">
              <a:rPr lang="en" smtClean="0"/>
              <a:pPr/>
              <a:t>‹#›</a:t>
            </a:fld>
            <a:endParaRPr lang="en"/>
          </a:p>
        </p:txBody>
      </p:sp>
      <p:cxnSp>
        <p:nvCxnSpPr>
          <p:cNvPr id="71" name="Google Shape;71;p7"/>
          <p:cNvCxnSpPr/>
          <p:nvPr/>
        </p:nvCxnSpPr>
        <p:spPr>
          <a:xfrm>
            <a:off x="4739011" y="6491201"/>
            <a:ext cx="991200" cy="5600"/>
          </a:xfrm>
          <a:prstGeom prst="straightConnector1">
            <a:avLst/>
          </a:prstGeom>
          <a:noFill/>
          <a:ln w="9525" cap="flat" cmpd="sng">
            <a:solidFill>
              <a:srgbClr val="FFFFFF"/>
            </a:solidFill>
            <a:prstDash val="solid"/>
            <a:round/>
            <a:headEnd type="none" w="med" len="med"/>
            <a:tailEnd type="none" w="med" len="med"/>
          </a:ln>
        </p:spPr>
      </p:cxnSp>
      <p:cxnSp>
        <p:nvCxnSpPr>
          <p:cNvPr id="72" name="Google Shape;72;p7"/>
          <p:cNvCxnSpPr/>
          <p:nvPr/>
        </p:nvCxnSpPr>
        <p:spPr>
          <a:xfrm>
            <a:off x="6461811" y="6491201"/>
            <a:ext cx="991200" cy="5600"/>
          </a:xfrm>
          <a:prstGeom prst="straightConnector1">
            <a:avLst/>
          </a:prstGeom>
          <a:noFill/>
          <a:ln w="9525" cap="flat" cmpd="sng">
            <a:solidFill>
              <a:srgbClr val="FFFFFF"/>
            </a:solidFill>
            <a:prstDash val="solid"/>
            <a:round/>
            <a:headEnd type="none" w="med" len="med"/>
            <a:tailEnd type="none" w="med" len="med"/>
          </a:ln>
        </p:spPr>
      </p:cxnSp>
      <p:sp>
        <p:nvSpPr>
          <p:cNvPr id="73" name="Google Shape;73;p7"/>
          <p:cNvSpPr/>
          <p:nvPr/>
        </p:nvSpPr>
        <p:spPr>
          <a:xfrm>
            <a:off x="1946200" y="383667"/>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7"/>
          <p:cNvSpPr/>
          <p:nvPr/>
        </p:nvSpPr>
        <p:spPr>
          <a:xfrm>
            <a:off x="8677467" y="2554600"/>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 name="Google Shape;75;p7"/>
          <p:cNvSpPr/>
          <p:nvPr/>
        </p:nvSpPr>
        <p:spPr>
          <a:xfrm>
            <a:off x="3790967" y="5103467"/>
            <a:ext cx="874400" cy="874400"/>
          </a:xfrm>
          <a:prstGeom prst="ellipse">
            <a:avLst/>
          </a:prstGeom>
          <a:solidFill>
            <a:srgbClr val="FFFFFF">
              <a:alpha val="151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6" name="Google Shape;76;p7"/>
          <p:cNvSpPr/>
          <p:nvPr/>
        </p:nvSpPr>
        <p:spPr>
          <a:xfrm>
            <a:off x="149599" y="5236328"/>
            <a:ext cx="3601600" cy="3601600"/>
          </a:xfrm>
          <a:prstGeom prst="blockArc">
            <a:avLst>
              <a:gd name="adj1" fmla="val 10800000"/>
              <a:gd name="adj2" fmla="val 21571275"/>
              <a:gd name="adj3" fmla="val 1374"/>
            </a:avLst>
          </a:prstGeom>
          <a:solidFill>
            <a:srgbClr val="FFFFFF">
              <a:alpha val="3929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66815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A57964-B18F-415F-9F08-9CF9AE506D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626F54A-3685-43DA-A588-477A0D439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17A7C81-644F-427D-B157-6D9336B32B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BFB754-98EE-40DF-B51A-4312722970D1}" type="datetimeFigureOut">
              <a:rPr lang="en-AU" smtClean="0"/>
              <a:t>9/11/2021</a:t>
            </a:fld>
            <a:endParaRPr lang="en-AU"/>
          </a:p>
        </p:txBody>
      </p:sp>
      <p:sp>
        <p:nvSpPr>
          <p:cNvPr id="5" name="Footer Placeholder 4">
            <a:extLst>
              <a:ext uri="{FF2B5EF4-FFF2-40B4-BE49-F238E27FC236}">
                <a16:creationId xmlns:a16="http://schemas.microsoft.com/office/drawing/2014/main" id="{852C8F36-DD08-41F5-9A2B-41D34EE6E0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9B448AE-4362-4239-BA1D-261B0D6BEF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C391ED-DBE5-4CBF-8025-9942D66046C8}" type="slidenum">
              <a:rPr lang="en-AU" smtClean="0"/>
              <a:t>‹#›</a:t>
            </a:fld>
            <a:endParaRPr lang="en-AU"/>
          </a:p>
        </p:txBody>
      </p:sp>
    </p:spTree>
    <p:extLst>
      <p:ext uri="{BB962C8B-B14F-4D97-AF65-F5344CB8AC3E}">
        <p14:creationId xmlns:p14="http://schemas.microsoft.com/office/powerpoint/2010/main" val="328771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EEE52-7ABB-4892-8057-101A3D04B53F}"/>
              </a:ext>
            </a:extLst>
          </p:cNvPr>
          <p:cNvSpPr>
            <a:spLocks noGrp="1"/>
          </p:cNvSpPr>
          <p:nvPr>
            <p:ph type="ctrTitle"/>
          </p:nvPr>
        </p:nvSpPr>
        <p:spPr/>
        <p:txBody>
          <a:bodyPr/>
          <a:lstStyle/>
          <a:p>
            <a:endParaRPr lang="en-AU"/>
          </a:p>
        </p:txBody>
      </p:sp>
      <p:sp>
        <p:nvSpPr>
          <p:cNvPr id="3" name="Subtitle 2">
            <a:extLst>
              <a:ext uri="{FF2B5EF4-FFF2-40B4-BE49-F238E27FC236}">
                <a16:creationId xmlns:a16="http://schemas.microsoft.com/office/drawing/2014/main" id="{FD47B2A8-0713-4377-8AA4-06FE5C8C6C63}"/>
              </a:ext>
            </a:extLst>
          </p:cNvPr>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151574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7"/>
          <p:cNvSpPr txBox="1">
            <a:spLocks noGrp="1"/>
          </p:cNvSpPr>
          <p:nvPr>
            <p:ph type="ctrTitle"/>
          </p:nvPr>
        </p:nvSpPr>
        <p:spPr>
          <a:xfrm>
            <a:off x="138176" y="163707"/>
            <a:ext cx="11915648" cy="1326400"/>
          </a:xfrm>
          <a:prstGeom prst="rect">
            <a:avLst/>
          </a:prstGeom>
        </p:spPr>
        <p:txBody>
          <a:bodyPr spcFirstLastPara="1" vert="horz" wrap="square" lIns="121900" tIns="121900" rIns="121900" bIns="121900" rtlCol="0" anchor="b" anchorCtr="0">
            <a:noAutofit/>
          </a:bodyPr>
          <a:lstStyle/>
          <a:p>
            <a:pPr algn="l">
              <a:spcBef>
                <a:spcPts val="0"/>
              </a:spcBef>
            </a:pPr>
            <a:r>
              <a:rPr lang="en" sz="2800" dirty="0"/>
              <a:t>Topic: Place Value</a:t>
            </a:r>
            <a:br>
              <a:rPr lang="en" sz="2800" dirty="0"/>
            </a:br>
            <a:r>
              <a:rPr lang="en" sz="2800" dirty="0"/>
              <a:t>EQ: How can the associative, commutative and distributive laws make maths easier?</a:t>
            </a:r>
            <a:endParaRPr sz="2800" dirty="0"/>
          </a:p>
        </p:txBody>
      </p:sp>
      <p:sp>
        <p:nvSpPr>
          <p:cNvPr id="353" name="Google Shape;353;p37"/>
          <p:cNvSpPr txBox="1">
            <a:spLocks noGrp="1"/>
          </p:cNvSpPr>
          <p:nvPr>
            <p:ph type="subTitle" idx="1"/>
          </p:nvPr>
        </p:nvSpPr>
        <p:spPr>
          <a:xfrm>
            <a:off x="-1821419" y="6334915"/>
            <a:ext cx="5748400" cy="422000"/>
          </a:xfrm>
          <a:prstGeom prst="rect">
            <a:avLst/>
          </a:prstGeom>
        </p:spPr>
        <p:txBody>
          <a:bodyPr spcFirstLastPara="1" vert="horz" wrap="square" lIns="121900" tIns="121900" rIns="121900" bIns="121900" rtlCol="0" anchor="t" anchorCtr="0">
            <a:noAutofit/>
          </a:bodyPr>
          <a:lstStyle/>
          <a:p>
            <a:pPr>
              <a:spcBef>
                <a:spcPts val="0"/>
              </a:spcBef>
            </a:pPr>
            <a:r>
              <a:rPr lang="en-AU" dirty="0">
                <a:solidFill>
                  <a:srgbClr val="FFFFFF"/>
                </a:solidFill>
              </a:rPr>
              <a:t>Mrs. McLeod</a:t>
            </a:r>
            <a:endParaRPr dirty="0">
              <a:solidFill>
                <a:srgbClr val="FFFFFF"/>
              </a:solidFill>
            </a:endParaRPr>
          </a:p>
        </p:txBody>
      </p:sp>
      <p:sp>
        <p:nvSpPr>
          <p:cNvPr id="4" name="Rectangle 3"/>
          <p:cNvSpPr/>
          <p:nvPr/>
        </p:nvSpPr>
        <p:spPr>
          <a:xfrm>
            <a:off x="297070" y="2498777"/>
            <a:ext cx="10929257" cy="4097232"/>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5" name="TextBox 4">
            <a:extLst>
              <a:ext uri="{FF2B5EF4-FFF2-40B4-BE49-F238E27FC236}">
                <a16:creationId xmlns:a16="http://schemas.microsoft.com/office/drawing/2014/main" id="{D18E74DF-6605-45EC-B699-C5F0C20232F2}"/>
              </a:ext>
            </a:extLst>
          </p:cNvPr>
          <p:cNvSpPr txBox="1"/>
          <p:nvPr/>
        </p:nvSpPr>
        <p:spPr>
          <a:xfrm>
            <a:off x="236582" y="1817824"/>
            <a:ext cx="7968343" cy="461665"/>
          </a:xfrm>
          <a:prstGeom prst="rect">
            <a:avLst/>
          </a:prstGeom>
          <a:noFill/>
        </p:spPr>
        <p:txBody>
          <a:bodyPr wrap="square" rtlCol="0">
            <a:spAutoFit/>
          </a:bodyPr>
          <a:lstStyle/>
          <a:p>
            <a:r>
              <a:rPr lang="en-AU" sz="2400" dirty="0"/>
              <a:t>Get your VIVO’s.</a:t>
            </a:r>
          </a:p>
        </p:txBody>
      </p:sp>
      <p:sp>
        <p:nvSpPr>
          <p:cNvPr id="6" name="TextBox 5"/>
          <p:cNvSpPr txBox="1"/>
          <p:nvPr/>
        </p:nvSpPr>
        <p:spPr>
          <a:xfrm>
            <a:off x="709813" y="3179689"/>
            <a:ext cx="9022080" cy="3416320"/>
          </a:xfrm>
          <a:prstGeom prst="rect">
            <a:avLst/>
          </a:prstGeom>
          <a:noFill/>
        </p:spPr>
        <p:txBody>
          <a:bodyPr wrap="square" rtlCol="0">
            <a:spAutoFit/>
          </a:bodyPr>
          <a:lstStyle/>
          <a:p>
            <a:r>
              <a:rPr lang="en-AU" sz="2400" dirty="0"/>
              <a:t>Find the mystery number</a:t>
            </a:r>
          </a:p>
          <a:p>
            <a:endParaRPr lang="en-AU" sz="2400" dirty="0"/>
          </a:p>
          <a:p>
            <a:endParaRPr lang="en-AU" sz="2400" dirty="0"/>
          </a:p>
          <a:p>
            <a:endParaRPr lang="en-AU" sz="2400" dirty="0"/>
          </a:p>
          <a:p>
            <a:r>
              <a:rPr lang="en-AU" sz="2400" dirty="0"/>
              <a:t>Clues: </a:t>
            </a:r>
          </a:p>
          <a:p>
            <a:r>
              <a:rPr lang="en-AU" sz="2400" dirty="0"/>
              <a:t>1. Tenths place is the difference between the tens and ones place</a:t>
            </a:r>
          </a:p>
          <a:p>
            <a:r>
              <a:rPr lang="en-AU" sz="2400" dirty="0"/>
              <a:t>2. The hundreds place times 3 is the ones place</a:t>
            </a:r>
          </a:p>
          <a:p>
            <a:r>
              <a:rPr lang="en-AU" sz="2400" dirty="0"/>
              <a:t>3. The tens place is 7</a:t>
            </a:r>
          </a:p>
          <a:p>
            <a:r>
              <a:rPr lang="en-AU" sz="2400" dirty="0"/>
              <a:t>4. The tens place subtract 4 is the hundreds place</a:t>
            </a:r>
          </a:p>
        </p:txBody>
      </p:sp>
      <p:cxnSp>
        <p:nvCxnSpPr>
          <p:cNvPr id="7" name="Straight Connector 6"/>
          <p:cNvCxnSpPr/>
          <p:nvPr/>
        </p:nvCxnSpPr>
        <p:spPr>
          <a:xfrm flipV="1">
            <a:off x="2653211" y="4630479"/>
            <a:ext cx="1567543" cy="11611"/>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flipV="1">
            <a:off x="8464079" y="4606952"/>
            <a:ext cx="1567543" cy="11611"/>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6441802" y="4606952"/>
            <a:ext cx="1567543" cy="11611"/>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4529183" y="4612757"/>
            <a:ext cx="1567543" cy="11611"/>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38"/>
          <p:cNvSpPr txBox="1">
            <a:spLocks noGrp="1"/>
          </p:cNvSpPr>
          <p:nvPr>
            <p:ph type="sldNum" idx="12"/>
          </p:nvPr>
        </p:nvSpPr>
        <p:spPr>
          <a:xfrm>
            <a:off x="5730212" y="6231601"/>
            <a:ext cx="731600" cy="524800"/>
          </a:xfrm>
          <a:prstGeom prst="rect">
            <a:avLst/>
          </a:prstGeom>
        </p:spPr>
        <p:txBody>
          <a:bodyPr spcFirstLastPara="1" vert="horz" wrap="square" lIns="121900" tIns="121900" rIns="121900" bIns="121900" rtlCol="0" anchor="t" anchorCtr="0">
            <a:noAutofit/>
          </a:bodyPr>
          <a:lstStyle/>
          <a:p>
            <a:fld id="{00000000-1234-1234-1234-123412341234}" type="slidenum">
              <a:rPr lang="en"/>
              <a:pPr/>
              <a:t>3</a:t>
            </a:fld>
            <a:endParaRPr/>
          </a:p>
        </p:txBody>
      </p:sp>
      <p:sp>
        <p:nvSpPr>
          <p:cNvPr id="3" name="Title 2"/>
          <p:cNvSpPr>
            <a:spLocks noGrp="1"/>
          </p:cNvSpPr>
          <p:nvPr>
            <p:ph type="title"/>
          </p:nvPr>
        </p:nvSpPr>
        <p:spPr>
          <a:xfrm>
            <a:off x="1089966" y="931433"/>
            <a:ext cx="10664961" cy="763600"/>
          </a:xfrm>
        </p:spPr>
        <p:txBody>
          <a:bodyPr/>
          <a:lstStyle/>
          <a:p>
            <a:r>
              <a:rPr lang="en-US" dirty="0">
                <a:solidFill>
                  <a:schemeClr val="tx1"/>
                </a:solidFill>
              </a:rPr>
              <a:t>Review from last lesson. Show </a:t>
            </a:r>
            <a:r>
              <a:rPr lang="en-US" dirty="0" err="1">
                <a:solidFill>
                  <a:schemeClr val="tx1"/>
                </a:solidFill>
              </a:rPr>
              <a:t>Mrs</a:t>
            </a:r>
            <a:r>
              <a:rPr lang="en-US" dirty="0">
                <a:solidFill>
                  <a:schemeClr val="tx1"/>
                </a:solidFill>
              </a:rPr>
              <a:t> James your tip for × and ÷ a number by 10, 100, 1000</a:t>
            </a:r>
            <a:endParaRPr lang="en-AU" dirty="0">
              <a:solidFill>
                <a:schemeClr val="tx1"/>
              </a:solidFill>
            </a:endParaRPr>
          </a:p>
        </p:txBody>
      </p:sp>
      <p:pic>
        <p:nvPicPr>
          <p:cNvPr id="4" name="Picture 3">
            <a:extLst>
              <a:ext uri="{FF2B5EF4-FFF2-40B4-BE49-F238E27FC236}">
                <a16:creationId xmlns:a16="http://schemas.microsoft.com/office/drawing/2014/main" id="{254BAE70-36F5-48AF-AD22-67A7D8F620C6}"/>
              </a:ext>
            </a:extLst>
          </p:cNvPr>
          <p:cNvPicPr>
            <a:picLocks noChangeAspect="1"/>
          </p:cNvPicPr>
          <p:nvPr/>
        </p:nvPicPr>
        <p:blipFill>
          <a:blip r:embed="rId3"/>
          <a:stretch>
            <a:fillRect/>
          </a:stretch>
        </p:blipFill>
        <p:spPr>
          <a:xfrm>
            <a:off x="3863395" y="3429001"/>
            <a:ext cx="5118100" cy="2146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3062" y="368310"/>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7" name="Rectangle 6"/>
          <p:cNvSpPr/>
          <p:nvPr/>
        </p:nvSpPr>
        <p:spPr>
          <a:xfrm>
            <a:off x="2444566" y="368309"/>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8" name="Rectangle 7"/>
          <p:cNvSpPr/>
          <p:nvPr/>
        </p:nvSpPr>
        <p:spPr>
          <a:xfrm>
            <a:off x="4246069" y="368307"/>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9" name="Rectangle 8"/>
          <p:cNvSpPr/>
          <p:nvPr/>
        </p:nvSpPr>
        <p:spPr>
          <a:xfrm>
            <a:off x="6047571" y="368306"/>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10" name="Rectangle 9"/>
          <p:cNvSpPr/>
          <p:nvPr/>
        </p:nvSpPr>
        <p:spPr>
          <a:xfrm>
            <a:off x="7849074" y="368306"/>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11" name="Rectangle 10"/>
          <p:cNvSpPr/>
          <p:nvPr/>
        </p:nvSpPr>
        <p:spPr>
          <a:xfrm>
            <a:off x="9650578" y="368306"/>
            <a:ext cx="1801503" cy="281143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900" dirty="0">
              <a:solidFill>
                <a:schemeClr val="tx1"/>
              </a:solidFill>
            </a:endParaRPr>
          </a:p>
        </p:txBody>
      </p:sp>
      <p:sp>
        <p:nvSpPr>
          <p:cNvPr id="14" name="Rectangle 13"/>
          <p:cNvSpPr/>
          <p:nvPr/>
        </p:nvSpPr>
        <p:spPr>
          <a:xfrm>
            <a:off x="3583621" y="3721710"/>
            <a:ext cx="4652807" cy="2767983"/>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latin typeface="Comic Sans MS" panose="030F0702030302020204" pitchFamily="66" charset="0"/>
              </a:rPr>
              <a:t>Try these on your whiteboard! </a:t>
            </a:r>
          </a:p>
          <a:p>
            <a:endParaRPr lang="en-GB" sz="2133" dirty="0">
              <a:solidFill>
                <a:schemeClr val="tx1"/>
              </a:solidFill>
              <a:latin typeface="Comic Sans MS" panose="030F0702030302020204" pitchFamily="66" charset="0"/>
            </a:endParaRPr>
          </a:p>
          <a:p>
            <a:r>
              <a:rPr lang="en-AU" sz="2133" dirty="0">
                <a:solidFill>
                  <a:schemeClr val="tx1"/>
                </a:solidFill>
              </a:rPr>
              <a:t>3.45 x 100</a:t>
            </a:r>
          </a:p>
          <a:p>
            <a:r>
              <a:rPr lang="en-AU" sz="2133" dirty="0">
                <a:solidFill>
                  <a:schemeClr val="tx1"/>
                </a:solidFill>
              </a:rPr>
              <a:t>5.6 x 10</a:t>
            </a:r>
          </a:p>
          <a:p>
            <a:r>
              <a:rPr lang="en-AU" sz="2133" dirty="0">
                <a:solidFill>
                  <a:schemeClr val="tx1"/>
                </a:solidFill>
              </a:rPr>
              <a:t> 0.04 ÷10</a:t>
            </a:r>
          </a:p>
          <a:p>
            <a:r>
              <a:rPr lang="en-AU" sz="2133" dirty="0">
                <a:solidFill>
                  <a:schemeClr val="tx1"/>
                </a:solidFill>
              </a:rPr>
              <a:t>14</a:t>
            </a:r>
            <a:r>
              <a:rPr lang="en-GB" sz="2133" dirty="0">
                <a:solidFill>
                  <a:schemeClr val="tx1"/>
                </a:solidFill>
              </a:rPr>
              <a:t> ÷ </a:t>
            </a:r>
            <a:r>
              <a:rPr lang="en-AU" sz="2133" dirty="0">
                <a:solidFill>
                  <a:schemeClr val="tx1"/>
                </a:solidFill>
              </a:rPr>
              <a:t>100</a:t>
            </a:r>
            <a:endParaRPr lang="en-GB" sz="2133" dirty="0">
              <a:solidFill>
                <a:schemeClr val="tx1"/>
              </a:solidFill>
            </a:endParaRPr>
          </a:p>
          <a:p>
            <a:r>
              <a:rPr lang="en-GB" sz="2400" dirty="0">
                <a:solidFill>
                  <a:schemeClr val="tx1"/>
                </a:solidFill>
              </a:rPr>
              <a:t>14789 ÷  1000</a:t>
            </a:r>
          </a:p>
          <a:p>
            <a:r>
              <a:rPr lang="en-GB" sz="2400" dirty="0">
                <a:solidFill>
                  <a:schemeClr val="tx1"/>
                </a:solidFill>
              </a:rPr>
              <a:t>0.9 x10</a:t>
            </a:r>
          </a:p>
          <a:p>
            <a:pPr algn="ctr"/>
            <a:endParaRPr lang="en-GB" sz="2400" dirty="0">
              <a:solidFill>
                <a:schemeClr val="tx1"/>
              </a:solidFill>
              <a:latin typeface="Comic Sans MS" panose="030F0702030302020204" pitchFamily="66" charset="0"/>
            </a:endParaRPr>
          </a:p>
          <a:p>
            <a:pPr algn="ctr"/>
            <a:endParaRPr lang="en-GB"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21147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8" name="Google Shape;368;p39"/>
          <p:cNvSpPr txBox="1">
            <a:spLocks noGrp="1"/>
          </p:cNvSpPr>
          <p:nvPr>
            <p:ph type="sldNum" idx="12"/>
          </p:nvPr>
        </p:nvSpPr>
        <p:spPr>
          <a:xfrm>
            <a:off x="5730212" y="6231601"/>
            <a:ext cx="731600" cy="524800"/>
          </a:xfrm>
          <a:prstGeom prst="rect">
            <a:avLst/>
          </a:prstGeom>
        </p:spPr>
        <p:txBody>
          <a:bodyPr spcFirstLastPara="1" vert="horz" wrap="square" lIns="121900" tIns="121900" rIns="121900" bIns="121900" rtlCol="0" anchor="t" anchorCtr="0">
            <a:noAutofit/>
          </a:bodyPr>
          <a:lstStyle/>
          <a:p>
            <a:fld id="{00000000-1234-1234-1234-123412341234}" type="slidenum">
              <a:rPr lang="en"/>
              <a:pPr/>
              <a:t>5</a:t>
            </a:fld>
            <a:endParaRPr/>
          </a:p>
        </p:txBody>
      </p:sp>
      <p:sp>
        <p:nvSpPr>
          <p:cNvPr id="2" name="Title 1"/>
          <p:cNvSpPr>
            <a:spLocks noGrp="1"/>
          </p:cNvSpPr>
          <p:nvPr>
            <p:ph type="ctrTitle"/>
          </p:nvPr>
        </p:nvSpPr>
        <p:spPr>
          <a:xfrm>
            <a:off x="692151" y="1168401"/>
            <a:ext cx="10807700" cy="2678500"/>
          </a:xfrm>
        </p:spPr>
        <p:txBody>
          <a:bodyPr/>
          <a:lstStyle/>
          <a:p>
            <a:r>
              <a:rPr lang="en-AU" dirty="0">
                <a:solidFill>
                  <a:schemeClr val="tx1"/>
                </a:solidFill>
              </a:rPr>
              <a:t>IMPORTANT FOR THIS LESSON</a:t>
            </a:r>
          </a:p>
        </p:txBody>
      </p:sp>
      <p:sp>
        <p:nvSpPr>
          <p:cNvPr id="4" name="Rectangle 3"/>
          <p:cNvSpPr/>
          <p:nvPr/>
        </p:nvSpPr>
        <p:spPr>
          <a:xfrm>
            <a:off x="1320800" y="3973902"/>
            <a:ext cx="9550400" cy="2782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3" name="Subtitle 2"/>
          <p:cNvSpPr>
            <a:spLocks noGrp="1"/>
          </p:cNvSpPr>
          <p:nvPr>
            <p:ph type="subTitle" idx="1"/>
          </p:nvPr>
        </p:nvSpPr>
        <p:spPr>
          <a:xfrm>
            <a:off x="1193800" y="4040433"/>
            <a:ext cx="9842501" cy="2453568"/>
          </a:xfrm>
        </p:spPr>
        <p:txBody>
          <a:bodyPr/>
          <a:lstStyle/>
          <a:p>
            <a:r>
              <a:rPr lang="en-AU" sz="3200" dirty="0"/>
              <a:t>We are learning about the processes behind these laws and how to make mental maths easier so please do not stress about struggling to find the answers, we will be continuing this for a few lessons and practicing more specific skills on getting the actual answer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60219" y="1441540"/>
            <a:ext cx="10677236" cy="362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4" name="TextBox 3">
            <a:extLst>
              <a:ext uri="{FF2B5EF4-FFF2-40B4-BE49-F238E27FC236}">
                <a16:creationId xmlns:a16="http://schemas.microsoft.com/office/drawing/2014/main" id="{0C3E2356-378C-420C-9E71-1A6F2A5944F1}"/>
              </a:ext>
            </a:extLst>
          </p:cNvPr>
          <p:cNvSpPr txBox="1"/>
          <p:nvPr/>
        </p:nvSpPr>
        <p:spPr>
          <a:xfrm>
            <a:off x="7177085" y="949097"/>
            <a:ext cx="3683792" cy="461665"/>
          </a:xfrm>
          <a:prstGeom prst="rect">
            <a:avLst/>
          </a:prstGeom>
          <a:noFill/>
        </p:spPr>
        <p:txBody>
          <a:bodyPr wrap="square" rtlCol="0">
            <a:spAutoFit/>
          </a:bodyPr>
          <a:lstStyle/>
          <a:p>
            <a:r>
              <a:rPr lang="en-AU" sz="2400" dirty="0"/>
              <a:t>Now let’s try these ones.</a:t>
            </a:r>
          </a:p>
        </p:txBody>
      </p:sp>
      <p:sp>
        <p:nvSpPr>
          <p:cNvPr id="5" name="TextBox 4">
            <a:extLst>
              <a:ext uri="{FF2B5EF4-FFF2-40B4-BE49-F238E27FC236}">
                <a16:creationId xmlns:a16="http://schemas.microsoft.com/office/drawing/2014/main" id="{15985E4A-ABD2-470B-AA1C-F4CC77985A8C}"/>
              </a:ext>
            </a:extLst>
          </p:cNvPr>
          <p:cNvSpPr txBox="1"/>
          <p:nvPr/>
        </p:nvSpPr>
        <p:spPr>
          <a:xfrm>
            <a:off x="581026" y="1634000"/>
            <a:ext cx="4729884" cy="3046988"/>
          </a:xfrm>
          <a:prstGeom prst="rect">
            <a:avLst/>
          </a:prstGeom>
          <a:noFill/>
        </p:spPr>
        <p:txBody>
          <a:bodyPr wrap="square" rtlCol="0">
            <a:spAutoFit/>
          </a:bodyPr>
          <a:lstStyle/>
          <a:p>
            <a:pPr marL="342891" indent="-342891">
              <a:buAutoNum type="alphaLcParenR"/>
            </a:pPr>
            <a:r>
              <a:rPr lang="en-AU" sz="2400" dirty="0"/>
              <a:t>7 + 2  = </a:t>
            </a:r>
          </a:p>
          <a:p>
            <a:pPr marL="342891" indent="-342891">
              <a:buAutoNum type="alphaLcParenR"/>
            </a:pPr>
            <a:endParaRPr lang="en-AU" sz="2400" dirty="0"/>
          </a:p>
          <a:p>
            <a:pPr marL="342891" indent="-342891">
              <a:buAutoNum type="alphaLcParenR"/>
            </a:pPr>
            <a:r>
              <a:rPr lang="en-AU" sz="2400" dirty="0"/>
              <a:t>15 + 36 =</a:t>
            </a:r>
          </a:p>
          <a:p>
            <a:pPr marL="342891" indent="-342891">
              <a:buAutoNum type="alphaLcParenR"/>
            </a:pPr>
            <a:endParaRPr lang="en-AU" sz="2400" dirty="0"/>
          </a:p>
          <a:p>
            <a:pPr marL="342891" indent="-342891">
              <a:buAutoNum type="alphaLcParenR"/>
            </a:pPr>
            <a:r>
              <a:rPr lang="en-AU" sz="2400" dirty="0"/>
              <a:t>171 + 487 =</a:t>
            </a:r>
          </a:p>
          <a:p>
            <a:endParaRPr lang="en-AU" sz="2400" dirty="0"/>
          </a:p>
          <a:p>
            <a:pPr marL="342891" indent="-342891">
              <a:buAutoNum type="alphaLcParenR"/>
            </a:pPr>
            <a:r>
              <a:rPr lang="en-AU" sz="2400" dirty="0"/>
              <a:t>432 + 614 = </a:t>
            </a:r>
          </a:p>
          <a:p>
            <a:pPr marL="342891" indent="-342891">
              <a:buAutoNum type="alphaLcParenR"/>
            </a:pPr>
            <a:endParaRPr lang="en-AU" sz="24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2191250" y="1634001"/>
            <a:ext cx="514351" cy="461665"/>
          </a:xfrm>
          <a:prstGeom prst="rect">
            <a:avLst/>
          </a:prstGeom>
          <a:noFill/>
        </p:spPr>
        <p:txBody>
          <a:bodyPr wrap="square" rtlCol="0">
            <a:spAutoFit/>
          </a:bodyPr>
          <a:lstStyle/>
          <a:p>
            <a:r>
              <a:rPr lang="en-AU" sz="2400" b="1" dirty="0">
                <a:solidFill>
                  <a:schemeClr val="accent6">
                    <a:lumMod val="50000"/>
                  </a:schemeClr>
                </a:solidFill>
              </a:rPr>
              <a:t>9</a:t>
            </a:r>
          </a:p>
        </p:txBody>
      </p:sp>
      <p:sp>
        <p:nvSpPr>
          <p:cNvPr id="7" name="TextBox 6">
            <a:extLst>
              <a:ext uri="{FF2B5EF4-FFF2-40B4-BE49-F238E27FC236}">
                <a16:creationId xmlns:a16="http://schemas.microsoft.com/office/drawing/2014/main" id="{4E4FB0DA-82ED-480F-8CB5-C8DEB033254F}"/>
              </a:ext>
            </a:extLst>
          </p:cNvPr>
          <p:cNvSpPr txBox="1"/>
          <p:nvPr/>
        </p:nvSpPr>
        <p:spPr>
          <a:xfrm>
            <a:off x="2220001" y="2320562"/>
            <a:ext cx="966545" cy="461665"/>
          </a:xfrm>
          <a:prstGeom prst="rect">
            <a:avLst/>
          </a:prstGeom>
          <a:noFill/>
        </p:spPr>
        <p:txBody>
          <a:bodyPr wrap="square" rtlCol="0">
            <a:spAutoFit/>
          </a:bodyPr>
          <a:lstStyle/>
          <a:p>
            <a:r>
              <a:rPr lang="en-AU" sz="2400" b="1" dirty="0">
                <a:solidFill>
                  <a:schemeClr val="accent6">
                    <a:lumMod val="50000"/>
                  </a:schemeClr>
                </a:solidFill>
              </a:rPr>
              <a:t>51</a:t>
            </a:r>
          </a:p>
        </p:txBody>
      </p:sp>
      <p:sp>
        <p:nvSpPr>
          <p:cNvPr id="8" name="TextBox 7">
            <a:extLst>
              <a:ext uri="{FF2B5EF4-FFF2-40B4-BE49-F238E27FC236}">
                <a16:creationId xmlns:a16="http://schemas.microsoft.com/office/drawing/2014/main" id="{BEAD7014-A3C6-4826-8617-620C50652012}"/>
              </a:ext>
            </a:extLst>
          </p:cNvPr>
          <p:cNvSpPr txBox="1"/>
          <p:nvPr/>
        </p:nvSpPr>
        <p:spPr>
          <a:xfrm>
            <a:off x="2676522" y="3083403"/>
            <a:ext cx="859631" cy="461665"/>
          </a:xfrm>
          <a:prstGeom prst="rect">
            <a:avLst/>
          </a:prstGeom>
          <a:noFill/>
        </p:spPr>
        <p:txBody>
          <a:bodyPr wrap="square" rtlCol="0">
            <a:spAutoFit/>
          </a:bodyPr>
          <a:lstStyle/>
          <a:p>
            <a:r>
              <a:rPr lang="en-AU" sz="2400" b="1" dirty="0">
                <a:solidFill>
                  <a:schemeClr val="accent6">
                    <a:lumMod val="50000"/>
                  </a:schemeClr>
                </a:solidFill>
              </a:rPr>
              <a:t>658</a:t>
            </a:r>
          </a:p>
        </p:txBody>
      </p:sp>
      <p:sp>
        <p:nvSpPr>
          <p:cNvPr id="10" name="TextBox 9">
            <a:extLst>
              <a:ext uri="{FF2B5EF4-FFF2-40B4-BE49-F238E27FC236}">
                <a16:creationId xmlns:a16="http://schemas.microsoft.com/office/drawing/2014/main" id="{78E30186-1D27-4920-81CB-EF56324810F0}"/>
              </a:ext>
            </a:extLst>
          </p:cNvPr>
          <p:cNvSpPr txBox="1"/>
          <p:nvPr/>
        </p:nvSpPr>
        <p:spPr>
          <a:xfrm>
            <a:off x="2703273" y="3846245"/>
            <a:ext cx="1360375" cy="461665"/>
          </a:xfrm>
          <a:prstGeom prst="rect">
            <a:avLst/>
          </a:prstGeom>
          <a:noFill/>
        </p:spPr>
        <p:txBody>
          <a:bodyPr wrap="square" rtlCol="0">
            <a:spAutoFit/>
          </a:bodyPr>
          <a:lstStyle/>
          <a:p>
            <a:r>
              <a:rPr lang="en-AU" sz="2400" b="1" dirty="0">
                <a:solidFill>
                  <a:schemeClr val="accent6">
                    <a:lumMod val="50000"/>
                  </a:schemeClr>
                </a:solidFill>
              </a:rPr>
              <a:t>1,046</a:t>
            </a:r>
          </a:p>
        </p:txBody>
      </p:sp>
      <p:sp>
        <p:nvSpPr>
          <p:cNvPr id="12" name="TextBox 11">
            <a:extLst>
              <a:ext uri="{FF2B5EF4-FFF2-40B4-BE49-F238E27FC236}">
                <a16:creationId xmlns:a16="http://schemas.microsoft.com/office/drawing/2014/main" id="{CAAF1E0B-3432-4DB2-A14A-6BBF329CAEDF}"/>
              </a:ext>
            </a:extLst>
          </p:cNvPr>
          <p:cNvSpPr txBox="1"/>
          <p:nvPr/>
        </p:nvSpPr>
        <p:spPr>
          <a:xfrm>
            <a:off x="7081842" y="1990815"/>
            <a:ext cx="4143375" cy="3046988"/>
          </a:xfrm>
          <a:prstGeom prst="rect">
            <a:avLst/>
          </a:prstGeom>
          <a:noFill/>
        </p:spPr>
        <p:txBody>
          <a:bodyPr wrap="square" rtlCol="0">
            <a:spAutoFit/>
          </a:bodyPr>
          <a:lstStyle/>
          <a:p>
            <a:pPr marL="342891" indent="-342891">
              <a:buAutoNum type="alphaLcParenR"/>
            </a:pPr>
            <a:r>
              <a:rPr lang="en-AU" sz="2400" dirty="0"/>
              <a:t>2 + 7 = </a:t>
            </a:r>
          </a:p>
          <a:p>
            <a:pPr marL="342891" indent="-342891">
              <a:buAutoNum type="alphaLcParenR"/>
            </a:pPr>
            <a:endParaRPr lang="en-AU" sz="2400" dirty="0"/>
          </a:p>
          <a:p>
            <a:pPr marL="342891" indent="-342891">
              <a:buAutoNum type="alphaLcParenR"/>
            </a:pPr>
            <a:r>
              <a:rPr lang="en-AU" sz="2400" dirty="0"/>
              <a:t>36 + 15 =</a:t>
            </a:r>
          </a:p>
          <a:p>
            <a:pPr marL="342891" indent="-342891">
              <a:buAutoNum type="alphaLcParenR"/>
            </a:pPr>
            <a:endParaRPr lang="en-AU" sz="2400" dirty="0"/>
          </a:p>
          <a:p>
            <a:pPr marL="342891" indent="-342891">
              <a:buAutoNum type="alphaLcParenR"/>
            </a:pPr>
            <a:r>
              <a:rPr lang="en-AU" sz="2400" dirty="0"/>
              <a:t>487 + 171 =</a:t>
            </a:r>
          </a:p>
          <a:p>
            <a:endParaRPr lang="en-AU" sz="2400" dirty="0"/>
          </a:p>
          <a:p>
            <a:pPr marL="342891" indent="-342891">
              <a:buAutoNum type="alphaLcParenR"/>
            </a:pPr>
            <a:r>
              <a:rPr lang="en-AU" sz="2400" dirty="0"/>
              <a:t>614 + 432=</a:t>
            </a:r>
          </a:p>
          <a:p>
            <a:pPr marL="342891" indent="-342891">
              <a:buAutoNum type="alphaLcParenR"/>
            </a:pPr>
            <a:endParaRPr lang="en-AU" sz="2400" dirty="0"/>
          </a:p>
        </p:txBody>
      </p:sp>
      <p:sp>
        <p:nvSpPr>
          <p:cNvPr id="13" name="TextBox 12">
            <a:extLst>
              <a:ext uri="{FF2B5EF4-FFF2-40B4-BE49-F238E27FC236}">
                <a16:creationId xmlns:a16="http://schemas.microsoft.com/office/drawing/2014/main" id="{7DFC3EE2-A964-4DBA-8135-5A65C7667289}"/>
              </a:ext>
            </a:extLst>
          </p:cNvPr>
          <p:cNvSpPr txBox="1"/>
          <p:nvPr/>
        </p:nvSpPr>
        <p:spPr>
          <a:xfrm>
            <a:off x="8504631" y="1990816"/>
            <a:ext cx="514351" cy="461665"/>
          </a:xfrm>
          <a:prstGeom prst="rect">
            <a:avLst/>
          </a:prstGeom>
          <a:noFill/>
        </p:spPr>
        <p:txBody>
          <a:bodyPr wrap="square" rtlCol="0">
            <a:spAutoFit/>
          </a:bodyPr>
          <a:lstStyle/>
          <a:p>
            <a:r>
              <a:rPr lang="en-AU" sz="2400" b="1" dirty="0">
                <a:solidFill>
                  <a:schemeClr val="accent6">
                    <a:lumMod val="50000"/>
                  </a:schemeClr>
                </a:solidFill>
              </a:rPr>
              <a:t>9</a:t>
            </a:r>
          </a:p>
        </p:txBody>
      </p:sp>
      <p:sp>
        <p:nvSpPr>
          <p:cNvPr id="14" name="TextBox 13">
            <a:extLst>
              <a:ext uri="{FF2B5EF4-FFF2-40B4-BE49-F238E27FC236}">
                <a16:creationId xmlns:a16="http://schemas.microsoft.com/office/drawing/2014/main" id="{49E8031F-1FD1-4158-8DDD-D4B5933CAED6}"/>
              </a:ext>
            </a:extLst>
          </p:cNvPr>
          <p:cNvSpPr txBox="1"/>
          <p:nvPr/>
        </p:nvSpPr>
        <p:spPr>
          <a:xfrm>
            <a:off x="8761806" y="2680924"/>
            <a:ext cx="899431" cy="461665"/>
          </a:xfrm>
          <a:prstGeom prst="rect">
            <a:avLst/>
          </a:prstGeom>
          <a:noFill/>
        </p:spPr>
        <p:txBody>
          <a:bodyPr wrap="square" rtlCol="0">
            <a:spAutoFit/>
          </a:bodyPr>
          <a:lstStyle/>
          <a:p>
            <a:r>
              <a:rPr lang="en-AU" sz="2400" b="1" dirty="0">
                <a:solidFill>
                  <a:schemeClr val="accent6">
                    <a:lumMod val="50000"/>
                  </a:schemeClr>
                </a:solidFill>
              </a:rPr>
              <a:t>51</a:t>
            </a:r>
          </a:p>
        </p:txBody>
      </p:sp>
      <p:sp>
        <p:nvSpPr>
          <p:cNvPr id="15" name="TextBox 14">
            <a:extLst>
              <a:ext uri="{FF2B5EF4-FFF2-40B4-BE49-F238E27FC236}">
                <a16:creationId xmlns:a16="http://schemas.microsoft.com/office/drawing/2014/main" id="{23C0F012-2F7C-4B7C-88F2-3C31C701C521}"/>
              </a:ext>
            </a:extLst>
          </p:cNvPr>
          <p:cNvSpPr txBox="1"/>
          <p:nvPr/>
        </p:nvSpPr>
        <p:spPr>
          <a:xfrm>
            <a:off x="9095699" y="3455982"/>
            <a:ext cx="1119719" cy="461665"/>
          </a:xfrm>
          <a:prstGeom prst="rect">
            <a:avLst/>
          </a:prstGeom>
          <a:noFill/>
        </p:spPr>
        <p:txBody>
          <a:bodyPr wrap="square" rtlCol="0">
            <a:spAutoFit/>
          </a:bodyPr>
          <a:lstStyle/>
          <a:p>
            <a:r>
              <a:rPr lang="en-AU" sz="2400" b="1" dirty="0">
                <a:solidFill>
                  <a:schemeClr val="accent6">
                    <a:lumMod val="50000"/>
                  </a:schemeClr>
                </a:solidFill>
              </a:rPr>
              <a:t>658</a:t>
            </a:r>
          </a:p>
        </p:txBody>
      </p:sp>
      <p:sp>
        <p:nvSpPr>
          <p:cNvPr id="17" name="TextBox 16">
            <a:extLst>
              <a:ext uri="{FF2B5EF4-FFF2-40B4-BE49-F238E27FC236}">
                <a16:creationId xmlns:a16="http://schemas.microsoft.com/office/drawing/2014/main" id="{2A7A9AF7-13D2-412F-AD97-BAC58988D708}"/>
              </a:ext>
            </a:extLst>
          </p:cNvPr>
          <p:cNvSpPr txBox="1"/>
          <p:nvPr/>
        </p:nvSpPr>
        <p:spPr>
          <a:xfrm>
            <a:off x="9095700" y="4207901"/>
            <a:ext cx="1350627" cy="461665"/>
          </a:xfrm>
          <a:prstGeom prst="rect">
            <a:avLst/>
          </a:prstGeom>
          <a:noFill/>
        </p:spPr>
        <p:txBody>
          <a:bodyPr wrap="square" rtlCol="0">
            <a:spAutoFit/>
          </a:bodyPr>
          <a:lstStyle/>
          <a:p>
            <a:r>
              <a:rPr lang="en-AU" sz="2400" b="1" dirty="0">
                <a:solidFill>
                  <a:schemeClr val="accent6">
                    <a:lumMod val="50000"/>
                  </a:schemeClr>
                </a:solidFill>
              </a:rPr>
              <a:t>1,046</a:t>
            </a:r>
          </a:p>
        </p:txBody>
      </p:sp>
      <p:sp>
        <p:nvSpPr>
          <p:cNvPr id="2" name="TextBox 1">
            <a:extLst>
              <a:ext uri="{FF2B5EF4-FFF2-40B4-BE49-F238E27FC236}">
                <a16:creationId xmlns:a16="http://schemas.microsoft.com/office/drawing/2014/main" id="{26DB629B-02A4-4BE4-841F-D8A75CAFDA62}"/>
              </a:ext>
            </a:extLst>
          </p:cNvPr>
          <p:cNvSpPr txBox="1"/>
          <p:nvPr/>
        </p:nvSpPr>
        <p:spPr>
          <a:xfrm>
            <a:off x="3901166" y="1284507"/>
            <a:ext cx="2771775" cy="830997"/>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What do you notice about the answers?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2945967" y="5021245"/>
            <a:ext cx="5315628" cy="830997"/>
          </a:xfrm>
          <a:prstGeom prst="rect">
            <a:avLst/>
          </a:prstGeom>
          <a:solidFill>
            <a:schemeClr val="accent1">
              <a:tint val="100000"/>
              <a:shade val="100000"/>
              <a:satMod val="130000"/>
            </a:schemeClr>
          </a:soli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So what can we say about the order of the numbers when we do addition?</a:t>
            </a:r>
          </a:p>
        </p:txBody>
      </p:sp>
      <p:sp>
        <p:nvSpPr>
          <p:cNvPr id="20" name="TextBox 19">
            <a:extLst>
              <a:ext uri="{FF2B5EF4-FFF2-40B4-BE49-F238E27FC236}">
                <a16:creationId xmlns:a16="http://schemas.microsoft.com/office/drawing/2014/main" id="{B64A7339-40BF-4500-8C1C-0488F46CC655}"/>
              </a:ext>
            </a:extLst>
          </p:cNvPr>
          <p:cNvSpPr txBox="1"/>
          <p:nvPr/>
        </p:nvSpPr>
        <p:spPr>
          <a:xfrm>
            <a:off x="581026" y="453510"/>
            <a:ext cx="11284404" cy="461665"/>
          </a:xfrm>
          <a:prstGeom prst="rect">
            <a:avLst/>
          </a:prstGeom>
          <a:noFill/>
        </p:spPr>
        <p:txBody>
          <a:bodyPr wrap="square" rtlCol="0">
            <a:spAutoFit/>
          </a:bodyPr>
          <a:lstStyle/>
          <a:p>
            <a:r>
              <a:rPr lang="en-AU" sz="2400" dirty="0"/>
              <a:t>On your Left Hand Side write out these sums and </a:t>
            </a:r>
            <a:r>
              <a:rPr lang="en-AU" sz="2400" b="1" u="sng" dirty="0"/>
              <a:t>solve</a:t>
            </a:r>
            <a:r>
              <a:rPr lang="en-AU" sz="2400" dirty="0"/>
              <a:t> each of them (no calculators). </a:t>
            </a:r>
          </a:p>
        </p:txBody>
      </p:sp>
      <p:sp>
        <p:nvSpPr>
          <p:cNvPr id="3" name="Rectangle 2">
            <a:extLst>
              <a:ext uri="{FF2B5EF4-FFF2-40B4-BE49-F238E27FC236}">
                <a16:creationId xmlns:a16="http://schemas.microsoft.com/office/drawing/2014/main" id="{7ED75E50-1BBF-4230-8734-B39522934DF0}"/>
              </a:ext>
            </a:extLst>
          </p:cNvPr>
          <p:cNvSpPr/>
          <p:nvPr/>
        </p:nvSpPr>
        <p:spPr>
          <a:xfrm>
            <a:off x="118067" y="84178"/>
            <a:ext cx="1569276" cy="307777"/>
          </a:xfrm>
          <a:prstGeom prst="rect">
            <a:avLst/>
          </a:prstGeom>
        </p:spPr>
        <p:txBody>
          <a:bodyPr wrap="none">
            <a:spAutoFit/>
          </a:bodyPr>
          <a:lstStyle/>
          <a:p>
            <a:r>
              <a:rPr lang="en-AU" sz="1400" dirty="0"/>
              <a:t>Commutative Laws</a:t>
            </a:r>
          </a:p>
        </p:txBody>
      </p:sp>
    </p:spTree>
    <p:extLst>
      <p:ext uri="{BB962C8B-B14F-4D97-AF65-F5344CB8AC3E}">
        <p14:creationId xmlns:p14="http://schemas.microsoft.com/office/powerpoint/2010/main" val="317399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P spid="12" grpId="0"/>
      <p:bldP spid="13" grpId="0"/>
      <p:bldP spid="14" grpId="0"/>
      <p:bldP spid="15" grpId="0"/>
      <p:bldP spid="17" grpId="0"/>
      <p:bldP spid="2"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35050" y="1293462"/>
            <a:ext cx="10677236" cy="362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4" name="TextBox 3">
            <a:extLst>
              <a:ext uri="{FF2B5EF4-FFF2-40B4-BE49-F238E27FC236}">
                <a16:creationId xmlns:a16="http://schemas.microsoft.com/office/drawing/2014/main" id="{0C3E2356-378C-420C-9E71-1A6F2A5944F1}"/>
              </a:ext>
            </a:extLst>
          </p:cNvPr>
          <p:cNvSpPr txBox="1"/>
          <p:nvPr/>
        </p:nvSpPr>
        <p:spPr>
          <a:xfrm>
            <a:off x="668111" y="322109"/>
            <a:ext cx="10544175" cy="830997"/>
          </a:xfrm>
          <a:prstGeom prst="rect">
            <a:avLst/>
          </a:prstGeom>
          <a:noFill/>
        </p:spPr>
        <p:txBody>
          <a:bodyPr wrap="square" rtlCol="0">
            <a:spAutoFit/>
          </a:bodyPr>
          <a:lstStyle/>
          <a:p>
            <a:r>
              <a:rPr lang="en-AU" sz="2400" dirty="0"/>
              <a:t>Now let’s try subtraction.</a:t>
            </a:r>
          </a:p>
          <a:p>
            <a:r>
              <a:rPr lang="en-AU" sz="2400" dirty="0"/>
              <a:t>On your Left Hand Side </a:t>
            </a:r>
            <a:r>
              <a:rPr lang="en-AU" sz="2400" b="1" u="sng" dirty="0"/>
              <a:t>find the solution</a:t>
            </a:r>
            <a:r>
              <a:rPr lang="en-AU" sz="2400" u="sng" dirty="0"/>
              <a:t> </a:t>
            </a:r>
            <a:r>
              <a:rPr lang="en-AU" sz="2400" dirty="0"/>
              <a:t>to each of these (no calculators). </a:t>
            </a:r>
          </a:p>
        </p:txBody>
      </p:sp>
      <p:sp>
        <p:nvSpPr>
          <p:cNvPr id="5" name="TextBox 4">
            <a:extLst>
              <a:ext uri="{FF2B5EF4-FFF2-40B4-BE49-F238E27FC236}">
                <a16:creationId xmlns:a16="http://schemas.microsoft.com/office/drawing/2014/main" id="{15985E4A-ABD2-470B-AA1C-F4CC77985A8C}"/>
              </a:ext>
            </a:extLst>
          </p:cNvPr>
          <p:cNvSpPr txBox="1"/>
          <p:nvPr/>
        </p:nvSpPr>
        <p:spPr>
          <a:xfrm>
            <a:off x="932089" y="1622804"/>
            <a:ext cx="4143375" cy="2308324"/>
          </a:xfrm>
          <a:prstGeom prst="rect">
            <a:avLst/>
          </a:prstGeom>
          <a:noFill/>
        </p:spPr>
        <p:txBody>
          <a:bodyPr wrap="square" rtlCol="0">
            <a:spAutoFit/>
          </a:bodyPr>
          <a:lstStyle/>
          <a:p>
            <a:pPr marL="342891" indent="-342891">
              <a:buAutoNum type="alphaLcParenR"/>
            </a:pPr>
            <a:r>
              <a:rPr lang="en-AU" sz="2400" dirty="0"/>
              <a:t>7 - 2  = </a:t>
            </a:r>
          </a:p>
          <a:p>
            <a:pPr marL="342891" indent="-342891">
              <a:buAutoNum type="alphaLcParenR"/>
            </a:pPr>
            <a:endParaRPr lang="en-AU" sz="2400" dirty="0"/>
          </a:p>
          <a:p>
            <a:pPr marL="342891" indent="-342891">
              <a:buAutoNum type="alphaLcParenR"/>
            </a:pPr>
            <a:r>
              <a:rPr lang="en-AU" sz="2400" dirty="0"/>
              <a:t>36 -15 =</a:t>
            </a:r>
          </a:p>
          <a:p>
            <a:pPr marL="342891" indent="-342891">
              <a:buAutoNum type="alphaLcParenR"/>
            </a:pPr>
            <a:endParaRPr lang="en-AU" sz="2400" dirty="0"/>
          </a:p>
          <a:p>
            <a:pPr marL="342891" indent="-342891">
              <a:buAutoNum type="alphaLcParenR"/>
            </a:pPr>
            <a:r>
              <a:rPr lang="en-AU" sz="2400" dirty="0"/>
              <a:t>432 - 212 =</a:t>
            </a:r>
          </a:p>
          <a:p>
            <a:pPr marL="342891" indent="-342891">
              <a:buAutoNum type="alphaLcParenR"/>
            </a:pPr>
            <a:endParaRPr lang="en-AU" sz="24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2387374" y="1662794"/>
            <a:ext cx="514351" cy="461665"/>
          </a:xfrm>
          <a:prstGeom prst="rect">
            <a:avLst/>
          </a:prstGeom>
          <a:noFill/>
        </p:spPr>
        <p:txBody>
          <a:bodyPr wrap="square" rtlCol="0">
            <a:spAutoFit/>
          </a:bodyPr>
          <a:lstStyle/>
          <a:p>
            <a:r>
              <a:rPr lang="en-AU" sz="2400" b="1" dirty="0">
                <a:solidFill>
                  <a:schemeClr val="accent6">
                    <a:lumMod val="50000"/>
                  </a:schemeClr>
                </a:solidFill>
              </a:rPr>
              <a:t>5</a:t>
            </a:r>
          </a:p>
        </p:txBody>
      </p:sp>
      <p:sp>
        <p:nvSpPr>
          <p:cNvPr id="7" name="TextBox 6">
            <a:extLst>
              <a:ext uri="{FF2B5EF4-FFF2-40B4-BE49-F238E27FC236}">
                <a16:creationId xmlns:a16="http://schemas.microsoft.com/office/drawing/2014/main" id="{4E4FB0DA-82ED-480F-8CB5-C8DEB033254F}"/>
              </a:ext>
            </a:extLst>
          </p:cNvPr>
          <p:cNvSpPr txBox="1"/>
          <p:nvPr/>
        </p:nvSpPr>
        <p:spPr>
          <a:xfrm>
            <a:off x="2387374" y="2372621"/>
            <a:ext cx="978127" cy="461665"/>
          </a:xfrm>
          <a:prstGeom prst="rect">
            <a:avLst/>
          </a:prstGeom>
          <a:noFill/>
        </p:spPr>
        <p:txBody>
          <a:bodyPr wrap="square" rtlCol="0">
            <a:spAutoFit/>
          </a:bodyPr>
          <a:lstStyle/>
          <a:p>
            <a:r>
              <a:rPr lang="en-AU" sz="2400" b="1" dirty="0">
                <a:solidFill>
                  <a:schemeClr val="accent6">
                    <a:lumMod val="50000"/>
                  </a:schemeClr>
                </a:solidFill>
              </a:rPr>
              <a:t>21</a:t>
            </a:r>
          </a:p>
        </p:txBody>
      </p:sp>
      <p:sp>
        <p:nvSpPr>
          <p:cNvPr id="13" name="TextBox 12">
            <a:extLst>
              <a:ext uri="{FF2B5EF4-FFF2-40B4-BE49-F238E27FC236}">
                <a16:creationId xmlns:a16="http://schemas.microsoft.com/office/drawing/2014/main" id="{5356ADB1-82B6-4417-9A2A-D1CC0AB16DCB}"/>
              </a:ext>
            </a:extLst>
          </p:cNvPr>
          <p:cNvSpPr txBox="1"/>
          <p:nvPr/>
        </p:nvSpPr>
        <p:spPr>
          <a:xfrm>
            <a:off x="2901724" y="3060453"/>
            <a:ext cx="813027" cy="461665"/>
          </a:xfrm>
          <a:prstGeom prst="rect">
            <a:avLst/>
          </a:prstGeom>
          <a:noFill/>
        </p:spPr>
        <p:txBody>
          <a:bodyPr wrap="square" rtlCol="0">
            <a:spAutoFit/>
          </a:bodyPr>
          <a:lstStyle/>
          <a:p>
            <a:r>
              <a:rPr lang="en-AU" sz="2400" b="1" dirty="0">
                <a:solidFill>
                  <a:schemeClr val="accent6">
                    <a:lumMod val="50000"/>
                  </a:schemeClr>
                </a:solidFill>
              </a:rPr>
              <a:t>220</a:t>
            </a:r>
          </a:p>
        </p:txBody>
      </p:sp>
      <p:sp>
        <p:nvSpPr>
          <p:cNvPr id="14" name="TextBox 13">
            <a:extLst>
              <a:ext uri="{FF2B5EF4-FFF2-40B4-BE49-F238E27FC236}">
                <a16:creationId xmlns:a16="http://schemas.microsoft.com/office/drawing/2014/main" id="{C05AFB67-CCBB-4028-9C41-AC651C6EBFEC}"/>
              </a:ext>
            </a:extLst>
          </p:cNvPr>
          <p:cNvSpPr txBox="1"/>
          <p:nvPr/>
        </p:nvSpPr>
        <p:spPr>
          <a:xfrm>
            <a:off x="7323370" y="2124458"/>
            <a:ext cx="4143375" cy="2308324"/>
          </a:xfrm>
          <a:prstGeom prst="rect">
            <a:avLst/>
          </a:prstGeom>
          <a:noFill/>
        </p:spPr>
        <p:txBody>
          <a:bodyPr wrap="square" rtlCol="0">
            <a:spAutoFit/>
          </a:bodyPr>
          <a:lstStyle/>
          <a:p>
            <a:pPr marL="342891" indent="-342891">
              <a:buAutoNum type="alphaLcParenR"/>
            </a:pPr>
            <a:r>
              <a:rPr lang="en-AU" sz="2400" dirty="0"/>
              <a:t>2 - 7  = </a:t>
            </a:r>
          </a:p>
          <a:p>
            <a:pPr marL="342891" indent="-342891">
              <a:buAutoNum type="alphaLcParenR"/>
            </a:pPr>
            <a:endParaRPr lang="en-AU" sz="2400" dirty="0"/>
          </a:p>
          <a:p>
            <a:pPr marL="342891" indent="-342891">
              <a:buAutoNum type="alphaLcParenR"/>
            </a:pPr>
            <a:r>
              <a:rPr lang="en-AU" sz="2400" dirty="0"/>
              <a:t>15 – 36 =</a:t>
            </a:r>
          </a:p>
          <a:p>
            <a:pPr marL="342891" indent="-342891">
              <a:buAutoNum type="alphaLcParenR"/>
            </a:pPr>
            <a:endParaRPr lang="en-AU" sz="2400" dirty="0"/>
          </a:p>
          <a:p>
            <a:pPr marL="342891" indent="-342891">
              <a:buAutoNum type="alphaLcParenR"/>
            </a:pPr>
            <a:r>
              <a:rPr lang="en-AU" sz="2400" dirty="0"/>
              <a:t>212 - 432 =</a:t>
            </a:r>
          </a:p>
          <a:p>
            <a:pPr marL="342891" indent="-342891">
              <a:buAutoNum type="alphaLcParenR"/>
            </a:pPr>
            <a:endParaRPr lang="en-AU" sz="2400" dirty="0"/>
          </a:p>
        </p:txBody>
      </p:sp>
      <p:sp>
        <p:nvSpPr>
          <p:cNvPr id="2" name="TextBox 1">
            <a:extLst>
              <a:ext uri="{FF2B5EF4-FFF2-40B4-BE49-F238E27FC236}">
                <a16:creationId xmlns:a16="http://schemas.microsoft.com/office/drawing/2014/main" id="{A91CD615-929C-44E2-85EA-BE9B212D5ECD}"/>
              </a:ext>
            </a:extLst>
          </p:cNvPr>
          <p:cNvSpPr txBox="1"/>
          <p:nvPr/>
        </p:nvSpPr>
        <p:spPr>
          <a:xfrm>
            <a:off x="7247168" y="1293462"/>
            <a:ext cx="3896403"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Would I get the same answer for these questions?</a:t>
            </a:r>
          </a:p>
        </p:txBody>
      </p:sp>
      <p:sp>
        <p:nvSpPr>
          <p:cNvPr id="16" name="TextBox 15">
            <a:extLst>
              <a:ext uri="{FF2B5EF4-FFF2-40B4-BE49-F238E27FC236}">
                <a16:creationId xmlns:a16="http://schemas.microsoft.com/office/drawing/2014/main" id="{E56A2340-DD47-4B9D-9D8C-4A59924B7C85}"/>
              </a:ext>
            </a:extLst>
          </p:cNvPr>
          <p:cNvSpPr txBox="1"/>
          <p:nvPr/>
        </p:nvSpPr>
        <p:spPr>
          <a:xfrm>
            <a:off x="2151804" y="4601561"/>
            <a:ext cx="7888392" cy="46166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So how can we say that subtraction and addition different?</a:t>
            </a:r>
          </a:p>
        </p:txBody>
      </p:sp>
    </p:spTree>
    <p:extLst>
      <p:ext uri="{BB962C8B-B14F-4D97-AF65-F5344CB8AC3E}">
        <p14:creationId xmlns:p14="http://schemas.microsoft.com/office/powerpoint/2010/main" val="161327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14" grpId="0"/>
      <p:bldP spid="2"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27026" y="1515142"/>
            <a:ext cx="10677236" cy="362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4" name="TextBox 3">
            <a:extLst>
              <a:ext uri="{FF2B5EF4-FFF2-40B4-BE49-F238E27FC236}">
                <a16:creationId xmlns:a16="http://schemas.microsoft.com/office/drawing/2014/main" id="{0C3E2356-378C-420C-9E71-1A6F2A5944F1}"/>
              </a:ext>
            </a:extLst>
          </p:cNvPr>
          <p:cNvSpPr txBox="1"/>
          <p:nvPr/>
        </p:nvSpPr>
        <p:spPr>
          <a:xfrm>
            <a:off x="668111" y="322109"/>
            <a:ext cx="10544175" cy="830997"/>
          </a:xfrm>
          <a:prstGeom prst="rect">
            <a:avLst/>
          </a:prstGeom>
          <a:noFill/>
        </p:spPr>
        <p:txBody>
          <a:bodyPr wrap="square" rtlCol="0">
            <a:spAutoFit/>
          </a:bodyPr>
          <a:lstStyle/>
          <a:p>
            <a:r>
              <a:rPr lang="en-AU" sz="2400" dirty="0"/>
              <a:t>Multiplication and division.</a:t>
            </a:r>
          </a:p>
          <a:p>
            <a:r>
              <a:rPr lang="en-AU" sz="2400" dirty="0"/>
              <a:t>On your Left Hand Side </a:t>
            </a:r>
            <a:r>
              <a:rPr lang="en-AU" sz="2400" b="1" u="sng" dirty="0"/>
              <a:t>evaluate</a:t>
            </a:r>
            <a:r>
              <a:rPr lang="en-AU" sz="2400" dirty="0"/>
              <a:t> each of these (no calculators). </a:t>
            </a:r>
          </a:p>
        </p:txBody>
      </p:sp>
      <p:sp>
        <p:nvSpPr>
          <p:cNvPr id="5" name="TextBox 4">
            <a:extLst>
              <a:ext uri="{FF2B5EF4-FFF2-40B4-BE49-F238E27FC236}">
                <a16:creationId xmlns:a16="http://schemas.microsoft.com/office/drawing/2014/main" id="{15985E4A-ABD2-470B-AA1C-F4CC77985A8C}"/>
              </a:ext>
            </a:extLst>
          </p:cNvPr>
          <p:cNvSpPr txBox="1"/>
          <p:nvPr/>
        </p:nvSpPr>
        <p:spPr>
          <a:xfrm>
            <a:off x="725259" y="1662793"/>
            <a:ext cx="4143375" cy="3785652"/>
          </a:xfrm>
          <a:prstGeom prst="rect">
            <a:avLst/>
          </a:prstGeom>
          <a:noFill/>
        </p:spPr>
        <p:txBody>
          <a:bodyPr wrap="square" rtlCol="0">
            <a:spAutoFit/>
          </a:bodyPr>
          <a:lstStyle/>
          <a:p>
            <a:pPr marL="342891" indent="-342891">
              <a:buAutoNum type="alphaLcParenR"/>
            </a:pPr>
            <a:r>
              <a:rPr lang="en-AU" sz="2400" dirty="0"/>
              <a:t>7 x 2  = </a:t>
            </a:r>
          </a:p>
          <a:p>
            <a:pPr marL="342891" indent="-342891">
              <a:buAutoNum type="alphaLcParenR"/>
            </a:pPr>
            <a:endParaRPr lang="en-AU" sz="2400" dirty="0"/>
          </a:p>
          <a:p>
            <a:pPr marL="342891" indent="-342891">
              <a:buAutoNum type="alphaLcParenR"/>
            </a:pPr>
            <a:r>
              <a:rPr lang="en-AU" sz="2400" dirty="0"/>
              <a:t>6  x 15 =</a:t>
            </a:r>
          </a:p>
          <a:p>
            <a:pPr marL="342891" indent="-342891">
              <a:buAutoNum type="alphaLcParenR"/>
            </a:pPr>
            <a:endParaRPr lang="en-AU" sz="2400" dirty="0"/>
          </a:p>
          <a:p>
            <a:pPr marL="342891" indent="-342891">
              <a:buAutoNum type="alphaLcParenR"/>
            </a:pPr>
            <a:r>
              <a:rPr lang="en-AU" sz="2400" dirty="0"/>
              <a:t>24 x  5 =</a:t>
            </a:r>
          </a:p>
          <a:p>
            <a:pPr marL="342891" indent="-342891">
              <a:buAutoNum type="alphaLcParenR"/>
            </a:pPr>
            <a:endParaRPr lang="en-AU" sz="2400" dirty="0"/>
          </a:p>
          <a:p>
            <a:pPr marL="342891" indent="-342891">
              <a:buAutoNum type="alphaLcParenR"/>
            </a:pPr>
            <a:r>
              <a:rPr lang="en-AU" sz="2400" dirty="0"/>
              <a:t>24 ÷ 6 =   </a:t>
            </a:r>
          </a:p>
          <a:p>
            <a:pPr marL="342891" indent="-342891">
              <a:buAutoNum type="alphaLcParenR"/>
            </a:pPr>
            <a:endParaRPr lang="en-AU" sz="2400" dirty="0"/>
          </a:p>
          <a:p>
            <a:pPr marL="342891" indent="-342891">
              <a:buAutoNum type="alphaLcParenR"/>
            </a:pPr>
            <a:r>
              <a:rPr lang="en-AU" sz="2400" dirty="0"/>
              <a:t>48 ÷ 4 = </a:t>
            </a:r>
          </a:p>
          <a:p>
            <a:pPr marL="342891" indent="-342891">
              <a:buAutoNum type="alphaLcParenR"/>
            </a:pPr>
            <a:endParaRPr lang="en-AU" sz="24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2282595" y="1649188"/>
            <a:ext cx="719224" cy="461665"/>
          </a:xfrm>
          <a:prstGeom prst="rect">
            <a:avLst/>
          </a:prstGeom>
          <a:noFill/>
        </p:spPr>
        <p:txBody>
          <a:bodyPr wrap="square" rtlCol="0">
            <a:spAutoFit/>
          </a:bodyPr>
          <a:lstStyle/>
          <a:p>
            <a:r>
              <a:rPr lang="en-AU" sz="2400" b="1" dirty="0">
                <a:solidFill>
                  <a:schemeClr val="accent6">
                    <a:lumMod val="50000"/>
                  </a:schemeClr>
                </a:solidFill>
              </a:rPr>
              <a:t>14</a:t>
            </a:r>
          </a:p>
        </p:txBody>
      </p:sp>
      <p:sp>
        <p:nvSpPr>
          <p:cNvPr id="7" name="TextBox 6">
            <a:extLst>
              <a:ext uri="{FF2B5EF4-FFF2-40B4-BE49-F238E27FC236}">
                <a16:creationId xmlns:a16="http://schemas.microsoft.com/office/drawing/2014/main" id="{4E4FB0DA-82ED-480F-8CB5-C8DEB033254F}"/>
              </a:ext>
            </a:extLst>
          </p:cNvPr>
          <p:cNvSpPr txBox="1"/>
          <p:nvPr/>
        </p:nvSpPr>
        <p:spPr>
          <a:xfrm>
            <a:off x="2387374" y="2359921"/>
            <a:ext cx="761997" cy="461665"/>
          </a:xfrm>
          <a:prstGeom prst="rect">
            <a:avLst/>
          </a:prstGeom>
          <a:noFill/>
        </p:spPr>
        <p:txBody>
          <a:bodyPr wrap="square" rtlCol="0">
            <a:spAutoFit/>
          </a:bodyPr>
          <a:lstStyle/>
          <a:p>
            <a:r>
              <a:rPr lang="en-AU" sz="2400" b="1" dirty="0">
                <a:solidFill>
                  <a:schemeClr val="accent6">
                    <a:lumMod val="50000"/>
                  </a:schemeClr>
                </a:solidFill>
              </a:rPr>
              <a:t>90</a:t>
            </a:r>
          </a:p>
        </p:txBody>
      </p:sp>
      <p:sp>
        <p:nvSpPr>
          <p:cNvPr id="13" name="TextBox 12">
            <a:extLst>
              <a:ext uri="{FF2B5EF4-FFF2-40B4-BE49-F238E27FC236}">
                <a16:creationId xmlns:a16="http://schemas.microsoft.com/office/drawing/2014/main" id="{5356ADB1-82B6-4417-9A2A-D1CC0AB16DCB}"/>
              </a:ext>
            </a:extLst>
          </p:cNvPr>
          <p:cNvSpPr txBox="1"/>
          <p:nvPr/>
        </p:nvSpPr>
        <p:spPr>
          <a:xfrm>
            <a:off x="2495209" y="3143438"/>
            <a:ext cx="813027" cy="461665"/>
          </a:xfrm>
          <a:prstGeom prst="rect">
            <a:avLst/>
          </a:prstGeom>
          <a:noFill/>
        </p:spPr>
        <p:txBody>
          <a:bodyPr wrap="square" rtlCol="0">
            <a:spAutoFit/>
          </a:bodyPr>
          <a:lstStyle/>
          <a:p>
            <a:r>
              <a:rPr lang="en-AU" sz="2400" b="1" dirty="0">
                <a:solidFill>
                  <a:schemeClr val="accent6">
                    <a:lumMod val="50000"/>
                  </a:schemeClr>
                </a:solidFill>
              </a:rPr>
              <a:t>120</a:t>
            </a:r>
          </a:p>
        </p:txBody>
      </p:sp>
      <p:sp>
        <p:nvSpPr>
          <p:cNvPr id="2" name="TextBox 1">
            <a:extLst>
              <a:ext uri="{FF2B5EF4-FFF2-40B4-BE49-F238E27FC236}">
                <a16:creationId xmlns:a16="http://schemas.microsoft.com/office/drawing/2014/main" id="{A91CD615-929C-44E2-85EA-BE9B212D5ECD}"/>
              </a:ext>
            </a:extLst>
          </p:cNvPr>
          <p:cNvSpPr txBox="1"/>
          <p:nvPr/>
        </p:nvSpPr>
        <p:spPr>
          <a:xfrm>
            <a:off x="4963887" y="1293462"/>
            <a:ext cx="6502856" cy="461665"/>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Would I get the same answer for these questions?</a:t>
            </a:r>
          </a:p>
        </p:txBody>
      </p:sp>
      <p:sp>
        <p:nvSpPr>
          <p:cNvPr id="16" name="TextBox 15">
            <a:extLst>
              <a:ext uri="{FF2B5EF4-FFF2-40B4-BE49-F238E27FC236}">
                <a16:creationId xmlns:a16="http://schemas.microsoft.com/office/drawing/2014/main" id="{E56A2340-DD47-4B9D-9D8C-4A59924B7C85}"/>
              </a:ext>
            </a:extLst>
          </p:cNvPr>
          <p:cNvSpPr txBox="1"/>
          <p:nvPr/>
        </p:nvSpPr>
        <p:spPr>
          <a:xfrm>
            <a:off x="2539770" y="5366475"/>
            <a:ext cx="7057511" cy="461665"/>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So what can we say about multiplication and division?</a:t>
            </a:r>
          </a:p>
        </p:txBody>
      </p:sp>
      <p:sp>
        <p:nvSpPr>
          <p:cNvPr id="10" name="TextBox 9">
            <a:extLst>
              <a:ext uri="{FF2B5EF4-FFF2-40B4-BE49-F238E27FC236}">
                <a16:creationId xmlns:a16="http://schemas.microsoft.com/office/drawing/2014/main" id="{4C809600-C8DA-4807-BDC5-9DE75E481457}"/>
              </a:ext>
            </a:extLst>
          </p:cNvPr>
          <p:cNvSpPr txBox="1"/>
          <p:nvPr/>
        </p:nvSpPr>
        <p:spPr>
          <a:xfrm>
            <a:off x="2390432" y="3926956"/>
            <a:ext cx="813027" cy="461665"/>
          </a:xfrm>
          <a:prstGeom prst="rect">
            <a:avLst/>
          </a:prstGeom>
          <a:noFill/>
        </p:spPr>
        <p:txBody>
          <a:bodyPr wrap="square" rtlCol="0">
            <a:spAutoFit/>
          </a:bodyPr>
          <a:lstStyle/>
          <a:p>
            <a:r>
              <a:rPr lang="en-AU" sz="2400" b="1" dirty="0">
                <a:solidFill>
                  <a:schemeClr val="accent6">
                    <a:lumMod val="50000"/>
                  </a:schemeClr>
                </a:solidFill>
              </a:rPr>
              <a:t>4</a:t>
            </a:r>
          </a:p>
        </p:txBody>
      </p:sp>
      <p:sp>
        <p:nvSpPr>
          <p:cNvPr id="11" name="TextBox 10">
            <a:extLst>
              <a:ext uri="{FF2B5EF4-FFF2-40B4-BE49-F238E27FC236}">
                <a16:creationId xmlns:a16="http://schemas.microsoft.com/office/drawing/2014/main" id="{3E82E40C-CACC-4E41-994A-0FBF0B19E78B}"/>
              </a:ext>
            </a:extLst>
          </p:cNvPr>
          <p:cNvSpPr txBox="1"/>
          <p:nvPr/>
        </p:nvSpPr>
        <p:spPr>
          <a:xfrm>
            <a:off x="2336344" y="4655742"/>
            <a:ext cx="813027" cy="461665"/>
          </a:xfrm>
          <a:prstGeom prst="rect">
            <a:avLst/>
          </a:prstGeom>
          <a:noFill/>
        </p:spPr>
        <p:txBody>
          <a:bodyPr wrap="square" rtlCol="0">
            <a:spAutoFit/>
          </a:bodyPr>
          <a:lstStyle/>
          <a:p>
            <a:r>
              <a:rPr lang="en-AU" sz="2400" b="1" dirty="0">
                <a:solidFill>
                  <a:schemeClr val="accent6">
                    <a:lumMod val="50000"/>
                  </a:schemeClr>
                </a:solidFill>
              </a:rPr>
              <a:t>12</a:t>
            </a:r>
          </a:p>
        </p:txBody>
      </p:sp>
      <p:sp>
        <p:nvSpPr>
          <p:cNvPr id="12" name="TextBox 11">
            <a:extLst>
              <a:ext uri="{FF2B5EF4-FFF2-40B4-BE49-F238E27FC236}">
                <a16:creationId xmlns:a16="http://schemas.microsoft.com/office/drawing/2014/main" id="{701D3498-A221-4177-8EF2-7F22AFB9EDAC}"/>
              </a:ext>
            </a:extLst>
          </p:cNvPr>
          <p:cNvSpPr txBox="1"/>
          <p:nvPr/>
        </p:nvSpPr>
        <p:spPr>
          <a:xfrm>
            <a:off x="7641938" y="1786969"/>
            <a:ext cx="4143375" cy="3785652"/>
          </a:xfrm>
          <a:prstGeom prst="rect">
            <a:avLst/>
          </a:prstGeom>
          <a:noFill/>
        </p:spPr>
        <p:txBody>
          <a:bodyPr wrap="square" rtlCol="0">
            <a:spAutoFit/>
          </a:bodyPr>
          <a:lstStyle/>
          <a:p>
            <a:pPr marL="342891" indent="-342891">
              <a:buAutoNum type="alphaLcParenR"/>
            </a:pPr>
            <a:r>
              <a:rPr lang="en-AU" sz="2400" dirty="0"/>
              <a:t>2x 7  = </a:t>
            </a:r>
          </a:p>
          <a:p>
            <a:pPr marL="342891" indent="-342891">
              <a:buAutoNum type="alphaLcParenR"/>
            </a:pPr>
            <a:endParaRPr lang="en-AU" sz="2400" dirty="0"/>
          </a:p>
          <a:p>
            <a:pPr marL="342891" indent="-342891">
              <a:buAutoNum type="alphaLcParenR"/>
            </a:pPr>
            <a:r>
              <a:rPr lang="en-AU" sz="2400" dirty="0"/>
              <a:t>15 x 6 =</a:t>
            </a:r>
          </a:p>
          <a:p>
            <a:pPr marL="342891" indent="-342891">
              <a:buAutoNum type="alphaLcParenR"/>
            </a:pPr>
            <a:endParaRPr lang="en-AU" sz="2400" dirty="0"/>
          </a:p>
          <a:p>
            <a:pPr marL="342891" indent="-342891">
              <a:buAutoNum type="alphaLcParenR"/>
            </a:pPr>
            <a:r>
              <a:rPr lang="en-AU" sz="2400" dirty="0"/>
              <a:t>5 x 24 =</a:t>
            </a:r>
          </a:p>
          <a:p>
            <a:pPr marL="342891" indent="-342891">
              <a:buAutoNum type="alphaLcParenR"/>
            </a:pPr>
            <a:endParaRPr lang="en-AU" sz="2400" dirty="0"/>
          </a:p>
          <a:p>
            <a:pPr marL="342891" indent="-342891">
              <a:buAutoNum type="alphaLcParenR"/>
            </a:pPr>
            <a:r>
              <a:rPr lang="en-AU" sz="2400" dirty="0"/>
              <a:t>6 ÷ 24=   </a:t>
            </a:r>
          </a:p>
          <a:p>
            <a:pPr marL="342891" indent="-342891">
              <a:buAutoNum type="alphaLcParenR"/>
            </a:pPr>
            <a:endParaRPr lang="en-AU" sz="2400" dirty="0"/>
          </a:p>
          <a:p>
            <a:pPr marL="342891" indent="-342891">
              <a:buAutoNum type="alphaLcParenR"/>
            </a:pPr>
            <a:r>
              <a:rPr lang="en-AU" sz="2400" dirty="0"/>
              <a:t>4 ÷ 48 = </a:t>
            </a:r>
          </a:p>
          <a:p>
            <a:pPr marL="342891" indent="-342891">
              <a:buAutoNum type="alphaLcParenR"/>
            </a:pPr>
            <a:endParaRPr lang="en-AU" sz="2400" dirty="0"/>
          </a:p>
        </p:txBody>
      </p:sp>
    </p:spTree>
    <p:extLst>
      <p:ext uri="{BB962C8B-B14F-4D97-AF65-F5344CB8AC3E}">
        <p14:creationId xmlns:p14="http://schemas.microsoft.com/office/powerpoint/2010/main" val="279467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2" grpId="0" animBg="1"/>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637310" y="32896"/>
            <a:ext cx="11102109" cy="6701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375" name="Google Shape;375;p40"/>
          <p:cNvSpPr txBox="1">
            <a:spLocks noGrp="1"/>
          </p:cNvSpPr>
          <p:nvPr>
            <p:ph type="sldNum" idx="12"/>
          </p:nvPr>
        </p:nvSpPr>
        <p:spPr>
          <a:xfrm>
            <a:off x="5730212" y="6225668"/>
            <a:ext cx="731600" cy="524800"/>
          </a:xfrm>
          <a:prstGeom prst="rect">
            <a:avLst/>
          </a:prstGeom>
          <a:ln>
            <a:noFill/>
          </a:ln>
        </p:spPr>
        <p:txBody>
          <a:bodyPr spcFirstLastPara="1" vert="horz" wrap="square" lIns="121900" tIns="121900" rIns="121900" bIns="121900" rtlCol="0" anchor="t" anchorCtr="0">
            <a:noAutofit/>
          </a:bodyPr>
          <a:lstStyle/>
          <a:p>
            <a:pPr algn="ctr"/>
            <a:fld id="{00000000-1234-1234-1234-123412341234}" type="slidenum">
              <a:rPr lang="en">
                <a:solidFill>
                  <a:srgbClr val="FFFFFF"/>
                </a:solidFill>
              </a:rPr>
              <a:pPr algn="ctr"/>
              <a:t>9</a:t>
            </a:fld>
            <a:endParaRPr>
              <a:solidFill>
                <a:srgbClr val="FFFFFF"/>
              </a:solidFill>
            </a:endParaRPr>
          </a:p>
        </p:txBody>
      </p:sp>
      <p:cxnSp>
        <p:nvCxnSpPr>
          <p:cNvPr id="6" name="Straight Connector 5"/>
          <p:cNvCxnSpPr/>
          <p:nvPr/>
        </p:nvCxnSpPr>
        <p:spPr>
          <a:xfrm>
            <a:off x="1437796" y="61169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474191" y="109133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93965" y="49281"/>
            <a:ext cx="646544"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sp>
        <p:nvSpPr>
          <p:cNvPr id="9" name="TextBox 8"/>
          <p:cNvSpPr txBox="1"/>
          <p:nvPr/>
        </p:nvSpPr>
        <p:spPr>
          <a:xfrm>
            <a:off x="9747414" y="80379"/>
            <a:ext cx="834383" cy="400110"/>
          </a:xfrm>
          <a:prstGeom prst="rect">
            <a:avLst/>
          </a:prstGeom>
          <a:noFill/>
        </p:spPr>
        <p:txBody>
          <a:bodyPr wrap="square" rtlCol="0">
            <a:spAutoFit/>
          </a:bodyPr>
          <a:lstStyle/>
          <a:p>
            <a:r>
              <a:rPr lang="en-AU" sz="2000" dirty="0">
                <a:latin typeface="Chalkboard"/>
                <a:cs typeface="Chalkboard"/>
              </a:rPr>
              <a:t>Date</a:t>
            </a:r>
          </a:p>
        </p:txBody>
      </p:sp>
      <p:sp>
        <p:nvSpPr>
          <p:cNvPr id="10" name="TextBox 9"/>
          <p:cNvSpPr txBox="1"/>
          <p:nvPr/>
        </p:nvSpPr>
        <p:spPr>
          <a:xfrm>
            <a:off x="596737" y="595584"/>
            <a:ext cx="10474036" cy="830997"/>
          </a:xfrm>
          <a:prstGeom prst="rect">
            <a:avLst/>
          </a:prstGeom>
          <a:noFill/>
        </p:spPr>
        <p:txBody>
          <a:bodyPr wrap="square" rtlCol="0">
            <a:spAutoFit/>
          </a:bodyPr>
          <a:lstStyle/>
          <a:p>
            <a:r>
              <a:rPr lang="en-AU" sz="2400" b="1" dirty="0">
                <a:latin typeface="Chalkboard"/>
                <a:cs typeface="Chalkboard"/>
              </a:rPr>
              <a:t>EQ: </a:t>
            </a:r>
            <a:r>
              <a:rPr lang="en-AU" sz="2133" dirty="0"/>
              <a:t>How can the associative, commutative and distributive law make maths easier?</a:t>
            </a:r>
          </a:p>
          <a:p>
            <a:endParaRPr lang="en-AU" sz="2400" b="1" dirty="0">
              <a:latin typeface="Chalkboard"/>
              <a:cs typeface="Chalkboard"/>
            </a:endParaRPr>
          </a:p>
        </p:txBody>
      </p:sp>
      <p:sp>
        <p:nvSpPr>
          <p:cNvPr id="11" name="TextBox 10"/>
          <p:cNvSpPr txBox="1"/>
          <p:nvPr/>
        </p:nvSpPr>
        <p:spPr>
          <a:xfrm>
            <a:off x="637310" y="49281"/>
            <a:ext cx="2418804" cy="830997"/>
          </a:xfrm>
          <a:prstGeom prst="rect">
            <a:avLst/>
          </a:prstGeom>
          <a:noFill/>
        </p:spPr>
        <p:txBody>
          <a:bodyPr wrap="none" rtlCol="0">
            <a:spAutoFit/>
          </a:bodyPr>
          <a:lstStyle/>
          <a:p>
            <a:r>
              <a:rPr lang="en-AU" sz="2400" b="1" dirty="0">
                <a:latin typeface="Chalkboard"/>
                <a:cs typeface="Chalkboard"/>
              </a:rPr>
              <a:t>Topic: </a:t>
            </a:r>
            <a:r>
              <a:rPr lang="en-AU" sz="2400" dirty="0"/>
              <a:t>Place Value</a:t>
            </a:r>
          </a:p>
          <a:p>
            <a:r>
              <a:rPr lang="en-AU" sz="2400" b="1" dirty="0">
                <a:latin typeface="Chalkboard"/>
                <a:cs typeface="Chalkboard"/>
              </a:rPr>
              <a:t> </a:t>
            </a:r>
            <a:endParaRPr lang="en-AU" sz="2400" dirty="0">
              <a:latin typeface="Chalkboard"/>
              <a:cs typeface="Chalkboard"/>
            </a:endParaRPr>
          </a:p>
        </p:txBody>
      </p:sp>
      <p:cxnSp>
        <p:nvCxnSpPr>
          <p:cNvPr id="18" name="Straight Connector 17"/>
          <p:cNvCxnSpPr/>
          <p:nvPr/>
        </p:nvCxnSpPr>
        <p:spPr>
          <a:xfrm>
            <a:off x="2684870" y="1091336"/>
            <a:ext cx="22100" cy="5563464"/>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695921" y="1261672"/>
            <a:ext cx="9043499" cy="1015663"/>
          </a:xfrm>
          <a:prstGeom prst="rect">
            <a:avLst/>
          </a:prstGeom>
          <a:noFill/>
        </p:spPr>
        <p:txBody>
          <a:bodyPr wrap="square" rtlCol="0">
            <a:spAutoFit/>
          </a:bodyPr>
          <a:lstStyle/>
          <a:p>
            <a:r>
              <a:rPr lang="en-AU" sz="2000" dirty="0"/>
              <a:t>The "Commutative Law" say we can </a:t>
            </a:r>
            <a:r>
              <a:rPr lang="en-AU" sz="2000" b="1" dirty="0"/>
              <a:t>swap numbers</a:t>
            </a:r>
            <a:r>
              <a:rPr lang="en-AU" sz="2000" dirty="0"/>
              <a:t> around and still get the same solution (only for addition </a:t>
            </a:r>
            <a:r>
              <a:rPr lang="en-AU" sz="2000" b="1" dirty="0"/>
              <a:t>or</a:t>
            </a:r>
            <a:r>
              <a:rPr lang="en-AU" sz="2000" dirty="0"/>
              <a:t> multiplication)</a:t>
            </a:r>
          </a:p>
          <a:p>
            <a:r>
              <a:rPr lang="en-AU" sz="2000" dirty="0"/>
              <a:t>		4 + 12  = 12 + 4    	  or  	6 x 3  = 3 x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368874" y="1414753"/>
            <a:ext cx="10677236" cy="362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4" name="TextBox 3">
            <a:extLst>
              <a:ext uri="{FF2B5EF4-FFF2-40B4-BE49-F238E27FC236}">
                <a16:creationId xmlns:a16="http://schemas.microsoft.com/office/drawing/2014/main" id="{0C3E2356-378C-420C-9E71-1A6F2A5944F1}"/>
              </a:ext>
            </a:extLst>
          </p:cNvPr>
          <p:cNvSpPr txBox="1"/>
          <p:nvPr/>
        </p:nvSpPr>
        <p:spPr>
          <a:xfrm>
            <a:off x="6858000" y="1346062"/>
            <a:ext cx="4042169" cy="830997"/>
          </a:xfrm>
          <a:prstGeom prst="rect">
            <a:avLst/>
          </a:prstGeom>
          <a:noFill/>
        </p:spPr>
        <p:txBody>
          <a:bodyPr wrap="square" rtlCol="0">
            <a:spAutoFit/>
          </a:bodyPr>
          <a:lstStyle/>
          <a:p>
            <a:r>
              <a:rPr lang="en-AU" sz="2400" dirty="0"/>
              <a:t>Does this work with division or subtraction?</a:t>
            </a:r>
          </a:p>
        </p:txBody>
      </p:sp>
      <p:sp>
        <p:nvSpPr>
          <p:cNvPr id="5" name="TextBox 4">
            <a:extLst>
              <a:ext uri="{FF2B5EF4-FFF2-40B4-BE49-F238E27FC236}">
                <a16:creationId xmlns:a16="http://schemas.microsoft.com/office/drawing/2014/main" id="{15985E4A-ABD2-470B-AA1C-F4CC77985A8C}"/>
              </a:ext>
            </a:extLst>
          </p:cNvPr>
          <p:cNvSpPr txBox="1"/>
          <p:nvPr/>
        </p:nvSpPr>
        <p:spPr>
          <a:xfrm>
            <a:off x="266457" y="1608821"/>
            <a:ext cx="4143375" cy="3046988"/>
          </a:xfrm>
          <a:prstGeom prst="rect">
            <a:avLst/>
          </a:prstGeom>
          <a:noFill/>
        </p:spPr>
        <p:txBody>
          <a:bodyPr wrap="square" rtlCol="0">
            <a:spAutoFit/>
          </a:bodyPr>
          <a:lstStyle/>
          <a:p>
            <a:pPr marL="342891" indent="-342891">
              <a:buAutoNum type="alphaLcParenR"/>
            </a:pPr>
            <a:r>
              <a:rPr lang="en-AU" sz="2400" dirty="0"/>
              <a:t>2 x 7 x 5  = </a:t>
            </a:r>
          </a:p>
          <a:p>
            <a:pPr marL="342891" indent="-342891">
              <a:buAutoNum type="alphaLcParenR"/>
            </a:pPr>
            <a:endParaRPr lang="en-AU" sz="2400" dirty="0"/>
          </a:p>
          <a:p>
            <a:pPr marL="342891" indent="-342891">
              <a:buAutoNum type="alphaLcParenR"/>
            </a:pPr>
            <a:r>
              <a:rPr lang="en-AU" sz="2400" dirty="0"/>
              <a:t>2 x 5 x 7=</a:t>
            </a:r>
          </a:p>
          <a:p>
            <a:pPr marL="342891" indent="-342891">
              <a:buAutoNum type="alphaLcParenR"/>
            </a:pPr>
            <a:endParaRPr lang="en-AU" sz="2400" dirty="0"/>
          </a:p>
          <a:p>
            <a:pPr marL="342891" indent="-342891">
              <a:buAutoNum type="alphaLcParenR"/>
            </a:pPr>
            <a:r>
              <a:rPr lang="en-AU" sz="2400" dirty="0"/>
              <a:t>6 + 9 + 7 + 1 + 3=</a:t>
            </a:r>
          </a:p>
          <a:p>
            <a:endParaRPr lang="en-AU" sz="2400" dirty="0"/>
          </a:p>
          <a:p>
            <a:pPr marL="342891" indent="-342891">
              <a:buAutoNum type="alphaLcParenR"/>
            </a:pPr>
            <a:r>
              <a:rPr lang="en-AU" sz="2400" dirty="0"/>
              <a:t>7 + 3 + 9 + 1 + 6 =</a:t>
            </a:r>
          </a:p>
          <a:p>
            <a:pPr marL="342891" indent="-342891">
              <a:buAutoNum type="alphaLcParenR"/>
            </a:pPr>
            <a:endParaRPr lang="en-AU" sz="24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2115224" y="1608822"/>
            <a:ext cx="746272" cy="461665"/>
          </a:xfrm>
          <a:prstGeom prst="rect">
            <a:avLst/>
          </a:prstGeom>
          <a:noFill/>
        </p:spPr>
        <p:txBody>
          <a:bodyPr wrap="square" rtlCol="0">
            <a:spAutoFit/>
          </a:bodyPr>
          <a:lstStyle/>
          <a:p>
            <a:r>
              <a:rPr lang="en-AU" sz="2400" b="1" dirty="0">
                <a:solidFill>
                  <a:schemeClr val="accent6">
                    <a:lumMod val="50000"/>
                  </a:schemeClr>
                </a:solidFill>
              </a:rPr>
              <a:t>70</a:t>
            </a:r>
          </a:p>
        </p:txBody>
      </p:sp>
      <p:sp>
        <p:nvSpPr>
          <p:cNvPr id="7" name="TextBox 6">
            <a:extLst>
              <a:ext uri="{FF2B5EF4-FFF2-40B4-BE49-F238E27FC236}">
                <a16:creationId xmlns:a16="http://schemas.microsoft.com/office/drawing/2014/main" id="{4E4FB0DA-82ED-480F-8CB5-C8DEB033254F}"/>
              </a:ext>
            </a:extLst>
          </p:cNvPr>
          <p:cNvSpPr txBox="1"/>
          <p:nvPr/>
        </p:nvSpPr>
        <p:spPr>
          <a:xfrm>
            <a:off x="2220000" y="2320562"/>
            <a:ext cx="697195" cy="461665"/>
          </a:xfrm>
          <a:prstGeom prst="rect">
            <a:avLst/>
          </a:prstGeom>
          <a:noFill/>
        </p:spPr>
        <p:txBody>
          <a:bodyPr wrap="square" rtlCol="0">
            <a:spAutoFit/>
          </a:bodyPr>
          <a:lstStyle/>
          <a:p>
            <a:r>
              <a:rPr lang="en-AU" sz="2400" b="1" dirty="0">
                <a:solidFill>
                  <a:schemeClr val="accent6">
                    <a:lumMod val="50000"/>
                  </a:schemeClr>
                </a:solidFill>
              </a:rPr>
              <a:t>70</a:t>
            </a:r>
          </a:p>
        </p:txBody>
      </p:sp>
      <p:sp>
        <p:nvSpPr>
          <p:cNvPr id="10" name="TextBox 9">
            <a:extLst>
              <a:ext uri="{FF2B5EF4-FFF2-40B4-BE49-F238E27FC236}">
                <a16:creationId xmlns:a16="http://schemas.microsoft.com/office/drawing/2014/main" id="{78E30186-1D27-4920-81CB-EF56324810F0}"/>
              </a:ext>
            </a:extLst>
          </p:cNvPr>
          <p:cNvSpPr txBox="1"/>
          <p:nvPr/>
        </p:nvSpPr>
        <p:spPr>
          <a:xfrm>
            <a:off x="3117733" y="3860526"/>
            <a:ext cx="995363" cy="461665"/>
          </a:xfrm>
          <a:prstGeom prst="rect">
            <a:avLst/>
          </a:prstGeom>
          <a:noFill/>
        </p:spPr>
        <p:txBody>
          <a:bodyPr wrap="square" rtlCol="0">
            <a:spAutoFit/>
          </a:bodyPr>
          <a:lstStyle/>
          <a:p>
            <a:r>
              <a:rPr lang="en-AU" sz="2400" b="1" dirty="0">
                <a:solidFill>
                  <a:schemeClr val="accent6">
                    <a:lumMod val="50000"/>
                  </a:schemeClr>
                </a:solidFill>
              </a:rPr>
              <a:t>26</a:t>
            </a:r>
          </a:p>
        </p:txBody>
      </p:sp>
      <p:sp>
        <p:nvSpPr>
          <p:cNvPr id="12" name="TextBox 11">
            <a:extLst>
              <a:ext uri="{FF2B5EF4-FFF2-40B4-BE49-F238E27FC236}">
                <a16:creationId xmlns:a16="http://schemas.microsoft.com/office/drawing/2014/main" id="{CAAF1E0B-3432-4DB2-A14A-6BBF329CAEDF}"/>
              </a:ext>
            </a:extLst>
          </p:cNvPr>
          <p:cNvSpPr txBox="1"/>
          <p:nvPr/>
        </p:nvSpPr>
        <p:spPr>
          <a:xfrm>
            <a:off x="7024013" y="2101871"/>
            <a:ext cx="4143375" cy="3046988"/>
          </a:xfrm>
          <a:prstGeom prst="rect">
            <a:avLst/>
          </a:prstGeom>
          <a:noFill/>
        </p:spPr>
        <p:txBody>
          <a:bodyPr wrap="square" rtlCol="0">
            <a:spAutoFit/>
          </a:bodyPr>
          <a:lstStyle/>
          <a:p>
            <a:pPr marL="342891" indent="-342891">
              <a:buAutoNum type="alphaLcParenR"/>
            </a:pPr>
            <a:r>
              <a:rPr lang="en-AU" sz="2400" dirty="0"/>
              <a:t>24 ÷ 2 ÷ 3 = </a:t>
            </a:r>
          </a:p>
          <a:p>
            <a:pPr marL="342891" indent="-342891">
              <a:buAutoNum type="alphaLcParenR"/>
            </a:pPr>
            <a:endParaRPr lang="en-AU" sz="2400" dirty="0"/>
          </a:p>
          <a:p>
            <a:pPr marL="342891" indent="-342891">
              <a:buAutoNum type="alphaLcParenR"/>
            </a:pPr>
            <a:r>
              <a:rPr lang="en-AU" sz="2400" dirty="0"/>
              <a:t>2 ÷ 3 ÷ 24 =</a:t>
            </a:r>
          </a:p>
          <a:p>
            <a:pPr marL="342891" indent="-342891">
              <a:buAutoNum type="alphaLcParenR"/>
            </a:pPr>
            <a:endParaRPr lang="en-AU" sz="2400" dirty="0"/>
          </a:p>
          <a:p>
            <a:pPr marL="342891" indent="-342891">
              <a:buAutoNum type="alphaLcParenR"/>
            </a:pPr>
            <a:r>
              <a:rPr lang="en-AU" sz="2400" dirty="0"/>
              <a:t>15 – 7 – 6 =</a:t>
            </a:r>
          </a:p>
          <a:p>
            <a:endParaRPr lang="en-AU" sz="2400" dirty="0"/>
          </a:p>
          <a:p>
            <a:pPr marL="342891" indent="-342891">
              <a:buAutoNum type="alphaLcParenR"/>
            </a:pPr>
            <a:r>
              <a:rPr lang="en-AU" sz="2400" dirty="0"/>
              <a:t>6 – 7 – 15 =</a:t>
            </a:r>
          </a:p>
          <a:p>
            <a:pPr marL="342891" indent="-342891">
              <a:buAutoNum type="alphaLcParenR"/>
            </a:pPr>
            <a:endParaRPr lang="en-AU" sz="2400" dirty="0"/>
          </a:p>
        </p:txBody>
      </p:sp>
      <p:sp>
        <p:nvSpPr>
          <p:cNvPr id="2" name="TextBox 1">
            <a:extLst>
              <a:ext uri="{FF2B5EF4-FFF2-40B4-BE49-F238E27FC236}">
                <a16:creationId xmlns:a16="http://schemas.microsoft.com/office/drawing/2014/main" id="{26DB629B-02A4-4BE4-841F-D8A75CAFDA62}"/>
              </a:ext>
            </a:extLst>
          </p:cNvPr>
          <p:cNvSpPr txBox="1"/>
          <p:nvPr/>
        </p:nvSpPr>
        <p:spPr>
          <a:xfrm>
            <a:off x="3501710" y="1980961"/>
            <a:ext cx="2771775" cy="830997"/>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What do you notice about the answers?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677975" y="4592613"/>
            <a:ext cx="4879517" cy="830997"/>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Did you find calculating a or b easier? How about c or d?</a:t>
            </a:r>
          </a:p>
        </p:txBody>
      </p:sp>
      <p:sp>
        <p:nvSpPr>
          <p:cNvPr id="20" name="TextBox 19">
            <a:extLst>
              <a:ext uri="{FF2B5EF4-FFF2-40B4-BE49-F238E27FC236}">
                <a16:creationId xmlns:a16="http://schemas.microsoft.com/office/drawing/2014/main" id="{B64A7339-40BF-4500-8C1C-0488F46CC655}"/>
              </a:ext>
            </a:extLst>
          </p:cNvPr>
          <p:cNvSpPr txBox="1"/>
          <p:nvPr/>
        </p:nvSpPr>
        <p:spPr>
          <a:xfrm>
            <a:off x="581026" y="453510"/>
            <a:ext cx="11284404" cy="461665"/>
          </a:xfrm>
          <a:prstGeom prst="rect">
            <a:avLst/>
          </a:prstGeom>
          <a:noFill/>
        </p:spPr>
        <p:txBody>
          <a:bodyPr wrap="square" rtlCol="0">
            <a:spAutoFit/>
          </a:bodyPr>
          <a:lstStyle/>
          <a:p>
            <a:r>
              <a:rPr lang="en-AU" sz="2400" dirty="0"/>
              <a:t>On your Left Hand Side </a:t>
            </a:r>
            <a:r>
              <a:rPr lang="en-AU" sz="2400" b="1" u="sng" dirty="0"/>
              <a:t>calculate each of the following </a:t>
            </a:r>
            <a:r>
              <a:rPr lang="en-AU" sz="2400" dirty="0"/>
              <a:t>(using your head – no calculators). </a:t>
            </a:r>
          </a:p>
        </p:txBody>
      </p:sp>
      <p:sp>
        <p:nvSpPr>
          <p:cNvPr id="16" name="TextBox 15">
            <a:extLst>
              <a:ext uri="{FF2B5EF4-FFF2-40B4-BE49-F238E27FC236}">
                <a16:creationId xmlns:a16="http://schemas.microsoft.com/office/drawing/2014/main" id="{8D463126-F76E-43DB-A9B0-4320BF351364}"/>
              </a:ext>
            </a:extLst>
          </p:cNvPr>
          <p:cNvSpPr txBox="1"/>
          <p:nvPr/>
        </p:nvSpPr>
        <p:spPr>
          <a:xfrm>
            <a:off x="3038472" y="3064274"/>
            <a:ext cx="995363" cy="461665"/>
          </a:xfrm>
          <a:prstGeom prst="rect">
            <a:avLst/>
          </a:prstGeom>
          <a:noFill/>
        </p:spPr>
        <p:txBody>
          <a:bodyPr wrap="square" rtlCol="0">
            <a:spAutoFit/>
          </a:bodyPr>
          <a:lstStyle/>
          <a:p>
            <a:r>
              <a:rPr lang="en-AU" sz="2400" b="1" dirty="0">
                <a:solidFill>
                  <a:schemeClr val="accent6">
                    <a:lumMod val="50000"/>
                  </a:schemeClr>
                </a:solidFill>
              </a:rPr>
              <a:t>26</a:t>
            </a:r>
          </a:p>
        </p:txBody>
      </p:sp>
      <p:sp>
        <p:nvSpPr>
          <p:cNvPr id="3" name="Rectangle 2">
            <a:extLst>
              <a:ext uri="{FF2B5EF4-FFF2-40B4-BE49-F238E27FC236}">
                <a16:creationId xmlns:a16="http://schemas.microsoft.com/office/drawing/2014/main" id="{3DC45157-C14F-4137-A638-4D0D8896BC92}"/>
              </a:ext>
            </a:extLst>
          </p:cNvPr>
          <p:cNvSpPr/>
          <p:nvPr/>
        </p:nvSpPr>
        <p:spPr>
          <a:xfrm>
            <a:off x="300713" y="84178"/>
            <a:ext cx="1327799" cy="307777"/>
          </a:xfrm>
          <a:prstGeom prst="rect">
            <a:avLst/>
          </a:prstGeom>
        </p:spPr>
        <p:txBody>
          <a:bodyPr wrap="none">
            <a:spAutoFit/>
          </a:bodyPr>
          <a:lstStyle/>
          <a:p>
            <a:r>
              <a:rPr lang="en-AU" sz="1400" dirty="0"/>
              <a:t>Associative Law</a:t>
            </a:r>
          </a:p>
        </p:txBody>
      </p:sp>
    </p:spTree>
    <p:extLst>
      <p:ext uri="{BB962C8B-B14F-4D97-AF65-F5344CB8AC3E}">
        <p14:creationId xmlns:p14="http://schemas.microsoft.com/office/powerpoint/2010/main" val="69579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2" grpId="0"/>
      <p:bldP spid="2" grpId="0" animBg="1"/>
      <p:bldP spid="19" grpId="0" animBg="1"/>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637310" y="32896"/>
            <a:ext cx="11102109" cy="6701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375" name="Google Shape;375;p40"/>
          <p:cNvSpPr txBox="1">
            <a:spLocks noGrp="1"/>
          </p:cNvSpPr>
          <p:nvPr>
            <p:ph type="sldNum" idx="12"/>
          </p:nvPr>
        </p:nvSpPr>
        <p:spPr>
          <a:xfrm>
            <a:off x="5730212" y="6225668"/>
            <a:ext cx="731600" cy="524800"/>
          </a:xfrm>
          <a:prstGeom prst="rect">
            <a:avLst/>
          </a:prstGeom>
          <a:ln>
            <a:noFill/>
          </a:ln>
        </p:spPr>
        <p:txBody>
          <a:bodyPr spcFirstLastPara="1" vert="horz" wrap="square" lIns="121900" tIns="121900" rIns="121900" bIns="121900" rtlCol="0" anchor="t" anchorCtr="0">
            <a:noAutofit/>
          </a:bodyPr>
          <a:lstStyle/>
          <a:p>
            <a:pPr algn="ctr"/>
            <a:fld id="{00000000-1234-1234-1234-123412341234}" type="slidenum">
              <a:rPr lang="en">
                <a:solidFill>
                  <a:srgbClr val="FFFFFF"/>
                </a:solidFill>
              </a:rPr>
              <a:pPr algn="ctr"/>
              <a:t>11</a:t>
            </a:fld>
            <a:endParaRPr>
              <a:solidFill>
                <a:srgbClr val="FFFFFF"/>
              </a:solidFill>
            </a:endParaRPr>
          </a:p>
        </p:txBody>
      </p:sp>
      <p:cxnSp>
        <p:nvCxnSpPr>
          <p:cNvPr id="6" name="Straight Connector 5"/>
          <p:cNvCxnSpPr/>
          <p:nvPr/>
        </p:nvCxnSpPr>
        <p:spPr>
          <a:xfrm>
            <a:off x="1437796" y="61169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474191" y="109133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93965" y="49281"/>
            <a:ext cx="646544"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sp>
        <p:nvSpPr>
          <p:cNvPr id="9" name="TextBox 8"/>
          <p:cNvSpPr txBox="1"/>
          <p:nvPr/>
        </p:nvSpPr>
        <p:spPr>
          <a:xfrm>
            <a:off x="9747414" y="80379"/>
            <a:ext cx="834383" cy="400110"/>
          </a:xfrm>
          <a:prstGeom prst="rect">
            <a:avLst/>
          </a:prstGeom>
          <a:noFill/>
        </p:spPr>
        <p:txBody>
          <a:bodyPr wrap="square" rtlCol="0">
            <a:spAutoFit/>
          </a:bodyPr>
          <a:lstStyle/>
          <a:p>
            <a:r>
              <a:rPr lang="en-AU" sz="2000" dirty="0">
                <a:latin typeface="Chalkboard"/>
                <a:cs typeface="Chalkboard"/>
              </a:rPr>
              <a:t>Date</a:t>
            </a:r>
          </a:p>
        </p:txBody>
      </p:sp>
      <p:sp>
        <p:nvSpPr>
          <p:cNvPr id="10" name="TextBox 9"/>
          <p:cNvSpPr txBox="1"/>
          <p:nvPr/>
        </p:nvSpPr>
        <p:spPr>
          <a:xfrm>
            <a:off x="596737" y="595584"/>
            <a:ext cx="10474036" cy="830997"/>
          </a:xfrm>
          <a:prstGeom prst="rect">
            <a:avLst/>
          </a:prstGeom>
          <a:noFill/>
        </p:spPr>
        <p:txBody>
          <a:bodyPr wrap="square" rtlCol="0">
            <a:spAutoFit/>
          </a:bodyPr>
          <a:lstStyle/>
          <a:p>
            <a:r>
              <a:rPr lang="en-AU" sz="2400" b="1" dirty="0">
                <a:latin typeface="Chalkboard"/>
                <a:cs typeface="Chalkboard"/>
              </a:rPr>
              <a:t>EQ: </a:t>
            </a:r>
            <a:r>
              <a:rPr lang="en-AU" sz="2133" dirty="0"/>
              <a:t>How can the associative, commutative and distributive law make maths easier?</a:t>
            </a:r>
          </a:p>
          <a:p>
            <a:endParaRPr lang="en-AU" sz="2400" b="1" dirty="0">
              <a:latin typeface="Chalkboard"/>
              <a:cs typeface="Chalkboard"/>
            </a:endParaRPr>
          </a:p>
        </p:txBody>
      </p:sp>
      <p:sp>
        <p:nvSpPr>
          <p:cNvPr id="11" name="TextBox 10"/>
          <p:cNvSpPr txBox="1"/>
          <p:nvPr/>
        </p:nvSpPr>
        <p:spPr>
          <a:xfrm>
            <a:off x="637310" y="49281"/>
            <a:ext cx="2418804" cy="830997"/>
          </a:xfrm>
          <a:prstGeom prst="rect">
            <a:avLst/>
          </a:prstGeom>
          <a:noFill/>
        </p:spPr>
        <p:txBody>
          <a:bodyPr wrap="none" rtlCol="0">
            <a:spAutoFit/>
          </a:bodyPr>
          <a:lstStyle/>
          <a:p>
            <a:r>
              <a:rPr lang="en-AU" sz="2400" b="1" dirty="0">
                <a:latin typeface="Chalkboard"/>
                <a:cs typeface="Chalkboard"/>
              </a:rPr>
              <a:t>Topic: </a:t>
            </a:r>
            <a:r>
              <a:rPr lang="en-AU" sz="2400" dirty="0"/>
              <a:t>Place Value</a:t>
            </a:r>
          </a:p>
          <a:p>
            <a:r>
              <a:rPr lang="en-AU" sz="2400" b="1" dirty="0">
                <a:latin typeface="Chalkboard"/>
                <a:cs typeface="Chalkboard"/>
              </a:rPr>
              <a:t> </a:t>
            </a:r>
            <a:endParaRPr lang="en-AU" sz="2400" dirty="0">
              <a:latin typeface="Chalkboard"/>
              <a:cs typeface="Chalkboard"/>
            </a:endParaRPr>
          </a:p>
        </p:txBody>
      </p:sp>
      <p:cxnSp>
        <p:nvCxnSpPr>
          <p:cNvPr id="18" name="Straight Connector 17"/>
          <p:cNvCxnSpPr/>
          <p:nvPr/>
        </p:nvCxnSpPr>
        <p:spPr>
          <a:xfrm>
            <a:off x="2670741" y="1091336"/>
            <a:ext cx="22100" cy="5563464"/>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695921" y="1261672"/>
            <a:ext cx="9043499" cy="1015663"/>
          </a:xfrm>
          <a:prstGeom prst="rect">
            <a:avLst/>
          </a:prstGeom>
          <a:noFill/>
        </p:spPr>
        <p:txBody>
          <a:bodyPr wrap="square" rtlCol="0">
            <a:spAutoFit/>
          </a:bodyPr>
          <a:lstStyle/>
          <a:p>
            <a:r>
              <a:rPr lang="en-AU" sz="2000" dirty="0"/>
              <a:t>The "Commutative Law" say we can </a:t>
            </a:r>
            <a:r>
              <a:rPr lang="en-AU" sz="2000" b="1" dirty="0"/>
              <a:t>swap numbers</a:t>
            </a:r>
            <a:r>
              <a:rPr lang="en-AU" sz="2000" dirty="0"/>
              <a:t> around and still get the same solution (only for addition </a:t>
            </a:r>
            <a:r>
              <a:rPr lang="en-AU" sz="2000" b="1" dirty="0"/>
              <a:t>or</a:t>
            </a:r>
            <a:r>
              <a:rPr lang="en-AU" sz="2000" dirty="0"/>
              <a:t> multiplication)</a:t>
            </a:r>
          </a:p>
          <a:p>
            <a:r>
              <a:rPr lang="en-AU" sz="2000" dirty="0"/>
              <a:t>		4 + 12  = 12 + 4    	  or  	6 x 3  = 3 x  6</a:t>
            </a:r>
          </a:p>
        </p:txBody>
      </p:sp>
      <p:sp>
        <p:nvSpPr>
          <p:cNvPr id="12" name="Rectangle 11">
            <a:extLst>
              <a:ext uri="{FF2B5EF4-FFF2-40B4-BE49-F238E27FC236}">
                <a16:creationId xmlns:a16="http://schemas.microsoft.com/office/drawing/2014/main" id="{D4B8D8ED-36C5-4F71-AEA9-0C22542F84DC}"/>
              </a:ext>
            </a:extLst>
          </p:cNvPr>
          <p:cNvSpPr/>
          <p:nvPr/>
        </p:nvSpPr>
        <p:spPr>
          <a:xfrm>
            <a:off x="2733414" y="2974198"/>
            <a:ext cx="8749527" cy="2554545"/>
          </a:xfrm>
          <a:prstGeom prst="rect">
            <a:avLst/>
          </a:prstGeom>
        </p:spPr>
        <p:txBody>
          <a:bodyPr wrap="square">
            <a:spAutoFit/>
          </a:bodyPr>
          <a:lstStyle/>
          <a:p>
            <a:r>
              <a:rPr lang="en-AU" sz="2000" dirty="0">
                <a:solidFill>
                  <a:srgbClr val="333333"/>
                </a:solidFill>
              </a:rPr>
              <a:t>The "Associative Law" say that it doesn't matter which we calculate first (when doing sums with </a:t>
            </a:r>
            <a:r>
              <a:rPr lang="en-AU" sz="2000" u="sng" dirty="0">
                <a:solidFill>
                  <a:srgbClr val="333333"/>
                </a:solidFill>
              </a:rPr>
              <a:t>only all addition </a:t>
            </a:r>
            <a:r>
              <a:rPr lang="en-AU" sz="2000" b="1" u="sng" dirty="0">
                <a:solidFill>
                  <a:srgbClr val="333333"/>
                </a:solidFill>
              </a:rPr>
              <a:t>or</a:t>
            </a:r>
            <a:r>
              <a:rPr lang="en-AU" sz="2000" u="sng" dirty="0">
                <a:solidFill>
                  <a:srgbClr val="333333"/>
                </a:solidFill>
              </a:rPr>
              <a:t> all multiplication</a:t>
            </a:r>
            <a:r>
              <a:rPr lang="en-AU" sz="2000" dirty="0">
                <a:solidFill>
                  <a:srgbClr val="333333"/>
                </a:solidFill>
              </a:rPr>
              <a:t>). So we can do the easy ones first.</a:t>
            </a:r>
          </a:p>
          <a:p>
            <a:endParaRPr lang="en-AU" sz="2000" dirty="0">
              <a:solidFill>
                <a:srgbClr val="333333"/>
              </a:solidFill>
            </a:endParaRPr>
          </a:p>
          <a:p>
            <a:r>
              <a:rPr lang="en-AU" sz="2000" dirty="0">
                <a:solidFill>
                  <a:srgbClr val="333333"/>
                </a:solidFill>
              </a:rPr>
              <a:t> 		        5 + 9 + 7 + 5 + 1</a:t>
            </a:r>
          </a:p>
          <a:p>
            <a:endParaRPr lang="en-AU" sz="2000" dirty="0">
              <a:solidFill>
                <a:srgbClr val="333333"/>
              </a:solidFill>
            </a:endParaRPr>
          </a:p>
          <a:p>
            <a:r>
              <a:rPr lang="en-AU" sz="2000" dirty="0">
                <a:solidFill>
                  <a:srgbClr val="333333"/>
                </a:solidFill>
              </a:rPr>
              <a:t>		           5  + 5  +  9  + 1 +  7 =</a:t>
            </a:r>
          </a:p>
          <a:p>
            <a:r>
              <a:rPr lang="en-AU" sz="2000" dirty="0">
                <a:solidFill>
                  <a:srgbClr val="333333"/>
                </a:solidFill>
              </a:rPr>
              <a:t>			10  +  10  + 7 = 17</a:t>
            </a:r>
          </a:p>
        </p:txBody>
      </p:sp>
      <p:cxnSp>
        <p:nvCxnSpPr>
          <p:cNvPr id="13" name="Straight Arrow Connector 12">
            <a:extLst>
              <a:ext uri="{FF2B5EF4-FFF2-40B4-BE49-F238E27FC236}">
                <a16:creationId xmlns:a16="http://schemas.microsoft.com/office/drawing/2014/main" id="{042E7688-E310-4512-BB23-A68CB006C6E2}"/>
              </a:ext>
            </a:extLst>
          </p:cNvPr>
          <p:cNvCxnSpPr/>
          <p:nvPr/>
        </p:nvCxnSpPr>
        <p:spPr>
          <a:xfrm>
            <a:off x="5919969" y="4522601"/>
            <a:ext cx="176043"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2E7688-E310-4512-BB23-A68CB006C6E2}"/>
              </a:ext>
            </a:extLst>
          </p:cNvPr>
          <p:cNvCxnSpPr/>
          <p:nvPr/>
        </p:nvCxnSpPr>
        <p:spPr>
          <a:xfrm flipH="1">
            <a:off x="6627261" y="4522601"/>
            <a:ext cx="567868"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42E7688-E310-4512-BB23-A68CB006C6E2}"/>
              </a:ext>
            </a:extLst>
          </p:cNvPr>
          <p:cNvCxnSpPr/>
          <p:nvPr/>
        </p:nvCxnSpPr>
        <p:spPr>
          <a:xfrm>
            <a:off x="6391451" y="4522601"/>
            <a:ext cx="803677"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2E7688-E310-4512-BB23-A68CB006C6E2}"/>
              </a:ext>
            </a:extLst>
          </p:cNvPr>
          <p:cNvCxnSpPr/>
          <p:nvPr/>
        </p:nvCxnSpPr>
        <p:spPr>
          <a:xfrm>
            <a:off x="7638473" y="4522601"/>
            <a:ext cx="0"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42E7688-E310-4512-BB23-A68CB006C6E2}"/>
              </a:ext>
            </a:extLst>
          </p:cNvPr>
          <p:cNvCxnSpPr/>
          <p:nvPr/>
        </p:nvCxnSpPr>
        <p:spPr>
          <a:xfrm>
            <a:off x="6793290" y="4522601"/>
            <a:ext cx="1288529"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70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68874" y="1414753"/>
            <a:ext cx="10677236" cy="3627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5" name="TextBox 4">
            <a:extLst>
              <a:ext uri="{FF2B5EF4-FFF2-40B4-BE49-F238E27FC236}">
                <a16:creationId xmlns:a16="http://schemas.microsoft.com/office/drawing/2014/main" id="{15985E4A-ABD2-470B-AA1C-F4CC77985A8C}"/>
              </a:ext>
            </a:extLst>
          </p:cNvPr>
          <p:cNvSpPr txBox="1"/>
          <p:nvPr/>
        </p:nvSpPr>
        <p:spPr>
          <a:xfrm>
            <a:off x="374787" y="1604497"/>
            <a:ext cx="4143375" cy="3046988"/>
          </a:xfrm>
          <a:prstGeom prst="rect">
            <a:avLst/>
          </a:prstGeom>
          <a:noFill/>
        </p:spPr>
        <p:txBody>
          <a:bodyPr wrap="square" rtlCol="0">
            <a:spAutoFit/>
          </a:bodyPr>
          <a:lstStyle/>
          <a:p>
            <a:pPr marL="342891" indent="-342891">
              <a:buAutoNum type="alphaLcParenR"/>
            </a:pPr>
            <a:r>
              <a:rPr lang="en-AU" sz="2400" dirty="0"/>
              <a:t>5 x 6  = </a:t>
            </a:r>
          </a:p>
          <a:p>
            <a:pPr marL="342891" indent="-342891">
              <a:buAutoNum type="alphaLcParenR"/>
            </a:pPr>
            <a:endParaRPr lang="en-AU" sz="2400" dirty="0"/>
          </a:p>
          <a:p>
            <a:pPr marL="342891" indent="-342891">
              <a:buAutoNum type="alphaLcParenR"/>
            </a:pPr>
            <a:r>
              <a:rPr lang="en-AU" sz="2400" dirty="0"/>
              <a:t>5 x 4   +  5 x 2  =</a:t>
            </a:r>
          </a:p>
          <a:p>
            <a:pPr marL="342891" indent="-342891">
              <a:buAutoNum type="alphaLcParenR"/>
            </a:pPr>
            <a:endParaRPr lang="en-AU" sz="2400" dirty="0"/>
          </a:p>
          <a:p>
            <a:pPr marL="342891" indent="-342891">
              <a:buAutoNum type="alphaLcParenR"/>
            </a:pPr>
            <a:r>
              <a:rPr lang="en-AU" sz="2400" dirty="0"/>
              <a:t>14 x 7 =</a:t>
            </a:r>
          </a:p>
          <a:p>
            <a:endParaRPr lang="en-AU" sz="2400" dirty="0"/>
          </a:p>
          <a:p>
            <a:pPr marL="342891" indent="-342891">
              <a:buAutoNum type="alphaLcParenR"/>
            </a:pPr>
            <a:r>
              <a:rPr lang="en-AU" sz="2400" dirty="0"/>
              <a:t>10 x 7 + 4 x 7 =</a:t>
            </a:r>
          </a:p>
          <a:p>
            <a:pPr marL="342891" indent="-342891">
              <a:buAutoNum type="alphaLcParenR"/>
            </a:pPr>
            <a:endParaRPr lang="en-AU" sz="24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2115225" y="1608822"/>
            <a:ext cx="836417" cy="461665"/>
          </a:xfrm>
          <a:prstGeom prst="rect">
            <a:avLst/>
          </a:prstGeom>
          <a:noFill/>
        </p:spPr>
        <p:txBody>
          <a:bodyPr wrap="square" rtlCol="0">
            <a:spAutoFit/>
          </a:bodyPr>
          <a:lstStyle/>
          <a:p>
            <a:r>
              <a:rPr lang="en-AU" sz="2400" b="1" dirty="0">
                <a:solidFill>
                  <a:schemeClr val="accent6">
                    <a:lumMod val="50000"/>
                  </a:schemeClr>
                </a:solidFill>
              </a:rPr>
              <a:t>30</a:t>
            </a:r>
          </a:p>
        </p:txBody>
      </p:sp>
      <p:sp>
        <p:nvSpPr>
          <p:cNvPr id="7" name="TextBox 6">
            <a:extLst>
              <a:ext uri="{FF2B5EF4-FFF2-40B4-BE49-F238E27FC236}">
                <a16:creationId xmlns:a16="http://schemas.microsoft.com/office/drawing/2014/main" id="{4E4FB0DA-82ED-480F-8CB5-C8DEB033254F}"/>
              </a:ext>
            </a:extLst>
          </p:cNvPr>
          <p:cNvSpPr txBox="1"/>
          <p:nvPr/>
        </p:nvSpPr>
        <p:spPr>
          <a:xfrm>
            <a:off x="3093387" y="2358580"/>
            <a:ext cx="786488" cy="461665"/>
          </a:xfrm>
          <a:prstGeom prst="rect">
            <a:avLst/>
          </a:prstGeom>
          <a:noFill/>
        </p:spPr>
        <p:txBody>
          <a:bodyPr wrap="square" rtlCol="0">
            <a:spAutoFit/>
          </a:bodyPr>
          <a:lstStyle/>
          <a:p>
            <a:r>
              <a:rPr lang="en-AU" sz="2400" b="1" dirty="0">
                <a:solidFill>
                  <a:schemeClr val="accent6">
                    <a:lumMod val="50000"/>
                  </a:schemeClr>
                </a:solidFill>
              </a:rPr>
              <a:t>30</a:t>
            </a:r>
          </a:p>
        </p:txBody>
      </p:sp>
      <p:sp>
        <p:nvSpPr>
          <p:cNvPr id="10" name="TextBox 9">
            <a:extLst>
              <a:ext uri="{FF2B5EF4-FFF2-40B4-BE49-F238E27FC236}">
                <a16:creationId xmlns:a16="http://schemas.microsoft.com/office/drawing/2014/main" id="{78E30186-1D27-4920-81CB-EF56324810F0}"/>
              </a:ext>
            </a:extLst>
          </p:cNvPr>
          <p:cNvSpPr txBox="1"/>
          <p:nvPr/>
        </p:nvSpPr>
        <p:spPr>
          <a:xfrm>
            <a:off x="2666512" y="3786285"/>
            <a:ext cx="995363" cy="461665"/>
          </a:xfrm>
          <a:prstGeom prst="rect">
            <a:avLst/>
          </a:prstGeom>
          <a:noFill/>
        </p:spPr>
        <p:txBody>
          <a:bodyPr wrap="square" rtlCol="0">
            <a:spAutoFit/>
          </a:bodyPr>
          <a:lstStyle/>
          <a:p>
            <a:r>
              <a:rPr lang="en-AU" sz="2400" b="1" dirty="0">
                <a:solidFill>
                  <a:schemeClr val="accent6">
                    <a:lumMod val="50000"/>
                  </a:schemeClr>
                </a:solidFill>
              </a:rPr>
              <a:t>98</a:t>
            </a:r>
          </a:p>
        </p:txBody>
      </p:sp>
      <p:sp>
        <p:nvSpPr>
          <p:cNvPr id="2" name="TextBox 1">
            <a:extLst>
              <a:ext uri="{FF2B5EF4-FFF2-40B4-BE49-F238E27FC236}">
                <a16:creationId xmlns:a16="http://schemas.microsoft.com/office/drawing/2014/main" id="{26DB629B-02A4-4BE4-841F-D8A75CAFDA62}"/>
              </a:ext>
            </a:extLst>
          </p:cNvPr>
          <p:cNvSpPr txBox="1"/>
          <p:nvPr/>
        </p:nvSpPr>
        <p:spPr>
          <a:xfrm>
            <a:off x="3949049" y="1743026"/>
            <a:ext cx="3069713" cy="830997"/>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What do you notice about the questions?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2078403" y="4726702"/>
            <a:ext cx="4879517" cy="830997"/>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2400" dirty="0"/>
              <a:t>Did you find calculating a or b easier? How about c or d?</a:t>
            </a:r>
          </a:p>
        </p:txBody>
      </p:sp>
      <p:sp>
        <p:nvSpPr>
          <p:cNvPr id="20" name="TextBox 19">
            <a:extLst>
              <a:ext uri="{FF2B5EF4-FFF2-40B4-BE49-F238E27FC236}">
                <a16:creationId xmlns:a16="http://schemas.microsoft.com/office/drawing/2014/main" id="{B64A7339-40BF-4500-8C1C-0488F46CC655}"/>
              </a:ext>
            </a:extLst>
          </p:cNvPr>
          <p:cNvSpPr txBox="1"/>
          <p:nvPr/>
        </p:nvSpPr>
        <p:spPr>
          <a:xfrm>
            <a:off x="581026" y="453510"/>
            <a:ext cx="11284404" cy="461665"/>
          </a:xfrm>
          <a:prstGeom prst="rect">
            <a:avLst/>
          </a:prstGeom>
          <a:noFill/>
        </p:spPr>
        <p:txBody>
          <a:bodyPr wrap="square" rtlCol="0">
            <a:spAutoFit/>
          </a:bodyPr>
          <a:lstStyle/>
          <a:p>
            <a:r>
              <a:rPr lang="en-AU" sz="2400" dirty="0"/>
              <a:t>On your Left Hand Side </a:t>
            </a:r>
            <a:r>
              <a:rPr lang="en-AU" sz="2400" b="1" u="sng" dirty="0"/>
              <a:t>calculate each of the following </a:t>
            </a:r>
            <a:r>
              <a:rPr lang="en-AU" sz="2400" dirty="0"/>
              <a:t>(using you head – no calculators). </a:t>
            </a:r>
          </a:p>
        </p:txBody>
      </p:sp>
      <p:sp>
        <p:nvSpPr>
          <p:cNvPr id="16" name="TextBox 15">
            <a:extLst>
              <a:ext uri="{FF2B5EF4-FFF2-40B4-BE49-F238E27FC236}">
                <a16:creationId xmlns:a16="http://schemas.microsoft.com/office/drawing/2014/main" id="{8D463126-F76E-43DB-A9B0-4320BF351364}"/>
              </a:ext>
            </a:extLst>
          </p:cNvPr>
          <p:cNvSpPr txBox="1"/>
          <p:nvPr/>
        </p:nvSpPr>
        <p:spPr>
          <a:xfrm>
            <a:off x="1956279" y="3127992"/>
            <a:ext cx="995363" cy="461665"/>
          </a:xfrm>
          <a:prstGeom prst="rect">
            <a:avLst/>
          </a:prstGeom>
          <a:noFill/>
        </p:spPr>
        <p:txBody>
          <a:bodyPr wrap="square" rtlCol="0">
            <a:spAutoFit/>
          </a:bodyPr>
          <a:lstStyle/>
          <a:p>
            <a:r>
              <a:rPr lang="en-AU" sz="2400" b="1" dirty="0">
                <a:solidFill>
                  <a:schemeClr val="accent6">
                    <a:lumMod val="50000"/>
                  </a:schemeClr>
                </a:solidFill>
              </a:rPr>
              <a:t>98</a:t>
            </a:r>
          </a:p>
        </p:txBody>
      </p:sp>
    </p:spTree>
    <p:extLst>
      <p:ext uri="{BB962C8B-B14F-4D97-AF65-F5344CB8AC3E}">
        <p14:creationId xmlns:p14="http://schemas.microsoft.com/office/powerpoint/2010/main" val="9984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2" grpId="0" animBg="1"/>
      <p:bldP spid="19" grpId="0" animBg="1"/>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637309" y="32896"/>
            <a:ext cx="11360137" cy="6621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cxnSp>
        <p:nvCxnSpPr>
          <p:cNvPr id="6" name="Straight Connector 5"/>
          <p:cNvCxnSpPr/>
          <p:nvPr/>
        </p:nvCxnSpPr>
        <p:spPr>
          <a:xfrm>
            <a:off x="1437796" y="61169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474191" y="1091336"/>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93965" y="49281"/>
            <a:ext cx="646544"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sp>
        <p:nvSpPr>
          <p:cNvPr id="9" name="TextBox 8"/>
          <p:cNvSpPr txBox="1"/>
          <p:nvPr/>
        </p:nvSpPr>
        <p:spPr>
          <a:xfrm>
            <a:off x="9747414" y="80379"/>
            <a:ext cx="834383" cy="400110"/>
          </a:xfrm>
          <a:prstGeom prst="rect">
            <a:avLst/>
          </a:prstGeom>
          <a:noFill/>
        </p:spPr>
        <p:txBody>
          <a:bodyPr wrap="square" rtlCol="0">
            <a:spAutoFit/>
          </a:bodyPr>
          <a:lstStyle/>
          <a:p>
            <a:r>
              <a:rPr lang="en-AU" sz="2000" dirty="0">
                <a:latin typeface="Chalkboard"/>
                <a:cs typeface="Chalkboard"/>
              </a:rPr>
              <a:t>Date</a:t>
            </a:r>
          </a:p>
        </p:txBody>
      </p:sp>
      <p:sp>
        <p:nvSpPr>
          <p:cNvPr id="10" name="TextBox 9"/>
          <p:cNvSpPr txBox="1"/>
          <p:nvPr/>
        </p:nvSpPr>
        <p:spPr>
          <a:xfrm>
            <a:off x="596737" y="595584"/>
            <a:ext cx="10474036" cy="830997"/>
          </a:xfrm>
          <a:prstGeom prst="rect">
            <a:avLst/>
          </a:prstGeom>
          <a:noFill/>
        </p:spPr>
        <p:txBody>
          <a:bodyPr wrap="square" rtlCol="0">
            <a:spAutoFit/>
          </a:bodyPr>
          <a:lstStyle/>
          <a:p>
            <a:r>
              <a:rPr lang="en-AU" sz="2400" b="1" dirty="0">
                <a:latin typeface="Chalkboard"/>
                <a:cs typeface="Chalkboard"/>
              </a:rPr>
              <a:t>EQ: </a:t>
            </a:r>
            <a:r>
              <a:rPr lang="en-AU" sz="2133" dirty="0"/>
              <a:t>How can the associative, commutative and distributive law make maths easier?</a:t>
            </a:r>
          </a:p>
          <a:p>
            <a:endParaRPr lang="en-AU" sz="2400" b="1" dirty="0">
              <a:latin typeface="Chalkboard"/>
              <a:cs typeface="Chalkboard"/>
            </a:endParaRPr>
          </a:p>
        </p:txBody>
      </p:sp>
      <p:sp>
        <p:nvSpPr>
          <p:cNvPr id="11" name="TextBox 10"/>
          <p:cNvSpPr txBox="1"/>
          <p:nvPr/>
        </p:nvSpPr>
        <p:spPr>
          <a:xfrm>
            <a:off x="637310" y="49281"/>
            <a:ext cx="3345275" cy="830997"/>
          </a:xfrm>
          <a:prstGeom prst="rect">
            <a:avLst/>
          </a:prstGeom>
          <a:noFill/>
        </p:spPr>
        <p:txBody>
          <a:bodyPr wrap="none" rtlCol="0">
            <a:spAutoFit/>
          </a:bodyPr>
          <a:lstStyle/>
          <a:p>
            <a:r>
              <a:rPr lang="en-AU" sz="2400" b="1" dirty="0">
                <a:latin typeface="Chalkboard"/>
                <a:cs typeface="Chalkboard"/>
              </a:rPr>
              <a:t>Topic: </a:t>
            </a:r>
            <a:r>
              <a:rPr lang="en-AU" sz="2400" dirty="0"/>
              <a:t>Laws of operations</a:t>
            </a:r>
          </a:p>
          <a:p>
            <a:r>
              <a:rPr lang="en-AU" sz="2400" b="1" dirty="0">
                <a:latin typeface="Chalkboard"/>
                <a:cs typeface="Chalkboard"/>
              </a:rPr>
              <a:t> </a:t>
            </a:r>
            <a:endParaRPr lang="en-AU" sz="2400" dirty="0">
              <a:latin typeface="Chalkboard"/>
              <a:cs typeface="Chalkboard"/>
            </a:endParaRPr>
          </a:p>
        </p:txBody>
      </p:sp>
      <p:cxnSp>
        <p:nvCxnSpPr>
          <p:cNvPr id="18" name="Straight Connector 17"/>
          <p:cNvCxnSpPr/>
          <p:nvPr/>
        </p:nvCxnSpPr>
        <p:spPr>
          <a:xfrm>
            <a:off x="2670741" y="1091336"/>
            <a:ext cx="22100" cy="5563464"/>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695921" y="1261672"/>
            <a:ext cx="9129403" cy="1015663"/>
          </a:xfrm>
          <a:prstGeom prst="rect">
            <a:avLst/>
          </a:prstGeom>
          <a:noFill/>
        </p:spPr>
        <p:txBody>
          <a:bodyPr wrap="square" rtlCol="0">
            <a:spAutoFit/>
          </a:bodyPr>
          <a:lstStyle/>
          <a:p>
            <a:r>
              <a:rPr lang="en-AU" sz="2000" dirty="0"/>
              <a:t>The "Commutative Law" say we can </a:t>
            </a:r>
            <a:r>
              <a:rPr lang="en-AU" sz="2000" b="1" dirty="0"/>
              <a:t>swap numbers</a:t>
            </a:r>
            <a:r>
              <a:rPr lang="en-AU" sz="2000" dirty="0"/>
              <a:t> around and still get the same solution (only for addition </a:t>
            </a:r>
            <a:r>
              <a:rPr lang="en-AU" sz="2000" b="1" dirty="0"/>
              <a:t>or</a:t>
            </a:r>
            <a:r>
              <a:rPr lang="en-AU" sz="2000" dirty="0"/>
              <a:t> multiplication)</a:t>
            </a:r>
          </a:p>
          <a:p>
            <a:r>
              <a:rPr lang="en-AU" sz="2000" dirty="0"/>
              <a:t>		4 + 12  = 12 + 4    	  or  	6 x 3  = 3 x  6</a:t>
            </a:r>
          </a:p>
        </p:txBody>
      </p:sp>
      <p:sp>
        <p:nvSpPr>
          <p:cNvPr id="12" name="Rectangle 11">
            <a:extLst>
              <a:ext uri="{FF2B5EF4-FFF2-40B4-BE49-F238E27FC236}">
                <a16:creationId xmlns:a16="http://schemas.microsoft.com/office/drawing/2014/main" id="{D4B8D8ED-36C5-4F71-AEA9-0C22542F84DC}"/>
              </a:ext>
            </a:extLst>
          </p:cNvPr>
          <p:cNvSpPr/>
          <p:nvPr/>
        </p:nvSpPr>
        <p:spPr>
          <a:xfrm>
            <a:off x="2670741" y="2563931"/>
            <a:ext cx="8749527" cy="2246769"/>
          </a:xfrm>
          <a:prstGeom prst="rect">
            <a:avLst/>
          </a:prstGeom>
        </p:spPr>
        <p:txBody>
          <a:bodyPr wrap="square">
            <a:spAutoFit/>
          </a:bodyPr>
          <a:lstStyle/>
          <a:p>
            <a:r>
              <a:rPr lang="en-AU" sz="2000" dirty="0">
                <a:solidFill>
                  <a:srgbClr val="333333"/>
                </a:solidFill>
              </a:rPr>
              <a:t>The "Associative Law" say that it doesn't matter which we calculate first (when doing sums with </a:t>
            </a:r>
            <a:r>
              <a:rPr lang="en-AU" sz="2000" u="sng" dirty="0">
                <a:solidFill>
                  <a:srgbClr val="333333"/>
                </a:solidFill>
              </a:rPr>
              <a:t>only all addition </a:t>
            </a:r>
            <a:r>
              <a:rPr lang="en-AU" sz="2000" b="1" u="sng" dirty="0">
                <a:solidFill>
                  <a:srgbClr val="333333"/>
                </a:solidFill>
              </a:rPr>
              <a:t>or</a:t>
            </a:r>
            <a:r>
              <a:rPr lang="en-AU" sz="2000" u="sng" dirty="0">
                <a:solidFill>
                  <a:srgbClr val="333333"/>
                </a:solidFill>
              </a:rPr>
              <a:t> all multiplication</a:t>
            </a:r>
            <a:r>
              <a:rPr lang="en-AU" sz="2000" dirty="0">
                <a:solidFill>
                  <a:srgbClr val="333333"/>
                </a:solidFill>
              </a:rPr>
              <a:t>). So we can do the easy ones first.</a:t>
            </a:r>
          </a:p>
          <a:p>
            <a:r>
              <a:rPr lang="en-AU" sz="2000" dirty="0">
                <a:solidFill>
                  <a:srgbClr val="333333"/>
                </a:solidFill>
              </a:rPr>
              <a:t>  		        5 + 9 + 7 + 5 + 1</a:t>
            </a:r>
          </a:p>
          <a:p>
            <a:endParaRPr lang="en-AU" sz="2000" dirty="0">
              <a:solidFill>
                <a:srgbClr val="333333"/>
              </a:solidFill>
            </a:endParaRPr>
          </a:p>
          <a:p>
            <a:r>
              <a:rPr lang="en-AU" sz="2000" dirty="0">
                <a:solidFill>
                  <a:srgbClr val="333333"/>
                </a:solidFill>
              </a:rPr>
              <a:t>		           5  + 5  +  9  + 1 +  7 =</a:t>
            </a:r>
          </a:p>
          <a:p>
            <a:r>
              <a:rPr lang="en-AU" sz="2000" dirty="0">
                <a:solidFill>
                  <a:srgbClr val="333333"/>
                </a:solidFill>
              </a:rPr>
              <a:t>			10  +  10  + 7 = 17</a:t>
            </a:r>
          </a:p>
        </p:txBody>
      </p:sp>
      <p:cxnSp>
        <p:nvCxnSpPr>
          <p:cNvPr id="13" name="Straight Arrow Connector 12">
            <a:extLst>
              <a:ext uri="{FF2B5EF4-FFF2-40B4-BE49-F238E27FC236}">
                <a16:creationId xmlns:a16="http://schemas.microsoft.com/office/drawing/2014/main" id="{042E7688-E310-4512-BB23-A68CB006C6E2}"/>
              </a:ext>
            </a:extLst>
          </p:cNvPr>
          <p:cNvCxnSpPr/>
          <p:nvPr/>
        </p:nvCxnSpPr>
        <p:spPr>
          <a:xfrm>
            <a:off x="5851311" y="3865063"/>
            <a:ext cx="176043"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2E7688-E310-4512-BB23-A68CB006C6E2}"/>
              </a:ext>
            </a:extLst>
          </p:cNvPr>
          <p:cNvCxnSpPr/>
          <p:nvPr/>
        </p:nvCxnSpPr>
        <p:spPr>
          <a:xfrm flipH="1">
            <a:off x="6597873" y="3788284"/>
            <a:ext cx="567868"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42E7688-E310-4512-BB23-A68CB006C6E2}"/>
              </a:ext>
            </a:extLst>
          </p:cNvPr>
          <p:cNvCxnSpPr/>
          <p:nvPr/>
        </p:nvCxnSpPr>
        <p:spPr>
          <a:xfrm>
            <a:off x="6298615" y="3852577"/>
            <a:ext cx="803677"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2E7688-E310-4512-BB23-A68CB006C6E2}"/>
              </a:ext>
            </a:extLst>
          </p:cNvPr>
          <p:cNvCxnSpPr/>
          <p:nvPr/>
        </p:nvCxnSpPr>
        <p:spPr>
          <a:xfrm>
            <a:off x="7599563" y="3826368"/>
            <a:ext cx="0"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42E7688-E310-4512-BB23-A68CB006C6E2}"/>
              </a:ext>
            </a:extLst>
          </p:cNvPr>
          <p:cNvCxnSpPr/>
          <p:nvPr/>
        </p:nvCxnSpPr>
        <p:spPr>
          <a:xfrm>
            <a:off x="6681928" y="3826368"/>
            <a:ext cx="1288529" cy="363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768CB69-2B60-4900-A376-140339D20C43}"/>
              </a:ext>
            </a:extLst>
          </p:cNvPr>
          <p:cNvSpPr/>
          <p:nvPr/>
        </p:nvSpPr>
        <p:spPr>
          <a:xfrm>
            <a:off x="2736589" y="4879562"/>
            <a:ext cx="9388923" cy="1938992"/>
          </a:xfrm>
          <a:prstGeom prst="rect">
            <a:avLst/>
          </a:prstGeom>
        </p:spPr>
        <p:txBody>
          <a:bodyPr wrap="square">
            <a:spAutoFit/>
          </a:bodyPr>
          <a:lstStyle/>
          <a:p>
            <a:r>
              <a:rPr lang="en-AU" sz="2000" dirty="0">
                <a:solidFill>
                  <a:srgbClr val="333333"/>
                </a:solidFill>
              </a:rPr>
              <a:t>The “Distributive Law" allows us to break up a hard multiplication into easier pieces and then add the answers together to get the solution.</a:t>
            </a:r>
          </a:p>
          <a:p>
            <a:r>
              <a:rPr lang="en-AU" sz="2000" dirty="0">
                <a:solidFill>
                  <a:srgbClr val="333333"/>
                </a:solidFill>
              </a:rPr>
              <a:t>	    14  x  6   =     10 x 6   + 4 x 6</a:t>
            </a:r>
          </a:p>
          <a:p>
            <a:r>
              <a:rPr lang="en-AU" sz="2000" dirty="0">
                <a:solidFill>
                  <a:srgbClr val="333333"/>
                </a:solidFill>
              </a:rPr>
              <a:t>		        =      60    +  24</a:t>
            </a:r>
          </a:p>
          <a:p>
            <a:r>
              <a:rPr lang="en-AU" sz="2000" dirty="0">
                <a:solidFill>
                  <a:srgbClr val="333333"/>
                </a:solidFill>
              </a:rPr>
              <a:t>		        =       84</a:t>
            </a:r>
          </a:p>
          <a:p>
            <a:endParaRPr lang="en-AU" sz="2000" dirty="0">
              <a:solidFill>
                <a:srgbClr val="333333"/>
              </a:solidFill>
            </a:endParaRPr>
          </a:p>
        </p:txBody>
      </p:sp>
    </p:spTree>
    <p:extLst>
      <p:ext uri="{BB962C8B-B14F-4D97-AF65-F5344CB8AC3E}">
        <p14:creationId xmlns:p14="http://schemas.microsoft.com/office/powerpoint/2010/main" val="719533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25" name="Rectangle 24"/>
          <p:cNvSpPr/>
          <p:nvPr/>
        </p:nvSpPr>
        <p:spPr>
          <a:xfrm>
            <a:off x="518389" y="2541923"/>
            <a:ext cx="9756492" cy="4008035"/>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5" name="Rectangle 4"/>
          <p:cNvSpPr/>
          <p:nvPr/>
        </p:nvSpPr>
        <p:spPr>
          <a:xfrm>
            <a:off x="522420" y="325090"/>
            <a:ext cx="8623232" cy="199657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6" name="TextBox 5">
            <a:extLst>
              <a:ext uri="{FF2B5EF4-FFF2-40B4-BE49-F238E27FC236}">
                <a16:creationId xmlns:a16="http://schemas.microsoft.com/office/drawing/2014/main" id="{2A77AF23-FB81-4ABD-888F-8BAC98628B54}"/>
              </a:ext>
            </a:extLst>
          </p:cNvPr>
          <p:cNvSpPr txBox="1"/>
          <p:nvPr/>
        </p:nvSpPr>
        <p:spPr>
          <a:xfrm>
            <a:off x="648421" y="280059"/>
            <a:ext cx="8218177" cy="1846659"/>
          </a:xfrm>
          <a:prstGeom prst="rect">
            <a:avLst/>
          </a:prstGeom>
          <a:noFill/>
        </p:spPr>
        <p:txBody>
          <a:bodyPr wrap="square" rtlCol="0">
            <a:spAutoFit/>
          </a:bodyPr>
          <a:lstStyle/>
          <a:p>
            <a:r>
              <a:rPr lang="en-AU" sz="2400" u="sng" dirty="0"/>
              <a:t>Think Pair Share</a:t>
            </a:r>
            <a:r>
              <a:rPr lang="en-AU" sz="2400" dirty="0"/>
              <a:t>.</a:t>
            </a:r>
          </a:p>
          <a:p>
            <a:r>
              <a:rPr lang="en-AU" dirty="0"/>
              <a:t>Think – what was today’s lesson about?  How can I summarise it?</a:t>
            </a:r>
          </a:p>
          <a:p>
            <a:r>
              <a:rPr lang="en-AU" dirty="0"/>
              <a:t>	</a:t>
            </a:r>
          </a:p>
          <a:p>
            <a:r>
              <a:rPr lang="en-AU" dirty="0"/>
              <a:t>Pair  -  Share you idea for a summary with your neighbour.</a:t>
            </a:r>
          </a:p>
          <a:p>
            <a:r>
              <a:rPr lang="en-AU" dirty="0"/>
              <a:t>	</a:t>
            </a:r>
          </a:p>
          <a:p>
            <a:r>
              <a:rPr lang="en-AU" dirty="0"/>
              <a:t>Share – Do you have a good summary?  Share it with the class when asked.</a:t>
            </a:r>
          </a:p>
        </p:txBody>
      </p:sp>
      <p:sp>
        <p:nvSpPr>
          <p:cNvPr id="7" name="Rectangle 6">
            <a:extLst>
              <a:ext uri="{FF2B5EF4-FFF2-40B4-BE49-F238E27FC236}">
                <a16:creationId xmlns:a16="http://schemas.microsoft.com/office/drawing/2014/main" id="{CBFC351C-EAF0-4413-B1F4-34E139249681}"/>
              </a:ext>
            </a:extLst>
          </p:cNvPr>
          <p:cNvSpPr/>
          <p:nvPr/>
        </p:nvSpPr>
        <p:spPr>
          <a:xfrm>
            <a:off x="522420" y="2537302"/>
            <a:ext cx="9752461" cy="4031104"/>
          </a:xfrm>
          <a:prstGeom prst="rect">
            <a:avLst/>
          </a:prstGeom>
        </p:spPr>
        <p:txBody>
          <a:bodyPr wrap="square">
            <a:spAutoFit/>
          </a:bodyPr>
          <a:lstStyle/>
          <a:p>
            <a:r>
              <a:rPr lang="en-AU" sz="2133" b="1" dirty="0"/>
              <a:t>Complete a graphic organizer </a:t>
            </a:r>
            <a:r>
              <a:rPr lang="en-AU" sz="2133" dirty="0"/>
              <a:t>to summarise your learning:</a:t>
            </a:r>
          </a:p>
          <a:p>
            <a:endParaRPr lang="en-AU" sz="2133" dirty="0"/>
          </a:p>
          <a:p>
            <a:r>
              <a:rPr lang="en-AU" sz="2133" dirty="0"/>
              <a:t>Commutative Law  -  we can swap numbers around if adding or multiplying and we will get the same answer</a:t>
            </a:r>
          </a:p>
          <a:p>
            <a:endParaRPr lang="en-AU" sz="2133" dirty="0"/>
          </a:p>
          <a:p>
            <a:endParaRPr lang="en-AU" sz="2133" dirty="0"/>
          </a:p>
          <a:p>
            <a:r>
              <a:rPr lang="en-AU" sz="2133" dirty="0"/>
              <a:t>Associative Law -  we can rearrange and do the easy ones first when adding or multiplying</a:t>
            </a:r>
          </a:p>
          <a:p>
            <a:endParaRPr lang="en-AU" sz="2133" dirty="0"/>
          </a:p>
          <a:p>
            <a:endParaRPr lang="en-AU" sz="2133" dirty="0"/>
          </a:p>
          <a:p>
            <a:r>
              <a:rPr lang="en-AU" sz="2133" dirty="0"/>
              <a:t>Distributive Law – lets us break up multiplication into easier pieces then add the answers together</a:t>
            </a:r>
            <a:r>
              <a:rPr lang="en-AU" sz="1400" dirty="0">
                <a:solidFill>
                  <a:srgbClr val="333333"/>
                </a:solidFill>
              </a:rPr>
              <a:t>.</a:t>
            </a:r>
            <a:endParaRPr lang="en-AU" sz="1400" dirty="0"/>
          </a:p>
        </p:txBody>
      </p:sp>
      <p:grpSp>
        <p:nvGrpSpPr>
          <p:cNvPr id="11" name="Google Shape;10789;p79"/>
          <p:cNvGrpSpPr/>
          <p:nvPr/>
        </p:nvGrpSpPr>
        <p:grpSpPr>
          <a:xfrm>
            <a:off x="9801625" y="173274"/>
            <a:ext cx="2006856" cy="2240703"/>
            <a:chOff x="3086313" y="2877049"/>
            <a:chExt cx="320143" cy="392581"/>
          </a:xfrm>
        </p:grpSpPr>
        <p:sp>
          <p:nvSpPr>
            <p:cNvPr id="12" name="Google Shape;10790;p79"/>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3" name="Google Shape;10791;p79"/>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4" name="Google Shape;10792;p79"/>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5" name="Google Shape;10793;p79"/>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6" name="Google Shape;10794;p79"/>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7" name="Google Shape;10795;p79"/>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8" name="Google Shape;10796;p79"/>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19" name="Google Shape;10797;p79"/>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20" name="Google Shape;10798;p79"/>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21" name="Google Shape;10799;p79"/>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22" name="Google Shape;10800;p79"/>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23" name="Google Shape;10801;p79"/>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grpSp>
      <p:grpSp>
        <p:nvGrpSpPr>
          <p:cNvPr id="27" name="Google Shape;10567;p79"/>
          <p:cNvGrpSpPr/>
          <p:nvPr/>
        </p:nvGrpSpPr>
        <p:grpSpPr>
          <a:xfrm>
            <a:off x="10274880" y="3628692"/>
            <a:ext cx="1865944" cy="1834496"/>
            <a:chOff x="3513010" y="3816134"/>
            <a:chExt cx="362223" cy="361108"/>
          </a:xfrm>
        </p:grpSpPr>
        <p:sp>
          <p:nvSpPr>
            <p:cNvPr id="28" name="Google Shape;10568;p79"/>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29" name="Google Shape;10569;p79"/>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30" name="Google Shape;10570;p79"/>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sp>
          <p:nvSpPr>
            <p:cNvPr id="31" name="Google Shape;10571;p79"/>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rgbClr val="657E93"/>
            </a:solidFill>
            <a:ln>
              <a:noFill/>
            </a:ln>
          </p:spPr>
          <p:txBody>
            <a:bodyPr spcFirstLastPara="1" wrap="square" lIns="121900" tIns="121900" rIns="121900" bIns="121900" anchor="ctr" anchorCtr="0">
              <a:noAutofit/>
            </a:bodyPr>
            <a:lstStyle/>
            <a:p>
              <a:endParaRPr sz="240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CF8E2C319B6C45A88B154FA9F297AF" ma:contentTypeVersion="0" ma:contentTypeDescription="Create a new document." ma:contentTypeScope="" ma:versionID="73d7ff28815366d7d4e36dfe6af65650">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C021831-811E-4881-B1A4-3459D0EE073A}"/>
</file>

<file path=customXml/itemProps2.xml><?xml version="1.0" encoding="utf-8"?>
<ds:datastoreItem xmlns:ds="http://schemas.openxmlformats.org/officeDocument/2006/customXml" ds:itemID="{32DDDBF0-0EDD-47F5-B96B-84B5D66CEE66}"/>
</file>

<file path=customXml/itemProps3.xml><?xml version="1.0" encoding="utf-8"?>
<ds:datastoreItem xmlns:ds="http://schemas.openxmlformats.org/officeDocument/2006/customXml" ds:itemID="{CBB2EC72-29B0-4FB2-BB19-291257E8A5E0}"/>
</file>

<file path=docProps/app.xml><?xml version="1.0" encoding="utf-8"?>
<Properties xmlns="http://schemas.openxmlformats.org/officeDocument/2006/extended-properties" xmlns:vt="http://schemas.openxmlformats.org/officeDocument/2006/docPropsVTypes">
  <TotalTime>7</TotalTime>
  <Words>1482</Words>
  <Application>Microsoft Office PowerPoint</Application>
  <PresentationFormat>Widescreen</PresentationFormat>
  <Paragraphs>219</Paragraphs>
  <Slides>14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Abel</vt:lpstr>
      <vt:lpstr>Arial</vt:lpstr>
      <vt:lpstr>Calibri</vt:lpstr>
      <vt:lpstr>Calibri Light</vt:lpstr>
      <vt:lpstr>Chalkboard</vt:lpstr>
      <vt:lpstr>Comic Sans MS</vt:lpstr>
      <vt:lpstr>Fredoka One</vt:lpstr>
      <vt:lpstr>Office Theme</vt:lpstr>
      <vt:lpstr>PowerPoint Presentation</vt:lpstr>
      <vt:lpstr>Topic: Place Value EQ: How can the associative, commutative and distributive laws make maths easier?</vt:lpstr>
      <vt:lpstr>Review from last lesson. Show Mrs James your tip for × and ÷ a number by 10, 100, 1000</vt:lpstr>
      <vt:lpstr>PowerPoint Presentation</vt:lpstr>
      <vt:lpstr>IMPORTANT FOR THIS LESSON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Sarah [Baldivis Secondary College]</dc:creator>
  <cp:lastModifiedBy>JAMES Sarah [Baldivis Secondary College]</cp:lastModifiedBy>
  <cp:revision>1</cp:revision>
  <dcterms:created xsi:type="dcterms:W3CDTF">2021-11-09T11:58:45Z</dcterms:created>
  <dcterms:modified xsi:type="dcterms:W3CDTF">2021-11-09T12:05:55Z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0x010100E3CF8E2C319B6C45A88B154FA9F297AF</vt:lpwstr>
  </property>
</Properties>
</file>