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5" r:id="rId3"/>
    <p:sldId id="278" r:id="rId4"/>
    <p:sldId id="277" r:id="rId5"/>
    <p:sldId id="267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64729" autoAdjust="0"/>
  </p:normalViewPr>
  <p:slideViewPr>
    <p:cSldViewPr snapToGrid="0">
      <p:cViewPr varScale="1">
        <p:scale>
          <a:sx n="68" d="100"/>
          <a:sy n="68" d="100"/>
        </p:scale>
        <p:origin x="103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9B7F57AC-4407-48D6-9EAB-D7E7642BE0B6}"/>
    <pc:docChg chg="delSld">
      <pc:chgData name="Sarah James" userId="e5e3e68366f0feb3" providerId="LiveId" clId="{9B7F57AC-4407-48D6-9EAB-D7E7642BE0B6}" dt="2021-11-09T11:44:02.573" v="0" actId="47"/>
      <pc:docMkLst>
        <pc:docMk/>
      </pc:docMkLst>
      <pc:sldChg chg="del">
        <pc:chgData name="Sarah James" userId="e5e3e68366f0feb3" providerId="LiveId" clId="{9B7F57AC-4407-48D6-9EAB-D7E7642BE0B6}" dt="2021-11-09T11:44:02.573" v="0" actId="47"/>
        <pc:sldMkLst>
          <pc:docMk/>
          <pc:sldMk cId="1303131885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4FCE7-6F54-4BCC-AD68-A6AF83AE3AF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DB628-4DE3-443D-9A0A-FDDFBEA9C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650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them draw a number line with</a:t>
            </a:r>
            <a:r>
              <a:rPr lang="en-AU" baseline="0" dirty="0"/>
              <a:t> 1 and 10 on the ends</a:t>
            </a:r>
          </a:p>
          <a:p>
            <a:r>
              <a:rPr lang="en-AU" baseline="0" dirty="0"/>
              <a:t>Have them just place 2 and 3 on the number line then afterwards add in the other numbers. Ask them does it look right? Does anything look wrong? </a:t>
            </a:r>
          </a:p>
          <a:p>
            <a:r>
              <a:rPr lang="en-AU" baseline="0" dirty="0"/>
              <a:t>Have them repeat it starting with 2 and 3 again. What did they change?</a:t>
            </a:r>
          </a:p>
          <a:p>
            <a:r>
              <a:rPr lang="en-AU" baseline="0" dirty="0"/>
              <a:t>Try again – starting with 8 then 2 </a:t>
            </a:r>
          </a:p>
          <a:p>
            <a:endParaRPr lang="en-AU" baseline="0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25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them draw a number line with</a:t>
            </a:r>
            <a:r>
              <a:rPr lang="en-AU" baseline="0" dirty="0"/>
              <a:t> 1 and 100 on the ends</a:t>
            </a:r>
          </a:p>
          <a:p>
            <a:r>
              <a:rPr lang="en-AU" baseline="0" dirty="0"/>
              <a:t>Have them just place 10 and 20 on the number line then afterwards add in the other numbers. Ask them does it look right? Does anything look wrong? </a:t>
            </a:r>
          </a:p>
          <a:p>
            <a:r>
              <a:rPr lang="en-AU" baseline="0" dirty="0"/>
              <a:t>Have them repeat it starting with 10 and 20 again. What did they change?</a:t>
            </a:r>
          </a:p>
          <a:p>
            <a:r>
              <a:rPr lang="en-AU" baseline="0" dirty="0"/>
              <a:t>Try again – starting with 80 then 50 </a:t>
            </a:r>
          </a:p>
          <a:p>
            <a:endParaRPr lang="en-AU" baseline="0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601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6C44-E154-4589-82D4-411C48F11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88B6A-B9B7-479B-B20B-4F1FB480F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9025-CCAA-4A22-9213-B0AFB1E8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713B9-2C07-4A73-B16C-3A9035DA6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A0C95-ED8D-44EA-A233-18D3925B8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68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8B16-6573-494F-9A66-BEB81E6C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5A6D-E36A-4149-BB78-3C75A0165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9E4F8-574F-4C87-8BE1-968921FC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53E39-2A80-4A5C-8FE6-BF318B54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02B81-4E62-4BF0-A986-3EA02BF4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763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4D452-7A62-401D-B706-3C35EAC6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9D942-D4A4-4EE4-9428-A152A31BC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1CC7B-4370-400B-9730-9473E9D5C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561BC-A435-4AEF-BBBA-196D9BF4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AC184-1116-441A-91E7-5259A1C9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37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03AB-4BBB-40F3-8680-EB458CA4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F9CA6-0BE8-4541-BBFD-6A672BC09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E7E1D-4D9C-487B-8354-DC2D23DDC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89165-4FC7-477C-A286-4A076279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044FF-F2E6-41A0-94A6-A31DC6EA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B99-3410-4383-9398-B486E772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03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0728-5353-4D20-8867-0198A9D0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47164-8B45-44F4-BD6E-8B80D2D17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C394F-28A5-4479-B090-75836F7BB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EC7C4-EDB0-4092-8876-3EC8B99AC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AEB91-D83F-44E8-95D6-EBC447964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F86DC-2965-4060-BD37-7CD2701A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C661D2-693A-4D50-AF47-EFCF135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172861-F6FD-49D6-A4AF-615563A6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007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2624-8FAF-4B74-9186-9658FEC1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22847-CA00-44FD-9025-A99B08921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945E9-E069-4977-BB25-D796DAC1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6A055-A363-4F46-AC59-B30B33DC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552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CB7FF-F811-4651-BBCC-6AAFC5E0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FB85B-97F7-4AC4-83B8-FBC3993D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3F4CB-2ED0-458A-B379-E3FCE90A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009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C078-8892-48A2-8A4B-AD1EDCE9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CE1A-8F3C-43DC-A0B8-71DB8D5E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D4916-FEEE-4555-86EB-1D18B4317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3D899-4CC4-4E1B-BF02-6EE3B724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3566D-7F80-4579-99D1-F16212261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93428-4EEB-4BE9-B400-6FC9E5AD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643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A5C5-9167-4B04-A4A0-67257091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B631A-698E-4254-B9F5-9FCF17B7D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473CF-7142-40F9-92B7-076ED278B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B8005-68D4-4074-AA2D-38FD7604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FE867-3EDD-473F-9A14-0F1E9CCB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F0D1A-4CFD-4E33-87F4-47D5B291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63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596A-6948-417E-BC69-D9A2901F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0406E-A84C-48FB-97E3-FB18F3E25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83B49-DBF1-4A12-9F82-2EE695F78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44740-E32C-4574-AA1D-9D0D6111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6680C-7658-4712-9A32-6A3DBCC94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8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053244-47CB-4FD8-9AB7-B20F681ED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C03B9-7536-4D91-8618-638E67BB1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DD8D5-8D4A-4C27-A0E5-6B33D5321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1047F-E5D2-4E36-B56B-CC2CC9AB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F29B5-0ECE-42AF-A89D-8CCB46E5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729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2F073-2AF2-41E2-AE9A-CBD9FA02F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886D6-66D1-4119-84A3-B81DBC477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F8476-C9F6-48C9-91A5-A21C94E5E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9C02F-3E62-4874-823E-5953B110AC7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A0DBE-0735-4E80-B0E0-02E8D8C4B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369E5-FD50-4A1F-97C6-575789713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5B0D2-5D45-454B-A568-AA5F390B12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94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68790" y="393321"/>
            <a:ext cx="9601200" cy="1724092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Place Value</a:t>
            </a:r>
            <a:br>
              <a:rPr lang="en-US" dirty="0"/>
            </a:br>
            <a:r>
              <a:rPr lang="en-US" sz="4900" dirty="0"/>
              <a:t>EQ: What is place value with decimals?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0B4DD-B6CA-44A0-A0F5-6BE9A061B9FB}"/>
              </a:ext>
            </a:extLst>
          </p:cNvPr>
          <p:cNvSpPr txBox="1"/>
          <p:nvPr/>
        </p:nvSpPr>
        <p:spPr>
          <a:xfrm>
            <a:off x="1033975" y="2567354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Get your VIVO’s</a:t>
            </a: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>
            <a:cxnSpLocks/>
          </p:cNvCxnSpPr>
          <p:nvPr/>
        </p:nvCxnSpPr>
        <p:spPr>
          <a:xfrm>
            <a:off x="1995055" y="845482"/>
            <a:ext cx="0" cy="601251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84548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2627517"/>
            <a:ext cx="183803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Number Line</a:t>
            </a: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1221971" y="51599"/>
            <a:ext cx="9601200" cy="61921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Topic: Place Value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EQ: What is place value with decimals?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8069" y="2245025"/>
            <a:ext cx="53122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en-AU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313919" y="3046103"/>
            <a:ext cx="92310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03269" y="3159426"/>
            <a:ext cx="37446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2691" y="3159426"/>
            <a:ext cx="64008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3" y="4760675"/>
            <a:ext cx="183803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Explain your 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493" y="4899176"/>
            <a:ext cx="703447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How do you know that your numbers are in the right place?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1379" y="2246562"/>
            <a:ext cx="812202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A line with numbers marked at intervals in relation to each other </a:t>
            </a:r>
          </a:p>
        </p:txBody>
      </p:sp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>
            <a:cxnSpLocks/>
          </p:cNvCxnSpPr>
          <p:nvPr/>
        </p:nvCxnSpPr>
        <p:spPr>
          <a:xfrm>
            <a:off x="1995055" y="1048043"/>
            <a:ext cx="0" cy="580995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3692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2627517"/>
            <a:ext cx="183803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Number Line</a:t>
            </a: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1221971" y="51600"/>
            <a:ext cx="9601200" cy="6447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Topic: Place Value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EQ: What is place value with decimals?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8069" y="2245025"/>
            <a:ext cx="53122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en-AU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81646" y="2996849"/>
            <a:ext cx="92310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03269" y="3159426"/>
            <a:ext cx="37446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2691" y="3159426"/>
            <a:ext cx="64008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95167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1961702" y="1136054"/>
            <a:ext cx="2432" cy="572194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4301" y="1136054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3306" y="1298202"/>
            <a:ext cx="1694541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Definition of Place Value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582" y="5407464"/>
            <a:ext cx="8175769" cy="14299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301" y="3100877"/>
            <a:ext cx="183803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Decimals and place value?</a:t>
            </a: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2454036" y="-69482"/>
            <a:ext cx="9601200" cy="12055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Topic: Place Value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EQ: What is place value with decimals?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4582" y="1436701"/>
            <a:ext cx="53122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The value of the number based on its location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583" y="2042488"/>
            <a:ext cx="8175768" cy="36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1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F0"/>
                </a:solidFill>
              </a:rPr>
              <a:t>Left-Hand-Side- Roll dice to make numbers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52655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AU" sz="2800" b="1" dirty="0"/>
              <a:t>Roll the dice 3 times</a:t>
            </a:r>
          </a:p>
          <a:p>
            <a:pPr marL="45720" indent="0">
              <a:buNone/>
            </a:pPr>
            <a:r>
              <a:rPr lang="en-AU" sz="2800" b="1" dirty="0"/>
              <a:t>	Make the smallest number you can</a:t>
            </a:r>
          </a:p>
          <a:p>
            <a:pPr marL="45720" indent="0">
              <a:buNone/>
            </a:pPr>
            <a:endParaRPr lang="en-AU" sz="2800" b="1" dirty="0"/>
          </a:p>
          <a:p>
            <a:pPr marL="45720" indent="0">
              <a:buNone/>
            </a:pPr>
            <a:r>
              <a:rPr lang="en-AU" sz="2800" b="1" dirty="0"/>
              <a:t>Roll the dice 4 times</a:t>
            </a:r>
          </a:p>
          <a:p>
            <a:pPr marL="45720" indent="0">
              <a:buNone/>
            </a:pPr>
            <a:r>
              <a:rPr lang="en-AU" sz="2800" b="1" dirty="0"/>
              <a:t>	Make the largest number you can </a:t>
            </a:r>
          </a:p>
          <a:p>
            <a:pPr marL="45720" indent="0">
              <a:buNone/>
            </a:pPr>
            <a:endParaRPr lang="en-AU" sz="2800" b="1" dirty="0"/>
          </a:p>
          <a:p>
            <a:pPr marL="45720" indent="0">
              <a:buNone/>
            </a:pPr>
            <a:r>
              <a:rPr lang="en-AU" sz="2800" b="1" dirty="0"/>
              <a:t>Roll the dice 6 times</a:t>
            </a:r>
          </a:p>
          <a:p>
            <a:pPr marL="45720" indent="0">
              <a:buNone/>
            </a:pPr>
            <a:r>
              <a:rPr lang="en-AU" sz="2800" b="1" dirty="0"/>
              <a:t>	Make the smallest and largest number you can</a:t>
            </a:r>
          </a:p>
        </p:txBody>
      </p:sp>
    </p:spTree>
    <p:extLst>
      <p:ext uri="{BB962C8B-B14F-4D97-AF65-F5344CB8AC3E}">
        <p14:creationId xmlns:p14="http://schemas.microsoft.com/office/powerpoint/2010/main" val="149024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Glossary Building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Addition</a:t>
            </a:r>
          </a:p>
          <a:p>
            <a:r>
              <a:rPr lang="en-AU" dirty="0"/>
              <a:t>Ascending</a:t>
            </a:r>
          </a:p>
          <a:p>
            <a:r>
              <a:rPr lang="en-AU" dirty="0"/>
              <a:t>Estimate</a:t>
            </a:r>
          </a:p>
          <a:p>
            <a:r>
              <a:rPr lang="en-AU" dirty="0"/>
              <a:t>Integer</a:t>
            </a:r>
          </a:p>
          <a:p>
            <a:r>
              <a:rPr lang="en-AU" dirty="0"/>
              <a:t>Negative</a:t>
            </a:r>
          </a:p>
          <a:p>
            <a:r>
              <a:rPr lang="en-AU" dirty="0"/>
              <a:t>Number line</a:t>
            </a:r>
          </a:p>
          <a:p>
            <a:r>
              <a:rPr lang="en-AU" dirty="0"/>
              <a:t>Place value</a:t>
            </a:r>
          </a:p>
          <a:p>
            <a:r>
              <a:rPr lang="en-AU" dirty="0"/>
              <a:t>Product</a:t>
            </a:r>
          </a:p>
          <a:p>
            <a:r>
              <a:rPr lang="en-AU" dirty="0"/>
              <a:t>Whole numbers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1909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448E9C-9BEF-4AB7-BA70-5EFA128F4C9E}"/>
</file>

<file path=customXml/itemProps2.xml><?xml version="1.0" encoding="utf-8"?>
<ds:datastoreItem xmlns:ds="http://schemas.openxmlformats.org/officeDocument/2006/customXml" ds:itemID="{3C067431-56FB-4CB7-868F-1CD1487BB6A7}"/>
</file>

<file path=customXml/itemProps3.xml><?xml version="1.0" encoding="utf-8"?>
<ds:datastoreItem xmlns:ds="http://schemas.openxmlformats.org/officeDocument/2006/customXml" ds:itemID="{AF3C1C46-FA61-47D3-869C-BCA8DEEA9754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310</Words>
  <Application>Microsoft Office PowerPoint</Application>
  <PresentationFormat>Widescreen</PresentationFormat>
  <Paragraphs>46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Topic: Place Value EQ: What is place value with decimals?</vt:lpstr>
      <vt:lpstr>PowerPoint Presentation</vt:lpstr>
      <vt:lpstr>PowerPoint Presentation</vt:lpstr>
      <vt:lpstr>PowerPoint Presentation</vt:lpstr>
      <vt:lpstr>Left-Hand-Side- Roll dice to make numbers </vt:lpstr>
      <vt:lpstr>Glossary Building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1</cp:revision>
  <dcterms:created xsi:type="dcterms:W3CDTF">2021-11-09T11:32:43Z</dcterms:created>
  <dcterms:modified xsi:type="dcterms:W3CDTF">2021-11-09T11:44:06Z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