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3" r:id="rId4"/>
    <p:sldId id="286" r:id="rId5"/>
    <p:sldId id="287" r:id="rId6"/>
    <p:sldId id="282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25C14-584D-4BC0-B789-6C647F4707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FD286-BBAF-4008-A20B-D42476C527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47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DE7E-7DB3-4AA5-9128-3689BDECC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2A26C-070E-406B-A4F7-116328E96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A2BE0-9B68-4B36-AEFD-FB286A41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3A1E-3E40-4105-80E7-63EDC0E7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FB90-324D-42A5-978B-D3691355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58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B0B2-1D9C-4A21-8432-198AB8FC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3B69-2701-471E-B5FC-38482155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E489A-DE2B-47C8-915E-86489EBB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0FDDB-C4E0-4780-BE07-36797A0DE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B1BB-B9F6-49DA-86EE-7B4CD313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63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F5B4-D060-47C4-8C3D-C7B4185F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399F7-AEA1-47D9-8CE3-2944A7159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40824-C421-4DDA-B448-E323F349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30EC1-1734-4277-A24E-644A9DB3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1C94E-EDB4-44D5-A134-92714BCB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66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9719-4D72-435B-9300-9131D7FC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A926-2354-4386-8131-EB47C3987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50360-7EC4-42F7-859B-9B7E0CC86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9CEA1-065E-45A1-B138-06414B98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017A9-C64C-4509-B87C-66350486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1AE77-086D-454A-996D-80051146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1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EA6D-D379-4012-8A4E-B64F1A81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8B33B-22AF-4100-99D8-867DDC701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B1A61-BFC8-49A8-95B6-E8F842CA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AC689-19B5-4DAB-A8E1-6B24617D7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76353-994B-44A8-8919-138CDF830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6B975-240E-46C6-84F2-31AC6F16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19C55-8F41-497F-B4C1-CE1A0081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6B795-0F84-469F-848F-DDC38783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03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3C2E-8EE1-4B2E-A3B0-1B23775B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B7B97-E072-4E25-9521-30D75231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BA337-5212-46B7-BF56-498253AD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70888-3E1D-412E-A980-67FE7ECF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43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8F969-34B8-4D79-923E-3EA6EBA3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8480D-0120-4272-8E5C-4FF86F29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43B0F-3B20-4FA8-B9A1-9525B6AE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8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609B-6EA3-47E3-8AFA-4B210D5D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9A2A-E864-4253-9C40-D7D965706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9A277-0CBE-4CDF-A9AA-57D42B185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EAF23-4E93-4E26-8F60-DFE3C560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E204B-079E-44F9-974D-C9D63399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1C99-8D82-4E1F-AFB0-C3D7CCEE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22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29D7-7FF3-4375-BB53-F96D4538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6980D-F740-4B4F-9C34-25F68DC6E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910C3-2105-4440-B4D2-31A1CC329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71851-3B48-443C-AD1A-3AB2C6BB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6C091-30E0-422D-8CEF-8462DC75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D48FB-D28F-4F27-91BF-A3083350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09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2BCB-8BA8-4ED0-85C8-9B1561ED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C1D53-E2E6-426F-8D85-1E1610BD8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6E897-D606-48F3-98C5-61014C1E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E9D5E-E29A-4906-951F-09CE6C71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E56F3-80FF-42A4-AA8C-40D042B1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961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43854-D2FF-4FAE-A601-9650126A6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8B4B6-D86C-49C7-AFB7-804E402A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A440-697F-4074-A34A-4C8BFA74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2A660-1333-40F9-A8DA-392DC473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5CC5-A600-4325-ADFC-AC5D194A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24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278EE-D0CB-4649-AFA5-B1E92524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588C9-FCF8-450E-BEBE-BB357C131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BC2FB-54E0-4884-B4DF-87830E47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0F194-9FD5-4BC7-8623-26227CCC311C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DB746-BF58-481E-8078-1AAEE173F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EA6B8-0031-41ED-A98C-B8FEC2D8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85730-18D6-49CF-BAF6-2C475EB9C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428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84BC8-4674-42C9-8AA7-B6B1ADC35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980C9-96BE-41A0-914A-69CD04791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518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057" y="2376539"/>
            <a:ext cx="10955886" cy="2104923"/>
          </a:xfrm>
        </p:spPr>
        <p:txBody>
          <a:bodyPr/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9416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6528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91543" y="1418435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4D6C-4637-4F87-B626-61E88769C71E}"/>
              </a:ext>
            </a:extLst>
          </p:cNvPr>
          <p:cNvSpPr txBox="1"/>
          <p:nvPr/>
        </p:nvSpPr>
        <p:spPr>
          <a:xfrm>
            <a:off x="9910537" y="1769907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8494" y="3098501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51584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7743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7769" y="3781468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9" y="3781468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2090" y="3770439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90" y="3770439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3774" y="3758554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774" y="3758554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3552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50328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2512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30972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1624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4735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735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7075" y="2976770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75" y="2976770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500" r="-1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1858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858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3688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88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6320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320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3754" y="2781155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754" y="2781155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2144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5970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588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736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588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736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654C176-B253-4835-9AC0-2016F2DC2AFE}"/>
              </a:ext>
            </a:extLst>
          </p:cNvPr>
          <p:cNvSpPr txBox="1"/>
          <p:nvPr/>
        </p:nvSpPr>
        <p:spPr>
          <a:xfrm>
            <a:off x="10056440" y="3717033"/>
            <a:ext cx="198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Have Sum Fun – Sum Funs 39</a:t>
            </a:r>
          </a:p>
        </p:txBody>
      </p:sp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5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376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 divide </a:t>
            </a:r>
            <a:r>
              <a:rPr lang="en-AU"/>
              <a:t>fractions we…….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F3A2C3-B825-4A5D-AFB0-60129C406779}"/>
</file>

<file path=customXml/itemProps2.xml><?xml version="1.0" encoding="utf-8"?>
<ds:datastoreItem xmlns:ds="http://schemas.openxmlformats.org/officeDocument/2006/customXml" ds:itemID="{D38CD65B-BDAF-4ABF-9970-1B64CEBD6A2D}"/>
</file>

<file path=customXml/itemProps3.xml><?xml version="1.0" encoding="utf-8"?>
<ds:datastoreItem xmlns:ds="http://schemas.openxmlformats.org/officeDocument/2006/customXml" ds:itemID="{55C51E2B-4FB1-4F9C-8DE2-012CC38D508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</Words>
  <Application>Microsoft Office PowerPoint</Application>
  <PresentationFormat>Widescreen</PresentationFormat>
  <Paragraphs>39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Topic: Multiply and Divide</vt:lpstr>
      <vt:lpstr>Topic: Multiply and Divide</vt:lpstr>
      <vt:lpstr>PowerPoint Presentation</vt:lpstr>
      <vt:lpstr>Topic: Multiply and Divide</vt:lpstr>
      <vt:lpstr>Practice Time!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2021-11-09T14:14:22Z</dcterms:created>
  <dcterms:modified xsi:type="dcterms:W3CDTF">2021-11-09T14:15:35Z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