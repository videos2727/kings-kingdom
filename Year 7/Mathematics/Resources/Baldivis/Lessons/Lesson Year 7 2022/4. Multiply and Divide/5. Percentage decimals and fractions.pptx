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ink/ink1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72" r:id="rId4"/>
    <p:sldId id="265" r:id="rId5"/>
    <p:sldId id="266" r:id="rId6"/>
    <p:sldId id="267" r:id="rId7"/>
    <p:sldId id="269" r:id="rId8"/>
    <p:sldId id="268" r:id="rId9"/>
    <p:sldId id="270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3" autoAdjust="0"/>
    <p:restoredTop sz="94660"/>
  </p:normalViewPr>
  <p:slideViewPr>
    <p:cSldViewPr snapToGrid="0">
      <p:cViewPr varScale="1">
        <p:scale>
          <a:sx n="93" d="100"/>
          <a:sy n="93" d="100"/>
        </p:scale>
        <p:origin x="72" y="3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9-11T03:34:35.450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7391 9995 1040 0,'0'0'23'0,"0"0"5"0,0 0 0 0,0 0 1 0,0 0-29 0,0 0 0 16,11-5 0-16,-5-5 0 0,5 5 72 0,-11 5 9 16,6-10 2-16,-6 10 0 0,0 0 5 0,6-5 0 15,-6 5 1-15,5-10 0 0,-5 10 1 0,0-10 0 0,0 10 0 0,0-10 0 16,0-1-21-16,0 11-4 0,0-10-1 0,-5 0 0 16,-1 0-6-16,0 0-2 0,1 0 0 0,5 5 0 15,-6-5-14-15,6 10-3 0,-11-5-1 0,5-6 0 16,-6 6-9-16,12 5-1 0,-5-5-1 0,5 5 0 15,-17 0-8-15,5-5-2 0,1 5 0 0,0 0 0 16,11 0-5-16,-12 5 0 0,1-5-1 0,-1 10 0 16,-5-4-3-16,6 4 0 0,-1 0 0 0,1 5 0 15,-6 0 2-15,6 0 0 0,5 6 0 0,-11-1 0 16,5 5-2-16,-5 0-8 0,6 1 12 0,-1 4-4 16,1 1-8-16,5-1 12 0,-5 0-12 0,11 6 12 15,-11-6-12-15,5 6 8 0,0-6-8 0,6 5 8 16,-5 1-8-16,5-1 0 0,0-4 0 0,5-6 8 15,-5 5-8-15,6-4 12 0,0 4-12 0,5-5 12 16,-11 1-12-16,11 4 0 0,-5-5 0 0,5 1-11 0,1-1 11 16,-1 0 0-16,1-4 0 0,5-1 0 0,0 0 0 15,0 0 0-15,6 1 0 0,-6-6 0 0,11 0 0 0,-5 0 0 16,0-5 0-16,-6 1 0 16,6-6 0-16,0 0 0 0,-6 0 0 0,0 0 0 0,6 0 0 0,-6-5 0 15,0-5 0-15,0 5 0 0,0-10 0 0,0 5 0 16,-6 0 0-16,7-11 8 0,-7 6-8 0,0-5 8 15,1 0-8-15,-1-5 8 0,-5-1-8 0,5 1 8 16,-5 0-8-16,0-5 8 0,-1-1-8 0,7 1 11 16,-7 0-11-16,1 4 12 0,0 1-4 0,-6 0-8 15,0-6 12-15,5 1-4 0,-5 5-8 0,0 0 12 0,0-6-12 16,0 6 12-16,0-5-12 0,0 4 12 16,-5-4-12-16,5 5 12 0,-6-5 0 0,0-1 1 15,6 6 0-15,-5 0 0 0,-1-1-13 0,0 6 0 16,1-5 0-16,-7 0 0 0,6 0 10 0,1 4-10 0,-7 1 10 0,1 5-10 15,0-5 8-15,-1 5-8 0,-5 0 0 0,6-1 9 16,-6 1-9-16,0 5 0 0,-1-5 0 0,1 10 0 16,6-5 0-16,-6 0 0 0,0 5 0 0,5-5 0 15,-5 5 0-15,6 0-11 0,-6 0 3 0,5-5 0 16,1 5-26-16,0-5-5 16,11 5-1-16,0 0 0 0,0 0-99 0,0 0-20 0,0 0-4 0,0 0-973 15</inkml:trace>
  <inkml:trace contextRef="#ctx0" brushRef="#br0" timeOffset="352.7">8035 10416 1638 0,'0'0'36'0,"0"0"7"0,0 0 1 0,0 0 3 0,5-15-38 0,-5 15-9 0,0 0 0 0,0 0 0 15,0 0 89-15,0 0 16 0,6-11 3 0,-6 11 1 16,0 0-36-16,0 0-7 0,0 0-2 0,0 0 0 15,0 0-30-15,0 0-6 0,0 0-2 0,0 0 0 16,0 0-2-16,0 11-1 0,6 4 0 0,-6-5 0 16,0-10-23-16,0 15 9 0,0-15-9 0,0 10 0 15,-6 5 0-15,6-15-11 0,0 0 0 0,0 0-708 16,0 11-141-16</inkml:trace>
  <inkml:trace contextRef="#ctx0" brushRef="#br0" timeOffset="1152.63">8610 10066 1153 0,'0'0'32'0,"0"0"8"0,0 0-32 0,0 0-8 0,0 0 0 0,0 0 0 16,0 0 76-16,0 0 14 0,0 0 2 0,0 0 1 15,0 0-1-15,0 0 0 16,0 0 0-16,0 0 0 0,-11 5-12 0,11-5-2 0,0 0-1 0,0 0 0 15,0 0-13-15,0 0-4 0,0 0 0 0,6-10 0 16,-1 0-12-16,1-5-2 0,5-5-1 0,1 4 0 16,5-4-9-16,0 5-1 0,0 0-1 0,0-5 0 15,6 4-6-15,-6 1-2 0,6 5 0 0,-6 0 0 16,6 0-9-16,-6 5-1 0,0 0-1 0,6 5 0 16,-6 0-15-16,0 5 0 0,-6 0 8 0,6 5-8 15,-5 0 8-15,5 0-8 0,-6 0 11 0,1 6-11 16,-7-1 16-16,7 0-3 0,-7 5-1 0,7-5 0 15,-12 6 2-15,5-1 0 0,1 0 0 0,0 5 0 16,-6-4 0-16,0-1 0 0,0 0 0 0,0 6 0 16,-6-6-2-16,6 0 0 0,-6 5 0 0,1-4 0 15,-7 4 0-15,7 0 0 0,-7 1 0 0,1-1 0 0,-1 5 0 0,-5-4-1 16,0-1 0-16,6-5 0 0,-6 6-11 0,0-1 10 16,0-5-10-16,-6 5 10 0,6-4-10 0,-6-1 10 15,6 5-10-15,-6 1 10 0,6-6-10 16,-6 0 10-16,6 0-10 0,-6 6 10 0,6-6-2 0,0 0-8 15,0-5 12-15,6 6-4 0,-6-6 0 0,5 5-8 16,1-5 12-16,-1-5-4 0,1 6-8 0,0-6 12 16,5-5-12-16,6-5 12 0,-12 10-12 0,12-10 10 15,0 0-10-15,0 0 10 0,0 0-2 0,0 0-8 16,0 0 12-16,0 0-4 0,0 0-8 0,0 0 0 16,0 0 9-16,0 0-9 0,0 0 8 0,18 0-8 0,-1-10 10 15,0 5-10-15,0 0 0 0,0 0 8 0,6-6-8 0,-1 6 0 16,7 5 0-16,-6-5 0 0,5 0 0 0,1 5 0 15,-1 0 0-15,1 0 0 0,5 0 0 0,-6 0 0 16,7 0 0-16,-7 0 0 0,1 0 0 0,-1 5 0 16,1-5 0-16,-7 5 0 0,1-5-10 0,0 5 10 15,-6-5-17-15,6 6 1 0,-12-6 1 0,6 5 0 16,0-5-7-16,-5 5-2 0,5-5 0 0,-17 0 0 16,0 0-9-1,0 0-3-15,11 5 0 0,-11-5 0 0,0 0-30 16,0 0-6-16,0 0-2 0,12 0 0 0,-12 0-146 15,11 0-30-15,-11 0-6 0,0 0 0 0</inkml:trace>
  <inkml:trace contextRef="#ctx0" brushRef="#br0" timeOffset="1934.95">9602 9925 1702 0,'0'0'37'0,"0"0"8"0,0 0 2 0,0 0 1 0,0 0-38 0,0 0-10 0,0 0 0 0,0 0 0 16,0 0 71-16,0 0 12 0,0 0 2 0,0 0 1 16,0 0-15-16,0 0-3 0,0 0-1 0,0 0 0 15,0 0-7-15,0 0 0 0,0 0-1 0,11 10 0 16,-5 0-11-16,-1 5-1 0,-5-5-1 0,6 5 0 16,-6 0-9-16,0 6-1 0,0-1-1 0,0-5 0 15,0 5-7-15,0 1 0 0,0-6-1 0,0 0 0 16,0 5-9-16,6-4-2 0,0-1 0 0,-1 0 0 15,-5-5-4-15,12 5-2 0,-7-5 0 0,7 0 0 16,-7 1-10-16,-5-11 10 0,17 5-10 0,-5 0 10 16,5 0-10-16,0 0 10 0,0-5-10 0,0 0 10 15,0 0-10-15,0 0 8 0,6 0-8 0,0 0 8 16,-6 0-8-16,6-5 0 0,0 5 9 0,-6 0-9 16,6-5 0-16,-6 5 9 0,0-5-9 0,0 5 0 15,0 5 10-15,0 0-10 0,0-5 8 0,-5 5-8 16,5 0 8-16,-6-5-8 0,6 10 0 0,-5-5 8 0,-1 0-8 0,6 5 0 15,-6 0 0-15,6 1 0 0,-5 4 0 0,-1 0 0 16,1 0 0-16,5 0 0 0,-12 1 0 0,7-1 0 16,-1 0 8-16,-5 5-8 0,5-10 0 0,-5 6 0 15,0-1 0-15,-1 5 0 0,7-5 0 0,-6 5 0 16,-1-4 0-16,1-1 0 0,0 5 0 0,-6-5 0 16,0 5 0-16,0 1 0 0,5-1 0 0,-5 0 0 15,-5 1 8-15,5-1-8 0,0-5 0 0,0 5 0 0,0 0 0 16,0 1 8-16,-6-6-8 0,0 0 0 0,1 5 0 15,-1-4 8-15,0-6-8 0,-5 5 0 0,-1-5 0 16,1 5 8-16,0-5-8 0,-1 0 12 0,-5 1-12 16,0-1 12-16,0 0-12 0,-6-5 10 15,0 5-10-15,1-5 10 0,-1-5-10 0,0 5 10 0,-6-5-10 16,7 0 10-16,-7-5-10 0,1 5 0 0,-1-5 0 0,6 0 8 16,-5-5-8-16,-1 0 0 0,1 0-10 0,-1-1 10 15,7-4-26-15,-7-5 1 0,6 5 0 0,1 0 0 16,-1-6-27-1,0 6-4-15,0 0-2 0,6 0 0 0,0 0-78 16,6-1-15-16,-6 1-3 0,5 0-591 0,1 0-119 0</inkml:trace>
  <inkml:trace contextRef="#ctx0" brushRef="#br0" timeOffset="2282.77">9693 10041 1717 0,'0'0'37'0,"0"0"8"0,0 0 2 0,0 0 2 0,0 0-39 0,0-10-10 15,0 10 0-15,5-10 0 0,-5 0 79 0,6-1 13 16,-6 1 4-16,6-5 0 0,0 5-5 0,-1 5-1 15,7-5 0-15,-7 0 0 0,1 0-15 0,5 5-3 0,1-6-1 0,-1 6 0 16,1-5-8-16,-1 5-2 0,6 0 0 0,0 0 0 16,0 0-21-16,6 0-5 0,0 0-1 0,0 5 0 15,-1-5-22-15,1 5-4 0,6 0 0 0,-6-5-8 16,-1 5 8-16,7 0-8 0,-6 0 0 0,-1-5 0 16,1 5 0-16,0 0 0 0,0 0 0 0,0 0-9 31,-6 0-15-31,5 0-2 0,-4 0-1 0,-1 0 0 15,0 0-93-15,-6 0-18 0,6 0-4 0,-5 0-632 0,5 0-126 0</inkml:trace>
  <inkml:trace contextRef="#ctx0" brushRef="#br0" timeOffset="29104.64">7636 12239 907 0,'0'0'20'0,"0"0"4"0,0 0 0 0,0 0 2 0,0 0-26 0,0 0 0 16,-6-10 0-16,6 10 0 0,0-10 56 0,0 10 7 16,6-16 1-16,-6 6 0 0,0 10-3 0,0 0 0 15,6-10 0-15,-6 0 0 0,0 0-2 0,0 10-1 16,0-10 0-16,0 10 0 0,0-10 4 0,0 10 1 16,-12-11 0-16,12 11 0 0,-6-10-14 0,6 10-2 15,-5-10-1-15,-1 5 0 0,-5 0-5 0,11 5-1 16,-12 0 0-16,1 0 0 0,0 0-8 0,-7 5-1 0,7-5-1 0,0 5 0 15,-1-5-5-15,1 0-1 0,-6 5 0 0,5 0 0 16,1 0-6-16,0 0-2 0,-7 1 0 0,7 4 0 16,0-5-3-16,-6 0-1 0,5 5 0 0,1-5 0 15,-1 5 1-15,1 0 0 0,-6 0 0 0,6 0 0 16,-1 1-4-16,1 4-1 0,-1 0 0 16,1 5 0-16,0 6-8 0,-1-1 0 0,1 5 9 0,5 1-9 15,0 4 0-15,1 6 9 0,-1-6-9 0,0 6 0 16,6 4 0-16,-5-4 0 0,5-6 0 0,5 6 0 15,-5-6 0-15,6-5 0 0,5 6 0 0,-5-6 0 16,0 1 0-16,5-6 0 0,6 0 0 0,-5 1-9 16,5-1 9-16,0-5 0 0,0 0 0 0,0-4 0 15,0-1 0-15,6-5 9 0,-6 0-1 0,6 0-8 16,0 0 0-16,5-5 0 0,-11 0 0 0,6 1-9 16,0-6 9-16,0 0 0 0,-6 0 10 0,5 0-10 0,-5-6 9 15,1 6-9-15,-1-5 8 0,-6 0-8 0,6-5 12 0,-5 0-4 16,5 0 0-16,-12-5 0 0,7 0 0 0,-1-1 0 15,1-4 0-15,-7 0 0 0,7 0 4 0,-7-6 0 16,1 1 0-16,0 0 0 0,-1-1-3 0,-5-4 0 16,0 0 0-16,6 4 0 0,-6-4-1 0,0-1-8 15,0-4 12-15,0 5-4 0,0-6 4 0,0 1 1 16,0 4 0-16,0 1 0 0,-6 0 3 0,1-1 0 16,-1 1 0-16,6 5 0 0,-6-1 0 0,1 1 1 0,5 5 0 15,-12-1 0-15,7 6-3 0,-7-5-1 0,6 10 0 16,-5-5 0-16,5-1-4 0,-5 6-1 0,0-5 0 0,-1 5 0 15,6 0-8-15,-11 5 0 0,6 0 9 0,-6 0-9 16,5 5 0-16,-5 0 0 16,0 0 0-16,6 5 0 0,-12 0-13 0,6 0-1 0,0-5 0 15,6 10 0 1,-7-5-91-16,13 5-19 0,-1 0-3 0,0 5-646 0,1-4-130 0</inkml:trace>
  <inkml:trace contextRef="#ctx0" brushRef="#br0" timeOffset="29485.18">8371 12538 1466 0,'0'0'41'0,"0"0"11"0,0 0-42 0,0 0-10 16,0 0 0-16,0 0 0 0,0 0 31 0,0 0 4 15,0 0 1-15,0 0 0 0,0 0 8 0,0 0 1 16,0 0 1-16,0 0 0 0,0 0-4 0,0 0-1 16,0 0 0-16,0 0 0 0,0 0 20 0,0 0 4 15,0 0 1-15,0 0 0 0,0 0-3 0,0 0-1 0,0 0 0 16,0 0 0-16,0 0-8 0,0 0-2 0,0 0 0 0,11 10 0 15,-11-10-18-15,6 15-4 0,0-5-1 0,-1 5 0 16,-5 0-19-16,6 1-10 0,-6-1 10 0,6 0-10 16,-1-5 0-16,1 5 0 0,6-5 0 0,-12 6 0 31,0-16-24-31,5 10-4 0,-5-10 0 0,6 15-1 16,-6-15-125-16,0 0-25 0,0 0-5 0</inkml:trace>
  <inkml:trace contextRef="#ctx0" brushRef="#br0" timeOffset="30276.45">9476 12274 1425 0,'0'0'31'0,"0"0"6"0,0 0 2 0,0 0 2 0,0 0-33 0,0 0-8 16,6-10 0-16,-6 10 0 0,0 0 36 0,0 0 6 15,0 0 1-15,6-10 0 0,-6 10-15 0,0 0-4 16,0 0 0-16,5-10 0 0,-5 10 25 0,0-10 5 16,-5 0 1-16,5-1 0 0,-6 6-6 0,0-5-1 15,1 0 0-15,-1 0 0 0,-6 0-7 0,7 0-1 16,-7 0-1-16,1 0 0 0,0-6 1 0,-1 6 1 0,1-5 0 0,-6 5 0 15,0 0-2-15,-6 5-1 0,6 0 0 0,0 0 0 16,-6-1-14-16,0 6-4 0,6 0 0 16,-6 0 0-16,6 0-6 0,-6 0-2 0,6 6 0 0,0-1 0 15,-6 0-4-15,6 0-8 0,0 5 11 0,-6 0-11 16,6 5 12-16,0-5-12 0,-6 6 12 0,6-6-12 16,0 5 8-16,6 5-8 0,-6-5 0 0,0 11 0 15,5-6 0-15,1 5 0 0,-1 6 0 0,7-6 0 16,-1 10 0-16,0-4 0 0,1 4 0 0,5 1 0 15,0-1 0-15,5 0 0 0,1-4 0 0,0-1-9 16,5-4 9-16,0-1 0 0,7-5 0 0,-1 0 0 16,0-4 0-16,6-6 0 0,-1 0 0 0,7-5 0 15,-1-5 0-15,-5 0 0 0,6 0 0 0,-1-10 0 16,1 5 0-16,-1-5 0 0,-5-6 10 0,5 1-10 16,-5 0 9-16,0-5-9 0,-6 5 8 0,6-6-8 15,-6-4 9-15,-6 5-9 0,6-6 10 0,-5 6-10 0,-1-5 8 16,1 0-8-16,-1 4 0 0,-5-4 9 0,5 0-9 15,-5 4 0-15,5 1 9 0,-5 0-9 16,0 0 0-16,-6-1 0 0,5 11 0 0,1-5 8 16,5 0-8-16,-5 0 9 0,0 5-9 0,-6 10 10 0,0-11 2 0,5 1 1 15,-5 10 0-15,0 0 0 0,0 0 1 0,0 0 0 16,0 0 0-16,0 0 0 0,0 0-4 0,0 0-1 16,0 15 0-16,0 6 0 0,0-1-9 0,0 0 0 15,0 11 9-15,0-1-9 0,0 0 0 0,-5 11 0 16,5-1 0-16,0 6 8 0,0 0-8 0,0 4 0 15,-6-4 0-15,6-1 8 0,6 1-8 0,-6 5 0 0,0-6 0 16,0 6 0-16,0-1 0 0,0-4 0 0,0-5 0 16,0-6 0-16,0 0 0 0,0-4 0 0,0 4 0 0,0-4 8 15,0-1-8-15,0-5 0 0,0 1 0 16,0-1 8-16,0-5-8 0,5 0 0 0,-5-4 0 0,0-1 0 16,0-15 0-16,0 0 0 0,0 0 0 0,0 0 0 31,0 0-32-31,0 0 0 0,0 0-1 0,6-15-795 0,0-1-160 15</inkml:trace>
  <inkml:trace contextRef="#ctx0" brushRef="#br0" timeOffset="42625.22">18103 10127 1504 0,'0'0'33'0,"0"0"7"0,0 0 2 0,0 0 0 0,0 0-34 0,0 0-8 0,0 0 0 0,0 0 0 16,0-10 48-16,0 0 7 0,0 10 1 0,-6-10 1 15,6 0-11-15,0-1-2 0,0 11-1 0,-6-10 0 16,1-5 21-16,-1 10 4 0,0-5 0 0,0 0 1 16,1 5 0-16,-7 0 0 0,12 5 0 0,-11-5 0 15,5 0-12-15,-5 5-2 0,0-6-1 0,-1 6 0 16,12 0-18-16,-11 6-3 0,-1-6-1 0,-5 10 0 16,6-5-12-16,5 0-4 0,-11 5 0 0,11 0 0 15,-5 0-16-15,0 0 10 0,-1 0-10 0,1 1 8 16,-1 4-8-16,7 0 0 0,-7 5 9 0,7-5-9 0,-7 11 0 0,1-6 0 15,-1 5 0-15,7 1 0 0,-7 4 0 0,1 5 0 16,5 1 0-16,1-1 0 0,-7 1 0 0,6-1 0 16,1 1 0-16,5-1 0 0,-6 1 0 0,6 4 0 15,6-10 0-15,-6 1 0 0,5 4 0 0,1-9 0 16,6 4 0-16,-1-5 0 0,0 1 0 0,1-1 0 16,-1-5 0-16,6-5 0 0,0 1 0 0,0-6 0 15,0 5 0-15,1-10 0 0,-1 5 0 0,0-5 0 16,0-5 0-16,6 0 0 0,-6 0 0 0,0 0 0 15,0-5 0-15,0 0 8 0,0 0-8 0,-6-5 0 16,1 5 8-16,-1-5-8 0,-5-5 12 0,5-1-3 16,-5 1 0-16,5-5 0 0,-5 0 6 0,0-6 1 15,0 1 0-15,5 0 0 0,-11-1 0 0,6 1 1 16,-1-5 0-16,1 4 0 0,-6 1-1 0,0 0 0 0,0-1 0 0,0 1 0 16,0 0-3-16,0-1-1 0,0-4 0 0,0 5 0 15,0-1 0-15,-6 1-1 0,6 5 0 0,-5-6 0 16,5 6 3-16,-6 0 1 0,0 0 0 0,1 4 0 15,-1-4-15-15,0 5 11 0,0-5-11 0,1 5 10 16,-7-1-10-16,1 6 8 0,5 0-8 0,-5 0 8 16,-1 0-8-16,1 5 0 0,-6 0 0 0,6 5 0 15,-1 0 0-15,-5 0-16 0,6 0 4 0,-6 10 1 16,5-5-21-16,-5 5-4 0,11 0 0 0,-5 5-1 16,0 1-113-16,5-1-22 15,0 5-5-15,6-5-967 0</inkml:trace>
  <inkml:trace contextRef="#ctx0" brushRef="#br0" timeOffset="43017.95">18598 10487 1587 0,'0'0'35'0,"0"0"7"0,0 0 2 0,0 0 0 0,0 0-35 0,6-10-9 0,-6 10 0 0,0 0 0 15,6-11 56-15,-6 11 8 0,5-5 3 0,-5 5 0 16,12-10-7-16,-12 10-2 0,11-5 0 0,-11 5 0 15,0 0-2-15,0 0-1 0,0 0 0 0,0 0 0 16,0 0-4-16,0 0-1 0,0 0 0 0,6 10 0 16,-6-10-20-16,6 10-4 0,-6-10-1 0,5 16 0 15,-5-16-16-15,6 10-9 0,-6-10 10 0,6 15-10 16,-6-15 0-16,0 0 0 0,0 0 0 0,11 10 0 16,-11-10-16-16,0 0-2 0,0 0-1 0,0 0 0 15,0 0-20-15,0 0-4 0,0 0-1 0,0 0-655 16,0 0-131-16</inkml:trace>
  <inkml:trace contextRef="#ctx0" brushRef="#br0" timeOffset="50715.78">19749 10137 1126 0,'0'0'24'0,"0"0"6"0,0 0 1 0,12-5 1 0,-7 0-32 0,7-5 0 0,-6 0 0 0,-1 5 0 16,7-10 76-16,-12 15 9 0,5-11 2 0,-5 1 0 15,6 0 1-15,-6 10 1 0,6-10 0 0,-6 0 0 16,0 0-11-16,0 10-2 0,0-10-1 0,0 0 0 15,-6-1-14-15,0 1-2 0,1 0-1 0,-1 5 0 16,0-5-7-16,-5 5-2 0,-1-5 0 0,7 5 0 16,-12 0-14-16,5 0-3 0,1 5-1 0,-1-5 0 15,-5 5-3-15,6 0 0 0,0 0 0 0,-7 0 0 0,1 5-5 16,0 5-2-16,0-5 0 0,0 0 0 0,-6 10-5 16,6-5 0-16,0 5-1 0,-6-5 0 15,6 11-5-15,0-1-1 0,-6 0 0 0,6 1 0 16,0 4-1-16,0 0 0 0,0 0 0 0,0 1 0 0,0-1 0 0,5 0-8 15,-5 6 12-15,6-6-4 0,0 11-8 0,-1-6 0 16,6 5 0-16,-5 1 0 0,5-6-8 0,-5 1 8 16,5 9 0-16,6-4 0 0,-5-1 0 0,5 6 0 15,0-6 0-15,5 6 0 0,1-6-9 0,0-5 9 16,-1 1 0-16,1 4 0 0,5-4 0 0,1-6-8 16,5 0 8-16,0-5 0 0,0-4 0 0,0-1-8 15,6 0 8-15,0-5 0 0,-6 0 0 0,6-5 0 0,5 0 0 0,-5-5 0 16,0 0 0-16,-6 0 0 0,6 0 0 0,-1 0 0 15,-5-10 0-15,1 5 0 0,-1 0 0 0,0 0 0 16,0-5 0-16,-6 5 0 0,6-5 0 0,-5 0 0 16,5 0 9-16,-6-6-9 0,1 6 8 0,-7-5-8 15,7 5 8-15,-1-5-8 0,-5 0 0 0,0-1 8 16,-1-4 0-16,7 10-8 0,-12-5 12 0,5 0-4 16,-5-1-8-16,0 1 10 0,0 0-10 0,0 5 10 15,-5-5-1-15,-1 5 0 0,0-6 0 0,-5 6 0 16,5-5 3-16,-5 5 0 0,-1-5 0 0,-5 5 0 15,6-1-12-15,-1 6 0 0,-5-5 9 0,0 5-9 16,0 0 0-16,0 0 0 0,0 5 0 0,0 0 8 16,-6 5-8-16,0 0-15 0,1 0 4 0,4 5 1 15,-4 0-33-15,5-4-6 0,-6 4-2 0,6 5-789 16,5-5-159-16</inkml:trace>
  <inkml:trace contextRef="#ctx0" brushRef="#br0" timeOffset="51571.48">19863 9373 1216 0,'0'0'34'0,"0"0"9"0,0 0-35 0,0 0-8 0,0-11 0 0,0 11 0 15,0 0 83-15,0-10 14 0,0 0 3 0,0 10 1 0,-5-10-8 0,5 10-1 16,0-10-1-16,0 10 0 0,-6-10-23 0,6 10-5 15,-6-10-1-15,6 10 0 0,-6-10-7 0,6 10-2 16,0 0 0-16,0 0 0 0,-11-6-15 0,11 6-3 16,-11 0-1-16,11 0 0 0,-12 0-11 0,1 0-3 15,0 6 0-15,-1-6 0 0,6 10-6 0,6-10-2 16,-11 5 0-16,0 5 0 0,-1 0-3 0,12-10-1 16,-5 5 0-16,-7 5 0 0,6 0-8 0,1 0 0 15,5-10 0-15,-6 16 8 0,0-6-8 0,6 5 0 0,0-5 0 0,0-10 0 16,0 0 0-16,0 0 0 0,12 10 0 0,-12-10 0 15,5 10 0-15,13-5 0 0,-7-5 0 0,0 0 0 16,1 0 0-16,-1 0 0 0,6-5 0 0,-5 0 0 16,-1 0 0-16,0-5 0 0,1 5 9 0,-1-5-9 15,-5 0 8-15,0 0-8 0,-1 5 10 0,-5 5-10 16,6-11 9-16,-6 11-9 0,11-10 8 0,-11-5-8 16,6 5 13-16,-6 0-2 0,0 10-1 0,-6-10 0 15,6 10 6-15,0-10 2 0,-5 5 0 0,5 5 0 16,0 0-1-16,-6-11 0 0,6 11 0 0,0 0 0 15,-11 0-8-15,-1 0-1 0,1 0-8 0,-1 0 12 16,12 0-12-16,-5 11 0 0,-7-6 0 0,12-5 0 16,-11 5 0-16,5 10 0 0,-5-10 0 0,11-5 0 15,-6 10 0-15,6-10 0 0,-6 10-10 0,6-10 10 16,0 0 0-16,0 0-8 0,0 0 8 0,0 0 0 16,0 0-8-16,0 0 8 0,6 10-8 0,-6-10 8 0,0 0-8 15,17 0 8-15,-17 0-8 0,12 0 8 0,-1-5 0 0,0-5-10 16,-11 10 10-16,6-5 0 0,5-5 0 0,-11 10 0 15,6-10 0-15,-6 10 0 0,0 0 0 0,0 0 0 16,0 0 0-16,0 0 0 0,0 0 0 0,0 0-13 16,0 0 2-16,0 0-792 15,-11 15-158-15</inkml:trace>
  <inkml:trace contextRef="#ctx0" brushRef="#br0" timeOffset="63896.69">20712 2759 1965 0,'0'0'43'0,"0"0"9"0,0 0 1 0,0 0 3 0,0 0-44 16,0 0-12-16,0-10 0 0,0 10 0 0,0 0 66 0,0 0 11 16,0 0 3-16,0 0 0 0,0 0-28 0,0 0-4 15,0 0-2-15,0 0 0 0,0 0-2 0,0 0 0 16,0 15 0-16,0-15 0 0,0 0-26 0,0 10-6 16,-5 5 0-16,5-15-1 0,0 0-11 0,0 0-12 15,0 10 2-15,0-10 1 16,0 0-135-16,0 0-28 0,11 11-4 0</inkml:trace>
  <inkml:trace contextRef="#ctx0" brushRef="#br0" timeOffset="102523.53">17966 12087 1566 0,'0'0'34'0,"0"0"7"0,0 0 2 0,0 0 1 0,0 0-35 0,0 0-9 16,0 0 0-16,0 0 0 0,0 0 45 0,0 0 7 0,11-5 2 0,-5-5 0 16,-6 10-10-16,11-5-1 15,-11 5-1-15,12-5 0 0,-12 5 14 0,0 0 4 0,0 0 0 16,0 0 0-16,0 0 5 0,0 0 2 0,0 0 0 0,11 10 0 16,-11-10-12-16,12 10-3 0,-7 5 0 0,1 0 0 15,0 0-16-15,-6 6-3 0,0 4-1 0,5-5 0 16,-5 6-10-16,0 4-2 0,0-5-1 0,0 11 0 15,0-1-4-15,0 6-1 0,0-1 0 0,0 6 0 16,0-1-5-16,0 6-1 0,-5-5 0 0,5-1 0 16,-6 1 3-16,6-1 0 0,0 6 0 0,-6-6 0 15,6-4-11-15,0 5 8 0,0-6-8 0,-5-4 8 16,5-1-8-16,0-5 0 0,0 1 9 0,0-1-9 16,0-5 0-16,0 1 0 0,0-1 0 0,0-5 0 15,5-4-17-15,-5 4-2 0,0-5 0 0,0-5 0 16,0-10-117-1,0 0-24-15,0 0-5 0</inkml:trace>
  <inkml:trace contextRef="#ctx0" brushRef="#br0" timeOffset="103311.57">18633 12588 1324 0,'0'0'29'0,"0"0"7"0,0 0 0 0,0 0 1 0,0 0-29 0,0 0-8 0,0 0 0 0,0 0 0 16,11-10 32-16,-11 10 4 0,11-5 2 0,-11 5 0 15,0 0-4-15,12 0-1 0,-12 0 0 0,0 0 0 16,0 0 35-16,0 0 8 0,11-5 0 0,-11 5 1 16,0 0-5-16,0 0-2 0,0 0 0 0,0 0 0 15,17 0-14-15,-17 0-4 0,0 0 0 0,0 0 0 16,0 0-14-16,0 0-3 0,0 0-1 0,0 0 0 15,0 0-13-15,6 10-2 0,-6-10-1 0,0 0 0 0,11 10-10 0,-11-10-8 16,0 0 9-16,0 0-9 0,0 0 9 0,6 10-9 16,-6-10 8-16,0 0-8 0,0 0 8 0,0 0-8 15,0 0 0-15,0 16 8 0,0-16-8 0,0 0 0 16,0 0 0-16,0 0 8 0,0 0-8 0,0 0 0 16,0 0 0-16,0 0 8 0,0 0-8 0,0 0 0 15,0 0 0-15,0 0 0 0,0 0-20 0,0 0 1 16,0 0 0-16,0 0 0 0,0 0-4 0,0 0-1 15,0 0 0-15,0 0 0 0,0 0 6 0,0 0 1 16,0 0 0-16,0 0 0 0,0 0 17 0,0 0-8 16,0 0 8-16,0 0 0 0,0 0 0 0,0 0 0 15,0 0 0-15,0 0 0 0,0 0 0 0,0 0 0 16,0 0 0-16,0 0 0 0,0 0 18 0,0 0 1 0,0 0 0 0,0 0 0 16,0 0 1-16,0 0 1 0,0 0 0 0,0 0 0 15,0 0-2-15,0 0-1 0,0 0 0 0,-6 10 0 16,1 0-6-16,-1 0 0 0,0 0-1 0,1 0 0 15,-1 0-11-15,0 0 12 0,6 6-12 0,-6-6 12 16,1 0-12-16,5-10 0 0,0 15 9 0,-6-5-9 16,6-10 0-16,0 0 9 0,0 0-9 0,0 0 0 15,0 0 0-15,0 0 0 0,0 0 0 0,0 0 0 16,0 0 0-16,0 0 0 0,0 0 0 0,0 0 0 16,0 0 0-16,11-5 0 0,1-5 0 0,-1 0 0 15,-5 0 0-15,5 0 0 0,-5-6-10 0,-6 16 10 16,6-10 0-16,-6 10 0 0,0 0 0 0,0-10 0 15,0 10 0-15,0 0 0 0,0 0 0 0,0 0 0 16,0 0-14-16,0 0-5 0,0 0-1 0,0 0-736 16,0 0-148-16</inkml:trace>
  <inkml:trace contextRef="#ctx0" brushRef="#br0" timeOffset="104197.13">19242 12325 1447 0,'0'0'32'0,"0"0"6"0,0 0 2 0,0 0 0 0,0 0-32 0,0 0-8 16,0 0 0-16,0 0 0 0,0 0 70 0,6-10 12 15,0 0 2-15,-1-1 1 0,1 1-12 0,5 0-2 16,-5 0-1-16,11-5 0 0,-5 5-4 0,-1-5-1 15,6 4 0-15,0-4 0 0,0 5-8 0,-5 0-1 16,10 0-1-16,-4 5 0 0,-1-5-11 0,5 5-1 16,-4 5-1-16,-7 0 0 0,6 0-30 0,0 0-12 15,-5 0 11-15,-1 5-11 0,0 5 12 0,1-5-4 16,-1 0-8-16,-5 5 12 0,-1 5-12 0,7 0 11 0,-6-4-11 0,-6 4 10 16,5 5-10-16,-5-5 0 15,6 5 9-15,-6 1-9 0,-6-1 0 0,6 5 9 16,-5-4-9-16,-1 4 0 0,6-5 9 0,-12 5-9 0,7 1 0 0,-7 4 9 15,7-5-9-15,-1 6 12 0,-5-1-12 0,-6 1 12 16,5-6 1-16,-5 5 1 0,6 1 0 0,-6-1 0 16,-1 1 0-16,1-1 0 0,0 0 0 0,0 1 0 15,0-1-6-15,0 0-8 0,0-4 11 0,0-1-11 16,5 0 12-16,-5 1-12 0,6-1 12 0,-6-5-12 16,5 1 12-16,-5-1-4 0,6-5 0 0,0 5-8 15,-1-5 12-15,1 1-4 0,-1-1 0 0,7-5-8 16,-1 0 12-16,6-10-12 0,0 0 12 0,0 0-12 15,-6 10 12-15,6-10-12 0,0 0 12 0,0 0-12 16,0 0 9-16,0 0-9 0,0 0 0 0,12 0 9 16,-1 0-9-16,6-5 0 0,0 0 9 0,0 5-9 15,6-10 0-15,0 5 0 0,0 0 0 0,-1 0 8 0,7-5-8 16,-6 5 0-16,5-1 0 0,1 1 8 0,-6 5-8 16,5-5 0-16,1 5 0 0,-7 0 0 0,-5 0 0 0,6 0 0 15,0 5 0-15,0-5 0 0,-6 0 0 0,6 5 0 16,-6-5 0-16,0 6-8 0,-6-1-10 0,6 0-2 15,-5 0 0-15,-1-5 0 16,-11 0-12-16,12 10-2 0,-12-10-1 0,0 0 0 16,0 0-29-16,0 0-7 0,5 5-1 0,-5-5-704 15,0 0-140-15</inkml:trace>
  <inkml:trace contextRef="#ctx0" brushRef="#br0" timeOffset="104958.32">20194 12239 1688 0,'0'0'37'0,"0"0"8"0,0 0 2 0,0 0 0 0,0 0-38 16,0 0-9-16,0 0 0 0,5-10 0 0,-5 10 52 0,6-10 8 16,-6 10 1-16,0 0 1 0,0 0-18 0,6-6-3 15,-6 6-1-15,0 0 0 0,0 0-1 0,0 0-1 16,0 0 0-16,0 0 0 0,0 0 9 0,0 0 1 15,0 0 1-15,0 0 0 0,0 0-12 0,0 0-2 16,0 0-1-16,6 11 0 0,-6 4-10 0,0 5-1 16,-6-5-1-16,6 5 0 0,0-4-11 0,-6 4-3 15,6 0 0-15,-6 6 0 0,6-6-8 0,0 5 10 16,-5-5-10-16,5 6 10 0,-6-6-10 0,6 0 0 16,0 0 9-16,0 1-9 0,0-6 8 0,6-5-8 0,-1 5 8 0,-5-15-8 15,6 10 11-15,-6-10-3 0,12 5 0 0,5 6 0 16,0-11 2-16,0 0 0 0,0 0 0 0,0-6 0 15,6-4-1-15,0 5 0 0,-1 0 0 0,1 0 0 16,0-5-9-16,0 5 8 0,0 0-8 0,5 5 8 16,-5-5-8-16,0 5 0 0,-1 0 0 0,1 0 0 15,0 5 0-15,0 0 8 0,-6 0-8 0,6 0 0 16,-6 5 0-16,0 0 0 0,0 0 8 0,0 1-8 16,-6 4 0-16,7 0 0 0,-7-5 0 0,0 10 8 15,1-4-8-15,5-1 0 0,-6 5 0 0,1 0 0 16,-1-5 0-16,0 6 0 0,1-1 0 0,-7 0 0 15,7 0 0-15,-1 6 0 0,-5-1 0 0,0-5 0 16,-1 6 8-16,7-1-8 0,-7 0 0 0,-5-4 8 16,6-1-8-16,-6 0 0 0,0-5 0 0,0 0 0 15,0 6 0-15,-6-6 0 0,6 0 0 0,-5 0 0 16,-1-5 8-16,0 1-8 0,1 4 0 0,-1-5 8 0,-5 5-8 0,5-5 8 16,-6 0-8-16,1 0 8 0,0 1-8 0,-1-1 0 15,-5 0 9-15,0-5-9 0,0 0 0 0,0-5 9 16,-6 0-9-16,0 0 0 0,-5 0 0 0,5 0 0 15,-11-5 0-15,5 0 0 0,1-5-9 0,-6 0-3 16,5-1 0-16,-5 1 0 16,6 0-20-16,-1 0-5 0,1 0-1 0,5 5 0 15,-6-5-37-15,1 0-7 0,5 5-2 0,6-6-652 16,-6 1-130-16</inkml:trace>
  <inkml:trace contextRef="#ctx0" brushRef="#br0" timeOffset="105494.3">20256 12224 1659 0,'0'0'36'0,"0"0"8"0,0 0 2 0,0 0 1 0,0 0-38 0,0 0-9 16,0 0 0-16,0 0 0 0,0 0 64 0,0 0 10 15,0 0 2-15,0 0 1 0,-11-5-29 0,11 5-5 16,0 0-2-16,0 0 0 0,0 0-10 0,0 0-3 15,0 0 0-15,0 0 0 0,0 0 7 0,0 0 1 16,0 0 0-16,0 0 0 0,0 0 0 0,0 0 0 16,0 0 0-16,0 0 0 0,0 0-5 0,0 0-1 15,0 0 0-15,11-6 0 0,7 1-5 0,-7 5-1 16,6-5 0-16,6 5 0 0,-6-5-4 0,6 5-2 16,5 0 0-16,1 0 0 0,-1-5-2 0,1 5-1 15,5 0 0-15,0-5 0 0,6 5-5 0,-6-5-1 0,0 0 0 16,-5 5 0-16,5-5-9 0,-6 0 8 0,1 0-8 15,-6 0 8-15,5 5-8 0,-5 0 0 0,-6-5 0 16,6 5 0-16,-6-5 0 0,6 5 0 0,-12 0 0 0,6 0 0 16,-5 0-12-16,-1 0 0 0,-11 0-1 0,11 0 0 31,-11 0-13-31,0 0-2 0,0 0-1 0,0 0 0 16,0 0-27-16,0 0-4 0,0 0-2 0,0 0 0 15,0 0-110-15,0 0-21 0,0 0-5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9B501-EA5B-4173-8AED-41C8F907A641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483608-E905-4CE9-9A2F-B12F541E4D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495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588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¼ = 0.25 = 25%</a:t>
            </a:r>
          </a:p>
          <a:p>
            <a:r>
              <a:rPr lang="en-AU" dirty="0"/>
              <a:t>7/8 = 0.875 = 87.5%</a:t>
            </a:r>
          </a:p>
          <a:p>
            <a:r>
              <a:rPr lang="en-AU" dirty="0"/>
              <a:t>2/3</a:t>
            </a:r>
            <a:r>
              <a:rPr lang="en-AU" baseline="0" dirty="0"/>
              <a:t> = 0.667 = 66.7%</a:t>
            </a:r>
          </a:p>
          <a:p>
            <a:r>
              <a:rPr lang="en-AU" baseline="0" dirty="0"/>
              <a:t>5/4 = 1.25 = 125%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706C7-F2C3-48B6-8A22-C484D800B5D4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2150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We can simplify them</a:t>
            </a:r>
            <a:r>
              <a:rPr lang="en-AU" baseline="0" dirty="0"/>
              <a:t> to ½ and ¾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706C7-F2C3-48B6-8A22-C484D800B5D4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7284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1a. 86%	1b.</a:t>
            </a:r>
            <a:r>
              <a:rPr lang="en-AU" baseline="0" dirty="0"/>
              <a:t> 20%	2a. 120/100=12/10=6/5=1 1/5           2b. 180/100=18/10=9/5=1 4/5             2c. 237/100=2 37/100 	2d. 401/100=4 1/100	2e. 175/100=35/20=7/4=1 ¾</a:t>
            </a:r>
          </a:p>
          <a:p>
            <a:r>
              <a:rPr lang="en-AU" baseline="0" dirty="0"/>
              <a:t>2f. 110/100=11/10=1 1/10	2g. 316/100=79/25=3 4/25	2h. 840/100=84/10=8 4/10=8 2/5</a:t>
            </a:r>
          </a:p>
          <a:p>
            <a:r>
              <a:rPr lang="en-AU" baseline="0" dirty="0"/>
              <a:t>3a. ¾	3b. 75%	3c. ¼	3d. 25%</a:t>
            </a:r>
          </a:p>
          <a:p>
            <a:r>
              <a:rPr lang="en-AU" baseline="0" dirty="0"/>
              <a:t>4. 12.5%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706C7-F2C3-48B6-8A22-C484D800B5D4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166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6EE5E-B4D2-4BEB-A36C-155286369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E26A2D-F601-41CB-BA23-35FDFD33A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AAC10-CE79-4E12-957D-BEB32B192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F3E85-C93E-4380-9178-BA83496D8ED9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8588B-A44B-4D5B-AB87-DEA1C55F5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FB85C-4FAF-49A8-A477-9E1BE3F6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F59D-3328-4AD5-BC28-CDC8B1B41A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0240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A26C2-2AB2-46E1-8F43-A06EF669A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666E6-229A-48CC-AD93-31F1005A0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C06BA-9BFF-45E2-A83A-6B9E82BDB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F3E85-C93E-4380-9178-BA83496D8ED9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D93BA-8EAF-4A20-BF79-FEB071E20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45A49-A578-41BA-A522-6004C7436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F59D-3328-4AD5-BC28-CDC8B1B41A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5125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01A36-9F88-4B88-BA9B-EA9D2BCB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DFC80-E631-4139-8532-3EA8781A4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15486-EC5A-4721-8C3B-4EF9818B5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F3E85-C93E-4380-9178-BA83496D8ED9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2B7F5-B185-4B0E-A4B2-993917E51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B6459-3964-448D-B941-F2C48DDD1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F59D-3328-4AD5-BC28-CDC8B1B41A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1648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BED77-65DF-4B1B-977E-2B5632BE1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2BB0B-B67C-439B-8A52-AABAE520EE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2FA825-6B54-47A0-952B-2C5D844BF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144BE1-DFC8-479B-844C-0F88A44E0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F3E85-C93E-4380-9178-BA83496D8ED9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99176-B230-4AB2-BCD0-574E893D4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DC5343-80BD-4D0A-AAB3-D722090C4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F59D-3328-4AD5-BC28-CDC8B1B41A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0459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0ACE2-D9CB-4CB8-9E76-091A79272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161FD-E756-412E-973C-79FD9D4A7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FE053D-C654-4DF8-AA6B-7B468A3BE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EBB908-3FF1-4633-98A4-AF170D16DA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B0B104-7685-4EE6-9B05-26164F2957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034DBD-8C9C-4CCF-8B70-E13444F4F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F3E85-C93E-4380-9178-BA83496D8ED9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BC61DA-1F89-440F-80CF-AB007677E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E85246-8B57-4BAE-A9FB-0F210695C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F59D-3328-4AD5-BC28-CDC8B1B41A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8057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0938C-6C5A-433B-93C3-5A53A136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305301-6E72-4450-B22E-88E5096E3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F3E85-C93E-4380-9178-BA83496D8ED9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243F8A-4CB7-4826-B95F-96D7C5F3F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A0F1C-9BE0-446B-90F7-6727211AC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F59D-3328-4AD5-BC28-CDC8B1B41A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2721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528DED-97D0-4809-BE8B-98384CB0E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F3E85-C93E-4380-9178-BA83496D8ED9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283FC5-1B00-42E3-8631-680082BBC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5C7E2-1E82-4E26-A92B-F9FE9994E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F59D-3328-4AD5-BC28-CDC8B1B41A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7438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D65D3-80A7-4867-9C9F-E316CC7B3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3381E-2721-4ECE-8264-70D948EC6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56018-CE40-481D-A585-649ED7F44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F469BB-6753-4CDE-A4F2-9D1A8F146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F3E85-C93E-4380-9178-BA83496D8ED9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45ED7-5D7D-4537-B0AD-9E8978797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8D0FB-661C-49B2-8ACC-486C70A6F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F59D-3328-4AD5-BC28-CDC8B1B41A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8201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3C57D-0633-46A4-8C44-7D7579BC7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62B7D1-4477-43B3-9E2E-B691F420A7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DD8C7-9468-45D9-B5A6-1FA5320A3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2B39D-15E8-4338-ACFD-63E25B983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F3E85-C93E-4380-9178-BA83496D8ED9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8DF8BF-C429-417D-9A54-521FB1E08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896ABE-FC73-447A-A774-94E8D113F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F59D-3328-4AD5-BC28-CDC8B1B41A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5716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E9A1B-EF30-4549-A986-FFA77B681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B68171-03A1-4DCB-9705-A09A5B95B0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F637D-5BC5-42E1-B3C1-1E51205C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F3E85-C93E-4380-9178-BA83496D8ED9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70687-D6A4-422D-84F1-57F9BF854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42E77-4CED-4826-8337-D757C2261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F59D-3328-4AD5-BC28-CDC8B1B41A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2048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1EE7B-EAFB-4CBE-A514-9997385B8E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8A4325-A79B-4939-810D-A7376600F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A32CA-93AF-413B-BBC7-6E9EBF2DF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F3E85-C93E-4380-9178-BA83496D8ED9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43D19-2597-41B1-A139-CF376DD06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5A15D-0771-409B-9D47-E346E488B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F59D-3328-4AD5-BC28-CDC8B1B41A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2454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707DF4-A093-406F-B4EA-003AAF6B1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53D93-5CF6-46C4-9104-68CE03AD9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D4965-7D7A-432E-9DE2-7F978F7724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F3E85-C93E-4380-9178-BA83496D8ED9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BD567-02D1-41D2-A9F5-739BDC38AD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D703F-D235-448C-A371-333C85495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9FF59D-3328-4AD5-BC28-CDC8B1B41A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8264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1.gif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gif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1F0C5-D1FE-4681-A057-99B88200B1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D0F5C4-7348-4431-8DC1-CFD828190B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8333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276927" y="2809484"/>
            <a:ext cx="9601200" cy="1845643"/>
          </a:xfrm>
        </p:spPr>
        <p:txBody>
          <a:bodyPr>
            <a:noAutofit/>
          </a:bodyPr>
          <a:lstStyle/>
          <a:p>
            <a:r>
              <a:rPr lang="en-US" sz="3600" dirty="0"/>
              <a:t>Topic: Multiply and Divide</a:t>
            </a: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EQ: How do I convert between fractions, decimals and percentages?</a:t>
            </a:r>
          </a:p>
        </p:txBody>
      </p:sp>
      <p:sp>
        <p:nvSpPr>
          <p:cNvPr id="3" name="Explosion 2 2"/>
          <p:cNvSpPr/>
          <p:nvPr/>
        </p:nvSpPr>
        <p:spPr>
          <a:xfrm rot="966878">
            <a:off x="8118763" y="-350983"/>
            <a:ext cx="4784437" cy="3103418"/>
          </a:xfrm>
          <a:prstGeom prst="irregularSeal2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/>
              <a:t>Rule up for 3-column notes! </a:t>
            </a:r>
            <a:r>
              <a:rPr lang="en-AU" sz="2800" b="1" dirty="0">
                <a:sym typeface="Wingdings" panose="05000000000000000000" pitchFamily="2" charset="2"/>
              </a:rPr>
              <a:t>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399801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53548" y="137990"/>
            <a:ext cx="53607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Three Column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0" y="1323633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34597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4250062" y="1315025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</p:spTree>
    <p:extLst>
      <p:ext uri="{BB962C8B-B14F-4D97-AF65-F5344CB8AC3E}">
        <p14:creationId xmlns:p14="http://schemas.microsoft.com/office/powerpoint/2010/main" val="362668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36996" y="347287"/>
            <a:ext cx="9918008" cy="1112058"/>
          </a:xfrm>
        </p:spPr>
        <p:txBody>
          <a:bodyPr>
            <a:noAutofit/>
          </a:bodyPr>
          <a:lstStyle/>
          <a:p>
            <a:r>
              <a:rPr lang="en-US" sz="2300" dirty="0">
                <a:solidFill>
                  <a:srgbClr val="0070C0"/>
                </a:solidFill>
              </a:rPr>
              <a:t>Topic: Multiply and divide</a:t>
            </a:r>
            <a:br>
              <a:rPr lang="en-US" sz="2300" dirty="0">
                <a:solidFill>
                  <a:srgbClr val="0070C0"/>
                </a:solidFill>
              </a:rPr>
            </a:br>
            <a:r>
              <a:rPr lang="en-US" sz="2300" dirty="0">
                <a:solidFill>
                  <a:srgbClr val="0070C0"/>
                </a:solidFill>
              </a:rPr>
              <a:t>EQ: How do I convert between fractions, decimals and percentages?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3223529" y="2382781"/>
            <a:ext cx="3906943" cy="1423139"/>
          </a:xfrm>
        </p:spPr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en-US" b="1" dirty="0"/>
              <a:t>Divide the numerator </a:t>
            </a:r>
            <a:r>
              <a:rPr lang="en-US" dirty="0"/>
              <a:t>(the top number) </a:t>
            </a:r>
            <a:r>
              <a:rPr lang="en-US" b="1" dirty="0"/>
              <a:t>by the denominator </a:t>
            </a:r>
            <a:r>
              <a:rPr lang="en-US" dirty="0"/>
              <a:t>(the bottom number)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560941"/>
            <a:ext cx="1219200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038764" y="1570182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375256" y="1574806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3999" y="2382781"/>
            <a:ext cx="2401455" cy="1015663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000" b="1" dirty="0"/>
              <a:t>How do I convert a fraction into a decimal?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345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Question: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4056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Explanation: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2602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799644" y="2393813"/>
                <a:ext cx="3148677" cy="700705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sz="2800" dirty="0"/>
                  <a:t> </a:t>
                </a:r>
                <a:r>
                  <a:rPr lang="en-AU" sz="28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AU" sz="2800" dirty="0">
                    <a:sym typeface="Wingdings" panose="05000000000000000000" pitchFamily="2" charset="2"/>
                  </a:rPr>
                  <a:t> </a:t>
                </a:r>
                <a:r>
                  <a:rPr lang="en-AU" dirty="0"/>
                  <a:t>1 ÷ 2 = 0.5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644" y="2393813"/>
                <a:ext cx="3148677" cy="700705"/>
              </a:xfrm>
              <a:prstGeom prst="rect">
                <a:avLst/>
              </a:prstGeom>
              <a:blipFill>
                <a:blip r:embed="rId2"/>
                <a:stretch>
                  <a:fillRect b="-8547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799644" y="3455677"/>
                <a:ext cx="3148677" cy="701602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800" dirty="0"/>
                  <a:t> </a:t>
                </a:r>
                <a:r>
                  <a:rPr lang="en-AU" sz="28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AU" sz="2800" dirty="0">
                    <a:sym typeface="Wingdings" panose="05000000000000000000" pitchFamily="2" charset="2"/>
                  </a:rPr>
                  <a:t> </a:t>
                </a:r>
                <a:r>
                  <a:rPr lang="en-AU" dirty="0">
                    <a:sym typeface="Wingdings" panose="05000000000000000000" pitchFamily="2" charset="2"/>
                  </a:rPr>
                  <a:t>3</a:t>
                </a:r>
                <a:r>
                  <a:rPr lang="en-AU" dirty="0"/>
                  <a:t> ÷ 4 = 0.75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644" y="3455677"/>
                <a:ext cx="3148677" cy="701602"/>
              </a:xfrm>
              <a:prstGeom prst="rect">
                <a:avLst/>
              </a:prstGeom>
              <a:blipFill>
                <a:blip r:embed="rId3"/>
                <a:stretch>
                  <a:fillRect b="-8547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906327" y="4518606"/>
                <a:ext cx="3148677" cy="700705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800" dirty="0"/>
                  <a:t> </a:t>
                </a:r>
                <a:r>
                  <a:rPr lang="en-AU" sz="28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AU" sz="2800" dirty="0">
                    <a:sym typeface="Wingdings" panose="05000000000000000000" pitchFamily="2" charset="2"/>
                  </a:rPr>
                  <a:t> </a:t>
                </a:r>
                <a:r>
                  <a:rPr lang="en-AU" dirty="0"/>
                  <a:t>1 ÷ 3 = 0.33…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6327" y="4518606"/>
                <a:ext cx="3148677" cy="700705"/>
              </a:xfrm>
              <a:prstGeom prst="rect">
                <a:avLst/>
              </a:prstGeom>
              <a:blipFill>
                <a:blip r:embed="rId4"/>
                <a:stretch>
                  <a:fillRect b="-9402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0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9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Think-Pair-Share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41120" y="1901952"/>
                <a:ext cx="9509760" cy="4702048"/>
              </a:xfrm>
            </p:spPr>
            <p:txBody>
              <a:bodyPr/>
              <a:lstStyle/>
              <a:p>
                <a:r>
                  <a:rPr lang="en-AU" dirty="0"/>
                  <a:t>In Pairs try converting these 4 </a:t>
                </a:r>
                <a:r>
                  <a:rPr lang="en-AU" b="1" dirty="0"/>
                  <a:t>fractions into decimals</a:t>
                </a:r>
              </a:p>
              <a:p>
                <a:r>
                  <a:rPr lang="en-AU" dirty="0"/>
                  <a:t>Be ready to </a:t>
                </a:r>
                <a:r>
                  <a:rPr lang="en-AU" b="1" dirty="0"/>
                  <a:t>share</a:t>
                </a:r>
                <a:r>
                  <a:rPr lang="en-AU" dirty="0"/>
                  <a:t> your answers with the class!</a:t>
                </a:r>
              </a:p>
              <a:p>
                <a:endParaRPr lang="en-AU" dirty="0"/>
              </a:p>
              <a:p>
                <a:pPr marL="502920" indent="-457200">
                  <a:buFont typeface="+mj-lt"/>
                  <a:buAutoNum type="arabicPeriod"/>
                </a:pPr>
                <a:r>
                  <a:rPr lang="en-AU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800" b="0" dirty="0"/>
              </a:p>
              <a:p>
                <a:pPr marL="502920" indent="-457200">
                  <a:buFont typeface="+mj-lt"/>
                  <a:buAutoNum type="arabicPeriod"/>
                </a:pPr>
                <a:r>
                  <a:rPr lang="en-AU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en-AU" sz="2800" dirty="0"/>
              </a:p>
              <a:p>
                <a:pPr marL="502920" indent="-457200">
                  <a:buFont typeface="+mj-lt"/>
                  <a:buAutoNum type="arabicPeriod"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1120" y="1901952"/>
                <a:ext cx="9509760" cy="4702048"/>
              </a:xfrm>
              <a:blipFill>
                <a:blip r:embed="rId3"/>
                <a:stretch>
                  <a:fillRect l="-321" t="-12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110185" y="3402685"/>
                <a:ext cx="3232727" cy="1442703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:pPr marL="560070" lvl="0" indent="-514350">
                  <a:lnSpc>
                    <a:spcPct val="90000"/>
                  </a:lnSpc>
                  <a:spcBef>
                    <a:spcPts val="1800"/>
                  </a:spcBef>
                  <a:buClr>
                    <a:srgbClr val="8784C7">
                      <a:lumMod val="75000"/>
                    </a:srgbClr>
                  </a:buClr>
                  <a:buSzPct val="80000"/>
                  <a:buFont typeface="+mj-lt"/>
                  <a:buAutoNum type="arabicPeriod" startAt="3"/>
                </a:pPr>
                <a:r>
                  <a:rPr lang="en-AU" sz="2800" dirty="0">
                    <a:solidFill>
                      <a:srgbClr val="373545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solidFill>
                              <a:srgbClr val="37354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solidFill>
                              <a:srgbClr val="37354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800" i="1">
                            <a:solidFill>
                              <a:srgbClr val="373545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800" dirty="0">
                    <a:solidFill>
                      <a:srgbClr val="373545"/>
                    </a:solidFill>
                  </a:rPr>
                  <a:t> </a:t>
                </a:r>
              </a:p>
              <a:p>
                <a:pPr marL="502920" lvl="0" indent="-457200">
                  <a:lnSpc>
                    <a:spcPct val="90000"/>
                  </a:lnSpc>
                  <a:spcBef>
                    <a:spcPts val="1800"/>
                  </a:spcBef>
                  <a:buClr>
                    <a:srgbClr val="8784C7">
                      <a:lumMod val="75000"/>
                    </a:srgbClr>
                  </a:buClr>
                  <a:buSzPct val="80000"/>
                  <a:buFont typeface="+mj-lt"/>
                  <a:buAutoNum type="arabicPeriod" startAt="3"/>
                </a:pPr>
                <a:r>
                  <a:rPr lang="en-AU" sz="2800" dirty="0">
                    <a:solidFill>
                      <a:srgbClr val="373545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solidFill>
                              <a:srgbClr val="37354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solidFill>
                              <a:srgbClr val="373545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800" i="1">
                            <a:solidFill>
                              <a:srgbClr val="373545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0185" y="3402685"/>
                <a:ext cx="3232727" cy="1442703"/>
              </a:xfrm>
              <a:prstGeom prst="rect">
                <a:avLst/>
              </a:prstGeom>
              <a:blipFill>
                <a:blip r:embed="rId4"/>
                <a:stretch>
                  <a:fillRect b="-418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6513" y="3296529"/>
            <a:ext cx="2838450" cy="28384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700393" y="2572141"/>
            <a:ext cx="241069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#teamwork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C91FE81-AB94-4434-BA70-A206606C90B1}"/>
                  </a:ext>
                </a:extLst>
              </p14:cNvPr>
              <p14:cNvContentPartPr/>
              <p14:nvPr/>
            </p14:nvContentPartPr>
            <p14:xfrm>
              <a:off x="2548080" y="989640"/>
              <a:ext cx="5009040" cy="3817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C91FE81-AB94-4434-BA70-A206606C90B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38720" y="980280"/>
                <a:ext cx="5027760" cy="383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626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36996" y="347287"/>
            <a:ext cx="9918008" cy="1112058"/>
          </a:xfrm>
        </p:spPr>
        <p:txBody>
          <a:bodyPr>
            <a:noAutofit/>
          </a:bodyPr>
          <a:lstStyle/>
          <a:p>
            <a:r>
              <a:rPr lang="en-US" sz="2300" dirty="0">
                <a:solidFill>
                  <a:srgbClr val="0070C0"/>
                </a:solidFill>
              </a:rPr>
              <a:t>Topic: Multiply and divide</a:t>
            </a:r>
            <a:br>
              <a:rPr lang="en-US" sz="2300" dirty="0">
                <a:solidFill>
                  <a:srgbClr val="0070C0"/>
                </a:solidFill>
              </a:rPr>
            </a:br>
            <a:r>
              <a:rPr lang="en-US" sz="2300" dirty="0">
                <a:solidFill>
                  <a:srgbClr val="0070C0"/>
                </a:solidFill>
              </a:rPr>
              <a:t>EQ: How do I convert between fractions, decimals and percentages?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3223529" y="2382781"/>
            <a:ext cx="3906943" cy="1423139"/>
          </a:xfrm>
        </p:spPr>
        <p:txBody>
          <a:bodyPr>
            <a:normAutofit fontScale="92500"/>
          </a:bodyPr>
          <a:lstStyle/>
          <a:p>
            <a:pPr marL="45720" indent="0">
              <a:buNone/>
            </a:pPr>
            <a:r>
              <a:rPr lang="en-US" b="1" dirty="0"/>
              <a:t>To convert a decimal into a percentage it needs to be multiplied by 100.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560941"/>
            <a:ext cx="1219200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038764" y="1570182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375256" y="1574806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3999" y="2228893"/>
            <a:ext cx="2401455" cy="132343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000" b="1" dirty="0"/>
              <a:t>Now I have a decimal how do I convert it into a percentage?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345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Question: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4056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Explanation: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2602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Example: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6327" y="2490184"/>
            <a:ext cx="3148677" cy="5232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400" dirty="0">
                <a:sym typeface="Wingdings" panose="05000000000000000000" pitchFamily="2" charset="2"/>
              </a:rPr>
              <a:t>0.5</a:t>
            </a:r>
            <a:r>
              <a:rPr lang="en-AU" sz="2800" dirty="0">
                <a:solidFill>
                  <a:srgbClr val="0070C0"/>
                </a:solidFill>
                <a:sym typeface="Wingdings" panose="05000000000000000000" pitchFamily="2" charset="2"/>
              </a:rPr>
              <a:t> </a:t>
            </a:r>
            <a:r>
              <a:rPr lang="en-AU" sz="2800" dirty="0">
                <a:sym typeface="Wingdings" panose="05000000000000000000" pitchFamily="2" charset="2"/>
              </a:rPr>
              <a:t> </a:t>
            </a:r>
            <a:r>
              <a:rPr lang="en-AU" dirty="0"/>
              <a:t>0.5 x 100 = </a:t>
            </a:r>
            <a:r>
              <a:rPr lang="en-AU" sz="2400" dirty="0"/>
              <a:t>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19" y="3290722"/>
            <a:ext cx="3325091" cy="5232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400" dirty="0">
                <a:sym typeface="Wingdings" panose="05000000000000000000" pitchFamily="2" charset="2"/>
              </a:rPr>
              <a:t>0.75</a:t>
            </a:r>
            <a:r>
              <a:rPr lang="en-AU" sz="2800" dirty="0">
                <a:solidFill>
                  <a:srgbClr val="0070C0"/>
                </a:solidFill>
                <a:sym typeface="Wingdings" panose="05000000000000000000" pitchFamily="2" charset="2"/>
              </a:rPr>
              <a:t> </a:t>
            </a:r>
            <a:r>
              <a:rPr lang="en-AU" sz="2800" dirty="0">
                <a:sym typeface="Wingdings" panose="05000000000000000000" pitchFamily="2" charset="2"/>
              </a:rPr>
              <a:t> </a:t>
            </a:r>
            <a:r>
              <a:rPr lang="en-AU" dirty="0"/>
              <a:t>0.75 x 100 = </a:t>
            </a:r>
            <a:r>
              <a:rPr lang="en-AU" sz="2400" dirty="0"/>
              <a:t>75%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12201" y="4091260"/>
            <a:ext cx="4373881" cy="5232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400" dirty="0">
                <a:sym typeface="Wingdings" panose="05000000000000000000" pitchFamily="2" charset="2"/>
              </a:rPr>
              <a:t>0.33…</a:t>
            </a:r>
            <a:r>
              <a:rPr lang="en-AU" sz="2800" dirty="0">
                <a:solidFill>
                  <a:srgbClr val="0070C0"/>
                </a:solidFill>
                <a:sym typeface="Wingdings" panose="05000000000000000000" pitchFamily="2" charset="2"/>
              </a:rPr>
              <a:t> </a:t>
            </a:r>
            <a:r>
              <a:rPr lang="en-AU" sz="2800" dirty="0">
                <a:sym typeface="Wingdings" panose="05000000000000000000" pitchFamily="2" charset="2"/>
              </a:rPr>
              <a:t> </a:t>
            </a:r>
            <a:r>
              <a:rPr lang="en-AU" dirty="0"/>
              <a:t>0.33… x 100 = </a:t>
            </a:r>
            <a:r>
              <a:rPr lang="en-AU" sz="2400" dirty="0"/>
              <a:t>33.33%</a:t>
            </a:r>
          </a:p>
        </p:txBody>
      </p:sp>
    </p:spTree>
    <p:extLst>
      <p:ext uri="{BB962C8B-B14F-4D97-AF65-F5344CB8AC3E}">
        <p14:creationId xmlns:p14="http://schemas.microsoft.com/office/powerpoint/2010/main" val="419095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9" grpId="0" animBg="1"/>
      <p:bldP spid="17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Left-Hand-Side </a:t>
            </a:r>
            <a:r>
              <a:rPr lang="en-AU" dirty="0">
                <a:solidFill>
                  <a:srgbClr val="0070C0"/>
                </a:solidFill>
              </a:rPr>
              <a:t>Task 1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7" y="2442301"/>
            <a:ext cx="9519942" cy="28020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127" y="1700784"/>
            <a:ext cx="7734300" cy="6463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 anchorCtr="1">
            <a:spAutoFit/>
          </a:bodyPr>
          <a:lstStyle/>
          <a:p>
            <a:r>
              <a:rPr lang="en-AU" dirty="0"/>
              <a:t>Convert these fractions into percentages by first converting them into decimals:</a:t>
            </a:r>
          </a:p>
        </p:txBody>
      </p:sp>
      <p:sp>
        <p:nvSpPr>
          <p:cNvPr id="9" name="Vertical Scroll 8"/>
          <p:cNvSpPr/>
          <p:nvPr/>
        </p:nvSpPr>
        <p:spPr>
          <a:xfrm>
            <a:off x="8857673" y="147782"/>
            <a:ext cx="3251200" cy="6400800"/>
          </a:xfrm>
          <a:prstGeom prst="verticalScroll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rgbClr val="7030A0"/>
                </a:solidFill>
              </a:rPr>
              <a:t>Check your answers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8%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15%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97%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50%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35%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32%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86%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90%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112%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135%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400%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160%</a:t>
            </a:r>
          </a:p>
        </p:txBody>
      </p:sp>
    </p:spTree>
    <p:extLst>
      <p:ext uri="{BB962C8B-B14F-4D97-AF65-F5344CB8AC3E}">
        <p14:creationId xmlns:p14="http://schemas.microsoft.com/office/powerpoint/2010/main" val="941399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36996" y="347287"/>
            <a:ext cx="9918008" cy="1112058"/>
          </a:xfrm>
        </p:spPr>
        <p:txBody>
          <a:bodyPr>
            <a:noAutofit/>
          </a:bodyPr>
          <a:lstStyle/>
          <a:p>
            <a:r>
              <a:rPr lang="en-US" sz="2300" dirty="0">
                <a:solidFill>
                  <a:srgbClr val="0070C0"/>
                </a:solidFill>
              </a:rPr>
              <a:t>Topic: Multiply and divide</a:t>
            </a:r>
            <a:br>
              <a:rPr lang="en-US" sz="2300" dirty="0">
                <a:solidFill>
                  <a:srgbClr val="0070C0"/>
                </a:solidFill>
              </a:rPr>
            </a:br>
            <a:r>
              <a:rPr lang="en-US" sz="2300" dirty="0">
                <a:solidFill>
                  <a:srgbClr val="0070C0"/>
                </a:solidFill>
              </a:rPr>
              <a:t>EQ: How do I convert between fractions, decimals and percentages?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3223529" y="2382781"/>
            <a:ext cx="3906943" cy="3048201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1800" b="1" dirty="0"/>
              <a:t>The symbol, %, means ‘per cent’, which means “out of 100”. </a:t>
            </a:r>
          </a:p>
          <a:p>
            <a:pPr marL="45720" indent="0">
              <a:buNone/>
            </a:pPr>
            <a:r>
              <a:rPr lang="en-US" sz="1800" b="1" dirty="0"/>
              <a:t>Therefore, 75% means 75 out of 100.</a:t>
            </a:r>
          </a:p>
          <a:p>
            <a:pPr marL="45720" indent="0">
              <a:buNone/>
            </a:pPr>
            <a:r>
              <a:rPr lang="en-US" sz="1800" b="1" dirty="0"/>
              <a:t>We can write percentages as fractions by changing the % sign to a denominator of 100 (meaning out of 100)</a:t>
            </a:r>
            <a:endParaRPr lang="en-US" sz="18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560941"/>
            <a:ext cx="1219200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038764" y="1570182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375256" y="1574806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3999" y="2536669"/>
            <a:ext cx="2401455" cy="70788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000" b="1" dirty="0"/>
              <a:t>What is a percentage?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345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Question: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4056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Explanation: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2602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393728" y="2523943"/>
                <a:ext cx="3805421" cy="710451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AU" sz="2400" dirty="0">
                    <a:sym typeface="Wingdings" panose="05000000000000000000" pitchFamily="2" charset="2"/>
                  </a:rPr>
                  <a:t>50%</a:t>
                </a:r>
                <a:r>
                  <a:rPr lang="en-AU" sz="28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 </a:t>
                </a:r>
                <a:r>
                  <a:rPr lang="en-AU" sz="2800" dirty="0">
                    <a:sym typeface="Wingdings" panose="05000000000000000000" pitchFamily="2" charset="2"/>
                  </a:rPr>
                  <a:t> </a:t>
                </a:r>
                <a:r>
                  <a:rPr lang="en-AU" dirty="0"/>
                  <a:t>50 out of 100 </a:t>
                </a:r>
                <a:r>
                  <a:rPr lang="en-AU" sz="24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50</m:t>
                        </m:r>
                      </m:num>
                      <m:den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100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 </a:t>
                </a:r>
                <a:endParaRPr lang="en-A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3728" y="2523943"/>
                <a:ext cx="3805421" cy="710451"/>
              </a:xfrm>
              <a:prstGeom prst="rect">
                <a:avLst/>
              </a:prstGeom>
              <a:blipFill>
                <a:blip r:embed="rId3"/>
                <a:stretch>
                  <a:fillRect b="-8403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375256" y="3551655"/>
                <a:ext cx="3805421" cy="710451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AU" sz="2400" dirty="0">
                    <a:sym typeface="Wingdings" panose="05000000000000000000" pitchFamily="2" charset="2"/>
                  </a:rPr>
                  <a:t>75%</a:t>
                </a:r>
                <a:r>
                  <a:rPr lang="en-AU" sz="28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 </a:t>
                </a:r>
                <a:r>
                  <a:rPr lang="en-AU" sz="2800" dirty="0">
                    <a:sym typeface="Wingdings" panose="05000000000000000000" pitchFamily="2" charset="2"/>
                  </a:rPr>
                  <a:t> </a:t>
                </a:r>
                <a:r>
                  <a:rPr lang="en-AU" dirty="0">
                    <a:sym typeface="Wingdings" panose="05000000000000000000" pitchFamily="2" charset="2"/>
                  </a:rPr>
                  <a:t>75</a:t>
                </a:r>
                <a:r>
                  <a:rPr lang="en-AU" dirty="0"/>
                  <a:t> out of 100 </a:t>
                </a:r>
                <a:r>
                  <a:rPr lang="en-AU" sz="24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75</m:t>
                        </m:r>
                      </m:num>
                      <m:den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100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 </a:t>
                </a:r>
                <a:endParaRPr lang="en-AU" sz="2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5256" y="3551655"/>
                <a:ext cx="3805421" cy="710451"/>
              </a:xfrm>
              <a:prstGeom prst="rect">
                <a:avLst/>
              </a:prstGeom>
              <a:blipFill>
                <a:blip r:embed="rId4"/>
                <a:stretch>
                  <a:fillRect b="-8475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loud Callout 1"/>
          <p:cNvSpPr/>
          <p:nvPr/>
        </p:nvSpPr>
        <p:spPr>
          <a:xfrm>
            <a:off x="9033201" y="5121563"/>
            <a:ext cx="3071111" cy="1616364"/>
          </a:xfrm>
          <a:prstGeom prst="cloudCallout">
            <a:avLst>
              <a:gd name="adj1" fmla="val -37975"/>
              <a:gd name="adj2" fmla="val -99214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Can we simplify these fractions?</a:t>
            </a:r>
          </a:p>
        </p:txBody>
      </p:sp>
    </p:spTree>
    <p:extLst>
      <p:ext uri="{BB962C8B-B14F-4D97-AF65-F5344CB8AC3E}">
        <p14:creationId xmlns:p14="http://schemas.microsoft.com/office/powerpoint/2010/main" val="3988594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9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20" y="2237507"/>
            <a:ext cx="7734300" cy="1243707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</p:spPr>
        <p:txBody>
          <a:bodyPr/>
          <a:lstStyle/>
          <a:p>
            <a:r>
              <a:rPr lang="en-AU" dirty="0"/>
              <a:t>Left-Hand-Side </a:t>
            </a:r>
            <a:r>
              <a:rPr lang="en-AU" dirty="0">
                <a:solidFill>
                  <a:srgbClr val="0070C0"/>
                </a:solidFill>
              </a:rPr>
              <a:t>Task 2</a:t>
            </a:r>
          </a:p>
        </p:txBody>
      </p:sp>
      <p:sp>
        <p:nvSpPr>
          <p:cNvPr id="6" name="Horizontal Scroll 5"/>
          <p:cNvSpPr/>
          <p:nvPr/>
        </p:nvSpPr>
        <p:spPr>
          <a:xfrm>
            <a:off x="1407507" y="3731609"/>
            <a:ext cx="7601527" cy="2272146"/>
          </a:xfrm>
          <a:prstGeom prst="horizontalScroll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rgbClr val="0070C0"/>
                </a:solidFill>
              </a:rPr>
              <a:t>Check your answers!</a:t>
            </a:r>
          </a:p>
          <a:p>
            <a:pPr algn="ctr"/>
            <a:r>
              <a:rPr lang="en-AU" sz="2000" b="1" dirty="0"/>
              <a:t>a. 11/100 	b. 71/100	c. 43/100	d. 49/100      e. 1/4 		f. 3/10		g. 3/20		h. 22/25</a:t>
            </a:r>
          </a:p>
        </p:txBody>
      </p:sp>
    </p:spTree>
    <p:extLst>
      <p:ext uri="{BB962C8B-B14F-4D97-AF65-F5344CB8AC3E}">
        <p14:creationId xmlns:p14="http://schemas.microsoft.com/office/powerpoint/2010/main" val="3933127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7949" y="-66629"/>
            <a:ext cx="9509760" cy="1233424"/>
          </a:xfrm>
        </p:spPr>
        <p:txBody>
          <a:bodyPr/>
          <a:lstStyle/>
          <a:p>
            <a:r>
              <a:rPr lang="en-AU" dirty="0"/>
              <a:t>Left-Hand-Side </a:t>
            </a:r>
            <a:r>
              <a:rPr lang="en-AU" dirty="0">
                <a:solidFill>
                  <a:srgbClr val="0070C0"/>
                </a:solidFill>
              </a:rPr>
              <a:t>Task 3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37" y="1330046"/>
            <a:ext cx="11805512" cy="129298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737" y="2689627"/>
            <a:ext cx="8891806" cy="13310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737" y="4087268"/>
            <a:ext cx="11504402" cy="266315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5814" y="78075"/>
            <a:ext cx="2598237" cy="110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72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CF8E2C319B6C45A88B154FA9F297AF" ma:contentTypeVersion="0" ma:contentTypeDescription="Create a new document." ma:contentTypeScope="" ma:versionID="73d7ff28815366d7d4e36dfe6af656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413257cd9829394d17656a545d5fa4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485B5FE-5E58-4FF0-8E43-498AFDD6029B}"/>
</file>

<file path=customXml/itemProps2.xml><?xml version="1.0" encoding="utf-8"?>
<ds:datastoreItem xmlns:ds="http://schemas.openxmlformats.org/officeDocument/2006/customXml" ds:itemID="{EEBA2596-2999-4A7C-BA52-A85DCA53BA0E}"/>
</file>

<file path=customXml/itemProps3.xml><?xml version="1.0" encoding="utf-8"?>
<ds:datastoreItem xmlns:ds="http://schemas.openxmlformats.org/officeDocument/2006/customXml" ds:itemID="{A28B26DA-E80B-48A1-A983-2FDF14D46431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513</Words>
  <Application>Microsoft Office PowerPoint</Application>
  <PresentationFormat>Widescreen</PresentationFormat>
  <Paragraphs>81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Fragment Core</vt:lpstr>
      <vt:lpstr>Office Theme</vt:lpstr>
      <vt:lpstr>PowerPoint Presentation</vt:lpstr>
      <vt:lpstr>Topic: Multiply and Divide  EQ: How do I convert between fractions, decimals and percentages?</vt:lpstr>
      <vt:lpstr>PowerPoint Presentation</vt:lpstr>
      <vt:lpstr>Topic: Multiply and divide EQ: How do I convert between fractions, decimals and percentages?</vt:lpstr>
      <vt:lpstr>Think-Pair-Share</vt:lpstr>
      <vt:lpstr>Topic: Multiply and divide EQ: How do I convert between fractions, decimals and percentages?</vt:lpstr>
      <vt:lpstr>Left-Hand-Side Task 1</vt:lpstr>
      <vt:lpstr>Topic: Multiply and divide EQ: How do I convert between fractions, decimals and percentages?</vt:lpstr>
      <vt:lpstr>Left-Hand-Side Task 2</vt:lpstr>
      <vt:lpstr>Left-Hand-Side Task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Sarah [Baldivis Secondary College]</dc:creator>
  <cp:lastModifiedBy>JAMES Sarah [Baldivis Secondary College]</cp:lastModifiedBy>
  <cp:revision>1</cp:revision>
  <dcterms:created xsi:type="dcterms:W3CDTF">2021-11-09T14:16:37Z</dcterms:created>
  <dcterms:modified xsi:type="dcterms:W3CDTF">2021-11-09T14:17:43Z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0x010100E3CF8E2C319B6C45A88B154FA9F297AF</vt:lpwstr>
  </property>
</Properties>
</file>