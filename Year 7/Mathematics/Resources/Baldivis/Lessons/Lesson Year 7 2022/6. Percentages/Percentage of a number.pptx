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2" r:id="rId1"/>
  </p:sldMasterIdLst>
  <p:notesMasterIdLst>
    <p:notesMasterId r:id="rId11"/>
  </p:notesMasterIdLst>
  <p:sldIdLst>
    <p:sldId id="257" r:id="rId2"/>
    <p:sldId id="258" r:id="rId3"/>
    <p:sldId id="264" r:id="rId4"/>
    <p:sldId id="259" r:id="rId5"/>
    <p:sldId id="266" r:id="rId6"/>
    <p:sldId id="260" r:id="rId7"/>
    <p:sldId id="261" r:id="rId8"/>
    <p:sldId id="262" r:id="rId9"/>
    <p:sldId id="267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F4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67" d="100"/>
          <a:sy n="67" d="100"/>
        </p:scale>
        <p:origin x="60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D50AE6-6846-4C49-A11A-76359CE42ADE}" type="datetimeFigureOut">
              <a:rPr lang="en-AU" smtClean="0"/>
              <a:t>30/04/2021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F129FF-FEF9-44C6-8A1D-533138F5C22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10228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5495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6408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2163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491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8825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9909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5467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3456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2280789B-B74F-4D5C-AD3E-5CF7DA9123CA}" type="datetimeFigureOut">
              <a:rPr lang="en-AU" smtClean="0"/>
              <a:t>30/04/2021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1EA34720-8C17-4B34-875F-45EE61DFAB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16816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0789B-B74F-4D5C-AD3E-5CF7DA9123CA}" type="datetimeFigureOut">
              <a:rPr lang="en-AU" smtClean="0"/>
              <a:t>30/04/2021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34720-8C17-4B34-875F-45EE61DFAB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03501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smtClean="0"/>
              <a:pPr/>
              <a:t>4/30/2021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EA34720-8C17-4B34-875F-45EE61DFAB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25231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4/30/2021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34720-8C17-4B34-875F-45EE61DFAB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4269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4/30/2021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34720-8C17-4B34-875F-45EE61DFAB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14742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4/30/2021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34720-8C17-4B34-875F-45EE61DFAB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9455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4/30/2021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34720-8C17-4B34-875F-45EE61DFAB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825101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4/30/2021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34720-8C17-4B34-875F-45EE61DFAB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8538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4/30/2021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34720-8C17-4B34-875F-45EE61DFAB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2864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4/30/2021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34720-8C17-4B34-875F-45EE61DFAB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53754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smtClean="0"/>
              <a:pPr/>
              <a:t>4/30/2021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EA34720-8C17-4B34-875F-45EE61DFAB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102618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smtClean="0"/>
              <a:pPr/>
              <a:t>4/30/2021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EA34720-8C17-4B34-875F-45EE61DFAB0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374331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smtClean="0"/>
              <a:pPr/>
              <a:t>4/30/2021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EA34720-8C17-4B34-875F-45EE61DFAB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780774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4/30/2021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34720-8C17-4B34-875F-45EE61DFAB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145498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4/30/2021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34720-8C17-4B34-875F-45EE61DFAB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333609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4/30/2021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34720-8C17-4B34-875F-45EE61DFAB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64885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smtClean="0"/>
              <a:pPr/>
              <a:t>4/30/2021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EA34720-8C17-4B34-875F-45EE61DFAB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06618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4/30/2021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A34720-8C17-4B34-875F-45EE61DFAB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6370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  <p:sldLayoutId id="2147483706" r:id="rId14"/>
    <p:sldLayoutId id="2147483707" r:id="rId15"/>
    <p:sldLayoutId id="2147483708" r:id="rId16"/>
    <p:sldLayoutId id="2147483709" r:id="rId17"/>
  </p:sldLayoutIdLst>
  <p:transition>
    <p:fade thruBlk="1"/>
  </p:transition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599" y="1803405"/>
            <a:ext cx="10219765" cy="1825096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Kiwi School Handwriting" panose="00000500000000000000" pitchFamily="2" charset="0"/>
              </a:rPr>
              <a:t>Percentage of a number</a:t>
            </a:r>
            <a:endParaRPr lang="en-US" b="1" dirty="0">
              <a:solidFill>
                <a:srgbClr val="0070C0"/>
              </a:solidFill>
              <a:latin typeface="DJB Fancy Nancy" panose="020005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7875" y="3628501"/>
            <a:ext cx="9446339" cy="1384675"/>
          </a:xfrm>
        </p:spPr>
        <p:txBody>
          <a:bodyPr>
            <a:normAutofit/>
          </a:bodyPr>
          <a:lstStyle/>
          <a:p>
            <a:endParaRPr lang="en-US" sz="3200" b="1" dirty="0">
              <a:solidFill>
                <a:schemeClr val="accent2">
                  <a:lumMod val="75000"/>
                </a:schemeClr>
              </a:solidFill>
              <a:latin typeface="Kiwi School Handwriting" panose="00000500000000000000" pitchFamily="2" charset="0"/>
            </a:endParaRPr>
          </a:p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Year 7</a:t>
            </a: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Learning Intentions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4400" dirty="0">
                <a:latin typeface="Kiwi School Handwriting" panose="00000500000000000000" pitchFamily="2" charset="0"/>
              </a:rPr>
              <a:t>Students will be able to</a:t>
            </a:r>
          </a:p>
          <a:p>
            <a:r>
              <a:rPr lang="en-AU" sz="3600" dirty="0">
                <a:latin typeface="Kiwi School Handwriting" panose="00000500000000000000" pitchFamily="2" charset="0"/>
              </a:rPr>
              <a:t>To find the percentage of a number successfully </a:t>
            </a:r>
          </a:p>
        </p:txBody>
      </p:sp>
    </p:spTree>
    <p:extLst>
      <p:ext uri="{BB962C8B-B14F-4D97-AF65-F5344CB8AC3E}">
        <p14:creationId xmlns:p14="http://schemas.microsoft.com/office/powerpoint/2010/main" val="1720426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3151094" y="387856"/>
            <a:ext cx="8610600" cy="1293028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From last lesson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243908" y="1469869"/>
            <a:ext cx="7624483" cy="5002304"/>
          </a:xfrm>
        </p:spPr>
        <p:txBody>
          <a:bodyPr>
            <a:normAutofit/>
          </a:bodyPr>
          <a:lstStyle/>
          <a:p>
            <a:r>
              <a:rPr lang="en-AU" sz="2800" dirty="0"/>
              <a:t>Decimals to percentages</a:t>
            </a:r>
          </a:p>
          <a:p>
            <a:endParaRPr lang="en-AU" sz="2800" dirty="0"/>
          </a:p>
          <a:p>
            <a:endParaRPr lang="en-AU" sz="2800" dirty="0"/>
          </a:p>
          <a:p>
            <a:endParaRPr lang="en-AU" sz="2800" dirty="0"/>
          </a:p>
          <a:p>
            <a:endParaRPr lang="en-AU" sz="2800" dirty="0"/>
          </a:p>
          <a:p>
            <a:r>
              <a:rPr lang="en-AU" sz="2800" dirty="0"/>
              <a:t>Fractions to percentages</a:t>
            </a:r>
          </a:p>
          <a:p>
            <a:endParaRPr lang="en-AU" sz="2800" dirty="0"/>
          </a:p>
          <a:p>
            <a:endParaRPr lang="en-AU" sz="2800" dirty="0"/>
          </a:p>
          <a:p>
            <a:pPr marL="0" indent="0">
              <a:buNone/>
            </a:pPr>
            <a:endParaRPr lang="en-AU" sz="2800" dirty="0"/>
          </a:p>
        </p:txBody>
      </p:sp>
      <p:pic>
        <p:nvPicPr>
          <p:cNvPr id="4" name="Picture 2" descr="Related image">
            <a:extLst>
              <a:ext uri="{FF2B5EF4-FFF2-40B4-BE49-F238E27FC236}">
                <a16:creationId xmlns:a16="http://schemas.microsoft.com/office/drawing/2014/main" id="{23CF79CC-F500-45C7-89B7-F7ADFC1C20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8264" y="1270939"/>
            <a:ext cx="1433736" cy="1433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FD3407C-70C8-454A-BF11-C4EC9F3FA413}"/>
              </a:ext>
            </a:extLst>
          </p:cNvPr>
          <p:cNvSpPr txBox="1"/>
          <p:nvPr/>
        </p:nvSpPr>
        <p:spPr>
          <a:xfrm>
            <a:off x="10920146" y="2789246"/>
            <a:ext cx="1056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accent3"/>
                </a:solidFill>
                <a:latin typeface="Arial Black" panose="020B0A04020102020204" pitchFamily="34" charset="0"/>
              </a:rPr>
              <a:t>W</a:t>
            </a:r>
            <a:r>
              <a:rPr lang="en-AU" dirty="0">
                <a:latin typeface="Arial Black" panose="020B0A04020102020204" pitchFamily="34" charset="0"/>
              </a:rPr>
              <a:t>ICOR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22CB1F33-78FE-495D-87C5-5D1F59B89F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324" t="17282" b="35226"/>
          <a:stretch/>
        </p:blipFill>
        <p:spPr bwMode="auto">
          <a:xfrm>
            <a:off x="532710" y="1997103"/>
            <a:ext cx="1748118" cy="15842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3">
            <a:extLst>
              <a:ext uri="{FF2B5EF4-FFF2-40B4-BE49-F238E27FC236}">
                <a16:creationId xmlns:a16="http://schemas.microsoft.com/office/drawing/2014/main" id="{D14BB424-F09D-4F91-9A51-52B8E06760B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844" t="47271"/>
          <a:stretch/>
        </p:blipFill>
        <p:spPr bwMode="auto">
          <a:xfrm>
            <a:off x="532710" y="4561315"/>
            <a:ext cx="976462" cy="223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29807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33257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Percentages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we find a percentage of a number?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5EB0C6B9-5790-4022-9B6E-0B06B9D01E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345" y="1486101"/>
            <a:ext cx="11871212" cy="505537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40B5869-B4C9-42CB-81AC-80698F206A83}"/>
              </a:ext>
            </a:extLst>
          </p:cNvPr>
          <p:cNvSpPr/>
          <p:nvPr/>
        </p:nvSpPr>
        <p:spPr>
          <a:xfrm>
            <a:off x="191345" y="4545106"/>
            <a:ext cx="5402631" cy="10085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33257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Percentages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we find a percentage of a number?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8021A82-B393-404B-806E-D19389758603}"/>
              </a:ext>
            </a:extLst>
          </p:cNvPr>
          <p:cNvSpPr txBox="1"/>
          <p:nvPr/>
        </p:nvSpPr>
        <p:spPr>
          <a:xfrm>
            <a:off x="2737799" y="1507608"/>
            <a:ext cx="5998577" cy="4615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to find a percentage of a number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1A8092F-5C32-478B-93A0-2F0BF7EC24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4" y="2331699"/>
            <a:ext cx="12188826" cy="214081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128AC88-2FA8-4840-98C4-1696C0E6A44A}"/>
              </a:ext>
            </a:extLst>
          </p:cNvPr>
          <p:cNvSpPr/>
          <p:nvPr/>
        </p:nvSpPr>
        <p:spPr>
          <a:xfrm>
            <a:off x="1588" y="2891247"/>
            <a:ext cx="6789177" cy="510859"/>
          </a:xfrm>
          <a:prstGeom prst="rect">
            <a:avLst/>
          </a:prstGeom>
          <a:solidFill>
            <a:srgbClr val="E2F4FD"/>
          </a:solidFill>
          <a:ln>
            <a:solidFill>
              <a:srgbClr val="E2F4F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80D3C63-5C0C-474A-9C91-3596A20CB4EC}"/>
              </a:ext>
            </a:extLst>
          </p:cNvPr>
          <p:cNvSpPr/>
          <p:nvPr/>
        </p:nvSpPr>
        <p:spPr>
          <a:xfrm>
            <a:off x="1588" y="3402106"/>
            <a:ext cx="6789177" cy="510859"/>
          </a:xfrm>
          <a:prstGeom prst="rect">
            <a:avLst/>
          </a:prstGeom>
          <a:solidFill>
            <a:srgbClr val="E2F4FD"/>
          </a:solidFill>
          <a:ln>
            <a:solidFill>
              <a:srgbClr val="E2F4F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FD65CE-5C12-4669-B51C-1654677A9D18}"/>
              </a:ext>
            </a:extLst>
          </p:cNvPr>
          <p:cNvSpPr/>
          <p:nvPr/>
        </p:nvSpPr>
        <p:spPr>
          <a:xfrm>
            <a:off x="1588" y="3912965"/>
            <a:ext cx="7448083" cy="510859"/>
          </a:xfrm>
          <a:prstGeom prst="rect">
            <a:avLst/>
          </a:prstGeom>
          <a:solidFill>
            <a:srgbClr val="E2F4FD"/>
          </a:solidFill>
          <a:ln>
            <a:solidFill>
              <a:srgbClr val="E2F4F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ADACA99-2DF4-424F-8C35-B6CD9715D92F}"/>
              </a:ext>
            </a:extLst>
          </p:cNvPr>
          <p:cNvSpPr/>
          <p:nvPr/>
        </p:nvSpPr>
        <p:spPr>
          <a:xfrm>
            <a:off x="10950410" y="2469023"/>
            <a:ext cx="261541" cy="913649"/>
          </a:xfrm>
          <a:prstGeom prst="rect">
            <a:avLst/>
          </a:prstGeom>
          <a:solidFill>
            <a:srgbClr val="E2F4FD"/>
          </a:solidFill>
          <a:ln>
            <a:solidFill>
              <a:srgbClr val="E2F4F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D6FA77E-48DF-4C25-AE52-3EE59B203116}"/>
              </a:ext>
            </a:extLst>
          </p:cNvPr>
          <p:cNvSpPr/>
          <p:nvPr/>
        </p:nvSpPr>
        <p:spPr>
          <a:xfrm>
            <a:off x="9947656" y="3510175"/>
            <a:ext cx="1092379" cy="913649"/>
          </a:xfrm>
          <a:prstGeom prst="rect">
            <a:avLst/>
          </a:prstGeom>
          <a:solidFill>
            <a:srgbClr val="E2F4FD"/>
          </a:solidFill>
          <a:ln>
            <a:solidFill>
              <a:srgbClr val="E2F4F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CC95B68-7E0C-47B9-9D5B-08FEEE3FD806}"/>
              </a:ext>
            </a:extLst>
          </p:cNvPr>
          <p:cNvSpPr/>
          <p:nvPr/>
        </p:nvSpPr>
        <p:spPr>
          <a:xfrm>
            <a:off x="11235059" y="2469022"/>
            <a:ext cx="567735" cy="913649"/>
          </a:xfrm>
          <a:prstGeom prst="rect">
            <a:avLst/>
          </a:prstGeom>
          <a:solidFill>
            <a:srgbClr val="E2F4FD"/>
          </a:solidFill>
          <a:ln>
            <a:solidFill>
              <a:srgbClr val="E2F4F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0D0E46-DF72-432F-8BD7-281AFE5AF1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0370" y="5032061"/>
            <a:ext cx="7833433" cy="1070407"/>
          </a:xfrm>
          <a:prstGeom prst="rect">
            <a:avLst/>
          </a:prstGeom>
          <a:ln w="57150">
            <a:solidFill>
              <a:schemeClr val="accent3"/>
            </a:solidFill>
          </a:ln>
        </p:spPr>
      </p:pic>
    </p:spTree>
    <p:extLst>
      <p:ext uri="{BB962C8B-B14F-4D97-AF65-F5344CB8AC3E}">
        <p14:creationId xmlns:p14="http://schemas.microsoft.com/office/powerpoint/2010/main" val="208409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3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5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2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2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2578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Practice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8CC9DD-1F45-4A7A-AAD5-7F05B759D0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988" y="1697692"/>
            <a:ext cx="10674754" cy="13393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B902AA2-000A-4FEF-B734-5600922382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3480" y="188259"/>
            <a:ext cx="5785990" cy="1949824"/>
          </a:xfrm>
          <a:prstGeom prst="rect">
            <a:avLst/>
          </a:prstGeom>
          <a:ln w="38100">
            <a:solidFill>
              <a:schemeClr val="accent3"/>
            </a:solidFill>
          </a:ln>
        </p:spPr>
      </p:pic>
    </p:spTree>
    <p:extLst>
      <p:ext uri="{BB962C8B-B14F-4D97-AF65-F5344CB8AC3E}">
        <p14:creationId xmlns:p14="http://schemas.microsoft.com/office/powerpoint/2010/main" val="4288304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Task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706976-616B-4735-9FB3-2671ABDBA3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3765" y="3918496"/>
            <a:ext cx="4828235" cy="29395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102AF29-44FA-4707-B4E7-18B0ABEA4C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87979"/>
            <a:ext cx="7959072" cy="3599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282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Exit pass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pic>
        <p:nvPicPr>
          <p:cNvPr id="7" name="Picture 2" descr="Related image">
            <a:extLst>
              <a:ext uri="{FF2B5EF4-FFF2-40B4-BE49-F238E27FC236}">
                <a16:creationId xmlns:a16="http://schemas.microsoft.com/office/drawing/2014/main" id="{38CCDF87-69F1-40CA-BB22-9FDB1D2AE2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9746" y="1270939"/>
            <a:ext cx="1433736" cy="1433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8315EAA-A750-4CE8-AC29-6AAAECBB5651}"/>
              </a:ext>
            </a:extLst>
          </p:cNvPr>
          <p:cNvSpPr txBox="1"/>
          <p:nvPr/>
        </p:nvSpPr>
        <p:spPr>
          <a:xfrm>
            <a:off x="10758264" y="2704675"/>
            <a:ext cx="1056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chemeClr val="accent3"/>
                </a:solidFill>
                <a:latin typeface="Arial Black" panose="020B0A04020102020204" pitchFamily="34" charset="0"/>
              </a:rPr>
              <a:t>W</a:t>
            </a:r>
            <a:r>
              <a:rPr lang="en-AU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I</a:t>
            </a:r>
            <a:r>
              <a:rPr lang="en-AU" dirty="0">
                <a:latin typeface="Arial Black" panose="020B0A04020102020204" pitchFamily="34" charset="0"/>
              </a:rPr>
              <a:t>COR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84FAFB-4AAA-4E92-BDDD-BB5F10E66A25}"/>
              </a:ext>
            </a:extLst>
          </p:cNvPr>
          <p:cNvSpPr txBox="1"/>
          <p:nvPr/>
        </p:nvSpPr>
        <p:spPr>
          <a:xfrm>
            <a:off x="1036158" y="1560870"/>
            <a:ext cx="8296101" cy="4831964"/>
          </a:xfrm>
          <a:prstGeom prst="rect">
            <a:avLst/>
          </a:prstGeom>
          <a:noFill/>
          <a:ln w="38100"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 defTabSz="914126"/>
            <a:endParaRPr lang="en-AU" sz="2000" b="1" u="sng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  <a:p>
            <a:pPr algn="ctr" defTabSz="914126"/>
            <a:r>
              <a:rPr lang="en-AU" sz="4000" b="1" u="sng" dirty="0">
                <a:solidFill>
                  <a:prstClr val="black"/>
                </a:solidFill>
                <a:latin typeface="Kiwi School Handwriting" panose="00000500000000000000" pitchFamily="2" charset="0"/>
              </a:rPr>
              <a:t>Steps to Leave the Classroom</a:t>
            </a:r>
          </a:p>
          <a:p>
            <a:pPr algn="ctr" defTabSz="914126"/>
            <a:endParaRPr lang="en-AU" sz="2800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  <a:p>
            <a:pPr marL="457200" indent="-457200" algn="ctr" defTabSz="914126">
              <a:buAutoNum type="arabicPeriod"/>
            </a:pPr>
            <a:r>
              <a:rPr lang="en-AU" sz="2800" dirty="0">
                <a:solidFill>
                  <a:prstClr val="black"/>
                </a:solidFill>
              </a:rPr>
              <a:t>Complete the Mystery Amount Activity</a:t>
            </a:r>
          </a:p>
          <a:p>
            <a:pPr marL="457200" indent="-457200" algn="ctr" defTabSz="914126">
              <a:buAutoNum type="arabicPeriod"/>
            </a:pPr>
            <a:endParaRPr lang="en-AU" sz="2800" dirty="0">
              <a:solidFill>
                <a:prstClr val="black"/>
              </a:solidFill>
            </a:endParaRPr>
          </a:p>
          <a:p>
            <a:pPr marL="457200" indent="-457200" algn="ctr" defTabSz="914126">
              <a:buAutoNum type="arabicPeriod"/>
            </a:pPr>
            <a:r>
              <a:rPr lang="en-AU" sz="2800" dirty="0">
                <a:solidFill>
                  <a:prstClr val="black"/>
                </a:solidFill>
              </a:rPr>
              <a:t>Fill in your summery </a:t>
            </a:r>
          </a:p>
          <a:p>
            <a:pPr marL="457200" indent="-457200" algn="ctr" defTabSz="914126">
              <a:buAutoNum type="arabicPeriod"/>
            </a:pPr>
            <a:endParaRPr lang="en-AU" sz="2800" dirty="0">
              <a:solidFill>
                <a:prstClr val="black"/>
              </a:solidFill>
            </a:endParaRPr>
          </a:p>
          <a:p>
            <a:pPr marL="457200" indent="-457200" algn="ctr" defTabSz="914126">
              <a:buAutoNum type="arabicPeriod"/>
            </a:pPr>
            <a:endParaRPr lang="en-AU" sz="2800" dirty="0">
              <a:solidFill>
                <a:prstClr val="black"/>
              </a:solidFill>
            </a:endParaRPr>
          </a:p>
          <a:p>
            <a:pPr algn="ctr" defTabSz="914126"/>
            <a:r>
              <a:rPr lang="en-AU" sz="2800" dirty="0">
                <a:solidFill>
                  <a:prstClr val="black"/>
                </a:solidFill>
              </a:rPr>
              <a:t>Show your teacher these two steps before you may pack up </a:t>
            </a:r>
          </a:p>
          <a:p>
            <a:pPr algn="ctr" defTabSz="914126"/>
            <a:endParaRPr lang="en-AU" sz="2399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6081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E5224E"/>
      </a:accent1>
      <a:accent2>
        <a:srgbClr val="9D074E"/>
      </a:accent2>
      <a:accent3>
        <a:srgbClr val="7F2294"/>
      </a:accent3>
      <a:accent4>
        <a:srgbClr val="8D65EA"/>
      </a:accent4>
      <a:accent5>
        <a:srgbClr val="588FE2"/>
      </a:accent5>
      <a:accent6>
        <a:srgbClr val="127CA4"/>
      </a:accent6>
      <a:hlink>
        <a:srgbClr val="FB4AB6"/>
      </a:hlink>
      <a:folHlink>
        <a:srgbClr val="F98FE9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6DB8EB18-3657-4051-A897-2ED38832359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3CF8E2C319B6C45A88B154FA9F297AF" ma:contentTypeVersion="2" ma:contentTypeDescription="Create a new document." ma:contentTypeScope="" ma:versionID="cece90b1e3ba9401ed65010376c85243">
  <xsd:schema xmlns:xsd="http://www.w3.org/2001/XMLSchema" xmlns:xs="http://www.w3.org/2001/XMLSchema" xmlns:p="http://schemas.microsoft.com/office/2006/metadata/properties" xmlns:ns2="085a5620-d469-4ad1-879c-377e76877e52" targetNamespace="http://schemas.microsoft.com/office/2006/metadata/properties" ma:root="true" ma:fieldsID="aaced6032bce772337dffe1272a07452" ns2:_="">
    <xsd:import namespace="085a5620-d469-4ad1-879c-377e76877e5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5a5620-d469-4ad1-879c-377e76877e5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F22EEF4-B1D0-4FF3-AF3A-1096FF536399}"/>
</file>

<file path=customXml/itemProps2.xml><?xml version="1.0" encoding="utf-8"?>
<ds:datastoreItem xmlns:ds="http://schemas.openxmlformats.org/officeDocument/2006/customXml" ds:itemID="{A175E6E6-6DD3-49AA-8098-945C6B089C5A}"/>
</file>

<file path=customXml/itemProps3.xml><?xml version="1.0" encoding="utf-8"?>
<ds:datastoreItem xmlns:ds="http://schemas.openxmlformats.org/officeDocument/2006/customXml" ds:itemID="{9507A5EE-DD09-4BB7-B2C1-D858CE31631F}"/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1876</TotalTime>
  <Words>183</Words>
  <Application>Microsoft Office PowerPoint</Application>
  <PresentationFormat>Widescreen</PresentationFormat>
  <Paragraphs>55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Arial Black</vt:lpstr>
      <vt:lpstr>Calibri</vt:lpstr>
      <vt:lpstr>Century Gothic</vt:lpstr>
      <vt:lpstr>DJB Fancy Nancy</vt:lpstr>
      <vt:lpstr>Kiwi School Handwriting</vt:lpstr>
      <vt:lpstr>Vapor Trail</vt:lpstr>
      <vt:lpstr>Percentage of a number</vt:lpstr>
      <vt:lpstr>Learning Intentions</vt:lpstr>
      <vt:lpstr>From last lesson</vt:lpstr>
      <vt:lpstr>PowerPoint Presentation</vt:lpstr>
      <vt:lpstr>PowerPoint Presentation</vt:lpstr>
      <vt:lpstr>PowerPoint Presentation</vt:lpstr>
      <vt:lpstr>Practice</vt:lpstr>
      <vt:lpstr>Task</vt:lpstr>
      <vt:lpstr>Exit pass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Percentage of a number</dc:title>
  <dc:creator>Nine Labuschagne</dc:creator>
  <cp:lastModifiedBy>JAMES Sarah [Baldivis Secondary College]</cp:lastModifiedBy>
  <cp:revision>11</cp:revision>
  <dcterms:created xsi:type="dcterms:W3CDTF">2017-11-05T07:56:06Z</dcterms:created>
  <dcterms:modified xsi:type="dcterms:W3CDTF">2021-04-30T08:45:17Z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0x010100E3CF8E2C319B6C45A88B154FA9F297AF</vt:lpwstr>
  </property>
</Properties>
</file>