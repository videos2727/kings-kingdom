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303" r:id="rId3"/>
    <p:sldId id="312" r:id="rId4"/>
    <p:sldId id="258" r:id="rId5"/>
    <p:sldId id="259" r:id="rId6"/>
    <p:sldId id="304" r:id="rId7"/>
    <p:sldId id="260" r:id="rId8"/>
    <p:sldId id="261" r:id="rId9"/>
    <p:sldId id="305" r:id="rId10"/>
    <p:sldId id="262" r:id="rId11"/>
    <p:sldId id="263" r:id="rId12"/>
    <p:sldId id="306" r:id="rId13"/>
    <p:sldId id="264" r:id="rId14"/>
    <p:sldId id="265" r:id="rId15"/>
    <p:sldId id="307" r:id="rId16"/>
    <p:sldId id="266" r:id="rId17"/>
    <p:sldId id="267" r:id="rId18"/>
    <p:sldId id="308" r:id="rId19"/>
    <p:sldId id="268" r:id="rId20"/>
    <p:sldId id="269" r:id="rId21"/>
    <p:sldId id="309" r:id="rId22"/>
    <p:sldId id="270" r:id="rId23"/>
    <p:sldId id="271" r:id="rId24"/>
    <p:sldId id="272" r:id="rId25"/>
    <p:sldId id="310" r:id="rId26"/>
    <p:sldId id="273" r:id="rId27"/>
    <p:sldId id="311" r:id="rId28"/>
    <p:sldId id="274" r:id="rId29"/>
    <p:sldId id="275" r:id="rId30"/>
    <p:sldId id="276" r:id="rId31"/>
    <p:sldId id="313" r:id="rId32"/>
    <p:sldId id="314" r:id="rId33"/>
    <p:sldId id="316" r:id="rId34"/>
    <p:sldId id="318" r:id="rId35"/>
    <p:sldId id="319" r:id="rId36"/>
    <p:sldId id="321" r:id="rId37"/>
    <p:sldId id="322" r:id="rId38"/>
    <p:sldId id="324" r:id="rId39"/>
    <p:sldId id="325" r:id="rId40"/>
    <p:sldId id="327" r:id="rId41"/>
    <p:sldId id="328" r:id="rId42"/>
    <p:sldId id="330" r:id="rId43"/>
    <p:sldId id="334" r:id="rId44"/>
    <p:sldId id="336" r:id="rId45"/>
    <p:sldId id="338" r:id="rId46"/>
    <p:sldId id="340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77598" autoAdjust="0"/>
  </p:normalViewPr>
  <p:slideViewPr>
    <p:cSldViewPr snapToGrid="0">
      <p:cViewPr>
        <p:scale>
          <a:sx n="52" d="100"/>
          <a:sy n="52" d="100"/>
        </p:scale>
        <p:origin x="12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ustomXml" Target="../customXml/item2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Converting Fractions, Decimals and Percentages.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LO: 2ba2 convert FDP using appropriate methods.</a:t>
            </a:r>
            <a:br>
              <a:rPr lang="en-GB" dirty="0">
                <a:solidFill>
                  <a:schemeClr val="tx1"/>
                </a:solidFill>
              </a:rPr>
            </a:b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Starter: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Copy &amp;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Complete</a:t>
            </a:r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153" y="2964885"/>
            <a:ext cx="8604846" cy="270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879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Converting Fractions, Decimals and Percentages.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LO: 2ba2 convert FDP using appropriate methods.</a:t>
            </a:r>
            <a:br>
              <a:rPr lang="en-GB" dirty="0">
                <a:solidFill>
                  <a:schemeClr val="tx1"/>
                </a:solidFill>
              </a:rPr>
            </a:b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Answers</a:t>
            </a:r>
            <a:br>
              <a:rPr lang="en-GB" dirty="0">
                <a:solidFill>
                  <a:schemeClr val="tx1"/>
                </a:solidFill>
              </a:rPr>
            </a:b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953" y="3063153"/>
            <a:ext cx="8400163" cy="264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980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120" y="171718"/>
            <a:ext cx="8596668" cy="13208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Conversion help sheet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3" y="832118"/>
            <a:ext cx="11994086" cy="5761865"/>
          </a:xfrm>
        </p:spPr>
      </p:pic>
      <p:sp>
        <p:nvSpPr>
          <p:cNvPr id="3" name="TextBox 2"/>
          <p:cNvSpPr txBox="1"/>
          <p:nvPr/>
        </p:nvSpPr>
        <p:spPr>
          <a:xfrm>
            <a:off x="3189791" y="5409127"/>
            <a:ext cx="29106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Put over 100 and then simplify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6834" y="2560750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Create an equivalent fraction with a denominator of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6833" y="3923764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X 100</a:t>
            </a:r>
            <a:br>
              <a:rPr lang="en-GB" sz="2200" dirty="0">
                <a:solidFill>
                  <a:schemeClr val="bg1"/>
                </a:solidFill>
              </a:rPr>
            </a:br>
            <a:br>
              <a:rPr lang="en-GB" sz="2200" dirty="0">
                <a:solidFill>
                  <a:schemeClr val="bg1"/>
                </a:solidFill>
              </a:rPr>
            </a:br>
            <a:r>
              <a:rPr lang="en-GB" sz="2200" dirty="0">
                <a:solidFill>
                  <a:schemeClr val="bg1"/>
                </a:solidFill>
              </a:rPr>
              <a:t>(Multiply by 100)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00416" y="5239849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÷ 100</a:t>
            </a:r>
            <a:br>
              <a:rPr lang="en-GB" sz="2200" dirty="0">
                <a:solidFill>
                  <a:schemeClr val="bg1"/>
                </a:solidFill>
              </a:rPr>
            </a:br>
            <a:br>
              <a:rPr lang="en-GB" sz="2200" dirty="0">
                <a:solidFill>
                  <a:schemeClr val="bg1"/>
                </a:solidFill>
              </a:rPr>
            </a:br>
            <a:r>
              <a:rPr lang="en-GB" sz="2200" dirty="0">
                <a:solidFill>
                  <a:schemeClr val="bg1"/>
                </a:solidFill>
              </a:rPr>
              <a:t>(Divide by 100)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67163" y="2560750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rgbClr val="FF0000"/>
                </a:solidFill>
              </a:rPr>
              <a:t>Numerator ÷ Denominator</a:t>
            </a:r>
            <a:br>
              <a:rPr lang="en-GB" sz="2200" dirty="0">
                <a:solidFill>
                  <a:srgbClr val="FF0000"/>
                </a:solidFill>
              </a:rPr>
            </a:br>
            <a:r>
              <a:rPr lang="en-GB" sz="2200" dirty="0">
                <a:solidFill>
                  <a:srgbClr val="FF0000"/>
                </a:solidFill>
              </a:rPr>
              <a:t>(Bus-stop method)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3189790" y="3900299"/>
                <a:ext cx="3017827" cy="1316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solidFill>
                      <a:srgbClr val="FF0000"/>
                    </a:solidFill>
                  </a:rPr>
                  <a:t>Use knowledge of place value.</a:t>
                </a:r>
                <a:br>
                  <a:rPr lang="en-GB" dirty="0">
                    <a:solidFill>
                      <a:srgbClr val="FF0000"/>
                    </a:solidFill>
                  </a:rPr>
                </a:br>
                <a:r>
                  <a:rPr lang="en-GB" dirty="0">
                    <a:solidFill>
                      <a:srgbClr val="FF0000"/>
                    </a:solidFill>
                  </a:rPr>
                  <a:t>0.2</a:t>
                </a:r>
                <a:r>
                  <a:rPr lang="en-GB" dirty="0">
                    <a:solidFill>
                      <a:schemeClr val="bg1"/>
                    </a:solidFill>
                  </a:rPr>
                  <a:t>3 </a:t>
                </a:r>
                <a:r>
                  <a:rPr lang="en-GB" dirty="0">
                    <a:solidFill>
                      <a:srgbClr val="FF0000"/>
                    </a:solidFill>
                  </a:rPr>
                  <a:t>(the 3 is 3 hundredths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790" y="3900299"/>
                <a:ext cx="3017827" cy="1316771"/>
              </a:xfrm>
              <a:prstGeom prst="rect">
                <a:avLst/>
              </a:prstGeom>
              <a:blipFill>
                <a:blip r:embed="rId3"/>
                <a:stretch>
                  <a:fillRect l="-1616" t="-3241" r="-1818"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10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120" y="171718"/>
            <a:ext cx="8596668" cy="13208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Conversion help sheet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3" y="832118"/>
            <a:ext cx="11994086" cy="5761865"/>
          </a:xfrm>
        </p:spPr>
      </p:pic>
    </p:spTree>
    <p:extLst>
      <p:ext uri="{BB962C8B-B14F-4D97-AF65-F5344CB8AC3E}">
        <p14:creationId xmlns:p14="http://schemas.microsoft.com/office/powerpoint/2010/main" val="2979045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Percentages to Fractions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76" y="1529653"/>
            <a:ext cx="11057476" cy="4471901"/>
          </a:xfr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93" y="3133789"/>
            <a:ext cx="1504778" cy="136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910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120" y="171718"/>
            <a:ext cx="8596668" cy="13208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Conversion help sheet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3" y="832118"/>
            <a:ext cx="11994086" cy="5761865"/>
          </a:xfrm>
        </p:spPr>
      </p:pic>
      <p:sp>
        <p:nvSpPr>
          <p:cNvPr id="3" name="TextBox 2"/>
          <p:cNvSpPr txBox="1"/>
          <p:nvPr/>
        </p:nvSpPr>
        <p:spPr>
          <a:xfrm>
            <a:off x="3189791" y="5409127"/>
            <a:ext cx="2910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300" dirty="0">
                <a:solidFill>
                  <a:srgbClr val="FF0000"/>
                </a:solidFill>
              </a:rPr>
              <a:t>Put over 100 and then simplify</a:t>
            </a:r>
          </a:p>
        </p:txBody>
      </p:sp>
    </p:spTree>
    <p:extLst>
      <p:ext uri="{BB962C8B-B14F-4D97-AF65-F5344CB8AC3E}">
        <p14:creationId xmlns:p14="http://schemas.microsoft.com/office/powerpoint/2010/main" val="604698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189" y="396167"/>
            <a:ext cx="9860795" cy="6081906"/>
          </a:xfrm>
        </p:spPr>
      </p:pic>
    </p:spTree>
    <p:extLst>
      <p:ext uri="{BB962C8B-B14F-4D97-AF65-F5344CB8AC3E}">
        <p14:creationId xmlns:p14="http://schemas.microsoft.com/office/powerpoint/2010/main" val="223576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Fraction to a Percentage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34" y="1803279"/>
            <a:ext cx="11089082" cy="3296754"/>
          </a:xfrm>
        </p:spPr>
      </p:pic>
    </p:spTree>
    <p:extLst>
      <p:ext uri="{BB962C8B-B14F-4D97-AF65-F5344CB8AC3E}">
        <p14:creationId xmlns:p14="http://schemas.microsoft.com/office/powerpoint/2010/main" val="1511941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120" y="171718"/>
            <a:ext cx="8596668" cy="13208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Conversion help sheet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3" y="832118"/>
            <a:ext cx="11994086" cy="5761865"/>
          </a:xfrm>
        </p:spPr>
      </p:pic>
      <p:sp>
        <p:nvSpPr>
          <p:cNvPr id="3" name="TextBox 2"/>
          <p:cNvSpPr txBox="1"/>
          <p:nvPr/>
        </p:nvSpPr>
        <p:spPr>
          <a:xfrm>
            <a:off x="3189791" y="5409127"/>
            <a:ext cx="29106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Put over 100 and then simplify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6834" y="2560750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rgbClr val="FF0000"/>
                </a:solidFill>
              </a:rPr>
              <a:t>Create an equivalent fraction with a denominator of 100</a:t>
            </a:r>
          </a:p>
        </p:txBody>
      </p:sp>
    </p:spTree>
    <p:extLst>
      <p:ext uri="{BB962C8B-B14F-4D97-AF65-F5344CB8AC3E}">
        <p14:creationId xmlns:p14="http://schemas.microsoft.com/office/powerpoint/2010/main" val="4290177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73" y="469210"/>
            <a:ext cx="9559403" cy="5789923"/>
          </a:xfrm>
        </p:spPr>
      </p:pic>
    </p:spTree>
    <p:extLst>
      <p:ext uri="{BB962C8B-B14F-4D97-AF65-F5344CB8AC3E}">
        <p14:creationId xmlns:p14="http://schemas.microsoft.com/office/powerpoint/2010/main" val="2677996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Decimal to a Percentage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298" y="2107938"/>
            <a:ext cx="10975509" cy="2090573"/>
          </a:xfrm>
        </p:spPr>
      </p:pic>
    </p:spTree>
    <p:extLst>
      <p:ext uri="{BB962C8B-B14F-4D97-AF65-F5344CB8AC3E}">
        <p14:creationId xmlns:p14="http://schemas.microsoft.com/office/powerpoint/2010/main" val="1098946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120" y="171718"/>
            <a:ext cx="8596668" cy="13208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Conversion help sheet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3" y="832118"/>
            <a:ext cx="11994086" cy="5761865"/>
          </a:xfrm>
        </p:spPr>
      </p:pic>
      <p:sp>
        <p:nvSpPr>
          <p:cNvPr id="3" name="TextBox 2"/>
          <p:cNvSpPr txBox="1"/>
          <p:nvPr/>
        </p:nvSpPr>
        <p:spPr>
          <a:xfrm>
            <a:off x="3189791" y="5409127"/>
            <a:ext cx="29106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Put over 100 and then simplify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6834" y="2560750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Create an equivalent fraction with a denominator of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6833" y="3923764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rgbClr val="FF0000"/>
                </a:solidFill>
              </a:rPr>
              <a:t>X 100</a:t>
            </a:r>
            <a:br>
              <a:rPr lang="en-GB" sz="2200" dirty="0">
                <a:solidFill>
                  <a:srgbClr val="FF0000"/>
                </a:solidFill>
              </a:rPr>
            </a:br>
            <a:br>
              <a:rPr lang="en-GB" sz="2200" dirty="0">
                <a:solidFill>
                  <a:srgbClr val="FF0000"/>
                </a:solidFill>
              </a:rPr>
            </a:br>
            <a:r>
              <a:rPr lang="en-GB" sz="2200" dirty="0">
                <a:solidFill>
                  <a:srgbClr val="FF0000"/>
                </a:solidFill>
              </a:rPr>
              <a:t>(Multiply by 100)</a:t>
            </a:r>
          </a:p>
        </p:txBody>
      </p:sp>
    </p:spTree>
    <p:extLst>
      <p:ext uri="{BB962C8B-B14F-4D97-AF65-F5344CB8AC3E}">
        <p14:creationId xmlns:p14="http://schemas.microsoft.com/office/powerpoint/2010/main" val="91266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864" y="854298"/>
            <a:ext cx="8542543" cy="5147256"/>
          </a:xfrm>
        </p:spPr>
      </p:pic>
    </p:spTree>
    <p:extLst>
      <p:ext uri="{BB962C8B-B14F-4D97-AF65-F5344CB8AC3E}">
        <p14:creationId xmlns:p14="http://schemas.microsoft.com/office/powerpoint/2010/main" val="2808204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Percentage to a Decimal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757387"/>
            <a:ext cx="10608435" cy="2247941"/>
          </a:xfrm>
        </p:spPr>
      </p:pic>
    </p:spTree>
    <p:extLst>
      <p:ext uri="{BB962C8B-B14F-4D97-AF65-F5344CB8AC3E}">
        <p14:creationId xmlns:p14="http://schemas.microsoft.com/office/powerpoint/2010/main" val="1833769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120" y="171718"/>
            <a:ext cx="8596668" cy="13208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Conversion help sheet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3" y="832118"/>
            <a:ext cx="11994086" cy="5761865"/>
          </a:xfrm>
        </p:spPr>
      </p:pic>
      <p:sp>
        <p:nvSpPr>
          <p:cNvPr id="3" name="TextBox 2"/>
          <p:cNvSpPr txBox="1"/>
          <p:nvPr/>
        </p:nvSpPr>
        <p:spPr>
          <a:xfrm>
            <a:off x="3189791" y="5409127"/>
            <a:ext cx="29106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Put over 100 and then simplify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6834" y="2560750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Create an equivalent fraction with a denominator of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6833" y="3923764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X 100</a:t>
            </a:r>
            <a:br>
              <a:rPr lang="en-GB" sz="2200" dirty="0">
                <a:solidFill>
                  <a:schemeClr val="bg1"/>
                </a:solidFill>
              </a:rPr>
            </a:br>
            <a:br>
              <a:rPr lang="en-GB" sz="2200" dirty="0">
                <a:solidFill>
                  <a:schemeClr val="bg1"/>
                </a:solidFill>
              </a:rPr>
            </a:br>
            <a:r>
              <a:rPr lang="en-GB" sz="2200" dirty="0">
                <a:solidFill>
                  <a:schemeClr val="bg1"/>
                </a:solidFill>
              </a:rPr>
              <a:t>(Multiply by 100)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00416" y="5239849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rgbClr val="FF0000"/>
                </a:solidFill>
              </a:rPr>
              <a:t>÷ 100</a:t>
            </a:r>
            <a:br>
              <a:rPr lang="en-GB" sz="2200" dirty="0">
                <a:solidFill>
                  <a:srgbClr val="FF0000"/>
                </a:solidFill>
              </a:rPr>
            </a:br>
            <a:br>
              <a:rPr lang="en-GB" sz="2200" dirty="0">
                <a:solidFill>
                  <a:srgbClr val="FF0000"/>
                </a:solidFill>
              </a:rPr>
            </a:br>
            <a:r>
              <a:rPr lang="en-GB" sz="2200" dirty="0">
                <a:solidFill>
                  <a:srgbClr val="FF0000"/>
                </a:solidFill>
              </a:rPr>
              <a:t>(Divide by 100)</a:t>
            </a:r>
          </a:p>
        </p:txBody>
      </p:sp>
    </p:spTree>
    <p:extLst>
      <p:ext uri="{BB962C8B-B14F-4D97-AF65-F5344CB8AC3E}">
        <p14:creationId xmlns:p14="http://schemas.microsoft.com/office/powerpoint/2010/main" val="1414006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430" y="400583"/>
            <a:ext cx="8612751" cy="5948701"/>
          </a:xfrm>
        </p:spPr>
      </p:pic>
    </p:spTree>
    <p:extLst>
      <p:ext uri="{BB962C8B-B14F-4D97-AF65-F5344CB8AC3E}">
        <p14:creationId xmlns:p14="http://schemas.microsoft.com/office/powerpoint/2010/main" val="2938888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Fraction to a Decimal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67" y="1752112"/>
            <a:ext cx="10887822" cy="3399438"/>
          </a:xfrm>
        </p:spPr>
      </p:pic>
    </p:spTree>
    <p:extLst>
      <p:ext uri="{BB962C8B-B14F-4D97-AF65-F5344CB8AC3E}">
        <p14:creationId xmlns:p14="http://schemas.microsoft.com/office/powerpoint/2010/main" val="3494798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120" y="171718"/>
            <a:ext cx="8596668" cy="13208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Conversion help sheet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3" y="832118"/>
            <a:ext cx="11994086" cy="5761865"/>
          </a:xfrm>
        </p:spPr>
      </p:pic>
      <p:sp>
        <p:nvSpPr>
          <p:cNvPr id="3" name="TextBox 2"/>
          <p:cNvSpPr txBox="1"/>
          <p:nvPr/>
        </p:nvSpPr>
        <p:spPr>
          <a:xfrm>
            <a:off x="3189791" y="5409127"/>
            <a:ext cx="29106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Put over 100 and then simplify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6834" y="2560750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Create an equivalent fraction with a denominator of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6833" y="3923764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X 100</a:t>
            </a:r>
            <a:br>
              <a:rPr lang="en-GB" sz="2200" dirty="0">
                <a:solidFill>
                  <a:schemeClr val="bg1"/>
                </a:solidFill>
              </a:rPr>
            </a:br>
            <a:br>
              <a:rPr lang="en-GB" sz="2200" dirty="0">
                <a:solidFill>
                  <a:schemeClr val="bg1"/>
                </a:solidFill>
              </a:rPr>
            </a:br>
            <a:r>
              <a:rPr lang="en-GB" sz="2200" dirty="0">
                <a:solidFill>
                  <a:schemeClr val="bg1"/>
                </a:solidFill>
              </a:rPr>
              <a:t>(Multiply by 100)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00416" y="5239849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÷ 100</a:t>
            </a:r>
            <a:br>
              <a:rPr lang="en-GB" sz="2200" dirty="0">
                <a:solidFill>
                  <a:schemeClr val="bg1"/>
                </a:solidFill>
              </a:rPr>
            </a:br>
            <a:br>
              <a:rPr lang="en-GB" sz="2200" dirty="0">
                <a:solidFill>
                  <a:schemeClr val="bg1"/>
                </a:solidFill>
              </a:rPr>
            </a:br>
            <a:r>
              <a:rPr lang="en-GB" sz="2200" dirty="0">
                <a:solidFill>
                  <a:schemeClr val="bg1"/>
                </a:solidFill>
              </a:rPr>
              <a:t>(Divide by 100)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67163" y="2560750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rgbClr val="FF0000"/>
                </a:solidFill>
              </a:rPr>
              <a:t>Numerator ÷ Denominator</a:t>
            </a:r>
            <a:br>
              <a:rPr lang="en-GB" sz="2200" dirty="0">
                <a:solidFill>
                  <a:srgbClr val="FF0000"/>
                </a:solidFill>
              </a:rPr>
            </a:br>
            <a:r>
              <a:rPr lang="en-GB" sz="2200" dirty="0">
                <a:solidFill>
                  <a:srgbClr val="FF0000"/>
                </a:solidFill>
              </a:rPr>
              <a:t>(Bus-stop method)</a:t>
            </a:r>
          </a:p>
        </p:txBody>
      </p:sp>
    </p:spTree>
    <p:extLst>
      <p:ext uri="{BB962C8B-B14F-4D97-AF65-F5344CB8AC3E}">
        <p14:creationId xmlns:p14="http://schemas.microsoft.com/office/powerpoint/2010/main" val="1613791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432" y="609600"/>
            <a:ext cx="8302874" cy="5833672"/>
          </a:xfrm>
        </p:spPr>
      </p:pic>
    </p:spTree>
    <p:extLst>
      <p:ext uri="{BB962C8B-B14F-4D97-AF65-F5344CB8AC3E}">
        <p14:creationId xmlns:p14="http://schemas.microsoft.com/office/powerpoint/2010/main" val="3632740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Decimal to a Fraction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414" y="1497759"/>
            <a:ext cx="9274881" cy="4928798"/>
          </a:xfr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936" y="5018597"/>
            <a:ext cx="943107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836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120" y="171718"/>
            <a:ext cx="8596668" cy="13208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Conversion help sheet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3" y="832118"/>
            <a:ext cx="11994086" cy="5761865"/>
          </a:xfrm>
        </p:spPr>
      </p:pic>
      <p:sp>
        <p:nvSpPr>
          <p:cNvPr id="3" name="TextBox 2"/>
          <p:cNvSpPr txBox="1"/>
          <p:nvPr/>
        </p:nvSpPr>
        <p:spPr>
          <a:xfrm>
            <a:off x="3189791" y="5409127"/>
            <a:ext cx="29106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Put over 100 and then simplify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6834" y="2560750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Create an equivalent fraction with a denominator of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6833" y="3923764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X 100</a:t>
            </a:r>
            <a:br>
              <a:rPr lang="en-GB" sz="2200" dirty="0">
                <a:solidFill>
                  <a:schemeClr val="bg1"/>
                </a:solidFill>
              </a:rPr>
            </a:br>
            <a:br>
              <a:rPr lang="en-GB" sz="2200" dirty="0">
                <a:solidFill>
                  <a:schemeClr val="bg1"/>
                </a:solidFill>
              </a:rPr>
            </a:br>
            <a:r>
              <a:rPr lang="en-GB" sz="2200" dirty="0">
                <a:solidFill>
                  <a:schemeClr val="bg1"/>
                </a:solidFill>
              </a:rPr>
              <a:t>(Multiply by 100)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00416" y="5239849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÷ 100</a:t>
            </a:r>
            <a:br>
              <a:rPr lang="en-GB" sz="2200" dirty="0">
                <a:solidFill>
                  <a:schemeClr val="bg1"/>
                </a:solidFill>
              </a:rPr>
            </a:br>
            <a:br>
              <a:rPr lang="en-GB" sz="2200" dirty="0">
                <a:solidFill>
                  <a:schemeClr val="bg1"/>
                </a:solidFill>
              </a:rPr>
            </a:br>
            <a:r>
              <a:rPr lang="en-GB" sz="2200" dirty="0">
                <a:solidFill>
                  <a:schemeClr val="bg1"/>
                </a:solidFill>
              </a:rPr>
              <a:t>(Divide by 100)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67163" y="2560750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rgbClr val="FF0000"/>
                </a:solidFill>
              </a:rPr>
              <a:t>Numerator ÷ Denominator</a:t>
            </a:r>
            <a:br>
              <a:rPr lang="en-GB" sz="2200" dirty="0">
                <a:solidFill>
                  <a:srgbClr val="FF0000"/>
                </a:solidFill>
              </a:rPr>
            </a:br>
            <a:r>
              <a:rPr lang="en-GB" sz="2200" dirty="0">
                <a:solidFill>
                  <a:srgbClr val="FF0000"/>
                </a:solidFill>
              </a:rPr>
              <a:t>(Bus-stop method)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189790" y="3900299"/>
                <a:ext cx="3017827" cy="1316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solidFill>
                      <a:srgbClr val="FF0000"/>
                    </a:solidFill>
                  </a:rPr>
                  <a:t>Use knowledge of place value.</a:t>
                </a:r>
                <a:br>
                  <a:rPr lang="en-GB" dirty="0">
                    <a:solidFill>
                      <a:srgbClr val="FF0000"/>
                    </a:solidFill>
                  </a:rPr>
                </a:br>
                <a:r>
                  <a:rPr lang="en-GB" dirty="0">
                    <a:solidFill>
                      <a:srgbClr val="FF0000"/>
                    </a:solidFill>
                  </a:rPr>
                  <a:t>0.2</a:t>
                </a:r>
                <a:r>
                  <a:rPr lang="en-GB" dirty="0">
                    <a:solidFill>
                      <a:schemeClr val="bg1"/>
                    </a:solidFill>
                  </a:rPr>
                  <a:t>3 </a:t>
                </a:r>
                <a:r>
                  <a:rPr lang="en-GB" dirty="0">
                    <a:solidFill>
                      <a:srgbClr val="FF0000"/>
                    </a:solidFill>
                  </a:rPr>
                  <a:t>(the 3 is 3 hundredths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790" y="3900299"/>
                <a:ext cx="3017827" cy="1316771"/>
              </a:xfrm>
              <a:prstGeom prst="rect">
                <a:avLst/>
              </a:prstGeom>
              <a:blipFill rotWithShape="0">
                <a:blip r:embed="rId3"/>
                <a:stretch>
                  <a:fillRect l="-1616" t="-3241" r="-1818"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2102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126" y="609600"/>
            <a:ext cx="8851865" cy="5430592"/>
          </a:xfrm>
        </p:spPr>
      </p:pic>
    </p:spTree>
    <p:extLst>
      <p:ext uri="{BB962C8B-B14F-4D97-AF65-F5344CB8AC3E}">
        <p14:creationId xmlns:p14="http://schemas.microsoft.com/office/powerpoint/2010/main" val="3120231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Percentages Conversions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 err="1">
                <a:solidFill>
                  <a:schemeClr val="tx1"/>
                </a:solidFill>
              </a:rPr>
              <a:t>i</a:t>
            </a:r>
            <a:r>
              <a:rPr lang="en-GB" dirty="0">
                <a:solidFill>
                  <a:schemeClr val="tx1"/>
                </a:solidFill>
              </a:rPr>
              <a:t>) Turn into a </a:t>
            </a:r>
            <a:r>
              <a:rPr lang="en-GB" b="1" i="1" dirty="0">
                <a:solidFill>
                  <a:schemeClr val="tx1"/>
                </a:solidFill>
              </a:rPr>
              <a:t>decimal</a:t>
            </a:r>
            <a:br>
              <a:rPr lang="en-GB" b="1" i="1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ii) Turn into a </a:t>
            </a:r>
            <a:r>
              <a:rPr lang="en-GB" b="1" i="1" dirty="0">
                <a:solidFill>
                  <a:schemeClr val="tx1"/>
                </a:solidFill>
              </a:rPr>
              <a:t>fraction and simplify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33" y="2737942"/>
            <a:ext cx="11734387" cy="2194667"/>
          </a:xfrm>
        </p:spPr>
      </p:pic>
    </p:spTree>
    <p:extLst>
      <p:ext uri="{BB962C8B-B14F-4D97-AF65-F5344CB8AC3E}">
        <p14:creationId xmlns:p14="http://schemas.microsoft.com/office/powerpoint/2010/main" val="19366119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Answers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194" y="486335"/>
            <a:ext cx="7453718" cy="5953102"/>
          </a:xfrm>
        </p:spPr>
      </p:pic>
    </p:spTree>
    <p:extLst>
      <p:ext uri="{BB962C8B-B14F-4D97-AF65-F5344CB8AC3E}">
        <p14:creationId xmlns:p14="http://schemas.microsoft.com/office/powerpoint/2010/main" val="19623609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Fractions Conversions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 err="1">
                <a:solidFill>
                  <a:schemeClr val="tx1"/>
                </a:solidFill>
              </a:rPr>
              <a:t>i</a:t>
            </a:r>
            <a:r>
              <a:rPr lang="en-GB" dirty="0">
                <a:solidFill>
                  <a:schemeClr val="tx1"/>
                </a:solidFill>
              </a:rPr>
              <a:t>) Turn into a </a:t>
            </a:r>
            <a:r>
              <a:rPr lang="en-GB" b="1" i="1" dirty="0">
                <a:solidFill>
                  <a:schemeClr val="tx1"/>
                </a:solidFill>
              </a:rPr>
              <a:t>decimal</a:t>
            </a:r>
            <a:br>
              <a:rPr lang="en-GB" b="1" i="1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ii) Turn into a </a:t>
            </a:r>
            <a:r>
              <a:rPr lang="en-GB" b="1" i="1" dirty="0">
                <a:solidFill>
                  <a:schemeClr val="tx1"/>
                </a:solidFill>
              </a:rPr>
              <a:t>percentage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85" y="2376637"/>
            <a:ext cx="11785693" cy="3367340"/>
          </a:xfrm>
        </p:spPr>
      </p:pic>
    </p:spTree>
    <p:extLst>
      <p:ext uri="{BB962C8B-B14F-4D97-AF65-F5344CB8AC3E}">
        <p14:creationId xmlns:p14="http://schemas.microsoft.com/office/powerpoint/2010/main" val="18366073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Answers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96" y="1399657"/>
            <a:ext cx="11231258" cy="5052658"/>
          </a:xfrm>
        </p:spPr>
      </p:pic>
    </p:spTree>
    <p:extLst>
      <p:ext uri="{BB962C8B-B14F-4D97-AF65-F5344CB8AC3E}">
        <p14:creationId xmlns:p14="http://schemas.microsoft.com/office/powerpoint/2010/main" val="4690749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Decimals Conversions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 err="1">
                <a:solidFill>
                  <a:schemeClr val="tx1"/>
                </a:solidFill>
              </a:rPr>
              <a:t>i</a:t>
            </a:r>
            <a:r>
              <a:rPr lang="en-GB" dirty="0">
                <a:solidFill>
                  <a:schemeClr val="tx1"/>
                </a:solidFill>
              </a:rPr>
              <a:t>) Turn into a </a:t>
            </a:r>
            <a:r>
              <a:rPr lang="en-GB" b="1" i="1" dirty="0">
                <a:solidFill>
                  <a:schemeClr val="tx1"/>
                </a:solidFill>
              </a:rPr>
              <a:t>percentage</a:t>
            </a:r>
            <a:br>
              <a:rPr lang="en-GB" b="1" i="1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ii) Turn into a </a:t>
            </a:r>
            <a:r>
              <a:rPr lang="en-GB" b="1" i="1" dirty="0">
                <a:solidFill>
                  <a:schemeClr val="tx1"/>
                </a:solidFill>
              </a:rPr>
              <a:t>fraction and simplify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12" y="2371158"/>
            <a:ext cx="11550484" cy="2226599"/>
          </a:xfrm>
        </p:spPr>
      </p:pic>
    </p:spTree>
    <p:extLst>
      <p:ext uri="{BB962C8B-B14F-4D97-AF65-F5344CB8AC3E}">
        <p14:creationId xmlns:p14="http://schemas.microsoft.com/office/powerpoint/2010/main" val="35983076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Answers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515" y="421939"/>
            <a:ext cx="7937946" cy="6069013"/>
          </a:xfrm>
        </p:spPr>
      </p:pic>
    </p:spTree>
    <p:extLst>
      <p:ext uri="{BB962C8B-B14F-4D97-AF65-F5344CB8AC3E}">
        <p14:creationId xmlns:p14="http://schemas.microsoft.com/office/powerpoint/2010/main" val="831583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Worded Questions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311" y="1609731"/>
            <a:ext cx="11265197" cy="3039542"/>
          </a:xfrm>
        </p:spPr>
      </p:pic>
    </p:spTree>
    <p:extLst>
      <p:ext uri="{BB962C8B-B14F-4D97-AF65-F5344CB8AC3E}">
        <p14:creationId xmlns:p14="http://schemas.microsoft.com/office/powerpoint/2010/main" val="15941129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Answers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89" y="2255781"/>
            <a:ext cx="10157569" cy="2238946"/>
          </a:xfrm>
        </p:spPr>
      </p:pic>
    </p:spTree>
    <p:extLst>
      <p:ext uri="{BB962C8B-B14F-4D97-AF65-F5344CB8AC3E}">
        <p14:creationId xmlns:p14="http://schemas.microsoft.com/office/powerpoint/2010/main" val="24039892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1B26B-AE4C-4BB9-83ED-53C1F10C60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Students sheets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2C26A3-4DED-4E30-A965-5C655D89AB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59106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120" y="171718"/>
            <a:ext cx="8596668" cy="13208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Conversion help sheet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3" y="832118"/>
            <a:ext cx="11994086" cy="5761865"/>
          </a:xfrm>
        </p:spPr>
      </p:pic>
      <p:sp>
        <p:nvSpPr>
          <p:cNvPr id="3" name="TextBox 2"/>
          <p:cNvSpPr txBox="1"/>
          <p:nvPr/>
        </p:nvSpPr>
        <p:spPr>
          <a:xfrm>
            <a:off x="3189791" y="5409127"/>
            <a:ext cx="29106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Put over 100 and then simplify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6834" y="2560750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Create an equivalent fraction with a denominator of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6833" y="3923764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X 100</a:t>
            </a:r>
            <a:br>
              <a:rPr lang="en-GB" sz="2200" dirty="0">
                <a:solidFill>
                  <a:schemeClr val="bg1"/>
                </a:solidFill>
              </a:rPr>
            </a:br>
            <a:br>
              <a:rPr lang="en-GB" sz="2200" dirty="0">
                <a:solidFill>
                  <a:schemeClr val="bg1"/>
                </a:solidFill>
              </a:rPr>
            </a:br>
            <a:r>
              <a:rPr lang="en-GB" sz="2200" dirty="0">
                <a:solidFill>
                  <a:schemeClr val="bg1"/>
                </a:solidFill>
              </a:rPr>
              <a:t>(Multiply by 100)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00416" y="5239849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chemeClr val="bg1"/>
                </a:solidFill>
              </a:rPr>
              <a:t>÷ 100</a:t>
            </a:r>
            <a:br>
              <a:rPr lang="en-GB" sz="2200" dirty="0">
                <a:solidFill>
                  <a:schemeClr val="bg1"/>
                </a:solidFill>
              </a:rPr>
            </a:br>
            <a:br>
              <a:rPr lang="en-GB" sz="2200" dirty="0">
                <a:solidFill>
                  <a:schemeClr val="bg1"/>
                </a:solidFill>
              </a:rPr>
            </a:br>
            <a:r>
              <a:rPr lang="en-GB" sz="2200" dirty="0">
                <a:solidFill>
                  <a:schemeClr val="bg1"/>
                </a:solidFill>
              </a:rPr>
              <a:t>(Divide by 100)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67163" y="2560750"/>
            <a:ext cx="29106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>
                <a:solidFill>
                  <a:srgbClr val="FF0000"/>
                </a:solidFill>
              </a:rPr>
              <a:t>Numerator ÷ Denominator</a:t>
            </a:r>
            <a:br>
              <a:rPr lang="en-GB" sz="2200" dirty="0">
                <a:solidFill>
                  <a:srgbClr val="FF0000"/>
                </a:solidFill>
              </a:rPr>
            </a:br>
            <a:r>
              <a:rPr lang="en-GB" sz="2200" dirty="0">
                <a:solidFill>
                  <a:srgbClr val="FF0000"/>
                </a:solidFill>
              </a:rPr>
              <a:t>(Bus-stop method)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3189790" y="3900299"/>
                <a:ext cx="3017827" cy="1316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solidFill>
                      <a:srgbClr val="FF0000"/>
                    </a:solidFill>
                  </a:rPr>
                  <a:t>Use knowledge of place value.</a:t>
                </a:r>
                <a:br>
                  <a:rPr lang="en-GB" dirty="0">
                    <a:solidFill>
                      <a:srgbClr val="FF0000"/>
                    </a:solidFill>
                  </a:rPr>
                </a:br>
                <a:r>
                  <a:rPr lang="en-GB" dirty="0">
                    <a:solidFill>
                      <a:srgbClr val="FF0000"/>
                    </a:solidFill>
                  </a:rPr>
                  <a:t>0.2</a:t>
                </a:r>
                <a:r>
                  <a:rPr lang="en-GB" dirty="0">
                    <a:solidFill>
                      <a:schemeClr val="bg1"/>
                    </a:solidFill>
                  </a:rPr>
                  <a:t>3 </a:t>
                </a:r>
                <a:r>
                  <a:rPr lang="en-GB" dirty="0">
                    <a:solidFill>
                      <a:srgbClr val="FF0000"/>
                    </a:solidFill>
                  </a:rPr>
                  <a:t>(the 3 is 3 hundredths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790" y="3900299"/>
                <a:ext cx="3017827" cy="1316771"/>
              </a:xfrm>
              <a:prstGeom prst="rect">
                <a:avLst/>
              </a:prstGeom>
              <a:blipFill>
                <a:blip r:embed="rId3"/>
                <a:stretch>
                  <a:fillRect l="-1616" t="-3241" r="-1818"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61748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Percentages to Fractions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76" y="1529653"/>
            <a:ext cx="11057476" cy="4471901"/>
          </a:xfr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93" y="3133789"/>
            <a:ext cx="1504778" cy="136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768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189" y="396167"/>
            <a:ext cx="9860795" cy="6081906"/>
          </a:xfrm>
        </p:spPr>
      </p:pic>
    </p:spTree>
    <p:extLst>
      <p:ext uri="{BB962C8B-B14F-4D97-AF65-F5344CB8AC3E}">
        <p14:creationId xmlns:p14="http://schemas.microsoft.com/office/powerpoint/2010/main" val="7132353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Fraction to a Percentage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34" y="1803279"/>
            <a:ext cx="11089082" cy="3296754"/>
          </a:xfrm>
        </p:spPr>
      </p:pic>
    </p:spTree>
    <p:extLst>
      <p:ext uri="{BB962C8B-B14F-4D97-AF65-F5344CB8AC3E}">
        <p14:creationId xmlns:p14="http://schemas.microsoft.com/office/powerpoint/2010/main" val="20324605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73" y="469210"/>
            <a:ext cx="9559403" cy="5789923"/>
          </a:xfrm>
        </p:spPr>
      </p:pic>
    </p:spTree>
    <p:extLst>
      <p:ext uri="{BB962C8B-B14F-4D97-AF65-F5344CB8AC3E}">
        <p14:creationId xmlns:p14="http://schemas.microsoft.com/office/powerpoint/2010/main" val="16132672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Decimal to a Percentage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298" y="2107938"/>
            <a:ext cx="10975509" cy="2090573"/>
          </a:xfrm>
        </p:spPr>
      </p:pic>
    </p:spTree>
    <p:extLst>
      <p:ext uri="{BB962C8B-B14F-4D97-AF65-F5344CB8AC3E}">
        <p14:creationId xmlns:p14="http://schemas.microsoft.com/office/powerpoint/2010/main" val="35087101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864" y="854298"/>
            <a:ext cx="8542543" cy="5147256"/>
          </a:xfrm>
        </p:spPr>
      </p:pic>
    </p:spTree>
    <p:extLst>
      <p:ext uri="{BB962C8B-B14F-4D97-AF65-F5344CB8AC3E}">
        <p14:creationId xmlns:p14="http://schemas.microsoft.com/office/powerpoint/2010/main" val="41148011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Percentage to a Decimal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757387"/>
            <a:ext cx="10608435" cy="2247941"/>
          </a:xfrm>
        </p:spPr>
      </p:pic>
    </p:spTree>
    <p:extLst>
      <p:ext uri="{BB962C8B-B14F-4D97-AF65-F5344CB8AC3E}">
        <p14:creationId xmlns:p14="http://schemas.microsoft.com/office/powerpoint/2010/main" val="19385891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430" y="400583"/>
            <a:ext cx="8612751" cy="5948701"/>
          </a:xfrm>
        </p:spPr>
      </p:pic>
    </p:spTree>
    <p:extLst>
      <p:ext uri="{BB962C8B-B14F-4D97-AF65-F5344CB8AC3E}">
        <p14:creationId xmlns:p14="http://schemas.microsoft.com/office/powerpoint/2010/main" val="16560940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Fraction to a Decimal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67" y="1752112"/>
            <a:ext cx="10887822" cy="3399438"/>
          </a:xfrm>
        </p:spPr>
      </p:pic>
    </p:spTree>
    <p:extLst>
      <p:ext uri="{BB962C8B-B14F-4D97-AF65-F5344CB8AC3E}">
        <p14:creationId xmlns:p14="http://schemas.microsoft.com/office/powerpoint/2010/main" val="36029711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432" y="609600"/>
            <a:ext cx="8302874" cy="5833672"/>
          </a:xfrm>
        </p:spPr>
      </p:pic>
    </p:spTree>
    <p:extLst>
      <p:ext uri="{BB962C8B-B14F-4D97-AF65-F5344CB8AC3E}">
        <p14:creationId xmlns:p14="http://schemas.microsoft.com/office/powerpoint/2010/main" val="26831928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Percentages Conversions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 err="1">
                <a:solidFill>
                  <a:schemeClr val="tx1"/>
                </a:solidFill>
              </a:rPr>
              <a:t>i</a:t>
            </a:r>
            <a:r>
              <a:rPr lang="en-GB" dirty="0">
                <a:solidFill>
                  <a:schemeClr val="tx1"/>
                </a:solidFill>
              </a:rPr>
              <a:t>) Turn into a </a:t>
            </a:r>
            <a:r>
              <a:rPr lang="en-GB" b="1" i="1" dirty="0">
                <a:solidFill>
                  <a:schemeClr val="tx1"/>
                </a:solidFill>
              </a:rPr>
              <a:t>decimal</a:t>
            </a:r>
            <a:br>
              <a:rPr lang="en-GB" b="1" i="1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ii) Turn into a </a:t>
            </a:r>
            <a:r>
              <a:rPr lang="en-GB" b="1" i="1" dirty="0">
                <a:solidFill>
                  <a:schemeClr val="tx1"/>
                </a:solidFill>
              </a:rPr>
              <a:t>fraction and simplify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33" y="2737942"/>
            <a:ext cx="11734387" cy="2194667"/>
          </a:xfrm>
        </p:spPr>
      </p:pic>
    </p:spTree>
    <p:extLst>
      <p:ext uri="{BB962C8B-B14F-4D97-AF65-F5344CB8AC3E}">
        <p14:creationId xmlns:p14="http://schemas.microsoft.com/office/powerpoint/2010/main" val="8355995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Fractions Conversions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 err="1">
                <a:solidFill>
                  <a:schemeClr val="tx1"/>
                </a:solidFill>
              </a:rPr>
              <a:t>i</a:t>
            </a:r>
            <a:r>
              <a:rPr lang="en-GB" dirty="0">
                <a:solidFill>
                  <a:schemeClr val="tx1"/>
                </a:solidFill>
              </a:rPr>
              <a:t>) Turn into a </a:t>
            </a:r>
            <a:r>
              <a:rPr lang="en-GB" b="1" i="1" dirty="0">
                <a:solidFill>
                  <a:schemeClr val="tx1"/>
                </a:solidFill>
              </a:rPr>
              <a:t>decimal</a:t>
            </a:r>
            <a:br>
              <a:rPr lang="en-GB" b="1" i="1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ii) Turn into a </a:t>
            </a:r>
            <a:r>
              <a:rPr lang="en-GB" b="1" i="1" dirty="0">
                <a:solidFill>
                  <a:schemeClr val="tx1"/>
                </a:solidFill>
              </a:rPr>
              <a:t>percentage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85" y="2376637"/>
            <a:ext cx="11785693" cy="3367340"/>
          </a:xfrm>
        </p:spPr>
      </p:pic>
    </p:spTree>
    <p:extLst>
      <p:ext uri="{BB962C8B-B14F-4D97-AF65-F5344CB8AC3E}">
        <p14:creationId xmlns:p14="http://schemas.microsoft.com/office/powerpoint/2010/main" val="2887838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Decimals Conversions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 err="1">
                <a:solidFill>
                  <a:schemeClr val="tx1"/>
                </a:solidFill>
              </a:rPr>
              <a:t>i</a:t>
            </a:r>
            <a:r>
              <a:rPr lang="en-GB" dirty="0">
                <a:solidFill>
                  <a:schemeClr val="tx1"/>
                </a:solidFill>
              </a:rPr>
              <a:t>) Turn into a </a:t>
            </a:r>
            <a:r>
              <a:rPr lang="en-GB" b="1" i="1" dirty="0">
                <a:solidFill>
                  <a:schemeClr val="tx1"/>
                </a:solidFill>
              </a:rPr>
              <a:t>percentage</a:t>
            </a:r>
            <a:br>
              <a:rPr lang="en-GB" b="1" i="1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ii) Turn into a </a:t>
            </a:r>
            <a:r>
              <a:rPr lang="en-GB" b="1" i="1" dirty="0">
                <a:solidFill>
                  <a:schemeClr val="tx1"/>
                </a:solidFill>
              </a:rPr>
              <a:t>fraction and simplify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12" y="2371158"/>
            <a:ext cx="11550484" cy="2226599"/>
          </a:xfrm>
        </p:spPr>
      </p:pic>
    </p:spTree>
    <p:extLst>
      <p:ext uri="{BB962C8B-B14F-4D97-AF65-F5344CB8AC3E}">
        <p14:creationId xmlns:p14="http://schemas.microsoft.com/office/powerpoint/2010/main" val="28250992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Worded Questions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311" y="1609731"/>
            <a:ext cx="11265197" cy="3039542"/>
          </a:xfrm>
        </p:spPr>
      </p:pic>
    </p:spTree>
    <p:extLst>
      <p:ext uri="{BB962C8B-B14F-4D97-AF65-F5344CB8AC3E}">
        <p14:creationId xmlns:p14="http://schemas.microsoft.com/office/powerpoint/2010/main" val="143449644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CF8E2C319B6C45A88B154FA9F297AF" ma:contentTypeVersion="2" ma:contentTypeDescription="Create a new document." ma:contentTypeScope="" ma:versionID="cece90b1e3ba9401ed65010376c85243">
  <xsd:schema xmlns:xsd="http://www.w3.org/2001/XMLSchema" xmlns:xs="http://www.w3.org/2001/XMLSchema" xmlns:p="http://schemas.microsoft.com/office/2006/metadata/properties" xmlns:ns2="085a5620-d469-4ad1-879c-377e76877e52" targetNamespace="http://schemas.microsoft.com/office/2006/metadata/properties" ma:root="true" ma:fieldsID="aaced6032bce772337dffe1272a07452" ns2:_="">
    <xsd:import namespace="085a5620-d469-4ad1-879c-377e76877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5a5620-d469-4ad1-879c-377e76877e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192B1E5-A221-4D84-9746-5574334F9D5C}"/>
</file>

<file path=customXml/itemProps2.xml><?xml version="1.0" encoding="utf-8"?>
<ds:datastoreItem xmlns:ds="http://schemas.openxmlformats.org/officeDocument/2006/customXml" ds:itemID="{F76B9031-09D2-44F3-892C-887E2B4BC0A6}"/>
</file>

<file path=customXml/itemProps3.xml><?xml version="1.0" encoding="utf-8"?>
<ds:datastoreItem xmlns:ds="http://schemas.openxmlformats.org/officeDocument/2006/customXml" ds:itemID="{6AB7CD3F-F2DF-4901-8B12-215C255B9C52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101</TotalTime>
  <Words>523</Words>
  <Application>Microsoft Office PowerPoint</Application>
  <PresentationFormat>Widescreen</PresentationFormat>
  <Paragraphs>68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Cambria Math</vt:lpstr>
      <vt:lpstr>Trebuchet MS</vt:lpstr>
      <vt:lpstr>Wingdings 3</vt:lpstr>
      <vt:lpstr>Facet</vt:lpstr>
      <vt:lpstr>Converting Fractions, Decimals and Percentages. LO: 2ba2 convert FDP using appropriate methods.  Starter: Copy &amp; Complete</vt:lpstr>
      <vt:lpstr>Converting Fractions, Decimals and Percentages. LO: 2ba2 convert FDP using appropriate methods.  Answers </vt:lpstr>
      <vt:lpstr>Conversion help sheet</vt:lpstr>
      <vt:lpstr>Conversion help sheet</vt:lpstr>
      <vt:lpstr>Percentages to Fractions</vt:lpstr>
      <vt:lpstr>Conversion help sheet</vt:lpstr>
      <vt:lpstr>PowerPoint Presentation</vt:lpstr>
      <vt:lpstr>Fraction to a Percentage</vt:lpstr>
      <vt:lpstr>Conversion help sheet</vt:lpstr>
      <vt:lpstr>PowerPoint Presentation</vt:lpstr>
      <vt:lpstr>Decimal to a Percentage</vt:lpstr>
      <vt:lpstr>Conversion help sheet</vt:lpstr>
      <vt:lpstr>PowerPoint Presentation</vt:lpstr>
      <vt:lpstr>Percentage to a Decimal</vt:lpstr>
      <vt:lpstr>Conversion help sheet</vt:lpstr>
      <vt:lpstr>PowerPoint Presentation</vt:lpstr>
      <vt:lpstr>Fraction to a Decimal</vt:lpstr>
      <vt:lpstr>Conversion help sheet</vt:lpstr>
      <vt:lpstr>PowerPoint Presentation</vt:lpstr>
      <vt:lpstr>Decimal to a Fraction</vt:lpstr>
      <vt:lpstr>Conversion help sheet</vt:lpstr>
      <vt:lpstr>PowerPoint Presentation</vt:lpstr>
      <vt:lpstr>Percentages Conversions i) Turn into a decimal ii) Turn into a fraction and simplify</vt:lpstr>
      <vt:lpstr>Answers</vt:lpstr>
      <vt:lpstr>Fractions Conversions i) Turn into a decimal ii) Turn into a percentage</vt:lpstr>
      <vt:lpstr>Answers</vt:lpstr>
      <vt:lpstr>Decimals Conversions i) Turn into a percentage ii) Turn into a fraction and simplify</vt:lpstr>
      <vt:lpstr>Answers</vt:lpstr>
      <vt:lpstr>Worded Questions</vt:lpstr>
      <vt:lpstr>Answers</vt:lpstr>
      <vt:lpstr>Students sheets</vt:lpstr>
      <vt:lpstr>Conversion help sheet</vt:lpstr>
      <vt:lpstr>Percentages to Fractions</vt:lpstr>
      <vt:lpstr>PowerPoint Presentation</vt:lpstr>
      <vt:lpstr>Fraction to a Percentage</vt:lpstr>
      <vt:lpstr>PowerPoint Presentation</vt:lpstr>
      <vt:lpstr>Decimal to a Percentage</vt:lpstr>
      <vt:lpstr>PowerPoint Presentation</vt:lpstr>
      <vt:lpstr>Percentage to a Decimal</vt:lpstr>
      <vt:lpstr>PowerPoint Presentation</vt:lpstr>
      <vt:lpstr>Fraction to a Decimal</vt:lpstr>
      <vt:lpstr>PowerPoint Presentation</vt:lpstr>
      <vt:lpstr>Percentages Conversions i) Turn into a decimal ii) Turn into a fraction and simplify</vt:lpstr>
      <vt:lpstr>Fractions Conversions i) Turn into a decimal ii) Turn into a percentage</vt:lpstr>
      <vt:lpstr>Decimals Conversions i) Turn into a percentage ii) Turn into a fraction and simplify</vt:lpstr>
      <vt:lpstr>Worded Questions</vt:lpstr>
    </vt:vector>
  </TitlesOfParts>
  <Company>Horndean Technology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Welch, Ross</dc:creator>
  <cp:lastModifiedBy>JAMES Sarah [Baldivis Secondary College]</cp:lastModifiedBy>
  <cp:revision>15</cp:revision>
  <dcterms:created xsi:type="dcterms:W3CDTF">2016-11-21T19:15:24Z</dcterms:created>
  <dcterms:modified xsi:type="dcterms:W3CDTF">2021-04-29T11:39:54Z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0x010100E3CF8E2C319B6C45A88B154FA9F297AF</vt:lpwstr>
  </property>
</Properties>
</file>