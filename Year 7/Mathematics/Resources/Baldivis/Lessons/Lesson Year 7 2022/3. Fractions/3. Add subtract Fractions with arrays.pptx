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fntdata" ContentType="application/x-fontdata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18.xml" ContentType="application/vnd.openxmlformats-officedocument.presentationml.notesSlide+xml"/>
  <Override PartName="/ppt/notesSlides/notesSlide1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theme/theme1.xml" ContentType="application/vnd.openxmlformats-officedocument.theme+xml"/>
  <Override PartName="/ppt/theme/theme2.xml" ContentType="application/vnd.openxmlformats-officedocument.theme+xml"/>
  <Override PartName="/ppt/comments/comment1.xml" ContentType="application/vnd.openxmlformats-officedocument.presentationml.comment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2" r:id="rId1"/>
  </p:sldMasterIdLst>
  <p:notesMasterIdLst>
    <p:notesMasterId r:id="rId23"/>
  </p:notesMasterIdLst>
  <p:sldIdLst>
    <p:sldId id="256" r:id="rId2"/>
    <p:sldId id="311" r:id="rId3"/>
    <p:sldId id="325" r:id="rId4"/>
    <p:sldId id="271" r:id="rId5"/>
    <p:sldId id="272" r:id="rId6"/>
    <p:sldId id="273" r:id="rId7"/>
    <p:sldId id="274" r:id="rId8"/>
    <p:sldId id="275" r:id="rId9"/>
    <p:sldId id="282" r:id="rId10"/>
    <p:sldId id="283" r:id="rId11"/>
    <p:sldId id="284" r:id="rId12"/>
    <p:sldId id="285" r:id="rId13"/>
    <p:sldId id="286" r:id="rId14"/>
    <p:sldId id="265" r:id="rId15"/>
    <p:sldId id="320" r:id="rId16"/>
    <p:sldId id="268" r:id="rId17"/>
    <p:sldId id="269" r:id="rId18"/>
    <p:sldId id="270" r:id="rId19"/>
    <p:sldId id="263" r:id="rId20"/>
    <p:sldId id="329" r:id="rId21"/>
    <p:sldId id="327" r:id="rId22"/>
  </p:sldIdLst>
  <p:sldSz cx="9144000" cy="5143500" type="screen16x9"/>
  <p:notesSz cx="6858000" cy="9144000"/>
  <p:embeddedFontLst>
    <p:embeddedFont>
      <p:font typeface="Abel" panose="020B0604020202020204" charset="0"/>
      <p:regular r:id="rId24"/>
    </p:embeddedFont>
    <p:embeddedFont>
      <p:font typeface="Calibri" panose="020F0502020204030204" pitchFamily="34" charset="0"/>
      <p:regular r:id="rId25"/>
      <p:bold r:id="rId26"/>
      <p:italic r:id="rId27"/>
      <p:boldItalic r:id="rId28"/>
    </p:embeddedFont>
    <p:embeddedFont>
      <p:font typeface="Cambria Math" panose="02040503050406030204" pitchFamily="18" charset="0"/>
      <p:regular r:id="rId29"/>
    </p:embeddedFont>
    <p:embeddedFont>
      <p:font typeface="Fredoka One" panose="020B0604020202020204" charset="0"/>
      <p:regular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068">
          <p15:clr>
            <a:srgbClr val="9AA0A6"/>
          </p15:clr>
        </p15:guide>
        <p15:guide id="2" pos="2880">
          <p15:clr>
            <a:srgbClr val="9AA0A6"/>
          </p15:clr>
        </p15:guide>
        <p15:guide id="3" orient="horz" pos="253">
          <p15:clr>
            <a:srgbClr val="9AA0A6"/>
          </p15:clr>
        </p15:guide>
        <p15:guide id="4" orient="horz" pos="841">
          <p15:clr>
            <a:srgbClr val="9AA0A6"/>
          </p15:clr>
        </p15:guide>
        <p15:guide id="5" pos="576">
          <p15:clr>
            <a:srgbClr val="9AA0A6"/>
          </p15:clr>
        </p15:guide>
        <p15:guide id="6" orient="horz" pos="547">
          <p15:clr>
            <a:srgbClr val="9AA0A6"/>
          </p15:clr>
        </p15:guide>
        <p15:guide id="7" orient="horz" pos="216">
          <p15:clr>
            <a:srgbClr val="9AA0A6"/>
          </p15:clr>
        </p15:guide>
        <p15:guide id="8" pos="4787">
          <p15:clr>
            <a:srgbClr val="9AA0A6"/>
          </p15:clr>
        </p15:guide>
        <p15:guide id="9" pos="3942">
          <p15:clr>
            <a:srgbClr val="9AA0A6"/>
          </p15:clr>
        </p15:guide>
        <p15:guide id="10" pos="1293">
          <p15:clr>
            <a:srgbClr val="9AA0A6"/>
          </p15:clr>
        </p15:guide>
        <p15:guide id="11" orient="horz" pos="120">
          <p15:clr>
            <a:srgbClr val="9AA0A6"/>
          </p15:clr>
        </p15:guide>
        <p15:guide id="12" orient="horz" pos="1440">
          <p15:clr>
            <a:srgbClr val="9AA0A6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odi wilding" initials="jw" lastIdx="2" clrIdx="0">
    <p:extLst>
      <p:ext uri="{19B8F6BF-5375-455C-9EA6-DF929625EA0E}">
        <p15:presenceInfo xmlns:p15="http://schemas.microsoft.com/office/powerpoint/2012/main" userId="d1b38b0166ae83d0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F6A43"/>
    <a:srgbClr val="6B4A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2CA31A5-7132-4A5F-A072-0CB39D90A84B}">
  <a:tblStyle styleId="{42CA31A5-7132-4A5F-A072-0CB39D90A84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2398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90" y="543"/>
      </p:cViewPr>
      <p:guideLst>
        <p:guide orient="horz" pos="3068"/>
        <p:guide pos="2880"/>
        <p:guide orient="horz" pos="253"/>
        <p:guide orient="horz" pos="841"/>
        <p:guide pos="576"/>
        <p:guide orient="horz" pos="547"/>
        <p:guide orient="horz" pos="216"/>
        <p:guide pos="4787"/>
        <p:guide pos="3942"/>
        <p:guide pos="1293"/>
        <p:guide orient="horz" pos="120"/>
        <p:guide orient="horz" pos="14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5" d="100"/>
          <a:sy n="55" d="100"/>
        </p:scale>
        <p:origin x="2022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viewProps" Target="viewProps.xml"/><Relationship Id="rId38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presProps" Target="presProps.xml"/><Relationship Id="rId37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customXml" Target="../customXml/item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1-03-06T20:48:16.977" idx="2">
    <p:pos x="10" y="10"/>
    <p:text/>
    <p:extLst>
      <p:ext uri="{C676402C-5697-4E1C-873F-D02D1690AC5C}">
        <p15:threadingInfo xmlns:p15="http://schemas.microsoft.com/office/powerpoint/2012/main" timeZoneBias="-48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615da441d6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615da441d6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794676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615da441d6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615da441d6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Repeat questioning using  different amounts of slices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66309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3470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091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9679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9587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926502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8757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5783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3553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33889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25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Shape 25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9286772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615da441d6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615da441d6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003869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13242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22410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66779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6805594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25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Shape 25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8882697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615da441d6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615da441d6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90503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PENING TITL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596875" y="623625"/>
            <a:ext cx="1663500" cy="16635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-63225" y="2799325"/>
            <a:ext cx="994800" cy="9948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6812375" y="3945250"/>
            <a:ext cx="994800" cy="9948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7807175" y="3456225"/>
            <a:ext cx="655800" cy="6558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7151375" y="-150575"/>
            <a:ext cx="1094100" cy="10941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2745150" y="789414"/>
            <a:ext cx="3501300" cy="3501300"/>
          </a:xfrm>
          <a:prstGeom prst="donut">
            <a:avLst>
              <a:gd name="adj" fmla="val 1554"/>
            </a:avLst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2416350" y="1897688"/>
            <a:ext cx="4311300" cy="9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2416350" y="2929313"/>
            <a:ext cx="4311300" cy="31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TITLE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"/>
          <p:cNvSpPr txBox="1">
            <a:spLocks noGrp="1"/>
          </p:cNvSpPr>
          <p:nvPr>
            <p:ph type="ctrTitle"/>
          </p:nvPr>
        </p:nvSpPr>
        <p:spPr>
          <a:xfrm>
            <a:off x="2416350" y="2976855"/>
            <a:ext cx="4311300" cy="31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bel"/>
              <a:buNone/>
              <a:defRPr sz="1100" b="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subTitle" idx="1"/>
          </p:nvPr>
        </p:nvSpPr>
        <p:spPr>
          <a:xfrm>
            <a:off x="2296350" y="1850150"/>
            <a:ext cx="4551300" cy="31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redoka One"/>
              <a:buNone/>
              <a:defRPr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4297659" y="4669251"/>
            <a:ext cx="5487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40" name="Google Shape;40;p5"/>
          <p:cNvCxnSpPr/>
          <p:nvPr/>
        </p:nvCxnSpPr>
        <p:spPr>
          <a:xfrm>
            <a:off x="3554258" y="4868401"/>
            <a:ext cx="743400" cy="420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" name="Google Shape;41;p5"/>
          <p:cNvCxnSpPr/>
          <p:nvPr/>
        </p:nvCxnSpPr>
        <p:spPr>
          <a:xfrm>
            <a:off x="4846358" y="4868401"/>
            <a:ext cx="743400" cy="420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2" name="Google Shape;42;p5"/>
          <p:cNvSpPr/>
          <p:nvPr/>
        </p:nvSpPr>
        <p:spPr>
          <a:xfrm>
            <a:off x="621700" y="775500"/>
            <a:ext cx="655800" cy="6558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5"/>
          <p:cNvSpPr/>
          <p:nvPr/>
        </p:nvSpPr>
        <p:spPr>
          <a:xfrm>
            <a:off x="2462950" y="3557375"/>
            <a:ext cx="655800" cy="6558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5"/>
          <p:cNvSpPr/>
          <p:nvPr/>
        </p:nvSpPr>
        <p:spPr>
          <a:xfrm>
            <a:off x="5660300" y="195075"/>
            <a:ext cx="393600" cy="3936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Image background">
    <p:bg>
      <p:bgPr>
        <a:solidFill>
          <a:srgbClr val="C3CED9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 txBox="1">
            <a:spLocks noGrp="1"/>
          </p:cNvSpPr>
          <p:nvPr>
            <p:ph type="sldNum" idx="12"/>
          </p:nvPr>
        </p:nvSpPr>
        <p:spPr>
          <a:xfrm>
            <a:off x="0" y="452125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55" name="Shape 55"/>
          <p:cNvSpPr/>
          <p:nvPr/>
        </p:nvSpPr>
        <p:spPr>
          <a:xfrm>
            <a:off x="209476" y="134126"/>
            <a:ext cx="8724927" cy="4875183"/>
          </a:xfrm>
          <a:custGeom>
            <a:avLst/>
            <a:gdLst/>
            <a:ahLst/>
            <a:cxnLst/>
            <a:rect l="0" t="0" r="0" b="0"/>
            <a:pathLst>
              <a:path w="92198" h="51517" extrusionOk="0">
                <a:moveTo>
                  <a:pt x="16254" y="186"/>
                </a:moveTo>
                <a:lnTo>
                  <a:pt x="16198" y="205"/>
                </a:lnTo>
                <a:lnTo>
                  <a:pt x="16161" y="242"/>
                </a:lnTo>
                <a:lnTo>
                  <a:pt x="16142" y="279"/>
                </a:lnTo>
                <a:lnTo>
                  <a:pt x="16124" y="354"/>
                </a:lnTo>
                <a:lnTo>
                  <a:pt x="16124" y="391"/>
                </a:lnTo>
                <a:lnTo>
                  <a:pt x="16161" y="447"/>
                </a:lnTo>
                <a:lnTo>
                  <a:pt x="16198" y="484"/>
                </a:lnTo>
                <a:lnTo>
                  <a:pt x="16291" y="559"/>
                </a:lnTo>
                <a:lnTo>
                  <a:pt x="16384" y="614"/>
                </a:lnTo>
                <a:lnTo>
                  <a:pt x="16254" y="726"/>
                </a:lnTo>
                <a:lnTo>
                  <a:pt x="16124" y="856"/>
                </a:lnTo>
                <a:lnTo>
                  <a:pt x="16105" y="912"/>
                </a:lnTo>
                <a:lnTo>
                  <a:pt x="16105" y="950"/>
                </a:lnTo>
                <a:lnTo>
                  <a:pt x="16105" y="968"/>
                </a:lnTo>
                <a:lnTo>
                  <a:pt x="16142" y="987"/>
                </a:lnTo>
                <a:lnTo>
                  <a:pt x="16291" y="987"/>
                </a:lnTo>
                <a:lnTo>
                  <a:pt x="16347" y="950"/>
                </a:lnTo>
                <a:lnTo>
                  <a:pt x="16403" y="912"/>
                </a:lnTo>
                <a:lnTo>
                  <a:pt x="16477" y="875"/>
                </a:lnTo>
                <a:lnTo>
                  <a:pt x="16533" y="856"/>
                </a:lnTo>
                <a:lnTo>
                  <a:pt x="16626" y="801"/>
                </a:lnTo>
                <a:lnTo>
                  <a:pt x="16719" y="875"/>
                </a:lnTo>
                <a:lnTo>
                  <a:pt x="16794" y="894"/>
                </a:lnTo>
                <a:lnTo>
                  <a:pt x="16868" y="875"/>
                </a:lnTo>
                <a:lnTo>
                  <a:pt x="16924" y="856"/>
                </a:lnTo>
                <a:lnTo>
                  <a:pt x="16980" y="819"/>
                </a:lnTo>
                <a:lnTo>
                  <a:pt x="16999" y="763"/>
                </a:lnTo>
                <a:lnTo>
                  <a:pt x="16999" y="707"/>
                </a:lnTo>
                <a:lnTo>
                  <a:pt x="16980" y="633"/>
                </a:lnTo>
                <a:lnTo>
                  <a:pt x="16924" y="577"/>
                </a:lnTo>
                <a:lnTo>
                  <a:pt x="16999" y="503"/>
                </a:lnTo>
                <a:lnTo>
                  <a:pt x="17036" y="428"/>
                </a:lnTo>
                <a:lnTo>
                  <a:pt x="17055" y="391"/>
                </a:lnTo>
                <a:lnTo>
                  <a:pt x="17036" y="335"/>
                </a:lnTo>
                <a:lnTo>
                  <a:pt x="17017" y="298"/>
                </a:lnTo>
                <a:lnTo>
                  <a:pt x="16980" y="261"/>
                </a:lnTo>
                <a:lnTo>
                  <a:pt x="16924" y="242"/>
                </a:lnTo>
                <a:lnTo>
                  <a:pt x="16868" y="261"/>
                </a:lnTo>
                <a:lnTo>
                  <a:pt x="16757" y="317"/>
                </a:lnTo>
                <a:lnTo>
                  <a:pt x="16682" y="335"/>
                </a:lnTo>
                <a:lnTo>
                  <a:pt x="16626" y="335"/>
                </a:lnTo>
                <a:lnTo>
                  <a:pt x="16496" y="279"/>
                </a:lnTo>
                <a:lnTo>
                  <a:pt x="16403" y="223"/>
                </a:lnTo>
                <a:lnTo>
                  <a:pt x="16310" y="205"/>
                </a:lnTo>
                <a:lnTo>
                  <a:pt x="16254" y="186"/>
                </a:lnTo>
                <a:close/>
                <a:moveTo>
                  <a:pt x="22324" y="186"/>
                </a:moveTo>
                <a:lnTo>
                  <a:pt x="22249" y="205"/>
                </a:lnTo>
                <a:lnTo>
                  <a:pt x="22175" y="242"/>
                </a:lnTo>
                <a:lnTo>
                  <a:pt x="22044" y="335"/>
                </a:lnTo>
                <a:lnTo>
                  <a:pt x="21933" y="391"/>
                </a:lnTo>
                <a:lnTo>
                  <a:pt x="21877" y="391"/>
                </a:lnTo>
                <a:lnTo>
                  <a:pt x="21821" y="354"/>
                </a:lnTo>
                <a:lnTo>
                  <a:pt x="21691" y="279"/>
                </a:lnTo>
                <a:lnTo>
                  <a:pt x="21560" y="223"/>
                </a:lnTo>
                <a:lnTo>
                  <a:pt x="21504" y="205"/>
                </a:lnTo>
                <a:lnTo>
                  <a:pt x="21448" y="205"/>
                </a:lnTo>
                <a:lnTo>
                  <a:pt x="21393" y="242"/>
                </a:lnTo>
                <a:lnTo>
                  <a:pt x="21374" y="298"/>
                </a:lnTo>
                <a:lnTo>
                  <a:pt x="21393" y="354"/>
                </a:lnTo>
                <a:lnTo>
                  <a:pt x="21430" y="410"/>
                </a:lnTo>
                <a:lnTo>
                  <a:pt x="21542" y="521"/>
                </a:lnTo>
                <a:lnTo>
                  <a:pt x="21616" y="596"/>
                </a:lnTo>
                <a:lnTo>
                  <a:pt x="21542" y="652"/>
                </a:lnTo>
                <a:lnTo>
                  <a:pt x="21486" y="726"/>
                </a:lnTo>
                <a:lnTo>
                  <a:pt x="21467" y="763"/>
                </a:lnTo>
                <a:lnTo>
                  <a:pt x="21467" y="801"/>
                </a:lnTo>
                <a:lnTo>
                  <a:pt x="21486" y="838"/>
                </a:lnTo>
                <a:lnTo>
                  <a:pt x="21523" y="875"/>
                </a:lnTo>
                <a:lnTo>
                  <a:pt x="21560" y="912"/>
                </a:lnTo>
                <a:lnTo>
                  <a:pt x="21691" y="912"/>
                </a:lnTo>
                <a:lnTo>
                  <a:pt x="21877" y="782"/>
                </a:lnTo>
                <a:lnTo>
                  <a:pt x="21951" y="838"/>
                </a:lnTo>
                <a:lnTo>
                  <a:pt x="21988" y="856"/>
                </a:lnTo>
                <a:lnTo>
                  <a:pt x="22044" y="894"/>
                </a:lnTo>
                <a:lnTo>
                  <a:pt x="22193" y="968"/>
                </a:lnTo>
                <a:lnTo>
                  <a:pt x="22249" y="1005"/>
                </a:lnTo>
                <a:lnTo>
                  <a:pt x="22324" y="1024"/>
                </a:lnTo>
                <a:lnTo>
                  <a:pt x="22398" y="1024"/>
                </a:lnTo>
                <a:lnTo>
                  <a:pt x="22454" y="987"/>
                </a:lnTo>
                <a:lnTo>
                  <a:pt x="22491" y="931"/>
                </a:lnTo>
                <a:lnTo>
                  <a:pt x="22491" y="856"/>
                </a:lnTo>
                <a:lnTo>
                  <a:pt x="22454" y="801"/>
                </a:lnTo>
                <a:lnTo>
                  <a:pt x="22417" y="745"/>
                </a:lnTo>
                <a:lnTo>
                  <a:pt x="22286" y="633"/>
                </a:lnTo>
                <a:lnTo>
                  <a:pt x="22175" y="577"/>
                </a:lnTo>
                <a:lnTo>
                  <a:pt x="22230" y="521"/>
                </a:lnTo>
                <a:lnTo>
                  <a:pt x="22342" y="410"/>
                </a:lnTo>
                <a:lnTo>
                  <a:pt x="22417" y="317"/>
                </a:lnTo>
                <a:lnTo>
                  <a:pt x="22435" y="261"/>
                </a:lnTo>
                <a:lnTo>
                  <a:pt x="22435" y="223"/>
                </a:lnTo>
                <a:lnTo>
                  <a:pt x="22379" y="186"/>
                </a:lnTo>
                <a:close/>
                <a:moveTo>
                  <a:pt x="77731" y="186"/>
                </a:moveTo>
                <a:lnTo>
                  <a:pt x="77675" y="205"/>
                </a:lnTo>
                <a:lnTo>
                  <a:pt x="77638" y="223"/>
                </a:lnTo>
                <a:lnTo>
                  <a:pt x="77619" y="261"/>
                </a:lnTo>
                <a:lnTo>
                  <a:pt x="77619" y="298"/>
                </a:lnTo>
                <a:lnTo>
                  <a:pt x="77619" y="372"/>
                </a:lnTo>
                <a:lnTo>
                  <a:pt x="77638" y="447"/>
                </a:lnTo>
                <a:lnTo>
                  <a:pt x="77731" y="577"/>
                </a:lnTo>
                <a:lnTo>
                  <a:pt x="77805" y="707"/>
                </a:lnTo>
                <a:lnTo>
                  <a:pt x="77768" y="745"/>
                </a:lnTo>
                <a:lnTo>
                  <a:pt x="77712" y="801"/>
                </a:lnTo>
                <a:lnTo>
                  <a:pt x="77638" y="856"/>
                </a:lnTo>
                <a:lnTo>
                  <a:pt x="77601" y="894"/>
                </a:lnTo>
                <a:lnTo>
                  <a:pt x="77582" y="950"/>
                </a:lnTo>
                <a:lnTo>
                  <a:pt x="77601" y="987"/>
                </a:lnTo>
                <a:lnTo>
                  <a:pt x="77638" y="987"/>
                </a:lnTo>
                <a:lnTo>
                  <a:pt x="77824" y="912"/>
                </a:lnTo>
                <a:lnTo>
                  <a:pt x="77936" y="875"/>
                </a:lnTo>
                <a:lnTo>
                  <a:pt x="77992" y="894"/>
                </a:lnTo>
                <a:lnTo>
                  <a:pt x="78159" y="968"/>
                </a:lnTo>
                <a:lnTo>
                  <a:pt x="78252" y="1005"/>
                </a:lnTo>
                <a:lnTo>
                  <a:pt x="78364" y="1024"/>
                </a:lnTo>
                <a:lnTo>
                  <a:pt x="78476" y="1024"/>
                </a:lnTo>
                <a:lnTo>
                  <a:pt x="78513" y="1005"/>
                </a:lnTo>
                <a:lnTo>
                  <a:pt x="78550" y="968"/>
                </a:lnTo>
                <a:lnTo>
                  <a:pt x="78569" y="912"/>
                </a:lnTo>
                <a:lnTo>
                  <a:pt x="78569" y="875"/>
                </a:lnTo>
                <a:lnTo>
                  <a:pt x="78531" y="819"/>
                </a:lnTo>
                <a:lnTo>
                  <a:pt x="78494" y="782"/>
                </a:lnTo>
                <a:lnTo>
                  <a:pt x="78420" y="689"/>
                </a:lnTo>
                <a:lnTo>
                  <a:pt x="78327" y="633"/>
                </a:lnTo>
                <a:lnTo>
                  <a:pt x="78569" y="521"/>
                </a:lnTo>
                <a:lnTo>
                  <a:pt x="78680" y="465"/>
                </a:lnTo>
                <a:lnTo>
                  <a:pt x="78718" y="428"/>
                </a:lnTo>
                <a:lnTo>
                  <a:pt x="78755" y="372"/>
                </a:lnTo>
                <a:lnTo>
                  <a:pt x="78755" y="317"/>
                </a:lnTo>
                <a:lnTo>
                  <a:pt x="78736" y="242"/>
                </a:lnTo>
                <a:lnTo>
                  <a:pt x="78699" y="205"/>
                </a:lnTo>
                <a:lnTo>
                  <a:pt x="78662" y="186"/>
                </a:lnTo>
                <a:lnTo>
                  <a:pt x="78625" y="205"/>
                </a:lnTo>
                <a:lnTo>
                  <a:pt x="78513" y="261"/>
                </a:lnTo>
                <a:lnTo>
                  <a:pt x="78345" y="354"/>
                </a:lnTo>
                <a:lnTo>
                  <a:pt x="78215" y="428"/>
                </a:lnTo>
                <a:lnTo>
                  <a:pt x="78140" y="447"/>
                </a:lnTo>
                <a:lnTo>
                  <a:pt x="78103" y="447"/>
                </a:lnTo>
                <a:lnTo>
                  <a:pt x="78066" y="428"/>
                </a:lnTo>
                <a:lnTo>
                  <a:pt x="78010" y="391"/>
                </a:lnTo>
                <a:lnTo>
                  <a:pt x="77936" y="298"/>
                </a:lnTo>
                <a:lnTo>
                  <a:pt x="77880" y="261"/>
                </a:lnTo>
                <a:lnTo>
                  <a:pt x="77843" y="205"/>
                </a:lnTo>
                <a:lnTo>
                  <a:pt x="77787" y="186"/>
                </a:lnTo>
                <a:close/>
                <a:moveTo>
                  <a:pt x="5418" y="168"/>
                </a:moveTo>
                <a:lnTo>
                  <a:pt x="5362" y="186"/>
                </a:lnTo>
                <a:lnTo>
                  <a:pt x="5307" y="223"/>
                </a:lnTo>
                <a:lnTo>
                  <a:pt x="5269" y="261"/>
                </a:lnTo>
                <a:lnTo>
                  <a:pt x="5269" y="317"/>
                </a:lnTo>
                <a:lnTo>
                  <a:pt x="5307" y="372"/>
                </a:lnTo>
                <a:lnTo>
                  <a:pt x="5400" y="465"/>
                </a:lnTo>
                <a:lnTo>
                  <a:pt x="5474" y="540"/>
                </a:lnTo>
                <a:lnTo>
                  <a:pt x="5567" y="596"/>
                </a:lnTo>
                <a:lnTo>
                  <a:pt x="5642" y="633"/>
                </a:lnTo>
                <a:lnTo>
                  <a:pt x="5660" y="670"/>
                </a:lnTo>
                <a:lnTo>
                  <a:pt x="5660" y="707"/>
                </a:lnTo>
                <a:lnTo>
                  <a:pt x="5605" y="763"/>
                </a:lnTo>
                <a:lnTo>
                  <a:pt x="5605" y="819"/>
                </a:lnTo>
                <a:lnTo>
                  <a:pt x="5586" y="856"/>
                </a:lnTo>
                <a:lnTo>
                  <a:pt x="5567" y="912"/>
                </a:lnTo>
                <a:lnTo>
                  <a:pt x="5586" y="968"/>
                </a:lnTo>
                <a:lnTo>
                  <a:pt x="5642" y="1024"/>
                </a:lnTo>
                <a:lnTo>
                  <a:pt x="5679" y="1043"/>
                </a:lnTo>
                <a:lnTo>
                  <a:pt x="5735" y="1024"/>
                </a:lnTo>
                <a:lnTo>
                  <a:pt x="5772" y="987"/>
                </a:lnTo>
                <a:lnTo>
                  <a:pt x="5865" y="894"/>
                </a:lnTo>
                <a:lnTo>
                  <a:pt x="5902" y="856"/>
                </a:lnTo>
                <a:lnTo>
                  <a:pt x="5940" y="838"/>
                </a:lnTo>
                <a:lnTo>
                  <a:pt x="5995" y="856"/>
                </a:lnTo>
                <a:lnTo>
                  <a:pt x="6051" y="894"/>
                </a:lnTo>
                <a:lnTo>
                  <a:pt x="6200" y="968"/>
                </a:lnTo>
                <a:lnTo>
                  <a:pt x="6275" y="1005"/>
                </a:lnTo>
                <a:lnTo>
                  <a:pt x="6331" y="1005"/>
                </a:lnTo>
                <a:lnTo>
                  <a:pt x="6405" y="987"/>
                </a:lnTo>
                <a:lnTo>
                  <a:pt x="6442" y="931"/>
                </a:lnTo>
                <a:lnTo>
                  <a:pt x="6461" y="875"/>
                </a:lnTo>
                <a:lnTo>
                  <a:pt x="6461" y="819"/>
                </a:lnTo>
                <a:lnTo>
                  <a:pt x="6442" y="763"/>
                </a:lnTo>
                <a:lnTo>
                  <a:pt x="6405" y="707"/>
                </a:lnTo>
                <a:lnTo>
                  <a:pt x="6293" y="633"/>
                </a:lnTo>
                <a:lnTo>
                  <a:pt x="6200" y="577"/>
                </a:lnTo>
                <a:lnTo>
                  <a:pt x="6293" y="484"/>
                </a:lnTo>
                <a:lnTo>
                  <a:pt x="6349" y="372"/>
                </a:lnTo>
                <a:lnTo>
                  <a:pt x="6368" y="317"/>
                </a:lnTo>
                <a:lnTo>
                  <a:pt x="6349" y="261"/>
                </a:lnTo>
                <a:lnTo>
                  <a:pt x="6312" y="223"/>
                </a:lnTo>
                <a:lnTo>
                  <a:pt x="6238" y="186"/>
                </a:lnTo>
                <a:lnTo>
                  <a:pt x="6182" y="186"/>
                </a:lnTo>
                <a:lnTo>
                  <a:pt x="6126" y="205"/>
                </a:lnTo>
                <a:lnTo>
                  <a:pt x="6033" y="279"/>
                </a:lnTo>
                <a:lnTo>
                  <a:pt x="5940" y="354"/>
                </a:lnTo>
                <a:lnTo>
                  <a:pt x="5884" y="372"/>
                </a:lnTo>
                <a:lnTo>
                  <a:pt x="5847" y="372"/>
                </a:lnTo>
                <a:lnTo>
                  <a:pt x="5791" y="354"/>
                </a:lnTo>
                <a:lnTo>
                  <a:pt x="5735" y="335"/>
                </a:lnTo>
                <a:lnTo>
                  <a:pt x="5605" y="242"/>
                </a:lnTo>
                <a:lnTo>
                  <a:pt x="5474" y="186"/>
                </a:lnTo>
                <a:lnTo>
                  <a:pt x="5418" y="168"/>
                </a:lnTo>
                <a:close/>
                <a:moveTo>
                  <a:pt x="11600" y="149"/>
                </a:moveTo>
                <a:lnTo>
                  <a:pt x="11544" y="168"/>
                </a:lnTo>
                <a:lnTo>
                  <a:pt x="11506" y="205"/>
                </a:lnTo>
                <a:lnTo>
                  <a:pt x="11413" y="279"/>
                </a:lnTo>
                <a:lnTo>
                  <a:pt x="11339" y="354"/>
                </a:lnTo>
                <a:lnTo>
                  <a:pt x="11264" y="391"/>
                </a:lnTo>
                <a:lnTo>
                  <a:pt x="11227" y="410"/>
                </a:lnTo>
                <a:lnTo>
                  <a:pt x="11190" y="410"/>
                </a:lnTo>
                <a:lnTo>
                  <a:pt x="11115" y="372"/>
                </a:lnTo>
                <a:lnTo>
                  <a:pt x="11004" y="317"/>
                </a:lnTo>
                <a:lnTo>
                  <a:pt x="10873" y="279"/>
                </a:lnTo>
                <a:lnTo>
                  <a:pt x="10780" y="279"/>
                </a:lnTo>
                <a:lnTo>
                  <a:pt x="10687" y="317"/>
                </a:lnTo>
                <a:lnTo>
                  <a:pt x="10650" y="335"/>
                </a:lnTo>
                <a:lnTo>
                  <a:pt x="10631" y="372"/>
                </a:lnTo>
                <a:lnTo>
                  <a:pt x="10650" y="410"/>
                </a:lnTo>
                <a:lnTo>
                  <a:pt x="10706" y="447"/>
                </a:lnTo>
                <a:lnTo>
                  <a:pt x="11060" y="689"/>
                </a:lnTo>
                <a:lnTo>
                  <a:pt x="11004" y="782"/>
                </a:lnTo>
                <a:lnTo>
                  <a:pt x="10948" y="894"/>
                </a:lnTo>
                <a:lnTo>
                  <a:pt x="10948" y="950"/>
                </a:lnTo>
                <a:lnTo>
                  <a:pt x="10967" y="1005"/>
                </a:lnTo>
                <a:lnTo>
                  <a:pt x="11004" y="1024"/>
                </a:lnTo>
                <a:lnTo>
                  <a:pt x="11078" y="1043"/>
                </a:lnTo>
                <a:lnTo>
                  <a:pt x="11115" y="1024"/>
                </a:lnTo>
                <a:lnTo>
                  <a:pt x="11171" y="1005"/>
                </a:lnTo>
                <a:lnTo>
                  <a:pt x="11209" y="968"/>
                </a:lnTo>
                <a:lnTo>
                  <a:pt x="11264" y="931"/>
                </a:lnTo>
                <a:lnTo>
                  <a:pt x="11339" y="894"/>
                </a:lnTo>
                <a:lnTo>
                  <a:pt x="11357" y="894"/>
                </a:lnTo>
                <a:lnTo>
                  <a:pt x="11395" y="931"/>
                </a:lnTo>
                <a:lnTo>
                  <a:pt x="11469" y="968"/>
                </a:lnTo>
                <a:lnTo>
                  <a:pt x="11581" y="987"/>
                </a:lnTo>
                <a:lnTo>
                  <a:pt x="11655" y="968"/>
                </a:lnTo>
                <a:lnTo>
                  <a:pt x="11693" y="950"/>
                </a:lnTo>
                <a:lnTo>
                  <a:pt x="11711" y="931"/>
                </a:lnTo>
                <a:lnTo>
                  <a:pt x="11711" y="875"/>
                </a:lnTo>
                <a:lnTo>
                  <a:pt x="11711" y="819"/>
                </a:lnTo>
                <a:lnTo>
                  <a:pt x="11674" y="782"/>
                </a:lnTo>
                <a:lnTo>
                  <a:pt x="11637" y="726"/>
                </a:lnTo>
                <a:lnTo>
                  <a:pt x="11600" y="670"/>
                </a:lnTo>
                <a:lnTo>
                  <a:pt x="11581" y="652"/>
                </a:lnTo>
                <a:lnTo>
                  <a:pt x="11600" y="596"/>
                </a:lnTo>
                <a:lnTo>
                  <a:pt x="11655" y="540"/>
                </a:lnTo>
                <a:lnTo>
                  <a:pt x="11730" y="447"/>
                </a:lnTo>
                <a:lnTo>
                  <a:pt x="11767" y="372"/>
                </a:lnTo>
                <a:lnTo>
                  <a:pt x="11786" y="298"/>
                </a:lnTo>
                <a:lnTo>
                  <a:pt x="11767" y="242"/>
                </a:lnTo>
                <a:lnTo>
                  <a:pt x="11711" y="186"/>
                </a:lnTo>
                <a:lnTo>
                  <a:pt x="11637" y="149"/>
                </a:lnTo>
                <a:close/>
                <a:moveTo>
                  <a:pt x="59001" y="130"/>
                </a:moveTo>
                <a:lnTo>
                  <a:pt x="58945" y="149"/>
                </a:lnTo>
                <a:lnTo>
                  <a:pt x="58889" y="168"/>
                </a:lnTo>
                <a:lnTo>
                  <a:pt x="58852" y="205"/>
                </a:lnTo>
                <a:lnTo>
                  <a:pt x="58852" y="261"/>
                </a:lnTo>
                <a:lnTo>
                  <a:pt x="58889" y="317"/>
                </a:lnTo>
                <a:lnTo>
                  <a:pt x="59001" y="428"/>
                </a:lnTo>
                <a:lnTo>
                  <a:pt x="59131" y="521"/>
                </a:lnTo>
                <a:lnTo>
                  <a:pt x="59225" y="577"/>
                </a:lnTo>
                <a:lnTo>
                  <a:pt x="59131" y="670"/>
                </a:lnTo>
                <a:lnTo>
                  <a:pt x="59020" y="782"/>
                </a:lnTo>
                <a:lnTo>
                  <a:pt x="58982" y="856"/>
                </a:lnTo>
                <a:lnTo>
                  <a:pt x="58945" y="912"/>
                </a:lnTo>
                <a:lnTo>
                  <a:pt x="58945" y="968"/>
                </a:lnTo>
                <a:lnTo>
                  <a:pt x="58982" y="1024"/>
                </a:lnTo>
                <a:lnTo>
                  <a:pt x="59038" y="1043"/>
                </a:lnTo>
                <a:lnTo>
                  <a:pt x="59113" y="1043"/>
                </a:lnTo>
                <a:lnTo>
                  <a:pt x="59169" y="1005"/>
                </a:lnTo>
                <a:lnTo>
                  <a:pt x="59225" y="950"/>
                </a:lnTo>
                <a:lnTo>
                  <a:pt x="59336" y="838"/>
                </a:lnTo>
                <a:lnTo>
                  <a:pt x="59411" y="726"/>
                </a:lnTo>
                <a:lnTo>
                  <a:pt x="59522" y="838"/>
                </a:lnTo>
                <a:lnTo>
                  <a:pt x="59671" y="950"/>
                </a:lnTo>
                <a:lnTo>
                  <a:pt x="59746" y="1005"/>
                </a:lnTo>
                <a:lnTo>
                  <a:pt x="59820" y="1024"/>
                </a:lnTo>
                <a:lnTo>
                  <a:pt x="59895" y="1024"/>
                </a:lnTo>
                <a:lnTo>
                  <a:pt x="59951" y="987"/>
                </a:lnTo>
                <a:lnTo>
                  <a:pt x="59988" y="931"/>
                </a:lnTo>
                <a:lnTo>
                  <a:pt x="59988" y="856"/>
                </a:lnTo>
                <a:lnTo>
                  <a:pt x="59951" y="782"/>
                </a:lnTo>
                <a:lnTo>
                  <a:pt x="59913" y="707"/>
                </a:lnTo>
                <a:lnTo>
                  <a:pt x="59764" y="577"/>
                </a:lnTo>
                <a:lnTo>
                  <a:pt x="59653" y="484"/>
                </a:lnTo>
                <a:lnTo>
                  <a:pt x="59727" y="428"/>
                </a:lnTo>
                <a:lnTo>
                  <a:pt x="59820" y="335"/>
                </a:lnTo>
                <a:lnTo>
                  <a:pt x="59858" y="279"/>
                </a:lnTo>
                <a:lnTo>
                  <a:pt x="59876" y="242"/>
                </a:lnTo>
                <a:lnTo>
                  <a:pt x="59858" y="205"/>
                </a:lnTo>
                <a:lnTo>
                  <a:pt x="59820" y="186"/>
                </a:lnTo>
                <a:lnTo>
                  <a:pt x="59764" y="186"/>
                </a:lnTo>
                <a:lnTo>
                  <a:pt x="59690" y="242"/>
                </a:lnTo>
                <a:lnTo>
                  <a:pt x="59560" y="317"/>
                </a:lnTo>
                <a:lnTo>
                  <a:pt x="59485" y="335"/>
                </a:lnTo>
                <a:lnTo>
                  <a:pt x="59429" y="335"/>
                </a:lnTo>
                <a:lnTo>
                  <a:pt x="59318" y="261"/>
                </a:lnTo>
                <a:lnTo>
                  <a:pt x="59206" y="205"/>
                </a:lnTo>
                <a:lnTo>
                  <a:pt x="59076" y="149"/>
                </a:lnTo>
                <a:lnTo>
                  <a:pt x="59001" y="130"/>
                </a:lnTo>
                <a:close/>
                <a:moveTo>
                  <a:pt x="73188" y="149"/>
                </a:moveTo>
                <a:lnTo>
                  <a:pt x="73114" y="186"/>
                </a:lnTo>
                <a:lnTo>
                  <a:pt x="72983" y="261"/>
                </a:lnTo>
                <a:lnTo>
                  <a:pt x="72890" y="317"/>
                </a:lnTo>
                <a:lnTo>
                  <a:pt x="72816" y="335"/>
                </a:lnTo>
                <a:lnTo>
                  <a:pt x="72760" y="354"/>
                </a:lnTo>
                <a:lnTo>
                  <a:pt x="72723" y="335"/>
                </a:lnTo>
                <a:lnTo>
                  <a:pt x="72630" y="298"/>
                </a:lnTo>
                <a:lnTo>
                  <a:pt x="72518" y="223"/>
                </a:lnTo>
                <a:lnTo>
                  <a:pt x="72443" y="205"/>
                </a:lnTo>
                <a:lnTo>
                  <a:pt x="72388" y="205"/>
                </a:lnTo>
                <a:lnTo>
                  <a:pt x="72332" y="223"/>
                </a:lnTo>
                <a:lnTo>
                  <a:pt x="72313" y="279"/>
                </a:lnTo>
                <a:lnTo>
                  <a:pt x="72313" y="317"/>
                </a:lnTo>
                <a:lnTo>
                  <a:pt x="72350" y="372"/>
                </a:lnTo>
                <a:lnTo>
                  <a:pt x="72462" y="484"/>
                </a:lnTo>
                <a:lnTo>
                  <a:pt x="72555" y="559"/>
                </a:lnTo>
                <a:lnTo>
                  <a:pt x="72388" y="689"/>
                </a:lnTo>
                <a:lnTo>
                  <a:pt x="72313" y="763"/>
                </a:lnTo>
                <a:lnTo>
                  <a:pt x="72276" y="801"/>
                </a:lnTo>
                <a:lnTo>
                  <a:pt x="72257" y="838"/>
                </a:lnTo>
                <a:lnTo>
                  <a:pt x="72257" y="894"/>
                </a:lnTo>
                <a:lnTo>
                  <a:pt x="72276" y="968"/>
                </a:lnTo>
                <a:lnTo>
                  <a:pt x="72313" y="1005"/>
                </a:lnTo>
                <a:lnTo>
                  <a:pt x="72388" y="1005"/>
                </a:lnTo>
                <a:lnTo>
                  <a:pt x="72481" y="968"/>
                </a:lnTo>
                <a:lnTo>
                  <a:pt x="72555" y="912"/>
                </a:lnTo>
                <a:lnTo>
                  <a:pt x="72648" y="875"/>
                </a:lnTo>
                <a:lnTo>
                  <a:pt x="72741" y="838"/>
                </a:lnTo>
                <a:lnTo>
                  <a:pt x="72816" y="819"/>
                </a:lnTo>
                <a:lnTo>
                  <a:pt x="72872" y="875"/>
                </a:lnTo>
                <a:lnTo>
                  <a:pt x="72927" y="894"/>
                </a:lnTo>
                <a:lnTo>
                  <a:pt x="72965" y="950"/>
                </a:lnTo>
                <a:lnTo>
                  <a:pt x="73002" y="987"/>
                </a:lnTo>
                <a:lnTo>
                  <a:pt x="73058" y="1024"/>
                </a:lnTo>
                <a:lnTo>
                  <a:pt x="73169" y="1043"/>
                </a:lnTo>
                <a:lnTo>
                  <a:pt x="73244" y="1043"/>
                </a:lnTo>
                <a:lnTo>
                  <a:pt x="73263" y="1005"/>
                </a:lnTo>
                <a:lnTo>
                  <a:pt x="73263" y="987"/>
                </a:lnTo>
                <a:lnTo>
                  <a:pt x="73263" y="912"/>
                </a:lnTo>
                <a:lnTo>
                  <a:pt x="73244" y="838"/>
                </a:lnTo>
                <a:lnTo>
                  <a:pt x="73207" y="745"/>
                </a:lnTo>
                <a:lnTo>
                  <a:pt x="73151" y="670"/>
                </a:lnTo>
                <a:lnTo>
                  <a:pt x="73095" y="614"/>
                </a:lnTo>
                <a:lnTo>
                  <a:pt x="73188" y="540"/>
                </a:lnTo>
                <a:lnTo>
                  <a:pt x="73300" y="447"/>
                </a:lnTo>
                <a:lnTo>
                  <a:pt x="73356" y="391"/>
                </a:lnTo>
                <a:lnTo>
                  <a:pt x="73374" y="335"/>
                </a:lnTo>
                <a:lnTo>
                  <a:pt x="73374" y="261"/>
                </a:lnTo>
                <a:lnTo>
                  <a:pt x="73356" y="205"/>
                </a:lnTo>
                <a:lnTo>
                  <a:pt x="73300" y="168"/>
                </a:lnTo>
                <a:lnTo>
                  <a:pt x="73244" y="149"/>
                </a:lnTo>
                <a:close/>
                <a:moveTo>
                  <a:pt x="2719" y="130"/>
                </a:moveTo>
                <a:lnTo>
                  <a:pt x="2663" y="168"/>
                </a:lnTo>
                <a:lnTo>
                  <a:pt x="2644" y="186"/>
                </a:lnTo>
                <a:lnTo>
                  <a:pt x="2626" y="223"/>
                </a:lnTo>
                <a:lnTo>
                  <a:pt x="2626" y="298"/>
                </a:lnTo>
                <a:lnTo>
                  <a:pt x="2663" y="372"/>
                </a:lnTo>
                <a:lnTo>
                  <a:pt x="2719" y="447"/>
                </a:lnTo>
                <a:lnTo>
                  <a:pt x="2868" y="577"/>
                </a:lnTo>
                <a:lnTo>
                  <a:pt x="2979" y="652"/>
                </a:lnTo>
                <a:lnTo>
                  <a:pt x="2905" y="726"/>
                </a:lnTo>
                <a:lnTo>
                  <a:pt x="2830" y="838"/>
                </a:lnTo>
                <a:lnTo>
                  <a:pt x="2812" y="875"/>
                </a:lnTo>
                <a:lnTo>
                  <a:pt x="2812" y="931"/>
                </a:lnTo>
                <a:lnTo>
                  <a:pt x="2830" y="968"/>
                </a:lnTo>
                <a:lnTo>
                  <a:pt x="2868" y="987"/>
                </a:lnTo>
                <a:lnTo>
                  <a:pt x="2924" y="987"/>
                </a:lnTo>
                <a:lnTo>
                  <a:pt x="2998" y="950"/>
                </a:lnTo>
                <a:lnTo>
                  <a:pt x="3054" y="912"/>
                </a:lnTo>
                <a:lnTo>
                  <a:pt x="3110" y="875"/>
                </a:lnTo>
                <a:lnTo>
                  <a:pt x="3166" y="838"/>
                </a:lnTo>
                <a:lnTo>
                  <a:pt x="3203" y="838"/>
                </a:lnTo>
                <a:lnTo>
                  <a:pt x="3240" y="856"/>
                </a:lnTo>
                <a:lnTo>
                  <a:pt x="3296" y="912"/>
                </a:lnTo>
                <a:lnTo>
                  <a:pt x="3445" y="1005"/>
                </a:lnTo>
                <a:lnTo>
                  <a:pt x="3519" y="1043"/>
                </a:lnTo>
                <a:lnTo>
                  <a:pt x="3612" y="1061"/>
                </a:lnTo>
                <a:lnTo>
                  <a:pt x="3650" y="1043"/>
                </a:lnTo>
                <a:lnTo>
                  <a:pt x="3687" y="1024"/>
                </a:lnTo>
                <a:lnTo>
                  <a:pt x="3724" y="987"/>
                </a:lnTo>
                <a:lnTo>
                  <a:pt x="3743" y="950"/>
                </a:lnTo>
                <a:lnTo>
                  <a:pt x="3761" y="875"/>
                </a:lnTo>
                <a:lnTo>
                  <a:pt x="3761" y="838"/>
                </a:lnTo>
                <a:lnTo>
                  <a:pt x="3724" y="782"/>
                </a:lnTo>
                <a:lnTo>
                  <a:pt x="3705" y="745"/>
                </a:lnTo>
                <a:lnTo>
                  <a:pt x="3612" y="670"/>
                </a:lnTo>
                <a:lnTo>
                  <a:pt x="3519" y="596"/>
                </a:lnTo>
                <a:lnTo>
                  <a:pt x="3612" y="521"/>
                </a:lnTo>
                <a:lnTo>
                  <a:pt x="3705" y="410"/>
                </a:lnTo>
                <a:lnTo>
                  <a:pt x="3743" y="335"/>
                </a:lnTo>
                <a:lnTo>
                  <a:pt x="3743" y="279"/>
                </a:lnTo>
                <a:lnTo>
                  <a:pt x="3724" y="242"/>
                </a:lnTo>
                <a:lnTo>
                  <a:pt x="3668" y="186"/>
                </a:lnTo>
                <a:lnTo>
                  <a:pt x="3594" y="186"/>
                </a:lnTo>
                <a:lnTo>
                  <a:pt x="3519" y="205"/>
                </a:lnTo>
                <a:lnTo>
                  <a:pt x="3389" y="279"/>
                </a:lnTo>
                <a:lnTo>
                  <a:pt x="3277" y="372"/>
                </a:lnTo>
                <a:lnTo>
                  <a:pt x="3240" y="372"/>
                </a:lnTo>
                <a:lnTo>
                  <a:pt x="3166" y="354"/>
                </a:lnTo>
                <a:lnTo>
                  <a:pt x="3054" y="279"/>
                </a:lnTo>
                <a:lnTo>
                  <a:pt x="2905" y="205"/>
                </a:lnTo>
                <a:lnTo>
                  <a:pt x="2849" y="168"/>
                </a:lnTo>
                <a:lnTo>
                  <a:pt x="2775" y="130"/>
                </a:lnTo>
                <a:close/>
                <a:moveTo>
                  <a:pt x="37367" y="149"/>
                </a:moveTo>
                <a:lnTo>
                  <a:pt x="37311" y="168"/>
                </a:lnTo>
                <a:lnTo>
                  <a:pt x="37292" y="186"/>
                </a:lnTo>
                <a:lnTo>
                  <a:pt x="37274" y="223"/>
                </a:lnTo>
                <a:lnTo>
                  <a:pt x="37274" y="279"/>
                </a:lnTo>
                <a:lnTo>
                  <a:pt x="37311" y="354"/>
                </a:lnTo>
                <a:lnTo>
                  <a:pt x="37367" y="410"/>
                </a:lnTo>
                <a:lnTo>
                  <a:pt x="37441" y="465"/>
                </a:lnTo>
                <a:lnTo>
                  <a:pt x="37609" y="577"/>
                </a:lnTo>
                <a:lnTo>
                  <a:pt x="37739" y="652"/>
                </a:lnTo>
                <a:lnTo>
                  <a:pt x="37628" y="801"/>
                </a:lnTo>
                <a:lnTo>
                  <a:pt x="37572" y="875"/>
                </a:lnTo>
                <a:lnTo>
                  <a:pt x="37534" y="950"/>
                </a:lnTo>
                <a:lnTo>
                  <a:pt x="37534" y="987"/>
                </a:lnTo>
                <a:lnTo>
                  <a:pt x="37590" y="1005"/>
                </a:lnTo>
                <a:lnTo>
                  <a:pt x="37721" y="931"/>
                </a:lnTo>
                <a:lnTo>
                  <a:pt x="37963" y="782"/>
                </a:lnTo>
                <a:lnTo>
                  <a:pt x="38019" y="801"/>
                </a:lnTo>
                <a:lnTo>
                  <a:pt x="38074" y="819"/>
                </a:lnTo>
                <a:lnTo>
                  <a:pt x="38205" y="894"/>
                </a:lnTo>
                <a:lnTo>
                  <a:pt x="38354" y="987"/>
                </a:lnTo>
                <a:lnTo>
                  <a:pt x="38465" y="1043"/>
                </a:lnTo>
                <a:lnTo>
                  <a:pt x="38558" y="1061"/>
                </a:lnTo>
                <a:lnTo>
                  <a:pt x="38652" y="1043"/>
                </a:lnTo>
                <a:lnTo>
                  <a:pt x="38689" y="1043"/>
                </a:lnTo>
                <a:lnTo>
                  <a:pt x="38726" y="1005"/>
                </a:lnTo>
                <a:lnTo>
                  <a:pt x="38726" y="968"/>
                </a:lnTo>
                <a:lnTo>
                  <a:pt x="38726" y="912"/>
                </a:lnTo>
                <a:lnTo>
                  <a:pt x="38707" y="856"/>
                </a:lnTo>
                <a:lnTo>
                  <a:pt x="38652" y="801"/>
                </a:lnTo>
                <a:lnTo>
                  <a:pt x="38521" y="707"/>
                </a:lnTo>
                <a:lnTo>
                  <a:pt x="38372" y="633"/>
                </a:lnTo>
                <a:lnTo>
                  <a:pt x="38242" y="577"/>
                </a:lnTo>
                <a:lnTo>
                  <a:pt x="38354" y="503"/>
                </a:lnTo>
                <a:lnTo>
                  <a:pt x="38465" y="372"/>
                </a:lnTo>
                <a:lnTo>
                  <a:pt x="38503" y="298"/>
                </a:lnTo>
                <a:lnTo>
                  <a:pt x="38503" y="242"/>
                </a:lnTo>
                <a:lnTo>
                  <a:pt x="38503" y="223"/>
                </a:lnTo>
                <a:lnTo>
                  <a:pt x="38465" y="205"/>
                </a:lnTo>
                <a:lnTo>
                  <a:pt x="38391" y="168"/>
                </a:lnTo>
                <a:lnTo>
                  <a:pt x="38316" y="168"/>
                </a:lnTo>
                <a:lnTo>
                  <a:pt x="38223" y="205"/>
                </a:lnTo>
                <a:lnTo>
                  <a:pt x="38093" y="317"/>
                </a:lnTo>
                <a:lnTo>
                  <a:pt x="38019" y="391"/>
                </a:lnTo>
                <a:lnTo>
                  <a:pt x="37963" y="410"/>
                </a:lnTo>
                <a:lnTo>
                  <a:pt x="37907" y="410"/>
                </a:lnTo>
                <a:lnTo>
                  <a:pt x="37814" y="354"/>
                </a:lnTo>
                <a:lnTo>
                  <a:pt x="37702" y="279"/>
                </a:lnTo>
                <a:lnTo>
                  <a:pt x="37534" y="186"/>
                </a:lnTo>
                <a:lnTo>
                  <a:pt x="37441" y="168"/>
                </a:lnTo>
                <a:lnTo>
                  <a:pt x="37367" y="149"/>
                </a:lnTo>
                <a:close/>
                <a:moveTo>
                  <a:pt x="40327" y="149"/>
                </a:moveTo>
                <a:lnTo>
                  <a:pt x="40290" y="186"/>
                </a:lnTo>
                <a:lnTo>
                  <a:pt x="40290" y="223"/>
                </a:lnTo>
                <a:lnTo>
                  <a:pt x="40290" y="242"/>
                </a:lnTo>
                <a:lnTo>
                  <a:pt x="40327" y="317"/>
                </a:lnTo>
                <a:lnTo>
                  <a:pt x="40364" y="372"/>
                </a:lnTo>
                <a:lnTo>
                  <a:pt x="40383" y="410"/>
                </a:lnTo>
                <a:lnTo>
                  <a:pt x="40402" y="503"/>
                </a:lnTo>
                <a:lnTo>
                  <a:pt x="40364" y="559"/>
                </a:lnTo>
                <a:lnTo>
                  <a:pt x="40290" y="652"/>
                </a:lnTo>
                <a:lnTo>
                  <a:pt x="40197" y="726"/>
                </a:lnTo>
                <a:lnTo>
                  <a:pt x="40104" y="819"/>
                </a:lnTo>
                <a:lnTo>
                  <a:pt x="40085" y="875"/>
                </a:lnTo>
                <a:lnTo>
                  <a:pt x="40104" y="931"/>
                </a:lnTo>
                <a:lnTo>
                  <a:pt x="40122" y="987"/>
                </a:lnTo>
                <a:lnTo>
                  <a:pt x="40160" y="1005"/>
                </a:lnTo>
                <a:lnTo>
                  <a:pt x="40234" y="1005"/>
                </a:lnTo>
                <a:lnTo>
                  <a:pt x="40327" y="968"/>
                </a:lnTo>
                <a:lnTo>
                  <a:pt x="40402" y="912"/>
                </a:lnTo>
                <a:lnTo>
                  <a:pt x="40513" y="819"/>
                </a:lnTo>
                <a:lnTo>
                  <a:pt x="40588" y="782"/>
                </a:lnTo>
                <a:lnTo>
                  <a:pt x="40625" y="763"/>
                </a:lnTo>
                <a:lnTo>
                  <a:pt x="40662" y="801"/>
                </a:lnTo>
                <a:lnTo>
                  <a:pt x="40718" y="856"/>
                </a:lnTo>
                <a:lnTo>
                  <a:pt x="40793" y="987"/>
                </a:lnTo>
                <a:lnTo>
                  <a:pt x="40849" y="1024"/>
                </a:lnTo>
                <a:lnTo>
                  <a:pt x="40923" y="1061"/>
                </a:lnTo>
                <a:lnTo>
                  <a:pt x="40960" y="1061"/>
                </a:lnTo>
                <a:lnTo>
                  <a:pt x="40997" y="1043"/>
                </a:lnTo>
                <a:lnTo>
                  <a:pt x="41035" y="1024"/>
                </a:lnTo>
                <a:lnTo>
                  <a:pt x="41053" y="987"/>
                </a:lnTo>
                <a:lnTo>
                  <a:pt x="41072" y="931"/>
                </a:lnTo>
                <a:lnTo>
                  <a:pt x="41072" y="894"/>
                </a:lnTo>
                <a:lnTo>
                  <a:pt x="41016" y="782"/>
                </a:lnTo>
                <a:lnTo>
                  <a:pt x="40942" y="689"/>
                </a:lnTo>
                <a:lnTo>
                  <a:pt x="40886" y="614"/>
                </a:lnTo>
                <a:lnTo>
                  <a:pt x="41109" y="521"/>
                </a:lnTo>
                <a:lnTo>
                  <a:pt x="41202" y="447"/>
                </a:lnTo>
                <a:lnTo>
                  <a:pt x="41239" y="410"/>
                </a:lnTo>
                <a:lnTo>
                  <a:pt x="41258" y="354"/>
                </a:lnTo>
                <a:lnTo>
                  <a:pt x="41258" y="279"/>
                </a:lnTo>
                <a:lnTo>
                  <a:pt x="41221" y="205"/>
                </a:lnTo>
                <a:lnTo>
                  <a:pt x="41146" y="149"/>
                </a:lnTo>
                <a:lnTo>
                  <a:pt x="41053" y="149"/>
                </a:lnTo>
                <a:lnTo>
                  <a:pt x="40960" y="205"/>
                </a:lnTo>
                <a:lnTo>
                  <a:pt x="40849" y="261"/>
                </a:lnTo>
                <a:lnTo>
                  <a:pt x="40718" y="335"/>
                </a:lnTo>
                <a:lnTo>
                  <a:pt x="40644" y="354"/>
                </a:lnTo>
                <a:lnTo>
                  <a:pt x="40606" y="335"/>
                </a:lnTo>
                <a:lnTo>
                  <a:pt x="40569" y="298"/>
                </a:lnTo>
                <a:lnTo>
                  <a:pt x="40476" y="205"/>
                </a:lnTo>
                <a:lnTo>
                  <a:pt x="40420" y="168"/>
                </a:lnTo>
                <a:lnTo>
                  <a:pt x="40383" y="149"/>
                </a:lnTo>
                <a:close/>
                <a:moveTo>
                  <a:pt x="49022" y="130"/>
                </a:moveTo>
                <a:lnTo>
                  <a:pt x="48966" y="168"/>
                </a:lnTo>
                <a:lnTo>
                  <a:pt x="48910" y="205"/>
                </a:lnTo>
                <a:lnTo>
                  <a:pt x="48817" y="317"/>
                </a:lnTo>
                <a:lnTo>
                  <a:pt x="48761" y="372"/>
                </a:lnTo>
                <a:lnTo>
                  <a:pt x="48724" y="391"/>
                </a:lnTo>
                <a:lnTo>
                  <a:pt x="48668" y="372"/>
                </a:lnTo>
                <a:lnTo>
                  <a:pt x="48612" y="335"/>
                </a:lnTo>
                <a:lnTo>
                  <a:pt x="48463" y="242"/>
                </a:lnTo>
                <a:lnTo>
                  <a:pt x="48370" y="205"/>
                </a:lnTo>
                <a:lnTo>
                  <a:pt x="48296" y="186"/>
                </a:lnTo>
                <a:lnTo>
                  <a:pt x="48240" y="205"/>
                </a:lnTo>
                <a:lnTo>
                  <a:pt x="48221" y="223"/>
                </a:lnTo>
                <a:lnTo>
                  <a:pt x="48203" y="242"/>
                </a:lnTo>
                <a:lnTo>
                  <a:pt x="48203" y="298"/>
                </a:lnTo>
                <a:lnTo>
                  <a:pt x="48240" y="354"/>
                </a:lnTo>
                <a:lnTo>
                  <a:pt x="48333" y="465"/>
                </a:lnTo>
                <a:lnTo>
                  <a:pt x="48463" y="559"/>
                </a:lnTo>
                <a:lnTo>
                  <a:pt x="48538" y="614"/>
                </a:lnTo>
                <a:lnTo>
                  <a:pt x="48426" y="838"/>
                </a:lnTo>
                <a:lnTo>
                  <a:pt x="48370" y="968"/>
                </a:lnTo>
                <a:lnTo>
                  <a:pt x="48370" y="1005"/>
                </a:lnTo>
                <a:lnTo>
                  <a:pt x="48389" y="1043"/>
                </a:lnTo>
                <a:lnTo>
                  <a:pt x="48426" y="1061"/>
                </a:lnTo>
                <a:lnTo>
                  <a:pt x="48482" y="1043"/>
                </a:lnTo>
                <a:lnTo>
                  <a:pt x="48519" y="1005"/>
                </a:lnTo>
                <a:lnTo>
                  <a:pt x="48556" y="968"/>
                </a:lnTo>
                <a:lnTo>
                  <a:pt x="48631" y="875"/>
                </a:lnTo>
                <a:lnTo>
                  <a:pt x="48668" y="838"/>
                </a:lnTo>
                <a:lnTo>
                  <a:pt x="48705" y="801"/>
                </a:lnTo>
                <a:lnTo>
                  <a:pt x="48761" y="801"/>
                </a:lnTo>
                <a:lnTo>
                  <a:pt x="48798" y="819"/>
                </a:lnTo>
                <a:lnTo>
                  <a:pt x="48910" y="875"/>
                </a:lnTo>
                <a:lnTo>
                  <a:pt x="48966" y="912"/>
                </a:lnTo>
                <a:lnTo>
                  <a:pt x="49078" y="912"/>
                </a:lnTo>
                <a:lnTo>
                  <a:pt x="49134" y="894"/>
                </a:lnTo>
                <a:lnTo>
                  <a:pt x="49171" y="838"/>
                </a:lnTo>
                <a:lnTo>
                  <a:pt x="49171" y="801"/>
                </a:lnTo>
                <a:lnTo>
                  <a:pt x="49171" y="745"/>
                </a:lnTo>
                <a:lnTo>
                  <a:pt x="49134" y="707"/>
                </a:lnTo>
                <a:lnTo>
                  <a:pt x="49059" y="614"/>
                </a:lnTo>
                <a:lnTo>
                  <a:pt x="48985" y="559"/>
                </a:lnTo>
                <a:lnTo>
                  <a:pt x="49078" y="484"/>
                </a:lnTo>
                <a:lnTo>
                  <a:pt x="49171" y="391"/>
                </a:lnTo>
                <a:lnTo>
                  <a:pt x="49208" y="335"/>
                </a:lnTo>
                <a:lnTo>
                  <a:pt x="49227" y="279"/>
                </a:lnTo>
                <a:lnTo>
                  <a:pt x="49208" y="223"/>
                </a:lnTo>
                <a:lnTo>
                  <a:pt x="49171" y="168"/>
                </a:lnTo>
                <a:lnTo>
                  <a:pt x="49096" y="130"/>
                </a:lnTo>
                <a:close/>
                <a:moveTo>
                  <a:pt x="53490" y="130"/>
                </a:moveTo>
                <a:lnTo>
                  <a:pt x="53416" y="149"/>
                </a:lnTo>
                <a:lnTo>
                  <a:pt x="53378" y="205"/>
                </a:lnTo>
                <a:lnTo>
                  <a:pt x="53378" y="261"/>
                </a:lnTo>
                <a:lnTo>
                  <a:pt x="53397" y="317"/>
                </a:lnTo>
                <a:lnTo>
                  <a:pt x="53434" y="372"/>
                </a:lnTo>
                <a:lnTo>
                  <a:pt x="53509" y="447"/>
                </a:lnTo>
                <a:lnTo>
                  <a:pt x="53639" y="540"/>
                </a:lnTo>
                <a:lnTo>
                  <a:pt x="53751" y="614"/>
                </a:lnTo>
                <a:lnTo>
                  <a:pt x="53676" y="726"/>
                </a:lnTo>
                <a:lnTo>
                  <a:pt x="53583" y="856"/>
                </a:lnTo>
                <a:lnTo>
                  <a:pt x="53583" y="912"/>
                </a:lnTo>
                <a:lnTo>
                  <a:pt x="53602" y="950"/>
                </a:lnTo>
                <a:lnTo>
                  <a:pt x="53639" y="950"/>
                </a:lnTo>
                <a:lnTo>
                  <a:pt x="53732" y="931"/>
                </a:lnTo>
                <a:lnTo>
                  <a:pt x="53807" y="894"/>
                </a:lnTo>
                <a:lnTo>
                  <a:pt x="53881" y="856"/>
                </a:lnTo>
                <a:lnTo>
                  <a:pt x="53956" y="801"/>
                </a:lnTo>
                <a:lnTo>
                  <a:pt x="54011" y="782"/>
                </a:lnTo>
                <a:lnTo>
                  <a:pt x="54086" y="801"/>
                </a:lnTo>
                <a:lnTo>
                  <a:pt x="54160" y="856"/>
                </a:lnTo>
                <a:lnTo>
                  <a:pt x="54309" y="968"/>
                </a:lnTo>
                <a:lnTo>
                  <a:pt x="54421" y="1024"/>
                </a:lnTo>
                <a:lnTo>
                  <a:pt x="54570" y="1061"/>
                </a:lnTo>
                <a:lnTo>
                  <a:pt x="54644" y="1061"/>
                </a:lnTo>
                <a:lnTo>
                  <a:pt x="54700" y="1043"/>
                </a:lnTo>
                <a:lnTo>
                  <a:pt x="54738" y="1005"/>
                </a:lnTo>
                <a:lnTo>
                  <a:pt x="54756" y="931"/>
                </a:lnTo>
                <a:lnTo>
                  <a:pt x="54756" y="875"/>
                </a:lnTo>
                <a:lnTo>
                  <a:pt x="54719" y="801"/>
                </a:lnTo>
                <a:lnTo>
                  <a:pt x="54663" y="745"/>
                </a:lnTo>
                <a:lnTo>
                  <a:pt x="54607" y="689"/>
                </a:lnTo>
                <a:lnTo>
                  <a:pt x="54458" y="596"/>
                </a:lnTo>
                <a:lnTo>
                  <a:pt x="54347" y="540"/>
                </a:lnTo>
                <a:lnTo>
                  <a:pt x="54421" y="465"/>
                </a:lnTo>
                <a:lnTo>
                  <a:pt x="54496" y="372"/>
                </a:lnTo>
                <a:lnTo>
                  <a:pt x="54514" y="317"/>
                </a:lnTo>
                <a:lnTo>
                  <a:pt x="54514" y="261"/>
                </a:lnTo>
                <a:lnTo>
                  <a:pt x="54496" y="223"/>
                </a:lnTo>
                <a:lnTo>
                  <a:pt x="54440" y="168"/>
                </a:lnTo>
                <a:lnTo>
                  <a:pt x="54365" y="149"/>
                </a:lnTo>
                <a:lnTo>
                  <a:pt x="54309" y="168"/>
                </a:lnTo>
                <a:lnTo>
                  <a:pt x="54198" y="223"/>
                </a:lnTo>
                <a:lnTo>
                  <a:pt x="54067" y="317"/>
                </a:lnTo>
                <a:lnTo>
                  <a:pt x="54011" y="335"/>
                </a:lnTo>
                <a:lnTo>
                  <a:pt x="53918" y="317"/>
                </a:lnTo>
                <a:lnTo>
                  <a:pt x="53788" y="261"/>
                </a:lnTo>
                <a:lnTo>
                  <a:pt x="53639" y="186"/>
                </a:lnTo>
                <a:lnTo>
                  <a:pt x="53546" y="149"/>
                </a:lnTo>
                <a:lnTo>
                  <a:pt x="53490" y="130"/>
                </a:lnTo>
                <a:close/>
                <a:moveTo>
                  <a:pt x="57270" y="130"/>
                </a:moveTo>
                <a:lnTo>
                  <a:pt x="57158" y="168"/>
                </a:lnTo>
                <a:lnTo>
                  <a:pt x="57028" y="223"/>
                </a:lnTo>
                <a:lnTo>
                  <a:pt x="56953" y="261"/>
                </a:lnTo>
                <a:lnTo>
                  <a:pt x="56860" y="317"/>
                </a:lnTo>
                <a:lnTo>
                  <a:pt x="56804" y="391"/>
                </a:lnTo>
                <a:lnTo>
                  <a:pt x="56730" y="428"/>
                </a:lnTo>
                <a:lnTo>
                  <a:pt x="56655" y="428"/>
                </a:lnTo>
                <a:lnTo>
                  <a:pt x="56599" y="391"/>
                </a:lnTo>
                <a:lnTo>
                  <a:pt x="56525" y="335"/>
                </a:lnTo>
                <a:lnTo>
                  <a:pt x="56376" y="223"/>
                </a:lnTo>
                <a:lnTo>
                  <a:pt x="56301" y="168"/>
                </a:lnTo>
                <a:lnTo>
                  <a:pt x="56227" y="149"/>
                </a:lnTo>
                <a:lnTo>
                  <a:pt x="56171" y="168"/>
                </a:lnTo>
                <a:lnTo>
                  <a:pt x="56134" y="186"/>
                </a:lnTo>
                <a:lnTo>
                  <a:pt x="56115" y="223"/>
                </a:lnTo>
                <a:lnTo>
                  <a:pt x="56097" y="298"/>
                </a:lnTo>
                <a:lnTo>
                  <a:pt x="56115" y="354"/>
                </a:lnTo>
                <a:lnTo>
                  <a:pt x="56171" y="428"/>
                </a:lnTo>
                <a:lnTo>
                  <a:pt x="56227" y="484"/>
                </a:lnTo>
                <a:lnTo>
                  <a:pt x="56395" y="596"/>
                </a:lnTo>
                <a:lnTo>
                  <a:pt x="56506" y="670"/>
                </a:lnTo>
                <a:lnTo>
                  <a:pt x="56506" y="689"/>
                </a:lnTo>
                <a:lnTo>
                  <a:pt x="56488" y="707"/>
                </a:lnTo>
                <a:lnTo>
                  <a:pt x="56432" y="801"/>
                </a:lnTo>
                <a:lnTo>
                  <a:pt x="56413" y="838"/>
                </a:lnTo>
                <a:lnTo>
                  <a:pt x="56395" y="875"/>
                </a:lnTo>
                <a:lnTo>
                  <a:pt x="56413" y="912"/>
                </a:lnTo>
                <a:lnTo>
                  <a:pt x="56450" y="931"/>
                </a:lnTo>
                <a:lnTo>
                  <a:pt x="56506" y="931"/>
                </a:lnTo>
                <a:lnTo>
                  <a:pt x="56544" y="894"/>
                </a:lnTo>
                <a:lnTo>
                  <a:pt x="56581" y="856"/>
                </a:lnTo>
                <a:lnTo>
                  <a:pt x="56618" y="838"/>
                </a:lnTo>
                <a:lnTo>
                  <a:pt x="56748" y="838"/>
                </a:lnTo>
                <a:lnTo>
                  <a:pt x="56860" y="931"/>
                </a:lnTo>
                <a:lnTo>
                  <a:pt x="56953" y="987"/>
                </a:lnTo>
                <a:lnTo>
                  <a:pt x="57065" y="1043"/>
                </a:lnTo>
                <a:lnTo>
                  <a:pt x="57139" y="1061"/>
                </a:lnTo>
                <a:lnTo>
                  <a:pt x="57195" y="1061"/>
                </a:lnTo>
                <a:lnTo>
                  <a:pt x="57232" y="1043"/>
                </a:lnTo>
                <a:lnTo>
                  <a:pt x="57251" y="1005"/>
                </a:lnTo>
                <a:lnTo>
                  <a:pt x="57251" y="950"/>
                </a:lnTo>
                <a:lnTo>
                  <a:pt x="57232" y="894"/>
                </a:lnTo>
                <a:lnTo>
                  <a:pt x="57139" y="782"/>
                </a:lnTo>
                <a:lnTo>
                  <a:pt x="57009" y="689"/>
                </a:lnTo>
                <a:lnTo>
                  <a:pt x="56935" y="614"/>
                </a:lnTo>
                <a:lnTo>
                  <a:pt x="57046" y="540"/>
                </a:lnTo>
                <a:lnTo>
                  <a:pt x="57214" y="410"/>
                </a:lnTo>
                <a:lnTo>
                  <a:pt x="57307" y="335"/>
                </a:lnTo>
                <a:lnTo>
                  <a:pt x="57363" y="279"/>
                </a:lnTo>
                <a:lnTo>
                  <a:pt x="57381" y="205"/>
                </a:lnTo>
                <a:lnTo>
                  <a:pt x="57381" y="186"/>
                </a:lnTo>
                <a:lnTo>
                  <a:pt x="57363" y="149"/>
                </a:lnTo>
                <a:lnTo>
                  <a:pt x="57325" y="130"/>
                </a:lnTo>
                <a:close/>
                <a:moveTo>
                  <a:pt x="70544" y="168"/>
                </a:moveTo>
                <a:lnTo>
                  <a:pt x="70451" y="186"/>
                </a:lnTo>
                <a:lnTo>
                  <a:pt x="70302" y="261"/>
                </a:lnTo>
                <a:lnTo>
                  <a:pt x="70153" y="335"/>
                </a:lnTo>
                <a:lnTo>
                  <a:pt x="70079" y="354"/>
                </a:lnTo>
                <a:lnTo>
                  <a:pt x="70004" y="354"/>
                </a:lnTo>
                <a:lnTo>
                  <a:pt x="69911" y="317"/>
                </a:lnTo>
                <a:lnTo>
                  <a:pt x="69800" y="261"/>
                </a:lnTo>
                <a:lnTo>
                  <a:pt x="69744" y="242"/>
                </a:lnTo>
                <a:lnTo>
                  <a:pt x="69725" y="261"/>
                </a:lnTo>
                <a:lnTo>
                  <a:pt x="69725" y="298"/>
                </a:lnTo>
                <a:lnTo>
                  <a:pt x="69762" y="372"/>
                </a:lnTo>
                <a:lnTo>
                  <a:pt x="69818" y="465"/>
                </a:lnTo>
                <a:lnTo>
                  <a:pt x="69855" y="484"/>
                </a:lnTo>
                <a:lnTo>
                  <a:pt x="69837" y="503"/>
                </a:lnTo>
                <a:lnTo>
                  <a:pt x="69800" y="596"/>
                </a:lnTo>
                <a:lnTo>
                  <a:pt x="69762" y="652"/>
                </a:lnTo>
                <a:lnTo>
                  <a:pt x="69688" y="707"/>
                </a:lnTo>
                <a:lnTo>
                  <a:pt x="69632" y="763"/>
                </a:lnTo>
                <a:lnTo>
                  <a:pt x="69595" y="819"/>
                </a:lnTo>
                <a:lnTo>
                  <a:pt x="69595" y="875"/>
                </a:lnTo>
                <a:lnTo>
                  <a:pt x="69595" y="931"/>
                </a:lnTo>
                <a:lnTo>
                  <a:pt x="69613" y="987"/>
                </a:lnTo>
                <a:lnTo>
                  <a:pt x="69651" y="1024"/>
                </a:lnTo>
                <a:lnTo>
                  <a:pt x="69688" y="1043"/>
                </a:lnTo>
                <a:lnTo>
                  <a:pt x="69744" y="1061"/>
                </a:lnTo>
                <a:lnTo>
                  <a:pt x="69781" y="1043"/>
                </a:lnTo>
                <a:lnTo>
                  <a:pt x="69837" y="1005"/>
                </a:lnTo>
                <a:lnTo>
                  <a:pt x="69986" y="856"/>
                </a:lnTo>
                <a:lnTo>
                  <a:pt x="70060" y="782"/>
                </a:lnTo>
                <a:lnTo>
                  <a:pt x="70097" y="745"/>
                </a:lnTo>
                <a:lnTo>
                  <a:pt x="70116" y="745"/>
                </a:lnTo>
                <a:lnTo>
                  <a:pt x="70172" y="763"/>
                </a:lnTo>
                <a:lnTo>
                  <a:pt x="70228" y="782"/>
                </a:lnTo>
                <a:lnTo>
                  <a:pt x="70321" y="875"/>
                </a:lnTo>
                <a:lnTo>
                  <a:pt x="70433" y="968"/>
                </a:lnTo>
                <a:lnTo>
                  <a:pt x="70488" y="1005"/>
                </a:lnTo>
                <a:lnTo>
                  <a:pt x="70619" y="1005"/>
                </a:lnTo>
                <a:lnTo>
                  <a:pt x="70656" y="987"/>
                </a:lnTo>
                <a:lnTo>
                  <a:pt x="70675" y="968"/>
                </a:lnTo>
                <a:lnTo>
                  <a:pt x="70693" y="950"/>
                </a:lnTo>
                <a:lnTo>
                  <a:pt x="70656" y="875"/>
                </a:lnTo>
                <a:lnTo>
                  <a:pt x="70600" y="801"/>
                </a:lnTo>
                <a:lnTo>
                  <a:pt x="70414" y="652"/>
                </a:lnTo>
                <a:lnTo>
                  <a:pt x="70284" y="540"/>
                </a:lnTo>
                <a:lnTo>
                  <a:pt x="70470" y="372"/>
                </a:lnTo>
                <a:lnTo>
                  <a:pt x="70563" y="242"/>
                </a:lnTo>
                <a:lnTo>
                  <a:pt x="70600" y="205"/>
                </a:lnTo>
                <a:lnTo>
                  <a:pt x="70600" y="168"/>
                </a:lnTo>
                <a:close/>
                <a:moveTo>
                  <a:pt x="76074" y="130"/>
                </a:moveTo>
                <a:lnTo>
                  <a:pt x="75944" y="149"/>
                </a:lnTo>
                <a:lnTo>
                  <a:pt x="75813" y="186"/>
                </a:lnTo>
                <a:lnTo>
                  <a:pt x="75683" y="242"/>
                </a:lnTo>
                <a:lnTo>
                  <a:pt x="75571" y="298"/>
                </a:lnTo>
                <a:lnTo>
                  <a:pt x="75459" y="372"/>
                </a:lnTo>
                <a:lnTo>
                  <a:pt x="75404" y="410"/>
                </a:lnTo>
                <a:lnTo>
                  <a:pt x="75348" y="428"/>
                </a:lnTo>
                <a:lnTo>
                  <a:pt x="75255" y="428"/>
                </a:lnTo>
                <a:lnTo>
                  <a:pt x="75143" y="335"/>
                </a:lnTo>
                <a:lnTo>
                  <a:pt x="74975" y="223"/>
                </a:lnTo>
                <a:lnTo>
                  <a:pt x="74864" y="168"/>
                </a:lnTo>
                <a:lnTo>
                  <a:pt x="74826" y="149"/>
                </a:lnTo>
                <a:lnTo>
                  <a:pt x="74789" y="168"/>
                </a:lnTo>
                <a:lnTo>
                  <a:pt x="74771" y="186"/>
                </a:lnTo>
                <a:lnTo>
                  <a:pt x="74771" y="205"/>
                </a:lnTo>
                <a:lnTo>
                  <a:pt x="74771" y="279"/>
                </a:lnTo>
                <a:lnTo>
                  <a:pt x="74808" y="335"/>
                </a:lnTo>
                <a:lnTo>
                  <a:pt x="74864" y="428"/>
                </a:lnTo>
                <a:lnTo>
                  <a:pt x="74975" y="559"/>
                </a:lnTo>
                <a:lnTo>
                  <a:pt x="75050" y="633"/>
                </a:lnTo>
                <a:lnTo>
                  <a:pt x="74882" y="782"/>
                </a:lnTo>
                <a:lnTo>
                  <a:pt x="74808" y="894"/>
                </a:lnTo>
                <a:lnTo>
                  <a:pt x="74789" y="931"/>
                </a:lnTo>
                <a:lnTo>
                  <a:pt x="74808" y="950"/>
                </a:lnTo>
                <a:lnTo>
                  <a:pt x="74826" y="968"/>
                </a:lnTo>
                <a:lnTo>
                  <a:pt x="74882" y="968"/>
                </a:lnTo>
                <a:lnTo>
                  <a:pt x="74994" y="931"/>
                </a:lnTo>
                <a:lnTo>
                  <a:pt x="75106" y="875"/>
                </a:lnTo>
                <a:lnTo>
                  <a:pt x="75180" y="838"/>
                </a:lnTo>
                <a:lnTo>
                  <a:pt x="75236" y="838"/>
                </a:lnTo>
                <a:lnTo>
                  <a:pt x="75273" y="856"/>
                </a:lnTo>
                <a:lnTo>
                  <a:pt x="75366" y="931"/>
                </a:lnTo>
                <a:lnTo>
                  <a:pt x="75459" y="987"/>
                </a:lnTo>
                <a:lnTo>
                  <a:pt x="75553" y="1043"/>
                </a:lnTo>
                <a:lnTo>
                  <a:pt x="75646" y="1061"/>
                </a:lnTo>
                <a:lnTo>
                  <a:pt x="75739" y="1061"/>
                </a:lnTo>
                <a:lnTo>
                  <a:pt x="75776" y="1043"/>
                </a:lnTo>
                <a:lnTo>
                  <a:pt x="75795" y="1024"/>
                </a:lnTo>
                <a:lnTo>
                  <a:pt x="75832" y="987"/>
                </a:lnTo>
                <a:lnTo>
                  <a:pt x="75832" y="950"/>
                </a:lnTo>
                <a:lnTo>
                  <a:pt x="75832" y="894"/>
                </a:lnTo>
                <a:lnTo>
                  <a:pt x="75813" y="856"/>
                </a:lnTo>
                <a:lnTo>
                  <a:pt x="75739" y="763"/>
                </a:lnTo>
                <a:lnTo>
                  <a:pt x="75664" y="689"/>
                </a:lnTo>
                <a:lnTo>
                  <a:pt x="75571" y="652"/>
                </a:lnTo>
                <a:lnTo>
                  <a:pt x="75832" y="540"/>
                </a:lnTo>
                <a:lnTo>
                  <a:pt x="75944" y="484"/>
                </a:lnTo>
                <a:lnTo>
                  <a:pt x="76055" y="428"/>
                </a:lnTo>
                <a:lnTo>
                  <a:pt x="76130" y="354"/>
                </a:lnTo>
                <a:lnTo>
                  <a:pt x="76186" y="261"/>
                </a:lnTo>
                <a:lnTo>
                  <a:pt x="76204" y="205"/>
                </a:lnTo>
                <a:lnTo>
                  <a:pt x="76186" y="168"/>
                </a:lnTo>
                <a:lnTo>
                  <a:pt x="76148" y="149"/>
                </a:lnTo>
                <a:lnTo>
                  <a:pt x="76074" y="130"/>
                </a:lnTo>
                <a:close/>
                <a:moveTo>
                  <a:pt x="18767" y="168"/>
                </a:moveTo>
                <a:lnTo>
                  <a:pt x="18749" y="242"/>
                </a:lnTo>
                <a:lnTo>
                  <a:pt x="18749" y="317"/>
                </a:lnTo>
                <a:lnTo>
                  <a:pt x="18786" y="372"/>
                </a:lnTo>
                <a:lnTo>
                  <a:pt x="18823" y="428"/>
                </a:lnTo>
                <a:lnTo>
                  <a:pt x="18842" y="484"/>
                </a:lnTo>
                <a:lnTo>
                  <a:pt x="18879" y="521"/>
                </a:lnTo>
                <a:lnTo>
                  <a:pt x="18879" y="540"/>
                </a:lnTo>
                <a:lnTo>
                  <a:pt x="18861" y="577"/>
                </a:lnTo>
                <a:lnTo>
                  <a:pt x="18823" y="596"/>
                </a:lnTo>
                <a:lnTo>
                  <a:pt x="18730" y="726"/>
                </a:lnTo>
                <a:lnTo>
                  <a:pt x="18712" y="782"/>
                </a:lnTo>
                <a:lnTo>
                  <a:pt x="18712" y="838"/>
                </a:lnTo>
                <a:lnTo>
                  <a:pt x="18712" y="875"/>
                </a:lnTo>
                <a:lnTo>
                  <a:pt x="18730" y="894"/>
                </a:lnTo>
                <a:lnTo>
                  <a:pt x="18805" y="894"/>
                </a:lnTo>
                <a:lnTo>
                  <a:pt x="18879" y="875"/>
                </a:lnTo>
                <a:lnTo>
                  <a:pt x="18935" y="838"/>
                </a:lnTo>
                <a:lnTo>
                  <a:pt x="18991" y="819"/>
                </a:lnTo>
                <a:lnTo>
                  <a:pt x="19065" y="801"/>
                </a:lnTo>
                <a:lnTo>
                  <a:pt x="19121" y="801"/>
                </a:lnTo>
                <a:lnTo>
                  <a:pt x="19158" y="819"/>
                </a:lnTo>
                <a:lnTo>
                  <a:pt x="19252" y="894"/>
                </a:lnTo>
                <a:lnTo>
                  <a:pt x="19345" y="968"/>
                </a:lnTo>
                <a:lnTo>
                  <a:pt x="19475" y="1024"/>
                </a:lnTo>
                <a:lnTo>
                  <a:pt x="19605" y="1061"/>
                </a:lnTo>
                <a:lnTo>
                  <a:pt x="19661" y="1080"/>
                </a:lnTo>
                <a:lnTo>
                  <a:pt x="19717" y="1061"/>
                </a:lnTo>
                <a:lnTo>
                  <a:pt x="19773" y="1024"/>
                </a:lnTo>
                <a:lnTo>
                  <a:pt x="19810" y="1005"/>
                </a:lnTo>
                <a:lnTo>
                  <a:pt x="19829" y="968"/>
                </a:lnTo>
                <a:lnTo>
                  <a:pt x="19829" y="931"/>
                </a:lnTo>
                <a:lnTo>
                  <a:pt x="19791" y="856"/>
                </a:lnTo>
                <a:lnTo>
                  <a:pt x="19736" y="801"/>
                </a:lnTo>
                <a:lnTo>
                  <a:pt x="19549" y="670"/>
                </a:lnTo>
                <a:lnTo>
                  <a:pt x="19401" y="596"/>
                </a:lnTo>
                <a:lnTo>
                  <a:pt x="19531" y="484"/>
                </a:lnTo>
                <a:lnTo>
                  <a:pt x="19605" y="410"/>
                </a:lnTo>
                <a:lnTo>
                  <a:pt x="19643" y="354"/>
                </a:lnTo>
                <a:lnTo>
                  <a:pt x="19661" y="279"/>
                </a:lnTo>
                <a:lnTo>
                  <a:pt x="19643" y="223"/>
                </a:lnTo>
                <a:lnTo>
                  <a:pt x="19624" y="205"/>
                </a:lnTo>
                <a:lnTo>
                  <a:pt x="19587" y="186"/>
                </a:lnTo>
                <a:lnTo>
                  <a:pt x="19438" y="186"/>
                </a:lnTo>
                <a:lnTo>
                  <a:pt x="19382" y="205"/>
                </a:lnTo>
                <a:lnTo>
                  <a:pt x="19289" y="279"/>
                </a:lnTo>
                <a:lnTo>
                  <a:pt x="19196" y="335"/>
                </a:lnTo>
                <a:lnTo>
                  <a:pt x="19158" y="354"/>
                </a:lnTo>
                <a:lnTo>
                  <a:pt x="19121" y="372"/>
                </a:lnTo>
                <a:lnTo>
                  <a:pt x="19084" y="354"/>
                </a:lnTo>
                <a:lnTo>
                  <a:pt x="19047" y="335"/>
                </a:lnTo>
                <a:lnTo>
                  <a:pt x="18991" y="279"/>
                </a:lnTo>
                <a:lnTo>
                  <a:pt x="18935" y="223"/>
                </a:lnTo>
                <a:lnTo>
                  <a:pt x="18898" y="186"/>
                </a:lnTo>
                <a:lnTo>
                  <a:pt x="18861" y="186"/>
                </a:lnTo>
                <a:lnTo>
                  <a:pt x="18786" y="168"/>
                </a:lnTo>
                <a:close/>
                <a:moveTo>
                  <a:pt x="30367" y="112"/>
                </a:moveTo>
                <a:lnTo>
                  <a:pt x="30311" y="130"/>
                </a:lnTo>
                <a:lnTo>
                  <a:pt x="30199" y="168"/>
                </a:lnTo>
                <a:lnTo>
                  <a:pt x="30106" y="223"/>
                </a:lnTo>
                <a:lnTo>
                  <a:pt x="29994" y="317"/>
                </a:lnTo>
                <a:lnTo>
                  <a:pt x="29920" y="372"/>
                </a:lnTo>
                <a:lnTo>
                  <a:pt x="29882" y="391"/>
                </a:lnTo>
                <a:lnTo>
                  <a:pt x="29845" y="391"/>
                </a:lnTo>
                <a:lnTo>
                  <a:pt x="29827" y="372"/>
                </a:lnTo>
                <a:lnTo>
                  <a:pt x="29771" y="298"/>
                </a:lnTo>
                <a:lnTo>
                  <a:pt x="29715" y="242"/>
                </a:lnTo>
                <a:lnTo>
                  <a:pt x="29678" y="223"/>
                </a:lnTo>
                <a:lnTo>
                  <a:pt x="29547" y="223"/>
                </a:lnTo>
                <a:lnTo>
                  <a:pt x="29491" y="261"/>
                </a:lnTo>
                <a:lnTo>
                  <a:pt x="29473" y="317"/>
                </a:lnTo>
                <a:lnTo>
                  <a:pt x="29473" y="391"/>
                </a:lnTo>
                <a:lnTo>
                  <a:pt x="29491" y="447"/>
                </a:lnTo>
                <a:lnTo>
                  <a:pt x="29529" y="521"/>
                </a:lnTo>
                <a:lnTo>
                  <a:pt x="29603" y="633"/>
                </a:lnTo>
                <a:lnTo>
                  <a:pt x="29547" y="707"/>
                </a:lnTo>
                <a:lnTo>
                  <a:pt x="29510" y="782"/>
                </a:lnTo>
                <a:lnTo>
                  <a:pt x="29510" y="819"/>
                </a:lnTo>
                <a:lnTo>
                  <a:pt x="29510" y="856"/>
                </a:lnTo>
                <a:lnTo>
                  <a:pt x="29547" y="875"/>
                </a:lnTo>
                <a:lnTo>
                  <a:pt x="29603" y="875"/>
                </a:lnTo>
                <a:lnTo>
                  <a:pt x="29659" y="894"/>
                </a:lnTo>
                <a:lnTo>
                  <a:pt x="29696" y="875"/>
                </a:lnTo>
                <a:lnTo>
                  <a:pt x="29715" y="838"/>
                </a:lnTo>
                <a:lnTo>
                  <a:pt x="29752" y="838"/>
                </a:lnTo>
                <a:lnTo>
                  <a:pt x="29845" y="875"/>
                </a:lnTo>
                <a:lnTo>
                  <a:pt x="29976" y="968"/>
                </a:lnTo>
                <a:lnTo>
                  <a:pt x="30106" y="1043"/>
                </a:lnTo>
                <a:lnTo>
                  <a:pt x="30218" y="1080"/>
                </a:lnTo>
                <a:lnTo>
                  <a:pt x="30367" y="1080"/>
                </a:lnTo>
                <a:lnTo>
                  <a:pt x="30404" y="1043"/>
                </a:lnTo>
                <a:lnTo>
                  <a:pt x="30422" y="1005"/>
                </a:lnTo>
                <a:lnTo>
                  <a:pt x="30441" y="931"/>
                </a:lnTo>
                <a:lnTo>
                  <a:pt x="30422" y="875"/>
                </a:lnTo>
                <a:lnTo>
                  <a:pt x="30404" y="819"/>
                </a:lnTo>
                <a:lnTo>
                  <a:pt x="30311" y="745"/>
                </a:lnTo>
                <a:lnTo>
                  <a:pt x="30106" y="596"/>
                </a:lnTo>
                <a:lnTo>
                  <a:pt x="30218" y="540"/>
                </a:lnTo>
                <a:lnTo>
                  <a:pt x="30348" y="447"/>
                </a:lnTo>
                <a:lnTo>
                  <a:pt x="30404" y="391"/>
                </a:lnTo>
                <a:lnTo>
                  <a:pt x="30441" y="335"/>
                </a:lnTo>
                <a:lnTo>
                  <a:pt x="30478" y="279"/>
                </a:lnTo>
                <a:lnTo>
                  <a:pt x="30478" y="223"/>
                </a:lnTo>
                <a:lnTo>
                  <a:pt x="30460" y="168"/>
                </a:lnTo>
                <a:lnTo>
                  <a:pt x="30422" y="130"/>
                </a:lnTo>
                <a:lnTo>
                  <a:pt x="30367" y="112"/>
                </a:lnTo>
                <a:close/>
                <a:moveTo>
                  <a:pt x="62520" y="130"/>
                </a:moveTo>
                <a:lnTo>
                  <a:pt x="62390" y="168"/>
                </a:lnTo>
                <a:lnTo>
                  <a:pt x="62278" y="223"/>
                </a:lnTo>
                <a:lnTo>
                  <a:pt x="62166" y="279"/>
                </a:lnTo>
                <a:lnTo>
                  <a:pt x="62092" y="354"/>
                </a:lnTo>
                <a:lnTo>
                  <a:pt x="62054" y="391"/>
                </a:lnTo>
                <a:lnTo>
                  <a:pt x="62017" y="410"/>
                </a:lnTo>
                <a:lnTo>
                  <a:pt x="61961" y="410"/>
                </a:lnTo>
                <a:lnTo>
                  <a:pt x="61924" y="372"/>
                </a:lnTo>
                <a:lnTo>
                  <a:pt x="61831" y="298"/>
                </a:lnTo>
                <a:lnTo>
                  <a:pt x="61719" y="242"/>
                </a:lnTo>
                <a:lnTo>
                  <a:pt x="61664" y="223"/>
                </a:lnTo>
                <a:lnTo>
                  <a:pt x="61626" y="205"/>
                </a:lnTo>
                <a:lnTo>
                  <a:pt x="61589" y="223"/>
                </a:lnTo>
                <a:lnTo>
                  <a:pt x="61589" y="242"/>
                </a:lnTo>
                <a:lnTo>
                  <a:pt x="61570" y="298"/>
                </a:lnTo>
                <a:lnTo>
                  <a:pt x="61589" y="372"/>
                </a:lnTo>
                <a:lnTo>
                  <a:pt x="61626" y="428"/>
                </a:lnTo>
                <a:lnTo>
                  <a:pt x="61664" y="465"/>
                </a:lnTo>
                <a:lnTo>
                  <a:pt x="61701" y="521"/>
                </a:lnTo>
                <a:lnTo>
                  <a:pt x="61719" y="577"/>
                </a:lnTo>
                <a:lnTo>
                  <a:pt x="61719" y="633"/>
                </a:lnTo>
                <a:lnTo>
                  <a:pt x="61701" y="670"/>
                </a:lnTo>
                <a:lnTo>
                  <a:pt x="61608" y="782"/>
                </a:lnTo>
                <a:lnTo>
                  <a:pt x="61552" y="856"/>
                </a:lnTo>
                <a:lnTo>
                  <a:pt x="61515" y="931"/>
                </a:lnTo>
                <a:lnTo>
                  <a:pt x="61496" y="968"/>
                </a:lnTo>
                <a:lnTo>
                  <a:pt x="61515" y="1005"/>
                </a:lnTo>
                <a:lnTo>
                  <a:pt x="61533" y="1024"/>
                </a:lnTo>
                <a:lnTo>
                  <a:pt x="61589" y="1043"/>
                </a:lnTo>
                <a:lnTo>
                  <a:pt x="61608" y="1043"/>
                </a:lnTo>
                <a:lnTo>
                  <a:pt x="61645" y="1024"/>
                </a:lnTo>
                <a:lnTo>
                  <a:pt x="61719" y="987"/>
                </a:lnTo>
                <a:lnTo>
                  <a:pt x="61812" y="912"/>
                </a:lnTo>
                <a:lnTo>
                  <a:pt x="61868" y="875"/>
                </a:lnTo>
                <a:lnTo>
                  <a:pt x="61961" y="856"/>
                </a:lnTo>
                <a:lnTo>
                  <a:pt x="62054" y="912"/>
                </a:lnTo>
                <a:lnTo>
                  <a:pt x="62129" y="968"/>
                </a:lnTo>
                <a:lnTo>
                  <a:pt x="62241" y="1043"/>
                </a:lnTo>
                <a:lnTo>
                  <a:pt x="62297" y="1061"/>
                </a:lnTo>
                <a:lnTo>
                  <a:pt x="62352" y="1080"/>
                </a:lnTo>
                <a:lnTo>
                  <a:pt x="62408" y="1080"/>
                </a:lnTo>
                <a:lnTo>
                  <a:pt x="62464" y="1043"/>
                </a:lnTo>
                <a:lnTo>
                  <a:pt x="62483" y="987"/>
                </a:lnTo>
                <a:lnTo>
                  <a:pt x="62464" y="931"/>
                </a:lnTo>
                <a:lnTo>
                  <a:pt x="62445" y="875"/>
                </a:lnTo>
                <a:lnTo>
                  <a:pt x="62408" y="801"/>
                </a:lnTo>
                <a:lnTo>
                  <a:pt x="62297" y="707"/>
                </a:lnTo>
                <a:lnTo>
                  <a:pt x="62222" y="633"/>
                </a:lnTo>
                <a:lnTo>
                  <a:pt x="62352" y="559"/>
                </a:lnTo>
                <a:lnTo>
                  <a:pt x="62557" y="428"/>
                </a:lnTo>
                <a:lnTo>
                  <a:pt x="62650" y="354"/>
                </a:lnTo>
                <a:lnTo>
                  <a:pt x="62706" y="279"/>
                </a:lnTo>
                <a:lnTo>
                  <a:pt x="62706" y="242"/>
                </a:lnTo>
                <a:lnTo>
                  <a:pt x="62706" y="205"/>
                </a:lnTo>
                <a:lnTo>
                  <a:pt x="62687" y="186"/>
                </a:lnTo>
                <a:lnTo>
                  <a:pt x="62632" y="149"/>
                </a:lnTo>
                <a:lnTo>
                  <a:pt x="62576" y="149"/>
                </a:lnTo>
                <a:lnTo>
                  <a:pt x="62520" y="130"/>
                </a:lnTo>
                <a:close/>
                <a:moveTo>
                  <a:pt x="67007" y="149"/>
                </a:moveTo>
                <a:lnTo>
                  <a:pt x="66988" y="168"/>
                </a:lnTo>
                <a:lnTo>
                  <a:pt x="66951" y="205"/>
                </a:lnTo>
                <a:lnTo>
                  <a:pt x="66932" y="242"/>
                </a:lnTo>
                <a:lnTo>
                  <a:pt x="66932" y="279"/>
                </a:lnTo>
                <a:lnTo>
                  <a:pt x="66932" y="335"/>
                </a:lnTo>
                <a:lnTo>
                  <a:pt x="66970" y="391"/>
                </a:lnTo>
                <a:lnTo>
                  <a:pt x="67063" y="465"/>
                </a:lnTo>
                <a:lnTo>
                  <a:pt x="67268" y="577"/>
                </a:lnTo>
                <a:lnTo>
                  <a:pt x="67137" y="707"/>
                </a:lnTo>
                <a:lnTo>
                  <a:pt x="67007" y="856"/>
                </a:lnTo>
                <a:lnTo>
                  <a:pt x="66951" y="987"/>
                </a:lnTo>
                <a:lnTo>
                  <a:pt x="66914" y="1061"/>
                </a:lnTo>
                <a:lnTo>
                  <a:pt x="66932" y="1080"/>
                </a:lnTo>
                <a:lnTo>
                  <a:pt x="66951" y="1061"/>
                </a:lnTo>
                <a:lnTo>
                  <a:pt x="67063" y="987"/>
                </a:lnTo>
                <a:lnTo>
                  <a:pt x="67193" y="894"/>
                </a:lnTo>
                <a:lnTo>
                  <a:pt x="67323" y="801"/>
                </a:lnTo>
                <a:lnTo>
                  <a:pt x="67454" y="745"/>
                </a:lnTo>
                <a:lnTo>
                  <a:pt x="67491" y="763"/>
                </a:lnTo>
                <a:lnTo>
                  <a:pt x="67547" y="782"/>
                </a:lnTo>
                <a:lnTo>
                  <a:pt x="67640" y="875"/>
                </a:lnTo>
                <a:lnTo>
                  <a:pt x="67733" y="950"/>
                </a:lnTo>
                <a:lnTo>
                  <a:pt x="67789" y="968"/>
                </a:lnTo>
                <a:lnTo>
                  <a:pt x="67826" y="968"/>
                </a:lnTo>
                <a:lnTo>
                  <a:pt x="67863" y="950"/>
                </a:lnTo>
                <a:lnTo>
                  <a:pt x="67882" y="912"/>
                </a:lnTo>
                <a:lnTo>
                  <a:pt x="67882" y="856"/>
                </a:lnTo>
                <a:lnTo>
                  <a:pt x="67863" y="819"/>
                </a:lnTo>
                <a:lnTo>
                  <a:pt x="67807" y="726"/>
                </a:lnTo>
                <a:lnTo>
                  <a:pt x="67770" y="633"/>
                </a:lnTo>
                <a:lnTo>
                  <a:pt x="67770" y="559"/>
                </a:lnTo>
                <a:lnTo>
                  <a:pt x="67770" y="521"/>
                </a:lnTo>
                <a:lnTo>
                  <a:pt x="67807" y="503"/>
                </a:lnTo>
                <a:lnTo>
                  <a:pt x="67882" y="447"/>
                </a:lnTo>
                <a:lnTo>
                  <a:pt x="67956" y="354"/>
                </a:lnTo>
                <a:lnTo>
                  <a:pt x="67994" y="317"/>
                </a:lnTo>
                <a:lnTo>
                  <a:pt x="67994" y="261"/>
                </a:lnTo>
                <a:lnTo>
                  <a:pt x="67975" y="223"/>
                </a:lnTo>
                <a:lnTo>
                  <a:pt x="67938" y="205"/>
                </a:lnTo>
                <a:lnTo>
                  <a:pt x="67845" y="205"/>
                </a:lnTo>
                <a:lnTo>
                  <a:pt x="67733" y="242"/>
                </a:lnTo>
                <a:lnTo>
                  <a:pt x="67640" y="279"/>
                </a:lnTo>
                <a:lnTo>
                  <a:pt x="67547" y="317"/>
                </a:lnTo>
                <a:lnTo>
                  <a:pt x="67510" y="317"/>
                </a:lnTo>
                <a:lnTo>
                  <a:pt x="67454" y="298"/>
                </a:lnTo>
                <a:lnTo>
                  <a:pt x="67323" y="223"/>
                </a:lnTo>
                <a:lnTo>
                  <a:pt x="67249" y="186"/>
                </a:lnTo>
                <a:lnTo>
                  <a:pt x="67174" y="149"/>
                </a:lnTo>
                <a:close/>
                <a:moveTo>
                  <a:pt x="27648" y="112"/>
                </a:moveTo>
                <a:lnTo>
                  <a:pt x="27574" y="130"/>
                </a:lnTo>
                <a:lnTo>
                  <a:pt x="27499" y="186"/>
                </a:lnTo>
                <a:lnTo>
                  <a:pt x="27444" y="261"/>
                </a:lnTo>
                <a:lnTo>
                  <a:pt x="27406" y="317"/>
                </a:lnTo>
                <a:lnTo>
                  <a:pt x="27350" y="372"/>
                </a:lnTo>
                <a:lnTo>
                  <a:pt x="27276" y="391"/>
                </a:lnTo>
                <a:lnTo>
                  <a:pt x="27201" y="372"/>
                </a:lnTo>
                <a:lnTo>
                  <a:pt x="27127" y="335"/>
                </a:lnTo>
                <a:lnTo>
                  <a:pt x="26978" y="279"/>
                </a:lnTo>
                <a:lnTo>
                  <a:pt x="26848" y="261"/>
                </a:lnTo>
                <a:lnTo>
                  <a:pt x="26792" y="261"/>
                </a:lnTo>
                <a:lnTo>
                  <a:pt x="26755" y="298"/>
                </a:lnTo>
                <a:lnTo>
                  <a:pt x="26717" y="335"/>
                </a:lnTo>
                <a:lnTo>
                  <a:pt x="26717" y="391"/>
                </a:lnTo>
                <a:lnTo>
                  <a:pt x="26736" y="428"/>
                </a:lnTo>
                <a:lnTo>
                  <a:pt x="26773" y="465"/>
                </a:lnTo>
                <a:lnTo>
                  <a:pt x="26941" y="559"/>
                </a:lnTo>
                <a:lnTo>
                  <a:pt x="27108" y="633"/>
                </a:lnTo>
                <a:lnTo>
                  <a:pt x="26904" y="801"/>
                </a:lnTo>
                <a:lnTo>
                  <a:pt x="26866" y="856"/>
                </a:lnTo>
                <a:lnTo>
                  <a:pt x="26829" y="894"/>
                </a:lnTo>
                <a:lnTo>
                  <a:pt x="26829" y="950"/>
                </a:lnTo>
                <a:lnTo>
                  <a:pt x="26829" y="1005"/>
                </a:lnTo>
                <a:lnTo>
                  <a:pt x="26866" y="1061"/>
                </a:lnTo>
                <a:lnTo>
                  <a:pt x="26904" y="1098"/>
                </a:lnTo>
                <a:lnTo>
                  <a:pt x="26997" y="1098"/>
                </a:lnTo>
                <a:lnTo>
                  <a:pt x="27090" y="1061"/>
                </a:lnTo>
                <a:lnTo>
                  <a:pt x="27164" y="1005"/>
                </a:lnTo>
                <a:lnTo>
                  <a:pt x="27276" y="894"/>
                </a:lnTo>
                <a:lnTo>
                  <a:pt x="27332" y="819"/>
                </a:lnTo>
                <a:lnTo>
                  <a:pt x="27388" y="782"/>
                </a:lnTo>
                <a:lnTo>
                  <a:pt x="27444" y="801"/>
                </a:lnTo>
                <a:lnTo>
                  <a:pt x="27518" y="838"/>
                </a:lnTo>
                <a:lnTo>
                  <a:pt x="27611" y="875"/>
                </a:lnTo>
                <a:lnTo>
                  <a:pt x="27667" y="912"/>
                </a:lnTo>
                <a:lnTo>
                  <a:pt x="27760" y="931"/>
                </a:lnTo>
                <a:lnTo>
                  <a:pt x="27816" y="931"/>
                </a:lnTo>
                <a:lnTo>
                  <a:pt x="27834" y="912"/>
                </a:lnTo>
                <a:lnTo>
                  <a:pt x="27853" y="875"/>
                </a:lnTo>
                <a:lnTo>
                  <a:pt x="27834" y="838"/>
                </a:lnTo>
                <a:lnTo>
                  <a:pt x="27816" y="782"/>
                </a:lnTo>
                <a:lnTo>
                  <a:pt x="27723" y="670"/>
                </a:lnTo>
                <a:lnTo>
                  <a:pt x="27630" y="577"/>
                </a:lnTo>
                <a:lnTo>
                  <a:pt x="27611" y="540"/>
                </a:lnTo>
                <a:lnTo>
                  <a:pt x="27611" y="484"/>
                </a:lnTo>
                <a:lnTo>
                  <a:pt x="27630" y="428"/>
                </a:lnTo>
                <a:lnTo>
                  <a:pt x="27686" y="372"/>
                </a:lnTo>
                <a:lnTo>
                  <a:pt x="27723" y="298"/>
                </a:lnTo>
                <a:lnTo>
                  <a:pt x="27723" y="261"/>
                </a:lnTo>
                <a:lnTo>
                  <a:pt x="27741" y="223"/>
                </a:lnTo>
                <a:lnTo>
                  <a:pt x="27723" y="168"/>
                </a:lnTo>
                <a:lnTo>
                  <a:pt x="27704" y="130"/>
                </a:lnTo>
                <a:lnTo>
                  <a:pt x="27686" y="112"/>
                </a:lnTo>
                <a:close/>
                <a:moveTo>
                  <a:pt x="80244" y="112"/>
                </a:moveTo>
                <a:lnTo>
                  <a:pt x="80188" y="130"/>
                </a:lnTo>
                <a:lnTo>
                  <a:pt x="80170" y="168"/>
                </a:lnTo>
                <a:lnTo>
                  <a:pt x="80133" y="205"/>
                </a:lnTo>
                <a:lnTo>
                  <a:pt x="80133" y="261"/>
                </a:lnTo>
                <a:lnTo>
                  <a:pt x="80133" y="317"/>
                </a:lnTo>
                <a:lnTo>
                  <a:pt x="80151" y="372"/>
                </a:lnTo>
                <a:lnTo>
                  <a:pt x="80226" y="465"/>
                </a:lnTo>
                <a:lnTo>
                  <a:pt x="80337" y="540"/>
                </a:lnTo>
                <a:lnTo>
                  <a:pt x="80431" y="596"/>
                </a:lnTo>
                <a:lnTo>
                  <a:pt x="80337" y="670"/>
                </a:lnTo>
                <a:lnTo>
                  <a:pt x="80226" y="763"/>
                </a:lnTo>
                <a:lnTo>
                  <a:pt x="80170" y="819"/>
                </a:lnTo>
                <a:lnTo>
                  <a:pt x="80133" y="875"/>
                </a:lnTo>
                <a:lnTo>
                  <a:pt x="80114" y="950"/>
                </a:lnTo>
                <a:lnTo>
                  <a:pt x="80133" y="1005"/>
                </a:lnTo>
                <a:lnTo>
                  <a:pt x="80170" y="1061"/>
                </a:lnTo>
                <a:lnTo>
                  <a:pt x="80207" y="1098"/>
                </a:lnTo>
                <a:lnTo>
                  <a:pt x="80263" y="1098"/>
                </a:lnTo>
                <a:lnTo>
                  <a:pt x="80319" y="1080"/>
                </a:lnTo>
                <a:lnTo>
                  <a:pt x="80449" y="1024"/>
                </a:lnTo>
                <a:lnTo>
                  <a:pt x="80542" y="968"/>
                </a:lnTo>
                <a:lnTo>
                  <a:pt x="80673" y="894"/>
                </a:lnTo>
                <a:lnTo>
                  <a:pt x="80728" y="838"/>
                </a:lnTo>
                <a:lnTo>
                  <a:pt x="80784" y="819"/>
                </a:lnTo>
                <a:lnTo>
                  <a:pt x="80840" y="838"/>
                </a:lnTo>
                <a:lnTo>
                  <a:pt x="80896" y="894"/>
                </a:lnTo>
                <a:lnTo>
                  <a:pt x="81008" y="968"/>
                </a:lnTo>
                <a:lnTo>
                  <a:pt x="81101" y="1005"/>
                </a:lnTo>
                <a:lnTo>
                  <a:pt x="81157" y="1024"/>
                </a:lnTo>
                <a:lnTo>
                  <a:pt x="81194" y="987"/>
                </a:lnTo>
                <a:lnTo>
                  <a:pt x="81194" y="950"/>
                </a:lnTo>
                <a:lnTo>
                  <a:pt x="81175" y="875"/>
                </a:lnTo>
                <a:lnTo>
                  <a:pt x="81157" y="801"/>
                </a:lnTo>
                <a:lnTo>
                  <a:pt x="81082" y="670"/>
                </a:lnTo>
                <a:lnTo>
                  <a:pt x="81343" y="540"/>
                </a:lnTo>
                <a:lnTo>
                  <a:pt x="81473" y="465"/>
                </a:lnTo>
                <a:lnTo>
                  <a:pt x="81529" y="410"/>
                </a:lnTo>
                <a:lnTo>
                  <a:pt x="81548" y="354"/>
                </a:lnTo>
                <a:lnTo>
                  <a:pt x="81566" y="317"/>
                </a:lnTo>
                <a:lnTo>
                  <a:pt x="81548" y="261"/>
                </a:lnTo>
                <a:lnTo>
                  <a:pt x="81529" y="223"/>
                </a:lnTo>
                <a:lnTo>
                  <a:pt x="81510" y="168"/>
                </a:lnTo>
                <a:lnTo>
                  <a:pt x="81473" y="149"/>
                </a:lnTo>
                <a:lnTo>
                  <a:pt x="81417" y="130"/>
                </a:lnTo>
                <a:lnTo>
                  <a:pt x="81380" y="112"/>
                </a:lnTo>
                <a:lnTo>
                  <a:pt x="81324" y="112"/>
                </a:lnTo>
                <a:lnTo>
                  <a:pt x="81212" y="149"/>
                </a:lnTo>
                <a:lnTo>
                  <a:pt x="81101" y="205"/>
                </a:lnTo>
                <a:lnTo>
                  <a:pt x="80989" y="261"/>
                </a:lnTo>
                <a:lnTo>
                  <a:pt x="80877" y="317"/>
                </a:lnTo>
                <a:lnTo>
                  <a:pt x="80784" y="335"/>
                </a:lnTo>
                <a:lnTo>
                  <a:pt x="80747" y="335"/>
                </a:lnTo>
                <a:lnTo>
                  <a:pt x="80654" y="242"/>
                </a:lnTo>
                <a:lnTo>
                  <a:pt x="80542" y="186"/>
                </a:lnTo>
                <a:lnTo>
                  <a:pt x="80449" y="130"/>
                </a:lnTo>
                <a:lnTo>
                  <a:pt x="80337" y="112"/>
                </a:lnTo>
                <a:close/>
                <a:moveTo>
                  <a:pt x="14318" y="93"/>
                </a:moveTo>
                <a:lnTo>
                  <a:pt x="14243" y="112"/>
                </a:lnTo>
                <a:lnTo>
                  <a:pt x="14113" y="149"/>
                </a:lnTo>
                <a:lnTo>
                  <a:pt x="14001" y="223"/>
                </a:lnTo>
                <a:lnTo>
                  <a:pt x="13908" y="298"/>
                </a:lnTo>
                <a:lnTo>
                  <a:pt x="13852" y="354"/>
                </a:lnTo>
                <a:lnTo>
                  <a:pt x="13796" y="372"/>
                </a:lnTo>
                <a:lnTo>
                  <a:pt x="13741" y="372"/>
                </a:lnTo>
                <a:lnTo>
                  <a:pt x="13685" y="354"/>
                </a:lnTo>
                <a:lnTo>
                  <a:pt x="13629" y="317"/>
                </a:lnTo>
                <a:lnTo>
                  <a:pt x="13554" y="298"/>
                </a:lnTo>
                <a:lnTo>
                  <a:pt x="13461" y="279"/>
                </a:lnTo>
                <a:lnTo>
                  <a:pt x="13405" y="298"/>
                </a:lnTo>
                <a:lnTo>
                  <a:pt x="13387" y="335"/>
                </a:lnTo>
                <a:lnTo>
                  <a:pt x="13387" y="391"/>
                </a:lnTo>
                <a:lnTo>
                  <a:pt x="13405" y="447"/>
                </a:lnTo>
                <a:lnTo>
                  <a:pt x="13443" y="521"/>
                </a:lnTo>
                <a:lnTo>
                  <a:pt x="13554" y="633"/>
                </a:lnTo>
                <a:lnTo>
                  <a:pt x="13480" y="745"/>
                </a:lnTo>
                <a:lnTo>
                  <a:pt x="13424" y="875"/>
                </a:lnTo>
                <a:lnTo>
                  <a:pt x="13424" y="931"/>
                </a:lnTo>
                <a:lnTo>
                  <a:pt x="13424" y="968"/>
                </a:lnTo>
                <a:lnTo>
                  <a:pt x="13480" y="987"/>
                </a:lnTo>
                <a:lnTo>
                  <a:pt x="13554" y="987"/>
                </a:lnTo>
                <a:lnTo>
                  <a:pt x="13610" y="950"/>
                </a:lnTo>
                <a:lnTo>
                  <a:pt x="13666" y="894"/>
                </a:lnTo>
                <a:lnTo>
                  <a:pt x="13722" y="838"/>
                </a:lnTo>
                <a:lnTo>
                  <a:pt x="13759" y="819"/>
                </a:lnTo>
                <a:lnTo>
                  <a:pt x="13778" y="801"/>
                </a:lnTo>
                <a:lnTo>
                  <a:pt x="13834" y="838"/>
                </a:lnTo>
                <a:lnTo>
                  <a:pt x="13908" y="894"/>
                </a:lnTo>
                <a:lnTo>
                  <a:pt x="14020" y="1005"/>
                </a:lnTo>
                <a:lnTo>
                  <a:pt x="14113" y="1061"/>
                </a:lnTo>
                <a:lnTo>
                  <a:pt x="14262" y="1098"/>
                </a:lnTo>
                <a:lnTo>
                  <a:pt x="14318" y="1117"/>
                </a:lnTo>
                <a:lnTo>
                  <a:pt x="14374" y="1098"/>
                </a:lnTo>
                <a:lnTo>
                  <a:pt x="14411" y="1061"/>
                </a:lnTo>
                <a:lnTo>
                  <a:pt x="14448" y="987"/>
                </a:lnTo>
                <a:lnTo>
                  <a:pt x="14448" y="912"/>
                </a:lnTo>
                <a:lnTo>
                  <a:pt x="14411" y="856"/>
                </a:lnTo>
                <a:lnTo>
                  <a:pt x="14355" y="801"/>
                </a:lnTo>
                <a:lnTo>
                  <a:pt x="14299" y="745"/>
                </a:lnTo>
                <a:lnTo>
                  <a:pt x="14150" y="652"/>
                </a:lnTo>
                <a:lnTo>
                  <a:pt x="14038" y="577"/>
                </a:lnTo>
                <a:lnTo>
                  <a:pt x="14262" y="428"/>
                </a:lnTo>
                <a:lnTo>
                  <a:pt x="14355" y="335"/>
                </a:lnTo>
                <a:lnTo>
                  <a:pt x="14392" y="279"/>
                </a:lnTo>
                <a:lnTo>
                  <a:pt x="14411" y="223"/>
                </a:lnTo>
                <a:lnTo>
                  <a:pt x="14392" y="149"/>
                </a:lnTo>
                <a:lnTo>
                  <a:pt x="14374" y="112"/>
                </a:lnTo>
                <a:lnTo>
                  <a:pt x="14318" y="93"/>
                </a:lnTo>
                <a:close/>
                <a:moveTo>
                  <a:pt x="25042" y="74"/>
                </a:moveTo>
                <a:lnTo>
                  <a:pt x="24986" y="93"/>
                </a:lnTo>
                <a:lnTo>
                  <a:pt x="24874" y="168"/>
                </a:lnTo>
                <a:lnTo>
                  <a:pt x="24763" y="242"/>
                </a:lnTo>
                <a:lnTo>
                  <a:pt x="24669" y="335"/>
                </a:lnTo>
                <a:lnTo>
                  <a:pt x="24558" y="410"/>
                </a:lnTo>
                <a:lnTo>
                  <a:pt x="24483" y="447"/>
                </a:lnTo>
                <a:lnTo>
                  <a:pt x="24446" y="465"/>
                </a:lnTo>
                <a:lnTo>
                  <a:pt x="24316" y="372"/>
                </a:lnTo>
                <a:lnTo>
                  <a:pt x="24223" y="317"/>
                </a:lnTo>
                <a:lnTo>
                  <a:pt x="24167" y="298"/>
                </a:lnTo>
                <a:lnTo>
                  <a:pt x="24055" y="298"/>
                </a:lnTo>
                <a:lnTo>
                  <a:pt x="24036" y="317"/>
                </a:lnTo>
                <a:lnTo>
                  <a:pt x="24018" y="335"/>
                </a:lnTo>
                <a:lnTo>
                  <a:pt x="24018" y="372"/>
                </a:lnTo>
                <a:lnTo>
                  <a:pt x="24036" y="447"/>
                </a:lnTo>
                <a:lnTo>
                  <a:pt x="24092" y="521"/>
                </a:lnTo>
                <a:lnTo>
                  <a:pt x="24204" y="614"/>
                </a:lnTo>
                <a:lnTo>
                  <a:pt x="24278" y="670"/>
                </a:lnTo>
                <a:lnTo>
                  <a:pt x="24316" y="726"/>
                </a:lnTo>
                <a:lnTo>
                  <a:pt x="24297" y="763"/>
                </a:lnTo>
                <a:lnTo>
                  <a:pt x="24260" y="819"/>
                </a:lnTo>
                <a:lnTo>
                  <a:pt x="24223" y="856"/>
                </a:lnTo>
                <a:lnTo>
                  <a:pt x="24204" y="912"/>
                </a:lnTo>
                <a:lnTo>
                  <a:pt x="24204" y="968"/>
                </a:lnTo>
                <a:lnTo>
                  <a:pt x="24223" y="987"/>
                </a:lnTo>
                <a:lnTo>
                  <a:pt x="24241" y="987"/>
                </a:lnTo>
                <a:lnTo>
                  <a:pt x="24278" y="968"/>
                </a:lnTo>
                <a:lnTo>
                  <a:pt x="24353" y="894"/>
                </a:lnTo>
                <a:lnTo>
                  <a:pt x="24390" y="875"/>
                </a:lnTo>
                <a:lnTo>
                  <a:pt x="24427" y="856"/>
                </a:lnTo>
                <a:lnTo>
                  <a:pt x="24465" y="856"/>
                </a:lnTo>
                <a:lnTo>
                  <a:pt x="24502" y="875"/>
                </a:lnTo>
                <a:lnTo>
                  <a:pt x="24595" y="950"/>
                </a:lnTo>
                <a:lnTo>
                  <a:pt x="24707" y="1024"/>
                </a:lnTo>
                <a:lnTo>
                  <a:pt x="24800" y="1080"/>
                </a:lnTo>
                <a:lnTo>
                  <a:pt x="24893" y="1117"/>
                </a:lnTo>
                <a:lnTo>
                  <a:pt x="24986" y="1117"/>
                </a:lnTo>
                <a:lnTo>
                  <a:pt x="25023" y="1098"/>
                </a:lnTo>
                <a:lnTo>
                  <a:pt x="25060" y="1080"/>
                </a:lnTo>
                <a:lnTo>
                  <a:pt x="25079" y="1043"/>
                </a:lnTo>
                <a:lnTo>
                  <a:pt x="25079" y="987"/>
                </a:lnTo>
                <a:lnTo>
                  <a:pt x="25060" y="931"/>
                </a:lnTo>
                <a:lnTo>
                  <a:pt x="25023" y="875"/>
                </a:lnTo>
                <a:lnTo>
                  <a:pt x="24930" y="782"/>
                </a:lnTo>
                <a:lnTo>
                  <a:pt x="24818" y="689"/>
                </a:lnTo>
                <a:lnTo>
                  <a:pt x="24707" y="633"/>
                </a:lnTo>
                <a:lnTo>
                  <a:pt x="24986" y="484"/>
                </a:lnTo>
                <a:lnTo>
                  <a:pt x="25135" y="391"/>
                </a:lnTo>
                <a:lnTo>
                  <a:pt x="25172" y="335"/>
                </a:lnTo>
                <a:lnTo>
                  <a:pt x="25209" y="298"/>
                </a:lnTo>
                <a:lnTo>
                  <a:pt x="25209" y="242"/>
                </a:lnTo>
                <a:lnTo>
                  <a:pt x="25209" y="205"/>
                </a:lnTo>
                <a:lnTo>
                  <a:pt x="25191" y="149"/>
                </a:lnTo>
                <a:lnTo>
                  <a:pt x="25172" y="112"/>
                </a:lnTo>
                <a:lnTo>
                  <a:pt x="25135" y="93"/>
                </a:lnTo>
                <a:lnTo>
                  <a:pt x="25079" y="74"/>
                </a:lnTo>
                <a:close/>
                <a:moveTo>
                  <a:pt x="46266" y="112"/>
                </a:moveTo>
                <a:lnTo>
                  <a:pt x="46192" y="149"/>
                </a:lnTo>
                <a:lnTo>
                  <a:pt x="46043" y="242"/>
                </a:lnTo>
                <a:lnTo>
                  <a:pt x="45950" y="317"/>
                </a:lnTo>
                <a:lnTo>
                  <a:pt x="45894" y="242"/>
                </a:lnTo>
                <a:lnTo>
                  <a:pt x="45820" y="168"/>
                </a:lnTo>
                <a:lnTo>
                  <a:pt x="45782" y="149"/>
                </a:lnTo>
                <a:lnTo>
                  <a:pt x="45745" y="130"/>
                </a:lnTo>
                <a:lnTo>
                  <a:pt x="45708" y="130"/>
                </a:lnTo>
                <a:lnTo>
                  <a:pt x="45652" y="149"/>
                </a:lnTo>
                <a:lnTo>
                  <a:pt x="45615" y="168"/>
                </a:lnTo>
                <a:lnTo>
                  <a:pt x="45577" y="205"/>
                </a:lnTo>
                <a:lnTo>
                  <a:pt x="45577" y="261"/>
                </a:lnTo>
                <a:lnTo>
                  <a:pt x="45577" y="298"/>
                </a:lnTo>
                <a:lnTo>
                  <a:pt x="45615" y="391"/>
                </a:lnTo>
                <a:lnTo>
                  <a:pt x="45652" y="465"/>
                </a:lnTo>
                <a:lnTo>
                  <a:pt x="45671" y="540"/>
                </a:lnTo>
                <a:lnTo>
                  <a:pt x="45689" y="559"/>
                </a:lnTo>
                <a:lnTo>
                  <a:pt x="45671" y="670"/>
                </a:lnTo>
                <a:lnTo>
                  <a:pt x="45652" y="726"/>
                </a:lnTo>
                <a:lnTo>
                  <a:pt x="45615" y="782"/>
                </a:lnTo>
                <a:lnTo>
                  <a:pt x="45596" y="838"/>
                </a:lnTo>
                <a:lnTo>
                  <a:pt x="45577" y="894"/>
                </a:lnTo>
                <a:lnTo>
                  <a:pt x="45596" y="950"/>
                </a:lnTo>
                <a:lnTo>
                  <a:pt x="45633" y="968"/>
                </a:lnTo>
                <a:lnTo>
                  <a:pt x="45671" y="950"/>
                </a:lnTo>
                <a:lnTo>
                  <a:pt x="45708" y="931"/>
                </a:lnTo>
                <a:lnTo>
                  <a:pt x="45875" y="745"/>
                </a:lnTo>
                <a:lnTo>
                  <a:pt x="45968" y="856"/>
                </a:lnTo>
                <a:lnTo>
                  <a:pt x="46099" y="987"/>
                </a:lnTo>
                <a:lnTo>
                  <a:pt x="46173" y="1061"/>
                </a:lnTo>
                <a:lnTo>
                  <a:pt x="46248" y="1098"/>
                </a:lnTo>
                <a:lnTo>
                  <a:pt x="46322" y="1117"/>
                </a:lnTo>
                <a:lnTo>
                  <a:pt x="46359" y="1098"/>
                </a:lnTo>
                <a:lnTo>
                  <a:pt x="46378" y="1098"/>
                </a:lnTo>
                <a:lnTo>
                  <a:pt x="46397" y="1061"/>
                </a:lnTo>
                <a:lnTo>
                  <a:pt x="46415" y="1043"/>
                </a:lnTo>
                <a:lnTo>
                  <a:pt x="46397" y="968"/>
                </a:lnTo>
                <a:lnTo>
                  <a:pt x="46359" y="894"/>
                </a:lnTo>
                <a:lnTo>
                  <a:pt x="46304" y="819"/>
                </a:lnTo>
                <a:lnTo>
                  <a:pt x="46192" y="652"/>
                </a:lnTo>
                <a:lnTo>
                  <a:pt x="46099" y="559"/>
                </a:lnTo>
                <a:lnTo>
                  <a:pt x="46229" y="484"/>
                </a:lnTo>
                <a:lnTo>
                  <a:pt x="46378" y="391"/>
                </a:lnTo>
                <a:lnTo>
                  <a:pt x="46434" y="335"/>
                </a:lnTo>
                <a:lnTo>
                  <a:pt x="46490" y="279"/>
                </a:lnTo>
                <a:lnTo>
                  <a:pt x="46490" y="205"/>
                </a:lnTo>
                <a:lnTo>
                  <a:pt x="46453" y="149"/>
                </a:lnTo>
                <a:lnTo>
                  <a:pt x="46397" y="112"/>
                </a:lnTo>
                <a:close/>
                <a:moveTo>
                  <a:pt x="51833" y="93"/>
                </a:moveTo>
                <a:lnTo>
                  <a:pt x="51721" y="130"/>
                </a:lnTo>
                <a:lnTo>
                  <a:pt x="51573" y="242"/>
                </a:lnTo>
                <a:lnTo>
                  <a:pt x="51479" y="317"/>
                </a:lnTo>
                <a:lnTo>
                  <a:pt x="51424" y="372"/>
                </a:lnTo>
                <a:lnTo>
                  <a:pt x="51386" y="391"/>
                </a:lnTo>
                <a:lnTo>
                  <a:pt x="51330" y="372"/>
                </a:lnTo>
                <a:lnTo>
                  <a:pt x="51275" y="335"/>
                </a:lnTo>
                <a:lnTo>
                  <a:pt x="51163" y="242"/>
                </a:lnTo>
                <a:lnTo>
                  <a:pt x="51088" y="205"/>
                </a:lnTo>
                <a:lnTo>
                  <a:pt x="50995" y="168"/>
                </a:lnTo>
                <a:lnTo>
                  <a:pt x="50921" y="168"/>
                </a:lnTo>
                <a:lnTo>
                  <a:pt x="50884" y="186"/>
                </a:lnTo>
                <a:lnTo>
                  <a:pt x="50865" y="242"/>
                </a:lnTo>
                <a:lnTo>
                  <a:pt x="50865" y="279"/>
                </a:lnTo>
                <a:lnTo>
                  <a:pt x="50884" y="335"/>
                </a:lnTo>
                <a:lnTo>
                  <a:pt x="50977" y="447"/>
                </a:lnTo>
                <a:lnTo>
                  <a:pt x="51144" y="614"/>
                </a:lnTo>
                <a:lnTo>
                  <a:pt x="51051" y="707"/>
                </a:lnTo>
                <a:lnTo>
                  <a:pt x="50939" y="819"/>
                </a:lnTo>
                <a:lnTo>
                  <a:pt x="50902" y="875"/>
                </a:lnTo>
                <a:lnTo>
                  <a:pt x="50884" y="950"/>
                </a:lnTo>
                <a:lnTo>
                  <a:pt x="50884" y="1005"/>
                </a:lnTo>
                <a:lnTo>
                  <a:pt x="50902" y="1061"/>
                </a:lnTo>
                <a:lnTo>
                  <a:pt x="50977" y="1117"/>
                </a:lnTo>
                <a:lnTo>
                  <a:pt x="51033" y="1117"/>
                </a:lnTo>
                <a:lnTo>
                  <a:pt x="51107" y="1098"/>
                </a:lnTo>
                <a:lnTo>
                  <a:pt x="51163" y="1043"/>
                </a:lnTo>
                <a:lnTo>
                  <a:pt x="51275" y="912"/>
                </a:lnTo>
                <a:lnTo>
                  <a:pt x="51368" y="819"/>
                </a:lnTo>
                <a:lnTo>
                  <a:pt x="51461" y="912"/>
                </a:lnTo>
                <a:lnTo>
                  <a:pt x="51591" y="1024"/>
                </a:lnTo>
                <a:lnTo>
                  <a:pt x="51666" y="1061"/>
                </a:lnTo>
                <a:lnTo>
                  <a:pt x="51740" y="1080"/>
                </a:lnTo>
                <a:lnTo>
                  <a:pt x="51815" y="1080"/>
                </a:lnTo>
                <a:lnTo>
                  <a:pt x="51870" y="1043"/>
                </a:lnTo>
                <a:lnTo>
                  <a:pt x="51908" y="968"/>
                </a:lnTo>
                <a:lnTo>
                  <a:pt x="51908" y="912"/>
                </a:lnTo>
                <a:lnTo>
                  <a:pt x="51889" y="838"/>
                </a:lnTo>
                <a:lnTo>
                  <a:pt x="51833" y="763"/>
                </a:lnTo>
                <a:lnTo>
                  <a:pt x="51703" y="652"/>
                </a:lnTo>
                <a:lnTo>
                  <a:pt x="51573" y="559"/>
                </a:lnTo>
                <a:lnTo>
                  <a:pt x="51777" y="335"/>
                </a:lnTo>
                <a:lnTo>
                  <a:pt x="51870" y="205"/>
                </a:lnTo>
                <a:lnTo>
                  <a:pt x="51908" y="149"/>
                </a:lnTo>
                <a:lnTo>
                  <a:pt x="51889" y="112"/>
                </a:lnTo>
                <a:lnTo>
                  <a:pt x="51870" y="93"/>
                </a:lnTo>
                <a:close/>
                <a:moveTo>
                  <a:pt x="32191" y="93"/>
                </a:moveTo>
                <a:lnTo>
                  <a:pt x="32117" y="112"/>
                </a:lnTo>
                <a:lnTo>
                  <a:pt x="32098" y="149"/>
                </a:lnTo>
                <a:lnTo>
                  <a:pt x="32079" y="205"/>
                </a:lnTo>
                <a:lnTo>
                  <a:pt x="32117" y="279"/>
                </a:lnTo>
                <a:lnTo>
                  <a:pt x="32191" y="410"/>
                </a:lnTo>
                <a:lnTo>
                  <a:pt x="32266" y="521"/>
                </a:lnTo>
                <a:lnTo>
                  <a:pt x="32191" y="577"/>
                </a:lnTo>
                <a:lnTo>
                  <a:pt x="32117" y="652"/>
                </a:lnTo>
                <a:lnTo>
                  <a:pt x="32042" y="726"/>
                </a:lnTo>
                <a:lnTo>
                  <a:pt x="32042" y="763"/>
                </a:lnTo>
                <a:lnTo>
                  <a:pt x="32042" y="819"/>
                </a:lnTo>
                <a:lnTo>
                  <a:pt x="32061" y="856"/>
                </a:lnTo>
                <a:lnTo>
                  <a:pt x="32117" y="894"/>
                </a:lnTo>
                <a:lnTo>
                  <a:pt x="32154" y="912"/>
                </a:lnTo>
                <a:lnTo>
                  <a:pt x="32210" y="912"/>
                </a:lnTo>
                <a:lnTo>
                  <a:pt x="32340" y="856"/>
                </a:lnTo>
                <a:lnTo>
                  <a:pt x="32415" y="838"/>
                </a:lnTo>
                <a:lnTo>
                  <a:pt x="32470" y="819"/>
                </a:lnTo>
                <a:lnTo>
                  <a:pt x="32526" y="819"/>
                </a:lnTo>
                <a:lnTo>
                  <a:pt x="32563" y="838"/>
                </a:lnTo>
                <a:lnTo>
                  <a:pt x="32638" y="912"/>
                </a:lnTo>
                <a:lnTo>
                  <a:pt x="32806" y="1043"/>
                </a:lnTo>
                <a:lnTo>
                  <a:pt x="32917" y="1098"/>
                </a:lnTo>
                <a:lnTo>
                  <a:pt x="33010" y="1136"/>
                </a:lnTo>
                <a:lnTo>
                  <a:pt x="33085" y="1136"/>
                </a:lnTo>
                <a:lnTo>
                  <a:pt x="33141" y="1117"/>
                </a:lnTo>
                <a:lnTo>
                  <a:pt x="33178" y="1098"/>
                </a:lnTo>
                <a:lnTo>
                  <a:pt x="33196" y="1080"/>
                </a:lnTo>
                <a:lnTo>
                  <a:pt x="33215" y="1043"/>
                </a:lnTo>
                <a:lnTo>
                  <a:pt x="33196" y="1005"/>
                </a:lnTo>
                <a:lnTo>
                  <a:pt x="33159" y="931"/>
                </a:lnTo>
                <a:lnTo>
                  <a:pt x="33085" y="838"/>
                </a:lnTo>
                <a:lnTo>
                  <a:pt x="33010" y="745"/>
                </a:lnTo>
                <a:lnTo>
                  <a:pt x="32861" y="633"/>
                </a:lnTo>
                <a:lnTo>
                  <a:pt x="32992" y="559"/>
                </a:lnTo>
                <a:lnTo>
                  <a:pt x="33141" y="484"/>
                </a:lnTo>
                <a:lnTo>
                  <a:pt x="33196" y="428"/>
                </a:lnTo>
                <a:lnTo>
                  <a:pt x="33234" y="372"/>
                </a:lnTo>
                <a:lnTo>
                  <a:pt x="33252" y="298"/>
                </a:lnTo>
                <a:lnTo>
                  <a:pt x="33252" y="223"/>
                </a:lnTo>
                <a:lnTo>
                  <a:pt x="33196" y="168"/>
                </a:lnTo>
                <a:lnTo>
                  <a:pt x="33159" y="130"/>
                </a:lnTo>
                <a:lnTo>
                  <a:pt x="33085" y="112"/>
                </a:lnTo>
                <a:lnTo>
                  <a:pt x="33029" y="112"/>
                </a:lnTo>
                <a:lnTo>
                  <a:pt x="32880" y="149"/>
                </a:lnTo>
                <a:lnTo>
                  <a:pt x="32768" y="205"/>
                </a:lnTo>
                <a:lnTo>
                  <a:pt x="32657" y="298"/>
                </a:lnTo>
                <a:lnTo>
                  <a:pt x="32582" y="335"/>
                </a:lnTo>
                <a:lnTo>
                  <a:pt x="32526" y="354"/>
                </a:lnTo>
                <a:lnTo>
                  <a:pt x="32489" y="354"/>
                </a:lnTo>
                <a:lnTo>
                  <a:pt x="32452" y="317"/>
                </a:lnTo>
                <a:lnTo>
                  <a:pt x="32377" y="223"/>
                </a:lnTo>
                <a:lnTo>
                  <a:pt x="32284" y="130"/>
                </a:lnTo>
                <a:lnTo>
                  <a:pt x="32247" y="93"/>
                </a:lnTo>
                <a:close/>
                <a:moveTo>
                  <a:pt x="83949" y="93"/>
                </a:moveTo>
                <a:lnTo>
                  <a:pt x="83856" y="112"/>
                </a:lnTo>
                <a:lnTo>
                  <a:pt x="83745" y="186"/>
                </a:lnTo>
                <a:lnTo>
                  <a:pt x="83633" y="261"/>
                </a:lnTo>
                <a:lnTo>
                  <a:pt x="83558" y="298"/>
                </a:lnTo>
                <a:lnTo>
                  <a:pt x="83521" y="335"/>
                </a:lnTo>
                <a:lnTo>
                  <a:pt x="83484" y="317"/>
                </a:lnTo>
                <a:lnTo>
                  <a:pt x="83428" y="298"/>
                </a:lnTo>
                <a:lnTo>
                  <a:pt x="83354" y="242"/>
                </a:lnTo>
                <a:lnTo>
                  <a:pt x="83279" y="186"/>
                </a:lnTo>
                <a:lnTo>
                  <a:pt x="83186" y="130"/>
                </a:lnTo>
                <a:lnTo>
                  <a:pt x="83093" y="130"/>
                </a:lnTo>
                <a:lnTo>
                  <a:pt x="83074" y="168"/>
                </a:lnTo>
                <a:lnTo>
                  <a:pt x="83056" y="186"/>
                </a:lnTo>
                <a:lnTo>
                  <a:pt x="83056" y="223"/>
                </a:lnTo>
                <a:lnTo>
                  <a:pt x="83056" y="261"/>
                </a:lnTo>
                <a:lnTo>
                  <a:pt x="83093" y="335"/>
                </a:lnTo>
                <a:lnTo>
                  <a:pt x="83130" y="410"/>
                </a:lnTo>
                <a:lnTo>
                  <a:pt x="83205" y="484"/>
                </a:lnTo>
                <a:lnTo>
                  <a:pt x="83242" y="521"/>
                </a:lnTo>
                <a:lnTo>
                  <a:pt x="83260" y="559"/>
                </a:lnTo>
                <a:lnTo>
                  <a:pt x="83242" y="596"/>
                </a:lnTo>
                <a:lnTo>
                  <a:pt x="83186" y="652"/>
                </a:lnTo>
                <a:lnTo>
                  <a:pt x="83112" y="745"/>
                </a:lnTo>
                <a:lnTo>
                  <a:pt x="83000" y="894"/>
                </a:lnTo>
                <a:lnTo>
                  <a:pt x="82963" y="968"/>
                </a:lnTo>
                <a:lnTo>
                  <a:pt x="82944" y="1024"/>
                </a:lnTo>
                <a:lnTo>
                  <a:pt x="82963" y="1061"/>
                </a:lnTo>
                <a:lnTo>
                  <a:pt x="82981" y="1098"/>
                </a:lnTo>
                <a:lnTo>
                  <a:pt x="83000" y="1117"/>
                </a:lnTo>
                <a:lnTo>
                  <a:pt x="83074" y="1136"/>
                </a:lnTo>
                <a:lnTo>
                  <a:pt x="83149" y="1117"/>
                </a:lnTo>
                <a:lnTo>
                  <a:pt x="83186" y="1098"/>
                </a:lnTo>
                <a:lnTo>
                  <a:pt x="83205" y="1080"/>
                </a:lnTo>
                <a:lnTo>
                  <a:pt x="83447" y="745"/>
                </a:lnTo>
                <a:lnTo>
                  <a:pt x="83577" y="838"/>
                </a:lnTo>
                <a:lnTo>
                  <a:pt x="83726" y="950"/>
                </a:lnTo>
                <a:lnTo>
                  <a:pt x="83800" y="1005"/>
                </a:lnTo>
                <a:lnTo>
                  <a:pt x="83875" y="1024"/>
                </a:lnTo>
                <a:lnTo>
                  <a:pt x="83949" y="1005"/>
                </a:lnTo>
                <a:lnTo>
                  <a:pt x="84024" y="968"/>
                </a:lnTo>
                <a:lnTo>
                  <a:pt x="84061" y="931"/>
                </a:lnTo>
                <a:lnTo>
                  <a:pt x="84080" y="894"/>
                </a:lnTo>
                <a:lnTo>
                  <a:pt x="84080" y="856"/>
                </a:lnTo>
                <a:lnTo>
                  <a:pt x="84080" y="819"/>
                </a:lnTo>
                <a:lnTo>
                  <a:pt x="84042" y="745"/>
                </a:lnTo>
                <a:lnTo>
                  <a:pt x="83987" y="689"/>
                </a:lnTo>
                <a:lnTo>
                  <a:pt x="83800" y="559"/>
                </a:lnTo>
                <a:lnTo>
                  <a:pt x="83670" y="484"/>
                </a:lnTo>
                <a:lnTo>
                  <a:pt x="83782" y="372"/>
                </a:lnTo>
                <a:lnTo>
                  <a:pt x="83931" y="205"/>
                </a:lnTo>
                <a:lnTo>
                  <a:pt x="83968" y="149"/>
                </a:lnTo>
                <a:lnTo>
                  <a:pt x="83987" y="93"/>
                </a:lnTo>
                <a:close/>
                <a:moveTo>
                  <a:pt x="86668" y="74"/>
                </a:moveTo>
                <a:lnTo>
                  <a:pt x="86593" y="93"/>
                </a:lnTo>
                <a:lnTo>
                  <a:pt x="86500" y="130"/>
                </a:lnTo>
                <a:lnTo>
                  <a:pt x="86426" y="168"/>
                </a:lnTo>
                <a:lnTo>
                  <a:pt x="86351" y="223"/>
                </a:lnTo>
                <a:lnTo>
                  <a:pt x="86258" y="279"/>
                </a:lnTo>
                <a:lnTo>
                  <a:pt x="86183" y="335"/>
                </a:lnTo>
                <a:lnTo>
                  <a:pt x="86090" y="335"/>
                </a:lnTo>
                <a:lnTo>
                  <a:pt x="86016" y="298"/>
                </a:lnTo>
                <a:lnTo>
                  <a:pt x="85904" y="186"/>
                </a:lnTo>
                <a:lnTo>
                  <a:pt x="85774" y="112"/>
                </a:lnTo>
                <a:lnTo>
                  <a:pt x="85718" y="93"/>
                </a:lnTo>
                <a:lnTo>
                  <a:pt x="85699" y="112"/>
                </a:lnTo>
                <a:lnTo>
                  <a:pt x="85681" y="130"/>
                </a:lnTo>
                <a:lnTo>
                  <a:pt x="85699" y="168"/>
                </a:lnTo>
                <a:lnTo>
                  <a:pt x="85737" y="261"/>
                </a:lnTo>
                <a:lnTo>
                  <a:pt x="85848" y="391"/>
                </a:lnTo>
                <a:lnTo>
                  <a:pt x="85904" y="447"/>
                </a:lnTo>
                <a:lnTo>
                  <a:pt x="85960" y="503"/>
                </a:lnTo>
                <a:lnTo>
                  <a:pt x="85960" y="521"/>
                </a:lnTo>
                <a:lnTo>
                  <a:pt x="85941" y="577"/>
                </a:lnTo>
                <a:lnTo>
                  <a:pt x="85886" y="633"/>
                </a:lnTo>
                <a:lnTo>
                  <a:pt x="85793" y="726"/>
                </a:lnTo>
                <a:lnTo>
                  <a:pt x="85737" y="801"/>
                </a:lnTo>
                <a:lnTo>
                  <a:pt x="85699" y="894"/>
                </a:lnTo>
                <a:lnTo>
                  <a:pt x="85681" y="987"/>
                </a:lnTo>
                <a:lnTo>
                  <a:pt x="85681" y="1024"/>
                </a:lnTo>
                <a:lnTo>
                  <a:pt x="85681" y="1061"/>
                </a:lnTo>
                <a:lnTo>
                  <a:pt x="85737" y="1117"/>
                </a:lnTo>
                <a:lnTo>
                  <a:pt x="85793" y="1136"/>
                </a:lnTo>
                <a:lnTo>
                  <a:pt x="85848" y="1136"/>
                </a:lnTo>
                <a:lnTo>
                  <a:pt x="85923" y="1098"/>
                </a:lnTo>
                <a:lnTo>
                  <a:pt x="85997" y="1024"/>
                </a:lnTo>
                <a:lnTo>
                  <a:pt x="86053" y="950"/>
                </a:lnTo>
                <a:lnTo>
                  <a:pt x="86183" y="763"/>
                </a:lnTo>
                <a:lnTo>
                  <a:pt x="86258" y="856"/>
                </a:lnTo>
                <a:lnTo>
                  <a:pt x="86370" y="968"/>
                </a:lnTo>
                <a:lnTo>
                  <a:pt x="86444" y="1005"/>
                </a:lnTo>
                <a:lnTo>
                  <a:pt x="86500" y="1043"/>
                </a:lnTo>
                <a:lnTo>
                  <a:pt x="86556" y="1024"/>
                </a:lnTo>
                <a:lnTo>
                  <a:pt x="86612" y="1005"/>
                </a:lnTo>
                <a:lnTo>
                  <a:pt x="86649" y="950"/>
                </a:lnTo>
                <a:lnTo>
                  <a:pt x="86649" y="875"/>
                </a:lnTo>
                <a:lnTo>
                  <a:pt x="86612" y="819"/>
                </a:lnTo>
                <a:lnTo>
                  <a:pt x="86574" y="745"/>
                </a:lnTo>
                <a:lnTo>
                  <a:pt x="86444" y="633"/>
                </a:lnTo>
                <a:lnTo>
                  <a:pt x="86351" y="540"/>
                </a:lnTo>
                <a:lnTo>
                  <a:pt x="86556" y="335"/>
                </a:lnTo>
                <a:lnTo>
                  <a:pt x="86668" y="205"/>
                </a:lnTo>
                <a:lnTo>
                  <a:pt x="86705" y="149"/>
                </a:lnTo>
                <a:lnTo>
                  <a:pt x="86723" y="112"/>
                </a:lnTo>
                <a:lnTo>
                  <a:pt x="86705" y="93"/>
                </a:lnTo>
                <a:lnTo>
                  <a:pt x="86668" y="74"/>
                </a:lnTo>
                <a:close/>
                <a:moveTo>
                  <a:pt x="91936" y="74"/>
                </a:moveTo>
                <a:lnTo>
                  <a:pt x="91881" y="93"/>
                </a:lnTo>
                <a:lnTo>
                  <a:pt x="91843" y="130"/>
                </a:lnTo>
                <a:lnTo>
                  <a:pt x="91750" y="242"/>
                </a:lnTo>
                <a:lnTo>
                  <a:pt x="91657" y="317"/>
                </a:lnTo>
                <a:lnTo>
                  <a:pt x="91601" y="391"/>
                </a:lnTo>
                <a:lnTo>
                  <a:pt x="91434" y="279"/>
                </a:lnTo>
                <a:lnTo>
                  <a:pt x="91322" y="223"/>
                </a:lnTo>
                <a:lnTo>
                  <a:pt x="91266" y="205"/>
                </a:lnTo>
                <a:lnTo>
                  <a:pt x="91210" y="205"/>
                </a:lnTo>
                <a:lnTo>
                  <a:pt x="91173" y="242"/>
                </a:lnTo>
                <a:lnTo>
                  <a:pt x="91155" y="298"/>
                </a:lnTo>
                <a:lnTo>
                  <a:pt x="91192" y="354"/>
                </a:lnTo>
                <a:lnTo>
                  <a:pt x="91229" y="410"/>
                </a:lnTo>
                <a:lnTo>
                  <a:pt x="91322" y="521"/>
                </a:lnTo>
                <a:lnTo>
                  <a:pt x="91359" y="577"/>
                </a:lnTo>
                <a:lnTo>
                  <a:pt x="91378" y="614"/>
                </a:lnTo>
                <a:lnTo>
                  <a:pt x="91359" y="670"/>
                </a:lnTo>
                <a:lnTo>
                  <a:pt x="91322" y="707"/>
                </a:lnTo>
                <a:lnTo>
                  <a:pt x="91210" y="801"/>
                </a:lnTo>
                <a:lnTo>
                  <a:pt x="91080" y="875"/>
                </a:lnTo>
                <a:lnTo>
                  <a:pt x="91061" y="931"/>
                </a:lnTo>
                <a:lnTo>
                  <a:pt x="91043" y="987"/>
                </a:lnTo>
                <a:lnTo>
                  <a:pt x="91061" y="1024"/>
                </a:lnTo>
                <a:lnTo>
                  <a:pt x="91080" y="1061"/>
                </a:lnTo>
                <a:lnTo>
                  <a:pt x="91136" y="1117"/>
                </a:lnTo>
                <a:lnTo>
                  <a:pt x="91229" y="1136"/>
                </a:lnTo>
                <a:lnTo>
                  <a:pt x="91266" y="1117"/>
                </a:lnTo>
                <a:lnTo>
                  <a:pt x="91303" y="1098"/>
                </a:lnTo>
                <a:lnTo>
                  <a:pt x="91583" y="856"/>
                </a:lnTo>
                <a:lnTo>
                  <a:pt x="91657" y="931"/>
                </a:lnTo>
                <a:lnTo>
                  <a:pt x="91788" y="1005"/>
                </a:lnTo>
                <a:lnTo>
                  <a:pt x="91843" y="1024"/>
                </a:lnTo>
                <a:lnTo>
                  <a:pt x="91899" y="1024"/>
                </a:lnTo>
                <a:lnTo>
                  <a:pt x="91955" y="987"/>
                </a:lnTo>
                <a:lnTo>
                  <a:pt x="91992" y="950"/>
                </a:lnTo>
                <a:lnTo>
                  <a:pt x="92011" y="875"/>
                </a:lnTo>
                <a:lnTo>
                  <a:pt x="92011" y="819"/>
                </a:lnTo>
                <a:lnTo>
                  <a:pt x="91992" y="763"/>
                </a:lnTo>
                <a:lnTo>
                  <a:pt x="91955" y="707"/>
                </a:lnTo>
                <a:lnTo>
                  <a:pt x="91881" y="614"/>
                </a:lnTo>
                <a:lnTo>
                  <a:pt x="91862" y="577"/>
                </a:lnTo>
                <a:lnTo>
                  <a:pt x="91862" y="540"/>
                </a:lnTo>
                <a:lnTo>
                  <a:pt x="91862" y="484"/>
                </a:lnTo>
                <a:lnTo>
                  <a:pt x="91899" y="428"/>
                </a:lnTo>
                <a:lnTo>
                  <a:pt x="91992" y="335"/>
                </a:lnTo>
                <a:lnTo>
                  <a:pt x="92030" y="279"/>
                </a:lnTo>
                <a:lnTo>
                  <a:pt x="92048" y="223"/>
                </a:lnTo>
                <a:lnTo>
                  <a:pt x="92067" y="168"/>
                </a:lnTo>
                <a:lnTo>
                  <a:pt x="92030" y="112"/>
                </a:lnTo>
                <a:lnTo>
                  <a:pt x="91992" y="74"/>
                </a:lnTo>
                <a:close/>
                <a:moveTo>
                  <a:pt x="8937" y="56"/>
                </a:moveTo>
                <a:lnTo>
                  <a:pt x="8900" y="74"/>
                </a:lnTo>
                <a:lnTo>
                  <a:pt x="8844" y="74"/>
                </a:lnTo>
                <a:lnTo>
                  <a:pt x="8751" y="130"/>
                </a:lnTo>
                <a:lnTo>
                  <a:pt x="8676" y="205"/>
                </a:lnTo>
                <a:lnTo>
                  <a:pt x="8509" y="372"/>
                </a:lnTo>
                <a:lnTo>
                  <a:pt x="8434" y="428"/>
                </a:lnTo>
                <a:lnTo>
                  <a:pt x="8397" y="428"/>
                </a:lnTo>
                <a:lnTo>
                  <a:pt x="8360" y="447"/>
                </a:lnTo>
                <a:lnTo>
                  <a:pt x="8304" y="428"/>
                </a:lnTo>
                <a:lnTo>
                  <a:pt x="8267" y="391"/>
                </a:lnTo>
                <a:lnTo>
                  <a:pt x="8192" y="317"/>
                </a:lnTo>
                <a:lnTo>
                  <a:pt x="8099" y="242"/>
                </a:lnTo>
                <a:lnTo>
                  <a:pt x="8062" y="223"/>
                </a:lnTo>
                <a:lnTo>
                  <a:pt x="8006" y="223"/>
                </a:lnTo>
                <a:lnTo>
                  <a:pt x="7969" y="261"/>
                </a:lnTo>
                <a:lnTo>
                  <a:pt x="7950" y="279"/>
                </a:lnTo>
                <a:lnTo>
                  <a:pt x="7950" y="317"/>
                </a:lnTo>
                <a:lnTo>
                  <a:pt x="7969" y="372"/>
                </a:lnTo>
                <a:lnTo>
                  <a:pt x="8025" y="447"/>
                </a:lnTo>
                <a:lnTo>
                  <a:pt x="8081" y="521"/>
                </a:lnTo>
                <a:lnTo>
                  <a:pt x="8155" y="614"/>
                </a:lnTo>
                <a:lnTo>
                  <a:pt x="8174" y="652"/>
                </a:lnTo>
                <a:lnTo>
                  <a:pt x="8174" y="707"/>
                </a:lnTo>
                <a:lnTo>
                  <a:pt x="8155" y="763"/>
                </a:lnTo>
                <a:lnTo>
                  <a:pt x="8118" y="819"/>
                </a:lnTo>
                <a:lnTo>
                  <a:pt x="8043" y="912"/>
                </a:lnTo>
                <a:lnTo>
                  <a:pt x="8025" y="1005"/>
                </a:lnTo>
                <a:lnTo>
                  <a:pt x="8025" y="1098"/>
                </a:lnTo>
                <a:lnTo>
                  <a:pt x="8043" y="1136"/>
                </a:lnTo>
                <a:lnTo>
                  <a:pt x="8062" y="1154"/>
                </a:lnTo>
                <a:lnTo>
                  <a:pt x="8099" y="1154"/>
                </a:lnTo>
                <a:lnTo>
                  <a:pt x="8155" y="1136"/>
                </a:lnTo>
                <a:lnTo>
                  <a:pt x="8230" y="1080"/>
                </a:lnTo>
                <a:lnTo>
                  <a:pt x="8323" y="1005"/>
                </a:lnTo>
                <a:lnTo>
                  <a:pt x="8416" y="931"/>
                </a:lnTo>
                <a:lnTo>
                  <a:pt x="8490" y="894"/>
                </a:lnTo>
                <a:lnTo>
                  <a:pt x="8528" y="894"/>
                </a:lnTo>
                <a:lnTo>
                  <a:pt x="8565" y="912"/>
                </a:lnTo>
                <a:lnTo>
                  <a:pt x="8658" y="987"/>
                </a:lnTo>
                <a:lnTo>
                  <a:pt x="8751" y="1043"/>
                </a:lnTo>
                <a:lnTo>
                  <a:pt x="8807" y="1061"/>
                </a:lnTo>
                <a:lnTo>
                  <a:pt x="8844" y="1061"/>
                </a:lnTo>
                <a:lnTo>
                  <a:pt x="8956" y="1043"/>
                </a:lnTo>
                <a:lnTo>
                  <a:pt x="8993" y="1043"/>
                </a:lnTo>
                <a:lnTo>
                  <a:pt x="9012" y="1005"/>
                </a:lnTo>
                <a:lnTo>
                  <a:pt x="9012" y="968"/>
                </a:lnTo>
                <a:lnTo>
                  <a:pt x="8993" y="894"/>
                </a:lnTo>
                <a:lnTo>
                  <a:pt x="8937" y="838"/>
                </a:lnTo>
                <a:lnTo>
                  <a:pt x="8881" y="763"/>
                </a:lnTo>
                <a:lnTo>
                  <a:pt x="8751" y="670"/>
                </a:lnTo>
                <a:lnTo>
                  <a:pt x="8900" y="559"/>
                </a:lnTo>
                <a:lnTo>
                  <a:pt x="8993" y="484"/>
                </a:lnTo>
                <a:lnTo>
                  <a:pt x="9067" y="410"/>
                </a:lnTo>
                <a:lnTo>
                  <a:pt x="9123" y="335"/>
                </a:lnTo>
                <a:lnTo>
                  <a:pt x="9142" y="242"/>
                </a:lnTo>
                <a:lnTo>
                  <a:pt x="9142" y="205"/>
                </a:lnTo>
                <a:lnTo>
                  <a:pt x="9123" y="168"/>
                </a:lnTo>
                <a:lnTo>
                  <a:pt x="9086" y="130"/>
                </a:lnTo>
                <a:lnTo>
                  <a:pt x="9049" y="93"/>
                </a:lnTo>
                <a:lnTo>
                  <a:pt x="8993" y="74"/>
                </a:lnTo>
                <a:lnTo>
                  <a:pt x="8937" y="56"/>
                </a:lnTo>
                <a:close/>
                <a:moveTo>
                  <a:pt x="35840" y="19"/>
                </a:moveTo>
                <a:lnTo>
                  <a:pt x="35766" y="37"/>
                </a:lnTo>
                <a:lnTo>
                  <a:pt x="35691" y="56"/>
                </a:lnTo>
                <a:lnTo>
                  <a:pt x="35542" y="168"/>
                </a:lnTo>
                <a:lnTo>
                  <a:pt x="35431" y="242"/>
                </a:lnTo>
                <a:lnTo>
                  <a:pt x="35338" y="354"/>
                </a:lnTo>
                <a:lnTo>
                  <a:pt x="35282" y="410"/>
                </a:lnTo>
                <a:lnTo>
                  <a:pt x="35244" y="428"/>
                </a:lnTo>
                <a:lnTo>
                  <a:pt x="35207" y="428"/>
                </a:lnTo>
                <a:lnTo>
                  <a:pt x="35151" y="391"/>
                </a:lnTo>
                <a:lnTo>
                  <a:pt x="35058" y="298"/>
                </a:lnTo>
                <a:lnTo>
                  <a:pt x="34965" y="205"/>
                </a:lnTo>
                <a:lnTo>
                  <a:pt x="34928" y="186"/>
                </a:lnTo>
                <a:lnTo>
                  <a:pt x="34872" y="168"/>
                </a:lnTo>
                <a:lnTo>
                  <a:pt x="34816" y="168"/>
                </a:lnTo>
                <a:lnTo>
                  <a:pt x="34760" y="186"/>
                </a:lnTo>
                <a:lnTo>
                  <a:pt x="34742" y="205"/>
                </a:lnTo>
                <a:lnTo>
                  <a:pt x="34723" y="223"/>
                </a:lnTo>
                <a:lnTo>
                  <a:pt x="34723" y="298"/>
                </a:lnTo>
                <a:lnTo>
                  <a:pt x="34779" y="391"/>
                </a:lnTo>
                <a:lnTo>
                  <a:pt x="34835" y="484"/>
                </a:lnTo>
                <a:lnTo>
                  <a:pt x="34909" y="577"/>
                </a:lnTo>
                <a:lnTo>
                  <a:pt x="35021" y="707"/>
                </a:lnTo>
                <a:lnTo>
                  <a:pt x="34947" y="819"/>
                </a:lnTo>
                <a:lnTo>
                  <a:pt x="34909" y="931"/>
                </a:lnTo>
                <a:lnTo>
                  <a:pt x="34909" y="968"/>
                </a:lnTo>
                <a:lnTo>
                  <a:pt x="34928" y="987"/>
                </a:lnTo>
                <a:lnTo>
                  <a:pt x="34965" y="987"/>
                </a:lnTo>
                <a:lnTo>
                  <a:pt x="35040" y="950"/>
                </a:lnTo>
                <a:lnTo>
                  <a:pt x="35170" y="838"/>
                </a:lnTo>
                <a:lnTo>
                  <a:pt x="35300" y="931"/>
                </a:lnTo>
                <a:lnTo>
                  <a:pt x="35375" y="968"/>
                </a:lnTo>
                <a:lnTo>
                  <a:pt x="35431" y="1005"/>
                </a:lnTo>
                <a:lnTo>
                  <a:pt x="35580" y="1117"/>
                </a:lnTo>
                <a:lnTo>
                  <a:pt x="35710" y="1154"/>
                </a:lnTo>
                <a:lnTo>
                  <a:pt x="35766" y="1154"/>
                </a:lnTo>
                <a:lnTo>
                  <a:pt x="35822" y="1136"/>
                </a:lnTo>
                <a:lnTo>
                  <a:pt x="35877" y="1117"/>
                </a:lnTo>
                <a:lnTo>
                  <a:pt x="35896" y="1080"/>
                </a:lnTo>
                <a:lnTo>
                  <a:pt x="35896" y="1024"/>
                </a:lnTo>
                <a:lnTo>
                  <a:pt x="35877" y="950"/>
                </a:lnTo>
                <a:lnTo>
                  <a:pt x="35859" y="894"/>
                </a:lnTo>
                <a:lnTo>
                  <a:pt x="35803" y="838"/>
                </a:lnTo>
                <a:lnTo>
                  <a:pt x="35673" y="745"/>
                </a:lnTo>
                <a:lnTo>
                  <a:pt x="35449" y="596"/>
                </a:lnTo>
                <a:lnTo>
                  <a:pt x="35747" y="391"/>
                </a:lnTo>
                <a:lnTo>
                  <a:pt x="35822" y="317"/>
                </a:lnTo>
                <a:lnTo>
                  <a:pt x="35896" y="242"/>
                </a:lnTo>
                <a:lnTo>
                  <a:pt x="35933" y="168"/>
                </a:lnTo>
                <a:lnTo>
                  <a:pt x="35933" y="112"/>
                </a:lnTo>
                <a:lnTo>
                  <a:pt x="35896" y="37"/>
                </a:lnTo>
                <a:lnTo>
                  <a:pt x="35840" y="19"/>
                </a:lnTo>
                <a:close/>
                <a:moveTo>
                  <a:pt x="88548" y="56"/>
                </a:moveTo>
                <a:lnTo>
                  <a:pt x="88474" y="74"/>
                </a:lnTo>
                <a:lnTo>
                  <a:pt x="88399" y="112"/>
                </a:lnTo>
                <a:lnTo>
                  <a:pt x="88362" y="186"/>
                </a:lnTo>
                <a:lnTo>
                  <a:pt x="88362" y="242"/>
                </a:lnTo>
                <a:lnTo>
                  <a:pt x="88380" y="298"/>
                </a:lnTo>
                <a:lnTo>
                  <a:pt x="88455" y="410"/>
                </a:lnTo>
                <a:lnTo>
                  <a:pt x="88622" y="614"/>
                </a:lnTo>
                <a:lnTo>
                  <a:pt x="88492" y="689"/>
                </a:lnTo>
                <a:lnTo>
                  <a:pt x="88325" y="838"/>
                </a:lnTo>
                <a:lnTo>
                  <a:pt x="88250" y="912"/>
                </a:lnTo>
                <a:lnTo>
                  <a:pt x="88213" y="987"/>
                </a:lnTo>
                <a:lnTo>
                  <a:pt x="88213" y="1024"/>
                </a:lnTo>
                <a:lnTo>
                  <a:pt x="88231" y="1061"/>
                </a:lnTo>
                <a:lnTo>
                  <a:pt x="88250" y="1080"/>
                </a:lnTo>
                <a:lnTo>
                  <a:pt x="88306" y="1117"/>
                </a:lnTo>
                <a:lnTo>
                  <a:pt x="88399" y="1117"/>
                </a:lnTo>
                <a:lnTo>
                  <a:pt x="88529" y="1061"/>
                </a:lnTo>
                <a:lnTo>
                  <a:pt x="88641" y="987"/>
                </a:lnTo>
                <a:lnTo>
                  <a:pt x="88753" y="931"/>
                </a:lnTo>
                <a:lnTo>
                  <a:pt x="88864" y="931"/>
                </a:lnTo>
                <a:lnTo>
                  <a:pt x="88864" y="950"/>
                </a:lnTo>
                <a:lnTo>
                  <a:pt x="88902" y="1005"/>
                </a:lnTo>
                <a:lnTo>
                  <a:pt x="88958" y="1080"/>
                </a:lnTo>
                <a:lnTo>
                  <a:pt x="89051" y="1154"/>
                </a:lnTo>
                <a:lnTo>
                  <a:pt x="89088" y="1154"/>
                </a:lnTo>
                <a:lnTo>
                  <a:pt x="89144" y="1136"/>
                </a:lnTo>
                <a:lnTo>
                  <a:pt x="89181" y="1098"/>
                </a:lnTo>
                <a:lnTo>
                  <a:pt x="89200" y="1061"/>
                </a:lnTo>
                <a:lnTo>
                  <a:pt x="89200" y="1024"/>
                </a:lnTo>
                <a:lnTo>
                  <a:pt x="89181" y="968"/>
                </a:lnTo>
                <a:lnTo>
                  <a:pt x="89162" y="875"/>
                </a:lnTo>
                <a:lnTo>
                  <a:pt x="89144" y="801"/>
                </a:lnTo>
                <a:lnTo>
                  <a:pt x="89162" y="763"/>
                </a:lnTo>
                <a:lnTo>
                  <a:pt x="89181" y="726"/>
                </a:lnTo>
                <a:lnTo>
                  <a:pt x="89255" y="689"/>
                </a:lnTo>
                <a:lnTo>
                  <a:pt x="89330" y="633"/>
                </a:lnTo>
                <a:lnTo>
                  <a:pt x="89404" y="577"/>
                </a:lnTo>
                <a:lnTo>
                  <a:pt x="89460" y="521"/>
                </a:lnTo>
                <a:lnTo>
                  <a:pt x="89516" y="447"/>
                </a:lnTo>
                <a:lnTo>
                  <a:pt x="89535" y="391"/>
                </a:lnTo>
                <a:lnTo>
                  <a:pt x="89535" y="354"/>
                </a:lnTo>
                <a:lnTo>
                  <a:pt x="89516" y="317"/>
                </a:lnTo>
                <a:lnTo>
                  <a:pt x="89498" y="298"/>
                </a:lnTo>
                <a:lnTo>
                  <a:pt x="89423" y="261"/>
                </a:lnTo>
                <a:lnTo>
                  <a:pt x="89293" y="261"/>
                </a:lnTo>
                <a:lnTo>
                  <a:pt x="89237" y="298"/>
                </a:lnTo>
                <a:lnTo>
                  <a:pt x="89107" y="354"/>
                </a:lnTo>
                <a:lnTo>
                  <a:pt x="89051" y="372"/>
                </a:lnTo>
                <a:lnTo>
                  <a:pt x="88995" y="391"/>
                </a:lnTo>
                <a:lnTo>
                  <a:pt x="88939" y="372"/>
                </a:lnTo>
                <a:lnTo>
                  <a:pt x="88902" y="354"/>
                </a:lnTo>
                <a:lnTo>
                  <a:pt x="88809" y="261"/>
                </a:lnTo>
                <a:lnTo>
                  <a:pt x="88716" y="149"/>
                </a:lnTo>
                <a:lnTo>
                  <a:pt x="88678" y="112"/>
                </a:lnTo>
                <a:lnTo>
                  <a:pt x="88622" y="74"/>
                </a:lnTo>
                <a:lnTo>
                  <a:pt x="88548" y="56"/>
                </a:lnTo>
                <a:close/>
                <a:moveTo>
                  <a:pt x="43045" y="19"/>
                </a:moveTo>
                <a:lnTo>
                  <a:pt x="42971" y="37"/>
                </a:lnTo>
                <a:lnTo>
                  <a:pt x="42952" y="37"/>
                </a:lnTo>
                <a:lnTo>
                  <a:pt x="42952" y="74"/>
                </a:lnTo>
                <a:lnTo>
                  <a:pt x="42952" y="130"/>
                </a:lnTo>
                <a:lnTo>
                  <a:pt x="42971" y="205"/>
                </a:lnTo>
                <a:lnTo>
                  <a:pt x="43027" y="298"/>
                </a:lnTo>
                <a:lnTo>
                  <a:pt x="43064" y="372"/>
                </a:lnTo>
                <a:lnTo>
                  <a:pt x="43101" y="447"/>
                </a:lnTo>
                <a:lnTo>
                  <a:pt x="43120" y="465"/>
                </a:lnTo>
                <a:lnTo>
                  <a:pt x="43120" y="484"/>
                </a:lnTo>
                <a:lnTo>
                  <a:pt x="43083" y="559"/>
                </a:lnTo>
                <a:lnTo>
                  <a:pt x="43045" y="614"/>
                </a:lnTo>
                <a:lnTo>
                  <a:pt x="42990" y="689"/>
                </a:lnTo>
                <a:lnTo>
                  <a:pt x="42841" y="856"/>
                </a:lnTo>
                <a:lnTo>
                  <a:pt x="42785" y="950"/>
                </a:lnTo>
                <a:lnTo>
                  <a:pt x="42748" y="1024"/>
                </a:lnTo>
                <a:lnTo>
                  <a:pt x="42729" y="1098"/>
                </a:lnTo>
                <a:lnTo>
                  <a:pt x="42748" y="1136"/>
                </a:lnTo>
                <a:lnTo>
                  <a:pt x="42766" y="1173"/>
                </a:lnTo>
                <a:lnTo>
                  <a:pt x="42803" y="1192"/>
                </a:lnTo>
                <a:lnTo>
                  <a:pt x="42841" y="1192"/>
                </a:lnTo>
                <a:lnTo>
                  <a:pt x="42896" y="1154"/>
                </a:lnTo>
                <a:lnTo>
                  <a:pt x="42971" y="1098"/>
                </a:lnTo>
                <a:lnTo>
                  <a:pt x="43045" y="987"/>
                </a:lnTo>
                <a:lnTo>
                  <a:pt x="43194" y="782"/>
                </a:lnTo>
                <a:lnTo>
                  <a:pt x="43269" y="633"/>
                </a:lnTo>
                <a:lnTo>
                  <a:pt x="43399" y="745"/>
                </a:lnTo>
                <a:lnTo>
                  <a:pt x="43511" y="819"/>
                </a:lnTo>
                <a:lnTo>
                  <a:pt x="43623" y="875"/>
                </a:lnTo>
                <a:lnTo>
                  <a:pt x="43734" y="931"/>
                </a:lnTo>
                <a:lnTo>
                  <a:pt x="43827" y="950"/>
                </a:lnTo>
                <a:lnTo>
                  <a:pt x="43883" y="950"/>
                </a:lnTo>
                <a:lnTo>
                  <a:pt x="43920" y="931"/>
                </a:lnTo>
                <a:lnTo>
                  <a:pt x="43939" y="894"/>
                </a:lnTo>
                <a:lnTo>
                  <a:pt x="43976" y="856"/>
                </a:lnTo>
                <a:lnTo>
                  <a:pt x="43976" y="801"/>
                </a:lnTo>
                <a:lnTo>
                  <a:pt x="43958" y="745"/>
                </a:lnTo>
                <a:lnTo>
                  <a:pt x="43920" y="689"/>
                </a:lnTo>
                <a:lnTo>
                  <a:pt x="43865" y="652"/>
                </a:lnTo>
                <a:lnTo>
                  <a:pt x="43753" y="596"/>
                </a:lnTo>
                <a:lnTo>
                  <a:pt x="43641" y="540"/>
                </a:lnTo>
                <a:lnTo>
                  <a:pt x="43511" y="447"/>
                </a:lnTo>
                <a:lnTo>
                  <a:pt x="43455" y="410"/>
                </a:lnTo>
                <a:lnTo>
                  <a:pt x="43436" y="391"/>
                </a:lnTo>
                <a:lnTo>
                  <a:pt x="43455" y="354"/>
                </a:lnTo>
                <a:lnTo>
                  <a:pt x="43511" y="317"/>
                </a:lnTo>
                <a:lnTo>
                  <a:pt x="43548" y="261"/>
                </a:lnTo>
                <a:lnTo>
                  <a:pt x="43623" y="186"/>
                </a:lnTo>
                <a:lnTo>
                  <a:pt x="43678" y="112"/>
                </a:lnTo>
                <a:lnTo>
                  <a:pt x="43697" y="74"/>
                </a:lnTo>
                <a:lnTo>
                  <a:pt x="43697" y="56"/>
                </a:lnTo>
                <a:lnTo>
                  <a:pt x="43678" y="56"/>
                </a:lnTo>
                <a:lnTo>
                  <a:pt x="43641" y="74"/>
                </a:lnTo>
                <a:lnTo>
                  <a:pt x="43548" y="149"/>
                </a:lnTo>
                <a:lnTo>
                  <a:pt x="43455" y="223"/>
                </a:lnTo>
                <a:lnTo>
                  <a:pt x="43381" y="279"/>
                </a:lnTo>
                <a:lnTo>
                  <a:pt x="43325" y="279"/>
                </a:lnTo>
                <a:lnTo>
                  <a:pt x="43287" y="261"/>
                </a:lnTo>
                <a:lnTo>
                  <a:pt x="43213" y="168"/>
                </a:lnTo>
                <a:lnTo>
                  <a:pt x="43139" y="74"/>
                </a:lnTo>
                <a:lnTo>
                  <a:pt x="43083" y="37"/>
                </a:lnTo>
                <a:lnTo>
                  <a:pt x="43045" y="19"/>
                </a:lnTo>
                <a:close/>
                <a:moveTo>
                  <a:pt x="65257" y="0"/>
                </a:moveTo>
                <a:lnTo>
                  <a:pt x="65182" y="19"/>
                </a:lnTo>
                <a:lnTo>
                  <a:pt x="65108" y="56"/>
                </a:lnTo>
                <a:lnTo>
                  <a:pt x="64978" y="149"/>
                </a:lnTo>
                <a:lnTo>
                  <a:pt x="64903" y="242"/>
                </a:lnTo>
                <a:lnTo>
                  <a:pt x="64810" y="354"/>
                </a:lnTo>
                <a:lnTo>
                  <a:pt x="64754" y="410"/>
                </a:lnTo>
                <a:lnTo>
                  <a:pt x="64717" y="428"/>
                </a:lnTo>
                <a:lnTo>
                  <a:pt x="64661" y="447"/>
                </a:lnTo>
                <a:lnTo>
                  <a:pt x="64624" y="428"/>
                </a:lnTo>
                <a:lnTo>
                  <a:pt x="64493" y="391"/>
                </a:lnTo>
                <a:lnTo>
                  <a:pt x="64382" y="335"/>
                </a:lnTo>
                <a:lnTo>
                  <a:pt x="64270" y="317"/>
                </a:lnTo>
                <a:lnTo>
                  <a:pt x="64158" y="317"/>
                </a:lnTo>
                <a:lnTo>
                  <a:pt x="64140" y="335"/>
                </a:lnTo>
                <a:lnTo>
                  <a:pt x="64121" y="354"/>
                </a:lnTo>
                <a:lnTo>
                  <a:pt x="64140" y="391"/>
                </a:lnTo>
                <a:lnTo>
                  <a:pt x="64196" y="447"/>
                </a:lnTo>
                <a:lnTo>
                  <a:pt x="64363" y="559"/>
                </a:lnTo>
                <a:lnTo>
                  <a:pt x="64512" y="652"/>
                </a:lnTo>
                <a:lnTo>
                  <a:pt x="64400" y="782"/>
                </a:lnTo>
                <a:lnTo>
                  <a:pt x="64270" y="950"/>
                </a:lnTo>
                <a:lnTo>
                  <a:pt x="64251" y="1024"/>
                </a:lnTo>
                <a:lnTo>
                  <a:pt x="64233" y="1080"/>
                </a:lnTo>
                <a:lnTo>
                  <a:pt x="64251" y="1098"/>
                </a:lnTo>
                <a:lnTo>
                  <a:pt x="64289" y="1117"/>
                </a:lnTo>
                <a:lnTo>
                  <a:pt x="64400" y="1080"/>
                </a:lnTo>
                <a:lnTo>
                  <a:pt x="64475" y="1024"/>
                </a:lnTo>
                <a:lnTo>
                  <a:pt x="64549" y="950"/>
                </a:lnTo>
                <a:lnTo>
                  <a:pt x="64624" y="875"/>
                </a:lnTo>
                <a:lnTo>
                  <a:pt x="64661" y="856"/>
                </a:lnTo>
                <a:lnTo>
                  <a:pt x="64698" y="838"/>
                </a:lnTo>
                <a:lnTo>
                  <a:pt x="64773" y="838"/>
                </a:lnTo>
                <a:lnTo>
                  <a:pt x="64829" y="875"/>
                </a:lnTo>
                <a:lnTo>
                  <a:pt x="64959" y="987"/>
                </a:lnTo>
                <a:lnTo>
                  <a:pt x="65071" y="1080"/>
                </a:lnTo>
                <a:lnTo>
                  <a:pt x="65220" y="1173"/>
                </a:lnTo>
                <a:lnTo>
                  <a:pt x="65294" y="1192"/>
                </a:lnTo>
                <a:lnTo>
                  <a:pt x="65369" y="1192"/>
                </a:lnTo>
                <a:lnTo>
                  <a:pt x="65424" y="1154"/>
                </a:lnTo>
                <a:lnTo>
                  <a:pt x="65443" y="1080"/>
                </a:lnTo>
                <a:lnTo>
                  <a:pt x="65443" y="987"/>
                </a:lnTo>
                <a:lnTo>
                  <a:pt x="65406" y="912"/>
                </a:lnTo>
                <a:lnTo>
                  <a:pt x="65350" y="838"/>
                </a:lnTo>
                <a:lnTo>
                  <a:pt x="65275" y="763"/>
                </a:lnTo>
                <a:lnTo>
                  <a:pt x="65108" y="652"/>
                </a:lnTo>
                <a:lnTo>
                  <a:pt x="64978" y="577"/>
                </a:lnTo>
                <a:lnTo>
                  <a:pt x="65089" y="484"/>
                </a:lnTo>
                <a:lnTo>
                  <a:pt x="65220" y="354"/>
                </a:lnTo>
                <a:lnTo>
                  <a:pt x="65275" y="279"/>
                </a:lnTo>
                <a:lnTo>
                  <a:pt x="65331" y="205"/>
                </a:lnTo>
                <a:lnTo>
                  <a:pt x="65350" y="149"/>
                </a:lnTo>
                <a:lnTo>
                  <a:pt x="65350" y="74"/>
                </a:lnTo>
                <a:lnTo>
                  <a:pt x="65294" y="19"/>
                </a:lnTo>
                <a:lnTo>
                  <a:pt x="65257" y="0"/>
                </a:lnTo>
                <a:close/>
                <a:moveTo>
                  <a:pt x="931" y="37"/>
                </a:moveTo>
                <a:lnTo>
                  <a:pt x="801" y="93"/>
                </a:lnTo>
                <a:lnTo>
                  <a:pt x="689" y="186"/>
                </a:lnTo>
                <a:lnTo>
                  <a:pt x="596" y="298"/>
                </a:lnTo>
                <a:lnTo>
                  <a:pt x="540" y="372"/>
                </a:lnTo>
                <a:lnTo>
                  <a:pt x="485" y="391"/>
                </a:lnTo>
                <a:lnTo>
                  <a:pt x="447" y="391"/>
                </a:lnTo>
                <a:lnTo>
                  <a:pt x="391" y="354"/>
                </a:lnTo>
                <a:lnTo>
                  <a:pt x="298" y="279"/>
                </a:lnTo>
                <a:lnTo>
                  <a:pt x="243" y="242"/>
                </a:lnTo>
                <a:lnTo>
                  <a:pt x="187" y="205"/>
                </a:lnTo>
                <a:lnTo>
                  <a:pt x="131" y="205"/>
                </a:lnTo>
                <a:lnTo>
                  <a:pt x="75" y="242"/>
                </a:lnTo>
                <a:lnTo>
                  <a:pt x="75" y="261"/>
                </a:lnTo>
                <a:lnTo>
                  <a:pt x="75" y="279"/>
                </a:lnTo>
                <a:lnTo>
                  <a:pt x="94" y="354"/>
                </a:lnTo>
                <a:lnTo>
                  <a:pt x="168" y="465"/>
                </a:lnTo>
                <a:lnTo>
                  <a:pt x="243" y="540"/>
                </a:lnTo>
                <a:lnTo>
                  <a:pt x="298" y="577"/>
                </a:lnTo>
                <a:lnTo>
                  <a:pt x="317" y="614"/>
                </a:lnTo>
                <a:lnTo>
                  <a:pt x="298" y="633"/>
                </a:lnTo>
                <a:lnTo>
                  <a:pt x="261" y="670"/>
                </a:lnTo>
                <a:lnTo>
                  <a:pt x="224" y="726"/>
                </a:lnTo>
                <a:lnTo>
                  <a:pt x="187" y="782"/>
                </a:lnTo>
                <a:lnTo>
                  <a:pt x="112" y="875"/>
                </a:lnTo>
                <a:lnTo>
                  <a:pt x="75" y="931"/>
                </a:lnTo>
                <a:lnTo>
                  <a:pt x="56" y="987"/>
                </a:lnTo>
                <a:lnTo>
                  <a:pt x="38" y="1043"/>
                </a:lnTo>
                <a:lnTo>
                  <a:pt x="56" y="1117"/>
                </a:lnTo>
                <a:lnTo>
                  <a:pt x="94" y="1173"/>
                </a:lnTo>
                <a:lnTo>
                  <a:pt x="112" y="1192"/>
                </a:lnTo>
                <a:lnTo>
                  <a:pt x="149" y="1210"/>
                </a:lnTo>
                <a:lnTo>
                  <a:pt x="187" y="1192"/>
                </a:lnTo>
                <a:lnTo>
                  <a:pt x="261" y="1154"/>
                </a:lnTo>
                <a:lnTo>
                  <a:pt x="336" y="1080"/>
                </a:lnTo>
                <a:lnTo>
                  <a:pt x="485" y="894"/>
                </a:lnTo>
                <a:lnTo>
                  <a:pt x="559" y="782"/>
                </a:lnTo>
                <a:lnTo>
                  <a:pt x="615" y="782"/>
                </a:lnTo>
                <a:lnTo>
                  <a:pt x="652" y="801"/>
                </a:lnTo>
                <a:lnTo>
                  <a:pt x="764" y="856"/>
                </a:lnTo>
                <a:lnTo>
                  <a:pt x="820" y="875"/>
                </a:lnTo>
                <a:lnTo>
                  <a:pt x="857" y="894"/>
                </a:lnTo>
                <a:lnTo>
                  <a:pt x="913" y="856"/>
                </a:lnTo>
                <a:lnTo>
                  <a:pt x="950" y="801"/>
                </a:lnTo>
                <a:lnTo>
                  <a:pt x="987" y="745"/>
                </a:lnTo>
                <a:lnTo>
                  <a:pt x="969" y="707"/>
                </a:lnTo>
                <a:lnTo>
                  <a:pt x="950" y="652"/>
                </a:lnTo>
                <a:lnTo>
                  <a:pt x="931" y="633"/>
                </a:lnTo>
                <a:lnTo>
                  <a:pt x="838" y="577"/>
                </a:lnTo>
                <a:lnTo>
                  <a:pt x="745" y="521"/>
                </a:lnTo>
                <a:lnTo>
                  <a:pt x="857" y="261"/>
                </a:lnTo>
                <a:lnTo>
                  <a:pt x="931" y="37"/>
                </a:lnTo>
                <a:close/>
                <a:moveTo>
                  <a:pt x="91862" y="2625"/>
                </a:moveTo>
                <a:lnTo>
                  <a:pt x="91825" y="2644"/>
                </a:lnTo>
                <a:lnTo>
                  <a:pt x="91750" y="2718"/>
                </a:lnTo>
                <a:lnTo>
                  <a:pt x="91639" y="2849"/>
                </a:lnTo>
                <a:lnTo>
                  <a:pt x="91545" y="2755"/>
                </a:lnTo>
                <a:lnTo>
                  <a:pt x="91490" y="2700"/>
                </a:lnTo>
                <a:lnTo>
                  <a:pt x="91434" y="2681"/>
                </a:lnTo>
                <a:lnTo>
                  <a:pt x="91378" y="2662"/>
                </a:lnTo>
                <a:lnTo>
                  <a:pt x="91322" y="2681"/>
                </a:lnTo>
                <a:lnTo>
                  <a:pt x="91303" y="2737"/>
                </a:lnTo>
                <a:lnTo>
                  <a:pt x="91285" y="2830"/>
                </a:lnTo>
                <a:lnTo>
                  <a:pt x="91303" y="2886"/>
                </a:lnTo>
                <a:lnTo>
                  <a:pt x="91359" y="2960"/>
                </a:lnTo>
                <a:lnTo>
                  <a:pt x="91415" y="3035"/>
                </a:lnTo>
                <a:lnTo>
                  <a:pt x="91434" y="3091"/>
                </a:lnTo>
                <a:lnTo>
                  <a:pt x="91397" y="3146"/>
                </a:lnTo>
                <a:lnTo>
                  <a:pt x="91303" y="3240"/>
                </a:lnTo>
                <a:lnTo>
                  <a:pt x="91155" y="3370"/>
                </a:lnTo>
                <a:lnTo>
                  <a:pt x="91117" y="3407"/>
                </a:lnTo>
                <a:lnTo>
                  <a:pt x="91117" y="3426"/>
                </a:lnTo>
                <a:lnTo>
                  <a:pt x="91155" y="3444"/>
                </a:lnTo>
                <a:lnTo>
                  <a:pt x="91192" y="3444"/>
                </a:lnTo>
                <a:lnTo>
                  <a:pt x="91303" y="3426"/>
                </a:lnTo>
                <a:lnTo>
                  <a:pt x="91490" y="3351"/>
                </a:lnTo>
                <a:lnTo>
                  <a:pt x="91545" y="3295"/>
                </a:lnTo>
                <a:lnTo>
                  <a:pt x="91583" y="3295"/>
                </a:lnTo>
                <a:lnTo>
                  <a:pt x="91601" y="3314"/>
                </a:lnTo>
                <a:lnTo>
                  <a:pt x="91639" y="3370"/>
                </a:lnTo>
                <a:lnTo>
                  <a:pt x="91732" y="3463"/>
                </a:lnTo>
                <a:lnTo>
                  <a:pt x="91862" y="3575"/>
                </a:lnTo>
                <a:lnTo>
                  <a:pt x="91918" y="3612"/>
                </a:lnTo>
                <a:lnTo>
                  <a:pt x="91974" y="3612"/>
                </a:lnTo>
                <a:lnTo>
                  <a:pt x="91992" y="3575"/>
                </a:lnTo>
                <a:lnTo>
                  <a:pt x="91992" y="3482"/>
                </a:lnTo>
                <a:lnTo>
                  <a:pt x="91955" y="3388"/>
                </a:lnTo>
                <a:lnTo>
                  <a:pt x="91899" y="3295"/>
                </a:lnTo>
                <a:lnTo>
                  <a:pt x="91825" y="3202"/>
                </a:lnTo>
                <a:lnTo>
                  <a:pt x="91806" y="3146"/>
                </a:lnTo>
                <a:lnTo>
                  <a:pt x="91806" y="3128"/>
                </a:lnTo>
                <a:lnTo>
                  <a:pt x="91825" y="3091"/>
                </a:lnTo>
                <a:lnTo>
                  <a:pt x="91843" y="3053"/>
                </a:lnTo>
                <a:lnTo>
                  <a:pt x="91918" y="2979"/>
                </a:lnTo>
                <a:lnTo>
                  <a:pt x="92011" y="2904"/>
                </a:lnTo>
                <a:lnTo>
                  <a:pt x="92030" y="2867"/>
                </a:lnTo>
                <a:lnTo>
                  <a:pt x="92048" y="2830"/>
                </a:lnTo>
                <a:lnTo>
                  <a:pt x="92048" y="2737"/>
                </a:lnTo>
                <a:lnTo>
                  <a:pt x="92030" y="2681"/>
                </a:lnTo>
                <a:lnTo>
                  <a:pt x="91974" y="2625"/>
                </a:lnTo>
                <a:close/>
                <a:moveTo>
                  <a:pt x="969" y="2607"/>
                </a:moveTo>
                <a:lnTo>
                  <a:pt x="913" y="2625"/>
                </a:lnTo>
                <a:lnTo>
                  <a:pt x="801" y="2700"/>
                </a:lnTo>
                <a:lnTo>
                  <a:pt x="615" y="2849"/>
                </a:lnTo>
                <a:lnTo>
                  <a:pt x="522" y="2737"/>
                </a:lnTo>
                <a:lnTo>
                  <a:pt x="410" y="2681"/>
                </a:lnTo>
                <a:lnTo>
                  <a:pt x="317" y="2681"/>
                </a:lnTo>
                <a:lnTo>
                  <a:pt x="243" y="2718"/>
                </a:lnTo>
                <a:lnTo>
                  <a:pt x="205" y="2774"/>
                </a:lnTo>
                <a:lnTo>
                  <a:pt x="205" y="2830"/>
                </a:lnTo>
                <a:lnTo>
                  <a:pt x="205" y="2867"/>
                </a:lnTo>
                <a:lnTo>
                  <a:pt x="224" y="2923"/>
                </a:lnTo>
                <a:lnTo>
                  <a:pt x="243" y="2979"/>
                </a:lnTo>
                <a:lnTo>
                  <a:pt x="280" y="3035"/>
                </a:lnTo>
                <a:lnTo>
                  <a:pt x="336" y="3091"/>
                </a:lnTo>
                <a:lnTo>
                  <a:pt x="243" y="3202"/>
                </a:lnTo>
                <a:lnTo>
                  <a:pt x="168" y="3295"/>
                </a:lnTo>
                <a:lnTo>
                  <a:pt x="112" y="3388"/>
                </a:lnTo>
                <a:lnTo>
                  <a:pt x="75" y="3463"/>
                </a:lnTo>
                <a:lnTo>
                  <a:pt x="56" y="3537"/>
                </a:lnTo>
                <a:lnTo>
                  <a:pt x="75" y="3575"/>
                </a:lnTo>
                <a:lnTo>
                  <a:pt x="112" y="3593"/>
                </a:lnTo>
                <a:lnTo>
                  <a:pt x="149" y="3612"/>
                </a:lnTo>
                <a:lnTo>
                  <a:pt x="205" y="3631"/>
                </a:lnTo>
                <a:lnTo>
                  <a:pt x="243" y="3612"/>
                </a:lnTo>
                <a:lnTo>
                  <a:pt x="280" y="3593"/>
                </a:lnTo>
                <a:lnTo>
                  <a:pt x="354" y="3537"/>
                </a:lnTo>
                <a:lnTo>
                  <a:pt x="410" y="3463"/>
                </a:lnTo>
                <a:lnTo>
                  <a:pt x="466" y="3388"/>
                </a:lnTo>
                <a:lnTo>
                  <a:pt x="559" y="3314"/>
                </a:lnTo>
                <a:lnTo>
                  <a:pt x="652" y="3351"/>
                </a:lnTo>
                <a:lnTo>
                  <a:pt x="708" y="3388"/>
                </a:lnTo>
                <a:lnTo>
                  <a:pt x="764" y="3426"/>
                </a:lnTo>
                <a:lnTo>
                  <a:pt x="820" y="3463"/>
                </a:lnTo>
                <a:lnTo>
                  <a:pt x="876" y="3482"/>
                </a:lnTo>
                <a:lnTo>
                  <a:pt x="969" y="3482"/>
                </a:lnTo>
                <a:lnTo>
                  <a:pt x="987" y="3444"/>
                </a:lnTo>
                <a:lnTo>
                  <a:pt x="987" y="3426"/>
                </a:lnTo>
                <a:lnTo>
                  <a:pt x="969" y="3333"/>
                </a:lnTo>
                <a:lnTo>
                  <a:pt x="913" y="3240"/>
                </a:lnTo>
                <a:lnTo>
                  <a:pt x="838" y="3128"/>
                </a:lnTo>
                <a:lnTo>
                  <a:pt x="820" y="3091"/>
                </a:lnTo>
                <a:lnTo>
                  <a:pt x="838" y="3035"/>
                </a:lnTo>
                <a:lnTo>
                  <a:pt x="857" y="2998"/>
                </a:lnTo>
                <a:lnTo>
                  <a:pt x="913" y="2942"/>
                </a:lnTo>
                <a:lnTo>
                  <a:pt x="1024" y="2867"/>
                </a:lnTo>
                <a:lnTo>
                  <a:pt x="1080" y="2793"/>
                </a:lnTo>
                <a:lnTo>
                  <a:pt x="1118" y="2718"/>
                </a:lnTo>
                <a:lnTo>
                  <a:pt x="1118" y="2681"/>
                </a:lnTo>
                <a:lnTo>
                  <a:pt x="1099" y="2644"/>
                </a:lnTo>
                <a:lnTo>
                  <a:pt x="1080" y="2625"/>
                </a:lnTo>
                <a:lnTo>
                  <a:pt x="1024" y="2607"/>
                </a:lnTo>
                <a:close/>
                <a:moveTo>
                  <a:pt x="91955" y="5176"/>
                </a:moveTo>
                <a:lnTo>
                  <a:pt x="91918" y="5194"/>
                </a:lnTo>
                <a:lnTo>
                  <a:pt x="91881" y="5232"/>
                </a:lnTo>
                <a:lnTo>
                  <a:pt x="91769" y="5399"/>
                </a:lnTo>
                <a:lnTo>
                  <a:pt x="91657" y="5585"/>
                </a:lnTo>
                <a:lnTo>
                  <a:pt x="91545" y="5492"/>
                </a:lnTo>
                <a:lnTo>
                  <a:pt x="91378" y="5362"/>
                </a:lnTo>
                <a:lnTo>
                  <a:pt x="91303" y="5325"/>
                </a:lnTo>
                <a:lnTo>
                  <a:pt x="91229" y="5288"/>
                </a:lnTo>
                <a:lnTo>
                  <a:pt x="91155" y="5269"/>
                </a:lnTo>
                <a:lnTo>
                  <a:pt x="91136" y="5288"/>
                </a:lnTo>
                <a:lnTo>
                  <a:pt x="91099" y="5306"/>
                </a:lnTo>
                <a:lnTo>
                  <a:pt x="91099" y="5325"/>
                </a:lnTo>
                <a:lnTo>
                  <a:pt x="91080" y="5362"/>
                </a:lnTo>
                <a:lnTo>
                  <a:pt x="91099" y="5436"/>
                </a:lnTo>
                <a:lnTo>
                  <a:pt x="91136" y="5511"/>
                </a:lnTo>
                <a:lnTo>
                  <a:pt x="91210" y="5585"/>
                </a:lnTo>
                <a:lnTo>
                  <a:pt x="91341" y="5716"/>
                </a:lnTo>
                <a:lnTo>
                  <a:pt x="91452" y="5809"/>
                </a:lnTo>
                <a:lnTo>
                  <a:pt x="91285" y="5958"/>
                </a:lnTo>
                <a:lnTo>
                  <a:pt x="91248" y="5995"/>
                </a:lnTo>
                <a:lnTo>
                  <a:pt x="91229" y="6051"/>
                </a:lnTo>
                <a:lnTo>
                  <a:pt x="91229" y="6088"/>
                </a:lnTo>
                <a:lnTo>
                  <a:pt x="91248" y="6107"/>
                </a:lnTo>
                <a:lnTo>
                  <a:pt x="91322" y="6107"/>
                </a:lnTo>
                <a:lnTo>
                  <a:pt x="91397" y="6069"/>
                </a:lnTo>
                <a:lnTo>
                  <a:pt x="91527" y="6014"/>
                </a:lnTo>
                <a:lnTo>
                  <a:pt x="91620" y="5995"/>
                </a:lnTo>
                <a:lnTo>
                  <a:pt x="91732" y="6032"/>
                </a:lnTo>
                <a:lnTo>
                  <a:pt x="91806" y="6069"/>
                </a:lnTo>
                <a:lnTo>
                  <a:pt x="91881" y="6107"/>
                </a:lnTo>
                <a:lnTo>
                  <a:pt x="91955" y="6107"/>
                </a:lnTo>
                <a:lnTo>
                  <a:pt x="91992" y="6088"/>
                </a:lnTo>
                <a:lnTo>
                  <a:pt x="92030" y="6051"/>
                </a:lnTo>
                <a:lnTo>
                  <a:pt x="92067" y="5995"/>
                </a:lnTo>
                <a:lnTo>
                  <a:pt x="92067" y="5958"/>
                </a:lnTo>
                <a:lnTo>
                  <a:pt x="92067" y="5902"/>
                </a:lnTo>
                <a:lnTo>
                  <a:pt x="92030" y="5865"/>
                </a:lnTo>
                <a:lnTo>
                  <a:pt x="91955" y="5790"/>
                </a:lnTo>
                <a:lnTo>
                  <a:pt x="91881" y="5734"/>
                </a:lnTo>
                <a:lnTo>
                  <a:pt x="91936" y="5660"/>
                </a:lnTo>
                <a:lnTo>
                  <a:pt x="92011" y="5548"/>
                </a:lnTo>
                <a:lnTo>
                  <a:pt x="92067" y="5436"/>
                </a:lnTo>
                <a:lnTo>
                  <a:pt x="92085" y="5399"/>
                </a:lnTo>
                <a:lnTo>
                  <a:pt x="92085" y="5343"/>
                </a:lnTo>
                <a:lnTo>
                  <a:pt x="92067" y="5269"/>
                </a:lnTo>
                <a:lnTo>
                  <a:pt x="92011" y="5194"/>
                </a:lnTo>
                <a:lnTo>
                  <a:pt x="91992" y="5176"/>
                </a:lnTo>
                <a:close/>
                <a:moveTo>
                  <a:pt x="782" y="4971"/>
                </a:moveTo>
                <a:lnTo>
                  <a:pt x="745" y="4990"/>
                </a:lnTo>
                <a:lnTo>
                  <a:pt x="671" y="5027"/>
                </a:lnTo>
                <a:lnTo>
                  <a:pt x="615" y="5083"/>
                </a:lnTo>
                <a:lnTo>
                  <a:pt x="578" y="5139"/>
                </a:lnTo>
                <a:lnTo>
                  <a:pt x="540" y="5194"/>
                </a:lnTo>
                <a:lnTo>
                  <a:pt x="522" y="5250"/>
                </a:lnTo>
                <a:lnTo>
                  <a:pt x="485" y="5306"/>
                </a:lnTo>
                <a:lnTo>
                  <a:pt x="429" y="5343"/>
                </a:lnTo>
                <a:lnTo>
                  <a:pt x="391" y="5343"/>
                </a:lnTo>
                <a:lnTo>
                  <a:pt x="336" y="5325"/>
                </a:lnTo>
                <a:lnTo>
                  <a:pt x="243" y="5306"/>
                </a:lnTo>
                <a:lnTo>
                  <a:pt x="131" y="5306"/>
                </a:lnTo>
                <a:lnTo>
                  <a:pt x="75" y="5343"/>
                </a:lnTo>
                <a:lnTo>
                  <a:pt x="56" y="5381"/>
                </a:lnTo>
                <a:lnTo>
                  <a:pt x="75" y="5436"/>
                </a:lnTo>
                <a:lnTo>
                  <a:pt x="112" y="5492"/>
                </a:lnTo>
                <a:lnTo>
                  <a:pt x="168" y="5567"/>
                </a:lnTo>
                <a:lnTo>
                  <a:pt x="298" y="5660"/>
                </a:lnTo>
                <a:lnTo>
                  <a:pt x="224" y="5790"/>
                </a:lnTo>
                <a:lnTo>
                  <a:pt x="131" y="5976"/>
                </a:lnTo>
                <a:lnTo>
                  <a:pt x="94" y="6069"/>
                </a:lnTo>
                <a:lnTo>
                  <a:pt x="94" y="6144"/>
                </a:lnTo>
                <a:lnTo>
                  <a:pt x="94" y="6218"/>
                </a:lnTo>
                <a:lnTo>
                  <a:pt x="112" y="6237"/>
                </a:lnTo>
                <a:lnTo>
                  <a:pt x="149" y="6256"/>
                </a:lnTo>
                <a:lnTo>
                  <a:pt x="205" y="6274"/>
                </a:lnTo>
                <a:lnTo>
                  <a:pt x="280" y="6256"/>
                </a:lnTo>
                <a:lnTo>
                  <a:pt x="336" y="6218"/>
                </a:lnTo>
                <a:lnTo>
                  <a:pt x="410" y="6144"/>
                </a:lnTo>
                <a:lnTo>
                  <a:pt x="503" y="5995"/>
                </a:lnTo>
                <a:lnTo>
                  <a:pt x="596" y="5883"/>
                </a:lnTo>
                <a:lnTo>
                  <a:pt x="764" y="6051"/>
                </a:lnTo>
                <a:lnTo>
                  <a:pt x="876" y="6107"/>
                </a:lnTo>
                <a:lnTo>
                  <a:pt x="931" y="6125"/>
                </a:lnTo>
                <a:lnTo>
                  <a:pt x="1024" y="6125"/>
                </a:lnTo>
                <a:lnTo>
                  <a:pt x="1062" y="6107"/>
                </a:lnTo>
                <a:lnTo>
                  <a:pt x="1118" y="6051"/>
                </a:lnTo>
                <a:lnTo>
                  <a:pt x="1136" y="5976"/>
                </a:lnTo>
                <a:lnTo>
                  <a:pt x="1118" y="5883"/>
                </a:lnTo>
                <a:lnTo>
                  <a:pt x="1099" y="5827"/>
                </a:lnTo>
                <a:lnTo>
                  <a:pt x="1043" y="5772"/>
                </a:lnTo>
                <a:lnTo>
                  <a:pt x="950" y="5679"/>
                </a:lnTo>
                <a:lnTo>
                  <a:pt x="838" y="5604"/>
                </a:lnTo>
                <a:lnTo>
                  <a:pt x="820" y="5548"/>
                </a:lnTo>
                <a:lnTo>
                  <a:pt x="801" y="5511"/>
                </a:lnTo>
                <a:lnTo>
                  <a:pt x="820" y="5455"/>
                </a:lnTo>
                <a:lnTo>
                  <a:pt x="857" y="5399"/>
                </a:lnTo>
                <a:lnTo>
                  <a:pt x="913" y="5269"/>
                </a:lnTo>
                <a:lnTo>
                  <a:pt x="950" y="5194"/>
                </a:lnTo>
                <a:lnTo>
                  <a:pt x="950" y="5139"/>
                </a:lnTo>
                <a:lnTo>
                  <a:pt x="950" y="5064"/>
                </a:lnTo>
                <a:lnTo>
                  <a:pt x="913" y="5008"/>
                </a:lnTo>
                <a:lnTo>
                  <a:pt x="876" y="4990"/>
                </a:lnTo>
                <a:lnTo>
                  <a:pt x="820" y="4971"/>
                </a:lnTo>
                <a:close/>
                <a:moveTo>
                  <a:pt x="1080" y="7615"/>
                </a:moveTo>
                <a:lnTo>
                  <a:pt x="857" y="7801"/>
                </a:lnTo>
                <a:lnTo>
                  <a:pt x="652" y="7987"/>
                </a:lnTo>
                <a:lnTo>
                  <a:pt x="559" y="7875"/>
                </a:lnTo>
                <a:lnTo>
                  <a:pt x="447" y="7764"/>
                </a:lnTo>
                <a:lnTo>
                  <a:pt x="373" y="7708"/>
                </a:lnTo>
                <a:lnTo>
                  <a:pt x="317" y="7689"/>
                </a:lnTo>
                <a:lnTo>
                  <a:pt x="243" y="7689"/>
                </a:lnTo>
                <a:lnTo>
                  <a:pt x="187" y="7708"/>
                </a:lnTo>
                <a:lnTo>
                  <a:pt x="168" y="7764"/>
                </a:lnTo>
                <a:lnTo>
                  <a:pt x="168" y="7838"/>
                </a:lnTo>
                <a:lnTo>
                  <a:pt x="187" y="7894"/>
                </a:lnTo>
                <a:lnTo>
                  <a:pt x="224" y="7950"/>
                </a:lnTo>
                <a:lnTo>
                  <a:pt x="336" y="8080"/>
                </a:lnTo>
                <a:lnTo>
                  <a:pt x="429" y="8155"/>
                </a:lnTo>
                <a:lnTo>
                  <a:pt x="205" y="8285"/>
                </a:lnTo>
                <a:lnTo>
                  <a:pt x="112" y="8378"/>
                </a:lnTo>
                <a:lnTo>
                  <a:pt x="75" y="8415"/>
                </a:lnTo>
                <a:lnTo>
                  <a:pt x="56" y="8471"/>
                </a:lnTo>
                <a:lnTo>
                  <a:pt x="56" y="8527"/>
                </a:lnTo>
                <a:lnTo>
                  <a:pt x="56" y="8564"/>
                </a:lnTo>
                <a:lnTo>
                  <a:pt x="75" y="8602"/>
                </a:lnTo>
                <a:lnTo>
                  <a:pt x="112" y="8620"/>
                </a:lnTo>
                <a:lnTo>
                  <a:pt x="187" y="8657"/>
                </a:lnTo>
                <a:lnTo>
                  <a:pt x="280" y="8639"/>
                </a:lnTo>
                <a:lnTo>
                  <a:pt x="336" y="8620"/>
                </a:lnTo>
                <a:lnTo>
                  <a:pt x="391" y="8583"/>
                </a:lnTo>
                <a:lnTo>
                  <a:pt x="503" y="8490"/>
                </a:lnTo>
                <a:lnTo>
                  <a:pt x="615" y="8415"/>
                </a:lnTo>
                <a:lnTo>
                  <a:pt x="652" y="8397"/>
                </a:lnTo>
                <a:lnTo>
                  <a:pt x="708" y="8397"/>
                </a:lnTo>
                <a:lnTo>
                  <a:pt x="745" y="8415"/>
                </a:lnTo>
                <a:lnTo>
                  <a:pt x="782" y="8453"/>
                </a:lnTo>
                <a:lnTo>
                  <a:pt x="894" y="8546"/>
                </a:lnTo>
                <a:lnTo>
                  <a:pt x="987" y="8639"/>
                </a:lnTo>
                <a:lnTo>
                  <a:pt x="1043" y="8657"/>
                </a:lnTo>
                <a:lnTo>
                  <a:pt x="1080" y="8639"/>
                </a:lnTo>
                <a:lnTo>
                  <a:pt x="1099" y="8620"/>
                </a:lnTo>
                <a:lnTo>
                  <a:pt x="1099" y="8583"/>
                </a:lnTo>
                <a:lnTo>
                  <a:pt x="1043" y="8490"/>
                </a:lnTo>
                <a:lnTo>
                  <a:pt x="950" y="8360"/>
                </a:lnTo>
                <a:lnTo>
                  <a:pt x="820" y="8192"/>
                </a:lnTo>
                <a:lnTo>
                  <a:pt x="913" y="8099"/>
                </a:lnTo>
                <a:lnTo>
                  <a:pt x="1043" y="7820"/>
                </a:lnTo>
                <a:lnTo>
                  <a:pt x="1099" y="7652"/>
                </a:lnTo>
                <a:lnTo>
                  <a:pt x="1099" y="7615"/>
                </a:lnTo>
                <a:close/>
                <a:moveTo>
                  <a:pt x="91341" y="7559"/>
                </a:moveTo>
                <a:lnTo>
                  <a:pt x="91303" y="7578"/>
                </a:lnTo>
                <a:lnTo>
                  <a:pt x="91285" y="7615"/>
                </a:lnTo>
                <a:lnTo>
                  <a:pt x="91266" y="7652"/>
                </a:lnTo>
                <a:lnTo>
                  <a:pt x="91248" y="7726"/>
                </a:lnTo>
                <a:lnTo>
                  <a:pt x="91266" y="7801"/>
                </a:lnTo>
                <a:lnTo>
                  <a:pt x="91303" y="7894"/>
                </a:lnTo>
                <a:lnTo>
                  <a:pt x="91359" y="7987"/>
                </a:lnTo>
                <a:lnTo>
                  <a:pt x="91471" y="8136"/>
                </a:lnTo>
                <a:lnTo>
                  <a:pt x="91564" y="8248"/>
                </a:lnTo>
                <a:lnTo>
                  <a:pt x="91266" y="8415"/>
                </a:lnTo>
                <a:lnTo>
                  <a:pt x="91099" y="8527"/>
                </a:lnTo>
                <a:lnTo>
                  <a:pt x="91043" y="8583"/>
                </a:lnTo>
                <a:lnTo>
                  <a:pt x="91006" y="8639"/>
                </a:lnTo>
                <a:lnTo>
                  <a:pt x="90987" y="8713"/>
                </a:lnTo>
                <a:lnTo>
                  <a:pt x="91006" y="8750"/>
                </a:lnTo>
                <a:lnTo>
                  <a:pt x="91043" y="8769"/>
                </a:lnTo>
                <a:lnTo>
                  <a:pt x="91080" y="8769"/>
                </a:lnTo>
                <a:lnTo>
                  <a:pt x="91192" y="8750"/>
                </a:lnTo>
                <a:lnTo>
                  <a:pt x="91285" y="8713"/>
                </a:lnTo>
                <a:lnTo>
                  <a:pt x="91434" y="8620"/>
                </a:lnTo>
                <a:lnTo>
                  <a:pt x="91564" y="8508"/>
                </a:lnTo>
                <a:lnTo>
                  <a:pt x="91639" y="8453"/>
                </a:lnTo>
                <a:lnTo>
                  <a:pt x="91676" y="8397"/>
                </a:lnTo>
                <a:lnTo>
                  <a:pt x="91713" y="8378"/>
                </a:lnTo>
                <a:lnTo>
                  <a:pt x="91750" y="8397"/>
                </a:lnTo>
                <a:lnTo>
                  <a:pt x="91788" y="8434"/>
                </a:lnTo>
                <a:lnTo>
                  <a:pt x="91862" y="8471"/>
                </a:lnTo>
                <a:lnTo>
                  <a:pt x="92030" y="8527"/>
                </a:lnTo>
                <a:lnTo>
                  <a:pt x="92123" y="8564"/>
                </a:lnTo>
                <a:lnTo>
                  <a:pt x="92179" y="8564"/>
                </a:lnTo>
                <a:lnTo>
                  <a:pt x="92197" y="8546"/>
                </a:lnTo>
                <a:lnTo>
                  <a:pt x="92179" y="8490"/>
                </a:lnTo>
                <a:lnTo>
                  <a:pt x="92011" y="8322"/>
                </a:lnTo>
                <a:lnTo>
                  <a:pt x="91936" y="8229"/>
                </a:lnTo>
                <a:lnTo>
                  <a:pt x="91918" y="8173"/>
                </a:lnTo>
                <a:lnTo>
                  <a:pt x="91918" y="8136"/>
                </a:lnTo>
                <a:lnTo>
                  <a:pt x="91974" y="8080"/>
                </a:lnTo>
                <a:lnTo>
                  <a:pt x="92048" y="7987"/>
                </a:lnTo>
                <a:lnTo>
                  <a:pt x="92123" y="7894"/>
                </a:lnTo>
                <a:lnTo>
                  <a:pt x="92141" y="7857"/>
                </a:lnTo>
                <a:lnTo>
                  <a:pt x="92141" y="7820"/>
                </a:lnTo>
                <a:lnTo>
                  <a:pt x="92123" y="7820"/>
                </a:lnTo>
                <a:lnTo>
                  <a:pt x="92085" y="7838"/>
                </a:lnTo>
                <a:lnTo>
                  <a:pt x="92030" y="7894"/>
                </a:lnTo>
                <a:lnTo>
                  <a:pt x="91918" y="7987"/>
                </a:lnTo>
                <a:lnTo>
                  <a:pt x="91825" y="8062"/>
                </a:lnTo>
                <a:lnTo>
                  <a:pt x="91788" y="8043"/>
                </a:lnTo>
                <a:lnTo>
                  <a:pt x="91732" y="7987"/>
                </a:lnTo>
                <a:lnTo>
                  <a:pt x="91657" y="7913"/>
                </a:lnTo>
                <a:lnTo>
                  <a:pt x="91620" y="7820"/>
                </a:lnTo>
                <a:lnTo>
                  <a:pt x="91583" y="7708"/>
                </a:lnTo>
                <a:lnTo>
                  <a:pt x="91527" y="7633"/>
                </a:lnTo>
                <a:lnTo>
                  <a:pt x="91452" y="7578"/>
                </a:lnTo>
                <a:lnTo>
                  <a:pt x="91378" y="7559"/>
                </a:lnTo>
                <a:close/>
                <a:moveTo>
                  <a:pt x="336" y="10072"/>
                </a:moveTo>
                <a:lnTo>
                  <a:pt x="298" y="10091"/>
                </a:lnTo>
                <a:lnTo>
                  <a:pt x="261" y="10110"/>
                </a:lnTo>
                <a:lnTo>
                  <a:pt x="224" y="10147"/>
                </a:lnTo>
                <a:lnTo>
                  <a:pt x="187" y="10203"/>
                </a:lnTo>
                <a:lnTo>
                  <a:pt x="168" y="10277"/>
                </a:lnTo>
                <a:lnTo>
                  <a:pt x="187" y="10370"/>
                </a:lnTo>
                <a:lnTo>
                  <a:pt x="243" y="10445"/>
                </a:lnTo>
                <a:lnTo>
                  <a:pt x="354" y="10594"/>
                </a:lnTo>
                <a:lnTo>
                  <a:pt x="466" y="10705"/>
                </a:lnTo>
                <a:lnTo>
                  <a:pt x="336" y="10798"/>
                </a:lnTo>
                <a:lnTo>
                  <a:pt x="149" y="10929"/>
                </a:lnTo>
                <a:lnTo>
                  <a:pt x="75" y="11003"/>
                </a:lnTo>
                <a:lnTo>
                  <a:pt x="56" y="11078"/>
                </a:lnTo>
                <a:lnTo>
                  <a:pt x="38" y="11115"/>
                </a:lnTo>
                <a:lnTo>
                  <a:pt x="56" y="11152"/>
                </a:lnTo>
                <a:lnTo>
                  <a:pt x="94" y="11189"/>
                </a:lnTo>
                <a:lnTo>
                  <a:pt x="131" y="11208"/>
                </a:lnTo>
                <a:lnTo>
                  <a:pt x="187" y="11227"/>
                </a:lnTo>
                <a:lnTo>
                  <a:pt x="224" y="11208"/>
                </a:lnTo>
                <a:lnTo>
                  <a:pt x="317" y="11171"/>
                </a:lnTo>
                <a:lnTo>
                  <a:pt x="466" y="11059"/>
                </a:lnTo>
                <a:lnTo>
                  <a:pt x="522" y="10985"/>
                </a:lnTo>
                <a:lnTo>
                  <a:pt x="559" y="10947"/>
                </a:lnTo>
                <a:lnTo>
                  <a:pt x="596" y="10929"/>
                </a:lnTo>
                <a:lnTo>
                  <a:pt x="652" y="10929"/>
                </a:lnTo>
                <a:lnTo>
                  <a:pt x="689" y="10947"/>
                </a:lnTo>
                <a:lnTo>
                  <a:pt x="782" y="11022"/>
                </a:lnTo>
                <a:lnTo>
                  <a:pt x="838" y="11078"/>
                </a:lnTo>
                <a:lnTo>
                  <a:pt x="913" y="11115"/>
                </a:lnTo>
                <a:lnTo>
                  <a:pt x="1024" y="11115"/>
                </a:lnTo>
                <a:lnTo>
                  <a:pt x="1043" y="11096"/>
                </a:lnTo>
                <a:lnTo>
                  <a:pt x="1062" y="11059"/>
                </a:lnTo>
                <a:lnTo>
                  <a:pt x="1062" y="11022"/>
                </a:lnTo>
                <a:lnTo>
                  <a:pt x="1043" y="10929"/>
                </a:lnTo>
                <a:lnTo>
                  <a:pt x="931" y="10780"/>
                </a:lnTo>
                <a:lnTo>
                  <a:pt x="876" y="10687"/>
                </a:lnTo>
                <a:lnTo>
                  <a:pt x="876" y="10650"/>
                </a:lnTo>
                <a:lnTo>
                  <a:pt x="913" y="10575"/>
                </a:lnTo>
                <a:lnTo>
                  <a:pt x="969" y="10482"/>
                </a:lnTo>
                <a:lnTo>
                  <a:pt x="1024" y="10407"/>
                </a:lnTo>
                <a:lnTo>
                  <a:pt x="1080" y="10296"/>
                </a:lnTo>
                <a:lnTo>
                  <a:pt x="1118" y="10240"/>
                </a:lnTo>
                <a:lnTo>
                  <a:pt x="1118" y="10203"/>
                </a:lnTo>
                <a:lnTo>
                  <a:pt x="1099" y="10147"/>
                </a:lnTo>
                <a:lnTo>
                  <a:pt x="1080" y="10147"/>
                </a:lnTo>
                <a:lnTo>
                  <a:pt x="1062" y="10165"/>
                </a:lnTo>
                <a:lnTo>
                  <a:pt x="894" y="10333"/>
                </a:lnTo>
                <a:lnTo>
                  <a:pt x="727" y="10501"/>
                </a:lnTo>
                <a:lnTo>
                  <a:pt x="633" y="10352"/>
                </a:lnTo>
                <a:lnTo>
                  <a:pt x="522" y="10184"/>
                </a:lnTo>
                <a:lnTo>
                  <a:pt x="447" y="10128"/>
                </a:lnTo>
                <a:lnTo>
                  <a:pt x="373" y="10091"/>
                </a:lnTo>
                <a:lnTo>
                  <a:pt x="336" y="10072"/>
                </a:lnTo>
                <a:close/>
                <a:moveTo>
                  <a:pt x="91899" y="10091"/>
                </a:moveTo>
                <a:lnTo>
                  <a:pt x="91843" y="10110"/>
                </a:lnTo>
                <a:lnTo>
                  <a:pt x="91769" y="10147"/>
                </a:lnTo>
                <a:lnTo>
                  <a:pt x="91713" y="10221"/>
                </a:lnTo>
                <a:lnTo>
                  <a:pt x="91639" y="10370"/>
                </a:lnTo>
                <a:lnTo>
                  <a:pt x="91583" y="10482"/>
                </a:lnTo>
                <a:lnTo>
                  <a:pt x="91508" y="10426"/>
                </a:lnTo>
                <a:lnTo>
                  <a:pt x="91415" y="10352"/>
                </a:lnTo>
                <a:lnTo>
                  <a:pt x="91303" y="10296"/>
                </a:lnTo>
                <a:lnTo>
                  <a:pt x="91266" y="10296"/>
                </a:lnTo>
                <a:lnTo>
                  <a:pt x="91210" y="10314"/>
                </a:lnTo>
                <a:lnTo>
                  <a:pt x="91173" y="10352"/>
                </a:lnTo>
                <a:lnTo>
                  <a:pt x="91155" y="10389"/>
                </a:lnTo>
                <a:lnTo>
                  <a:pt x="91136" y="10426"/>
                </a:lnTo>
                <a:lnTo>
                  <a:pt x="91155" y="10463"/>
                </a:lnTo>
                <a:lnTo>
                  <a:pt x="91192" y="10538"/>
                </a:lnTo>
                <a:lnTo>
                  <a:pt x="91266" y="10612"/>
                </a:lnTo>
                <a:lnTo>
                  <a:pt x="91341" y="10668"/>
                </a:lnTo>
                <a:lnTo>
                  <a:pt x="91378" y="10705"/>
                </a:lnTo>
                <a:lnTo>
                  <a:pt x="91397" y="10743"/>
                </a:lnTo>
                <a:lnTo>
                  <a:pt x="91378" y="10836"/>
                </a:lnTo>
                <a:lnTo>
                  <a:pt x="91341" y="10892"/>
                </a:lnTo>
                <a:lnTo>
                  <a:pt x="91303" y="10947"/>
                </a:lnTo>
                <a:lnTo>
                  <a:pt x="91266" y="11003"/>
                </a:lnTo>
                <a:lnTo>
                  <a:pt x="91229" y="11059"/>
                </a:lnTo>
                <a:lnTo>
                  <a:pt x="91210" y="11152"/>
                </a:lnTo>
                <a:lnTo>
                  <a:pt x="91210" y="11227"/>
                </a:lnTo>
                <a:lnTo>
                  <a:pt x="91229" y="11245"/>
                </a:lnTo>
                <a:lnTo>
                  <a:pt x="91248" y="11264"/>
                </a:lnTo>
                <a:lnTo>
                  <a:pt x="91359" y="11264"/>
                </a:lnTo>
                <a:lnTo>
                  <a:pt x="91397" y="11245"/>
                </a:lnTo>
                <a:lnTo>
                  <a:pt x="91452" y="11208"/>
                </a:lnTo>
                <a:lnTo>
                  <a:pt x="91527" y="11096"/>
                </a:lnTo>
                <a:lnTo>
                  <a:pt x="91620" y="10985"/>
                </a:lnTo>
                <a:lnTo>
                  <a:pt x="91657" y="10966"/>
                </a:lnTo>
                <a:lnTo>
                  <a:pt x="91694" y="10947"/>
                </a:lnTo>
                <a:lnTo>
                  <a:pt x="91732" y="10947"/>
                </a:lnTo>
                <a:lnTo>
                  <a:pt x="91788" y="10985"/>
                </a:lnTo>
                <a:lnTo>
                  <a:pt x="91899" y="11059"/>
                </a:lnTo>
                <a:lnTo>
                  <a:pt x="91955" y="11078"/>
                </a:lnTo>
                <a:lnTo>
                  <a:pt x="91992" y="11078"/>
                </a:lnTo>
                <a:lnTo>
                  <a:pt x="92030" y="11041"/>
                </a:lnTo>
                <a:lnTo>
                  <a:pt x="92030" y="10966"/>
                </a:lnTo>
                <a:lnTo>
                  <a:pt x="92011" y="10910"/>
                </a:lnTo>
                <a:lnTo>
                  <a:pt x="91974" y="10873"/>
                </a:lnTo>
                <a:lnTo>
                  <a:pt x="91918" y="10817"/>
                </a:lnTo>
                <a:lnTo>
                  <a:pt x="91881" y="10780"/>
                </a:lnTo>
                <a:lnTo>
                  <a:pt x="91881" y="10724"/>
                </a:lnTo>
                <a:lnTo>
                  <a:pt x="91881" y="10668"/>
                </a:lnTo>
                <a:lnTo>
                  <a:pt x="91936" y="10575"/>
                </a:lnTo>
                <a:lnTo>
                  <a:pt x="91992" y="10463"/>
                </a:lnTo>
                <a:lnTo>
                  <a:pt x="92030" y="10333"/>
                </a:lnTo>
                <a:lnTo>
                  <a:pt x="92048" y="10277"/>
                </a:lnTo>
                <a:lnTo>
                  <a:pt x="92030" y="10221"/>
                </a:lnTo>
                <a:lnTo>
                  <a:pt x="92011" y="10165"/>
                </a:lnTo>
                <a:lnTo>
                  <a:pt x="91974" y="10128"/>
                </a:lnTo>
                <a:lnTo>
                  <a:pt x="91899" y="10091"/>
                </a:lnTo>
                <a:close/>
                <a:moveTo>
                  <a:pt x="894" y="12437"/>
                </a:moveTo>
                <a:lnTo>
                  <a:pt x="857" y="12455"/>
                </a:lnTo>
                <a:lnTo>
                  <a:pt x="782" y="12493"/>
                </a:lnTo>
                <a:lnTo>
                  <a:pt x="708" y="12567"/>
                </a:lnTo>
                <a:lnTo>
                  <a:pt x="596" y="12772"/>
                </a:lnTo>
                <a:lnTo>
                  <a:pt x="522" y="12921"/>
                </a:lnTo>
                <a:lnTo>
                  <a:pt x="391" y="12846"/>
                </a:lnTo>
                <a:lnTo>
                  <a:pt x="317" y="12828"/>
                </a:lnTo>
                <a:lnTo>
                  <a:pt x="243" y="12809"/>
                </a:lnTo>
                <a:lnTo>
                  <a:pt x="205" y="12809"/>
                </a:lnTo>
                <a:lnTo>
                  <a:pt x="168" y="12846"/>
                </a:lnTo>
                <a:lnTo>
                  <a:pt x="187" y="12902"/>
                </a:lnTo>
                <a:lnTo>
                  <a:pt x="224" y="12995"/>
                </a:lnTo>
                <a:lnTo>
                  <a:pt x="298" y="13107"/>
                </a:lnTo>
                <a:lnTo>
                  <a:pt x="354" y="13163"/>
                </a:lnTo>
                <a:lnTo>
                  <a:pt x="373" y="13219"/>
                </a:lnTo>
                <a:lnTo>
                  <a:pt x="354" y="13275"/>
                </a:lnTo>
                <a:lnTo>
                  <a:pt x="317" y="13331"/>
                </a:lnTo>
                <a:lnTo>
                  <a:pt x="224" y="13461"/>
                </a:lnTo>
                <a:lnTo>
                  <a:pt x="168" y="13554"/>
                </a:lnTo>
                <a:lnTo>
                  <a:pt x="112" y="13684"/>
                </a:lnTo>
                <a:lnTo>
                  <a:pt x="94" y="13740"/>
                </a:lnTo>
                <a:lnTo>
                  <a:pt x="112" y="13796"/>
                </a:lnTo>
                <a:lnTo>
                  <a:pt x="131" y="13833"/>
                </a:lnTo>
                <a:lnTo>
                  <a:pt x="187" y="13870"/>
                </a:lnTo>
                <a:lnTo>
                  <a:pt x="317" y="13870"/>
                </a:lnTo>
                <a:lnTo>
                  <a:pt x="373" y="13833"/>
                </a:lnTo>
                <a:lnTo>
                  <a:pt x="429" y="13777"/>
                </a:lnTo>
                <a:lnTo>
                  <a:pt x="522" y="13666"/>
                </a:lnTo>
                <a:lnTo>
                  <a:pt x="596" y="13573"/>
                </a:lnTo>
                <a:lnTo>
                  <a:pt x="689" y="13703"/>
                </a:lnTo>
                <a:lnTo>
                  <a:pt x="745" y="13759"/>
                </a:lnTo>
                <a:lnTo>
                  <a:pt x="801" y="13815"/>
                </a:lnTo>
                <a:lnTo>
                  <a:pt x="857" y="13870"/>
                </a:lnTo>
                <a:lnTo>
                  <a:pt x="931" y="13889"/>
                </a:lnTo>
                <a:lnTo>
                  <a:pt x="987" y="13870"/>
                </a:lnTo>
                <a:lnTo>
                  <a:pt x="1062" y="13796"/>
                </a:lnTo>
                <a:lnTo>
                  <a:pt x="1099" y="13722"/>
                </a:lnTo>
                <a:lnTo>
                  <a:pt x="1099" y="13647"/>
                </a:lnTo>
                <a:lnTo>
                  <a:pt x="1080" y="13573"/>
                </a:lnTo>
                <a:lnTo>
                  <a:pt x="1043" y="13479"/>
                </a:lnTo>
                <a:lnTo>
                  <a:pt x="931" y="13331"/>
                </a:lnTo>
                <a:lnTo>
                  <a:pt x="838" y="13219"/>
                </a:lnTo>
                <a:lnTo>
                  <a:pt x="931" y="13070"/>
                </a:lnTo>
                <a:lnTo>
                  <a:pt x="1043" y="12865"/>
                </a:lnTo>
                <a:lnTo>
                  <a:pt x="1080" y="12753"/>
                </a:lnTo>
                <a:lnTo>
                  <a:pt x="1080" y="12660"/>
                </a:lnTo>
                <a:lnTo>
                  <a:pt x="1062" y="12567"/>
                </a:lnTo>
                <a:lnTo>
                  <a:pt x="1043" y="12530"/>
                </a:lnTo>
                <a:lnTo>
                  <a:pt x="1006" y="12493"/>
                </a:lnTo>
                <a:lnTo>
                  <a:pt x="969" y="12455"/>
                </a:lnTo>
                <a:lnTo>
                  <a:pt x="931" y="12437"/>
                </a:lnTo>
                <a:close/>
                <a:moveTo>
                  <a:pt x="91229" y="12474"/>
                </a:moveTo>
                <a:lnTo>
                  <a:pt x="91192" y="12493"/>
                </a:lnTo>
                <a:lnTo>
                  <a:pt x="91155" y="12530"/>
                </a:lnTo>
                <a:lnTo>
                  <a:pt x="91136" y="12549"/>
                </a:lnTo>
                <a:lnTo>
                  <a:pt x="91136" y="12586"/>
                </a:lnTo>
                <a:lnTo>
                  <a:pt x="91136" y="12679"/>
                </a:lnTo>
                <a:lnTo>
                  <a:pt x="91155" y="12791"/>
                </a:lnTo>
                <a:lnTo>
                  <a:pt x="91210" y="12902"/>
                </a:lnTo>
                <a:lnTo>
                  <a:pt x="91322" y="13107"/>
                </a:lnTo>
                <a:lnTo>
                  <a:pt x="91415" y="13256"/>
                </a:lnTo>
                <a:lnTo>
                  <a:pt x="91266" y="13442"/>
                </a:lnTo>
                <a:lnTo>
                  <a:pt x="91192" y="13573"/>
                </a:lnTo>
                <a:lnTo>
                  <a:pt x="91192" y="13628"/>
                </a:lnTo>
                <a:lnTo>
                  <a:pt x="91192" y="13666"/>
                </a:lnTo>
                <a:lnTo>
                  <a:pt x="91229" y="13684"/>
                </a:lnTo>
                <a:lnTo>
                  <a:pt x="91266" y="13666"/>
                </a:lnTo>
                <a:lnTo>
                  <a:pt x="91378" y="13610"/>
                </a:lnTo>
                <a:lnTo>
                  <a:pt x="91545" y="13479"/>
                </a:lnTo>
                <a:lnTo>
                  <a:pt x="91620" y="13591"/>
                </a:lnTo>
                <a:lnTo>
                  <a:pt x="91713" y="13759"/>
                </a:lnTo>
                <a:lnTo>
                  <a:pt x="91825" y="13889"/>
                </a:lnTo>
                <a:lnTo>
                  <a:pt x="91881" y="13926"/>
                </a:lnTo>
                <a:lnTo>
                  <a:pt x="91936" y="13945"/>
                </a:lnTo>
                <a:lnTo>
                  <a:pt x="91992" y="13945"/>
                </a:lnTo>
                <a:lnTo>
                  <a:pt x="92011" y="13926"/>
                </a:lnTo>
                <a:lnTo>
                  <a:pt x="92030" y="13908"/>
                </a:lnTo>
                <a:lnTo>
                  <a:pt x="92048" y="13870"/>
                </a:lnTo>
                <a:lnTo>
                  <a:pt x="92030" y="13796"/>
                </a:lnTo>
                <a:lnTo>
                  <a:pt x="92011" y="13703"/>
                </a:lnTo>
                <a:lnTo>
                  <a:pt x="91918" y="13517"/>
                </a:lnTo>
                <a:lnTo>
                  <a:pt x="91843" y="13405"/>
                </a:lnTo>
                <a:lnTo>
                  <a:pt x="91788" y="13312"/>
                </a:lnTo>
                <a:lnTo>
                  <a:pt x="91788" y="13256"/>
                </a:lnTo>
                <a:lnTo>
                  <a:pt x="91806" y="13200"/>
                </a:lnTo>
                <a:lnTo>
                  <a:pt x="91881" y="13126"/>
                </a:lnTo>
                <a:lnTo>
                  <a:pt x="91974" y="12995"/>
                </a:lnTo>
                <a:lnTo>
                  <a:pt x="92011" y="12940"/>
                </a:lnTo>
                <a:lnTo>
                  <a:pt x="92030" y="12865"/>
                </a:lnTo>
                <a:lnTo>
                  <a:pt x="92011" y="12772"/>
                </a:lnTo>
                <a:lnTo>
                  <a:pt x="91992" y="12735"/>
                </a:lnTo>
                <a:lnTo>
                  <a:pt x="91974" y="12716"/>
                </a:lnTo>
                <a:lnTo>
                  <a:pt x="91918" y="12716"/>
                </a:lnTo>
                <a:lnTo>
                  <a:pt x="91843" y="12735"/>
                </a:lnTo>
                <a:lnTo>
                  <a:pt x="91788" y="12791"/>
                </a:lnTo>
                <a:lnTo>
                  <a:pt x="91713" y="12846"/>
                </a:lnTo>
                <a:lnTo>
                  <a:pt x="91620" y="12977"/>
                </a:lnTo>
                <a:lnTo>
                  <a:pt x="91545" y="12828"/>
                </a:lnTo>
                <a:lnTo>
                  <a:pt x="91434" y="12623"/>
                </a:lnTo>
                <a:lnTo>
                  <a:pt x="91378" y="12549"/>
                </a:lnTo>
                <a:lnTo>
                  <a:pt x="91303" y="12493"/>
                </a:lnTo>
                <a:lnTo>
                  <a:pt x="91266" y="12474"/>
                </a:lnTo>
                <a:close/>
                <a:moveTo>
                  <a:pt x="838" y="15062"/>
                </a:moveTo>
                <a:lnTo>
                  <a:pt x="801" y="15081"/>
                </a:lnTo>
                <a:lnTo>
                  <a:pt x="764" y="15118"/>
                </a:lnTo>
                <a:lnTo>
                  <a:pt x="652" y="15304"/>
                </a:lnTo>
                <a:lnTo>
                  <a:pt x="559" y="15509"/>
                </a:lnTo>
                <a:lnTo>
                  <a:pt x="503" y="15416"/>
                </a:lnTo>
                <a:lnTo>
                  <a:pt x="410" y="15323"/>
                </a:lnTo>
                <a:lnTo>
                  <a:pt x="354" y="15285"/>
                </a:lnTo>
                <a:lnTo>
                  <a:pt x="298" y="15267"/>
                </a:lnTo>
                <a:lnTo>
                  <a:pt x="261" y="15267"/>
                </a:lnTo>
                <a:lnTo>
                  <a:pt x="205" y="15304"/>
                </a:lnTo>
                <a:lnTo>
                  <a:pt x="168" y="15341"/>
                </a:lnTo>
                <a:lnTo>
                  <a:pt x="168" y="15416"/>
                </a:lnTo>
                <a:lnTo>
                  <a:pt x="168" y="15472"/>
                </a:lnTo>
                <a:lnTo>
                  <a:pt x="187" y="15546"/>
                </a:lnTo>
                <a:lnTo>
                  <a:pt x="243" y="15676"/>
                </a:lnTo>
                <a:lnTo>
                  <a:pt x="280" y="15788"/>
                </a:lnTo>
                <a:lnTo>
                  <a:pt x="317" y="15844"/>
                </a:lnTo>
                <a:lnTo>
                  <a:pt x="336" y="15863"/>
                </a:lnTo>
                <a:lnTo>
                  <a:pt x="317" y="15974"/>
                </a:lnTo>
                <a:lnTo>
                  <a:pt x="280" y="16012"/>
                </a:lnTo>
                <a:lnTo>
                  <a:pt x="261" y="16067"/>
                </a:lnTo>
                <a:lnTo>
                  <a:pt x="224" y="16123"/>
                </a:lnTo>
                <a:lnTo>
                  <a:pt x="205" y="16179"/>
                </a:lnTo>
                <a:lnTo>
                  <a:pt x="224" y="16235"/>
                </a:lnTo>
                <a:lnTo>
                  <a:pt x="243" y="16254"/>
                </a:lnTo>
                <a:lnTo>
                  <a:pt x="298" y="16235"/>
                </a:lnTo>
                <a:lnTo>
                  <a:pt x="336" y="16198"/>
                </a:lnTo>
                <a:lnTo>
                  <a:pt x="447" y="16105"/>
                </a:lnTo>
                <a:lnTo>
                  <a:pt x="485" y="16086"/>
                </a:lnTo>
                <a:lnTo>
                  <a:pt x="540" y="16067"/>
                </a:lnTo>
                <a:lnTo>
                  <a:pt x="578" y="16086"/>
                </a:lnTo>
                <a:lnTo>
                  <a:pt x="633" y="16105"/>
                </a:lnTo>
                <a:lnTo>
                  <a:pt x="727" y="16198"/>
                </a:lnTo>
                <a:lnTo>
                  <a:pt x="782" y="16216"/>
                </a:lnTo>
                <a:lnTo>
                  <a:pt x="838" y="16235"/>
                </a:lnTo>
                <a:lnTo>
                  <a:pt x="894" y="16235"/>
                </a:lnTo>
                <a:lnTo>
                  <a:pt x="950" y="16198"/>
                </a:lnTo>
                <a:lnTo>
                  <a:pt x="1006" y="16160"/>
                </a:lnTo>
                <a:lnTo>
                  <a:pt x="1006" y="16105"/>
                </a:lnTo>
                <a:lnTo>
                  <a:pt x="1006" y="16049"/>
                </a:lnTo>
                <a:lnTo>
                  <a:pt x="969" y="15993"/>
                </a:lnTo>
                <a:lnTo>
                  <a:pt x="894" y="15900"/>
                </a:lnTo>
                <a:lnTo>
                  <a:pt x="820" y="15807"/>
                </a:lnTo>
                <a:lnTo>
                  <a:pt x="764" y="15732"/>
                </a:lnTo>
                <a:lnTo>
                  <a:pt x="764" y="15676"/>
                </a:lnTo>
                <a:lnTo>
                  <a:pt x="857" y="15527"/>
                </a:lnTo>
                <a:lnTo>
                  <a:pt x="950" y="15379"/>
                </a:lnTo>
                <a:lnTo>
                  <a:pt x="987" y="15285"/>
                </a:lnTo>
                <a:lnTo>
                  <a:pt x="987" y="15211"/>
                </a:lnTo>
                <a:lnTo>
                  <a:pt x="969" y="15136"/>
                </a:lnTo>
                <a:lnTo>
                  <a:pt x="913" y="15081"/>
                </a:lnTo>
                <a:lnTo>
                  <a:pt x="876" y="15062"/>
                </a:lnTo>
                <a:close/>
                <a:moveTo>
                  <a:pt x="92011" y="15136"/>
                </a:moveTo>
                <a:lnTo>
                  <a:pt x="91955" y="15174"/>
                </a:lnTo>
                <a:lnTo>
                  <a:pt x="91862" y="15267"/>
                </a:lnTo>
                <a:lnTo>
                  <a:pt x="91769" y="15379"/>
                </a:lnTo>
                <a:lnTo>
                  <a:pt x="91694" y="15509"/>
                </a:lnTo>
                <a:lnTo>
                  <a:pt x="91601" y="15621"/>
                </a:lnTo>
                <a:lnTo>
                  <a:pt x="91508" y="15472"/>
                </a:lnTo>
                <a:lnTo>
                  <a:pt x="91359" y="15267"/>
                </a:lnTo>
                <a:lnTo>
                  <a:pt x="91285" y="15192"/>
                </a:lnTo>
                <a:lnTo>
                  <a:pt x="91192" y="15155"/>
                </a:lnTo>
                <a:lnTo>
                  <a:pt x="91117" y="15155"/>
                </a:lnTo>
                <a:lnTo>
                  <a:pt x="91080" y="15192"/>
                </a:lnTo>
                <a:lnTo>
                  <a:pt x="91043" y="15230"/>
                </a:lnTo>
                <a:lnTo>
                  <a:pt x="91024" y="15304"/>
                </a:lnTo>
                <a:lnTo>
                  <a:pt x="91024" y="15379"/>
                </a:lnTo>
                <a:lnTo>
                  <a:pt x="91061" y="15453"/>
                </a:lnTo>
                <a:lnTo>
                  <a:pt x="91117" y="15527"/>
                </a:lnTo>
                <a:lnTo>
                  <a:pt x="91229" y="15676"/>
                </a:lnTo>
                <a:lnTo>
                  <a:pt x="91266" y="15751"/>
                </a:lnTo>
                <a:lnTo>
                  <a:pt x="91303" y="15807"/>
                </a:lnTo>
                <a:lnTo>
                  <a:pt x="91341" y="15881"/>
                </a:lnTo>
                <a:lnTo>
                  <a:pt x="91341" y="15918"/>
                </a:lnTo>
                <a:lnTo>
                  <a:pt x="91303" y="15937"/>
                </a:lnTo>
                <a:lnTo>
                  <a:pt x="91248" y="16012"/>
                </a:lnTo>
                <a:lnTo>
                  <a:pt x="91192" y="16086"/>
                </a:lnTo>
                <a:lnTo>
                  <a:pt x="91192" y="16123"/>
                </a:lnTo>
                <a:lnTo>
                  <a:pt x="91210" y="16160"/>
                </a:lnTo>
                <a:lnTo>
                  <a:pt x="91229" y="16179"/>
                </a:lnTo>
                <a:lnTo>
                  <a:pt x="91266" y="16179"/>
                </a:lnTo>
                <a:lnTo>
                  <a:pt x="91359" y="16123"/>
                </a:lnTo>
                <a:lnTo>
                  <a:pt x="91434" y="16067"/>
                </a:lnTo>
                <a:lnTo>
                  <a:pt x="91490" y="16030"/>
                </a:lnTo>
                <a:lnTo>
                  <a:pt x="91545" y="16067"/>
                </a:lnTo>
                <a:lnTo>
                  <a:pt x="91601" y="16123"/>
                </a:lnTo>
                <a:lnTo>
                  <a:pt x="91694" y="16235"/>
                </a:lnTo>
                <a:lnTo>
                  <a:pt x="91806" y="16291"/>
                </a:lnTo>
                <a:lnTo>
                  <a:pt x="91918" y="16328"/>
                </a:lnTo>
                <a:lnTo>
                  <a:pt x="91955" y="16328"/>
                </a:lnTo>
                <a:lnTo>
                  <a:pt x="91992" y="16309"/>
                </a:lnTo>
                <a:lnTo>
                  <a:pt x="92030" y="16272"/>
                </a:lnTo>
                <a:lnTo>
                  <a:pt x="92030" y="16198"/>
                </a:lnTo>
                <a:lnTo>
                  <a:pt x="92030" y="16142"/>
                </a:lnTo>
                <a:lnTo>
                  <a:pt x="92011" y="16105"/>
                </a:lnTo>
                <a:lnTo>
                  <a:pt x="91936" y="16030"/>
                </a:lnTo>
                <a:lnTo>
                  <a:pt x="91881" y="15974"/>
                </a:lnTo>
                <a:lnTo>
                  <a:pt x="91825" y="15900"/>
                </a:lnTo>
                <a:lnTo>
                  <a:pt x="91788" y="15807"/>
                </a:lnTo>
                <a:lnTo>
                  <a:pt x="91862" y="15714"/>
                </a:lnTo>
                <a:lnTo>
                  <a:pt x="91936" y="15621"/>
                </a:lnTo>
                <a:lnTo>
                  <a:pt x="92011" y="15546"/>
                </a:lnTo>
                <a:lnTo>
                  <a:pt x="92104" y="15453"/>
                </a:lnTo>
                <a:lnTo>
                  <a:pt x="92141" y="15341"/>
                </a:lnTo>
                <a:lnTo>
                  <a:pt x="92160" y="15230"/>
                </a:lnTo>
                <a:lnTo>
                  <a:pt x="92160" y="15174"/>
                </a:lnTo>
                <a:lnTo>
                  <a:pt x="92123" y="15155"/>
                </a:lnTo>
                <a:lnTo>
                  <a:pt x="92104" y="15136"/>
                </a:lnTo>
                <a:close/>
                <a:moveTo>
                  <a:pt x="91881" y="17650"/>
                </a:moveTo>
                <a:lnTo>
                  <a:pt x="91825" y="17669"/>
                </a:lnTo>
                <a:lnTo>
                  <a:pt x="91788" y="17706"/>
                </a:lnTo>
                <a:lnTo>
                  <a:pt x="91732" y="17780"/>
                </a:lnTo>
                <a:lnTo>
                  <a:pt x="91657" y="17855"/>
                </a:lnTo>
                <a:lnTo>
                  <a:pt x="91564" y="18041"/>
                </a:lnTo>
                <a:lnTo>
                  <a:pt x="91490" y="17911"/>
                </a:lnTo>
                <a:lnTo>
                  <a:pt x="91359" y="17762"/>
                </a:lnTo>
                <a:lnTo>
                  <a:pt x="91303" y="17724"/>
                </a:lnTo>
                <a:lnTo>
                  <a:pt x="91229" y="17687"/>
                </a:lnTo>
                <a:lnTo>
                  <a:pt x="91155" y="17706"/>
                </a:lnTo>
                <a:lnTo>
                  <a:pt x="91080" y="17743"/>
                </a:lnTo>
                <a:lnTo>
                  <a:pt x="91061" y="17817"/>
                </a:lnTo>
                <a:lnTo>
                  <a:pt x="91061" y="17873"/>
                </a:lnTo>
                <a:lnTo>
                  <a:pt x="91080" y="17948"/>
                </a:lnTo>
                <a:lnTo>
                  <a:pt x="91117" y="18022"/>
                </a:lnTo>
                <a:lnTo>
                  <a:pt x="91192" y="18153"/>
                </a:lnTo>
                <a:lnTo>
                  <a:pt x="91285" y="18264"/>
                </a:lnTo>
                <a:lnTo>
                  <a:pt x="91359" y="18357"/>
                </a:lnTo>
                <a:lnTo>
                  <a:pt x="91378" y="18413"/>
                </a:lnTo>
                <a:lnTo>
                  <a:pt x="91359" y="18469"/>
                </a:lnTo>
                <a:lnTo>
                  <a:pt x="91322" y="18581"/>
                </a:lnTo>
                <a:lnTo>
                  <a:pt x="91285" y="18693"/>
                </a:lnTo>
                <a:lnTo>
                  <a:pt x="91285" y="18748"/>
                </a:lnTo>
                <a:lnTo>
                  <a:pt x="91303" y="18804"/>
                </a:lnTo>
                <a:lnTo>
                  <a:pt x="91359" y="18860"/>
                </a:lnTo>
                <a:lnTo>
                  <a:pt x="91452" y="18860"/>
                </a:lnTo>
                <a:lnTo>
                  <a:pt x="91508" y="18823"/>
                </a:lnTo>
                <a:lnTo>
                  <a:pt x="91601" y="18730"/>
                </a:lnTo>
                <a:lnTo>
                  <a:pt x="91676" y="18637"/>
                </a:lnTo>
                <a:lnTo>
                  <a:pt x="91750" y="18693"/>
                </a:lnTo>
                <a:lnTo>
                  <a:pt x="91899" y="18786"/>
                </a:lnTo>
                <a:lnTo>
                  <a:pt x="91974" y="18804"/>
                </a:lnTo>
                <a:lnTo>
                  <a:pt x="92030" y="18823"/>
                </a:lnTo>
                <a:lnTo>
                  <a:pt x="92085" y="18823"/>
                </a:lnTo>
                <a:lnTo>
                  <a:pt x="92123" y="18767"/>
                </a:lnTo>
                <a:lnTo>
                  <a:pt x="92123" y="18748"/>
                </a:lnTo>
                <a:lnTo>
                  <a:pt x="92123" y="18711"/>
                </a:lnTo>
                <a:lnTo>
                  <a:pt x="92085" y="18637"/>
                </a:lnTo>
                <a:lnTo>
                  <a:pt x="91992" y="18544"/>
                </a:lnTo>
                <a:lnTo>
                  <a:pt x="91881" y="18413"/>
                </a:lnTo>
                <a:lnTo>
                  <a:pt x="91881" y="18376"/>
                </a:lnTo>
                <a:lnTo>
                  <a:pt x="91881" y="18302"/>
                </a:lnTo>
                <a:lnTo>
                  <a:pt x="91918" y="18246"/>
                </a:lnTo>
                <a:lnTo>
                  <a:pt x="91936" y="18171"/>
                </a:lnTo>
                <a:lnTo>
                  <a:pt x="92011" y="18060"/>
                </a:lnTo>
                <a:lnTo>
                  <a:pt x="92085" y="17948"/>
                </a:lnTo>
                <a:lnTo>
                  <a:pt x="92104" y="17873"/>
                </a:lnTo>
                <a:lnTo>
                  <a:pt x="92085" y="17799"/>
                </a:lnTo>
                <a:lnTo>
                  <a:pt x="92067" y="17762"/>
                </a:lnTo>
                <a:lnTo>
                  <a:pt x="92048" y="17724"/>
                </a:lnTo>
                <a:lnTo>
                  <a:pt x="92011" y="17687"/>
                </a:lnTo>
                <a:lnTo>
                  <a:pt x="91974" y="17669"/>
                </a:lnTo>
                <a:lnTo>
                  <a:pt x="91918" y="17650"/>
                </a:lnTo>
                <a:close/>
                <a:moveTo>
                  <a:pt x="931" y="17445"/>
                </a:moveTo>
                <a:lnTo>
                  <a:pt x="857" y="17501"/>
                </a:lnTo>
                <a:lnTo>
                  <a:pt x="745" y="17631"/>
                </a:lnTo>
                <a:lnTo>
                  <a:pt x="671" y="17780"/>
                </a:lnTo>
                <a:lnTo>
                  <a:pt x="559" y="18097"/>
                </a:lnTo>
                <a:lnTo>
                  <a:pt x="503" y="18022"/>
                </a:lnTo>
                <a:lnTo>
                  <a:pt x="447" y="17929"/>
                </a:lnTo>
                <a:lnTo>
                  <a:pt x="373" y="17873"/>
                </a:lnTo>
                <a:lnTo>
                  <a:pt x="298" y="17836"/>
                </a:lnTo>
                <a:lnTo>
                  <a:pt x="243" y="17836"/>
                </a:lnTo>
                <a:lnTo>
                  <a:pt x="187" y="17855"/>
                </a:lnTo>
                <a:lnTo>
                  <a:pt x="168" y="17892"/>
                </a:lnTo>
                <a:lnTo>
                  <a:pt x="131" y="17911"/>
                </a:lnTo>
                <a:lnTo>
                  <a:pt x="131" y="18004"/>
                </a:lnTo>
                <a:lnTo>
                  <a:pt x="149" y="18115"/>
                </a:lnTo>
                <a:lnTo>
                  <a:pt x="205" y="18190"/>
                </a:lnTo>
                <a:lnTo>
                  <a:pt x="280" y="18283"/>
                </a:lnTo>
                <a:lnTo>
                  <a:pt x="336" y="18357"/>
                </a:lnTo>
                <a:lnTo>
                  <a:pt x="373" y="18395"/>
                </a:lnTo>
                <a:lnTo>
                  <a:pt x="373" y="18432"/>
                </a:lnTo>
                <a:lnTo>
                  <a:pt x="373" y="18469"/>
                </a:lnTo>
                <a:lnTo>
                  <a:pt x="354" y="18525"/>
                </a:lnTo>
                <a:lnTo>
                  <a:pt x="280" y="18655"/>
                </a:lnTo>
                <a:lnTo>
                  <a:pt x="224" y="18786"/>
                </a:lnTo>
                <a:lnTo>
                  <a:pt x="224" y="18823"/>
                </a:lnTo>
                <a:lnTo>
                  <a:pt x="243" y="18860"/>
                </a:lnTo>
                <a:lnTo>
                  <a:pt x="261" y="18879"/>
                </a:lnTo>
                <a:lnTo>
                  <a:pt x="317" y="18860"/>
                </a:lnTo>
                <a:lnTo>
                  <a:pt x="410" y="18786"/>
                </a:lnTo>
                <a:lnTo>
                  <a:pt x="559" y="18618"/>
                </a:lnTo>
                <a:lnTo>
                  <a:pt x="652" y="18711"/>
                </a:lnTo>
                <a:lnTo>
                  <a:pt x="782" y="18823"/>
                </a:lnTo>
                <a:lnTo>
                  <a:pt x="857" y="18860"/>
                </a:lnTo>
                <a:lnTo>
                  <a:pt x="931" y="18897"/>
                </a:lnTo>
                <a:lnTo>
                  <a:pt x="987" y="18897"/>
                </a:lnTo>
                <a:lnTo>
                  <a:pt x="1024" y="18860"/>
                </a:lnTo>
                <a:lnTo>
                  <a:pt x="1043" y="18804"/>
                </a:lnTo>
                <a:lnTo>
                  <a:pt x="1024" y="18748"/>
                </a:lnTo>
                <a:lnTo>
                  <a:pt x="987" y="18674"/>
                </a:lnTo>
                <a:lnTo>
                  <a:pt x="913" y="18599"/>
                </a:lnTo>
                <a:lnTo>
                  <a:pt x="801" y="18469"/>
                </a:lnTo>
                <a:lnTo>
                  <a:pt x="745" y="18413"/>
                </a:lnTo>
                <a:lnTo>
                  <a:pt x="727" y="18376"/>
                </a:lnTo>
                <a:lnTo>
                  <a:pt x="745" y="18320"/>
                </a:lnTo>
                <a:lnTo>
                  <a:pt x="764" y="18246"/>
                </a:lnTo>
                <a:lnTo>
                  <a:pt x="857" y="18115"/>
                </a:lnTo>
                <a:lnTo>
                  <a:pt x="950" y="17985"/>
                </a:lnTo>
                <a:lnTo>
                  <a:pt x="1006" y="17873"/>
                </a:lnTo>
                <a:lnTo>
                  <a:pt x="1024" y="17743"/>
                </a:lnTo>
                <a:lnTo>
                  <a:pt x="1024" y="17575"/>
                </a:lnTo>
                <a:lnTo>
                  <a:pt x="1006" y="17501"/>
                </a:lnTo>
                <a:lnTo>
                  <a:pt x="987" y="17445"/>
                </a:lnTo>
                <a:close/>
                <a:moveTo>
                  <a:pt x="913" y="20108"/>
                </a:moveTo>
                <a:lnTo>
                  <a:pt x="857" y="20126"/>
                </a:lnTo>
                <a:lnTo>
                  <a:pt x="782" y="20182"/>
                </a:lnTo>
                <a:lnTo>
                  <a:pt x="671" y="20294"/>
                </a:lnTo>
                <a:lnTo>
                  <a:pt x="578" y="20405"/>
                </a:lnTo>
                <a:lnTo>
                  <a:pt x="503" y="20312"/>
                </a:lnTo>
                <a:lnTo>
                  <a:pt x="391" y="20238"/>
                </a:lnTo>
                <a:lnTo>
                  <a:pt x="336" y="20201"/>
                </a:lnTo>
                <a:lnTo>
                  <a:pt x="261" y="20201"/>
                </a:lnTo>
                <a:lnTo>
                  <a:pt x="205" y="20219"/>
                </a:lnTo>
                <a:lnTo>
                  <a:pt x="168" y="20256"/>
                </a:lnTo>
                <a:lnTo>
                  <a:pt x="131" y="20331"/>
                </a:lnTo>
                <a:lnTo>
                  <a:pt x="149" y="20387"/>
                </a:lnTo>
                <a:lnTo>
                  <a:pt x="187" y="20461"/>
                </a:lnTo>
                <a:lnTo>
                  <a:pt x="224" y="20517"/>
                </a:lnTo>
                <a:lnTo>
                  <a:pt x="317" y="20629"/>
                </a:lnTo>
                <a:lnTo>
                  <a:pt x="354" y="20685"/>
                </a:lnTo>
                <a:lnTo>
                  <a:pt x="373" y="20722"/>
                </a:lnTo>
                <a:lnTo>
                  <a:pt x="354" y="20778"/>
                </a:lnTo>
                <a:lnTo>
                  <a:pt x="336" y="20834"/>
                </a:lnTo>
                <a:lnTo>
                  <a:pt x="261" y="20964"/>
                </a:lnTo>
                <a:lnTo>
                  <a:pt x="224" y="21020"/>
                </a:lnTo>
                <a:lnTo>
                  <a:pt x="187" y="21094"/>
                </a:lnTo>
                <a:lnTo>
                  <a:pt x="187" y="21150"/>
                </a:lnTo>
                <a:lnTo>
                  <a:pt x="224" y="21206"/>
                </a:lnTo>
                <a:lnTo>
                  <a:pt x="280" y="21243"/>
                </a:lnTo>
                <a:lnTo>
                  <a:pt x="336" y="21243"/>
                </a:lnTo>
                <a:lnTo>
                  <a:pt x="391" y="21206"/>
                </a:lnTo>
                <a:lnTo>
                  <a:pt x="447" y="21169"/>
                </a:lnTo>
                <a:lnTo>
                  <a:pt x="559" y="21038"/>
                </a:lnTo>
                <a:lnTo>
                  <a:pt x="652" y="20945"/>
                </a:lnTo>
                <a:lnTo>
                  <a:pt x="764" y="21094"/>
                </a:lnTo>
                <a:lnTo>
                  <a:pt x="838" y="21169"/>
                </a:lnTo>
                <a:lnTo>
                  <a:pt x="876" y="21187"/>
                </a:lnTo>
                <a:lnTo>
                  <a:pt x="913" y="21206"/>
                </a:lnTo>
                <a:lnTo>
                  <a:pt x="950" y="21187"/>
                </a:lnTo>
                <a:lnTo>
                  <a:pt x="987" y="21150"/>
                </a:lnTo>
                <a:lnTo>
                  <a:pt x="987" y="21113"/>
                </a:lnTo>
                <a:lnTo>
                  <a:pt x="987" y="21076"/>
                </a:lnTo>
                <a:lnTo>
                  <a:pt x="950" y="20983"/>
                </a:lnTo>
                <a:lnTo>
                  <a:pt x="931" y="20908"/>
                </a:lnTo>
                <a:lnTo>
                  <a:pt x="876" y="20815"/>
                </a:lnTo>
                <a:lnTo>
                  <a:pt x="857" y="20741"/>
                </a:lnTo>
                <a:lnTo>
                  <a:pt x="857" y="20685"/>
                </a:lnTo>
                <a:lnTo>
                  <a:pt x="913" y="20573"/>
                </a:lnTo>
                <a:lnTo>
                  <a:pt x="969" y="20498"/>
                </a:lnTo>
                <a:lnTo>
                  <a:pt x="1006" y="20405"/>
                </a:lnTo>
                <a:lnTo>
                  <a:pt x="1043" y="20294"/>
                </a:lnTo>
                <a:lnTo>
                  <a:pt x="1043" y="20256"/>
                </a:lnTo>
                <a:lnTo>
                  <a:pt x="1024" y="20201"/>
                </a:lnTo>
                <a:lnTo>
                  <a:pt x="987" y="20126"/>
                </a:lnTo>
                <a:lnTo>
                  <a:pt x="913" y="20108"/>
                </a:lnTo>
                <a:close/>
                <a:moveTo>
                  <a:pt x="91899" y="20275"/>
                </a:moveTo>
                <a:lnTo>
                  <a:pt x="91825" y="20331"/>
                </a:lnTo>
                <a:lnTo>
                  <a:pt x="91769" y="20387"/>
                </a:lnTo>
                <a:lnTo>
                  <a:pt x="91676" y="20517"/>
                </a:lnTo>
                <a:lnTo>
                  <a:pt x="91601" y="20647"/>
                </a:lnTo>
                <a:lnTo>
                  <a:pt x="91452" y="20424"/>
                </a:lnTo>
                <a:lnTo>
                  <a:pt x="91415" y="20387"/>
                </a:lnTo>
                <a:lnTo>
                  <a:pt x="91378" y="20350"/>
                </a:lnTo>
                <a:lnTo>
                  <a:pt x="91322" y="20312"/>
                </a:lnTo>
                <a:lnTo>
                  <a:pt x="91192" y="20312"/>
                </a:lnTo>
                <a:lnTo>
                  <a:pt x="91155" y="20331"/>
                </a:lnTo>
                <a:lnTo>
                  <a:pt x="91136" y="20368"/>
                </a:lnTo>
                <a:lnTo>
                  <a:pt x="91117" y="20405"/>
                </a:lnTo>
                <a:lnTo>
                  <a:pt x="91117" y="20498"/>
                </a:lnTo>
                <a:lnTo>
                  <a:pt x="91136" y="20592"/>
                </a:lnTo>
                <a:lnTo>
                  <a:pt x="91210" y="20741"/>
                </a:lnTo>
                <a:lnTo>
                  <a:pt x="91285" y="20852"/>
                </a:lnTo>
                <a:lnTo>
                  <a:pt x="91359" y="20964"/>
                </a:lnTo>
                <a:lnTo>
                  <a:pt x="91359" y="21057"/>
                </a:lnTo>
                <a:lnTo>
                  <a:pt x="91341" y="21113"/>
                </a:lnTo>
                <a:lnTo>
                  <a:pt x="91322" y="21150"/>
                </a:lnTo>
                <a:lnTo>
                  <a:pt x="91322" y="21206"/>
                </a:lnTo>
                <a:lnTo>
                  <a:pt x="91359" y="21243"/>
                </a:lnTo>
                <a:lnTo>
                  <a:pt x="91397" y="21262"/>
                </a:lnTo>
                <a:lnTo>
                  <a:pt x="91434" y="21243"/>
                </a:lnTo>
                <a:lnTo>
                  <a:pt x="91471" y="21206"/>
                </a:lnTo>
                <a:lnTo>
                  <a:pt x="91508" y="21187"/>
                </a:lnTo>
                <a:lnTo>
                  <a:pt x="91564" y="21131"/>
                </a:lnTo>
                <a:lnTo>
                  <a:pt x="91732" y="21262"/>
                </a:lnTo>
                <a:lnTo>
                  <a:pt x="91806" y="21280"/>
                </a:lnTo>
                <a:lnTo>
                  <a:pt x="91881" y="21280"/>
                </a:lnTo>
                <a:lnTo>
                  <a:pt x="91918" y="21262"/>
                </a:lnTo>
                <a:lnTo>
                  <a:pt x="91936" y="21225"/>
                </a:lnTo>
                <a:lnTo>
                  <a:pt x="91974" y="21150"/>
                </a:lnTo>
                <a:lnTo>
                  <a:pt x="91955" y="21076"/>
                </a:lnTo>
                <a:lnTo>
                  <a:pt x="91936" y="21001"/>
                </a:lnTo>
                <a:lnTo>
                  <a:pt x="91881" y="20927"/>
                </a:lnTo>
                <a:lnTo>
                  <a:pt x="91843" y="20908"/>
                </a:lnTo>
                <a:lnTo>
                  <a:pt x="91825" y="20871"/>
                </a:lnTo>
                <a:lnTo>
                  <a:pt x="91843" y="20796"/>
                </a:lnTo>
                <a:lnTo>
                  <a:pt x="91881" y="20759"/>
                </a:lnTo>
                <a:lnTo>
                  <a:pt x="91918" y="20722"/>
                </a:lnTo>
                <a:lnTo>
                  <a:pt x="91992" y="20629"/>
                </a:lnTo>
                <a:lnTo>
                  <a:pt x="92030" y="20554"/>
                </a:lnTo>
                <a:lnTo>
                  <a:pt x="92067" y="20461"/>
                </a:lnTo>
                <a:lnTo>
                  <a:pt x="92085" y="20405"/>
                </a:lnTo>
                <a:lnTo>
                  <a:pt x="92085" y="20368"/>
                </a:lnTo>
                <a:lnTo>
                  <a:pt x="92067" y="20331"/>
                </a:lnTo>
                <a:lnTo>
                  <a:pt x="92030" y="20294"/>
                </a:lnTo>
                <a:lnTo>
                  <a:pt x="91955" y="20275"/>
                </a:lnTo>
                <a:close/>
                <a:moveTo>
                  <a:pt x="261" y="22658"/>
                </a:moveTo>
                <a:lnTo>
                  <a:pt x="224" y="22677"/>
                </a:lnTo>
                <a:lnTo>
                  <a:pt x="205" y="22714"/>
                </a:lnTo>
                <a:lnTo>
                  <a:pt x="187" y="22751"/>
                </a:lnTo>
                <a:lnTo>
                  <a:pt x="187" y="22789"/>
                </a:lnTo>
                <a:lnTo>
                  <a:pt x="224" y="22919"/>
                </a:lnTo>
                <a:lnTo>
                  <a:pt x="261" y="22975"/>
                </a:lnTo>
                <a:lnTo>
                  <a:pt x="317" y="23031"/>
                </a:lnTo>
                <a:lnTo>
                  <a:pt x="354" y="23086"/>
                </a:lnTo>
                <a:lnTo>
                  <a:pt x="391" y="23142"/>
                </a:lnTo>
                <a:lnTo>
                  <a:pt x="447" y="23217"/>
                </a:lnTo>
                <a:lnTo>
                  <a:pt x="391" y="23291"/>
                </a:lnTo>
                <a:lnTo>
                  <a:pt x="354" y="23328"/>
                </a:lnTo>
                <a:lnTo>
                  <a:pt x="317" y="23384"/>
                </a:lnTo>
                <a:lnTo>
                  <a:pt x="224" y="23459"/>
                </a:lnTo>
                <a:lnTo>
                  <a:pt x="187" y="23496"/>
                </a:lnTo>
                <a:lnTo>
                  <a:pt x="149" y="23552"/>
                </a:lnTo>
                <a:lnTo>
                  <a:pt x="149" y="23608"/>
                </a:lnTo>
                <a:lnTo>
                  <a:pt x="168" y="23664"/>
                </a:lnTo>
                <a:lnTo>
                  <a:pt x="205" y="23719"/>
                </a:lnTo>
                <a:lnTo>
                  <a:pt x="243" y="23757"/>
                </a:lnTo>
                <a:lnTo>
                  <a:pt x="298" y="23757"/>
                </a:lnTo>
                <a:lnTo>
                  <a:pt x="354" y="23738"/>
                </a:lnTo>
                <a:lnTo>
                  <a:pt x="447" y="23682"/>
                </a:lnTo>
                <a:lnTo>
                  <a:pt x="540" y="23608"/>
                </a:lnTo>
                <a:lnTo>
                  <a:pt x="615" y="23533"/>
                </a:lnTo>
                <a:lnTo>
                  <a:pt x="633" y="23477"/>
                </a:lnTo>
                <a:lnTo>
                  <a:pt x="671" y="23459"/>
                </a:lnTo>
                <a:lnTo>
                  <a:pt x="708" y="23477"/>
                </a:lnTo>
                <a:lnTo>
                  <a:pt x="745" y="23515"/>
                </a:lnTo>
                <a:lnTo>
                  <a:pt x="782" y="23552"/>
                </a:lnTo>
                <a:lnTo>
                  <a:pt x="838" y="23589"/>
                </a:lnTo>
                <a:lnTo>
                  <a:pt x="894" y="23626"/>
                </a:lnTo>
                <a:lnTo>
                  <a:pt x="931" y="23626"/>
                </a:lnTo>
                <a:lnTo>
                  <a:pt x="950" y="23608"/>
                </a:lnTo>
                <a:lnTo>
                  <a:pt x="969" y="23589"/>
                </a:lnTo>
                <a:lnTo>
                  <a:pt x="950" y="23533"/>
                </a:lnTo>
                <a:lnTo>
                  <a:pt x="913" y="23459"/>
                </a:lnTo>
                <a:lnTo>
                  <a:pt x="857" y="23347"/>
                </a:lnTo>
                <a:lnTo>
                  <a:pt x="838" y="23291"/>
                </a:lnTo>
                <a:lnTo>
                  <a:pt x="838" y="23235"/>
                </a:lnTo>
                <a:lnTo>
                  <a:pt x="931" y="22956"/>
                </a:lnTo>
                <a:lnTo>
                  <a:pt x="987" y="22789"/>
                </a:lnTo>
                <a:lnTo>
                  <a:pt x="1006" y="22751"/>
                </a:lnTo>
                <a:lnTo>
                  <a:pt x="1006" y="22733"/>
                </a:lnTo>
                <a:lnTo>
                  <a:pt x="987" y="22733"/>
                </a:lnTo>
                <a:lnTo>
                  <a:pt x="652" y="23049"/>
                </a:lnTo>
                <a:lnTo>
                  <a:pt x="522" y="22863"/>
                </a:lnTo>
                <a:lnTo>
                  <a:pt x="447" y="22751"/>
                </a:lnTo>
                <a:lnTo>
                  <a:pt x="373" y="22695"/>
                </a:lnTo>
                <a:lnTo>
                  <a:pt x="298" y="22658"/>
                </a:lnTo>
                <a:close/>
                <a:moveTo>
                  <a:pt x="91359" y="22733"/>
                </a:moveTo>
                <a:lnTo>
                  <a:pt x="91285" y="22751"/>
                </a:lnTo>
                <a:lnTo>
                  <a:pt x="91266" y="22770"/>
                </a:lnTo>
                <a:lnTo>
                  <a:pt x="91248" y="22826"/>
                </a:lnTo>
                <a:lnTo>
                  <a:pt x="91266" y="22882"/>
                </a:lnTo>
                <a:lnTo>
                  <a:pt x="91322" y="23012"/>
                </a:lnTo>
                <a:lnTo>
                  <a:pt x="91359" y="23124"/>
                </a:lnTo>
                <a:lnTo>
                  <a:pt x="91397" y="23161"/>
                </a:lnTo>
                <a:lnTo>
                  <a:pt x="91415" y="23217"/>
                </a:lnTo>
                <a:lnTo>
                  <a:pt x="91397" y="23254"/>
                </a:lnTo>
                <a:lnTo>
                  <a:pt x="91341" y="23273"/>
                </a:lnTo>
                <a:lnTo>
                  <a:pt x="91266" y="23347"/>
                </a:lnTo>
                <a:lnTo>
                  <a:pt x="91173" y="23459"/>
                </a:lnTo>
                <a:lnTo>
                  <a:pt x="91117" y="23515"/>
                </a:lnTo>
                <a:lnTo>
                  <a:pt x="91099" y="23570"/>
                </a:lnTo>
                <a:lnTo>
                  <a:pt x="91099" y="23626"/>
                </a:lnTo>
                <a:lnTo>
                  <a:pt x="91099" y="23664"/>
                </a:lnTo>
                <a:lnTo>
                  <a:pt x="91136" y="23719"/>
                </a:lnTo>
                <a:lnTo>
                  <a:pt x="91173" y="23757"/>
                </a:lnTo>
                <a:lnTo>
                  <a:pt x="91210" y="23775"/>
                </a:lnTo>
                <a:lnTo>
                  <a:pt x="91248" y="23775"/>
                </a:lnTo>
                <a:lnTo>
                  <a:pt x="91303" y="23757"/>
                </a:lnTo>
                <a:lnTo>
                  <a:pt x="91341" y="23719"/>
                </a:lnTo>
                <a:lnTo>
                  <a:pt x="91564" y="23496"/>
                </a:lnTo>
                <a:lnTo>
                  <a:pt x="91601" y="23589"/>
                </a:lnTo>
                <a:lnTo>
                  <a:pt x="91676" y="23738"/>
                </a:lnTo>
                <a:lnTo>
                  <a:pt x="91713" y="23794"/>
                </a:lnTo>
                <a:lnTo>
                  <a:pt x="91750" y="23850"/>
                </a:lnTo>
                <a:lnTo>
                  <a:pt x="91806" y="23868"/>
                </a:lnTo>
                <a:lnTo>
                  <a:pt x="91862" y="23868"/>
                </a:lnTo>
                <a:lnTo>
                  <a:pt x="91899" y="23831"/>
                </a:lnTo>
                <a:lnTo>
                  <a:pt x="91936" y="23794"/>
                </a:lnTo>
                <a:lnTo>
                  <a:pt x="91936" y="23738"/>
                </a:lnTo>
                <a:lnTo>
                  <a:pt x="91936" y="23664"/>
                </a:lnTo>
                <a:lnTo>
                  <a:pt x="91899" y="23515"/>
                </a:lnTo>
                <a:lnTo>
                  <a:pt x="91862" y="23422"/>
                </a:lnTo>
                <a:lnTo>
                  <a:pt x="91825" y="23310"/>
                </a:lnTo>
                <a:lnTo>
                  <a:pt x="91825" y="23254"/>
                </a:lnTo>
                <a:lnTo>
                  <a:pt x="91881" y="23198"/>
                </a:lnTo>
                <a:lnTo>
                  <a:pt x="91955" y="23124"/>
                </a:lnTo>
                <a:lnTo>
                  <a:pt x="92048" y="23049"/>
                </a:lnTo>
                <a:lnTo>
                  <a:pt x="92085" y="23012"/>
                </a:lnTo>
                <a:lnTo>
                  <a:pt x="92104" y="22956"/>
                </a:lnTo>
                <a:lnTo>
                  <a:pt x="92085" y="22900"/>
                </a:lnTo>
                <a:lnTo>
                  <a:pt x="92048" y="22863"/>
                </a:lnTo>
                <a:lnTo>
                  <a:pt x="91955" y="22863"/>
                </a:lnTo>
                <a:lnTo>
                  <a:pt x="91843" y="22919"/>
                </a:lnTo>
                <a:lnTo>
                  <a:pt x="91750" y="22956"/>
                </a:lnTo>
                <a:lnTo>
                  <a:pt x="91676" y="22993"/>
                </a:lnTo>
                <a:lnTo>
                  <a:pt x="91639" y="22993"/>
                </a:lnTo>
                <a:lnTo>
                  <a:pt x="91564" y="22900"/>
                </a:lnTo>
                <a:lnTo>
                  <a:pt x="91471" y="22807"/>
                </a:lnTo>
                <a:lnTo>
                  <a:pt x="91397" y="22751"/>
                </a:lnTo>
                <a:lnTo>
                  <a:pt x="91359" y="22733"/>
                </a:lnTo>
                <a:close/>
                <a:moveTo>
                  <a:pt x="913" y="25190"/>
                </a:moveTo>
                <a:lnTo>
                  <a:pt x="857" y="25209"/>
                </a:lnTo>
                <a:lnTo>
                  <a:pt x="801" y="25227"/>
                </a:lnTo>
                <a:lnTo>
                  <a:pt x="764" y="25283"/>
                </a:lnTo>
                <a:lnTo>
                  <a:pt x="727" y="25321"/>
                </a:lnTo>
                <a:lnTo>
                  <a:pt x="689" y="25358"/>
                </a:lnTo>
                <a:lnTo>
                  <a:pt x="633" y="25395"/>
                </a:lnTo>
                <a:lnTo>
                  <a:pt x="596" y="25414"/>
                </a:lnTo>
                <a:lnTo>
                  <a:pt x="485" y="25358"/>
                </a:lnTo>
                <a:lnTo>
                  <a:pt x="373" y="25302"/>
                </a:lnTo>
                <a:lnTo>
                  <a:pt x="261" y="25302"/>
                </a:lnTo>
                <a:lnTo>
                  <a:pt x="243" y="25339"/>
                </a:lnTo>
                <a:lnTo>
                  <a:pt x="243" y="25376"/>
                </a:lnTo>
                <a:lnTo>
                  <a:pt x="261" y="25432"/>
                </a:lnTo>
                <a:lnTo>
                  <a:pt x="298" y="25488"/>
                </a:lnTo>
                <a:lnTo>
                  <a:pt x="336" y="25525"/>
                </a:lnTo>
                <a:lnTo>
                  <a:pt x="391" y="25563"/>
                </a:lnTo>
                <a:lnTo>
                  <a:pt x="410" y="25600"/>
                </a:lnTo>
                <a:lnTo>
                  <a:pt x="447" y="25674"/>
                </a:lnTo>
                <a:lnTo>
                  <a:pt x="447" y="25730"/>
                </a:lnTo>
                <a:lnTo>
                  <a:pt x="354" y="25860"/>
                </a:lnTo>
                <a:lnTo>
                  <a:pt x="224" y="26084"/>
                </a:lnTo>
                <a:lnTo>
                  <a:pt x="168" y="26214"/>
                </a:lnTo>
                <a:lnTo>
                  <a:pt x="149" y="26251"/>
                </a:lnTo>
                <a:lnTo>
                  <a:pt x="168" y="26251"/>
                </a:lnTo>
                <a:lnTo>
                  <a:pt x="410" y="26103"/>
                </a:lnTo>
                <a:lnTo>
                  <a:pt x="522" y="26009"/>
                </a:lnTo>
                <a:lnTo>
                  <a:pt x="633" y="25898"/>
                </a:lnTo>
                <a:lnTo>
                  <a:pt x="727" y="26103"/>
                </a:lnTo>
                <a:lnTo>
                  <a:pt x="820" y="26196"/>
                </a:lnTo>
                <a:lnTo>
                  <a:pt x="857" y="26233"/>
                </a:lnTo>
                <a:lnTo>
                  <a:pt x="950" y="26233"/>
                </a:lnTo>
                <a:lnTo>
                  <a:pt x="987" y="26214"/>
                </a:lnTo>
                <a:lnTo>
                  <a:pt x="1024" y="26196"/>
                </a:lnTo>
                <a:lnTo>
                  <a:pt x="1043" y="26158"/>
                </a:lnTo>
                <a:lnTo>
                  <a:pt x="1043" y="26065"/>
                </a:lnTo>
                <a:lnTo>
                  <a:pt x="1043" y="25991"/>
                </a:lnTo>
                <a:lnTo>
                  <a:pt x="1006" y="25916"/>
                </a:lnTo>
                <a:lnTo>
                  <a:pt x="969" y="25842"/>
                </a:lnTo>
                <a:lnTo>
                  <a:pt x="931" y="25786"/>
                </a:lnTo>
                <a:lnTo>
                  <a:pt x="913" y="25712"/>
                </a:lnTo>
                <a:lnTo>
                  <a:pt x="876" y="25637"/>
                </a:lnTo>
                <a:lnTo>
                  <a:pt x="876" y="25600"/>
                </a:lnTo>
                <a:lnTo>
                  <a:pt x="931" y="25488"/>
                </a:lnTo>
                <a:lnTo>
                  <a:pt x="969" y="25376"/>
                </a:lnTo>
                <a:lnTo>
                  <a:pt x="987" y="25265"/>
                </a:lnTo>
                <a:lnTo>
                  <a:pt x="987" y="25227"/>
                </a:lnTo>
                <a:lnTo>
                  <a:pt x="969" y="25209"/>
                </a:lnTo>
                <a:lnTo>
                  <a:pt x="913" y="25190"/>
                </a:lnTo>
                <a:close/>
                <a:moveTo>
                  <a:pt x="91899" y="25227"/>
                </a:moveTo>
                <a:lnTo>
                  <a:pt x="91862" y="25246"/>
                </a:lnTo>
                <a:lnTo>
                  <a:pt x="91825" y="25302"/>
                </a:lnTo>
                <a:lnTo>
                  <a:pt x="91694" y="25507"/>
                </a:lnTo>
                <a:lnTo>
                  <a:pt x="91564" y="25730"/>
                </a:lnTo>
                <a:lnTo>
                  <a:pt x="91508" y="25618"/>
                </a:lnTo>
                <a:lnTo>
                  <a:pt x="91415" y="25488"/>
                </a:lnTo>
                <a:lnTo>
                  <a:pt x="91359" y="25432"/>
                </a:lnTo>
                <a:lnTo>
                  <a:pt x="91303" y="25395"/>
                </a:lnTo>
                <a:lnTo>
                  <a:pt x="91248" y="25358"/>
                </a:lnTo>
                <a:lnTo>
                  <a:pt x="91173" y="25358"/>
                </a:lnTo>
                <a:lnTo>
                  <a:pt x="91117" y="25376"/>
                </a:lnTo>
                <a:lnTo>
                  <a:pt x="91080" y="25414"/>
                </a:lnTo>
                <a:lnTo>
                  <a:pt x="91061" y="25470"/>
                </a:lnTo>
                <a:lnTo>
                  <a:pt x="91080" y="25544"/>
                </a:lnTo>
                <a:lnTo>
                  <a:pt x="91136" y="25656"/>
                </a:lnTo>
                <a:lnTo>
                  <a:pt x="91192" y="25767"/>
                </a:lnTo>
                <a:lnTo>
                  <a:pt x="91285" y="25860"/>
                </a:lnTo>
                <a:lnTo>
                  <a:pt x="91341" y="25935"/>
                </a:lnTo>
                <a:lnTo>
                  <a:pt x="91378" y="25991"/>
                </a:lnTo>
                <a:lnTo>
                  <a:pt x="91341" y="26028"/>
                </a:lnTo>
                <a:lnTo>
                  <a:pt x="91285" y="26084"/>
                </a:lnTo>
                <a:lnTo>
                  <a:pt x="91229" y="26140"/>
                </a:lnTo>
                <a:lnTo>
                  <a:pt x="91210" y="26177"/>
                </a:lnTo>
                <a:lnTo>
                  <a:pt x="91210" y="26196"/>
                </a:lnTo>
                <a:lnTo>
                  <a:pt x="91210" y="26233"/>
                </a:lnTo>
                <a:lnTo>
                  <a:pt x="91248" y="26251"/>
                </a:lnTo>
                <a:lnTo>
                  <a:pt x="91322" y="26214"/>
                </a:lnTo>
                <a:lnTo>
                  <a:pt x="91490" y="26121"/>
                </a:lnTo>
                <a:lnTo>
                  <a:pt x="91583" y="26233"/>
                </a:lnTo>
                <a:lnTo>
                  <a:pt x="91657" y="26307"/>
                </a:lnTo>
                <a:lnTo>
                  <a:pt x="91750" y="26400"/>
                </a:lnTo>
                <a:lnTo>
                  <a:pt x="91788" y="26419"/>
                </a:lnTo>
                <a:lnTo>
                  <a:pt x="91843" y="26438"/>
                </a:lnTo>
                <a:lnTo>
                  <a:pt x="91881" y="26419"/>
                </a:lnTo>
                <a:lnTo>
                  <a:pt x="91918" y="26345"/>
                </a:lnTo>
                <a:lnTo>
                  <a:pt x="91899" y="26289"/>
                </a:lnTo>
                <a:lnTo>
                  <a:pt x="91881" y="26214"/>
                </a:lnTo>
                <a:lnTo>
                  <a:pt x="91788" y="26084"/>
                </a:lnTo>
                <a:lnTo>
                  <a:pt x="91750" y="26009"/>
                </a:lnTo>
                <a:lnTo>
                  <a:pt x="91732" y="25954"/>
                </a:lnTo>
                <a:lnTo>
                  <a:pt x="91769" y="25898"/>
                </a:lnTo>
                <a:lnTo>
                  <a:pt x="91825" y="25842"/>
                </a:lnTo>
                <a:lnTo>
                  <a:pt x="91918" y="25749"/>
                </a:lnTo>
                <a:lnTo>
                  <a:pt x="92011" y="25618"/>
                </a:lnTo>
                <a:lnTo>
                  <a:pt x="92104" y="25488"/>
                </a:lnTo>
                <a:lnTo>
                  <a:pt x="92123" y="25414"/>
                </a:lnTo>
                <a:lnTo>
                  <a:pt x="92123" y="25358"/>
                </a:lnTo>
                <a:lnTo>
                  <a:pt x="92104" y="25302"/>
                </a:lnTo>
                <a:lnTo>
                  <a:pt x="92067" y="25265"/>
                </a:lnTo>
                <a:lnTo>
                  <a:pt x="92030" y="25246"/>
                </a:lnTo>
                <a:lnTo>
                  <a:pt x="91992" y="25227"/>
                </a:lnTo>
                <a:close/>
                <a:moveTo>
                  <a:pt x="112" y="27555"/>
                </a:moveTo>
                <a:lnTo>
                  <a:pt x="75" y="27573"/>
                </a:lnTo>
                <a:lnTo>
                  <a:pt x="38" y="27592"/>
                </a:lnTo>
                <a:lnTo>
                  <a:pt x="0" y="27629"/>
                </a:lnTo>
                <a:lnTo>
                  <a:pt x="0" y="27666"/>
                </a:lnTo>
                <a:lnTo>
                  <a:pt x="0" y="27760"/>
                </a:lnTo>
                <a:lnTo>
                  <a:pt x="38" y="27853"/>
                </a:lnTo>
                <a:lnTo>
                  <a:pt x="112" y="27946"/>
                </a:lnTo>
                <a:lnTo>
                  <a:pt x="280" y="28132"/>
                </a:lnTo>
                <a:lnTo>
                  <a:pt x="391" y="28262"/>
                </a:lnTo>
                <a:lnTo>
                  <a:pt x="298" y="28355"/>
                </a:lnTo>
                <a:lnTo>
                  <a:pt x="187" y="28486"/>
                </a:lnTo>
                <a:lnTo>
                  <a:pt x="94" y="28616"/>
                </a:lnTo>
                <a:lnTo>
                  <a:pt x="75" y="28690"/>
                </a:lnTo>
                <a:lnTo>
                  <a:pt x="94" y="28728"/>
                </a:lnTo>
                <a:lnTo>
                  <a:pt x="112" y="28765"/>
                </a:lnTo>
                <a:lnTo>
                  <a:pt x="131" y="28765"/>
                </a:lnTo>
                <a:lnTo>
                  <a:pt x="187" y="28784"/>
                </a:lnTo>
                <a:lnTo>
                  <a:pt x="261" y="28746"/>
                </a:lnTo>
                <a:lnTo>
                  <a:pt x="317" y="28709"/>
                </a:lnTo>
                <a:lnTo>
                  <a:pt x="466" y="28579"/>
                </a:lnTo>
                <a:lnTo>
                  <a:pt x="540" y="28504"/>
                </a:lnTo>
                <a:lnTo>
                  <a:pt x="633" y="28635"/>
                </a:lnTo>
                <a:lnTo>
                  <a:pt x="745" y="28802"/>
                </a:lnTo>
                <a:lnTo>
                  <a:pt x="801" y="28858"/>
                </a:lnTo>
                <a:lnTo>
                  <a:pt x="857" y="28877"/>
                </a:lnTo>
                <a:lnTo>
                  <a:pt x="876" y="28858"/>
                </a:lnTo>
                <a:lnTo>
                  <a:pt x="876" y="28839"/>
                </a:lnTo>
                <a:lnTo>
                  <a:pt x="894" y="28728"/>
                </a:lnTo>
                <a:lnTo>
                  <a:pt x="857" y="28616"/>
                </a:lnTo>
                <a:lnTo>
                  <a:pt x="820" y="28504"/>
                </a:lnTo>
                <a:lnTo>
                  <a:pt x="764" y="28374"/>
                </a:lnTo>
                <a:lnTo>
                  <a:pt x="764" y="28337"/>
                </a:lnTo>
                <a:lnTo>
                  <a:pt x="764" y="28299"/>
                </a:lnTo>
                <a:lnTo>
                  <a:pt x="782" y="28244"/>
                </a:lnTo>
                <a:lnTo>
                  <a:pt x="857" y="28188"/>
                </a:lnTo>
                <a:lnTo>
                  <a:pt x="969" y="28113"/>
                </a:lnTo>
                <a:lnTo>
                  <a:pt x="1043" y="28020"/>
                </a:lnTo>
                <a:lnTo>
                  <a:pt x="1136" y="27890"/>
                </a:lnTo>
                <a:lnTo>
                  <a:pt x="1173" y="27815"/>
                </a:lnTo>
                <a:lnTo>
                  <a:pt x="1192" y="27760"/>
                </a:lnTo>
                <a:lnTo>
                  <a:pt x="1173" y="27704"/>
                </a:lnTo>
                <a:lnTo>
                  <a:pt x="1118" y="27666"/>
                </a:lnTo>
                <a:lnTo>
                  <a:pt x="1062" y="27648"/>
                </a:lnTo>
                <a:lnTo>
                  <a:pt x="987" y="27666"/>
                </a:lnTo>
                <a:lnTo>
                  <a:pt x="913" y="27722"/>
                </a:lnTo>
                <a:lnTo>
                  <a:pt x="838" y="27778"/>
                </a:lnTo>
                <a:lnTo>
                  <a:pt x="708" y="27908"/>
                </a:lnTo>
                <a:lnTo>
                  <a:pt x="615" y="28020"/>
                </a:lnTo>
                <a:lnTo>
                  <a:pt x="522" y="27871"/>
                </a:lnTo>
                <a:lnTo>
                  <a:pt x="447" y="27778"/>
                </a:lnTo>
                <a:lnTo>
                  <a:pt x="373" y="27685"/>
                </a:lnTo>
                <a:lnTo>
                  <a:pt x="298" y="27611"/>
                </a:lnTo>
                <a:lnTo>
                  <a:pt x="205" y="27555"/>
                </a:lnTo>
                <a:close/>
                <a:moveTo>
                  <a:pt x="91303" y="27778"/>
                </a:moveTo>
                <a:lnTo>
                  <a:pt x="91248" y="27797"/>
                </a:lnTo>
                <a:lnTo>
                  <a:pt x="91192" y="27853"/>
                </a:lnTo>
                <a:lnTo>
                  <a:pt x="91173" y="27927"/>
                </a:lnTo>
                <a:lnTo>
                  <a:pt x="91173" y="28002"/>
                </a:lnTo>
                <a:lnTo>
                  <a:pt x="91210" y="28076"/>
                </a:lnTo>
                <a:lnTo>
                  <a:pt x="91303" y="28225"/>
                </a:lnTo>
                <a:lnTo>
                  <a:pt x="91359" y="28337"/>
                </a:lnTo>
                <a:lnTo>
                  <a:pt x="91378" y="28393"/>
                </a:lnTo>
                <a:lnTo>
                  <a:pt x="91378" y="28430"/>
                </a:lnTo>
                <a:lnTo>
                  <a:pt x="91322" y="28541"/>
                </a:lnTo>
                <a:lnTo>
                  <a:pt x="91285" y="28635"/>
                </a:lnTo>
                <a:lnTo>
                  <a:pt x="91285" y="28690"/>
                </a:lnTo>
                <a:lnTo>
                  <a:pt x="91303" y="28728"/>
                </a:lnTo>
                <a:lnTo>
                  <a:pt x="91341" y="28784"/>
                </a:lnTo>
                <a:lnTo>
                  <a:pt x="91378" y="28821"/>
                </a:lnTo>
                <a:lnTo>
                  <a:pt x="91415" y="28821"/>
                </a:lnTo>
                <a:lnTo>
                  <a:pt x="91452" y="28802"/>
                </a:lnTo>
                <a:lnTo>
                  <a:pt x="91545" y="28746"/>
                </a:lnTo>
                <a:lnTo>
                  <a:pt x="91601" y="28672"/>
                </a:lnTo>
                <a:lnTo>
                  <a:pt x="91694" y="28765"/>
                </a:lnTo>
                <a:lnTo>
                  <a:pt x="91806" y="28877"/>
                </a:lnTo>
                <a:lnTo>
                  <a:pt x="91862" y="28895"/>
                </a:lnTo>
                <a:lnTo>
                  <a:pt x="91918" y="28895"/>
                </a:lnTo>
                <a:lnTo>
                  <a:pt x="91955" y="28877"/>
                </a:lnTo>
                <a:lnTo>
                  <a:pt x="91992" y="28784"/>
                </a:lnTo>
                <a:lnTo>
                  <a:pt x="91974" y="28728"/>
                </a:lnTo>
                <a:lnTo>
                  <a:pt x="91955" y="28690"/>
                </a:lnTo>
                <a:lnTo>
                  <a:pt x="91899" y="28579"/>
                </a:lnTo>
                <a:lnTo>
                  <a:pt x="91825" y="28486"/>
                </a:lnTo>
                <a:lnTo>
                  <a:pt x="91788" y="28430"/>
                </a:lnTo>
                <a:lnTo>
                  <a:pt x="91788" y="28393"/>
                </a:lnTo>
                <a:lnTo>
                  <a:pt x="91806" y="28318"/>
                </a:lnTo>
                <a:lnTo>
                  <a:pt x="91862" y="28244"/>
                </a:lnTo>
                <a:lnTo>
                  <a:pt x="91955" y="28113"/>
                </a:lnTo>
                <a:lnTo>
                  <a:pt x="92011" y="27964"/>
                </a:lnTo>
                <a:lnTo>
                  <a:pt x="92011" y="27890"/>
                </a:lnTo>
                <a:lnTo>
                  <a:pt x="91992" y="27871"/>
                </a:lnTo>
                <a:lnTo>
                  <a:pt x="91974" y="27871"/>
                </a:lnTo>
                <a:lnTo>
                  <a:pt x="91918" y="27890"/>
                </a:lnTo>
                <a:lnTo>
                  <a:pt x="91843" y="27927"/>
                </a:lnTo>
                <a:lnTo>
                  <a:pt x="91750" y="27983"/>
                </a:lnTo>
                <a:lnTo>
                  <a:pt x="91620" y="28113"/>
                </a:lnTo>
                <a:lnTo>
                  <a:pt x="91564" y="28020"/>
                </a:lnTo>
                <a:lnTo>
                  <a:pt x="91471" y="27890"/>
                </a:lnTo>
                <a:lnTo>
                  <a:pt x="91415" y="27834"/>
                </a:lnTo>
                <a:lnTo>
                  <a:pt x="91359" y="27797"/>
                </a:lnTo>
                <a:lnTo>
                  <a:pt x="91303" y="27778"/>
                </a:lnTo>
                <a:close/>
                <a:moveTo>
                  <a:pt x="913" y="30124"/>
                </a:moveTo>
                <a:lnTo>
                  <a:pt x="838" y="30180"/>
                </a:lnTo>
                <a:lnTo>
                  <a:pt x="764" y="30273"/>
                </a:lnTo>
                <a:lnTo>
                  <a:pt x="633" y="30478"/>
                </a:lnTo>
                <a:lnTo>
                  <a:pt x="559" y="30627"/>
                </a:lnTo>
                <a:lnTo>
                  <a:pt x="485" y="30534"/>
                </a:lnTo>
                <a:lnTo>
                  <a:pt x="391" y="30422"/>
                </a:lnTo>
                <a:lnTo>
                  <a:pt x="317" y="30385"/>
                </a:lnTo>
                <a:lnTo>
                  <a:pt x="261" y="30366"/>
                </a:lnTo>
                <a:lnTo>
                  <a:pt x="205" y="30366"/>
                </a:lnTo>
                <a:lnTo>
                  <a:pt x="149" y="30385"/>
                </a:lnTo>
                <a:lnTo>
                  <a:pt x="131" y="30422"/>
                </a:lnTo>
                <a:lnTo>
                  <a:pt x="112" y="30459"/>
                </a:lnTo>
                <a:lnTo>
                  <a:pt x="131" y="30515"/>
                </a:lnTo>
                <a:lnTo>
                  <a:pt x="149" y="30571"/>
                </a:lnTo>
                <a:lnTo>
                  <a:pt x="205" y="30683"/>
                </a:lnTo>
                <a:lnTo>
                  <a:pt x="261" y="30757"/>
                </a:lnTo>
                <a:lnTo>
                  <a:pt x="336" y="30850"/>
                </a:lnTo>
                <a:lnTo>
                  <a:pt x="336" y="30887"/>
                </a:lnTo>
                <a:lnTo>
                  <a:pt x="317" y="30962"/>
                </a:lnTo>
                <a:lnTo>
                  <a:pt x="280" y="31036"/>
                </a:lnTo>
                <a:lnTo>
                  <a:pt x="224" y="31111"/>
                </a:lnTo>
                <a:lnTo>
                  <a:pt x="168" y="31185"/>
                </a:lnTo>
                <a:lnTo>
                  <a:pt x="149" y="31260"/>
                </a:lnTo>
                <a:lnTo>
                  <a:pt x="168" y="31297"/>
                </a:lnTo>
                <a:lnTo>
                  <a:pt x="187" y="31334"/>
                </a:lnTo>
                <a:lnTo>
                  <a:pt x="261" y="31334"/>
                </a:lnTo>
                <a:lnTo>
                  <a:pt x="354" y="31278"/>
                </a:lnTo>
                <a:lnTo>
                  <a:pt x="429" y="31222"/>
                </a:lnTo>
                <a:lnTo>
                  <a:pt x="503" y="31148"/>
                </a:lnTo>
                <a:lnTo>
                  <a:pt x="540" y="31092"/>
                </a:lnTo>
                <a:lnTo>
                  <a:pt x="578" y="31074"/>
                </a:lnTo>
                <a:lnTo>
                  <a:pt x="633" y="31092"/>
                </a:lnTo>
                <a:lnTo>
                  <a:pt x="708" y="31148"/>
                </a:lnTo>
                <a:lnTo>
                  <a:pt x="764" y="31204"/>
                </a:lnTo>
                <a:lnTo>
                  <a:pt x="820" y="31241"/>
                </a:lnTo>
                <a:lnTo>
                  <a:pt x="931" y="31260"/>
                </a:lnTo>
                <a:lnTo>
                  <a:pt x="969" y="31241"/>
                </a:lnTo>
                <a:lnTo>
                  <a:pt x="987" y="31222"/>
                </a:lnTo>
                <a:lnTo>
                  <a:pt x="987" y="31185"/>
                </a:lnTo>
                <a:lnTo>
                  <a:pt x="969" y="31148"/>
                </a:lnTo>
                <a:lnTo>
                  <a:pt x="913" y="31055"/>
                </a:lnTo>
                <a:lnTo>
                  <a:pt x="838" y="30943"/>
                </a:lnTo>
                <a:lnTo>
                  <a:pt x="782" y="30906"/>
                </a:lnTo>
                <a:lnTo>
                  <a:pt x="764" y="30850"/>
                </a:lnTo>
                <a:lnTo>
                  <a:pt x="782" y="30813"/>
                </a:lnTo>
                <a:lnTo>
                  <a:pt x="838" y="30757"/>
                </a:lnTo>
                <a:lnTo>
                  <a:pt x="913" y="30664"/>
                </a:lnTo>
                <a:lnTo>
                  <a:pt x="969" y="30552"/>
                </a:lnTo>
                <a:lnTo>
                  <a:pt x="1024" y="30441"/>
                </a:lnTo>
                <a:lnTo>
                  <a:pt x="1062" y="30310"/>
                </a:lnTo>
                <a:lnTo>
                  <a:pt x="1062" y="30254"/>
                </a:lnTo>
                <a:lnTo>
                  <a:pt x="1043" y="30198"/>
                </a:lnTo>
                <a:lnTo>
                  <a:pt x="1006" y="30161"/>
                </a:lnTo>
                <a:lnTo>
                  <a:pt x="987" y="30124"/>
                </a:lnTo>
                <a:close/>
                <a:moveTo>
                  <a:pt x="91192" y="30292"/>
                </a:moveTo>
                <a:lnTo>
                  <a:pt x="91173" y="30310"/>
                </a:lnTo>
                <a:lnTo>
                  <a:pt x="91155" y="30347"/>
                </a:lnTo>
                <a:lnTo>
                  <a:pt x="91136" y="30403"/>
                </a:lnTo>
                <a:lnTo>
                  <a:pt x="91136" y="30534"/>
                </a:lnTo>
                <a:lnTo>
                  <a:pt x="91173" y="30645"/>
                </a:lnTo>
                <a:lnTo>
                  <a:pt x="91229" y="30757"/>
                </a:lnTo>
                <a:lnTo>
                  <a:pt x="91303" y="30869"/>
                </a:lnTo>
                <a:lnTo>
                  <a:pt x="91397" y="30980"/>
                </a:lnTo>
                <a:lnTo>
                  <a:pt x="91397" y="31036"/>
                </a:lnTo>
                <a:lnTo>
                  <a:pt x="91378" y="31111"/>
                </a:lnTo>
                <a:lnTo>
                  <a:pt x="91322" y="31222"/>
                </a:lnTo>
                <a:lnTo>
                  <a:pt x="91303" y="31297"/>
                </a:lnTo>
                <a:lnTo>
                  <a:pt x="91303" y="31353"/>
                </a:lnTo>
                <a:lnTo>
                  <a:pt x="91322" y="31390"/>
                </a:lnTo>
                <a:lnTo>
                  <a:pt x="91359" y="31427"/>
                </a:lnTo>
                <a:lnTo>
                  <a:pt x="91397" y="31427"/>
                </a:lnTo>
                <a:lnTo>
                  <a:pt x="91434" y="31409"/>
                </a:lnTo>
                <a:lnTo>
                  <a:pt x="91508" y="31371"/>
                </a:lnTo>
                <a:lnTo>
                  <a:pt x="91583" y="31316"/>
                </a:lnTo>
                <a:lnTo>
                  <a:pt x="91639" y="31278"/>
                </a:lnTo>
                <a:lnTo>
                  <a:pt x="91713" y="31278"/>
                </a:lnTo>
                <a:lnTo>
                  <a:pt x="91769" y="31297"/>
                </a:lnTo>
                <a:lnTo>
                  <a:pt x="91806" y="31334"/>
                </a:lnTo>
                <a:lnTo>
                  <a:pt x="91843" y="31371"/>
                </a:lnTo>
                <a:lnTo>
                  <a:pt x="91899" y="31371"/>
                </a:lnTo>
                <a:lnTo>
                  <a:pt x="91992" y="31390"/>
                </a:lnTo>
                <a:lnTo>
                  <a:pt x="92030" y="31371"/>
                </a:lnTo>
                <a:lnTo>
                  <a:pt x="92030" y="31334"/>
                </a:lnTo>
                <a:lnTo>
                  <a:pt x="92011" y="31278"/>
                </a:lnTo>
                <a:lnTo>
                  <a:pt x="91992" y="31222"/>
                </a:lnTo>
                <a:lnTo>
                  <a:pt x="91974" y="31185"/>
                </a:lnTo>
                <a:lnTo>
                  <a:pt x="91918" y="31111"/>
                </a:lnTo>
                <a:lnTo>
                  <a:pt x="91862" y="31018"/>
                </a:lnTo>
                <a:lnTo>
                  <a:pt x="91862" y="30999"/>
                </a:lnTo>
                <a:lnTo>
                  <a:pt x="91899" y="30925"/>
                </a:lnTo>
                <a:lnTo>
                  <a:pt x="91955" y="30813"/>
                </a:lnTo>
                <a:lnTo>
                  <a:pt x="92011" y="30701"/>
                </a:lnTo>
                <a:lnTo>
                  <a:pt x="92030" y="30627"/>
                </a:lnTo>
                <a:lnTo>
                  <a:pt x="92030" y="30571"/>
                </a:lnTo>
                <a:lnTo>
                  <a:pt x="92011" y="30515"/>
                </a:lnTo>
                <a:lnTo>
                  <a:pt x="91955" y="30478"/>
                </a:lnTo>
                <a:lnTo>
                  <a:pt x="91899" y="30459"/>
                </a:lnTo>
                <a:lnTo>
                  <a:pt x="91843" y="30459"/>
                </a:lnTo>
                <a:lnTo>
                  <a:pt x="91788" y="30478"/>
                </a:lnTo>
                <a:lnTo>
                  <a:pt x="91750" y="30534"/>
                </a:lnTo>
                <a:lnTo>
                  <a:pt x="91657" y="30627"/>
                </a:lnTo>
                <a:lnTo>
                  <a:pt x="91601" y="30720"/>
                </a:lnTo>
                <a:lnTo>
                  <a:pt x="91527" y="30608"/>
                </a:lnTo>
                <a:lnTo>
                  <a:pt x="91378" y="30403"/>
                </a:lnTo>
                <a:lnTo>
                  <a:pt x="91303" y="30329"/>
                </a:lnTo>
                <a:lnTo>
                  <a:pt x="91229" y="30292"/>
                </a:lnTo>
                <a:close/>
                <a:moveTo>
                  <a:pt x="280" y="32675"/>
                </a:moveTo>
                <a:lnTo>
                  <a:pt x="205" y="32712"/>
                </a:lnTo>
                <a:lnTo>
                  <a:pt x="168" y="32768"/>
                </a:lnTo>
                <a:lnTo>
                  <a:pt x="168" y="32842"/>
                </a:lnTo>
                <a:lnTo>
                  <a:pt x="205" y="32917"/>
                </a:lnTo>
                <a:lnTo>
                  <a:pt x="243" y="32991"/>
                </a:lnTo>
                <a:lnTo>
                  <a:pt x="354" y="33140"/>
                </a:lnTo>
                <a:lnTo>
                  <a:pt x="466" y="33252"/>
                </a:lnTo>
                <a:lnTo>
                  <a:pt x="298" y="33401"/>
                </a:lnTo>
                <a:lnTo>
                  <a:pt x="149" y="33550"/>
                </a:lnTo>
                <a:lnTo>
                  <a:pt x="131" y="33587"/>
                </a:lnTo>
                <a:lnTo>
                  <a:pt x="131" y="33624"/>
                </a:lnTo>
                <a:lnTo>
                  <a:pt x="149" y="33661"/>
                </a:lnTo>
                <a:lnTo>
                  <a:pt x="205" y="33699"/>
                </a:lnTo>
                <a:lnTo>
                  <a:pt x="280" y="33717"/>
                </a:lnTo>
                <a:lnTo>
                  <a:pt x="317" y="33699"/>
                </a:lnTo>
                <a:lnTo>
                  <a:pt x="373" y="33680"/>
                </a:lnTo>
                <a:lnTo>
                  <a:pt x="466" y="33606"/>
                </a:lnTo>
                <a:lnTo>
                  <a:pt x="615" y="33457"/>
                </a:lnTo>
                <a:lnTo>
                  <a:pt x="671" y="33550"/>
                </a:lnTo>
                <a:lnTo>
                  <a:pt x="764" y="33680"/>
                </a:lnTo>
                <a:lnTo>
                  <a:pt x="876" y="33792"/>
                </a:lnTo>
                <a:lnTo>
                  <a:pt x="931" y="33810"/>
                </a:lnTo>
                <a:lnTo>
                  <a:pt x="987" y="33810"/>
                </a:lnTo>
                <a:lnTo>
                  <a:pt x="1024" y="33773"/>
                </a:lnTo>
                <a:lnTo>
                  <a:pt x="1062" y="33736"/>
                </a:lnTo>
                <a:lnTo>
                  <a:pt x="1062" y="33661"/>
                </a:lnTo>
                <a:lnTo>
                  <a:pt x="1043" y="33606"/>
                </a:lnTo>
                <a:lnTo>
                  <a:pt x="987" y="33457"/>
                </a:lnTo>
                <a:lnTo>
                  <a:pt x="931" y="33364"/>
                </a:lnTo>
                <a:lnTo>
                  <a:pt x="876" y="33233"/>
                </a:lnTo>
                <a:lnTo>
                  <a:pt x="876" y="33177"/>
                </a:lnTo>
                <a:lnTo>
                  <a:pt x="876" y="33103"/>
                </a:lnTo>
                <a:lnTo>
                  <a:pt x="913" y="33047"/>
                </a:lnTo>
                <a:lnTo>
                  <a:pt x="969" y="32973"/>
                </a:lnTo>
                <a:lnTo>
                  <a:pt x="1006" y="32917"/>
                </a:lnTo>
                <a:lnTo>
                  <a:pt x="1006" y="32842"/>
                </a:lnTo>
                <a:lnTo>
                  <a:pt x="987" y="32805"/>
                </a:lnTo>
                <a:lnTo>
                  <a:pt x="950" y="32786"/>
                </a:lnTo>
                <a:lnTo>
                  <a:pt x="913" y="32805"/>
                </a:lnTo>
                <a:lnTo>
                  <a:pt x="876" y="32842"/>
                </a:lnTo>
                <a:lnTo>
                  <a:pt x="764" y="32935"/>
                </a:lnTo>
                <a:lnTo>
                  <a:pt x="708" y="33010"/>
                </a:lnTo>
                <a:lnTo>
                  <a:pt x="615" y="32898"/>
                </a:lnTo>
                <a:lnTo>
                  <a:pt x="485" y="32768"/>
                </a:lnTo>
                <a:lnTo>
                  <a:pt x="410" y="32712"/>
                </a:lnTo>
                <a:lnTo>
                  <a:pt x="336" y="32675"/>
                </a:lnTo>
                <a:close/>
                <a:moveTo>
                  <a:pt x="91825" y="32917"/>
                </a:moveTo>
                <a:lnTo>
                  <a:pt x="91769" y="32935"/>
                </a:lnTo>
                <a:lnTo>
                  <a:pt x="91694" y="32991"/>
                </a:lnTo>
                <a:lnTo>
                  <a:pt x="91620" y="33047"/>
                </a:lnTo>
                <a:lnTo>
                  <a:pt x="91564" y="32991"/>
                </a:lnTo>
                <a:lnTo>
                  <a:pt x="91490" y="32973"/>
                </a:lnTo>
                <a:lnTo>
                  <a:pt x="91434" y="32973"/>
                </a:lnTo>
                <a:lnTo>
                  <a:pt x="91378" y="32991"/>
                </a:lnTo>
                <a:lnTo>
                  <a:pt x="91341" y="33047"/>
                </a:lnTo>
                <a:lnTo>
                  <a:pt x="91322" y="33103"/>
                </a:lnTo>
                <a:lnTo>
                  <a:pt x="91303" y="33177"/>
                </a:lnTo>
                <a:lnTo>
                  <a:pt x="91322" y="33252"/>
                </a:lnTo>
                <a:lnTo>
                  <a:pt x="91341" y="33289"/>
                </a:lnTo>
                <a:lnTo>
                  <a:pt x="91359" y="33326"/>
                </a:lnTo>
                <a:lnTo>
                  <a:pt x="91378" y="33345"/>
                </a:lnTo>
                <a:lnTo>
                  <a:pt x="91378" y="33401"/>
                </a:lnTo>
                <a:lnTo>
                  <a:pt x="91359" y="33457"/>
                </a:lnTo>
                <a:lnTo>
                  <a:pt x="91322" y="33513"/>
                </a:lnTo>
                <a:lnTo>
                  <a:pt x="91248" y="33624"/>
                </a:lnTo>
                <a:lnTo>
                  <a:pt x="91210" y="33717"/>
                </a:lnTo>
                <a:lnTo>
                  <a:pt x="91210" y="33810"/>
                </a:lnTo>
                <a:lnTo>
                  <a:pt x="91229" y="33848"/>
                </a:lnTo>
                <a:lnTo>
                  <a:pt x="91248" y="33885"/>
                </a:lnTo>
                <a:lnTo>
                  <a:pt x="91285" y="33866"/>
                </a:lnTo>
                <a:lnTo>
                  <a:pt x="91341" y="33848"/>
                </a:lnTo>
                <a:lnTo>
                  <a:pt x="91471" y="33717"/>
                </a:lnTo>
                <a:lnTo>
                  <a:pt x="91583" y="33587"/>
                </a:lnTo>
                <a:lnTo>
                  <a:pt x="91639" y="33680"/>
                </a:lnTo>
                <a:lnTo>
                  <a:pt x="91713" y="33773"/>
                </a:lnTo>
                <a:lnTo>
                  <a:pt x="91750" y="33810"/>
                </a:lnTo>
                <a:lnTo>
                  <a:pt x="91806" y="33848"/>
                </a:lnTo>
                <a:lnTo>
                  <a:pt x="91862" y="33848"/>
                </a:lnTo>
                <a:lnTo>
                  <a:pt x="91918" y="33829"/>
                </a:lnTo>
                <a:lnTo>
                  <a:pt x="91955" y="33810"/>
                </a:lnTo>
                <a:lnTo>
                  <a:pt x="91992" y="33773"/>
                </a:lnTo>
                <a:lnTo>
                  <a:pt x="92011" y="33717"/>
                </a:lnTo>
                <a:lnTo>
                  <a:pt x="91992" y="33680"/>
                </a:lnTo>
                <a:lnTo>
                  <a:pt x="91974" y="33568"/>
                </a:lnTo>
                <a:lnTo>
                  <a:pt x="91918" y="33475"/>
                </a:lnTo>
                <a:lnTo>
                  <a:pt x="91881" y="33382"/>
                </a:lnTo>
                <a:lnTo>
                  <a:pt x="91843" y="33345"/>
                </a:lnTo>
                <a:lnTo>
                  <a:pt x="91825" y="33289"/>
                </a:lnTo>
                <a:lnTo>
                  <a:pt x="91843" y="33252"/>
                </a:lnTo>
                <a:lnTo>
                  <a:pt x="91881" y="33215"/>
                </a:lnTo>
                <a:lnTo>
                  <a:pt x="91899" y="33159"/>
                </a:lnTo>
                <a:lnTo>
                  <a:pt x="91936" y="33103"/>
                </a:lnTo>
                <a:lnTo>
                  <a:pt x="91955" y="33047"/>
                </a:lnTo>
                <a:lnTo>
                  <a:pt x="91936" y="32991"/>
                </a:lnTo>
                <a:lnTo>
                  <a:pt x="91899" y="32954"/>
                </a:lnTo>
                <a:lnTo>
                  <a:pt x="91862" y="32935"/>
                </a:lnTo>
                <a:lnTo>
                  <a:pt x="91825" y="32917"/>
                </a:lnTo>
                <a:close/>
                <a:moveTo>
                  <a:pt x="1006" y="35114"/>
                </a:moveTo>
                <a:lnTo>
                  <a:pt x="969" y="35132"/>
                </a:lnTo>
                <a:lnTo>
                  <a:pt x="764" y="35337"/>
                </a:lnTo>
                <a:lnTo>
                  <a:pt x="578" y="35579"/>
                </a:lnTo>
                <a:lnTo>
                  <a:pt x="503" y="35486"/>
                </a:lnTo>
                <a:lnTo>
                  <a:pt x="373" y="35337"/>
                </a:lnTo>
                <a:lnTo>
                  <a:pt x="317" y="35281"/>
                </a:lnTo>
                <a:lnTo>
                  <a:pt x="243" y="35244"/>
                </a:lnTo>
                <a:lnTo>
                  <a:pt x="187" y="35244"/>
                </a:lnTo>
                <a:lnTo>
                  <a:pt x="168" y="35263"/>
                </a:lnTo>
                <a:lnTo>
                  <a:pt x="149" y="35281"/>
                </a:lnTo>
                <a:lnTo>
                  <a:pt x="112" y="35356"/>
                </a:lnTo>
                <a:lnTo>
                  <a:pt x="131" y="35430"/>
                </a:lnTo>
                <a:lnTo>
                  <a:pt x="168" y="35505"/>
                </a:lnTo>
                <a:lnTo>
                  <a:pt x="224" y="35560"/>
                </a:lnTo>
                <a:lnTo>
                  <a:pt x="336" y="35691"/>
                </a:lnTo>
                <a:lnTo>
                  <a:pt x="373" y="35747"/>
                </a:lnTo>
                <a:lnTo>
                  <a:pt x="391" y="35821"/>
                </a:lnTo>
                <a:lnTo>
                  <a:pt x="391" y="35858"/>
                </a:lnTo>
                <a:lnTo>
                  <a:pt x="354" y="35914"/>
                </a:lnTo>
                <a:lnTo>
                  <a:pt x="280" y="36007"/>
                </a:lnTo>
                <a:lnTo>
                  <a:pt x="261" y="36045"/>
                </a:lnTo>
                <a:lnTo>
                  <a:pt x="280" y="36063"/>
                </a:lnTo>
                <a:lnTo>
                  <a:pt x="317" y="36082"/>
                </a:lnTo>
                <a:lnTo>
                  <a:pt x="391" y="36063"/>
                </a:lnTo>
                <a:lnTo>
                  <a:pt x="466" y="36045"/>
                </a:lnTo>
                <a:lnTo>
                  <a:pt x="485" y="36026"/>
                </a:lnTo>
                <a:lnTo>
                  <a:pt x="522" y="36026"/>
                </a:lnTo>
                <a:lnTo>
                  <a:pt x="559" y="36045"/>
                </a:lnTo>
                <a:lnTo>
                  <a:pt x="596" y="36082"/>
                </a:lnTo>
                <a:lnTo>
                  <a:pt x="633" y="36138"/>
                </a:lnTo>
                <a:lnTo>
                  <a:pt x="689" y="36231"/>
                </a:lnTo>
                <a:lnTo>
                  <a:pt x="745" y="36287"/>
                </a:lnTo>
                <a:lnTo>
                  <a:pt x="820" y="36361"/>
                </a:lnTo>
                <a:lnTo>
                  <a:pt x="894" y="36398"/>
                </a:lnTo>
                <a:lnTo>
                  <a:pt x="931" y="36398"/>
                </a:lnTo>
                <a:lnTo>
                  <a:pt x="987" y="36380"/>
                </a:lnTo>
                <a:lnTo>
                  <a:pt x="1024" y="36342"/>
                </a:lnTo>
                <a:lnTo>
                  <a:pt x="1043" y="36287"/>
                </a:lnTo>
                <a:lnTo>
                  <a:pt x="1024" y="36231"/>
                </a:lnTo>
                <a:lnTo>
                  <a:pt x="1006" y="36156"/>
                </a:lnTo>
                <a:lnTo>
                  <a:pt x="913" y="36026"/>
                </a:lnTo>
                <a:lnTo>
                  <a:pt x="857" y="35951"/>
                </a:lnTo>
                <a:lnTo>
                  <a:pt x="782" y="35877"/>
                </a:lnTo>
                <a:lnTo>
                  <a:pt x="745" y="35840"/>
                </a:lnTo>
                <a:lnTo>
                  <a:pt x="727" y="35803"/>
                </a:lnTo>
                <a:lnTo>
                  <a:pt x="764" y="35747"/>
                </a:lnTo>
                <a:lnTo>
                  <a:pt x="820" y="35672"/>
                </a:lnTo>
                <a:lnTo>
                  <a:pt x="931" y="35560"/>
                </a:lnTo>
                <a:lnTo>
                  <a:pt x="969" y="35449"/>
                </a:lnTo>
                <a:lnTo>
                  <a:pt x="1006" y="35281"/>
                </a:lnTo>
                <a:lnTo>
                  <a:pt x="1024" y="35188"/>
                </a:lnTo>
                <a:lnTo>
                  <a:pt x="1024" y="35132"/>
                </a:lnTo>
                <a:lnTo>
                  <a:pt x="1006" y="35114"/>
                </a:lnTo>
                <a:close/>
                <a:moveTo>
                  <a:pt x="91248" y="35374"/>
                </a:moveTo>
                <a:lnTo>
                  <a:pt x="91173" y="35393"/>
                </a:lnTo>
                <a:lnTo>
                  <a:pt x="91136" y="35412"/>
                </a:lnTo>
                <a:lnTo>
                  <a:pt x="91099" y="35449"/>
                </a:lnTo>
                <a:lnTo>
                  <a:pt x="91099" y="35505"/>
                </a:lnTo>
                <a:lnTo>
                  <a:pt x="91099" y="35616"/>
                </a:lnTo>
                <a:lnTo>
                  <a:pt x="91155" y="35728"/>
                </a:lnTo>
                <a:lnTo>
                  <a:pt x="91192" y="35784"/>
                </a:lnTo>
                <a:lnTo>
                  <a:pt x="91248" y="35858"/>
                </a:lnTo>
                <a:lnTo>
                  <a:pt x="91303" y="35914"/>
                </a:lnTo>
                <a:lnTo>
                  <a:pt x="91341" y="35970"/>
                </a:lnTo>
                <a:lnTo>
                  <a:pt x="91359" y="36045"/>
                </a:lnTo>
                <a:lnTo>
                  <a:pt x="91359" y="36082"/>
                </a:lnTo>
                <a:lnTo>
                  <a:pt x="91266" y="36194"/>
                </a:lnTo>
                <a:lnTo>
                  <a:pt x="91229" y="36249"/>
                </a:lnTo>
                <a:lnTo>
                  <a:pt x="91210" y="36305"/>
                </a:lnTo>
                <a:lnTo>
                  <a:pt x="91210" y="36342"/>
                </a:lnTo>
                <a:lnTo>
                  <a:pt x="91229" y="36380"/>
                </a:lnTo>
                <a:lnTo>
                  <a:pt x="91248" y="36398"/>
                </a:lnTo>
                <a:lnTo>
                  <a:pt x="91303" y="36398"/>
                </a:lnTo>
                <a:lnTo>
                  <a:pt x="91359" y="36380"/>
                </a:lnTo>
                <a:lnTo>
                  <a:pt x="91415" y="36361"/>
                </a:lnTo>
                <a:lnTo>
                  <a:pt x="91508" y="36305"/>
                </a:lnTo>
                <a:lnTo>
                  <a:pt x="91527" y="36287"/>
                </a:lnTo>
                <a:lnTo>
                  <a:pt x="91564" y="36305"/>
                </a:lnTo>
                <a:lnTo>
                  <a:pt x="91639" y="36342"/>
                </a:lnTo>
                <a:lnTo>
                  <a:pt x="91676" y="36380"/>
                </a:lnTo>
                <a:lnTo>
                  <a:pt x="91732" y="36417"/>
                </a:lnTo>
                <a:lnTo>
                  <a:pt x="91788" y="36454"/>
                </a:lnTo>
                <a:lnTo>
                  <a:pt x="91862" y="36454"/>
                </a:lnTo>
                <a:lnTo>
                  <a:pt x="91899" y="36436"/>
                </a:lnTo>
                <a:lnTo>
                  <a:pt x="91918" y="36398"/>
                </a:lnTo>
                <a:lnTo>
                  <a:pt x="91936" y="36361"/>
                </a:lnTo>
                <a:lnTo>
                  <a:pt x="91918" y="36324"/>
                </a:lnTo>
                <a:lnTo>
                  <a:pt x="91899" y="36249"/>
                </a:lnTo>
                <a:lnTo>
                  <a:pt x="91862" y="36175"/>
                </a:lnTo>
                <a:lnTo>
                  <a:pt x="91825" y="36082"/>
                </a:lnTo>
                <a:lnTo>
                  <a:pt x="91825" y="36045"/>
                </a:lnTo>
                <a:lnTo>
                  <a:pt x="91843" y="35989"/>
                </a:lnTo>
                <a:lnTo>
                  <a:pt x="91899" y="35914"/>
                </a:lnTo>
                <a:lnTo>
                  <a:pt x="91955" y="35840"/>
                </a:lnTo>
                <a:lnTo>
                  <a:pt x="92011" y="35747"/>
                </a:lnTo>
                <a:lnTo>
                  <a:pt x="92085" y="35635"/>
                </a:lnTo>
                <a:lnTo>
                  <a:pt x="92104" y="35579"/>
                </a:lnTo>
                <a:lnTo>
                  <a:pt x="92104" y="35523"/>
                </a:lnTo>
                <a:lnTo>
                  <a:pt x="92104" y="35467"/>
                </a:lnTo>
                <a:lnTo>
                  <a:pt x="92067" y="35430"/>
                </a:lnTo>
                <a:lnTo>
                  <a:pt x="92011" y="35412"/>
                </a:lnTo>
                <a:lnTo>
                  <a:pt x="91936" y="35412"/>
                </a:lnTo>
                <a:lnTo>
                  <a:pt x="91881" y="35467"/>
                </a:lnTo>
                <a:lnTo>
                  <a:pt x="91806" y="35523"/>
                </a:lnTo>
                <a:lnTo>
                  <a:pt x="91694" y="35672"/>
                </a:lnTo>
                <a:lnTo>
                  <a:pt x="91620" y="35765"/>
                </a:lnTo>
                <a:lnTo>
                  <a:pt x="91471" y="35542"/>
                </a:lnTo>
                <a:lnTo>
                  <a:pt x="91359" y="35430"/>
                </a:lnTo>
                <a:lnTo>
                  <a:pt x="91303" y="35393"/>
                </a:lnTo>
                <a:lnTo>
                  <a:pt x="91248" y="35374"/>
                </a:lnTo>
                <a:close/>
                <a:moveTo>
                  <a:pt x="261" y="37571"/>
                </a:moveTo>
                <a:lnTo>
                  <a:pt x="205" y="37590"/>
                </a:lnTo>
                <a:lnTo>
                  <a:pt x="168" y="37608"/>
                </a:lnTo>
                <a:lnTo>
                  <a:pt x="149" y="37664"/>
                </a:lnTo>
                <a:lnTo>
                  <a:pt x="149" y="37776"/>
                </a:lnTo>
                <a:lnTo>
                  <a:pt x="168" y="37888"/>
                </a:lnTo>
                <a:lnTo>
                  <a:pt x="224" y="38018"/>
                </a:lnTo>
                <a:lnTo>
                  <a:pt x="298" y="38148"/>
                </a:lnTo>
                <a:lnTo>
                  <a:pt x="373" y="38241"/>
                </a:lnTo>
                <a:lnTo>
                  <a:pt x="410" y="38279"/>
                </a:lnTo>
                <a:lnTo>
                  <a:pt x="410" y="38316"/>
                </a:lnTo>
                <a:lnTo>
                  <a:pt x="410" y="38372"/>
                </a:lnTo>
                <a:lnTo>
                  <a:pt x="354" y="38409"/>
                </a:lnTo>
                <a:lnTo>
                  <a:pt x="261" y="38632"/>
                </a:lnTo>
                <a:lnTo>
                  <a:pt x="243" y="38688"/>
                </a:lnTo>
                <a:lnTo>
                  <a:pt x="243" y="38744"/>
                </a:lnTo>
                <a:lnTo>
                  <a:pt x="261" y="38781"/>
                </a:lnTo>
                <a:lnTo>
                  <a:pt x="298" y="38763"/>
                </a:lnTo>
                <a:lnTo>
                  <a:pt x="447" y="38670"/>
                </a:lnTo>
                <a:lnTo>
                  <a:pt x="578" y="38577"/>
                </a:lnTo>
                <a:lnTo>
                  <a:pt x="652" y="38670"/>
                </a:lnTo>
                <a:lnTo>
                  <a:pt x="745" y="38819"/>
                </a:lnTo>
                <a:lnTo>
                  <a:pt x="801" y="38875"/>
                </a:lnTo>
                <a:lnTo>
                  <a:pt x="857" y="38930"/>
                </a:lnTo>
                <a:lnTo>
                  <a:pt x="913" y="38968"/>
                </a:lnTo>
                <a:lnTo>
                  <a:pt x="969" y="38968"/>
                </a:lnTo>
                <a:lnTo>
                  <a:pt x="1024" y="38930"/>
                </a:lnTo>
                <a:lnTo>
                  <a:pt x="1043" y="38856"/>
                </a:lnTo>
                <a:lnTo>
                  <a:pt x="1043" y="38781"/>
                </a:lnTo>
                <a:lnTo>
                  <a:pt x="1024" y="38707"/>
                </a:lnTo>
                <a:lnTo>
                  <a:pt x="931" y="38539"/>
                </a:lnTo>
                <a:lnTo>
                  <a:pt x="876" y="38428"/>
                </a:lnTo>
                <a:lnTo>
                  <a:pt x="857" y="38335"/>
                </a:lnTo>
                <a:lnTo>
                  <a:pt x="876" y="38279"/>
                </a:lnTo>
                <a:lnTo>
                  <a:pt x="969" y="38148"/>
                </a:lnTo>
                <a:lnTo>
                  <a:pt x="1024" y="38037"/>
                </a:lnTo>
                <a:lnTo>
                  <a:pt x="1043" y="37981"/>
                </a:lnTo>
                <a:lnTo>
                  <a:pt x="1043" y="37925"/>
                </a:lnTo>
                <a:lnTo>
                  <a:pt x="987" y="37851"/>
                </a:lnTo>
                <a:lnTo>
                  <a:pt x="950" y="37832"/>
                </a:lnTo>
                <a:lnTo>
                  <a:pt x="894" y="37813"/>
                </a:lnTo>
                <a:lnTo>
                  <a:pt x="838" y="37832"/>
                </a:lnTo>
                <a:lnTo>
                  <a:pt x="745" y="37906"/>
                </a:lnTo>
                <a:lnTo>
                  <a:pt x="652" y="37999"/>
                </a:lnTo>
                <a:lnTo>
                  <a:pt x="596" y="37888"/>
                </a:lnTo>
                <a:lnTo>
                  <a:pt x="522" y="37757"/>
                </a:lnTo>
                <a:lnTo>
                  <a:pt x="429" y="37646"/>
                </a:lnTo>
                <a:lnTo>
                  <a:pt x="373" y="37608"/>
                </a:lnTo>
                <a:lnTo>
                  <a:pt x="317" y="37590"/>
                </a:lnTo>
                <a:lnTo>
                  <a:pt x="261" y="37571"/>
                </a:lnTo>
                <a:close/>
                <a:moveTo>
                  <a:pt x="91788" y="37888"/>
                </a:moveTo>
                <a:lnTo>
                  <a:pt x="91750" y="37925"/>
                </a:lnTo>
                <a:lnTo>
                  <a:pt x="91676" y="37999"/>
                </a:lnTo>
                <a:lnTo>
                  <a:pt x="91601" y="38055"/>
                </a:lnTo>
                <a:lnTo>
                  <a:pt x="91564" y="38093"/>
                </a:lnTo>
                <a:lnTo>
                  <a:pt x="91527" y="38074"/>
                </a:lnTo>
                <a:lnTo>
                  <a:pt x="91508" y="38055"/>
                </a:lnTo>
                <a:lnTo>
                  <a:pt x="91452" y="37999"/>
                </a:lnTo>
                <a:lnTo>
                  <a:pt x="91378" y="37944"/>
                </a:lnTo>
                <a:lnTo>
                  <a:pt x="91341" y="37925"/>
                </a:lnTo>
                <a:lnTo>
                  <a:pt x="91303" y="37944"/>
                </a:lnTo>
                <a:lnTo>
                  <a:pt x="91266" y="37944"/>
                </a:lnTo>
                <a:lnTo>
                  <a:pt x="91229" y="37981"/>
                </a:lnTo>
                <a:lnTo>
                  <a:pt x="91210" y="37999"/>
                </a:lnTo>
                <a:lnTo>
                  <a:pt x="91210" y="38037"/>
                </a:lnTo>
                <a:lnTo>
                  <a:pt x="91210" y="38111"/>
                </a:lnTo>
                <a:lnTo>
                  <a:pt x="91229" y="38186"/>
                </a:lnTo>
                <a:lnTo>
                  <a:pt x="91285" y="38297"/>
                </a:lnTo>
                <a:lnTo>
                  <a:pt x="91285" y="38335"/>
                </a:lnTo>
                <a:lnTo>
                  <a:pt x="91266" y="38409"/>
                </a:lnTo>
                <a:lnTo>
                  <a:pt x="91229" y="38465"/>
                </a:lnTo>
                <a:lnTo>
                  <a:pt x="91173" y="38539"/>
                </a:lnTo>
                <a:lnTo>
                  <a:pt x="91155" y="38577"/>
                </a:lnTo>
                <a:lnTo>
                  <a:pt x="91136" y="38614"/>
                </a:lnTo>
                <a:lnTo>
                  <a:pt x="91155" y="38651"/>
                </a:lnTo>
                <a:lnTo>
                  <a:pt x="91173" y="38688"/>
                </a:lnTo>
                <a:lnTo>
                  <a:pt x="91229" y="38707"/>
                </a:lnTo>
                <a:lnTo>
                  <a:pt x="91266" y="38726"/>
                </a:lnTo>
                <a:lnTo>
                  <a:pt x="91359" y="38707"/>
                </a:lnTo>
                <a:lnTo>
                  <a:pt x="91434" y="38651"/>
                </a:lnTo>
                <a:lnTo>
                  <a:pt x="91508" y="38595"/>
                </a:lnTo>
                <a:lnTo>
                  <a:pt x="91583" y="38726"/>
                </a:lnTo>
                <a:lnTo>
                  <a:pt x="91713" y="38912"/>
                </a:lnTo>
                <a:lnTo>
                  <a:pt x="91769" y="38968"/>
                </a:lnTo>
                <a:lnTo>
                  <a:pt x="91825" y="39005"/>
                </a:lnTo>
                <a:lnTo>
                  <a:pt x="91862" y="39005"/>
                </a:lnTo>
                <a:lnTo>
                  <a:pt x="91881" y="38986"/>
                </a:lnTo>
                <a:lnTo>
                  <a:pt x="91918" y="38968"/>
                </a:lnTo>
                <a:lnTo>
                  <a:pt x="91936" y="38912"/>
                </a:lnTo>
                <a:lnTo>
                  <a:pt x="91936" y="38837"/>
                </a:lnTo>
                <a:lnTo>
                  <a:pt x="91899" y="38726"/>
                </a:lnTo>
                <a:lnTo>
                  <a:pt x="91825" y="38539"/>
                </a:lnTo>
                <a:lnTo>
                  <a:pt x="91788" y="38446"/>
                </a:lnTo>
                <a:lnTo>
                  <a:pt x="91788" y="38428"/>
                </a:lnTo>
                <a:lnTo>
                  <a:pt x="91806" y="38372"/>
                </a:lnTo>
                <a:lnTo>
                  <a:pt x="91843" y="38316"/>
                </a:lnTo>
                <a:lnTo>
                  <a:pt x="91899" y="38260"/>
                </a:lnTo>
                <a:lnTo>
                  <a:pt x="92011" y="38167"/>
                </a:lnTo>
                <a:lnTo>
                  <a:pt x="92048" y="38111"/>
                </a:lnTo>
                <a:lnTo>
                  <a:pt x="92048" y="38037"/>
                </a:lnTo>
                <a:lnTo>
                  <a:pt x="92048" y="37981"/>
                </a:lnTo>
                <a:lnTo>
                  <a:pt x="92011" y="37944"/>
                </a:lnTo>
                <a:lnTo>
                  <a:pt x="91974" y="37906"/>
                </a:lnTo>
                <a:lnTo>
                  <a:pt x="91918" y="37888"/>
                </a:lnTo>
                <a:close/>
                <a:moveTo>
                  <a:pt x="224" y="40252"/>
                </a:moveTo>
                <a:lnTo>
                  <a:pt x="149" y="40289"/>
                </a:lnTo>
                <a:lnTo>
                  <a:pt x="112" y="40364"/>
                </a:lnTo>
                <a:lnTo>
                  <a:pt x="112" y="40420"/>
                </a:lnTo>
                <a:lnTo>
                  <a:pt x="131" y="40494"/>
                </a:lnTo>
                <a:lnTo>
                  <a:pt x="168" y="40569"/>
                </a:lnTo>
                <a:lnTo>
                  <a:pt x="280" y="40699"/>
                </a:lnTo>
                <a:lnTo>
                  <a:pt x="373" y="40811"/>
                </a:lnTo>
                <a:lnTo>
                  <a:pt x="261" y="40904"/>
                </a:lnTo>
                <a:lnTo>
                  <a:pt x="131" y="41053"/>
                </a:lnTo>
                <a:lnTo>
                  <a:pt x="94" y="41127"/>
                </a:lnTo>
                <a:lnTo>
                  <a:pt x="75" y="41202"/>
                </a:lnTo>
                <a:lnTo>
                  <a:pt x="94" y="41239"/>
                </a:lnTo>
                <a:lnTo>
                  <a:pt x="112" y="41258"/>
                </a:lnTo>
                <a:lnTo>
                  <a:pt x="149" y="41276"/>
                </a:lnTo>
                <a:lnTo>
                  <a:pt x="205" y="41295"/>
                </a:lnTo>
                <a:lnTo>
                  <a:pt x="243" y="41295"/>
                </a:lnTo>
                <a:lnTo>
                  <a:pt x="280" y="41276"/>
                </a:lnTo>
                <a:lnTo>
                  <a:pt x="354" y="41239"/>
                </a:lnTo>
                <a:lnTo>
                  <a:pt x="485" y="41127"/>
                </a:lnTo>
                <a:lnTo>
                  <a:pt x="559" y="41071"/>
                </a:lnTo>
                <a:lnTo>
                  <a:pt x="578" y="41053"/>
                </a:lnTo>
                <a:lnTo>
                  <a:pt x="615" y="41071"/>
                </a:lnTo>
                <a:lnTo>
                  <a:pt x="652" y="41090"/>
                </a:lnTo>
                <a:lnTo>
                  <a:pt x="708" y="41127"/>
                </a:lnTo>
                <a:lnTo>
                  <a:pt x="801" y="41220"/>
                </a:lnTo>
                <a:lnTo>
                  <a:pt x="913" y="41276"/>
                </a:lnTo>
                <a:lnTo>
                  <a:pt x="987" y="41295"/>
                </a:lnTo>
                <a:lnTo>
                  <a:pt x="1006" y="41276"/>
                </a:lnTo>
                <a:lnTo>
                  <a:pt x="1006" y="41258"/>
                </a:lnTo>
                <a:lnTo>
                  <a:pt x="1006" y="41202"/>
                </a:lnTo>
                <a:lnTo>
                  <a:pt x="931" y="41034"/>
                </a:lnTo>
                <a:lnTo>
                  <a:pt x="876" y="40867"/>
                </a:lnTo>
                <a:lnTo>
                  <a:pt x="838" y="40792"/>
                </a:lnTo>
                <a:lnTo>
                  <a:pt x="857" y="40718"/>
                </a:lnTo>
                <a:lnTo>
                  <a:pt x="894" y="40662"/>
                </a:lnTo>
                <a:lnTo>
                  <a:pt x="931" y="40625"/>
                </a:lnTo>
                <a:lnTo>
                  <a:pt x="1006" y="40532"/>
                </a:lnTo>
                <a:lnTo>
                  <a:pt x="1080" y="40364"/>
                </a:lnTo>
                <a:lnTo>
                  <a:pt x="1099" y="40289"/>
                </a:lnTo>
                <a:lnTo>
                  <a:pt x="1080" y="40271"/>
                </a:lnTo>
                <a:lnTo>
                  <a:pt x="1062" y="40271"/>
                </a:lnTo>
                <a:lnTo>
                  <a:pt x="950" y="40327"/>
                </a:lnTo>
                <a:lnTo>
                  <a:pt x="838" y="40420"/>
                </a:lnTo>
                <a:lnTo>
                  <a:pt x="633" y="40587"/>
                </a:lnTo>
                <a:lnTo>
                  <a:pt x="540" y="40476"/>
                </a:lnTo>
                <a:lnTo>
                  <a:pt x="429" y="40345"/>
                </a:lnTo>
                <a:lnTo>
                  <a:pt x="354" y="40289"/>
                </a:lnTo>
                <a:lnTo>
                  <a:pt x="298" y="40252"/>
                </a:lnTo>
                <a:close/>
                <a:moveTo>
                  <a:pt x="91899" y="40364"/>
                </a:moveTo>
                <a:lnTo>
                  <a:pt x="91843" y="40383"/>
                </a:lnTo>
                <a:lnTo>
                  <a:pt x="91806" y="40420"/>
                </a:lnTo>
                <a:lnTo>
                  <a:pt x="91527" y="40755"/>
                </a:lnTo>
                <a:lnTo>
                  <a:pt x="91471" y="40662"/>
                </a:lnTo>
                <a:lnTo>
                  <a:pt x="91378" y="40550"/>
                </a:lnTo>
                <a:lnTo>
                  <a:pt x="91322" y="40494"/>
                </a:lnTo>
                <a:lnTo>
                  <a:pt x="91266" y="40476"/>
                </a:lnTo>
                <a:lnTo>
                  <a:pt x="91210" y="40476"/>
                </a:lnTo>
                <a:lnTo>
                  <a:pt x="91155" y="40532"/>
                </a:lnTo>
                <a:lnTo>
                  <a:pt x="91117" y="40587"/>
                </a:lnTo>
                <a:lnTo>
                  <a:pt x="91117" y="40662"/>
                </a:lnTo>
                <a:lnTo>
                  <a:pt x="91136" y="40718"/>
                </a:lnTo>
                <a:lnTo>
                  <a:pt x="91173" y="40792"/>
                </a:lnTo>
                <a:lnTo>
                  <a:pt x="91266" y="40904"/>
                </a:lnTo>
                <a:lnTo>
                  <a:pt x="91285" y="40960"/>
                </a:lnTo>
                <a:lnTo>
                  <a:pt x="91303" y="41016"/>
                </a:lnTo>
                <a:lnTo>
                  <a:pt x="91285" y="41071"/>
                </a:lnTo>
                <a:lnTo>
                  <a:pt x="91248" y="41127"/>
                </a:lnTo>
                <a:lnTo>
                  <a:pt x="91136" y="41239"/>
                </a:lnTo>
                <a:lnTo>
                  <a:pt x="91080" y="41295"/>
                </a:lnTo>
                <a:lnTo>
                  <a:pt x="91043" y="41369"/>
                </a:lnTo>
                <a:lnTo>
                  <a:pt x="91043" y="41425"/>
                </a:lnTo>
                <a:lnTo>
                  <a:pt x="91099" y="41481"/>
                </a:lnTo>
                <a:lnTo>
                  <a:pt x="91136" y="41500"/>
                </a:lnTo>
                <a:lnTo>
                  <a:pt x="91155" y="41500"/>
                </a:lnTo>
                <a:lnTo>
                  <a:pt x="91229" y="41481"/>
                </a:lnTo>
                <a:lnTo>
                  <a:pt x="91359" y="41407"/>
                </a:lnTo>
                <a:lnTo>
                  <a:pt x="91490" y="41332"/>
                </a:lnTo>
                <a:lnTo>
                  <a:pt x="91527" y="41332"/>
                </a:lnTo>
                <a:lnTo>
                  <a:pt x="91601" y="41369"/>
                </a:lnTo>
                <a:lnTo>
                  <a:pt x="91676" y="41425"/>
                </a:lnTo>
                <a:lnTo>
                  <a:pt x="91788" y="41518"/>
                </a:lnTo>
                <a:lnTo>
                  <a:pt x="91843" y="41556"/>
                </a:lnTo>
                <a:lnTo>
                  <a:pt x="91936" y="41556"/>
                </a:lnTo>
                <a:lnTo>
                  <a:pt x="91974" y="41500"/>
                </a:lnTo>
                <a:lnTo>
                  <a:pt x="91974" y="41462"/>
                </a:lnTo>
                <a:lnTo>
                  <a:pt x="91955" y="41425"/>
                </a:lnTo>
                <a:lnTo>
                  <a:pt x="91918" y="41351"/>
                </a:lnTo>
                <a:lnTo>
                  <a:pt x="91862" y="41295"/>
                </a:lnTo>
                <a:lnTo>
                  <a:pt x="91806" y="41239"/>
                </a:lnTo>
                <a:lnTo>
                  <a:pt x="91732" y="41109"/>
                </a:lnTo>
                <a:lnTo>
                  <a:pt x="91881" y="40960"/>
                </a:lnTo>
                <a:lnTo>
                  <a:pt x="91974" y="40867"/>
                </a:lnTo>
                <a:lnTo>
                  <a:pt x="92067" y="40755"/>
                </a:lnTo>
                <a:lnTo>
                  <a:pt x="92104" y="40699"/>
                </a:lnTo>
                <a:lnTo>
                  <a:pt x="92123" y="40643"/>
                </a:lnTo>
                <a:lnTo>
                  <a:pt x="92141" y="40587"/>
                </a:lnTo>
                <a:lnTo>
                  <a:pt x="92123" y="40513"/>
                </a:lnTo>
                <a:lnTo>
                  <a:pt x="92104" y="40476"/>
                </a:lnTo>
                <a:lnTo>
                  <a:pt x="92067" y="40420"/>
                </a:lnTo>
                <a:lnTo>
                  <a:pt x="92030" y="40383"/>
                </a:lnTo>
                <a:lnTo>
                  <a:pt x="91992" y="40364"/>
                </a:lnTo>
                <a:close/>
                <a:moveTo>
                  <a:pt x="894" y="42784"/>
                </a:moveTo>
                <a:lnTo>
                  <a:pt x="857" y="42803"/>
                </a:lnTo>
                <a:lnTo>
                  <a:pt x="820" y="42822"/>
                </a:lnTo>
                <a:lnTo>
                  <a:pt x="745" y="42877"/>
                </a:lnTo>
                <a:lnTo>
                  <a:pt x="633" y="43026"/>
                </a:lnTo>
                <a:lnTo>
                  <a:pt x="540" y="42915"/>
                </a:lnTo>
                <a:lnTo>
                  <a:pt x="485" y="42877"/>
                </a:lnTo>
                <a:lnTo>
                  <a:pt x="429" y="42840"/>
                </a:lnTo>
                <a:lnTo>
                  <a:pt x="373" y="42822"/>
                </a:lnTo>
                <a:lnTo>
                  <a:pt x="317" y="42840"/>
                </a:lnTo>
                <a:lnTo>
                  <a:pt x="298" y="42896"/>
                </a:lnTo>
                <a:lnTo>
                  <a:pt x="280" y="42989"/>
                </a:lnTo>
                <a:lnTo>
                  <a:pt x="298" y="43064"/>
                </a:lnTo>
                <a:lnTo>
                  <a:pt x="354" y="43119"/>
                </a:lnTo>
                <a:lnTo>
                  <a:pt x="410" y="43194"/>
                </a:lnTo>
                <a:lnTo>
                  <a:pt x="429" y="43250"/>
                </a:lnTo>
                <a:lnTo>
                  <a:pt x="391" y="43306"/>
                </a:lnTo>
                <a:lnTo>
                  <a:pt x="298" y="43399"/>
                </a:lnTo>
                <a:lnTo>
                  <a:pt x="149" y="43529"/>
                </a:lnTo>
                <a:lnTo>
                  <a:pt x="112" y="43566"/>
                </a:lnTo>
                <a:lnTo>
                  <a:pt x="131" y="43603"/>
                </a:lnTo>
                <a:lnTo>
                  <a:pt x="298" y="43603"/>
                </a:lnTo>
                <a:lnTo>
                  <a:pt x="485" y="43510"/>
                </a:lnTo>
                <a:lnTo>
                  <a:pt x="540" y="43473"/>
                </a:lnTo>
                <a:lnTo>
                  <a:pt x="578" y="43455"/>
                </a:lnTo>
                <a:lnTo>
                  <a:pt x="615" y="43473"/>
                </a:lnTo>
                <a:lnTo>
                  <a:pt x="633" y="43529"/>
                </a:lnTo>
                <a:lnTo>
                  <a:pt x="727" y="43622"/>
                </a:lnTo>
                <a:lnTo>
                  <a:pt x="857" y="43734"/>
                </a:lnTo>
                <a:lnTo>
                  <a:pt x="913" y="43771"/>
                </a:lnTo>
                <a:lnTo>
                  <a:pt x="950" y="43790"/>
                </a:lnTo>
                <a:lnTo>
                  <a:pt x="969" y="43771"/>
                </a:lnTo>
                <a:lnTo>
                  <a:pt x="987" y="43734"/>
                </a:lnTo>
                <a:lnTo>
                  <a:pt x="987" y="43641"/>
                </a:lnTo>
                <a:lnTo>
                  <a:pt x="950" y="43548"/>
                </a:lnTo>
                <a:lnTo>
                  <a:pt x="894" y="43455"/>
                </a:lnTo>
                <a:lnTo>
                  <a:pt x="820" y="43361"/>
                </a:lnTo>
                <a:lnTo>
                  <a:pt x="801" y="43324"/>
                </a:lnTo>
                <a:lnTo>
                  <a:pt x="801" y="43287"/>
                </a:lnTo>
                <a:lnTo>
                  <a:pt x="820" y="43250"/>
                </a:lnTo>
                <a:lnTo>
                  <a:pt x="838" y="43213"/>
                </a:lnTo>
                <a:lnTo>
                  <a:pt x="931" y="43157"/>
                </a:lnTo>
                <a:lnTo>
                  <a:pt x="1006" y="43082"/>
                </a:lnTo>
                <a:lnTo>
                  <a:pt x="1024" y="43026"/>
                </a:lnTo>
                <a:lnTo>
                  <a:pt x="1043" y="42989"/>
                </a:lnTo>
                <a:lnTo>
                  <a:pt x="1043" y="42915"/>
                </a:lnTo>
                <a:lnTo>
                  <a:pt x="1024" y="42840"/>
                </a:lnTo>
                <a:lnTo>
                  <a:pt x="969" y="42803"/>
                </a:lnTo>
                <a:lnTo>
                  <a:pt x="894" y="42784"/>
                </a:lnTo>
                <a:close/>
                <a:moveTo>
                  <a:pt x="91341" y="42877"/>
                </a:moveTo>
                <a:lnTo>
                  <a:pt x="91266" y="42896"/>
                </a:lnTo>
                <a:lnTo>
                  <a:pt x="91210" y="42952"/>
                </a:lnTo>
                <a:lnTo>
                  <a:pt x="91192" y="43008"/>
                </a:lnTo>
                <a:lnTo>
                  <a:pt x="91210" y="43082"/>
                </a:lnTo>
                <a:lnTo>
                  <a:pt x="91248" y="43213"/>
                </a:lnTo>
                <a:lnTo>
                  <a:pt x="91359" y="43417"/>
                </a:lnTo>
                <a:lnTo>
                  <a:pt x="91210" y="43566"/>
                </a:lnTo>
                <a:lnTo>
                  <a:pt x="91173" y="43622"/>
                </a:lnTo>
                <a:lnTo>
                  <a:pt x="91173" y="43678"/>
                </a:lnTo>
                <a:lnTo>
                  <a:pt x="91210" y="43734"/>
                </a:lnTo>
                <a:lnTo>
                  <a:pt x="91248" y="43771"/>
                </a:lnTo>
                <a:lnTo>
                  <a:pt x="91341" y="43771"/>
                </a:lnTo>
                <a:lnTo>
                  <a:pt x="91434" y="43734"/>
                </a:lnTo>
                <a:lnTo>
                  <a:pt x="91490" y="43697"/>
                </a:lnTo>
                <a:lnTo>
                  <a:pt x="91527" y="43678"/>
                </a:lnTo>
                <a:lnTo>
                  <a:pt x="91564" y="43715"/>
                </a:lnTo>
                <a:lnTo>
                  <a:pt x="91601" y="43771"/>
                </a:lnTo>
                <a:lnTo>
                  <a:pt x="91694" y="43883"/>
                </a:lnTo>
                <a:lnTo>
                  <a:pt x="91825" y="44032"/>
                </a:lnTo>
                <a:lnTo>
                  <a:pt x="91899" y="44069"/>
                </a:lnTo>
                <a:lnTo>
                  <a:pt x="91974" y="44069"/>
                </a:lnTo>
                <a:lnTo>
                  <a:pt x="91992" y="44032"/>
                </a:lnTo>
                <a:lnTo>
                  <a:pt x="92011" y="43920"/>
                </a:lnTo>
                <a:lnTo>
                  <a:pt x="92011" y="43883"/>
                </a:lnTo>
                <a:lnTo>
                  <a:pt x="91992" y="43827"/>
                </a:lnTo>
                <a:lnTo>
                  <a:pt x="91936" y="43734"/>
                </a:lnTo>
                <a:lnTo>
                  <a:pt x="91881" y="43641"/>
                </a:lnTo>
                <a:lnTo>
                  <a:pt x="91843" y="43548"/>
                </a:lnTo>
                <a:lnTo>
                  <a:pt x="91806" y="43510"/>
                </a:lnTo>
                <a:lnTo>
                  <a:pt x="91806" y="43473"/>
                </a:lnTo>
                <a:lnTo>
                  <a:pt x="91825" y="43436"/>
                </a:lnTo>
                <a:lnTo>
                  <a:pt x="91862" y="43399"/>
                </a:lnTo>
                <a:lnTo>
                  <a:pt x="91955" y="43268"/>
                </a:lnTo>
                <a:lnTo>
                  <a:pt x="91992" y="43157"/>
                </a:lnTo>
                <a:lnTo>
                  <a:pt x="91992" y="43082"/>
                </a:lnTo>
                <a:lnTo>
                  <a:pt x="91974" y="43026"/>
                </a:lnTo>
                <a:lnTo>
                  <a:pt x="91918" y="43008"/>
                </a:lnTo>
                <a:lnTo>
                  <a:pt x="91843" y="43026"/>
                </a:lnTo>
                <a:lnTo>
                  <a:pt x="91769" y="43045"/>
                </a:lnTo>
                <a:lnTo>
                  <a:pt x="91694" y="43082"/>
                </a:lnTo>
                <a:lnTo>
                  <a:pt x="91620" y="43157"/>
                </a:lnTo>
                <a:lnTo>
                  <a:pt x="91564" y="43045"/>
                </a:lnTo>
                <a:lnTo>
                  <a:pt x="91452" y="42933"/>
                </a:lnTo>
                <a:lnTo>
                  <a:pt x="91397" y="42896"/>
                </a:lnTo>
                <a:lnTo>
                  <a:pt x="91341" y="42877"/>
                </a:lnTo>
                <a:close/>
                <a:moveTo>
                  <a:pt x="913" y="45335"/>
                </a:moveTo>
                <a:lnTo>
                  <a:pt x="876" y="45372"/>
                </a:lnTo>
                <a:lnTo>
                  <a:pt x="764" y="45558"/>
                </a:lnTo>
                <a:lnTo>
                  <a:pt x="652" y="45726"/>
                </a:lnTo>
                <a:lnTo>
                  <a:pt x="540" y="45651"/>
                </a:lnTo>
                <a:lnTo>
                  <a:pt x="391" y="45521"/>
                </a:lnTo>
                <a:lnTo>
                  <a:pt x="298" y="45465"/>
                </a:lnTo>
                <a:lnTo>
                  <a:pt x="224" y="45428"/>
                </a:lnTo>
                <a:lnTo>
                  <a:pt x="131" y="45428"/>
                </a:lnTo>
                <a:lnTo>
                  <a:pt x="112" y="45465"/>
                </a:lnTo>
                <a:lnTo>
                  <a:pt x="94" y="45484"/>
                </a:lnTo>
                <a:lnTo>
                  <a:pt x="75" y="45521"/>
                </a:lnTo>
                <a:lnTo>
                  <a:pt x="94" y="45577"/>
                </a:lnTo>
                <a:lnTo>
                  <a:pt x="149" y="45651"/>
                </a:lnTo>
                <a:lnTo>
                  <a:pt x="205" y="45726"/>
                </a:lnTo>
                <a:lnTo>
                  <a:pt x="336" y="45875"/>
                </a:lnTo>
                <a:lnTo>
                  <a:pt x="447" y="45968"/>
                </a:lnTo>
                <a:lnTo>
                  <a:pt x="280" y="46117"/>
                </a:lnTo>
                <a:lnTo>
                  <a:pt x="261" y="46154"/>
                </a:lnTo>
                <a:lnTo>
                  <a:pt x="224" y="46191"/>
                </a:lnTo>
                <a:lnTo>
                  <a:pt x="224" y="46229"/>
                </a:lnTo>
                <a:lnTo>
                  <a:pt x="261" y="46266"/>
                </a:lnTo>
                <a:lnTo>
                  <a:pt x="317" y="46266"/>
                </a:lnTo>
                <a:lnTo>
                  <a:pt x="391" y="46229"/>
                </a:lnTo>
                <a:lnTo>
                  <a:pt x="522" y="46173"/>
                </a:lnTo>
                <a:lnTo>
                  <a:pt x="615" y="46154"/>
                </a:lnTo>
                <a:lnTo>
                  <a:pt x="727" y="46191"/>
                </a:lnTo>
                <a:lnTo>
                  <a:pt x="801" y="46229"/>
                </a:lnTo>
                <a:lnTo>
                  <a:pt x="876" y="46266"/>
                </a:lnTo>
                <a:lnTo>
                  <a:pt x="950" y="46266"/>
                </a:lnTo>
                <a:lnTo>
                  <a:pt x="987" y="46247"/>
                </a:lnTo>
                <a:lnTo>
                  <a:pt x="1024" y="46210"/>
                </a:lnTo>
                <a:lnTo>
                  <a:pt x="1062" y="46154"/>
                </a:lnTo>
                <a:lnTo>
                  <a:pt x="1062" y="46098"/>
                </a:lnTo>
                <a:lnTo>
                  <a:pt x="1062" y="46061"/>
                </a:lnTo>
                <a:lnTo>
                  <a:pt x="1024" y="46024"/>
                </a:lnTo>
                <a:lnTo>
                  <a:pt x="950" y="45949"/>
                </a:lnTo>
                <a:lnTo>
                  <a:pt x="876" y="45894"/>
                </a:lnTo>
                <a:lnTo>
                  <a:pt x="931" y="45800"/>
                </a:lnTo>
                <a:lnTo>
                  <a:pt x="1006" y="45707"/>
                </a:lnTo>
                <a:lnTo>
                  <a:pt x="1062" y="45596"/>
                </a:lnTo>
                <a:lnTo>
                  <a:pt x="1080" y="45540"/>
                </a:lnTo>
                <a:lnTo>
                  <a:pt x="1080" y="45503"/>
                </a:lnTo>
                <a:lnTo>
                  <a:pt x="1062" y="45428"/>
                </a:lnTo>
                <a:lnTo>
                  <a:pt x="1024" y="45354"/>
                </a:lnTo>
                <a:lnTo>
                  <a:pt x="987" y="45335"/>
                </a:lnTo>
                <a:close/>
                <a:moveTo>
                  <a:pt x="91285" y="45428"/>
                </a:moveTo>
                <a:lnTo>
                  <a:pt x="91248" y="45447"/>
                </a:lnTo>
                <a:lnTo>
                  <a:pt x="91210" y="45465"/>
                </a:lnTo>
                <a:lnTo>
                  <a:pt x="91155" y="45540"/>
                </a:lnTo>
                <a:lnTo>
                  <a:pt x="91136" y="45633"/>
                </a:lnTo>
                <a:lnTo>
                  <a:pt x="91136" y="45670"/>
                </a:lnTo>
                <a:lnTo>
                  <a:pt x="91155" y="45707"/>
                </a:lnTo>
                <a:lnTo>
                  <a:pt x="91248" y="45819"/>
                </a:lnTo>
                <a:lnTo>
                  <a:pt x="91303" y="45894"/>
                </a:lnTo>
                <a:lnTo>
                  <a:pt x="91322" y="45949"/>
                </a:lnTo>
                <a:lnTo>
                  <a:pt x="91341" y="46005"/>
                </a:lnTo>
                <a:lnTo>
                  <a:pt x="91322" y="46061"/>
                </a:lnTo>
                <a:lnTo>
                  <a:pt x="91266" y="46154"/>
                </a:lnTo>
                <a:lnTo>
                  <a:pt x="91248" y="46229"/>
                </a:lnTo>
                <a:lnTo>
                  <a:pt x="91210" y="46303"/>
                </a:lnTo>
                <a:lnTo>
                  <a:pt x="91210" y="46340"/>
                </a:lnTo>
                <a:lnTo>
                  <a:pt x="91229" y="46359"/>
                </a:lnTo>
                <a:lnTo>
                  <a:pt x="91248" y="46378"/>
                </a:lnTo>
                <a:lnTo>
                  <a:pt x="91303" y="46396"/>
                </a:lnTo>
                <a:lnTo>
                  <a:pt x="91341" y="46378"/>
                </a:lnTo>
                <a:lnTo>
                  <a:pt x="91378" y="46340"/>
                </a:lnTo>
                <a:lnTo>
                  <a:pt x="91452" y="46284"/>
                </a:lnTo>
                <a:lnTo>
                  <a:pt x="91527" y="46247"/>
                </a:lnTo>
                <a:lnTo>
                  <a:pt x="91564" y="46247"/>
                </a:lnTo>
                <a:lnTo>
                  <a:pt x="91601" y="46284"/>
                </a:lnTo>
                <a:lnTo>
                  <a:pt x="91657" y="46340"/>
                </a:lnTo>
                <a:lnTo>
                  <a:pt x="91732" y="46415"/>
                </a:lnTo>
                <a:lnTo>
                  <a:pt x="91806" y="46508"/>
                </a:lnTo>
                <a:lnTo>
                  <a:pt x="91862" y="46545"/>
                </a:lnTo>
                <a:lnTo>
                  <a:pt x="91918" y="46564"/>
                </a:lnTo>
                <a:lnTo>
                  <a:pt x="91955" y="46564"/>
                </a:lnTo>
                <a:lnTo>
                  <a:pt x="92011" y="46545"/>
                </a:lnTo>
                <a:lnTo>
                  <a:pt x="92048" y="46508"/>
                </a:lnTo>
                <a:lnTo>
                  <a:pt x="92048" y="46471"/>
                </a:lnTo>
                <a:lnTo>
                  <a:pt x="92048" y="46433"/>
                </a:lnTo>
                <a:lnTo>
                  <a:pt x="92048" y="46378"/>
                </a:lnTo>
                <a:lnTo>
                  <a:pt x="91992" y="46303"/>
                </a:lnTo>
                <a:lnTo>
                  <a:pt x="91955" y="46210"/>
                </a:lnTo>
                <a:lnTo>
                  <a:pt x="91881" y="46117"/>
                </a:lnTo>
                <a:lnTo>
                  <a:pt x="91843" y="46042"/>
                </a:lnTo>
                <a:lnTo>
                  <a:pt x="91825" y="45987"/>
                </a:lnTo>
                <a:lnTo>
                  <a:pt x="91825" y="45931"/>
                </a:lnTo>
                <a:lnTo>
                  <a:pt x="91843" y="45894"/>
                </a:lnTo>
                <a:lnTo>
                  <a:pt x="91918" y="45800"/>
                </a:lnTo>
                <a:lnTo>
                  <a:pt x="91955" y="45726"/>
                </a:lnTo>
                <a:lnTo>
                  <a:pt x="92011" y="45614"/>
                </a:lnTo>
                <a:lnTo>
                  <a:pt x="92011" y="45577"/>
                </a:lnTo>
                <a:lnTo>
                  <a:pt x="92011" y="45521"/>
                </a:lnTo>
                <a:lnTo>
                  <a:pt x="91992" y="45484"/>
                </a:lnTo>
                <a:lnTo>
                  <a:pt x="91936" y="45447"/>
                </a:lnTo>
                <a:lnTo>
                  <a:pt x="91843" y="45447"/>
                </a:lnTo>
                <a:lnTo>
                  <a:pt x="91750" y="45521"/>
                </a:lnTo>
                <a:lnTo>
                  <a:pt x="91657" y="45596"/>
                </a:lnTo>
                <a:lnTo>
                  <a:pt x="91601" y="45670"/>
                </a:lnTo>
                <a:lnTo>
                  <a:pt x="91527" y="45596"/>
                </a:lnTo>
                <a:lnTo>
                  <a:pt x="91471" y="45503"/>
                </a:lnTo>
                <a:lnTo>
                  <a:pt x="91378" y="45447"/>
                </a:lnTo>
                <a:lnTo>
                  <a:pt x="91341" y="45428"/>
                </a:lnTo>
                <a:close/>
                <a:moveTo>
                  <a:pt x="336" y="47699"/>
                </a:moveTo>
                <a:lnTo>
                  <a:pt x="298" y="47718"/>
                </a:lnTo>
                <a:lnTo>
                  <a:pt x="280" y="47755"/>
                </a:lnTo>
                <a:lnTo>
                  <a:pt x="261" y="47793"/>
                </a:lnTo>
                <a:lnTo>
                  <a:pt x="243" y="47867"/>
                </a:lnTo>
                <a:lnTo>
                  <a:pt x="261" y="47960"/>
                </a:lnTo>
                <a:lnTo>
                  <a:pt x="298" y="48035"/>
                </a:lnTo>
                <a:lnTo>
                  <a:pt x="354" y="48128"/>
                </a:lnTo>
                <a:lnTo>
                  <a:pt x="466" y="48277"/>
                </a:lnTo>
                <a:lnTo>
                  <a:pt x="559" y="48388"/>
                </a:lnTo>
                <a:lnTo>
                  <a:pt x="243" y="48593"/>
                </a:lnTo>
                <a:lnTo>
                  <a:pt x="131" y="48649"/>
                </a:lnTo>
                <a:lnTo>
                  <a:pt x="56" y="48723"/>
                </a:lnTo>
                <a:lnTo>
                  <a:pt x="0" y="48779"/>
                </a:lnTo>
                <a:lnTo>
                  <a:pt x="0" y="48835"/>
                </a:lnTo>
                <a:lnTo>
                  <a:pt x="19" y="48910"/>
                </a:lnTo>
                <a:lnTo>
                  <a:pt x="75" y="48928"/>
                </a:lnTo>
                <a:lnTo>
                  <a:pt x="131" y="48928"/>
                </a:lnTo>
                <a:lnTo>
                  <a:pt x="205" y="48910"/>
                </a:lnTo>
                <a:lnTo>
                  <a:pt x="336" y="48817"/>
                </a:lnTo>
                <a:lnTo>
                  <a:pt x="447" y="48742"/>
                </a:lnTo>
                <a:lnTo>
                  <a:pt x="578" y="48612"/>
                </a:lnTo>
                <a:lnTo>
                  <a:pt x="652" y="48556"/>
                </a:lnTo>
                <a:lnTo>
                  <a:pt x="708" y="48519"/>
                </a:lnTo>
                <a:lnTo>
                  <a:pt x="727" y="48519"/>
                </a:lnTo>
                <a:lnTo>
                  <a:pt x="764" y="48537"/>
                </a:lnTo>
                <a:lnTo>
                  <a:pt x="857" y="48612"/>
                </a:lnTo>
                <a:lnTo>
                  <a:pt x="950" y="48668"/>
                </a:lnTo>
                <a:lnTo>
                  <a:pt x="1024" y="48705"/>
                </a:lnTo>
                <a:lnTo>
                  <a:pt x="1155" y="48705"/>
                </a:lnTo>
                <a:lnTo>
                  <a:pt x="1173" y="48686"/>
                </a:lnTo>
                <a:lnTo>
                  <a:pt x="1173" y="48630"/>
                </a:lnTo>
                <a:lnTo>
                  <a:pt x="1118" y="48575"/>
                </a:lnTo>
                <a:lnTo>
                  <a:pt x="1006" y="48426"/>
                </a:lnTo>
                <a:lnTo>
                  <a:pt x="894" y="48314"/>
                </a:lnTo>
                <a:lnTo>
                  <a:pt x="1043" y="48146"/>
                </a:lnTo>
                <a:lnTo>
                  <a:pt x="1118" y="48035"/>
                </a:lnTo>
                <a:lnTo>
                  <a:pt x="1136" y="47997"/>
                </a:lnTo>
                <a:lnTo>
                  <a:pt x="1136" y="47979"/>
                </a:lnTo>
                <a:lnTo>
                  <a:pt x="1118" y="47960"/>
                </a:lnTo>
                <a:lnTo>
                  <a:pt x="1080" y="47979"/>
                </a:lnTo>
                <a:lnTo>
                  <a:pt x="1024" y="48035"/>
                </a:lnTo>
                <a:lnTo>
                  <a:pt x="913" y="48128"/>
                </a:lnTo>
                <a:lnTo>
                  <a:pt x="820" y="48202"/>
                </a:lnTo>
                <a:lnTo>
                  <a:pt x="782" y="48184"/>
                </a:lnTo>
                <a:lnTo>
                  <a:pt x="727" y="48128"/>
                </a:lnTo>
                <a:lnTo>
                  <a:pt x="671" y="48053"/>
                </a:lnTo>
                <a:lnTo>
                  <a:pt x="615" y="47960"/>
                </a:lnTo>
                <a:lnTo>
                  <a:pt x="578" y="47867"/>
                </a:lnTo>
                <a:lnTo>
                  <a:pt x="522" y="47774"/>
                </a:lnTo>
                <a:lnTo>
                  <a:pt x="447" y="47718"/>
                </a:lnTo>
                <a:lnTo>
                  <a:pt x="373" y="47699"/>
                </a:lnTo>
                <a:close/>
                <a:moveTo>
                  <a:pt x="91173" y="47942"/>
                </a:moveTo>
                <a:lnTo>
                  <a:pt x="91192" y="48016"/>
                </a:lnTo>
                <a:lnTo>
                  <a:pt x="91248" y="48184"/>
                </a:lnTo>
                <a:lnTo>
                  <a:pt x="91378" y="48444"/>
                </a:lnTo>
                <a:lnTo>
                  <a:pt x="91229" y="48500"/>
                </a:lnTo>
                <a:lnTo>
                  <a:pt x="91173" y="48556"/>
                </a:lnTo>
                <a:lnTo>
                  <a:pt x="91136" y="48612"/>
                </a:lnTo>
                <a:lnTo>
                  <a:pt x="91136" y="48649"/>
                </a:lnTo>
                <a:lnTo>
                  <a:pt x="91136" y="48686"/>
                </a:lnTo>
                <a:lnTo>
                  <a:pt x="91173" y="48761"/>
                </a:lnTo>
                <a:lnTo>
                  <a:pt x="91248" y="48798"/>
                </a:lnTo>
                <a:lnTo>
                  <a:pt x="91285" y="48817"/>
                </a:lnTo>
                <a:lnTo>
                  <a:pt x="91322" y="48798"/>
                </a:lnTo>
                <a:lnTo>
                  <a:pt x="91434" y="48742"/>
                </a:lnTo>
                <a:lnTo>
                  <a:pt x="91508" y="48723"/>
                </a:lnTo>
                <a:lnTo>
                  <a:pt x="91545" y="48705"/>
                </a:lnTo>
                <a:lnTo>
                  <a:pt x="91564" y="48742"/>
                </a:lnTo>
                <a:lnTo>
                  <a:pt x="91601" y="48779"/>
                </a:lnTo>
                <a:lnTo>
                  <a:pt x="91657" y="48872"/>
                </a:lnTo>
                <a:lnTo>
                  <a:pt x="91750" y="49003"/>
                </a:lnTo>
                <a:lnTo>
                  <a:pt x="91825" y="49059"/>
                </a:lnTo>
                <a:lnTo>
                  <a:pt x="91899" y="49096"/>
                </a:lnTo>
                <a:lnTo>
                  <a:pt x="92011" y="49096"/>
                </a:lnTo>
                <a:lnTo>
                  <a:pt x="92030" y="49077"/>
                </a:lnTo>
                <a:lnTo>
                  <a:pt x="92048" y="49040"/>
                </a:lnTo>
                <a:lnTo>
                  <a:pt x="92067" y="48984"/>
                </a:lnTo>
                <a:lnTo>
                  <a:pt x="92030" y="48891"/>
                </a:lnTo>
                <a:lnTo>
                  <a:pt x="91936" y="48723"/>
                </a:lnTo>
                <a:lnTo>
                  <a:pt x="91862" y="48593"/>
                </a:lnTo>
                <a:lnTo>
                  <a:pt x="91825" y="48537"/>
                </a:lnTo>
                <a:lnTo>
                  <a:pt x="91881" y="48463"/>
                </a:lnTo>
                <a:lnTo>
                  <a:pt x="91936" y="48388"/>
                </a:lnTo>
                <a:lnTo>
                  <a:pt x="91992" y="48295"/>
                </a:lnTo>
                <a:lnTo>
                  <a:pt x="92030" y="48202"/>
                </a:lnTo>
                <a:lnTo>
                  <a:pt x="92011" y="48165"/>
                </a:lnTo>
                <a:lnTo>
                  <a:pt x="91974" y="48146"/>
                </a:lnTo>
                <a:lnTo>
                  <a:pt x="91899" y="48165"/>
                </a:lnTo>
                <a:lnTo>
                  <a:pt x="91843" y="48184"/>
                </a:lnTo>
                <a:lnTo>
                  <a:pt x="91806" y="48221"/>
                </a:lnTo>
                <a:lnTo>
                  <a:pt x="91750" y="48258"/>
                </a:lnTo>
                <a:lnTo>
                  <a:pt x="91694" y="48277"/>
                </a:lnTo>
                <a:lnTo>
                  <a:pt x="91620" y="48295"/>
                </a:lnTo>
                <a:lnTo>
                  <a:pt x="91545" y="48239"/>
                </a:lnTo>
                <a:lnTo>
                  <a:pt x="91452" y="48165"/>
                </a:lnTo>
                <a:lnTo>
                  <a:pt x="91378" y="48090"/>
                </a:lnTo>
                <a:lnTo>
                  <a:pt x="91285" y="48016"/>
                </a:lnTo>
                <a:lnTo>
                  <a:pt x="91173" y="47942"/>
                </a:lnTo>
                <a:close/>
                <a:moveTo>
                  <a:pt x="14374" y="50399"/>
                </a:moveTo>
                <a:lnTo>
                  <a:pt x="14318" y="50418"/>
                </a:lnTo>
                <a:lnTo>
                  <a:pt x="14225" y="50474"/>
                </a:lnTo>
                <a:lnTo>
                  <a:pt x="14094" y="50604"/>
                </a:lnTo>
                <a:lnTo>
                  <a:pt x="14057" y="50660"/>
                </a:lnTo>
                <a:lnTo>
                  <a:pt x="14001" y="50678"/>
                </a:lnTo>
                <a:lnTo>
                  <a:pt x="13964" y="50660"/>
                </a:lnTo>
                <a:lnTo>
                  <a:pt x="13908" y="50604"/>
                </a:lnTo>
                <a:lnTo>
                  <a:pt x="13778" y="50548"/>
                </a:lnTo>
                <a:lnTo>
                  <a:pt x="13629" y="50455"/>
                </a:lnTo>
                <a:lnTo>
                  <a:pt x="13536" y="50418"/>
                </a:lnTo>
                <a:lnTo>
                  <a:pt x="13461" y="50418"/>
                </a:lnTo>
                <a:lnTo>
                  <a:pt x="13405" y="50436"/>
                </a:lnTo>
                <a:lnTo>
                  <a:pt x="13368" y="50455"/>
                </a:lnTo>
                <a:lnTo>
                  <a:pt x="13350" y="50492"/>
                </a:lnTo>
                <a:lnTo>
                  <a:pt x="13350" y="50548"/>
                </a:lnTo>
                <a:lnTo>
                  <a:pt x="13368" y="50604"/>
                </a:lnTo>
                <a:lnTo>
                  <a:pt x="13424" y="50660"/>
                </a:lnTo>
                <a:lnTo>
                  <a:pt x="13499" y="50716"/>
                </a:lnTo>
                <a:lnTo>
                  <a:pt x="13648" y="50790"/>
                </a:lnTo>
                <a:lnTo>
                  <a:pt x="13778" y="50846"/>
                </a:lnTo>
                <a:lnTo>
                  <a:pt x="13685" y="50920"/>
                </a:lnTo>
                <a:lnTo>
                  <a:pt x="13592" y="51013"/>
                </a:lnTo>
                <a:lnTo>
                  <a:pt x="13554" y="51051"/>
                </a:lnTo>
                <a:lnTo>
                  <a:pt x="13536" y="51107"/>
                </a:lnTo>
                <a:lnTo>
                  <a:pt x="13554" y="51162"/>
                </a:lnTo>
                <a:lnTo>
                  <a:pt x="13573" y="51200"/>
                </a:lnTo>
                <a:lnTo>
                  <a:pt x="13610" y="51237"/>
                </a:lnTo>
                <a:lnTo>
                  <a:pt x="13796" y="51237"/>
                </a:lnTo>
                <a:lnTo>
                  <a:pt x="13927" y="51200"/>
                </a:lnTo>
                <a:lnTo>
                  <a:pt x="14020" y="51144"/>
                </a:lnTo>
                <a:lnTo>
                  <a:pt x="14094" y="51107"/>
                </a:lnTo>
                <a:lnTo>
                  <a:pt x="14132" y="51069"/>
                </a:lnTo>
                <a:lnTo>
                  <a:pt x="14150" y="51051"/>
                </a:lnTo>
                <a:lnTo>
                  <a:pt x="14225" y="51069"/>
                </a:lnTo>
                <a:lnTo>
                  <a:pt x="14281" y="51107"/>
                </a:lnTo>
                <a:lnTo>
                  <a:pt x="14355" y="51162"/>
                </a:lnTo>
                <a:lnTo>
                  <a:pt x="14411" y="51181"/>
                </a:lnTo>
                <a:lnTo>
                  <a:pt x="14504" y="51218"/>
                </a:lnTo>
                <a:lnTo>
                  <a:pt x="14523" y="51218"/>
                </a:lnTo>
                <a:lnTo>
                  <a:pt x="14541" y="51162"/>
                </a:lnTo>
                <a:lnTo>
                  <a:pt x="14541" y="51144"/>
                </a:lnTo>
                <a:lnTo>
                  <a:pt x="14504" y="51107"/>
                </a:lnTo>
                <a:lnTo>
                  <a:pt x="14448" y="51032"/>
                </a:lnTo>
                <a:lnTo>
                  <a:pt x="14318" y="50920"/>
                </a:lnTo>
                <a:lnTo>
                  <a:pt x="14392" y="50809"/>
                </a:lnTo>
                <a:lnTo>
                  <a:pt x="14485" y="50678"/>
                </a:lnTo>
                <a:lnTo>
                  <a:pt x="14504" y="50604"/>
                </a:lnTo>
                <a:lnTo>
                  <a:pt x="14504" y="50529"/>
                </a:lnTo>
                <a:lnTo>
                  <a:pt x="14485" y="50474"/>
                </a:lnTo>
                <a:lnTo>
                  <a:pt x="14448" y="50418"/>
                </a:lnTo>
                <a:lnTo>
                  <a:pt x="14374" y="50399"/>
                </a:lnTo>
                <a:close/>
                <a:moveTo>
                  <a:pt x="75813" y="50418"/>
                </a:moveTo>
                <a:lnTo>
                  <a:pt x="75702" y="50455"/>
                </a:lnTo>
                <a:lnTo>
                  <a:pt x="75608" y="50492"/>
                </a:lnTo>
                <a:lnTo>
                  <a:pt x="75515" y="50548"/>
                </a:lnTo>
                <a:lnTo>
                  <a:pt x="75478" y="50585"/>
                </a:lnTo>
                <a:lnTo>
                  <a:pt x="75385" y="50585"/>
                </a:lnTo>
                <a:lnTo>
                  <a:pt x="75348" y="50529"/>
                </a:lnTo>
                <a:lnTo>
                  <a:pt x="75292" y="50511"/>
                </a:lnTo>
                <a:lnTo>
                  <a:pt x="75255" y="50492"/>
                </a:lnTo>
                <a:lnTo>
                  <a:pt x="75199" y="50474"/>
                </a:lnTo>
                <a:lnTo>
                  <a:pt x="75124" y="50492"/>
                </a:lnTo>
                <a:lnTo>
                  <a:pt x="75087" y="50511"/>
                </a:lnTo>
                <a:lnTo>
                  <a:pt x="75069" y="50567"/>
                </a:lnTo>
                <a:lnTo>
                  <a:pt x="75069" y="50604"/>
                </a:lnTo>
                <a:lnTo>
                  <a:pt x="75069" y="50641"/>
                </a:lnTo>
                <a:lnTo>
                  <a:pt x="75124" y="50716"/>
                </a:lnTo>
                <a:lnTo>
                  <a:pt x="75180" y="50790"/>
                </a:lnTo>
                <a:lnTo>
                  <a:pt x="75124" y="50865"/>
                </a:lnTo>
                <a:lnTo>
                  <a:pt x="75106" y="50939"/>
                </a:lnTo>
                <a:lnTo>
                  <a:pt x="75106" y="50995"/>
                </a:lnTo>
                <a:lnTo>
                  <a:pt x="75124" y="51032"/>
                </a:lnTo>
                <a:lnTo>
                  <a:pt x="75143" y="51069"/>
                </a:lnTo>
                <a:lnTo>
                  <a:pt x="75180" y="51088"/>
                </a:lnTo>
                <a:lnTo>
                  <a:pt x="75236" y="51125"/>
                </a:lnTo>
                <a:lnTo>
                  <a:pt x="75329" y="51125"/>
                </a:lnTo>
                <a:lnTo>
                  <a:pt x="75366" y="51107"/>
                </a:lnTo>
                <a:lnTo>
                  <a:pt x="75459" y="51051"/>
                </a:lnTo>
                <a:lnTo>
                  <a:pt x="75571" y="51051"/>
                </a:lnTo>
                <a:lnTo>
                  <a:pt x="75627" y="51088"/>
                </a:lnTo>
                <a:lnTo>
                  <a:pt x="75757" y="51181"/>
                </a:lnTo>
                <a:lnTo>
                  <a:pt x="75832" y="51218"/>
                </a:lnTo>
                <a:lnTo>
                  <a:pt x="75888" y="51237"/>
                </a:lnTo>
                <a:lnTo>
                  <a:pt x="75944" y="51237"/>
                </a:lnTo>
                <a:lnTo>
                  <a:pt x="75981" y="51200"/>
                </a:lnTo>
                <a:lnTo>
                  <a:pt x="75999" y="51162"/>
                </a:lnTo>
                <a:lnTo>
                  <a:pt x="75981" y="51107"/>
                </a:lnTo>
                <a:lnTo>
                  <a:pt x="75962" y="51051"/>
                </a:lnTo>
                <a:lnTo>
                  <a:pt x="75906" y="50995"/>
                </a:lnTo>
                <a:lnTo>
                  <a:pt x="75813" y="50902"/>
                </a:lnTo>
                <a:lnTo>
                  <a:pt x="75720" y="50827"/>
                </a:lnTo>
                <a:lnTo>
                  <a:pt x="75813" y="50771"/>
                </a:lnTo>
                <a:lnTo>
                  <a:pt x="75925" y="50697"/>
                </a:lnTo>
                <a:lnTo>
                  <a:pt x="75962" y="50660"/>
                </a:lnTo>
                <a:lnTo>
                  <a:pt x="75981" y="50623"/>
                </a:lnTo>
                <a:lnTo>
                  <a:pt x="75999" y="50567"/>
                </a:lnTo>
                <a:lnTo>
                  <a:pt x="75981" y="50511"/>
                </a:lnTo>
                <a:lnTo>
                  <a:pt x="75944" y="50455"/>
                </a:lnTo>
                <a:lnTo>
                  <a:pt x="75906" y="50418"/>
                </a:lnTo>
                <a:close/>
                <a:moveTo>
                  <a:pt x="86686" y="50399"/>
                </a:moveTo>
                <a:lnTo>
                  <a:pt x="86500" y="50492"/>
                </a:lnTo>
                <a:lnTo>
                  <a:pt x="86407" y="50529"/>
                </a:lnTo>
                <a:lnTo>
                  <a:pt x="86314" y="50567"/>
                </a:lnTo>
                <a:lnTo>
                  <a:pt x="86277" y="50604"/>
                </a:lnTo>
                <a:lnTo>
                  <a:pt x="86239" y="50623"/>
                </a:lnTo>
                <a:lnTo>
                  <a:pt x="86202" y="50604"/>
                </a:lnTo>
                <a:lnTo>
                  <a:pt x="86165" y="50548"/>
                </a:lnTo>
                <a:lnTo>
                  <a:pt x="86016" y="50455"/>
                </a:lnTo>
                <a:lnTo>
                  <a:pt x="85923" y="50418"/>
                </a:lnTo>
                <a:lnTo>
                  <a:pt x="85848" y="50418"/>
                </a:lnTo>
                <a:lnTo>
                  <a:pt x="85793" y="50455"/>
                </a:lnTo>
                <a:lnTo>
                  <a:pt x="85774" y="50492"/>
                </a:lnTo>
                <a:lnTo>
                  <a:pt x="85774" y="50567"/>
                </a:lnTo>
                <a:lnTo>
                  <a:pt x="85811" y="50641"/>
                </a:lnTo>
                <a:lnTo>
                  <a:pt x="85848" y="50716"/>
                </a:lnTo>
                <a:lnTo>
                  <a:pt x="85904" y="50790"/>
                </a:lnTo>
                <a:lnTo>
                  <a:pt x="85793" y="50883"/>
                </a:lnTo>
                <a:lnTo>
                  <a:pt x="85737" y="50939"/>
                </a:lnTo>
                <a:lnTo>
                  <a:pt x="85681" y="51013"/>
                </a:lnTo>
                <a:lnTo>
                  <a:pt x="85644" y="51069"/>
                </a:lnTo>
                <a:lnTo>
                  <a:pt x="85644" y="51125"/>
                </a:lnTo>
                <a:lnTo>
                  <a:pt x="85681" y="51181"/>
                </a:lnTo>
                <a:lnTo>
                  <a:pt x="85774" y="51218"/>
                </a:lnTo>
                <a:lnTo>
                  <a:pt x="85848" y="51218"/>
                </a:lnTo>
                <a:lnTo>
                  <a:pt x="85923" y="51200"/>
                </a:lnTo>
                <a:lnTo>
                  <a:pt x="85997" y="51144"/>
                </a:lnTo>
                <a:lnTo>
                  <a:pt x="86072" y="51125"/>
                </a:lnTo>
                <a:lnTo>
                  <a:pt x="86128" y="51069"/>
                </a:lnTo>
                <a:lnTo>
                  <a:pt x="86165" y="51069"/>
                </a:lnTo>
                <a:lnTo>
                  <a:pt x="86202" y="51088"/>
                </a:lnTo>
                <a:lnTo>
                  <a:pt x="86239" y="51144"/>
                </a:lnTo>
                <a:lnTo>
                  <a:pt x="86314" y="51200"/>
                </a:lnTo>
                <a:lnTo>
                  <a:pt x="86388" y="51237"/>
                </a:lnTo>
                <a:lnTo>
                  <a:pt x="86463" y="51237"/>
                </a:lnTo>
                <a:lnTo>
                  <a:pt x="86500" y="51200"/>
                </a:lnTo>
                <a:lnTo>
                  <a:pt x="86537" y="51162"/>
                </a:lnTo>
                <a:lnTo>
                  <a:pt x="86537" y="51088"/>
                </a:lnTo>
                <a:lnTo>
                  <a:pt x="86500" y="50976"/>
                </a:lnTo>
                <a:lnTo>
                  <a:pt x="86463" y="50939"/>
                </a:lnTo>
                <a:lnTo>
                  <a:pt x="86444" y="50883"/>
                </a:lnTo>
                <a:lnTo>
                  <a:pt x="86481" y="50846"/>
                </a:lnTo>
                <a:lnTo>
                  <a:pt x="86537" y="50827"/>
                </a:lnTo>
                <a:lnTo>
                  <a:pt x="86612" y="50753"/>
                </a:lnTo>
                <a:lnTo>
                  <a:pt x="86705" y="50697"/>
                </a:lnTo>
                <a:lnTo>
                  <a:pt x="86798" y="50641"/>
                </a:lnTo>
                <a:lnTo>
                  <a:pt x="86817" y="50604"/>
                </a:lnTo>
                <a:lnTo>
                  <a:pt x="86835" y="50548"/>
                </a:lnTo>
                <a:lnTo>
                  <a:pt x="86835" y="50492"/>
                </a:lnTo>
                <a:lnTo>
                  <a:pt x="86798" y="50436"/>
                </a:lnTo>
                <a:lnTo>
                  <a:pt x="86742" y="50399"/>
                </a:lnTo>
                <a:close/>
                <a:moveTo>
                  <a:pt x="69707" y="50436"/>
                </a:moveTo>
                <a:lnTo>
                  <a:pt x="69688" y="50455"/>
                </a:lnTo>
                <a:lnTo>
                  <a:pt x="69688" y="50492"/>
                </a:lnTo>
                <a:lnTo>
                  <a:pt x="69725" y="50567"/>
                </a:lnTo>
                <a:lnTo>
                  <a:pt x="69837" y="50697"/>
                </a:lnTo>
                <a:lnTo>
                  <a:pt x="69949" y="50790"/>
                </a:lnTo>
                <a:lnTo>
                  <a:pt x="69837" y="50846"/>
                </a:lnTo>
                <a:lnTo>
                  <a:pt x="69707" y="50939"/>
                </a:lnTo>
                <a:lnTo>
                  <a:pt x="69669" y="50995"/>
                </a:lnTo>
                <a:lnTo>
                  <a:pt x="69632" y="51051"/>
                </a:lnTo>
                <a:lnTo>
                  <a:pt x="69613" y="51125"/>
                </a:lnTo>
                <a:lnTo>
                  <a:pt x="69632" y="51181"/>
                </a:lnTo>
                <a:lnTo>
                  <a:pt x="69688" y="51237"/>
                </a:lnTo>
                <a:lnTo>
                  <a:pt x="69744" y="51256"/>
                </a:lnTo>
                <a:lnTo>
                  <a:pt x="69818" y="51237"/>
                </a:lnTo>
                <a:lnTo>
                  <a:pt x="69911" y="51200"/>
                </a:lnTo>
                <a:lnTo>
                  <a:pt x="70060" y="51107"/>
                </a:lnTo>
                <a:lnTo>
                  <a:pt x="70172" y="51051"/>
                </a:lnTo>
                <a:lnTo>
                  <a:pt x="70228" y="51032"/>
                </a:lnTo>
                <a:lnTo>
                  <a:pt x="70265" y="51051"/>
                </a:lnTo>
                <a:lnTo>
                  <a:pt x="70377" y="51088"/>
                </a:lnTo>
                <a:lnTo>
                  <a:pt x="70470" y="51144"/>
                </a:lnTo>
                <a:lnTo>
                  <a:pt x="70507" y="51144"/>
                </a:lnTo>
                <a:lnTo>
                  <a:pt x="70563" y="51125"/>
                </a:lnTo>
                <a:lnTo>
                  <a:pt x="70619" y="51088"/>
                </a:lnTo>
                <a:lnTo>
                  <a:pt x="70637" y="51032"/>
                </a:lnTo>
                <a:lnTo>
                  <a:pt x="70637" y="50995"/>
                </a:lnTo>
                <a:lnTo>
                  <a:pt x="70637" y="50958"/>
                </a:lnTo>
                <a:lnTo>
                  <a:pt x="70563" y="50883"/>
                </a:lnTo>
                <a:lnTo>
                  <a:pt x="70488" y="50809"/>
                </a:lnTo>
                <a:lnTo>
                  <a:pt x="70637" y="50697"/>
                </a:lnTo>
                <a:lnTo>
                  <a:pt x="70693" y="50623"/>
                </a:lnTo>
                <a:lnTo>
                  <a:pt x="70731" y="50548"/>
                </a:lnTo>
                <a:lnTo>
                  <a:pt x="70731" y="50492"/>
                </a:lnTo>
                <a:lnTo>
                  <a:pt x="70712" y="50455"/>
                </a:lnTo>
                <a:lnTo>
                  <a:pt x="70675" y="50436"/>
                </a:lnTo>
                <a:lnTo>
                  <a:pt x="70619" y="50436"/>
                </a:lnTo>
                <a:lnTo>
                  <a:pt x="70507" y="50474"/>
                </a:lnTo>
                <a:lnTo>
                  <a:pt x="70395" y="50548"/>
                </a:lnTo>
                <a:lnTo>
                  <a:pt x="70284" y="50604"/>
                </a:lnTo>
                <a:lnTo>
                  <a:pt x="70246" y="50623"/>
                </a:lnTo>
                <a:lnTo>
                  <a:pt x="70191" y="50623"/>
                </a:lnTo>
                <a:lnTo>
                  <a:pt x="70116" y="50585"/>
                </a:lnTo>
                <a:lnTo>
                  <a:pt x="70023" y="50529"/>
                </a:lnTo>
                <a:lnTo>
                  <a:pt x="69930" y="50474"/>
                </a:lnTo>
                <a:lnTo>
                  <a:pt x="69837" y="50436"/>
                </a:lnTo>
                <a:close/>
                <a:moveTo>
                  <a:pt x="18861" y="50362"/>
                </a:moveTo>
                <a:lnTo>
                  <a:pt x="18805" y="50380"/>
                </a:lnTo>
                <a:lnTo>
                  <a:pt x="18749" y="50418"/>
                </a:lnTo>
                <a:lnTo>
                  <a:pt x="18730" y="50492"/>
                </a:lnTo>
                <a:lnTo>
                  <a:pt x="18730" y="50548"/>
                </a:lnTo>
                <a:lnTo>
                  <a:pt x="18767" y="50604"/>
                </a:lnTo>
                <a:lnTo>
                  <a:pt x="18805" y="50660"/>
                </a:lnTo>
                <a:lnTo>
                  <a:pt x="18916" y="50753"/>
                </a:lnTo>
                <a:lnTo>
                  <a:pt x="19010" y="50827"/>
                </a:lnTo>
                <a:lnTo>
                  <a:pt x="18935" y="50902"/>
                </a:lnTo>
                <a:lnTo>
                  <a:pt x="18842" y="51032"/>
                </a:lnTo>
                <a:lnTo>
                  <a:pt x="18823" y="51088"/>
                </a:lnTo>
                <a:lnTo>
                  <a:pt x="18805" y="51144"/>
                </a:lnTo>
                <a:lnTo>
                  <a:pt x="18823" y="51200"/>
                </a:lnTo>
                <a:lnTo>
                  <a:pt x="18879" y="51256"/>
                </a:lnTo>
                <a:lnTo>
                  <a:pt x="18935" y="51274"/>
                </a:lnTo>
                <a:lnTo>
                  <a:pt x="19010" y="51274"/>
                </a:lnTo>
                <a:lnTo>
                  <a:pt x="19065" y="51237"/>
                </a:lnTo>
                <a:lnTo>
                  <a:pt x="19121" y="51181"/>
                </a:lnTo>
                <a:lnTo>
                  <a:pt x="19233" y="51088"/>
                </a:lnTo>
                <a:lnTo>
                  <a:pt x="19289" y="51051"/>
                </a:lnTo>
                <a:lnTo>
                  <a:pt x="19345" y="51032"/>
                </a:lnTo>
                <a:lnTo>
                  <a:pt x="19382" y="51051"/>
                </a:lnTo>
                <a:lnTo>
                  <a:pt x="19438" y="51088"/>
                </a:lnTo>
                <a:lnTo>
                  <a:pt x="19568" y="51162"/>
                </a:lnTo>
                <a:lnTo>
                  <a:pt x="19643" y="51200"/>
                </a:lnTo>
                <a:lnTo>
                  <a:pt x="19698" y="51218"/>
                </a:lnTo>
                <a:lnTo>
                  <a:pt x="19754" y="51218"/>
                </a:lnTo>
                <a:lnTo>
                  <a:pt x="19810" y="51200"/>
                </a:lnTo>
                <a:lnTo>
                  <a:pt x="19847" y="51144"/>
                </a:lnTo>
                <a:lnTo>
                  <a:pt x="19847" y="51088"/>
                </a:lnTo>
                <a:lnTo>
                  <a:pt x="19829" y="51013"/>
                </a:lnTo>
                <a:lnTo>
                  <a:pt x="19773" y="50958"/>
                </a:lnTo>
                <a:lnTo>
                  <a:pt x="19661" y="50846"/>
                </a:lnTo>
                <a:lnTo>
                  <a:pt x="19549" y="50771"/>
                </a:lnTo>
                <a:lnTo>
                  <a:pt x="19643" y="50697"/>
                </a:lnTo>
                <a:lnTo>
                  <a:pt x="19754" y="50585"/>
                </a:lnTo>
                <a:lnTo>
                  <a:pt x="19791" y="50548"/>
                </a:lnTo>
                <a:lnTo>
                  <a:pt x="19810" y="50492"/>
                </a:lnTo>
                <a:lnTo>
                  <a:pt x="19791" y="50455"/>
                </a:lnTo>
                <a:lnTo>
                  <a:pt x="19717" y="50418"/>
                </a:lnTo>
                <a:lnTo>
                  <a:pt x="19661" y="50418"/>
                </a:lnTo>
                <a:lnTo>
                  <a:pt x="19605" y="50455"/>
                </a:lnTo>
                <a:lnTo>
                  <a:pt x="19475" y="50511"/>
                </a:lnTo>
                <a:lnTo>
                  <a:pt x="19401" y="50548"/>
                </a:lnTo>
                <a:lnTo>
                  <a:pt x="19345" y="50567"/>
                </a:lnTo>
                <a:lnTo>
                  <a:pt x="19307" y="50567"/>
                </a:lnTo>
                <a:lnTo>
                  <a:pt x="19233" y="50529"/>
                </a:lnTo>
                <a:lnTo>
                  <a:pt x="19121" y="50474"/>
                </a:lnTo>
                <a:lnTo>
                  <a:pt x="18991" y="50399"/>
                </a:lnTo>
                <a:lnTo>
                  <a:pt x="18935" y="50380"/>
                </a:lnTo>
                <a:lnTo>
                  <a:pt x="18861" y="50362"/>
                </a:lnTo>
                <a:close/>
                <a:moveTo>
                  <a:pt x="21542" y="50380"/>
                </a:moveTo>
                <a:lnTo>
                  <a:pt x="21523" y="50399"/>
                </a:lnTo>
                <a:lnTo>
                  <a:pt x="21523" y="50418"/>
                </a:lnTo>
                <a:lnTo>
                  <a:pt x="21542" y="50455"/>
                </a:lnTo>
                <a:lnTo>
                  <a:pt x="21653" y="50585"/>
                </a:lnTo>
                <a:lnTo>
                  <a:pt x="21839" y="50771"/>
                </a:lnTo>
                <a:lnTo>
                  <a:pt x="21728" y="50827"/>
                </a:lnTo>
                <a:lnTo>
                  <a:pt x="21560" y="50939"/>
                </a:lnTo>
                <a:lnTo>
                  <a:pt x="21504" y="50995"/>
                </a:lnTo>
                <a:lnTo>
                  <a:pt x="21448" y="51051"/>
                </a:lnTo>
                <a:lnTo>
                  <a:pt x="21411" y="51107"/>
                </a:lnTo>
                <a:lnTo>
                  <a:pt x="21430" y="51181"/>
                </a:lnTo>
                <a:lnTo>
                  <a:pt x="21448" y="51218"/>
                </a:lnTo>
                <a:lnTo>
                  <a:pt x="21486" y="51237"/>
                </a:lnTo>
                <a:lnTo>
                  <a:pt x="21523" y="51256"/>
                </a:lnTo>
                <a:lnTo>
                  <a:pt x="21560" y="51256"/>
                </a:lnTo>
                <a:lnTo>
                  <a:pt x="21635" y="51218"/>
                </a:lnTo>
                <a:lnTo>
                  <a:pt x="21709" y="51162"/>
                </a:lnTo>
                <a:lnTo>
                  <a:pt x="21877" y="51032"/>
                </a:lnTo>
                <a:lnTo>
                  <a:pt x="21933" y="50976"/>
                </a:lnTo>
                <a:lnTo>
                  <a:pt x="21988" y="50958"/>
                </a:lnTo>
                <a:lnTo>
                  <a:pt x="22044" y="50976"/>
                </a:lnTo>
                <a:lnTo>
                  <a:pt x="22100" y="51013"/>
                </a:lnTo>
                <a:lnTo>
                  <a:pt x="22193" y="51144"/>
                </a:lnTo>
                <a:lnTo>
                  <a:pt x="22249" y="51200"/>
                </a:lnTo>
                <a:lnTo>
                  <a:pt x="22305" y="51256"/>
                </a:lnTo>
                <a:lnTo>
                  <a:pt x="22361" y="51274"/>
                </a:lnTo>
                <a:lnTo>
                  <a:pt x="22454" y="51256"/>
                </a:lnTo>
                <a:lnTo>
                  <a:pt x="22491" y="51218"/>
                </a:lnTo>
                <a:lnTo>
                  <a:pt x="22510" y="51200"/>
                </a:lnTo>
                <a:lnTo>
                  <a:pt x="22528" y="51125"/>
                </a:lnTo>
                <a:lnTo>
                  <a:pt x="22510" y="51051"/>
                </a:lnTo>
                <a:lnTo>
                  <a:pt x="22472" y="50976"/>
                </a:lnTo>
                <a:lnTo>
                  <a:pt x="22342" y="50846"/>
                </a:lnTo>
                <a:lnTo>
                  <a:pt x="22230" y="50734"/>
                </a:lnTo>
                <a:lnTo>
                  <a:pt x="22324" y="50623"/>
                </a:lnTo>
                <a:lnTo>
                  <a:pt x="22361" y="50567"/>
                </a:lnTo>
                <a:lnTo>
                  <a:pt x="22379" y="50511"/>
                </a:lnTo>
                <a:lnTo>
                  <a:pt x="22379" y="50474"/>
                </a:lnTo>
                <a:lnTo>
                  <a:pt x="22342" y="50455"/>
                </a:lnTo>
                <a:lnTo>
                  <a:pt x="22286" y="50474"/>
                </a:lnTo>
                <a:lnTo>
                  <a:pt x="22193" y="50529"/>
                </a:lnTo>
                <a:lnTo>
                  <a:pt x="22082" y="50567"/>
                </a:lnTo>
                <a:lnTo>
                  <a:pt x="22026" y="50585"/>
                </a:lnTo>
                <a:lnTo>
                  <a:pt x="21951" y="50548"/>
                </a:lnTo>
                <a:lnTo>
                  <a:pt x="21858" y="50492"/>
                </a:lnTo>
                <a:lnTo>
                  <a:pt x="21691" y="50418"/>
                </a:lnTo>
                <a:lnTo>
                  <a:pt x="21579" y="50380"/>
                </a:lnTo>
                <a:close/>
                <a:moveTo>
                  <a:pt x="33085" y="50362"/>
                </a:moveTo>
                <a:lnTo>
                  <a:pt x="32973" y="50399"/>
                </a:lnTo>
                <a:lnTo>
                  <a:pt x="32806" y="50474"/>
                </a:lnTo>
                <a:lnTo>
                  <a:pt x="32694" y="50529"/>
                </a:lnTo>
                <a:lnTo>
                  <a:pt x="32638" y="50548"/>
                </a:lnTo>
                <a:lnTo>
                  <a:pt x="32563" y="50529"/>
                </a:lnTo>
                <a:lnTo>
                  <a:pt x="32470" y="50474"/>
                </a:lnTo>
                <a:lnTo>
                  <a:pt x="32359" y="50436"/>
                </a:lnTo>
                <a:lnTo>
                  <a:pt x="32284" y="50418"/>
                </a:lnTo>
                <a:lnTo>
                  <a:pt x="32266" y="50418"/>
                </a:lnTo>
                <a:lnTo>
                  <a:pt x="32266" y="50455"/>
                </a:lnTo>
                <a:lnTo>
                  <a:pt x="32340" y="50585"/>
                </a:lnTo>
                <a:lnTo>
                  <a:pt x="32452" y="50697"/>
                </a:lnTo>
                <a:lnTo>
                  <a:pt x="32340" y="50790"/>
                </a:lnTo>
                <a:lnTo>
                  <a:pt x="32210" y="50920"/>
                </a:lnTo>
                <a:lnTo>
                  <a:pt x="32154" y="50995"/>
                </a:lnTo>
                <a:lnTo>
                  <a:pt x="32117" y="51069"/>
                </a:lnTo>
                <a:lnTo>
                  <a:pt x="32117" y="51144"/>
                </a:lnTo>
                <a:lnTo>
                  <a:pt x="32154" y="51200"/>
                </a:lnTo>
                <a:lnTo>
                  <a:pt x="32228" y="51237"/>
                </a:lnTo>
                <a:lnTo>
                  <a:pt x="32284" y="51237"/>
                </a:lnTo>
                <a:lnTo>
                  <a:pt x="32359" y="51218"/>
                </a:lnTo>
                <a:lnTo>
                  <a:pt x="32452" y="51162"/>
                </a:lnTo>
                <a:lnTo>
                  <a:pt x="32582" y="51051"/>
                </a:lnTo>
                <a:lnTo>
                  <a:pt x="32694" y="50958"/>
                </a:lnTo>
                <a:lnTo>
                  <a:pt x="32768" y="51051"/>
                </a:lnTo>
                <a:lnTo>
                  <a:pt x="32880" y="51181"/>
                </a:lnTo>
                <a:lnTo>
                  <a:pt x="32954" y="51237"/>
                </a:lnTo>
                <a:lnTo>
                  <a:pt x="33010" y="51274"/>
                </a:lnTo>
                <a:lnTo>
                  <a:pt x="33066" y="51274"/>
                </a:lnTo>
                <a:lnTo>
                  <a:pt x="33122" y="51237"/>
                </a:lnTo>
                <a:lnTo>
                  <a:pt x="33159" y="51181"/>
                </a:lnTo>
                <a:lnTo>
                  <a:pt x="33159" y="51125"/>
                </a:lnTo>
                <a:lnTo>
                  <a:pt x="33122" y="51069"/>
                </a:lnTo>
                <a:lnTo>
                  <a:pt x="33085" y="50995"/>
                </a:lnTo>
                <a:lnTo>
                  <a:pt x="32992" y="50883"/>
                </a:lnTo>
                <a:lnTo>
                  <a:pt x="32899" y="50790"/>
                </a:lnTo>
                <a:lnTo>
                  <a:pt x="32992" y="50716"/>
                </a:lnTo>
                <a:lnTo>
                  <a:pt x="33159" y="50567"/>
                </a:lnTo>
                <a:lnTo>
                  <a:pt x="33215" y="50492"/>
                </a:lnTo>
                <a:lnTo>
                  <a:pt x="33252" y="50436"/>
                </a:lnTo>
                <a:lnTo>
                  <a:pt x="33252" y="50399"/>
                </a:lnTo>
                <a:lnTo>
                  <a:pt x="33252" y="50380"/>
                </a:lnTo>
                <a:lnTo>
                  <a:pt x="33215" y="50362"/>
                </a:lnTo>
                <a:close/>
                <a:moveTo>
                  <a:pt x="34779" y="50362"/>
                </a:moveTo>
                <a:lnTo>
                  <a:pt x="34742" y="50399"/>
                </a:lnTo>
                <a:lnTo>
                  <a:pt x="34742" y="50455"/>
                </a:lnTo>
                <a:lnTo>
                  <a:pt x="34760" y="50511"/>
                </a:lnTo>
                <a:lnTo>
                  <a:pt x="34798" y="50567"/>
                </a:lnTo>
                <a:lnTo>
                  <a:pt x="34928" y="50678"/>
                </a:lnTo>
                <a:lnTo>
                  <a:pt x="35189" y="50846"/>
                </a:lnTo>
                <a:lnTo>
                  <a:pt x="35077" y="50939"/>
                </a:lnTo>
                <a:lnTo>
                  <a:pt x="34928" y="51069"/>
                </a:lnTo>
                <a:lnTo>
                  <a:pt x="34872" y="51144"/>
                </a:lnTo>
                <a:lnTo>
                  <a:pt x="34853" y="51218"/>
                </a:lnTo>
                <a:lnTo>
                  <a:pt x="34872" y="51237"/>
                </a:lnTo>
                <a:lnTo>
                  <a:pt x="34891" y="51256"/>
                </a:lnTo>
                <a:lnTo>
                  <a:pt x="34928" y="51274"/>
                </a:lnTo>
                <a:lnTo>
                  <a:pt x="35021" y="51274"/>
                </a:lnTo>
                <a:lnTo>
                  <a:pt x="35058" y="51256"/>
                </a:lnTo>
                <a:lnTo>
                  <a:pt x="35170" y="51200"/>
                </a:lnTo>
                <a:lnTo>
                  <a:pt x="35244" y="51125"/>
                </a:lnTo>
                <a:lnTo>
                  <a:pt x="35338" y="51088"/>
                </a:lnTo>
                <a:lnTo>
                  <a:pt x="35412" y="51051"/>
                </a:lnTo>
                <a:lnTo>
                  <a:pt x="35487" y="51069"/>
                </a:lnTo>
                <a:lnTo>
                  <a:pt x="35524" y="51088"/>
                </a:lnTo>
                <a:lnTo>
                  <a:pt x="35580" y="51125"/>
                </a:lnTo>
                <a:lnTo>
                  <a:pt x="35617" y="51144"/>
                </a:lnTo>
                <a:lnTo>
                  <a:pt x="35654" y="51144"/>
                </a:lnTo>
                <a:lnTo>
                  <a:pt x="35691" y="51125"/>
                </a:lnTo>
                <a:lnTo>
                  <a:pt x="35710" y="51107"/>
                </a:lnTo>
                <a:lnTo>
                  <a:pt x="35710" y="51088"/>
                </a:lnTo>
                <a:lnTo>
                  <a:pt x="35691" y="51051"/>
                </a:lnTo>
                <a:lnTo>
                  <a:pt x="35654" y="50995"/>
                </a:lnTo>
                <a:lnTo>
                  <a:pt x="35617" y="50939"/>
                </a:lnTo>
                <a:lnTo>
                  <a:pt x="35635" y="50883"/>
                </a:lnTo>
                <a:lnTo>
                  <a:pt x="35654" y="50846"/>
                </a:lnTo>
                <a:lnTo>
                  <a:pt x="35747" y="50790"/>
                </a:lnTo>
                <a:lnTo>
                  <a:pt x="35822" y="50734"/>
                </a:lnTo>
                <a:lnTo>
                  <a:pt x="35952" y="50623"/>
                </a:lnTo>
                <a:lnTo>
                  <a:pt x="35989" y="50548"/>
                </a:lnTo>
                <a:lnTo>
                  <a:pt x="36026" y="50492"/>
                </a:lnTo>
                <a:lnTo>
                  <a:pt x="36026" y="50436"/>
                </a:lnTo>
                <a:lnTo>
                  <a:pt x="35971" y="50399"/>
                </a:lnTo>
                <a:lnTo>
                  <a:pt x="35915" y="50380"/>
                </a:lnTo>
                <a:lnTo>
                  <a:pt x="35840" y="50380"/>
                </a:lnTo>
                <a:lnTo>
                  <a:pt x="35784" y="50399"/>
                </a:lnTo>
                <a:lnTo>
                  <a:pt x="35729" y="50436"/>
                </a:lnTo>
                <a:lnTo>
                  <a:pt x="35635" y="50511"/>
                </a:lnTo>
                <a:lnTo>
                  <a:pt x="35524" y="50585"/>
                </a:lnTo>
                <a:lnTo>
                  <a:pt x="35449" y="50641"/>
                </a:lnTo>
                <a:lnTo>
                  <a:pt x="35431" y="50660"/>
                </a:lnTo>
                <a:lnTo>
                  <a:pt x="35319" y="50604"/>
                </a:lnTo>
                <a:lnTo>
                  <a:pt x="35263" y="50567"/>
                </a:lnTo>
                <a:lnTo>
                  <a:pt x="35207" y="50511"/>
                </a:lnTo>
                <a:lnTo>
                  <a:pt x="35133" y="50474"/>
                </a:lnTo>
                <a:lnTo>
                  <a:pt x="35077" y="50418"/>
                </a:lnTo>
                <a:lnTo>
                  <a:pt x="34984" y="50380"/>
                </a:lnTo>
                <a:lnTo>
                  <a:pt x="34872" y="50362"/>
                </a:lnTo>
                <a:close/>
                <a:moveTo>
                  <a:pt x="38614" y="50362"/>
                </a:moveTo>
                <a:lnTo>
                  <a:pt x="38503" y="50399"/>
                </a:lnTo>
                <a:lnTo>
                  <a:pt x="38410" y="50436"/>
                </a:lnTo>
                <a:lnTo>
                  <a:pt x="38205" y="50529"/>
                </a:lnTo>
                <a:lnTo>
                  <a:pt x="38093" y="50567"/>
                </a:lnTo>
                <a:lnTo>
                  <a:pt x="38019" y="50511"/>
                </a:lnTo>
                <a:lnTo>
                  <a:pt x="37963" y="50474"/>
                </a:lnTo>
                <a:lnTo>
                  <a:pt x="37907" y="50436"/>
                </a:lnTo>
                <a:lnTo>
                  <a:pt x="37851" y="50399"/>
                </a:lnTo>
                <a:lnTo>
                  <a:pt x="37795" y="50380"/>
                </a:lnTo>
                <a:lnTo>
                  <a:pt x="37739" y="50380"/>
                </a:lnTo>
                <a:lnTo>
                  <a:pt x="37683" y="50399"/>
                </a:lnTo>
                <a:lnTo>
                  <a:pt x="37628" y="50436"/>
                </a:lnTo>
                <a:lnTo>
                  <a:pt x="37590" y="50492"/>
                </a:lnTo>
                <a:lnTo>
                  <a:pt x="37590" y="50529"/>
                </a:lnTo>
                <a:lnTo>
                  <a:pt x="37609" y="50585"/>
                </a:lnTo>
                <a:lnTo>
                  <a:pt x="37646" y="50641"/>
                </a:lnTo>
                <a:lnTo>
                  <a:pt x="37702" y="50697"/>
                </a:lnTo>
                <a:lnTo>
                  <a:pt x="37777" y="50753"/>
                </a:lnTo>
                <a:lnTo>
                  <a:pt x="37646" y="50827"/>
                </a:lnTo>
                <a:lnTo>
                  <a:pt x="37516" y="50920"/>
                </a:lnTo>
                <a:lnTo>
                  <a:pt x="37441" y="50958"/>
                </a:lnTo>
                <a:lnTo>
                  <a:pt x="37386" y="51032"/>
                </a:lnTo>
                <a:lnTo>
                  <a:pt x="37348" y="51088"/>
                </a:lnTo>
                <a:lnTo>
                  <a:pt x="37348" y="51162"/>
                </a:lnTo>
                <a:lnTo>
                  <a:pt x="37367" y="51218"/>
                </a:lnTo>
                <a:lnTo>
                  <a:pt x="37404" y="51256"/>
                </a:lnTo>
                <a:lnTo>
                  <a:pt x="37460" y="51274"/>
                </a:lnTo>
                <a:lnTo>
                  <a:pt x="37534" y="51274"/>
                </a:lnTo>
                <a:lnTo>
                  <a:pt x="37683" y="51237"/>
                </a:lnTo>
                <a:lnTo>
                  <a:pt x="37795" y="51181"/>
                </a:lnTo>
                <a:lnTo>
                  <a:pt x="37944" y="51069"/>
                </a:lnTo>
                <a:lnTo>
                  <a:pt x="38019" y="51013"/>
                </a:lnTo>
                <a:lnTo>
                  <a:pt x="38093" y="50995"/>
                </a:lnTo>
                <a:lnTo>
                  <a:pt x="38168" y="51013"/>
                </a:lnTo>
                <a:lnTo>
                  <a:pt x="38242" y="51069"/>
                </a:lnTo>
                <a:lnTo>
                  <a:pt x="38316" y="51125"/>
                </a:lnTo>
                <a:lnTo>
                  <a:pt x="38372" y="51162"/>
                </a:lnTo>
                <a:lnTo>
                  <a:pt x="38521" y="51162"/>
                </a:lnTo>
                <a:lnTo>
                  <a:pt x="38540" y="51125"/>
                </a:lnTo>
                <a:lnTo>
                  <a:pt x="38521" y="51069"/>
                </a:lnTo>
                <a:lnTo>
                  <a:pt x="38447" y="50958"/>
                </a:lnTo>
                <a:lnTo>
                  <a:pt x="38354" y="50827"/>
                </a:lnTo>
                <a:lnTo>
                  <a:pt x="38540" y="50716"/>
                </a:lnTo>
                <a:lnTo>
                  <a:pt x="38614" y="50641"/>
                </a:lnTo>
                <a:lnTo>
                  <a:pt x="38689" y="50567"/>
                </a:lnTo>
                <a:lnTo>
                  <a:pt x="38707" y="50511"/>
                </a:lnTo>
                <a:lnTo>
                  <a:pt x="38726" y="50436"/>
                </a:lnTo>
                <a:lnTo>
                  <a:pt x="38726" y="50399"/>
                </a:lnTo>
                <a:lnTo>
                  <a:pt x="38707" y="50380"/>
                </a:lnTo>
                <a:lnTo>
                  <a:pt x="38670" y="50362"/>
                </a:lnTo>
                <a:close/>
                <a:moveTo>
                  <a:pt x="43027" y="50362"/>
                </a:moveTo>
                <a:lnTo>
                  <a:pt x="42952" y="50380"/>
                </a:lnTo>
                <a:lnTo>
                  <a:pt x="42915" y="50436"/>
                </a:lnTo>
                <a:lnTo>
                  <a:pt x="42896" y="50511"/>
                </a:lnTo>
                <a:lnTo>
                  <a:pt x="42915" y="50567"/>
                </a:lnTo>
                <a:lnTo>
                  <a:pt x="42934" y="50604"/>
                </a:lnTo>
                <a:lnTo>
                  <a:pt x="42990" y="50660"/>
                </a:lnTo>
                <a:lnTo>
                  <a:pt x="43120" y="50771"/>
                </a:lnTo>
                <a:lnTo>
                  <a:pt x="43027" y="50865"/>
                </a:lnTo>
                <a:lnTo>
                  <a:pt x="42990" y="50920"/>
                </a:lnTo>
                <a:lnTo>
                  <a:pt x="42952" y="50995"/>
                </a:lnTo>
                <a:lnTo>
                  <a:pt x="42934" y="51051"/>
                </a:lnTo>
                <a:lnTo>
                  <a:pt x="42952" y="51088"/>
                </a:lnTo>
                <a:lnTo>
                  <a:pt x="43008" y="51125"/>
                </a:lnTo>
                <a:lnTo>
                  <a:pt x="43101" y="51125"/>
                </a:lnTo>
                <a:lnTo>
                  <a:pt x="43194" y="51107"/>
                </a:lnTo>
                <a:lnTo>
                  <a:pt x="43269" y="51051"/>
                </a:lnTo>
                <a:lnTo>
                  <a:pt x="43325" y="51013"/>
                </a:lnTo>
                <a:lnTo>
                  <a:pt x="43362" y="50995"/>
                </a:lnTo>
                <a:lnTo>
                  <a:pt x="43399" y="51013"/>
                </a:lnTo>
                <a:lnTo>
                  <a:pt x="43436" y="51069"/>
                </a:lnTo>
                <a:lnTo>
                  <a:pt x="43492" y="51107"/>
                </a:lnTo>
                <a:lnTo>
                  <a:pt x="43548" y="51181"/>
                </a:lnTo>
                <a:lnTo>
                  <a:pt x="43604" y="51256"/>
                </a:lnTo>
                <a:lnTo>
                  <a:pt x="43641" y="51274"/>
                </a:lnTo>
                <a:lnTo>
                  <a:pt x="43678" y="51274"/>
                </a:lnTo>
                <a:lnTo>
                  <a:pt x="43716" y="51256"/>
                </a:lnTo>
                <a:lnTo>
                  <a:pt x="43734" y="51200"/>
                </a:lnTo>
                <a:lnTo>
                  <a:pt x="43716" y="51144"/>
                </a:lnTo>
                <a:lnTo>
                  <a:pt x="43697" y="51069"/>
                </a:lnTo>
                <a:lnTo>
                  <a:pt x="43623" y="50902"/>
                </a:lnTo>
                <a:lnTo>
                  <a:pt x="43604" y="50846"/>
                </a:lnTo>
                <a:lnTo>
                  <a:pt x="43604" y="50809"/>
                </a:lnTo>
                <a:lnTo>
                  <a:pt x="43678" y="50734"/>
                </a:lnTo>
                <a:lnTo>
                  <a:pt x="43809" y="50585"/>
                </a:lnTo>
                <a:lnTo>
                  <a:pt x="43865" y="50511"/>
                </a:lnTo>
                <a:lnTo>
                  <a:pt x="43902" y="50436"/>
                </a:lnTo>
                <a:lnTo>
                  <a:pt x="43902" y="50418"/>
                </a:lnTo>
                <a:lnTo>
                  <a:pt x="43883" y="50399"/>
                </a:lnTo>
                <a:lnTo>
                  <a:pt x="43846" y="50399"/>
                </a:lnTo>
                <a:lnTo>
                  <a:pt x="43809" y="50418"/>
                </a:lnTo>
                <a:lnTo>
                  <a:pt x="43716" y="50455"/>
                </a:lnTo>
                <a:lnTo>
                  <a:pt x="43585" y="50529"/>
                </a:lnTo>
                <a:lnTo>
                  <a:pt x="43474" y="50585"/>
                </a:lnTo>
                <a:lnTo>
                  <a:pt x="43436" y="50604"/>
                </a:lnTo>
                <a:lnTo>
                  <a:pt x="43399" y="50604"/>
                </a:lnTo>
                <a:lnTo>
                  <a:pt x="43362" y="50585"/>
                </a:lnTo>
                <a:lnTo>
                  <a:pt x="43325" y="50567"/>
                </a:lnTo>
                <a:lnTo>
                  <a:pt x="43250" y="50492"/>
                </a:lnTo>
                <a:lnTo>
                  <a:pt x="43176" y="50418"/>
                </a:lnTo>
                <a:lnTo>
                  <a:pt x="43139" y="50380"/>
                </a:lnTo>
                <a:lnTo>
                  <a:pt x="43101" y="50362"/>
                </a:lnTo>
                <a:close/>
                <a:moveTo>
                  <a:pt x="50958" y="50380"/>
                </a:moveTo>
                <a:lnTo>
                  <a:pt x="50902" y="50399"/>
                </a:lnTo>
                <a:lnTo>
                  <a:pt x="50865" y="50455"/>
                </a:lnTo>
                <a:lnTo>
                  <a:pt x="50846" y="50529"/>
                </a:lnTo>
                <a:lnTo>
                  <a:pt x="50846" y="50585"/>
                </a:lnTo>
                <a:lnTo>
                  <a:pt x="50902" y="50641"/>
                </a:lnTo>
                <a:lnTo>
                  <a:pt x="50958" y="50697"/>
                </a:lnTo>
                <a:lnTo>
                  <a:pt x="51107" y="50771"/>
                </a:lnTo>
                <a:lnTo>
                  <a:pt x="51219" y="50846"/>
                </a:lnTo>
                <a:lnTo>
                  <a:pt x="51144" y="50939"/>
                </a:lnTo>
                <a:lnTo>
                  <a:pt x="51070" y="51051"/>
                </a:lnTo>
                <a:lnTo>
                  <a:pt x="51051" y="51107"/>
                </a:lnTo>
                <a:lnTo>
                  <a:pt x="51033" y="51162"/>
                </a:lnTo>
                <a:lnTo>
                  <a:pt x="51070" y="51218"/>
                </a:lnTo>
                <a:lnTo>
                  <a:pt x="51126" y="51256"/>
                </a:lnTo>
                <a:lnTo>
                  <a:pt x="51182" y="51274"/>
                </a:lnTo>
                <a:lnTo>
                  <a:pt x="51237" y="51256"/>
                </a:lnTo>
                <a:lnTo>
                  <a:pt x="51293" y="51218"/>
                </a:lnTo>
                <a:lnTo>
                  <a:pt x="51349" y="51162"/>
                </a:lnTo>
                <a:lnTo>
                  <a:pt x="51442" y="51069"/>
                </a:lnTo>
                <a:lnTo>
                  <a:pt x="51479" y="51032"/>
                </a:lnTo>
                <a:lnTo>
                  <a:pt x="51535" y="51013"/>
                </a:lnTo>
                <a:lnTo>
                  <a:pt x="51573" y="51032"/>
                </a:lnTo>
                <a:lnTo>
                  <a:pt x="51647" y="51069"/>
                </a:lnTo>
                <a:lnTo>
                  <a:pt x="51777" y="51181"/>
                </a:lnTo>
                <a:lnTo>
                  <a:pt x="51833" y="51218"/>
                </a:lnTo>
                <a:lnTo>
                  <a:pt x="51908" y="51237"/>
                </a:lnTo>
                <a:lnTo>
                  <a:pt x="51963" y="51218"/>
                </a:lnTo>
                <a:lnTo>
                  <a:pt x="52001" y="51181"/>
                </a:lnTo>
                <a:lnTo>
                  <a:pt x="52019" y="51125"/>
                </a:lnTo>
                <a:lnTo>
                  <a:pt x="52001" y="51051"/>
                </a:lnTo>
                <a:lnTo>
                  <a:pt x="51963" y="50995"/>
                </a:lnTo>
                <a:lnTo>
                  <a:pt x="51908" y="50920"/>
                </a:lnTo>
                <a:lnTo>
                  <a:pt x="51777" y="50809"/>
                </a:lnTo>
                <a:lnTo>
                  <a:pt x="51684" y="50716"/>
                </a:lnTo>
                <a:lnTo>
                  <a:pt x="51740" y="50623"/>
                </a:lnTo>
                <a:lnTo>
                  <a:pt x="51796" y="50511"/>
                </a:lnTo>
                <a:lnTo>
                  <a:pt x="51815" y="50455"/>
                </a:lnTo>
                <a:lnTo>
                  <a:pt x="51815" y="50418"/>
                </a:lnTo>
                <a:lnTo>
                  <a:pt x="51777" y="50399"/>
                </a:lnTo>
                <a:lnTo>
                  <a:pt x="51703" y="50380"/>
                </a:lnTo>
                <a:lnTo>
                  <a:pt x="51666" y="50399"/>
                </a:lnTo>
                <a:lnTo>
                  <a:pt x="51610" y="50455"/>
                </a:lnTo>
                <a:lnTo>
                  <a:pt x="51554" y="50511"/>
                </a:lnTo>
                <a:lnTo>
                  <a:pt x="51517" y="50529"/>
                </a:lnTo>
                <a:lnTo>
                  <a:pt x="51442" y="50548"/>
                </a:lnTo>
                <a:lnTo>
                  <a:pt x="51386" y="50529"/>
                </a:lnTo>
                <a:lnTo>
                  <a:pt x="51275" y="50455"/>
                </a:lnTo>
                <a:lnTo>
                  <a:pt x="51163" y="50418"/>
                </a:lnTo>
                <a:lnTo>
                  <a:pt x="51051" y="50380"/>
                </a:lnTo>
                <a:close/>
                <a:moveTo>
                  <a:pt x="72574" y="50380"/>
                </a:moveTo>
                <a:lnTo>
                  <a:pt x="72499" y="50418"/>
                </a:lnTo>
                <a:lnTo>
                  <a:pt x="72462" y="50474"/>
                </a:lnTo>
                <a:lnTo>
                  <a:pt x="72443" y="50529"/>
                </a:lnTo>
                <a:lnTo>
                  <a:pt x="72443" y="50585"/>
                </a:lnTo>
                <a:lnTo>
                  <a:pt x="72481" y="50641"/>
                </a:lnTo>
                <a:lnTo>
                  <a:pt x="72592" y="50734"/>
                </a:lnTo>
                <a:lnTo>
                  <a:pt x="72704" y="50809"/>
                </a:lnTo>
                <a:lnTo>
                  <a:pt x="72462" y="50939"/>
                </a:lnTo>
                <a:lnTo>
                  <a:pt x="72350" y="51032"/>
                </a:lnTo>
                <a:lnTo>
                  <a:pt x="72313" y="51069"/>
                </a:lnTo>
                <a:lnTo>
                  <a:pt x="72294" y="51125"/>
                </a:lnTo>
                <a:lnTo>
                  <a:pt x="72294" y="51200"/>
                </a:lnTo>
                <a:lnTo>
                  <a:pt x="72332" y="51256"/>
                </a:lnTo>
                <a:lnTo>
                  <a:pt x="72388" y="51274"/>
                </a:lnTo>
                <a:lnTo>
                  <a:pt x="72462" y="51274"/>
                </a:lnTo>
                <a:lnTo>
                  <a:pt x="72611" y="51256"/>
                </a:lnTo>
                <a:lnTo>
                  <a:pt x="72723" y="51200"/>
                </a:lnTo>
                <a:lnTo>
                  <a:pt x="72778" y="51144"/>
                </a:lnTo>
                <a:lnTo>
                  <a:pt x="72872" y="51088"/>
                </a:lnTo>
                <a:lnTo>
                  <a:pt x="72946" y="51032"/>
                </a:lnTo>
                <a:lnTo>
                  <a:pt x="73002" y="50995"/>
                </a:lnTo>
                <a:lnTo>
                  <a:pt x="73039" y="50995"/>
                </a:lnTo>
                <a:lnTo>
                  <a:pt x="73076" y="51013"/>
                </a:lnTo>
                <a:lnTo>
                  <a:pt x="73151" y="51051"/>
                </a:lnTo>
                <a:lnTo>
                  <a:pt x="73225" y="51107"/>
                </a:lnTo>
                <a:lnTo>
                  <a:pt x="73263" y="51125"/>
                </a:lnTo>
                <a:lnTo>
                  <a:pt x="73300" y="51107"/>
                </a:lnTo>
                <a:lnTo>
                  <a:pt x="73374" y="51088"/>
                </a:lnTo>
                <a:lnTo>
                  <a:pt x="73393" y="51051"/>
                </a:lnTo>
                <a:lnTo>
                  <a:pt x="73412" y="51013"/>
                </a:lnTo>
                <a:lnTo>
                  <a:pt x="73393" y="50958"/>
                </a:lnTo>
                <a:lnTo>
                  <a:pt x="73318" y="50846"/>
                </a:lnTo>
                <a:lnTo>
                  <a:pt x="73225" y="50753"/>
                </a:lnTo>
                <a:lnTo>
                  <a:pt x="73281" y="50697"/>
                </a:lnTo>
                <a:lnTo>
                  <a:pt x="73337" y="50585"/>
                </a:lnTo>
                <a:lnTo>
                  <a:pt x="73374" y="50492"/>
                </a:lnTo>
                <a:lnTo>
                  <a:pt x="73374" y="50436"/>
                </a:lnTo>
                <a:lnTo>
                  <a:pt x="73356" y="50399"/>
                </a:lnTo>
                <a:lnTo>
                  <a:pt x="73318" y="50380"/>
                </a:lnTo>
                <a:lnTo>
                  <a:pt x="73281" y="50380"/>
                </a:lnTo>
                <a:lnTo>
                  <a:pt x="73188" y="50436"/>
                </a:lnTo>
                <a:lnTo>
                  <a:pt x="73114" y="50511"/>
                </a:lnTo>
                <a:lnTo>
                  <a:pt x="73039" y="50548"/>
                </a:lnTo>
                <a:lnTo>
                  <a:pt x="72983" y="50548"/>
                </a:lnTo>
                <a:lnTo>
                  <a:pt x="72909" y="50529"/>
                </a:lnTo>
                <a:lnTo>
                  <a:pt x="72778" y="50455"/>
                </a:lnTo>
                <a:lnTo>
                  <a:pt x="72704" y="50418"/>
                </a:lnTo>
                <a:lnTo>
                  <a:pt x="72648" y="50380"/>
                </a:lnTo>
                <a:close/>
                <a:moveTo>
                  <a:pt x="80468" y="50380"/>
                </a:moveTo>
                <a:lnTo>
                  <a:pt x="80393" y="50399"/>
                </a:lnTo>
                <a:lnTo>
                  <a:pt x="80337" y="50436"/>
                </a:lnTo>
                <a:lnTo>
                  <a:pt x="80319" y="50492"/>
                </a:lnTo>
                <a:lnTo>
                  <a:pt x="80319" y="50567"/>
                </a:lnTo>
                <a:lnTo>
                  <a:pt x="80337" y="50604"/>
                </a:lnTo>
                <a:lnTo>
                  <a:pt x="80412" y="50697"/>
                </a:lnTo>
                <a:lnTo>
                  <a:pt x="80505" y="50771"/>
                </a:lnTo>
                <a:lnTo>
                  <a:pt x="80524" y="50809"/>
                </a:lnTo>
                <a:lnTo>
                  <a:pt x="80542" y="50865"/>
                </a:lnTo>
                <a:lnTo>
                  <a:pt x="80524" y="50902"/>
                </a:lnTo>
                <a:lnTo>
                  <a:pt x="80505" y="50920"/>
                </a:lnTo>
                <a:lnTo>
                  <a:pt x="80449" y="50995"/>
                </a:lnTo>
                <a:lnTo>
                  <a:pt x="80393" y="51051"/>
                </a:lnTo>
                <a:lnTo>
                  <a:pt x="80393" y="51107"/>
                </a:lnTo>
                <a:lnTo>
                  <a:pt x="80393" y="51144"/>
                </a:lnTo>
                <a:lnTo>
                  <a:pt x="80431" y="51181"/>
                </a:lnTo>
                <a:lnTo>
                  <a:pt x="80468" y="51200"/>
                </a:lnTo>
                <a:lnTo>
                  <a:pt x="80505" y="51218"/>
                </a:lnTo>
                <a:lnTo>
                  <a:pt x="80542" y="51200"/>
                </a:lnTo>
                <a:lnTo>
                  <a:pt x="80635" y="51162"/>
                </a:lnTo>
                <a:lnTo>
                  <a:pt x="80710" y="51144"/>
                </a:lnTo>
                <a:lnTo>
                  <a:pt x="80784" y="51125"/>
                </a:lnTo>
                <a:lnTo>
                  <a:pt x="80803" y="51125"/>
                </a:lnTo>
                <a:lnTo>
                  <a:pt x="80821" y="51144"/>
                </a:lnTo>
                <a:lnTo>
                  <a:pt x="80896" y="51181"/>
                </a:lnTo>
                <a:lnTo>
                  <a:pt x="80933" y="51200"/>
                </a:lnTo>
                <a:lnTo>
                  <a:pt x="80970" y="51237"/>
                </a:lnTo>
                <a:lnTo>
                  <a:pt x="81026" y="51274"/>
                </a:lnTo>
                <a:lnTo>
                  <a:pt x="81082" y="51274"/>
                </a:lnTo>
                <a:lnTo>
                  <a:pt x="81138" y="51256"/>
                </a:lnTo>
                <a:lnTo>
                  <a:pt x="81157" y="51200"/>
                </a:lnTo>
                <a:lnTo>
                  <a:pt x="81175" y="51162"/>
                </a:lnTo>
                <a:lnTo>
                  <a:pt x="81157" y="51107"/>
                </a:lnTo>
                <a:lnTo>
                  <a:pt x="81101" y="50995"/>
                </a:lnTo>
                <a:lnTo>
                  <a:pt x="81045" y="50902"/>
                </a:lnTo>
                <a:lnTo>
                  <a:pt x="81250" y="50790"/>
                </a:lnTo>
                <a:lnTo>
                  <a:pt x="81361" y="50716"/>
                </a:lnTo>
                <a:lnTo>
                  <a:pt x="81399" y="50678"/>
                </a:lnTo>
                <a:lnTo>
                  <a:pt x="81436" y="50641"/>
                </a:lnTo>
                <a:lnTo>
                  <a:pt x="81455" y="50585"/>
                </a:lnTo>
                <a:lnTo>
                  <a:pt x="81436" y="50529"/>
                </a:lnTo>
                <a:lnTo>
                  <a:pt x="81399" y="50492"/>
                </a:lnTo>
                <a:lnTo>
                  <a:pt x="81380" y="50474"/>
                </a:lnTo>
                <a:lnTo>
                  <a:pt x="81324" y="50492"/>
                </a:lnTo>
                <a:lnTo>
                  <a:pt x="81231" y="50511"/>
                </a:lnTo>
                <a:lnTo>
                  <a:pt x="81082" y="50585"/>
                </a:lnTo>
                <a:lnTo>
                  <a:pt x="80952" y="50641"/>
                </a:lnTo>
                <a:lnTo>
                  <a:pt x="80896" y="50660"/>
                </a:lnTo>
                <a:lnTo>
                  <a:pt x="80859" y="50660"/>
                </a:lnTo>
                <a:lnTo>
                  <a:pt x="80821" y="50641"/>
                </a:lnTo>
                <a:lnTo>
                  <a:pt x="80784" y="50604"/>
                </a:lnTo>
                <a:lnTo>
                  <a:pt x="80710" y="50511"/>
                </a:lnTo>
                <a:lnTo>
                  <a:pt x="80617" y="50436"/>
                </a:lnTo>
                <a:lnTo>
                  <a:pt x="80579" y="50399"/>
                </a:lnTo>
                <a:lnTo>
                  <a:pt x="80524" y="50380"/>
                </a:lnTo>
                <a:close/>
                <a:moveTo>
                  <a:pt x="89311" y="50362"/>
                </a:moveTo>
                <a:lnTo>
                  <a:pt x="89144" y="50474"/>
                </a:lnTo>
                <a:lnTo>
                  <a:pt x="88958" y="50567"/>
                </a:lnTo>
                <a:lnTo>
                  <a:pt x="88864" y="50604"/>
                </a:lnTo>
                <a:lnTo>
                  <a:pt x="88790" y="50567"/>
                </a:lnTo>
                <a:lnTo>
                  <a:pt x="88753" y="50529"/>
                </a:lnTo>
                <a:lnTo>
                  <a:pt x="88697" y="50492"/>
                </a:lnTo>
                <a:lnTo>
                  <a:pt x="88660" y="50455"/>
                </a:lnTo>
                <a:lnTo>
                  <a:pt x="88604" y="50436"/>
                </a:lnTo>
                <a:lnTo>
                  <a:pt x="88492" y="50399"/>
                </a:lnTo>
                <a:lnTo>
                  <a:pt x="88455" y="50399"/>
                </a:lnTo>
                <a:lnTo>
                  <a:pt x="88418" y="50418"/>
                </a:lnTo>
                <a:lnTo>
                  <a:pt x="88399" y="50436"/>
                </a:lnTo>
                <a:lnTo>
                  <a:pt x="88399" y="50455"/>
                </a:lnTo>
                <a:lnTo>
                  <a:pt x="88399" y="50529"/>
                </a:lnTo>
                <a:lnTo>
                  <a:pt x="88418" y="50604"/>
                </a:lnTo>
                <a:lnTo>
                  <a:pt x="88474" y="50678"/>
                </a:lnTo>
                <a:lnTo>
                  <a:pt x="88529" y="50753"/>
                </a:lnTo>
                <a:lnTo>
                  <a:pt x="88585" y="50827"/>
                </a:lnTo>
                <a:lnTo>
                  <a:pt x="88492" y="50902"/>
                </a:lnTo>
                <a:lnTo>
                  <a:pt x="88380" y="51013"/>
                </a:lnTo>
                <a:lnTo>
                  <a:pt x="88343" y="51069"/>
                </a:lnTo>
                <a:lnTo>
                  <a:pt x="88343" y="51125"/>
                </a:lnTo>
                <a:lnTo>
                  <a:pt x="88362" y="51200"/>
                </a:lnTo>
                <a:lnTo>
                  <a:pt x="88436" y="51256"/>
                </a:lnTo>
                <a:lnTo>
                  <a:pt x="88492" y="51274"/>
                </a:lnTo>
                <a:lnTo>
                  <a:pt x="88548" y="51274"/>
                </a:lnTo>
                <a:lnTo>
                  <a:pt x="88604" y="51256"/>
                </a:lnTo>
                <a:lnTo>
                  <a:pt x="88678" y="51237"/>
                </a:lnTo>
                <a:lnTo>
                  <a:pt x="88771" y="51144"/>
                </a:lnTo>
                <a:lnTo>
                  <a:pt x="88827" y="51107"/>
                </a:lnTo>
                <a:lnTo>
                  <a:pt x="88864" y="51088"/>
                </a:lnTo>
                <a:lnTo>
                  <a:pt x="88920" y="51069"/>
                </a:lnTo>
                <a:lnTo>
                  <a:pt x="88976" y="51088"/>
                </a:lnTo>
                <a:lnTo>
                  <a:pt x="89069" y="51144"/>
                </a:lnTo>
                <a:lnTo>
                  <a:pt x="89200" y="51200"/>
                </a:lnTo>
                <a:lnTo>
                  <a:pt x="89293" y="51200"/>
                </a:lnTo>
                <a:lnTo>
                  <a:pt x="89311" y="51162"/>
                </a:lnTo>
                <a:lnTo>
                  <a:pt x="89311" y="51125"/>
                </a:lnTo>
                <a:lnTo>
                  <a:pt x="89311" y="51088"/>
                </a:lnTo>
                <a:lnTo>
                  <a:pt x="89237" y="51013"/>
                </a:lnTo>
                <a:lnTo>
                  <a:pt x="89162" y="50939"/>
                </a:lnTo>
                <a:lnTo>
                  <a:pt x="89144" y="50902"/>
                </a:lnTo>
                <a:lnTo>
                  <a:pt x="89125" y="50883"/>
                </a:lnTo>
                <a:lnTo>
                  <a:pt x="89144" y="50846"/>
                </a:lnTo>
                <a:lnTo>
                  <a:pt x="89181" y="50790"/>
                </a:lnTo>
                <a:lnTo>
                  <a:pt x="89293" y="50716"/>
                </a:lnTo>
                <a:lnTo>
                  <a:pt x="89404" y="50623"/>
                </a:lnTo>
                <a:lnTo>
                  <a:pt x="89442" y="50567"/>
                </a:lnTo>
                <a:lnTo>
                  <a:pt x="89479" y="50529"/>
                </a:lnTo>
                <a:lnTo>
                  <a:pt x="89479" y="50455"/>
                </a:lnTo>
                <a:lnTo>
                  <a:pt x="89442" y="50399"/>
                </a:lnTo>
                <a:lnTo>
                  <a:pt x="89423" y="50362"/>
                </a:lnTo>
                <a:close/>
                <a:moveTo>
                  <a:pt x="16031" y="50362"/>
                </a:moveTo>
                <a:lnTo>
                  <a:pt x="15993" y="50380"/>
                </a:lnTo>
                <a:lnTo>
                  <a:pt x="15938" y="50399"/>
                </a:lnTo>
                <a:lnTo>
                  <a:pt x="15919" y="50436"/>
                </a:lnTo>
                <a:lnTo>
                  <a:pt x="15919" y="50492"/>
                </a:lnTo>
                <a:lnTo>
                  <a:pt x="15938" y="50567"/>
                </a:lnTo>
                <a:lnTo>
                  <a:pt x="15993" y="50623"/>
                </a:lnTo>
                <a:lnTo>
                  <a:pt x="16049" y="50660"/>
                </a:lnTo>
                <a:lnTo>
                  <a:pt x="16217" y="50753"/>
                </a:lnTo>
                <a:lnTo>
                  <a:pt x="16533" y="50865"/>
                </a:lnTo>
                <a:lnTo>
                  <a:pt x="16459" y="50902"/>
                </a:lnTo>
                <a:lnTo>
                  <a:pt x="16384" y="50976"/>
                </a:lnTo>
                <a:lnTo>
                  <a:pt x="16310" y="51032"/>
                </a:lnTo>
                <a:lnTo>
                  <a:pt x="16291" y="51125"/>
                </a:lnTo>
                <a:lnTo>
                  <a:pt x="16291" y="51181"/>
                </a:lnTo>
                <a:lnTo>
                  <a:pt x="16291" y="51218"/>
                </a:lnTo>
                <a:lnTo>
                  <a:pt x="16329" y="51256"/>
                </a:lnTo>
                <a:lnTo>
                  <a:pt x="16366" y="51274"/>
                </a:lnTo>
                <a:lnTo>
                  <a:pt x="16459" y="51293"/>
                </a:lnTo>
                <a:lnTo>
                  <a:pt x="16552" y="51274"/>
                </a:lnTo>
                <a:lnTo>
                  <a:pt x="16645" y="51218"/>
                </a:lnTo>
                <a:lnTo>
                  <a:pt x="16719" y="51144"/>
                </a:lnTo>
                <a:lnTo>
                  <a:pt x="16794" y="51069"/>
                </a:lnTo>
                <a:lnTo>
                  <a:pt x="16850" y="51051"/>
                </a:lnTo>
                <a:lnTo>
                  <a:pt x="16868" y="51032"/>
                </a:lnTo>
                <a:lnTo>
                  <a:pt x="16924" y="51032"/>
                </a:lnTo>
                <a:lnTo>
                  <a:pt x="16980" y="51069"/>
                </a:lnTo>
                <a:lnTo>
                  <a:pt x="17092" y="51144"/>
                </a:lnTo>
                <a:lnTo>
                  <a:pt x="17222" y="51200"/>
                </a:lnTo>
                <a:lnTo>
                  <a:pt x="17278" y="51200"/>
                </a:lnTo>
                <a:lnTo>
                  <a:pt x="17315" y="51181"/>
                </a:lnTo>
                <a:lnTo>
                  <a:pt x="17315" y="51144"/>
                </a:lnTo>
                <a:lnTo>
                  <a:pt x="17297" y="51107"/>
                </a:lnTo>
                <a:lnTo>
                  <a:pt x="17222" y="51013"/>
                </a:lnTo>
                <a:lnTo>
                  <a:pt x="17073" y="50865"/>
                </a:lnTo>
                <a:lnTo>
                  <a:pt x="17129" y="50771"/>
                </a:lnTo>
                <a:lnTo>
                  <a:pt x="17241" y="50604"/>
                </a:lnTo>
                <a:lnTo>
                  <a:pt x="17297" y="50511"/>
                </a:lnTo>
                <a:lnTo>
                  <a:pt x="17315" y="50436"/>
                </a:lnTo>
                <a:lnTo>
                  <a:pt x="17315" y="50380"/>
                </a:lnTo>
                <a:lnTo>
                  <a:pt x="17278" y="50380"/>
                </a:lnTo>
                <a:lnTo>
                  <a:pt x="17222" y="50399"/>
                </a:lnTo>
                <a:lnTo>
                  <a:pt x="17148" y="50436"/>
                </a:lnTo>
                <a:lnTo>
                  <a:pt x="17017" y="50529"/>
                </a:lnTo>
                <a:lnTo>
                  <a:pt x="16887" y="50623"/>
                </a:lnTo>
                <a:lnTo>
                  <a:pt x="16831" y="50660"/>
                </a:lnTo>
                <a:lnTo>
                  <a:pt x="16719" y="50660"/>
                </a:lnTo>
                <a:lnTo>
                  <a:pt x="16664" y="50623"/>
                </a:lnTo>
                <a:lnTo>
                  <a:pt x="16515" y="50529"/>
                </a:lnTo>
                <a:lnTo>
                  <a:pt x="16366" y="50436"/>
                </a:lnTo>
                <a:lnTo>
                  <a:pt x="16291" y="50399"/>
                </a:lnTo>
                <a:lnTo>
                  <a:pt x="16217" y="50380"/>
                </a:lnTo>
                <a:lnTo>
                  <a:pt x="16105" y="50362"/>
                </a:lnTo>
                <a:close/>
                <a:moveTo>
                  <a:pt x="25023" y="50362"/>
                </a:moveTo>
                <a:lnTo>
                  <a:pt x="24930" y="50380"/>
                </a:lnTo>
                <a:lnTo>
                  <a:pt x="24856" y="50399"/>
                </a:lnTo>
                <a:lnTo>
                  <a:pt x="24800" y="50436"/>
                </a:lnTo>
                <a:lnTo>
                  <a:pt x="24669" y="50511"/>
                </a:lnTo>
                <a:lnTo>
                  <a:pt x="24595" y="50529"/>
                </a:lnTo>
                <a:lnTo>
                  <a:pt x="24576" y="50548"/>
                </a:lnTo>
                <a:lnTo>
                  <a:pt x="24465" y="50511"/>
                </a:lnTo>
                <a:lnTo>
                  <a:pt x="24372" y="50455"/>
                </a:lnTo>
                <a:lnTo>
                  <a:pt x="24260" y="50418"/>
                </a:lnTo>
                <a:lnTo>
                  <a:pt x="24204" y="50418"/>
                </a:lnTo>
                <a:lnTo>
                  <a:pt x="24148" y="50436"/>
                </a:lnTo>
                <a:lnTo>
                  <a:pt x="24129" y="50455"/>
                </a:lnTo>
                <a:lnTo>
                  <a:pt x="24111" y="50511"/>
                </a:lnTo>
                <a:lnTo>
                  <a:pt x="24129" y="50567"/>
                </a:lnTo>
                <a:lnTo>
                  <a:pt x="24185" y="50604"/>
                </a:lnTo>
                <a:lnTo>
                  <a:pt x="24278" y="50697"/>
                </a:lnTo>
                <a:lnTo>
                  <a:pt x="24353" y="50771"/>
                </a:lnTo>
                <a:lnTo>
                  <a:pt x="24353" y="50790"/>
                </a:lnTo>
                <a:lnTo>
                  <a:pt x="24334" y="50846"/>
                </a:lnTo>
                <a:lnTo>
                  <a:pt x="24297" y="50958"/>
                </a:lnTo>
                <a:lnTo>
                  <a:pt x="24241" y="51069"/>
                </a:lnTo>
                <a:lnTo>
                  <a:pt x="24241" y="51125"/>
                </a:lnTo>
                <a:lnTo>
                  <a:pt x="24241" y="51162"/>
                </a:lnTo>
                <a:lnTo>
                  <a:pt x="24278" y="51181"/>
                </a:lnTo>
                <a:lnTo>
                  <a:pt x="24353" y="51181"/>
                </a:lnTo>
                <a:lnTo>
                  <a:pt x="24390" y="51144"/>
                </a:lnTo>
                <a:lnTo>
                  <a:pt x="24427" y="51107"/>
                </a:lnTo>
                <a:lnTo>
                  <a:pt x="24520" y="51032"/>
                </a:lnTo>
                <a:lnTo>
                  <a:pt x="24614" y="50958"/>
                </a:lnTo>
                <a:lnTo>
                  <a:pt x="24651" y="50976"/>
                </a:lnTo>
                <a:lnTo>
                  <a:pt x="24707" y="50995"/>
                </a:lnTo>
                <a:lnTo>
                  <a:pt x="24800" y="51069"/>
                </a:lnTo>
                <a:lnTo>
                  <a:pt x="24967" y="51162"/>
                </a:lnTo>
                <a:lnTo>
                  <a:pt x="25098" y="51256"/>
                </a:lnTo>
                <a:lnTo>
                  <a:pt x="25153" y="51293"/>
                </a:lnTo>
                <a:lnTo>
                  <a:pt x="25191" y="51274"/>
                </a:lnTo>
                <a:lnTo>
                  <a:pt x="25209" y="51237"/>
                </a:lnTo>
                <a:lnTo>
                  <a:pt x="25172" y="51181"/>
                </a:lnTo>
                <a:lnTo>
                  <a:pt x="25060" y="51032"/>
                </a:lnTo>
                <a:lnTo>
                  <a:pt x="24930" y="50865"/>
                </a:lnTo>
                <a:lnTo>
                  <a:pt x="24856" y="50790"/>
                </a:lnTo>
                <a:lnTo>
                  <a:pt x="25042" y="50678"/>
                </a:lnTo>
                <a:lnTo>
                  <a:pt x="25135" y="50623"/>
                </a:lnTo>
                <a:lnTo>
                  <a:pt x="25153" y="50585"/>
                </a:lnTo>
                <a:lnTo>
                  <a:pt x="25172" y="50529"/>
                </a:lnTo>
                <a:lnTo>
                  <a:pt x="25172" y="50474"/>
                </a:lnTo>
                <a:lnTo>
                  <a:pt x="25172" y="50436"/>
                </a:lnTo>
                <a:lnTo>
                  <a:pt x="25135" y="50399"/>
                </a:lnTo>
                <a:lnTo>
                  <a:pt x="25116" y="50380"/>
                </a:lnTo>
                <a:lnTo>
                  <a:pt x="25023" y="50362"/>
                </a:lnTo>
                <a:close/>
                <a:moveTo>
                  <a:pt x="54719" y="50362"/>
                </a:moveTo>
                <a:lnTo>
                  <a:pt x="54496" y="50474"/>
                </a:lnTo>
                <a:lnTo>
                  <a:pt x="54291" y="50585"/>
                </a:lnTo>
                <a:lnTo>
                  <a:pt x="54216" y="50604"/>
                </a:lnTo>
                <a:lnTo>
                  <a:pt x="54179" y="50623"/>
                </a:lnTo>
                <a:lnTo>
                  <a:pt x="54123" y="50623"/>
                </a:lnTo>
                <a:lnTo>
                  <a:pt x="54086" y="50604"/>
                </a:lnTo>
                <a:lnTo>
                  <a:pt x="54011" y="50529"/>
                </a:lnTo>
                <a:lnTo>
                  <a:pt x="53918" y="50455"/>
                </a:lnTo>
                <a:lnTo>
                  <a:pt x="53844" y="50418"/>
                </a:lnTo>
                <a:lnTo>
                  <a:pt x="53751" y="50399"/>
                </a:lnTo>
                <a:lnTo>
                  <a:pt x="53714" y="50380"/>
                </a:lnTo>
                <a:lnTo>
                  <a:pt x="53658" y="50399"/>
                </a:lnTo>
                <a:lnTo>
                  <a:pt x="53639" y="50418"/>
                </a:lnTo>
                <a:lnTo>
                  <a:pt x="53602" y="50455"/>
                </a:lnTo>
                <a:lnTo>
                  <a:pt x="53602" y="50511"/>
                </a:lnTo>
                <a:lnTo>
                  <a:pt x="53620" y="50567"/>
                </a:lnTo>
                <a:lnTo>
                  <a:pt x="53639" y="50623"/>
                </a:lnTo>
                <a:lnTo>
                  <a:pt x="53676" y="50660"/>
                </a:lnTo>
                <a:lnTo>
                  <a:pt x="53788" y="50753"/>
                </a:lnTo>
                <a:lnTo>
                  <a:pt x="53863" y="50809"/>
                </a:lnTo>
                <a:lnTo>
                  <a:pt x="53732" y="50865"/>
                </a:lnTo>
                <a:lnTo>
                  <a:pt x="53565" y="50939"/>
                </a:lnTo>
                <a:lnTo>
                  <a:pt x="53490" y="50995"/>
                </a:lnTo>
                <a:lnTo>
                  <a:pt x="53434" y="51051"/>
                </a:lnTo>
                <a:lnTo>
                  <a:pt x="53378" y="51107"/>
                </a:lnTo>
                <a:lnTo>
                  <a:pt x="53378" y="51181"/>
                </a:lnTo>
                <a:lnTo>
                  <a:pt x="53397" y="51237"/>
                </a:lnTo>
                <a:lnTo>
                  <a:pt x="53453" y="51274"/>
                </a:lnTo>
                <a:lnTo>
                  <a:pt x="53509" y="51293"/>
                </a:lnTo>
                <a:lnTo>
                  <a:pt x="53583" y="51274"/>
                </a:lnTo>
                <a:lnTo>
                  <a:pt x="53732" y="51237"/>
                </a:lnTo>
                <a:lnTo>
                  <a:pt x="53825" y="51181"/>
                </a:lnTo>
                <a:lnTo>
                  <a:pt x="53993" y="51088"/>
                </a:lnTo>
                <a:lnTo>
                  <a:pt x="54086" y="51032"/>
                </a:lnTo>
                <a:lnTo>
                  <a:pt x="54142" y="51013"/>
                </a:lnTo>
                <a:lnTo>
                  <a:pt x="54216" y="51032"/>
                </a:lnTo>
                <a:lnTo>
                  <a:pt x="54291" y="51088"/>
                </a:lnTo>
                <a:lnTo>
                  <a:pt x="54347" y="51144"/>
                </a:lnTo>
                <a:lnTo>
                  <a:pt x="54421" y="51181"/>
                </a:lnTo>
                <a:lnTo>
                  <a:pt x="54514" y="51218"/>
                </a:lnTo>
                <a:lnTo>
                  <a:pt x="54551" y="51200"/>
                </a:lnTo>
                <a:lnTo>
                  <a:pt x="54570" y="51162"/>
                </a:lnTo>
                <a:lnTo>
                  <a:pt x="54551" y="51107"/>
                </a:lnTo>
                <a:lnTo>
                  <a:pt x="54458" y="50976"/>
                </a:lnTo>
                <a:lnTo>
                  <a:pt x="54365" y="50865"/>
                </a:lnTo>
                <a:lnTo>
                  <a:pt x="54570" y="50753"/>
                </a:lnTo>
                <a:lnTo>
                  <a:pt x="54663" y="50678"/>
                </a:lnTo>
                <a:lnTo>
                  <a:pt x="54756" y="50604"/>
                </a:lnTo>
                <a:lnTo>
                  <a:pt x="54793" y="50529"/>
                </a:lnTo>
                <a:lnTo>
                  <a:pt x="54831" y="50436"/>
                </a:lnTo>
                <a:lnTo>
                  <a:pt x="54831" y="50399"/>
                </a:lnTo>
                <a:lnTo>
                  <a:pt x="54812" y="50362"/>
                </a:lnTo>
                <a:close/>
                <a:moveTo>
                  <a:pt x="10706" y="50343"/>
                </a:moveTo>
                <a:lnTo>
                  <a:pt x="10650" y="50362"/>
                </a:lnTo>
                <a:lnTo>
                  <a:pt x="10594" y="50380"/>
                </a:lnTo>
                <a:lnTo>
                  <a:pt x="10557" y="50436"/>
                </a:lnTo>
                <a:lnTo>
                  <a:pt x="10538" y="50511"/>
                </a:lnTo>
                <a:lnTo>
                  <a:pt x="10557" y="50585"/>
                </a:lnTo>
                <a:lnTo>
                  <a:pt x="10594" y="50641"/>
                </a:lnTo>
                <a:lnTo>
                  <a:pt x="10669" y="50697"/>
                </a:lnTo>
                <a:lnTo>
                  <a:pt x="10743" y="50753"/>
                </a:lnTo>
                <a:lnTo>
                  <a:pt x="10911" y="50827"/>
                </a:lnTo>
                <a:lnTo>
                  <a:pt x="11041" y="50883"/>
                </a:lnTo>
                <a:lnTo>
                  <a:pt x="10967" y="51032"/>
                </a:lnTo>
                <a:lnTo>
                  <a:pt x="10929" y="51107"/>
                </a:lnTo>
                <a:lnTo>
                  <a:pt x="10911" y="51162"/>
                </a:lnTo>
                <a:lnTo>
                  <a:pt x="10929" y="51218"/>
                </a:lnTo>
                <a:lnTo>
                  <a:pt x="10948" y="51237"/>
                </a:lnTo>
                <a:lnTo>
                  <a:pt x="11004" y="51237"/>
                </a:lnTo>
                <a:lnTo>
                  <a:pt x="11097" y="51200"/>
                </a:lnTo>
                <a:lnTo>
                  <a:pt x="11209" y="51107"/>
                </a:lnTo>
                <a:lnTo>
                  <a:pt x="11283" y="51069"/>
                </a:lnTo>
                <a:lnTo>
                  <a:pt x="11320" y="51051"/>
                </a:lnTo>
                <a:lnTo>
                  <a:pt x="11376" y="51069"/>
                </a:lnTo>
                <a:lnTo>
                  <a:pt x="11451" y="51107"/>
                </a:lnTo>
                <a:lnTo>
                  <a:pt x="11562" y="51181"/>
                </a:lnTo>
                <a:lnTo>
                  <a:pt x="11674" y="51256"/>
                </a:lnTo>
                <a:lnTo>
                  <a:pt x="11786" y="51311"/>
                </a:lnTo>
                <a:lnTo>
                  <a:pt x="11897" y="51311"/>
                </a:lnTo>
                <a:lnTo>
                  <a:pt x="11953" y="51274"/>
                </a:lnTo>
                <a:lnTo>
                  <a:pt x="11972" y="51218"/>
                </a:lnTo>
                <a:lnTo>
                  <a:pt x="11991" y="51162"/>
                </a:lnTo>
                <a:lnTo>
                  <a:pt x="11972" y="51107"/>
                </a:lnTo>
                <a:lnTo>
                  <a:pt x="11935" y="51032"/>
                </a:lnTo>
                <a:lnTo>
                  <a:pt x="11897" y="50976"/>
                </a:lnTo>
                <a:lnTo>
                  <a:pt x="11786" y="50883"/>
                </a:lnTo>
                <a:lnTo>
                  <a:pt x="11674" y="50809"/>
                </a:lnTo>
                <a:lnTo>
                  <a:pt x="11767" y="50753"/>
                </a:lnTo>
                <a:lnTo>
                  <a:pt x="11860" y="50697"/>
                </a:lnTo>
                <a:lnTo>
                  <a:pt x="11935" y="50623"/>
                </a:lnTo>
                <a:lnTo>
                  <a:pt x="11991" y="50529"/>
                </a:lnTo>
                <a:lnTo>
                  <a:pt x="11991" y="50436"/>
                </a:lnTo>
                <a:lnTo>
                  <a:pt x="11972" y="50380"/>
                </a:lnTo>
                <a:lnTo>
                  <a:pt x="11916" y="50343"/>
                </a:lnTo>
                <a:lnTo>
                  <a:pt x="11767" y="50343"/>
                </a:lnTo>
                <a:lnTo>
                  <a:pt x="11674" y="50362"/>
                </a:lnTo>
                <a:lnTo>
                  <a:pt x="11544" y="50418"/>
                </a:lnTo>
                <a:lnTo>
                  <a:pt x="11413" y="50511"/>
                </a:lnTo>
                <a:lnTo>
                  <a:pt x="11357" y="50548"/>
                </a:lnTo>
                <a:lnTo>
                  <a:pt x="11283" y="50548"/>
                </a:lnTo>
                <a:lnTo>
                  <a:pt x="11209" y="50529"/>
                </a:lnTo>
                <a:lnTo>
                  <a:pt x="11134" y="50474"/>
                </a:lnTo>
                <a:lnTo>
                  <a:pt x="11041" y="50418"/>
                </a:lnTo>
                <a:lnTo>
                  <a:pt x="10967" y="50380"/>
                </a:lnTo>
                <a:lnTo>
                  <a:pt x="10855" y="50343"/>
                </a:lnTo>
                <a:close/>
                <a:moveTo>
                  <a:pt x="29529" y="50362"/>
                </a:moveTo>
                <a:lnTo>
                  <a:pt x="29473" y="50380"/>
                </a:lnTo>
                <a:lnTo>
                  <a:pt x="29436" y="50418"/>
                </a:lnTo>
                <a:lnTo>
                  <a:pt x="29417" y="50492"/>
                </a:lnTo>
                <a:lnTo>
                  <a:pt x="29417" y="50548"/>
                </a:lnTo>
                <a:lnTo>
                  <a:pt x="29473" y="50604"/>
                </a:lnTo>
                <a:lnTo>
                  <a:pt x="29529" y="50660"/>
                </a:lnTo>
                <a:lnTo>
                  <a:pt x="29603" y="50716"/>
                </a:lnTo>
                <a:lnTo>
                  <a:pt x="29901" y="50846"/>
                </a:lnTo>
                <a:lnTo>
                  <a:pt x="29808" y="50920"/>
                </a:lnTo>
                <a:lnTo>
                  <a:pt x="29715" y="51032"/>
                </a:lnTo>
                <a:lnTo>
                  <a:pt x="29659" y="51088"/>
                </a:lnTo>
                <a:lnTo>
                  <a:pt x="29640" y="51144"/>
                </a:lnTo>
                <a:lnTo>
                  <a:pt x="29640" y="51200"/>
                </a:lnTo>
                <a:lnTo>
                  <a:pt x="29659" y="51256"/>
                </a:lnTo>
                <a:lnTo>
                  <a:pt x="29715" y="51293"/>
                </a:lnTo>
                <a:lnTo>
                  <a:pt x="29771" y="51311"/>
                </a:lnTo>
                <a:lnTo>
                  <a:pt x="29845" y="51274"/>
                </a:lnTo>
                <a:lnTo>
                  <a:pt x="29901" y="51237"/>
                </a:lnTo>
                <a:lnTo>
                  <a:pt x="30031" y="51125"/>
                </a:lnTo>
                <a:lnTo>
                  <a:pt x="30087" y="51088"/>
                </a:lnTo>
                <a:lnTo>
                  <a:pt x="30125" y="51069"/>
                </a:lnTo>
                <a:lnTo>
                  <a:pt x="30162" y="51069"/>
                </a:lnTo>
                <a:lnTo>
                  <a:pt x="30218" y="51107"/>
                </a:lnTo>
                <a:lnTo>
                  <a:pt x="30348" y="51181"/>
                </a:lnTo>
                <a:lnTo>
                  <a:pt x="30497" y="51256"/>
                </a:lnTo>
                <a:lnTo>
                  <a:pt x="30553" y="51256"/>
                </a:lnTo>
                <a:lnTo>
                  <a:pt x="30590" y="51237"/>
                </a:lnTo>
                <a:lnTo>
                  <a:pt x="30609" y="51200"/>
                </a:lnTo>
                <a:lnTo>
                  <a:pt x="30609" y="51144"/>
                </a:lnTo>
                <a:lnTo>
                  <a:pt x="30571" y="51088"/>
                </a:lnTo>
                <a:lnTo>
                  <a:pt x="30534" y="51013"/>
                </a:lnTo>
                <a:lnTo>
                  <a:pt x="30441" y="50902"/>
                </a:lnTo>
                <a:lnTo>
                  <a:pt x="30348" y="50827"/>
                </a:lnTo>
                <a:lnTo>
                  <a:pt x="30441" y="50697"/>
                </a:lnTo>
                <a:lnTo>
                  <a:pt x="30515" y="50548"/>
                </a:lnTo>
                <a:lnTo>
                  <a:pt x="30534" y="50474"/>
                </a:lnTo>
                <a:lnTo>
                  <a:pt x="30515" y="50436"/>
                </a:lnTo>
                <a:lnTo>
                  <a:pt x="30460" y="50436"/>
                </a:lnTo>
                <a:lnTo>
                  <a:pt x="30367" y="50474"/>
                </a:lnTo>
                <a:lnTo>
                  <a:pt x="30255" y="50567"/>
                </a:lnTo>
                <a:lnTo>
                  <a:pt x="30180" y="50623"/>
                </a:lnTo>
                <a:lnTo>
                  <a:pt x="30125" y="50641"/>
                </a:lnTo>
                <a:lnTo>
                  <a:pt x="30069" y="50623"/>
                </a:lnTo>
                <a:lnTo>
                  <a:pt x="29994" y="50567"/>
                </a:lnTo>
                <a:lnTo>
                  <a:pt x="29864" y="50455"/>
                </a:lnTo>
                <a:lnTo>
                  <a:pt x="29752" y="50399"/>
                </a:lnTo>
                <a:lnTo>
                  <a:pt x="29603" y="50362"/>
                </a:lnTo>
                <a:close/>
                <a:moveTo>
                  <a:pt x="61757" y="50325"/>
                </a:moveTo>
                <a:lnTo>
                  <a:pt x="61719" y="50343"/>
                </a:lnTo>
                <a:lnTo>
                  <a:pt x="61682" y="50362"/>
                </a:lnTo>
                <a:lnTo>
                  <a:pt x="61645" y="50399"/>
                </a:lnTo>
                <a:lnTo>
                  <a:pt x="61626" y="50418"/>
                </a:lnTo>
                <a:lnTo>
                  <a:pt x="61626" y="50455"/>
                </a:lnTo>
                <a:lnTo>
                  <a:pt x="61645" y="50529"/>
                </a:lnTo>
                <a:lnTo>
                  <a:pt x="61719" y="50604"/>
                </a:lnTo>
                <a:lnTo>
                  <a:pt x="61868" y="50734"/>
                </a:lnTo>
                <a:lnTo>
                  <a:pt x="61999" y="50827"/>
                </a:lnTo>
                <a:lnTo>
                  <a:pt x="61887" y="50902"/>
                </a:lnTo>
                <a:lnTo>
                  <a:pt x="61738" y="51013"/>
                </a:lnTo>
                <a:lnTo>
                  <a:pt x="61682" y="51088"/>
                </a:lnTo>
                <a:lnTo>
                  <a:pt x="61664" y="51162"/>
                </a:lnTo>
                <a:lnTo>
                  <a:pt x="61664" y="51218"/>
                </a:lnTo>
                <a:lnTo>
                  <a:pt x="61738" y="51293"/>
                </a:lnTo>
                <a:lnTo>
                  <a:pt x="61757" y="51311"/>
                </a:lnTo>
                <a:lnTo>
                  <a:pt x="61812" y="51311"/>
                </a:lnTo>
                <a:lnTo>
                  <a:pt x="61887" y="51293"/>
                </a:lnTo>
                <a:lnTo>
                  <a:pt x="61980" y="51274"/>
                </a:lnTo>
                <a:lnTo>
                  <a:pt x="62054" y="51237"/>
                </a:lnTo>
                <a:lnTo>
                  <a:pt x="62129" y="51181"/>
                </a:lnTo>
                <a:lnTo>
                  <a:pt x="62222" y="51125"/>
                </a:lnTo>
                <a:lnTo>
                  <a:pt x="62315" y="51051"/>
                </a:lnTo>
                <a:lnTo>
                  <a:pt x="62427" y="51069"/>
                </a:lnTo>
                <a:lnTo>
                  <a:pt x="62539" y="51088"/>
                </a:lnTo>
                <a:lnTo>
                  <a:pt x="62594" y="51088"/>
                </a:lnTo>
                <a:lnTo>
                  <a:pt x="62613" y="51051"/>
                </a:lnTo>
                <a:lnTo>
                  <a:pt x="62613" y="51013"/>
                </a:lnTo>
                <a:lnTo>
                  <a:pt x="62613" y="50976"/>
                </a:lnTo>
                <a:lnTo>
                  <a:pt x="62576" y="50958"/>
                </a:lnTo>
                <a:lnTo>
                  <a:pt x="62557" y="50939"/>
                </a:lnTo>
                <a:lnTo>
                  <a:pt x="62539" y="50902"/>
                </a:lnTo>
                <a:lnTo>
                  <a:pt x="62539" y="50846"/>
                </a:lnTo>
                <a:lnTo>
                  <a:pt x="62557" y="50771"/>
                </a:lnTo>
                <a:lnTo>
                  <a:pt x="62632" y="50641"/>
                </a:lnTo>
                <a:lnTo>
                  <a:pt x="62650" y="50567"/>
                </a:lnTo>
                <a:lnTo>
                  <a:pt x="62632" y="50529"/>
                </a:lnTo>
                <a:lnTo>
                  <a:pt x="62613" y="50492"/>
                </a:lnTo>
                <a:lnTo>
                  <a:pt x="62557" y="50455"/>
                </a:lnTo>
                <a:lnTo>
                  <a:pt x="62483" y="50436"/>
                </a:lnTo>
                <a:lnTo>
                  <a:pt x="62427" y="50455"/>
                </a:lnTo>
                <a:lnTo>
                  <a:pt x="62371" y="50492"/>
                </a:lnTo>
                <a:lnTo>
                  <a:pt x="62297" y="50548"/>
                </a:lnTo>
                <a:lnTo>
                  <a:pt x="62278" y="50585"/>
                </a:lnTo>
                <a:lnTo>
                  <a:pt x="62222" y="50585"/>
                </a:lnTo>
                <a:lnTo>
                  <a:pt x="62166" y="50567"/>
                </a:lnTo>
                <a:lnTo>
                  <a:pt x="62092" y="50511"/>
                </a:lnTo>
                <a:lnTo>
                  <a:pt x="62036" y="50455"/>
                </a:lnTo>
                <a:lnTo>
                  <a:pt x="61887" y="50362"/>
                </a:lnTo>
                <a:lnTo>
                  <a:pt x="61812" y="50343"/>
                </a:lnTo>
                <a:lnTo>
                  <a:pt x="61757" y="50325"/>
                </a:lnTo>
                <a:close/>
                <a:moveTo>
                  <a:pt x="64475" y="50306"/>
                </a:moveTo>
                <a:lnTo>
                  <a:pt x="64419" y="50325"/>
                </a:lnTo>
                <a:lnTo>
                  <a:pt x="64382" y="50380"/>
                </a:lnTo>
                <a:lnTo>
                  <a:pt x="64363" y="50418"/>
                </a:lnTo>
                <a:lnTo>
                  <a:pt x="64382" y="50474"/>
                </a:lnTo>
                <a:lnTo>
                  <a:pt x="64400" y="50529"/>
                </a:lnTo>
                <a:lnTo>
                  <a:pt x="64475" y="50623"/>
                </a:lnTo>
                <a:lnTo>
                  <a:pt x="64493" y="50678"/>
                </a:lnTo>
                <a:lnTo>
                  <a:pt x="64512" y="50716"/>
                </a:lnTo>
                <a:lnTo>
                  <a:pt x="64493" y="50753"/>
                </a:lnTo>
                <a:lnTo>
                  <a:pt x="64475" y="50790"/>
                </a:lnTo>
                <a:lnTo>
                  <a:pt x="64382" y="50883"/>
                </a:lnTo>
                <a:lnTo>
                  <a:pt x="64307" y="50958"/>
                </a:lnTo>
                <a:lnTo>
                  <a:pt x="64270" y="51013"/>
                </a:lnTo>
                <a:lnTo>
                  <a:pt x="64251" y="51069"/>
                </a:lnTo>
                <a:lnTo>
                  <a:pt x="64270" y="51107"/>
                </a:lnTo>
                <a:lnTo>
                  <a:pt x="64289" y="51144"/>
                </a:lnTo>
                <a:lnTo>
                  <a:pt x="64307" y="51162"/>
                </a:lnTo>
                <a:lnTo>
                  <a:pt x="64363" y="51162"/>
                </a:lnTo>
                <a:lnTo>
                  <a:pt x="64456" y="51125"/>
                </a:lnTo>
                <a:lnTo>
                  <a:pt x="64531" y="51088"/>
                </a:lnTo>
                <a:lnTo>
                  <a:pt x="64680" y="51032"/>
                </a:lnTo>
                <a:lnTo>
                  <a:pt x="64717" y="51032"/>
                </a:lnTo>
                <a:lnTo>
                  <a:pt x="64791" y="51088"/>
                </a:lnTo>
                <a:lnTo>
                  <a:pt x="64847" y="51125"/>
                </a:lnTo>
                <a:lnTo>
                  <a:pt x="64903" y="51200"/>
                </a:lnTo>
                <a:lnTo>
                  <a:pt x="64959" y="51256"/>
                </a:lnTo>
                <a:lnTo>
                  <a:pt x="65015" y="51293"/>
                </a:lnTo>
                <a:lnTo>
                  <a:pt x="65089" y="51311"/>
                </a:lnTo>
                <a:lnTo>
                  <a:pt x="65164" y="51311"/>
                </a:lnTo>
                <a:lnTo>
                  <a:pt x="65238" y="51293"/>
                </a:lnTo>
                <a:lnTo>
                  <a:pt x="65257" y="51274"/>
                </a:lnTo>
                <a:lnTo>
                  <a:pt x="65275" y="51237"/>
                </a:lnTo>
                <a:lnTo>
                  <a:pt x="65294" y="51181"/>
                </a:lnTo>
                <a:lnTo>
                  <a:pt x="65275" y="51125"/>
                </a:lnTo>
                <a:lnTo>
                  <a:pt x="65238" y="51069"/>
                </a:lnTo>
                <a:lnTo>
                  <a:pt x="65201" y="51013"/>
                </a:lnTo>
                <a:lnTo>
                  <a:pt x="65015" y="50865"/>
                </a:lnTo>
                <a:lnTo>
                  <a:pt x="65201" y="50771"/>
                </a:lnTo>
                <a:lnTo>
                  <a:pt x="65294" y="50716"/>
                </a:lnTo>
                <a:lnTo>
                  <a:pt x="65369" y="50660"/>
                </a:lnTo>
                <a:lnTo>
                  <a:pt x="65387" y="50604"/>
                </a:lnTo>
                <a:lnTo>
                  <a:pt x="65387" y="50548"/>
                </a:lnTo>
                <a:lnTo>
                  <a:pt x="65350" y="50492"/>
                </a:lnTo>
                <a:lnTo>
                  <a:pt x="65331" y="50474"/>
                </a:lnTo>
                <a:lnTo>
                  <a:pt x="65294" y="50474"/>
                </a:lnTo>
                <a:lnTo>
                  <a:pt x="65145" y="50511"/>
                </a:lnTo>
                <a:lnTo>
                  <a:pt x="64996" y="50548"/>
                </a:lnTo>
                <a:lnTo>
                  <a:pt x="64866" y="50585"/>
                </a:lnTo>
                <a:lnTo>
                  <a:pt x="64754" y="50585"/>
                </a:lnTo>
                <a:lnTo>
                  <a:pt x="64717" y="50548"/>
                </a:lnTo>
                <a:lnTo>
                  <a:pt x="64680" y="50511"/>
                </a:lnTo>
                <a:lnTo>
                  <a:pt x="64605" y="50399"/>
                </a:lnTo>
                <a:lnTo>
                  <a:pt x="64568" y="50362"/>
                </a:lnTo>
                <a:lnTo>
                  <a:pt x="64531" y="50325"/>
                </a:lnTo>
                <a:lnTo>
                  <a:pt x="64475" y="50306"/>
                </a:lnTo>
                <a:close/>
                <a:moveTo>
                  <a:pt x="40253" y="50306"/>
                </a:moveTo>
                <a:lnTo>
                  <a:pt x="40215" y="50325"/>
                </a:lnTo>
                <a:lnTo>
                  <a:pt x="40215" y="50362"/>
                </a:lnTo>
                <a:lnTo>
                  <a:pt x="40234" y="50418"/>
                </a:lnTo>
                <a:lnTo>
                  <a:pt x="40327" y="50567"/>
                </a:lnTo>
                <a:lnTo>
                  <a:pt x="40532" y="50771"/>
                </a:lnTo>
                <a:lnTo>
                  <a:pt x="40420" y="50865"/>
                </a:lnTo>
                <a:lnTo>
                  <a:pt x="40290" y="50995"/>
                </a:lnTo>
                <a:lnTo>
                  <a:pt x="40234" y="51051"/>
                </a:lnTo>
                <a:lnTo>
                  <a:pt x="40197" y="51125"/>
                </a:lnTo>
                <a:lnTo>
                  <a:pt x="40197" y="51200"/>
                </a:lnTo>
                <a:lnTo>
                  <a:pt x="40234" y="51256"/>
                </a:lnTo>
                <a:lnTo>
                  <a:pt x="40309" y="51293"/>
                </a:lnTo>
                <a:lnTo>
                  <a:pt x="40364" y="51311"/>
                </a:lnTo>
                <a:lnTo>
                  <a:pt x="40439" y="51293"/>
                </a:lnTo>
                <a:lnTo>
                  <a:pt x="40513" y="51237"/>
                </a:lnTo>
                <a:lnTo>
                  <a:pt x="40644" y="51125"/>
                </a:lnTo>
                <a:lnTo>
                  <a:pt x="40755" y="51032"/>
                </a:lnTo>
                <a:lnTo>
                  <a:pt x="40904" y="51218"/>
                </a:lnTo>
                <a:lnTo>
                  <a:pt x="40997" y="51311"/>
                </a:lnTo>
                <a:lnTo>
                  <a:pt x="41053" y="51330"/>
                </a:lnTo>
                <a:lnTo>
                  <a:pt x="41146" y="51330"/>
                </a:lnTo>
                <a:lnTo>
                  <a:pt x="41184" y="51293"/>
                </a:lnTo>
                <a:lnTo>
                  <a:pt x="41221" y="51274"/>
                </a:lnTo>
                <a:lnTo>
                  <a:pt x="41221" y="51237"/>
                </a:lnTo>
                <a:lnTo>
                  <a:pt x="41221" y="51162"/>
                </a:lnTo>
                <a:lnTo>
                  <a:pt x="41184" y="51088"/>
                </a:lnTo>
                <a:lnTo>
                  <a:pt x="41146" y="51032"/>
                </a:lnTo>
                <a:lnTo>
                  <a:pt x="41109" y="50995"/>
                </a:lnTo>
                <a:lnTo>
                  <a:pt x="41072" y="50939"/>
                </a:lnTo>
                <a:lnTo>
                  <a:pt x="41035" y="50902"/>
                </a:lnTo>
                <a:lnTo>
                  <a:pt x="41016" y="50846"/>
                </a:lnTo>
                <a:lnTo>
                  <a:pt x="40997" y="50809"/>
                </a:lnTo>
                <a:lnTo>
                  <a:pt x="41072" y="50716"/>
                </a:lnTo>
                <a:lnTo>
                  <a:pt x="41128" y="50660"/>
                </a:lnTo>
                <a:lnTo>
                  <a:pt x="41202" y="50529"/>
                </a:lnTo>
                <a:lnTo>
                  <a:pt x="41239" y="50474"/>
                </a:lnTo>
                <a:lnTo>
                  <a:pt x="41239" y="50418"/>
                </a:lnTo>
                <a:lnTo>
                  <a:pt x="41221" y="50380"/>
                </a:lnTo>
                <a:lnTo>
                  <a:pt x="41165" y="50380"/>
                </a:lnTo>
                <a:lnTo>
                  <a:pt x="41035" y="50418"/>
                </a:lnTo>
                <a:lnTo>
                  <a:pt x="40904" y="50492"/>
                </a:lnTo>
                <a:lnTo>
                  <a:pt x="40774" y="50567"/>
                </a:lnTo>
                <a:lnTo>
                  <a:pt x="40737" y="50567"/>
                </a:lnTo>
                <a:lnTo>
                  <a:pt x="40662" y="50548"/>
                </a:lnTo>
                <a:lnTo>
                  <a:pt x="40439" y="50399"/>
                </a:lnTo>
                <a:lnTo>
                  <a:pt x="40309" y="50306"/>
                </a:lnTo>
                <a:close/>
                <a:moveTo>
                  <a:pt x="45708" y="50325"/>
                </a:moveTo>
                <a:lnTo>
                  <a:pt x="45652" y="50362"/>
                </a:lnTo>
                <a:lnTo>
                  <a:pt x="45615" y="50436"/>
                </a:lnTo>
                <a:lnTo>
                  <a:pt x="45633" y="50492"/>
                </a:lnTo>
                <a:lnTo>
                  <a:pt x="45671" y="50548"/>
                </a:lnTo>
                <a:lnTo>
                  <a:pt x="45726" y="50604"/>
                </a:lnTo>
                <a:lnTo>
                  <a:pt x="45894" y="50697"/>
                </a:lnTo>
                <a:lnTo>
                  <a:pt x="46006" y="50771"/>
                </a:lnTo>
                <a:lnTo>
                  <a:pt x="45931" y="50883"/>
                </a:lnTo>
                <a:lnTo>
                  <a:pt x="45801" y="51032"/>
                </a:lnTo>
                <a:lnTo>
                  <a:pt x="45745" y="51107"/>
                </a:lnTo>
                <a:lnTo>
                  <a:pt x="45708" y="51181"/>
                </a:lnTo>
                <a:lnTo>
                  <a:pt x="45708" y="51256"/>
                </a:lnTo>
                <a:lnTo>
                  <a:pt x="45708" y="51293"/>
                </a:lnTo>
                <a:lnTo>
                  <a:pt x="45726" y="51311"/>
                </a:lnTo>
                <a:lnTo>
                  <a:pt x="45764" y="51330"/>
                </a:lnTo>
                <a:lnTo>
                  <a:pt x="45782" y="51330"/>
                </a:lnTo>
                <a:lnTo>
                  <a:pt x="45857" y="51311"/>
                </a:lnTo>
                <a:lnTo>
                  <a:pt x="45931" y="51274"/>
                </a:lnTo>
                <a:lnTo>
                  <a:pt x="46006" y="51218"/>
                </a:lnTo>
                <a:lnTo>
                  <a:pt x="46155" y="51069"/>
                </a:lnTo>
                <a:lnTo>
                  <a:pt x="46248" y="50976"/>
                </a:lnTo>
                <a:lnTo>
                  <a:pt x="46378" y="51125"/>
                </a:lnTo>
                <a:lnTo>
                  <a:pt x="46471" y="51181"/>
                </a:lnTo>
                <a:lnTo>
                  <a:pt x="46508" y="51200"/>
                </a:lnTo>
                <a:lnTo>
                  <a:pt x="46527" y="51181"/>
                </a:lnTo>
                <a:lnTo>
                  <a:pt x="46546" y="51144"/>
                </a:lnTo>
                <a:lnTo>
                  <a:pt x="46527" y="51088"/>
                </a:lnTo>
                <a:lnTo>
                  <a:pt x="46490" y="50976"/>
                </a:lnTo>
                <a:lnTo>
                  <a:pt x="46434" y="50846"/>
                </a:lnTo>
                <a:lnTo>
                  <a:pt x="46415" y="50771"/>
                </a:lnTo>
                <a:lnTo>
                  <a:pt x="46453" y="50678"/>
                </a:lnTo>
                <a:lnTo>
                  <a:pt x="46508" y="50623"/>
                </a:lnTo>
                <a:lnTo>
                  <a:pt x="46546" y="50548"/>
                </a:lnTo>
                <a:lnTo>
                  <a:pt x="46546" y="50511"/>
                </a:lnTo>
                <a:lnTo>
                  <a:pt x="46527" y="50455"/>
                </a:lnTo>
                <a:lnTo>
                  <a:pt x="46490" y="50380"/>
                </a:lnTo>
                <a:lnTo>
                  <a:pt x="46434" y="50343"/>
                </a:lnTo>
                <a:lnTo>
                  <a:pt x="46359" y="50343"/>
                </a:lnTo>
                <a:lnTo>
                  <a:pt x="46322" y="50362"/>
                </a:lnTo>
                <a:lnTo>
                  <a:pt x="46285" y="50399"/>
                </a:lnTo>
                <a:lnTo>
                  <a:pt x="46173" y="50548"/>
                </a:lnTo>
                <a:lnTo>
                  <a:pt x="46062" y="50455"/>
                </a:lnTo>
                <a:lnTo>
                  <a:pt x="45931" y="50380"/>
                </a:lnTo>
                <a:lnTo>
                  <a:pt x="45857" y="50343"/>
                </a:lnTo>
                <a:lnTo>
                  <a:pt x="45782" y="50325"/>
                </a:lnTo>
                <a:close/>
                <a:moveTo>
                  <a:pt x="149" y="50287"/>
                </a:moveTo>
                <a:lnTo>
                  <a:pt x="112" y="50306"/>
                </a:lnTo>
                <a:lnTo>
                  <a:pt x="75" y="50343"/>
                </a:lnTo>
                <a:lnTo>
                  <a:pt x="56" y="50380"/>
                </a:lnTo>
                <a:lnTo>
                  <a:pt x="56" y="50418"/>
                </a:lnTo>
                <a:lnTo>
                  <a:pt x="75" y="50492"/>
                </a:lnTo>
                <a:lnTo>
                  <a:pt x="168" y="50623"/>
                </a:lnTo>
                <a:lnTo>
                  <a:pt x="243" y="50716"/>
                </a:lnTo>
                <a:lnTo>
                  <a:pt x="280" y="50753"/>
                </a:lnTo>
                <a:lnTo>
                  <a:pt x="280" y="50790"/>
                </a:lnTo>
                <a:lnTo>
                  <a:pt x="261" y="50827"/>
                </a:lnTo>
                <a:lnTo>
                  <a:pt x="224" y="50846"/>
                </a:lnTo>
                <a:lnTo>
                  <a:pt x="149" y="50920"/>
                </a:lnTo>
                <a:lnTo>
                  <a:pt x="94" y="51032"/>
                </a:lnTo>
                <a:lnTo>
                  <a:pt x="94" y="51125"/>
                </a:lnTo>
                <a:lnTo>
                  <a:pt x="131" y="51181"/>
                </a:lnTo>
                <a:lnTo>
                  <a:pt x="205" y="51200"/>
                </a:lnTo>
                <a:lnTo>
                  <a:pt x="280" y="51200"/>
                </a:lnTo>
                <a:lnTo>
                  <a:pt x="373" y="51181"/>
                </a:lnTo>
                <a:lnTo>
                  <a:pt x="466" y="51144"/>
                </a:lnTo>
                <a:lnTo>
                  <a:pt x="540" y="51069"/>
                </a:lnTo>
                <a:lnTo>
                  <a:pt x="633" y="51181"/>
                </a:lnTo>
                <a:lnTo>
                  <a:pt x="764" y="51293"/>
                </a:lnTo>
                <a:lnTo>
                  <a:pt x="820" y="51330"/>
                </a:lnTo>
                <a:lnTo>
                  <a:pt x="894" y="51349"/>
                </a:lnTo>
                <a:lnTo>
                  <a:pt x="950" y="51349"/>
                </a:lnTo>
                <a:lnTo>
                  <a:pt x="1024" y="51311"/>
                </a:lnTo>
                <a:lnTo>
                  <a:pt x="1062" y="51237"/>
                </a:lnTo>
                <a:lnTo>
                  <a:pt x="1062" y="51181"/>
                </a:lnTo>
                <a:lnTo>
                  <a:pt x="1024" y="51107"/>
                </a:lnTo>
                <a:lnTo>
                  <a:pt x="969" y="51051"/>
                </a:lnTo>
                <a:lnTo>
                  <a:pt x="838" y="50939"/>
                </a:lnTo>
                <a:lnTo>
                  <a:pt x="727" y="50846"/>
                </a:lnTo>
                <a:lnTo>
                  <a:pt x="876" y="50678"/>
                </a:lnTo>
                <a:lnTo>
                  <a:pt x="931" y="50585"/>
                </a:lnTo>
                <a:lnTo>
                  <a:pt x="950" y="50529"/>
                </a:lnTo>
                <a:lnTo>
                  <a:pt x="950" y="50492"/>
                </a:lnTo>
                <a:lnTo>
                  <a:pt x="931" y="50455"/>
                </a:lnTo>
                <a:lnTo>
                  <a:pt x="913" y="50418"/>
                </a:lnTo>
                <a:lnTo>
                  <a:pt x="857" y="50418"/>
                </a:lnTo>
                <a:lnTo>
                  <a:pt x="820" y="50436"/>
                </a:lnTo>
                <a:lnTo>
                  <a:pt x="727" y="50474"/>
                </a:lnTo>
                <a:lnTo>
                  <a:pt x="633" y="50529"/>
                </a:lnTo>
                <a:lnTo>
                  <a:pt x="540" y="50567"/>
                </a:lnTo>
                <a:lnTo>
                  <a:pt x="503" y="50585"/>
                </a:lnTo>
                <a:lnTo>
                  <a:pt x="485" y="50567"/>
                </a:lnTo>
                <a:lnTo>
                  <a:pt x="429" y="50529"/>
                </a:lnTo>
                <a:lnTo>
                  <a:pt x="336" y="50436"/>
                </a:lnTo>
                <a:lnTo>
                  <a:pt x="280" y="50380"/>
                </a:lnTo>
                <a:lnTo>
                  <a:pt x="224" y="50306"/>
                </a:lnTo>
                <a:lnTo>
                  <a:pt x="187" y="50306"/>
                </a:lnTo>
                <a:lnTo>
                  <a:pt x="149" y="50287"/>
                </a:lnTo>
                <a:close/>
                <a:moveTo>
                  <a:pt x="67026" y="50306"/>
                </a:moveTo>
                <a:lnTo>
                  <a:pt x="66951" y="50325"/>
                </a:lnTo>
                <a:lnTo>
                  <a:pt x="66914" y="50343"/>
                </a:lnTo>
                <a:lnTo>
                  <a:pt x="66895" y="50380"/>
                </a:lnTo>
                <a:lnTo>
                  <a:pt x="66877" y="50418"/>
                </a:lnTo>
                <a:lnTo>
                  <a:pt x="66895" y="50455"/>
                </a:lnTo>
                <a:lnTo>
                  <a:pt x="66932" y="50492"/>
                </a:lnTo>
                <a:lnTo>
                  <a:pt x="67007" y="50585"/>
                </a:lnTo>
                <a:lnTo>
                  <a:pt x="67119" y="50678"/>
                </a:lnTo>
                <a:lnTo>
                  <a:pt x="67249" y="50753"/>
                </a:lnTo>
                <a:lnTo>
                  <a:pt x="67398" y="50846"/>
                </a:lnTo>
                <a:lnTo>
                  <a:pt x="67268" y="50939"/>
                </a:lnTo>
                <a:lnTo>
                  <a:pt x="67119" y="51069"/>
                </a:lnTo>
                <a:lnTo>
                  <a:pt x="67044" y="51144"/>
                </a:lnTo>
                <a:lnTo>
                  <a:pt x="67026" y="51218"/>
                </a:lnTo>
                <a:lnTo>
                  <a:pt x="67026" y="51256"/>
                </a:lnTo>
                <a:lnTo>
                  <a:pt x="67044" y="51293"/>
                </a:lnTo>
                <a:lnTo>
                  <a:pt x="67063" y="51311"/>
                </a:lnTo>
                <a:lnTo>
                  <a:pt x="67119" y="51349"/>
                </a:lnTo>
                <a:lnTo>
                  <a:pt x="67193" y="51349"/>
                </a:lnTo>
                <a:lnTo>
                  <a:pt x="67268" y="51330"/>
                </a:lnTo>
                <a:lnTo>
                  <a:pt x="67342" y="51293"/>
                </a:lnTo>
                <a:lnTo>
                  <a:pt x="67416" y="51237"/>
                </a:lnTo>
                <a:lnTo>
                  <a:pt x="67565" y="51125"/>
                </a:lnTo>
                <a:lnTo>
                  <a:pt x="67621" y="51088"/>
                </a:lnTo>
                <a:lnTo>
                  <a:pt x="67696" y="51069"/>
                </a:lnTo>
                <a:lnTo>
                  <a:pt x="67733" y="51107"/>
                </a:lnTo>
                <a:lnTo>
                  <a:pt x="67789" y="51162"/>
                </a:lnTo>
                <a:lnTo>
                  <a:pt x="67845" y="51218"/>
                </a:lnTo>
                <a:lnTo>
                  <a:pt x="67901" y="51218"/>
                </a:lnTo>
                <a:lnTo>
                  <a:pt x="67919" y="51181"/>
                </a:lnTo>
                <a:lnTo>
                  <a:pt x="67919" y="51144"/>
                </a:lnTo>
                <a:lnTo>
                  <a:pt x="67882" y="51069"/>
                </a:lnTo>
                <a:lnTo>
                  <a:pt x="67826" y="50995"/>
                </a:lnTo>
                <a:lnTo>
                  <a:pt x="67807" y="50958"/>
                </a:lnTo>
                <a:lnTo>
                  <a:pt x="67807" y="50939"/>
                </a:lnTo>
                <a:lnTo>
                  <a:pt x="67807" y="50902"/>
                </a:lnTo>
                <a:lnTo>
                  <a:pt x="67845" y="50865"/>
                </a:lnTo>
                <a:lnTo>
                  <a:pt x="67938" y="50809"/>
                </a:lnTo>
                <a:lnTo>
                  <a:pt x="68031" y="50734"/>
                </a:lnTo>
                <a:lnTo>
                  <a:pt x="68068" y="50697"/>
                </a:lnTo>
                <a:lnTo>
                  <a:pt x="68087" y="50660"/>
                </a:lnTo>
                <a:lnTo>
                  <a:pt x="68087" y="50604"/>
                </a:lnTo>
                <a:lnTo>
                  <a:pt x="68087" y="50548"/>
                </a:lnTo>
                <a:lnTo>
                  <a:pt x="68087" y="50529"/>
                </a:lnTo>
                <a:lnTo>
                  <a:pt x="68068" y="50511"/>
                </a:lnTo>
                <a:lnTo>
                  <a:pt x="68031" y="50492"/>
                </a:lnTo>
                <a:lnTo>
                  <a:pt x="67994" y="50511"/>
                </a:lnTo>
                <a:lnTo>
                  <a:pt x="67845" y="50585"/>
                </a:lnTo>
                <a:lnTo>
                  <a:pt x="67714" y="50660"/>
                </a:lnTo>
                <a:lnTo>
                  <a:pt x="67621" y="50678"/>
                </a:lnTo>
                <a:lnTo>
                  <a:pt x="67584" y="50660"/>
                </a:lnTo>
                <a:lnTo>
                  <a:pt x="67472" y="50548"/>
                </a:lnTo>
                <a:lnTo>
                  <a:pt x="67379" y="50474"/>
                </a:lnTo>
                <a:lnTo>
                  <a:pt x="67268" y="50380"/>
                </a:lnTo>
                <a:lnTo>
                  <a:pt x="67137" y="50325"/>
                </a:lnTo>
                <a:lnTo>
                  <a:pt x="67081" y="50306"/>
                </a:lnTo>
                <a:close/>
                <a:moveTo>
                  <a:pt x="77787" y="50325"/>
                </a:moveTo>
                <a:lnTo>
                  <a:pt x="77750" y="50343"/>
                </a:lnTo>
                <a:lnTo>
                  <a:pt x="77712" y="50362"/>
                </a:lnTo>
                <a:lnTo>
                  <a:pt x="77712" y="50418"/>
                </a:lnTo>
                <a:lnTo>
                  <a:pt x="77712" y="50474"/>
                </a:lnTo>
                <a:lnTo>
                  <a:pt x="77731" y="50529"/>
                </a:lnTo>
                <a:lnTo>
                  <a:pt x="77768" y="50567"/>
                </a:lnTo>
                <a:lnTo>
                  <a:pt x="77861" y="50660"/>
                </a:lnTo>
                <a:lnTo>
                  <a:pt x="78066" y="50809"/>
                </a:lnTo>
                <a:lnTo>
                  <a:pt x="77936" y="50883"/>
                </a:lnTo>
                <a:lnTo>
                  <a:pt x="77787" y="50995"/>
                </a:lnTo>
                <a:lnTo>
                  <a:pt x="77712" y="51051"/>
                </a:lnTo>
                <a:lnTo>
                  <a:pt x="77675" y="51125"/>
                </a:lnTo>
                <a:lnTo>
                  <a:pt x="77656" y="51200"/>
                </a:lnTo>
                <a:lnTo>
                  <a:pt x="77675" y="51237"/>
                </a:lnTo>
                <a:lnTo>
                  <a:pt x="77694" y="51274"/>
                </a:lnTo>
                <a:lnTo>
                  <a:pt x="77750" y="51330"/>
                </a:lnTo>
                <a:lnTo>
                  <a:pt x="77824" y="51349"/>
                </a:lnTo>
                <a:lnTo>
                  <a:pt x="77898" y="51330"/>
                </a:lnTo>
                <a:lnTo>
                  <a:pt x="77973" y="51293"/>
                </a:lnTo>
                <a:lnTo>
                  <a:pt x="78122" y="51181"/>
                </a:lnTo>
                <a:lnTo>
                  <a:pt x="78234" y="51107"/>
                </a:lnTo>
                <a:lnTo>
                  <a:pt x="78308" y="51069"/>
                </a:lnTo>
                <a:lnTo>
                  <a:pt x="78364" y="51069"/>
                </a:lnTo>
                <a:lnTo>
                  <a:pt x="78401" y="51088"/>
                </a:lnTo>
                <a:lnTo>
                  <a:pt x="78476" y="51144"/>
                </a:lnTo>
                <a:lnTo>
                  <a:pt x="78550" y="51200"/>
                </a:lnTo>
                <a:lnTo>
                  <a:pt x="78606" y="51218"/>
                </a:lnTo>
                <a:lnTo>
                  <a:pt x="78662" y="51218"/>
                </a:lnTo>
                <a:lnTo>
                  <a:pt x="78680" y="51181"/>
                </a:lnTo>
                <a:lnTo>
                  <a:pt x="78699" y="51144"/>
                </a:lnTo>
                <a:lnTo>
                  <a:pt x="78699" y="51088"/>
                </a:lnTo>
                <a:lnTo>
                  <a:pt x="78680" y="51051"/>
                </a:lnTo>
                <a:lnTo>
                  <a:pt x="78643" y="50995"/>
                </a:lnTo>
                <a:lnTo>
                  <a:pt x="78587" y="50920"/>
                </a:lnTo>
                <a:lnTo>
                  <a:pt x="78569" y="50883"/>
                </a:lnTo>
                <a:lnTo>
                  <a:pt x="78569" y="50846"/>
                </a:lnTo>
                <a:lnTo>
                  <a:pt x="78569" y="50827"/>
                </a:lnTo>
                <a:lnTo>
                  <a:pt x="78587" y="50790"/>
                </a:lnTo>
                <a:lnTo>
                  <a:pt x="78662" y="50734"/>
                </a:lnTo>
                <a:lnTo>
                  <a:pt x="78718" y="50660"/>
                </a:lnTo>
                <a:lnTo>
                  <a:pt x="78736" y="50604"/>
                </a:lnTo>
                <a:lnTo>
                  <a:pt x="78755" y="50567"/>
                </a:lnTo>
                <a:lnTo>
                  <a:pt x="78736" y="50511"/>
                </a:lnTo>
                <a:lnTo>
                  <a:pt x="78699" y="50492"/>
                </a:lnTo>
                <a:lnTo>
                  <a:pt x="78587" y="50492"/>
                </a:lnTo>
                <a:lnTo>
                  <a:pt x="78476" y="50548"/>
                </a:lnTo>
                <a:lnTo>
                  <a:pt x="78401" y="50585"/>
                </a:lnTo>
                <a:lnTo>
                  <a:pt x="78345" y="50585"/>
                </a:lnTo>
                <a:lnTo>
                  <a:pt x="78289" y="50567"/>
                </a:lnTo>
                <a:lnTo>
                  <a:pt x="78196" y="50511"/>
                </a:lnTo>
                <a:lnTo>
                  <a:pt x="78085" y="50418"/>
                </a:lnTo>
                <a:lnTo>
                  <a:pt x="77973" y="50362"/>
                </a:lnTo>
                <a:lnTo>
                  <a:pt x="77880" y="50325"/>
                </a:lnTo>
                <a:close/>
                <a:moveTo>
                  <a:pt x="5437" y="50287"/>
                </a:moveTo>
                <a:lnTo>
                  <a:pt x="5418" y="50306"/>
                </a:lnTo>
                <a:lnTo>
                  <a:pt x="5400" y="50325"/>
                </a:lnTo>
                <a:lnTo>
                  <a:pt x="5400" y="50343"/>
                </a:lnTo>
                <a:lnTo>
                  <a:pt x="5437" y="50399"/>
                </a:lnTo>
                <a:lnTo>
                  <a:pt x="5549" y="50548"/>
                </a:lnTo>
                <a:lnTo>
                  <a:pt x="5753" y="50771"/>
                </a:lnTo>
                <a:lnTo>
                  <a:pt x="5660" y="50846"/>
                </a:lnTo>
                <a:lnTo>
                  <a:pt x="5530" y="50976"/>
                </a:lnTo>
                <a:lnTo>
                  <a:pt x="5493" y="51032"/>
                </a:lnTo>
                <a:lnTo>
                  <a:pt x="5456" y="51107"/>
                </a:lnTo>
                <a:lnTo>
                  <a:pt x="5456" y="51162"/>
                </a:lnTo>
                <a:lnTo>
                  <a:pt x="5493" y="51218"/>
                </a:lnTo>
                <a:lnTo>
                  <a:pt x="5549" y="51256"/>
                </a:lnTo>
                <a:lnTo>
                  <a:pt x="5605" y="51256"/>
                </a:lnTo>
                <a:lnTo>
                  <a:pt x="5679" y="51237"/>
                </a:lnTo>
                <a:lnTo>
                  <a:pt x="5735" y="51181"/>
                </a:lnTo>
                <a:lnTo>
                  <a:pt x="5847" y="51088"/>
                </a:lnTo>
                <a:lnTo>
                  <a:pt x="5940" y="50995"/>
                </a:lnTo>
                <a:lnTo>
                  <a:pt x="6014" y="51107"/>
                </a:lnTo>
                <a:lnTo>
                  <a:pt x="6126" y="51256"/>
                </a:lnTo>
                <a:lnTo>
                  <a:pt x="6182" y="51330"/>
                </a:lnTo>
                <a:lnTo>
                  <a:pt x="6256" y="51367"/>
                </a:lnTo>
                <a:lnTo>
                  <a:pt x="6331" y="51367"/>
                </a:lnTo>
                <a:lnTo>
                  <a:pt x="6386" y="51330"/>
                </a:lnTo>
                <a:lnTo>
                  <a:pt x="6442" y="51256"/>
                </a:lnTo>
                <a:lnTo>
                  <a:pt x="6442" y="51181"/>
                </a:lnTo>
                <a:lnTo>
                  <a:pt x="6424" y="51107"/>
                </a:lnTo>
                <a:lnTo>
                  <a:pt x="6368" y="51013"/>
                </a:lnTo>
                <a:lnTo>
                  <a:pt x="6256" y="50865"/>
                </a:lnTo>
                <a:lnTo>
                  <a:pt x="6144" y="50753"/>
                </a:lnTo>
                <a:lnTo>
                  <a:pt x="6312" y="50548"/>
                </a:lnTo>
                <a:lnTo>
                  <a:pt x="6405" y="50418"/>
                </a:lnTo>
                <a:lnTo>
                  <a:pt x="6424" y="50362"/>
                </a:lnTo>
                <a:lnTo>
                  <a:pt x="6424" y="50325"/>
                </a:lnTo>
                <a:lnTo>
                  <a:pt x="6386" y="50306"/>
                </a:lnTo>
                <a:lnTo>
                  <a:pt x="6349" y="50325"/>
                </a:lnTo>
                <a:lnTo>
                  <a:pt x="6238" y="50399"/>
                </a:lnTo>
                <a:lnTo>
                  <a:pt x="6051" y="50529"/>
                </a:lnTo>
                <a:lnTo>
                  <a:pt x="5995" y="50548"/>
                </a:lnTo>
                <a:lnTo>
                  <a:pt x="5958" y="50567"/>
                </a:lnTo>
                <a:lnTo>
                  <a:pt x="5865" y="50511"/>
                </a:lnTo>
                <a:lnTo>
                  <a:pt x="5772" y="50436"/>
                </a:lnTo>
                <a:lnTo>
                  <a:pt x="5679" y="50380"/>
                </a:lnTo>
                <a:lnTo>
                  <a:pt x="5530" y="50306"/>
                </a:lnTo>
                <a:lnTo>
                  <a:pt x="5437" y="50287"/>
                </a:lnTo>
                <a:close/>
                <a:moveTo>
                  <a:pt x="8137" y="50287"/>
                </a:moveTo>
                <a:lnTo>
                  <a:pt x="8099" y="50306"/>
                </a:lnTo>
                <a:lnTo>
                  <a:pt x="8118" y="50343"/>
                </a:lnTo>
                <a:lnTo>
                  <a:pt x="8137" y="50380"/>
                </a:lnTo>
                <a:lnTo>
                  <a:pt x="8248" y="50511"/>
                </a:lnTo>
                <a:lnTo>
                  <a:pt x="8453" y="50697"/>
                </a:lnTo>
                <a:lnTo>
                  <a:pt x="8304" y="50790"/>
                </a:lnTo>
                <a:lnTo>
                  <a:pt x="8137" y="50902"/>
                </a:lnTo>
                <a:lnTo>
                  <a:pt x="8062" y="50976"/>
                </a:lnTo>
                <a:lnTo>
                  <a:pt x="8025" y="51032"/>
                </a:lnTo>
                <a:lnTo>
                  <a:pt x="8025" y="51069"/>
                </a:lnTo>
                <a:lnTo>
                  <a:pt x="8025" y="51107"/>
                </a:lnTo>
                <a:lnTo>
                  <a:pt x="8043" y="51144"/>
                </a:lnTo>
                <a:lnTo>
                  <a:pt x="8081" y="51181"/>
                </a:lnTo>
                <a:lnTo>
                  <a:pt x="8155" y="51237"/>
                </a:lnTo>
                <a:lnTo>
                  <a:pt x="8230" y="51237"/>
                </a:lnTo>
                <a:lnTo>
                  <a:pt x="8304" y="51218"/>
                </a:lnTo>
                <a:lnTo>
                  <a:pt x="8397" y="51181"/>
                </a:lnTo>
                <a:lnTo>
                  <a:pt x="8546" y="51069"/>
                </a:lnTo>
                <a:lnTo>
                  <a:pt x="8658" y="50958"/>
                </a:lnTo>
                <a:lnTo>
                  <a:pt x="8732" y="51088"/>
                </a:lnTo>
                <a:lnTo>
                  <a:pt x="8844" y="51237"/>
                </a:lnTo>
                <a:lnTo>
                  <a:pt x="8919" y="51311"/>
                </a:lnTo>
                <a:lnTo>
                  <a:pt x="8974" y="51349"/>
                </a:lnTo>
                <a:lnTo>
                  <a:pt x="9049" y="51367"/>
                </a:lnTo>
                <a:lnTo>
                  <a:pt x="9086" y="51349"/>
                </a:lnTo>
                <a:lnTo>
                  <a:pt x="9123" y="51330"/>
                </a:lnTo>
                <a:lnTo>
                  <a:pt x="9161" y="51256"/>
                </a:lnTo>
                <a:lnTo>
                  <a:pt x="9161" y="51181"/>
                </a:lnTo>
                <a:lnTo>
                  <a:pt x="9123" y="51107"/>
                </a:lnTo>
                <a:lnTo>
                  <a:pt x="9086" y="51032"/>
                </a:lnTo>
                <a:lnTo>
                  <a:pt x="8956" y="50883"/>
                </a:lnTo>
                <a:lnTo>
                  <a:pt x="8844" y="50771"/>
                </a:lnTo>
                <a:lnTo>
                  <a:pt x="8919" y="50697"/>
                </a:lnTo>
                <a:lnTo>
                  <a:pt x="9012" y="50585"/>
                </a:lnTo>
                <a:lnTo>
                  <a:pt x="9049" y="50511"/>
                </a:lnTo>
                <a:lnTo>
                  <a:pt x="9067" y="50455"/>
                </a:lnTo>
                <a:lnTo>
                  <a:pt x="9067" y="50399"/>
                </a:lnTo>
                <a:lnTo>
                  <a:pt x="9030" y="50362"/>
                </a:lnTo>
                <a:lnTo>
                  <a:pt x="8974" y="50343"/>
                </a:lnTo>
                <a:lnTo>
                  <a:pt x="8919" y="50362"/>
                </a:lnTo>
                <a:lnTo>
                  <a:pt x="8863" y="50380"/>
                </a:lnTo>
                <a:lnTo>
                  <a:pt x="8788" y="50418"/>
                </a:lnTo>
                <a:lnTo>
                  <a:pt x="8676" y="50511"/>
                </a:lnTo>
                <a:lnTo>
                  <a:pt x="8621" y="50529"/>
                </a:lnTo>
                <a:lnTo>
                  <a:pt x="8565" y="50548"/>
                </a:lnTo>
                <a:lnTo>
                  <a:pt x="8490" y="50492"/>
                </a:lnTo>
                <a:lnTo>
                  <a:pt x="8341" y="50380"/>
                </a:lnTo>
                <a:lnTo>
                  <a:pt x="8192" y="50306"/>
                </a:lnTo>
                <a:lnTo>
                  <a:pt x="8137" y="50287"/>
                </a:lnTo>
                <a:close/>
                <a:moveTo>
                  <a:pt x="59876" y="50306"/>
                </a:moveTo>
                <a:lnTo>
                  <a:pt x="59839" y="50325"/>
                </a:lnTo>
                <a:lnTo>
                  <a:pt x="59764" y="50399"/>
                </a:lnTo>
                <a:lnTo>
                  <a:pt x="59690" y="50492"/>
                </a:lnTo>
                <a:lnTo>
                  <a:pt x="59616" y="50548"/>
                </a:lnTo>
                <a:lnTo>
                  <a:pt x="59560" y="50548"/>
                </a:lnTo>
                <a:lnTo>
                  <a:pt x="59485" y="50529"/>
                </a:lnTo>
                <a:lnTo>
                  <a:pt x="59336" y="50436"/>
                </a:lnTo>
                <a:lnTo>
                  <a:pt x="59225" y="50380"/>
                </a:lnTo>
                <a:lnTo>
                  <a:pt x="59094" y="50325"/>
                </a:lnTo>
                <a:lnTo>
                  <a:pt x="59020" y="50325"/>
                </a:lnTo>
                <a:lnTo>
                  <a:pt x="58964" y="50343"/>
                </a:lnTo>
                <a:lnTo>
                  <a:pt x="58908" y="50380"/>
                </a:lnTo>
                <a:lnTo>
                  <a:pt x="58871" y="50436"/>
                </a:lnTo>
                <a:lnTo>
                  <a:pt x="58852" y="50511"/>
                </a:lnTo>
                <a:lnTo>
                  <a:pt x="58871" y="50585"/>
                </a:lnTo>
                <a:lnTo>
                  <a:pt x="58908" y="50641"/>
                </a:lnTo>
                <a:lnTo>
                  <a:pt x="58982" y="50697"/>
                </a:lnTo>
                <a:lnTo>
                  <a:pt x="59113" y="50790"/>
                </a:lnTo>
                <a:lnTo>
                  <a:pt x="59243" y="50846"/>
                </a:lnTo>
                <a:lnTo>
                  <a:pt x="59113" y="50939"/>
                </a:lnTo>
                <a:lnTo>
                  <a:pt x="58982" y="51051"/>
                </a:lnTo>
                <a:lnTo>
                  <a:pt x="58927" y="51125"/>
                </a:lnTo>
                <a:lnTo>
                  <a:pt x="58889" y="51200"/>
                </a:lnTo>
                <a:lnTo>
                  <a:pt x="58908" y="51256"/>
                </a:lnTo>
                <a:lnTo>
                  <a:pt x="58964" y="51330"/>
                </a:lnTo>
                <a:lnTo>
                  <a:pt x="59020" y="51349"/>
                </a:lnTo>
                <a:lnTo>
                  <a:pt x="59094" y="51367"/>
                </a:lnTo>
                <a:lnTo>
                  <a:pt x="59150" y="51349"/>
                </a:lnTo>
                <a:lnTo>
                  <a:pt x="59225" y="51311"/>
                </a:lnTo>
                <a:lnTo>
                  <a:pt x="59373" y="51218"/>
                </a:lnTo>
                <a:lnTo>
                  <a:pt x="59467" y="51125"/>
                </a:lnTo>
                <a:lnTo>
                  <a:pt x="59560" y="51069"/>
                </a:lnTo>
                <a:lnTo>
                  <a:pt x="59616" y="51051"/>
                </a:lnTo>
                <a:lnTo>
                  <a:pt x="59690" y="51069"/>
                </a:lnTo>
                <a:lnTo>
                  <a:pt x="59783" y="51107"/>
                </a:lnTo>
                <a:lnTo>
                  <a:pt x="59895" y="51125"/>
                </a:lnTo>
                <a:lnTo>
                  <a:pt x="59951" y="51125"/>
                </a:lnTo>
                <a:lnTo>
                  <a:pt x="60006" y="51107"/>
                </a:lnTo>
                <a:lnTo>
                  <a:pt x="60062" y="51069"/>
                </a:lnTo>
                <a:lnTo>
                  <a:pt x="60081" y="51013"/>
                </a:lnTo>
                <a:lnTo>
                  <a:pt x="60062" y="50958"/>
                </a:lnTo>
                <a:lnTo>
                  <a:pt x="60025" y="50902"/>
                </a:lnTo>
                <a:lnTo>
                  <a:pt x="59932" y="50809"/>
                </a:lnTo>
                <a:lnTo>
                  <a:pt x="59839" y="50753"/>
                </a:lnTo>
                <a:lnTo>
                  <a:pt x="59932" y="50641"/>
                </a:lnTo>
                <a:lnTo>
                  <a:pt x="60006" y="50492"/>
                </a:lnTo>
                <a:lnTo>
                  <a:pt x="60025" y="50418"/>
                </a:lnTo>
                <a:lnTo>
                  <a:pt x="60025" y="50362"/>
                </a:lnTo>
                <a:lnTo>
                  <a:pt x="59988" y="50325"/>
                </a:lnTo>
                <a:lnTo>
                  <a:pt x="59913" y="50306"/>
                </a:lnTo>
                <a:close/>
                <a:moveTo>
                  <a:pt x="83149" y="50287"/>
                </a:moveTo>
                <a:lnTo>
                  <a:pt x="83074" y="50306"/>
                </a:lnTo>
                <a:lnTo>
                  <a:pt x="83018" y="50362"/>
                </a:lnTo>
                <a:lnTo>
                  <a:pt x="82963" y="50436"/>
                </a:lnTo>
                <a:lnTo>
                  <a:pt x="82963" y="50511"/>
                </a:lnTo>
                <a:lnTo>
                  <a:pt x="82981" y="50567"/>
                </a:lnTo>
                <a:lnTo>
                  <a:pt x="83018" y="50623"/>
                </a:lnTo>
                <a:lnTo>
                  <a:pt x="83130" y="50716"/>
                </a:lnTo>
                <a:lnTo>
                  <a:pt x="83372" y="50902"/>
                </a:lnTo>
                <a:lnTo>
                  <a:pt x="83242" y="50976"/>
                </a:lnTo>
                <a:lnTo>
                  <a:pt x="83186" y="51032"/>
                </a:lnTo>
                <a:lnTo>
                  <a:pt x="83130" y="51088"/>
                </a:lnTo>
                <a:lnTo>
                  <a:pt x="83093" y="51144"/>
                </a:lnTo>
                <a:lnTo>
                  <a:pt x="83093" y="51200"/>
                </a:lnTo>
                <a:lnTo>
                  <a:pt x="83130" y="51256"/>
                </a:lnTo>
                <a:lnTo>
                  <a:pt x="83223" y="51293"/>
                </a:lnTo>
                <a:lnTo>
                  <a:pt x="83316" y="51293"/>
                </a:lnTo>
                <a:lnTo>
                  <a:pt x="83391" y="51256"/>
                </a:lnTo>
                <a:lnTo>
                  <a:pt x="83465" y="51200"/>
                </a:lnTo>
                <a:lnTo>
                  <a:pt x="83540" y="51162"/>
                </a:lnTo>
                <a:lnTo>
                  <a:pt x="83633" y="51144"/>
                </a:lnTo>
                <a:lnTo>
                  <a:pt x="83707" y="51181"/>
                </a:lnTo>
                <a:lnTo>
                  <a:pt x="83745" y="51218"/>
                </a:lnTo>
                <a:lnTo>
                  <a:pt x="83800" y="51256"/>
                </a:lnTo>
                <a:lnTo>
                  <a:pt x="83856" y="51293"/>
                </a:lnTo>
                <a:lnTo>
                  <a:pt x="83912" y="51330"/>
                </a:lnTo>
                <a:lnTo>
                  <a:pt x="84024" y="51367"/>
                </a:lnTo>
                <a:lnTo>
                  <a:pt x="84061" y="51349"/>
                </a:lnTo>
                <a:lnTo>
                  <a:pt x="84080" y="51349"/>
                </a:lnTo>
                <a:lnTo>
                  <a:pt x="84098" y="51330"/>
                </a:lnTo>
                <a:lnTo>
                  <a:pt x="84098" y="51293"/>
                </a:lnTo>
                <a:lnTo>
                  <a:pt x="84080" y="51218"/>
                </a:lnTo>
                <a:lnTo>
                  <a:pt x="83987" y="51051"/>
                </a:lnTo>
                <a:lnTo>
                  <a:pt x="83931" y="50920"/>
                </a:lnTo>
                <a:lnTo>
                  <a:pt x="83931" y="50883"/>
                </a:lnTo>
                <a:lnTo>
                  <a:pt x="83949" y="50846"/>
                </a:lnTo>
                <a:lnTo>
                  <a:pt x="84005" y="50771"/>
                </a:lnTo>
                <a:lnTo>
                  <a:pt x="84080" y="50697"/>
                </a:lnTo>
                <a:lnTo>
                  <a:pt x="84136" y="50623"/>
                </a:lnTo>
                <a:lnTo>
                  <a:pt x="84136" y="50567"/>
                </a:lnTo>
                <a:lnTo>
                  <a:pt x="84136" y="50492"/>
                </a:lnTo>
                <a:lnTo>
                  <a:pt x="84136" y="50455"/>
                </a:lnTo>
                <a:lnTo>
                  <a:pt x="84117" y="50436"/>
                </a:lnTo>
                <a:lnTo>
                  <a:pt x="84080" y="50436"/>
                </a:lnTo>
                <a:lnTo>
                  <a:pt x="84042" y="50455"/>
                </a:lnTo>
                <a:lnTo>
                  <a:pt x="83931" y="50548"/>
                </a:lnTo>
                <a:lnTo>
                  <a:pt x="83856" y="50604"/>
                </a:lnTo>
                <a:lnTo>
                  <a:pt x="83800" y="50623"/>
                </a:lnTo>
                <a:lnTo>
                  <a:pt x="83726" y="50660"/>
                </a:lnTo>
                <a:lnTo>
                  <a:pt x="83670" y="50641"/>
                </a:lnTo>
                <a:lnTo>
                  <a:pt x="83558" y="50529"/>
                </a:lnTo>
                <a:lnTo>
                  <a:pt x="83372" y="50362"/>
                </a:lnTo>
                <a:lnTo>
                  <a:pt x="83260" y="50306"/>
                </a:lnTo>
                <a:lnTo>
                  <a:pt x="83205" y="50287"/>
                </a:lnTo>
                <a:close/>
                <a:moveTo>
                  <a:pt x="3538" y="50269"/>
                </a:moveTo>
                <a:lnTo>
                  <a:pt x="3482" y="50306"/>
                </a:lnTo>
                <a:lnTo>
                  <a:pt x="3426" y="50343"/>
                </a:lnTo>
                <a:lnTo>
                  <a:pt x="3314" y="50455"/>
                </a:lnTo>
                <a:lnTo>
                  <a:pt x="3221" y="50548"/>
                </a:lnTo>
                <a:lnTo>
                  <a:pt x="3203" y="50604"/>
                </a:lnTo>
                <a:lnTo>
                  <a:pt x="3166" y="50623"/>
                </a:lnTo>
                <a:lnTo>
                  <a:pt x="3128" y="50623"/>
                </a:lnTo>
                <a:lnTo>
                  <a:pt x="3072" y="50585"/>
                </a:lnTo>
                <a:lnTo>
                  <a:pt x="2905" y="50492"/>
                </a:lnTo>
                <a:lnTo>
                  <a:pt x="2756" y="50474"/>
                </a:lnTo>
                <a:lnTo>
                  <a:pt x="2681" y="50474"/>
                </a:lnTo>
                <a:lnTo>
                  <a:pt x="2626" y="50511"/>
                </a:lnTo>
                <a:lnTo>
                  <a:pt x="2570" y="50567"/>
                </a:lnTo>
                <a:lnTo>
                  <a:pt x="2570" y="50641"/>
                </a:lnTo>
                <a:lnTo>
                  <a:pt x="2588" y="50697"/>
                </a:lnTo>
                <a:lnTo>
                  <a:pt x="2644" y="50753"/>
                </a:lnTo>
                <a:lnTo>
                  <a:pt x="2775" y="50827"/>
                </a:lnTo>
                <a:lnTo>
                  <a:pt x="2868" y="50902"/>
                </a:lnTo>
                <a:lnTo>
                  <a:pt x="2979" y="50958"/>
                </a:lnTo>
                <a:lnTo>
                  <a:pt x="2924" y="51162"/>
                </a:lnTo>
                <a:lnTo>
                  <a:pt x="2905" y="51274"/>
                </a:lnTo>
                <a:lnTo>
                  <a:pt x="2924" y="51330"/>
                </a:lnTo>
                <a:lnTo>
                  <a:pt x="2979" y="51367"/>
                </a:lnTo>
                <a:lnTo>
                  <a:pt x="3035" y="51386"/>
                </a:lnTo>
                <a:lnTo>
                  <a:pt x="3091" y="51367"/>
                </a:lnTo>
                <a:lnTo>
                  <a:pt x="3128" y="51330"/>
                </a:lnTo>
                <a:lnTo>
                  <a:pt x="3147" y="51274"/>
                </a:lnTo>
                <a:lnTo>
                  <a:pt x="3203" y="51181"/>
                </a:lnTo>
                <a:lnTo>
                  <a:pt x="3240" y="51125"/>
                </a:lnTo>
                <a:lnTo>
                  <a:pt x="3277" y="51107"/>
                </a:lnTo>
                <a:lnTo>
                  <a:pt x="3333" y="51107"/>
                </a:lnTo>
                <a:lnTo>
                  <a:pt x="3408" y="51144"/>
                </a:lnTo>
                <a:lnTo>
                  <a:pt x="3557" y="51256"/>
                </a:lnTo>
                <a:lnTo>
                  <a:pt x="3650" y="51293"/>
                </a:lnTo>
                <a:lnTo>
                  <a:pt x="3724" y="51330"/>
                </a:lnTo>
                <a:lnTo>
                  <a:pt x="3836" y="51330"/>
                </a:lnTo>
                <a:lnTo>
                  <a:pt x="3854" y="51293"/>
                </a:lnTo>
                <a:lnTo>
                  <a:pt x="3892" y="51274"/>
                </a:lnTo>
                <a:lnTo>
                  <a:pt x="3892" y="51237"/>
                </a:lnTo>
                <a:lnTo>
                  <a:pt x="3892" y="51162"/>
                </a:lnTo>
                <a:lnTo>
                  <a:pt x="3836" y="51088"/>
                </a:lnTo>
                <a:lnTo>
                  <a:pt x="3780" y="51032"/>
                </a:lnTo>
                <a:lnTo>
                  <a:pt x="3612" y="50902"/>
                </a:lnTo>
                <a:lnTo>
                  <a:pt x="3482" y="50827"/>
                </a:lnTo>
                <a:lnTo>
                  <a:pt x="3594" y="50716"/>
                </a:lnTo>
                <a:lnTo>
                  <a:pt x="3705" y="50567"/>
                </a:lnTo>
                <a:lnTo>
                  <a:pt x="3724" y="50492"/>
                </a:lnTo>
                <a:lnTo>
                  <a:pt x="3743" y="50436"/>
                </a:lnTo>
                <a:lnTo>
                  <a:pt x="3724" y="50362"/>
                </a:lnTo>
                <a:lnTo>
                  <a:pt x="3668" y="50306"/>
                </a:lnTo>
                <a:lnTo>
                  <a:pt x="3594" y="50269"/>
                </a:lnTo>
                <a:close/>
                <a:moveTo>
                  <a:pt x="26829" y="50232"/>
                </a:moveTo>
                <a:lnTo>
                  <a:pt x="26792" y="50250"/>
                </a:lnTo>
                <a:lnTo>
                  <a:pt x="26773" y="50287"/>
                </a:lnTo>
                <a:lnTo>
                  <a:pt x="26773" y="50343"/>
                </a:lnTo>
                <a:lnTo>
                  <a:pt x="26792" y="50399"/>
                </a:lnTo>
                <a:lnTo>
                  <a:pt x="26810" y="50455"/>
                </a:lnTo>
                <a:lnTo>
                  <a:pt x="26848" y="50511"/>
                </a:lnTo>
                <a:lnTo>
                  <a:pt x="26941" y="50623"/>
                </a:lnTo>
                <a:lnTo>
                  <a:pt x="27146" y="50790"/>
                </a:lnTo>
                <a:lnTo>
                  <a:pt x="26997" y="50883"/>
                </a:lnTo>
                <a:lnTo>
                  <a:pt x="26848" y="50976"/>
                </a:lnTo>
                <a:lnTo>
                  <a:pt x="26792" y="51032"/>
                </a:lnTo>
                <a:lnTo>
                  <a:pt x="26736" y="51107"/>
                </a:lnTo>
                <a:lnTo>
                  <a:pt x="26699" y="51181"/>
                </a:lnTo>
                <a:lnTo>
                  <a:pt x="26680" y="51256"/>
                </a:lnTo>
                <a:lnTo>
                  <a:pt x="26680" y="51349"/>
                </a:lnTo>
                <a:lnTo>
                  <a:pt x="26699" y="51386"/>
                </a:lnTo>
                <a:lnTo>
                  <a:pt x="26717" y="51404"/>
                </a:lnTo>
                <a:lnTo>
                  <a:pt x="26792" y="51404"/>
                </a:lnTo>
                <a:lnTo>
                  <a:pt x="26866" y="51386"/>
                </a:lnTo>
                <a:lnTo>
                  <a:pt x="26941" y="51349"/>
                </a:lnTo>
                <a:lnTo>
                  <a:pt x="27034" y="51311"/>
                </a:lnTo>
                <a:lnTo>
                  <a:pt x="27146" y="51218"/>
                </a:lnTo>
                <a:lnTo>
                  <a:pt x="27257" y="51107"/>
                </a:lnTo>
                <a:lnTo>
                  <a:pt x="27313" y="51051"/>
                </a:lnTo>
                <a:lnTo>
                  <a:pt x="27369" y="51013"/>
                </a:lnTo>
                <a:lnTo>
                  <a:pt x="27406" y="51032"/>
                </a:lnTo>
                <a:lnTo>
                  <a:pt x="27444" y="51051"/>
                </a:lnTo>
                <a:lnTo>
                  <a:pt x="27518" y="51125"/>
                </a:lnTo>
                <a:lnTo>
                  <a:pt x="27611" y="51218"/>
                </a:lnTo>
                <a:lnTo>
                  <a:pt x="27686" y="51274"/>
                </a:lnTo>
                <a:lnTo>
                  <a:pt x="27741" y="51311"/>
                </a:lnTo>
                <a:lnTo>
                  <a:pt x="27816" y="51330"/>
                </a:lnTo>
                <a:lnTo>
                  <a:pt x="27834" y="51330"/>
                </a:lnTo>
                <a:lnTo>
                  <a:pt x="27872" y="51311"/>
                </a:lnTo>
                <a:lnTo>
                  <a:pt x="27890" y="51274"/>
                </a:lnTo>
                <a:lnTo>
                  <a:pt x="27890" y="51237"/>
                </a:lnTo>
                <a:lnTo>
                  <a:pt x="27890" y="51200"/>
                </a:lnTo>
                <a:lnTo>
                  <a:pt x="27853" y="51144"/>
                </a:lnTo>
                <a:lnTo>
                  <a:pt x="27779" y="51032"/>
                </a:lnTo>
                <a:lnTo>
                  <a:pt x="27611" y="50865"/>
                </a:lnTo>
                <a:lnTo>
                  <a:pt x="27704" y="50809"/>
                </a:lnTo>
                <a:lnTo>
                  <a:pt x="27853" y="50697"/>
                </a:lnTo>
                <a:lnTo>
                  <a:pt x="27928" y="50623"/>
                </a:lnTo>
                <a:lnTo>
                  <a:pt x="27983" y="50567"/>
                </a:lnTo>
                <a:lnTo>
                  <a:pt x="27983" y="50529"/>
                </a:lnTo>
                <a:lnTo>
                  <a:pt x="27946" y="50511"/>
                </a:lnTo>
                <a:lnTo>
                  <a:pt x="27797" y="50548"/>
                </a:lnTo>
                <a:lnTo>
                  <a:pt x="27630" y="50585"/>
                </a:lnTo>
                <a:lnTo>
                  <a:pt x="27481" y="50623"/>
                </a:lnTo>
                <a:lnTo>
                  <a:pt x="27369" y="50623"/>
                </a:lnTo>
                <a:lnTo>
                  <a:pt x="27313" y="50585"/>
                </a:lnTo>
                <a:lnTo>
                  <a:pt x="27276" y="50548"/>
                </a:lnTo>
                <a:lnTo>
                  <a:pt x="27183" y="50455"/>
                </a:lnTo>
                <a:lnTo>
                  <a:pt x="27108" y="50343"/>
                </a:lnTo>
                <a:lnTo>
                  <a:pt x="27053" y="50306"/>
                </a:lnTo>
                <a:lnTo>
                  <a:pt x="27015" y="50269"/>
                </a:lnTo>
                <a:lnTo>
                  <a:pt x="26904" y="50232"/>
                </a:lnTo>
                <a:close/>
                <a:moveTo>
                  <a:pt x="49115" y="50250"/>
                </a:moveTo>
                <a:lnTo>
                  <a:pt x="49040" y="50269"/>
                </a:lnTo>
                <a:lnTo>
                  <a:pt x="48947" y="50343"/>
                </a:lnTo>
                <a:lnTo>
                  <a:pt x="48873" y="50418"/>
                </a:lnTo>
                <a:lnTo>
                  <a:pt x="48817" y="50474"/>
                </a:lnTo>
                <a:lnTo>
                  <a:pt x="48761" y="50492"/>
                </a:lnTo>
                <a:lnTo>
                  <a:pt x="48724" y="50492"/>
                </a:lnTo>
                <a:lnTo>
                  <a:pt x="48668" y="50455"/>
                </a:lnTo>
                <a:lnTo>
                  <a:pt x="48575" y="50362"/>
                </a:lnTo>
                <a:lnTo>
                  <a:pt x="48463" y="50287"/>
                </a:lnTo>
                <a:lnTo>
                  <a:pt x="48445" y="50269"/>
                </a:lnTo>
                <a:lnTo>
                  <a:pt x="48407" y="50269"/>
                </a:lnTo>
                <a:lnTo>
                  <a:pt x="48407" y="50306"/>
                </a:lnTo>
                <a:lnTo>
                  <a:pt x="48426" y="50325"/>
                </a:lnTo>
                <a:lnTo>
                  <a:pt x="48482" y="50380"/>
                </a:lnTo>
                <a:lnTo>
                  <a:pt x="48575" y="50492"/>
                </a:lnTo>
                <a:lnTo>
                  <a:pt x="48649" y="50604"/>
                </a:lnTo>
                <a:lnTo>
                  <a:pt x="48631" y="50623"/>
                </a:lnTo>
                <a:lnTo>
                  <a:pt x="48575" y="50697"/>
                </a:lnTo>
                <a:lnTo>
                  <a:pt x="48482" y="50753"/>
                </a:lnTo>
                <a:lnTo>
                  <a:pt x="48389" y="50790"/>
                </a:lnTo>
                <a:lnTo>
                  <a:pt x="48296" y="50846"/>
                </a:lnTo>
                <a:lnTo>
                  <a:pt x="48221" y="50902"/>
                </a:lnTo>
                <a:lnTo>
                  <a:pt x="48165" y="50958"/>
                </a:lnTo>
                <a:lnTo>
                  <a:pt x="48147" y="51032"/>
                </a:lnTo>
                <a:lnTo>
                  <a:pt x="48147" y="51069"/>
                </a:lnTo>
                <a:lnTo>
                  <a:pt x="48165" y="51107"/>
                </a:lnTo>
                <a:lnTo>
                  <a:pt x="48184" y="51144"/>
                </a:lnTo>
                <a:lnTo>
                  <a:pt x="48240" y="51162"/>
                </a:lnTo>
                <a:lnTo>
                  <a:pt x="48314" y="51162"/>
                </a:lnTo>
                <a:lnTo>
                  <a:pt x="48389" y="51144"/>
                </a:lnTo>
                <a:lnTo>
                  <a:pt x="48482" y="51107"/>
                </a:lnTo>
                <a:lnTo>
                  <a:pt x="48575" y="51069"/>
                </a:lnTo>
                <a:lnTo>
                  <a:pt x="48724" y="50939"/>
                </a:lnTo>
                <a:lnTo>
                  <a:pt x="48836" y="50846"/>
                </a:lnTo>
                <a:lnTo>
                  <a:pt x="48929" y="50995"/>
                </a:lnTo>
                <a:lnTo>
                  <a:pt x="49059" y="51218"/>
                </a:lnTo>
                <a:lnTo>
                  <a:pt x="49134" y="51311"/>
                </a:lnTo>
                <a:lnTo>
                  <a:pt x="49208" y="51386"/>
                </a:lnTo>
                <a:lnTo>
                  <a:pt x="49282" y="51404"/>
                </a:lnTo>
                <a:lnTo>
                  <a:pt x="49320" y="51404"/>
                </a:lnTo>
                <a:lnTo>
                  <a:pt x="49338" y="51386"/>
                </a:lnTo>
                <a:lnTo>
                  <a:pt x="49376" y="51367"/>
                </a:lnTo>
                <a:lnTo>
                  <a:pt x="49376" y="51330"/>
                </a:lnTo>
                <a:lnTo>
                  <a:pt x="49357" y="51237"/>
                </a:lnTo>
                <a:lnTo>
                  <a:pt x="49320" y="51144"/>
                </a:lnTo>
                <a:lnTo>
                  <a:pt x="49245" y="51032"/>
                </a:lnTo>
                <a:lnTo>
                  <a:pt x="49078" y="50846"/>
                </a:lnTo>
                <a:lnTo>
                  <a:pt x="48966" y="50716"/>
                </a:lnTo>
                <a:lnTo>
                  <a:pt x="49040" y="50585"/>
                </a:lnTo>
                <a:lnTo>
                  <a:pt x="49134" y="50399"/>
                </a:lnTo>
                <a:lnTo>
                  <a:pt x="49152" y="50325"/>
                </a:lnTo>
                <a:lnTo>
                  <a:pt x="49152" y="50269"/>
                </a:lnTo>
                <a:lnTo>
                  <a:pt x="49134" y="50250"/>
                </a:lnTo>
                <a:close/>
                <a:moveTo>
                  <a:pt x="56357" y="50250"/>
                </a:moveTo>
                <a:lnTo>
                  <a:pt x="56246" y="50269"/>
                </a:lnTo>
                <a:lnTo>
                  <a:pt x="56227" y="50269"/>
                </a:lnTo>
                <a:lnTo>
                  <a:pt x="56190" y="50306"/>
                </a:lnTo>
                <a:lnTo>
                  <a:pt x="56190" y="50325"/>
                </a:lnTo>
                <a:lnTo>
                  <a:pt x="56190" y="50362"/>
                </a:lnTo>
                <a:lnTo>
                  <a:pt x="56227" y="50455"/>
                </a:lnTo>
                <a:lnTo>
                  <a:pt x="56264" y="50511"/>
                </a:lnTo>
                <a:lnTo>
                  <a:pt x="56320" y="50567"/>
                </a:lnTo>
                <a:lnTo>
                  <a:pt x="56432" y="50641"/>
                </a:lnTo>
                <a:lnTo>
                  <a:pt x="56562" y="50734"/>
                </a:lnTo>
                <a:lnTo>
                  <a:pt x="56674" y="50809"/>
                </a:lnTo>
                <a:lnTo>
                  <a:pt x="56544" y="50902"/>
                </a:lnTo>
                <a:lnTo>
                  <a:pt x="56376" y="51013"/>
                </a:lnTo>
                <a:lnTo>
                  <a:pt x="56301" y="51069"/>
                </a:lnTo>
                <a:lnTo>
                  <a:pt x="56246" y="51144"/>
                </a:lnTo>
                <a:lnTo>
                  <a:pt x="56208" y="51218"/>
                </a:lnTo>
                <a:lnTo>
                  <a:pt x="56208" y="51293"/>
                </a:lnTo>
                <a:lnTo>
                  <a:pt x="56246" y="51349"/>
                </a:lnTo>
                <a:lnTo>
                  <a:pt x="56283" y="51386"/>
                </a:lnTo>
                <a:lnTo>
                  <a:pt x="56320" y="51404"/>
                </a:lnTo>
                <a:lnTo>
                  <a:pt x="56357" y="51404"/>
                </a:lnTo>
                <a:lnTo>
                  <a:pt x="56469" y="51367"/>
                </a:lnTo>
                <a:lnTo>
                  <a:pt x="56581" y="51311"/>
                </a:lnTo>
                <a:lnTo>
                  <a:pt x="56786" y="51125"/>
                </a:lnTo>
                <a:lnTo>
                  <a:pt x="56879" y="51069"/>
                </a:lnTo>
                <a:lnTo>
                  <a:pt x="56935" y="51051"/>
                </a:lnTo>
                <a:lnTo>
                  <a:pt x="56972" y="51069"/>
                </a:lnTo>
                <a:lnTo>
                  <a:pt x="56990" y="51088"/>
                </a:lnTo>
                <a:lnTo>
                  <a:pt x="57065" y="51162"/>
                </a:lnTo>
                <a:lnTo>
                  <a:pt x="57121" y="51237"/>
                </a:lnTo>
                <a:lnTo>
                  <a:pt x="57158" y="51237"/>
                </a:lnTo>
                <a:lnTo>
                  <a:pt x="57195" y="51218"/>
                </a:lnTo>
                <a:lnTo>
                  <a:pt x="57232" y="51181"/>
                </a:lnTo>
                <a:lnTo>
                  <a:pt x="57232" y="51144"/>
                </a:lnTo>
                <a:lnTo>
                  <a:pt x="57177" y="51069"/>
                </a:lnTo>
                <a:lnTo>
                  <a:pt x="57121" y="50995"/>
                </a:lnTo>
                <a:lnTo>
                  <a:pt x="57102" y="50958"/>
                </a:lnTo>
                <a:lnTo>
                  <a:pt x="57083" y="50920"/>
                </a:lnTo>
                <a:lnTo>
                  <a:pt x="57102" y="50883"/>
                </a:lnTo>
                <a:lnTo>
                  <a:pt x="57139" y="50846"/>
                </a:lnTo>
                <a:lnTo>
                  <a:pt x="57232" y="50753"/>
                </a:lnTo>
                <a:lnTo>
                  <a:pt x="57325" y="50660"/>
                </a:lnTo>
                <a:lnTo>
                  <a:pt x="57363" y="50623"/>
                </a:lnTo>
                <a:lnTo>
                  <a:pt x="57381" y="50567"/>
                </a:lnTo>
                <a:lnTo>
                  <a:pt x="57381" y="50492"/>
                </a:lnTo>
                <a:lnTo>
                  <a:pt x="57344" y="50418"/>
                </a:lnTo>
                <a:lnTo>
                  <a:pt x="57325" y="50380"/>
                </a:lnTo>
                <a:lnTo>
                  <a:pt x="57251" y="50380"/>
                </a:lnTo>
                <a:lnTo>
                  <a:pt x="57214" y="50399"/>
                </a:lnTo>
                <a:lnTo>
                  <a:pt x="57065" y="50511"/>
                </a:lnTo>
                <a:lnTo>
                  <a:pt x="56972" y="50585"/>
                </a:lnTo>
                <a:lnTo>
                  <a:pt x="56897" y="50623"/>
                </a:lnTo>
                <a:lnTo>
                  <a:pt x="56823" y="50623"/>
                </a:lnTo>
                <a:lnTo>
                  <a:pt x="56748" y="50529"/>
                </a:lnTo>
                <a:lnTo>
                  <a:pt x="56562" y="50362"/>
                </a:lnTo>
                <a:lnTo>
                  <a:pt x="56469" y="50287"/>
                </a:lnTo>
                <a:lnTo>
                  <a:pt x="56413" y="50269"/>
                </a:lnTo>
                <a:lnTo>
                  <a:pt x="56357" y="50250"/>
                </a:lnTo>
                <a:close/>
                <a:moveTo>
                  <a:pt x="91452" y="50585"/>
                </a:moveTo>
                <a:lnTo>
                  <a:pt x="91397" y="50604"/>
                </a:lnTo>
                <a:lnTo>
                  <a:pt x="91341" y="50641"/>
                </a:lnTo>
                <a:lnTo>
                  <a:pt x="91322" y="50678"/>
                </a:lnTo>
                <a:lnTo>
                  <a:pt x="91322" y="50716"/>
                </a:lnTo>
                <a:lnTo>
                  <a:pt x="91322" y="50771"/>
                </a:lnTo>
                <a:lnTo>
                  <a:pt x="91322" y="50827"/>
                </a:lnTo>
                <a:lnTo>
                  <a:pt x="91341" y="50865"/>
                </a:lnTo>
                <a:lnTo>
                  <a:pt x="91378" y="50920"/>
                </a:lnTo>
                <a:lnTo>
                  <a:pt x="91378" y="50958"/>
                </a:lnTo>
                <a:lnTo>
                  <a:pt x="91341" y="51032"/>
                </a:lnTo>
                <a:lnTo>
                  <a:pt x="91266" y="51107"/>
                </a:lnTo>
                <a:lnTo>
                  <a:pt x="91173" y="51162"/>
                </a:lnTo>
                <a:lnTo>
                  <a:pt x="91099" y="51218"/>
                </a:lnTo>
                <a:lnTo>
                  <a:pt x="91061" y="51274"/>
                </a:lnTo>
                <a:lnTo>
                  <a:pt x="91043" y="51311"/>
                </a:lnTo>
                <a:lnTo>
                  <a:pt x="91024" y="51367"/>
                </a:lnTo>
                <a:lnTo>
                  <a:pt x="91024" y="51423"/>
                </a:lnTo>
                <a:lnTo>
                  <a:pt x="91043" y="51460"/>
                </a:lnTo>
                <a:lnTo>
                  <a:pt x="91061" y="51479"/>
                </a:lnTo>
                <a:lnTo>
                  <a:pt x="91099" y="51498"/>
                </a:lnTo>
                <a:lnTo>
                  <a:pt x="91136" y="51516"/>
                </a:lnTo>
                <a:lnTo>
                  <a:pt x="91229" y="51498"/>
                </a:lnTo>
                <a:lnTo>
                  <a:pt x="91266" y="51479"/>
                </a:lnTo>
                <a:lnTo>
                  <a:pt x="91322" y="51442"/>
                </a:lnTo>
                <a:lnTo>
                  <a:pt x="91415" y="51367"/>
                </a:lnTo>
                <a:lnTo>
                  <a:pt x="91508" y="51274"/>
                </a:lnTo>
                <a:lnTo>
                  <a:pt x="91545" y="51256"/>
                </a:lnTo>
                <a:lnTo>
                  <a:pt x="91583" y="51256"/>
                </a:lnTo>
                <a:lnTo>
                  <a:pt x="91620" y="51274"/>
                </a:lnTo>
                <a:lnTo>
                  <a:pt x="91676" y="51311"/>
                </a:lnTo>
                <a:lnTo>
                  <a:pt x="91788" y="51423"/>
                </a:lnTo>
                <a:lnTo>
                  <a:pt x="91843" y="51460"/>
                </a:lnTo>
                <a:lnTo>
                  <a:pt x="91899" y="51498"/>
                </a:lnTo>
                <a:lnTo>
                  <a:pt x="91955" y="51479"/>
                </a:lnTo>
                <a:lnTo>
                  <a:pt x="91992" y="51442"/>
                </a:lnTo>
                <a:lnTo>
                  <a:pt x="91992" y="51404"/>
                </a:lnTo>
                <a:lnTo>
                  <a:pt x="91974" y="51349"/>
                </a:lnTo>
                <a:lnTo>
                  <a:pt x="91899" y="51256"/>
                </a:lnTo>
                <a:lnTo>
                  <a:pt x="91825" y="51162"/>
                </a:lnTo>
                <a:lnTo>
                  <a:pt x="91806" y="51107"/>
                </a:lnTo>
                <a:lnTo>
                  <a:pt x="91806" y="51069"/>
                </a:lnTo>
                <a:lnTo>
                  <a:pt x="91825" y="51032"/>
                </a:lnTo>
                <a:lnTo>
                  <a:pt x="91899" y="50976"/>
                </a:lnTo>
                <a:lnTo>
                  <a:pt x="92011" y="50865"/>
                </a:lnTo>
                <a:lnTo>
                  <a:pt x="92104" y="50753"/>
                </a:lnTo>
                <a:lnTo>
                  <a:pt x="92179" y="50623"/>
                </a:lnTo>
                <a:lnTo>
                  <a:pt x="92179" y="50623"/>
                </a:lnTo>
                <a:lnTo>
                  <a:pt x="92104" y="50641"/>
                </a:lnTo>
                <a:lnTo>
                  <a:pt x="91936" y="50697"/>
                </a:lnTo>
                <a:lnTo>
                  <a:pt x="91676" y="50827"/>
                </a:lnTo>
                <a:lnTo>
                  <a:pt x="91620" y="50734"/>
                </a:lnTo>
                <a:lnTo>
                  <a:pt x="91564" y="50641"/>
                </a:lnTo>
                <a:lnTo>
                  <a:pt x="91545" y="50604"/>
                </a:lnTo>
                <a:lnTo>
                  <a:pt x="91490" y="5058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30412124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6D8AF0-A49E-4FC1-8D69-2202FAF40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B9B23-FD9D-435B-8A05-C385A3879A2D}" type="datetimeFigureOut">
              <a:rPr lang="en-AU" smtClean="0"/>
              <a:t>9/11/2021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53638C-9321-4523-A7D2-04B755A5B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691E9B-BE36-4A19-9296-649F4DD5C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0074F-82E5-4DE7-8BE5-0EF6B298DD2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07299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+ 1 column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 txBox="1">
            <a:spLocks noGrp="1"/>
          </p:cNvSpPr>
          <p:nvPr>
            <p:ph type="title"/>
          </p:nvPr>
        </p:nvSpPr>
        <p:spPr>
          <a:xfrm>
            <a:off x="890300" y="205975"/>
            <a:ext cx="73635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9pPr>
          </a:lstStyle>
          <a:p>
            <a:endParaRPr/>
          </a:p>
        </p:txBody>
      </p:sp>
      <p:sp>
        <p:nvSpPr>
          <p:cNvPr id="26" name="Shape 26"/>
          <p:cNvSpPr txBox="1">
            <a:spLocks noGrp="1"/>
          </p:cNvSpPr>
          <p:nvPr>
            <p:ph type="body" idx="1"/>
          </p:nvPr>
        </p:nvSpPr>
        <p:spPr>
          <a:xfrm>
            <a:off x="890300" y="1200149"/>
            <a:ext cx="7363500" cy="30210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189" lvl="0" indent="-368291">
              <a:spcBef>
                <a:spcPts val="60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1pPr>
            <a:lvl2pPr marL="914378" lvl="1" indent="-368291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2pPr>
            <a:lvl3pPr marL="1371566" lvl="2" indent="-368291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3pPr>
            <a:lvl4pPr marL="1828754" lvl="3" indent="-368291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4pPr>
            <a:lvl5pPr marL="2285943" lvl="4" indent="-368291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5pPr>
            <a:lvl6pPr marL="2743132" lvl="5" indent="-368291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6pPr>
            <a:lvl7pPr marL="3200320" lvl="6" indent="-368291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7pPr>
            <a:lvl8pPr marL="3657509" lvl="7" indent="-368291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8pPr>
            <a:lvl9pPr marL="4114697" lvl="8" indent="-368291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sldNum" idx="12"/>
          </p:nvPr>
        </p:nvSpPr>
        <p:spPr>
          <a:xfrm>
            <a:off x="0" y="452125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28" name="Shape 28"/>
          <p:cNvSpPr/>
          <p:nvPr/>
        </p:nvSpPr>
        <p:spPr>
          <a:xfrm>
            <a:off x="157351" y="125701"/>
            <a:ext cx="8829185" cy="4892151"/>
          </a:xfrm>
          <a:custGeom>
            <a:avLst/>
            <a:gdLst/>
            <a:ahLst/>
            <a:cxnLst/>
            <a:rect l="0" t="0" r="0" b="0"/>
            <a:pathLst>
              <a:path w="92105" h="51033" extrusionOk="0">
                <a:moveTo>
                  <a:pt x="52951" y="93"/>
                </a:moveTo>
                <a:lnTo>
                  <a:pt x="52858" y="130"/>
                </a:lnTo>
                <a:lnTo>
                  <a:pt x="52802" y="168"/>
                </a:lnTo>
                <a:lnTo>
                  <a:pt x="52764" y="205"/>
                </a:lnTo>
                <a:lnTo>
                  <a:pt x="52727" y="242"/>
                </a:lnTo>
                <a:lnTo>
                  <a:pt x="52709" y="298"/>
                </a:lnTo>
                <a:lnTo>
                  <a:pt x="52709" y="354"/>
                </a:lnTo>
                <a:lnTo>
                  <a:pt x="52709" y="410"/>
                </a:lnTo>
                <a:lnTo>
                  <a:pt x="52746" y="521"/>
                </a:lnTo>
                <a:lnTo>
                  <a:pt x="52783" y="559"/>
                </a:lnTo>
                <a:lnTo>
                  <a:pt x="52820" y="596"/>
                </a:lnTo>
                <a:lnTo>
                  <a:pt x="52913" y="633"/>
                </a:lnTo>
                <a:lnTo>
                  <a:pt x="53006" y="652"/>
                </a:lnTo>
                <a:lnTo>
                  <a:pt x="53118" y="614"/>
                </a:lnTo>
                <a:lnTo>
                  <a:pt x="53193" y="559"/>
                </a:lnTo>
                <a:lnTo>
                  <a:pt x="53230" y="521"/>
                </a:lnTo>
                <a:lnTo>
                  <a:pt x="53248" y="465"/>
                </a:lnTo>
                <a:lnTo>
                  <a:pt x="53267" y="410"/>
                </a:lnTo>
                <a:lnTo>
                  <a:pt x="53267" y="354"/>
                </a:lnTo>
                <a:lnTo>
                  <a:pt x="53230" y="242"/>
                </a:lnTo>
                <a:lnTo>
                  <a:pt x="53193" y="186"/>
                </a:lnTo>
                <a:lnTo>
                  <a:pt x="53155" y="149"/>
                </a:lnTo>
                <a:lnTo>
                  <a:pt x="53100" y="130"/>
                </a:lnTo>
                <a:lnTo>
                  <a:pt x="53062" y="112"/>
                </a:lnTo>
                <a:lnTo>
                  <a:pt x="52951" y="93"/>
                </a:lnTo>
                <a:close/>
                <a:moveTo>
                  <a:pt x="49488" y="75"/>
                </a:moveTo>
                <a:lnTo>
                  <a:pt x="49432" y="93"/>
                </a:lnTo>
                <a:lnTo>
                  <a:pt x="49376" y="130"/>
                </a:lnTo>
                <a:lnTo>
                  <a:pt x="49339" y="168"/>
                </a:lnTo>
                <a:lnTo>
                  <a:pt x="49283" y="261"/>
                </a:lnTo>
                <a:lnTo>
                  <a:pt x="49264" y="372"/>
                </a:lnTo>
                <a:lnTo>
                  <a:pt x="49283" y="484"/>
                </a:lnTo>
                <a:lnTo>
                  <a:pt x="49339" y="577"/>
                </a:lnTo>
                <a:lnTo>
                  <a:pt x="49376" y="614"/>
                </a:lnTo>
                <a:lnTo>
                  <a:pt x="49432" y="652"/>
                </a:lnTo>
                <a:lnTo>
                  <a:pt x="49488" y="670"/>
                </a:lnTo>
                <a:lnTo>
                  <a:pt x="49618" y="670"/>
                </a:lnTo>
                <a:lnTo>
                  <a:pt x="49692" y="652"/>
                </a:lnTo>
                <a:lnTo>
                  <a:pt x="49730" y="614"/>
                </a:lnTo>
                <a:lnTo>
                  <a:pt x="49767" y="577"/>
                </a:lnTo>
                <a:lnTo>
                  <a:pt x="49823" y="484"/>
                </a:lnTo>
                <a:lnTo>
                  <a:pt x="49841" y="372"/>
                </a:lnTo>
                <a:lnTo>
                  <a:pt x="49823" y="261"/>
                </a:lnTo>
                <a:lnTo>
                  <a:pt x="49767" y="168"/>
                </a:lnTo>
                <a:lnTo>
                  <a:pt x="49730" y="130"/>
                </a:lnTo>
                <a:lnTo>
                  <a:pt x="49692" y="93"/>
                </a:lnTo>
                <a:lnTo>
                  <a:pt x="49618" y="75"/>
                </a:lnTo>
                <a:close/>
                <a:moveTo>
                  <a:pt x="60286" y="223"/>
                </a:moveTo>
                <a:lnTo>
                  <a:pt x="60193" y="242"/>
                </a:lnTo>
                <a:lnTo>
                  <a:pt x="60100" y="279"/>
                </a:lnTo>
                <a:lnTo>
                  <a:pt x="60063" y="317"/>
                </a:lnTo>
                <a:lnTo>
                  <a:pt x="60044" y="354"/>
                </a:lnTo>
                <a:lnTo>
                  <a:pt x="60025" y="428"/>
                </a:lnTo>
                <a:lnTo>
                  <a:pt x="60025" y="521"/>
                </a:lnTo>
                <a:lnTo>
                  <a:pt x="60063" y="596"/>
                </a:lnTo>
                <a:lnTo>
                  <a:pt x="60119" y="652"/>
                </a:lnTo>
                <a:lnTo>
                  <a:pt x="60212" y="689"/>
                </a:lnTo>
                <a:lnTo>
                  <a:pt x="60305" y="689"/>
                </a:lnTo>
                <a:lnTo>
                  <a:pt x="60379" y="652"/>
                </a:lnTo>
                <a:lnTo>
                  <a:pt x="60454" y="577"/>
                </a:lnTo>
                <a:lnTo>
                  <a:pt x="60491" y="503"/>
                </a:lnTo>
                <a:lnTo>
                  <a:pt x="60491" y="410"/>
                </a:lnTo>
                <a:lnTo>
                  <a:pt x="60454" y="317"/>
                </a:lnTo>
                <a:lnTo>
                  <a:pt x="60416" y="279"/>
                </a:lnTo>
                <a:lnTo>
                  <a:pt x="60379" y="261"/>
                </a:lnTo>
                <a:lnTo>
                  <a:pt x="60286" y="223"/>
                </a:lnTo>
                <a:close/>
                <a:moveTo>
                  <a:pt x="75758" y="56"/>
                </a:moveTo>
                <a:lnTo>
                  <a:pt x="75702" y="75"/>
                </a:lnTo>
                <a:lnTo>
                  <a:pt x="75646" y="112"/>
                </a:lnTo>
                <a:lnTo>
                  <a:pt x="75590" y="149"/>
                </a:lnTo>
                <a:lnTo>
                  <a:pt x="75553" y="205"/>
                </a:lnTo>
                <a:lnTo>
                  <a:pt x="75534" y="261"/>
                </a:lnTo>
                <a:lnTo>
                  <a:pt x="75516" y="317"/>
                </a:lnTo>
                <a:lnTo>
                  <a:pt x="75516" y="391"/>
                </a:lnTo>
                <a:lnTo>
                  <a:pt x="75534" y="503"/>
                </a:lnTo>
                <a:lnTo>
                  <a:pt x="75609" y="596"/>
                </a:lnTo>
                <a:lnTo>
                  <a:pt x="75702" y="670"/>
                </a:lnTo>
                <a:lnTo>
                  <a:pt x="75758" y="689"/>
                </a:lnTo>
                <a:lnTo>
                  <a:pt x="75888" y="689"/>
                </a:lnTo>
                <a:lnTo>
                  <a:pt x="75963" y="652"/>
                </a:lnTo>
                <a:lnTo>
                  <a:pt x="76018" y="633"/>
                </a:lnTo>
                <a:lnTo>
                  <a:pt x="76056" y="577"/>
                </a:lnTo>
                <a:lnTo>
                  <a:pt x="76093" y="521"/>
                </a:lnTo>
                <a:lnTo>
                  <a:pt x="76130" y="465"/>
                </a:lnTo>
                <a:lnTo>
                  <a:pt x="76149" y="410"/>
                </a:lnTo>
                <a:lnTo>
                  <a:pt x="76130" y="335"/>
                </a:lnTo>
                <a:lnTo>
                  <a:pt x="76111" y="223"/>
                </a:lnTo>
                <a:lnTo>
                  <a:pt x="76037" y="130"/>
                </a:lnTo>
                <a:lnTo>
                  <a:pt x="75944" y="75"/>
                </a:lnTo>
                <a:lnTo>
                  <a:pt x="75888" y="56"/>
                </a:lnTo>
                <a:close/>
                <a:moveTo>
                  <a:pt x="43176" y="130"/>
                </a:moveTo>
                <a:lnTo>
                  <a:pt x="43083" y="149"/>
                </a:lnTo>
                <a:lnTo>
                  <a:pt x="42990" y="186"/>
                </a:lnTo>
                <a:lnTo>
                  <a:pt x="42934" y="261"/>
                </a:lnTo>
                <a:lnTo>
                  <a:pt x="42878" y="335"/>
                </a:lnTo>
                <a:lnTo>
                  <a:pt x="42860" y="428"/>
                </a:lnTo>
                <a:lnTo>
                  <a:pt x="42860" y="521"/>
                </a:lnTo>
                <a:lnTo>
                  <a:pt x="42915" y="614"/>
                </a:lnTo>
                <a:lnTo>
                  <a:pt x="42971" y="670"/>
                </a:lnTo>
                <a:lnTo>
                  <a:pt x="43064" y="708"/>
                </a:lnTo>
                <a:lnTo>
                  <a:pt x="43157" y="708"/>
                </a:lnTo>
                <a:lnTo>
                  <a:pt x="43251" y="670"/>
                </a:lnTo>
                <a:lnTo>
                  <a:pt x="43325" y="614"/>
                </a:lnTo>
                <a:lnTo>
                  <a:pt x="43344" y="577"/>
                </a:lnTo>
                <a:lnTo>
                  <a:pt x="43362" y="568"/>
                </a:lnTo>
                <a:lnTo>
                  <a:pt x="43362" y="577"/>
                </a:lnTo>
                <a:lnTo>
                  <a:pt x="43381" y="559"/>
                </a:lnTo>
                <a:lnTo>
                  <a:pt x="43400" y="559"/>
                </a:lnTo>
                <a:lnTo>
                  <a:pt x="43400" y="540"/>
                </a:lnTo>
                <a:lnTo>
                  <a:pt x="43437" y="521"/>
                </a:lnTo>
                <a:lnTo>
                  <a:pt x="43474" y="503"/>
                </a:lnTo>
                <a:lnTo>
                  <a:pt x="43493" y="484"/>
                </a:lnTo>
                <a:lnTo>
                  <a:pt x="43530" y="410"/>
                </a:lnTo>
                <a:lnTo>
                  <a:pt x="43530" y="335"/>
                </a:lnTo>
                <a:lnTo>
                  <a:pt x="43511" y="279"/>
                </a:lnTo>
                <a:lnTo>
                  <a:pt x="43493" y="242"/>
                </a:lnTo>
                <a:lnTo>
                  <a:pt x="43418" y="186"/>
                </a:lnTo>
                <a:lnTo>
                  <a:pt x="43437" y="205"/>
                </a:lnTo>
                <a:lnTo>
                  <a:pt x="43362" y="149"/>
                </a:lnTo>
                <a:lnTo>
                  <a:pt x="43269" y="130"/>
                </a:lnTo>
                <a:close/>
                <a:moveTo>
                  <a:pt x="54570" y="19"/>
                </a:moveTo>
                <a:lnTo>
                  <a:pt x="54496" y="37"/>
                </a:lnTo>
                <a:lnTo>
                  <a:pt x="54421" y="56"/>
                </a:lnTo>
                <a:lnTo>
                  <a:pt x="54366" y="93"/>
                </a:lnTo>
                <a:lnTo>
                  <a:pt x="54328" y="149"/>
                </a:lnTo>
                <a:lnTo>
                  <a:pt x="54291" y="205"/>
                </a:lnTo>
                <a:lnTo>
                  <a:pt x="54254" y="261"/>
                </a:lnTo>
                <a:lnTo>
                  <a:pt x="54235" y="335"/>
                </a:lnTo>
                <a:lnTo>
                  <a:pt x="54235" y="391"/>
                </a:lnTo>
                <a:lnTo>
                  <a:pt x="54254" y="465"/>
                </a:lnTo>
                <a:lnTo>
                  <a:pt x="54272" y="521"/>
                </a:lnTo>
                <a:lnTo>
                  <a:pt x="54310" y="577"/>
                </a:lnTo>
                <a:lnTo>
                  <a:pt x="54347" y="633"/>
                </a:lnTo>
                <a:lnTo>
                  <a:pt x="54403" y="670"/>
                </a:lnTo>
                <a:lnTo>
                  <a:pt x="54459" y="689"/>
                </a:lnTo>
                <a:lnTo>
                  <a:pt x="54533" y="708"/>
                </a:lnTo>
                <a:lnTo>
                  <a:pt x="54663" y="708"/>
                </a:lnTo>
                <a:lnTo>
                  <a:pt x="54719" y="689"/>
                </a:lnTo>
                <a:lnTo>
                  <a:pt x="54775" y="652"/>
                </a:lnTo>
                <a:lnTo>
                  <a:pt x="54831" y="614"/>
                </a:lnTo>
                <a:lnTo>
                  <a:pt x="54887" y="559"/>
                </a:lnTo>
                <a:lnTo>
                  <a:pt x="54924" y="503"/>
                </a:lnTo>
                <a:lnTo>
                  <a:pt x="54943" y="428"/>
                </a:lnTo>
                <a:lnTo>
                  <a:pt x="54943" y="372"/>
                </a:lnTo>
                <a:lnTo>
                  <a:pt x="54943" y="298"/>
                </a:lnTo>
                <a:lnTo>
                  <a:pt x="54905" y="242"/>
                </a:lnTo>
                <a:lnTo>
                  <a:pt x="54868" y="168"/>
                </a:lnTo>
                <a:lnTo>
                  <a:pt x="54831" y="112"/>
                </a:lnTo>
                <a:lnTo>
                  <a:pt x="54775" y="75"/>
                </a:lnTo>
                <a:lnTo>
                  <a:pt x="54701" y="37"/>
                </a:lnTo>
                <a:lnTo>
                  <a:pt x="54645" y="19"/>
                </a:lnTo>
                <a:close/>
                <a:moveTo>
                  <a:pt x="46341" y="186"/>
                </a:moveTo>
                <a:lnTo>
                  <a:pt x="46304" y="205"/>
                </a:lnTo>
                <a:lnTo>
                  <a:pt x="46248" y="242"/>
                </a:lnTo>
                <a:lnTo>
                  <a:pt x="46211" y="279"/>
                </a:lnTo>
                <a:lnTo>
                  <a:pt x="46174" y="354"/>
                </a:lnTo>
                <a:lnTo>
                  <a:pt x="46155" y="465"/>
                </a:lnTo>
                <a:lnTo>
                  <a:pt x="46174" y="559"/>
                </a:lnTo>
                <a:lnTo>
                  <a:pt x="46211" y="652"/>
                </a:lnTo>
                <a:lnTo>
                  <a:pt x="46248" y="670"/>
                </a:lnTo>
                <a:lnTo>
                  <a:pt x="46304" y="708"/>
                </a:lnTo>
                <a:lnTo>
                  <a:pt x="46341" y="726"/>
                </a:lnTo>
                <a:lnTo>
                  <a:pt x="46472" y="726"/>
                </a:lnTo>
                <a:lnTo>
                  <a:pt x="46527" y="708"/>
                </a:lnTo>
                <a:lnTo>
                  <a:pt x="46565" y="670"/>
                </a:lnTo>
                <a:lnTo>
                  <a:pt x="46602" y="652"/>
                </a:lnTo>
                <a:lnTo>
                  <a:pt x="46658" y="559"/>
                </a:lnTo>
                <a:lnTo>
                  <a:pt x="46676" y="465"/>
                </a:lnTo>
                <a:lnTo>
                  <a:pt x="46658" y="354"/>
                </a:lnTo>
                <a:lnTo>
                  <a:pt x="46602" y="279"/>
                </a:lnTo>
                <a:lnTo>
                  <a:pt x="46565" y="242"/>
                </a:lnTo>
                <a:lnTo>
                  <a:pt x="46527" y="205"/>
                </a:lnTo>
                <a:lnTo>
                  <a:pt x="46472" y="186"/>
                </a:lnTo>
                <a:close/>
                <a:moveTo>
                  <a:pt x="61794" y="205"/>
                </a:moveTo>
                <a:lnTo>
                  <a:pt x="61701" y="242"/>
                </a:lnTo>
                <a:lnTo>
                  <a:pt x="61645" y="298"/>
                </a:lnTo>
                <a:lnTo>
                  <a:pt x="61608" y="354"/>
                </a:lnTo>
                <a:lnTo>
                  <a:pt x="61589" y="391"/>
                </a:lnTo>
                <a:lnTo>
                  <a:pt x="61589" y="484"/>
                </a:lnTo>
                <a:lnTo>
                  <a:pt x="61627" y="577"/>
                </a:lnTo>
                <a:lnTo>
                  <a:pt x="61682" y="652"/>
                </a:lnTo>
                <a:lnTo>
                  <a:pt x="61757" y="689"/>
                </a:lnTo>
                <a:lnTo>
                  <a:pt x="61850" y="726"/>
                </a:lnTo>
                <a:lnTo>
                  <a:pt x="61943" y="708"/>
                </a:lnTo>
                <a:lnTo>
                  <a:pt x="61980" y="670"/>
                </a:lnTo>
                <a:lnTo>
                  <a:pt x="62018" y="633"/>
                </a:lnTo>
                <a:lnTo>
                  <a:pt x="62073" y="596"/>
                </a:lnTo>
                <a:lnTo>
                  <a:pt x="62092" y="540"/>
                </a:lnTo>
                <a:lnTo>
                  <a:pt x="62111" y="484"/>
                </a:lnTo>
                <a:lnTo>
                  <a:pt x="62111" y="428"/>
                </a:lnTo>
                <a:lnTo>
                  <a:pt x="62092" y="372"/>
                </a:lnTo>
                <a:lnTo>
                  <a:pt x="62073" y="317"/>
                </a:lnTo>
                <a:lnTo>
                  <a:pt x="62036" y="279"/>
                </a:lnTo>
                <a:lnTo>
                  <a:pt x="61980" y="242"/>
                </a:lnTo>
                <a:lnTo>
                  <a:pt x="61887" y="205"/>
                </a:lnTo>
                <a:close/>
                <a:moveTo>
                  <a:pt x="18023" y="93"/>
                </a:moveTo>
                <a:lnTo>
                  <a:pt x="17967" y="112"/>
                </a:lnTo>
                <a:lnTo>
                  <a:pt x="17911" y="149"/>
                </a:lnTo>
                <a:lnTo>
                  <a:pt x="17856" y="168"/>
                </a:lnTo>
                <a:lnTo>
                  <a:pt x="17818" y="186"/>
                </a:lnTo>
                <a:lnTo>
                  <a:pt x="17744" y="261"/>
                </a:lnTo>
                <a:lnTo>
                  <a:pt x="17707" y="335"/>
                </a:lnTo>
                <a:lnTo>
                  <a:pt x="17688" y="372"/>
                </a:lnTo>
                <a:lnTo>
                  <a:pt x="17707" y="428"/>
                </a:lnTo>
                <a:lnTo>
                  <a:pt x="17725" y="447"/>
                </a:lnTo>
                <a:lnTo>
                  <a:pt x="17762" y="465"/>
                </a:lnTo>
                <a:lnTo>
                  <a:pt x="17762" y="484"/>
                </a:lnTo>
                <a:lnTo>
                  <a:pt x="17781" y="503"/>
                </a:lnTo>
                <a:lnTo>
                  <a:pt x="17818" y="614"/>
                </a:lnTo>
                <a:lnTo>
                  <a:pt x="17911" y="670"/>
                </a:lnTo>
                <a:lnTo>
                  <a:pt x="18004" y="726"/>
                </a:lnTo>
                <a:lnTo>
                  <a:pt x="18116" y="745"/>
                </a:lnTo>
                <a:lnTo>
                  <a:pt x="18228" y="726"/>
                </a:lnTo>
                <a:lnTo>
                  <a:pt x="18321" y="670"/>
                </a:lnTo>
                <a:lnTo>
                  <a:pt x="18358" y="614"/>
                </a:lnTo>
                <a:lnTo>
                  <a:pt x="18377" y="559"/>
                </a:lnTo>
                <a:lnTo>
                  <a:pt x="18414" y="503"/>
                </a:lnTo>
                <a:lnTo>
                  <a:pt x="18414" y="447"/>
                </a:lnTo>
                <a:lnTo>
                  <a:pt x="18395" y="335"/>
                </a:lnTo>
                <a:lnTo>
                  <a:pt x="18340" y="223"/>
                </a:lnTo>
                <a:lnTo>
                  <a:pt x="18265" y="149"/>
                </a:lnTo>
                <a:lnTo>
                  <a:pt x="18209" y="112"/>
                </a:lnTo>
                <a:lnTo>
                  <a:pt x="18153" y="93"/>
                </a:lnTo>
                <a:close/>
                <a:moveTo>
                  <a:pt x="44963" y="168"/>
                </a:moveTo>
                <a:lnTo>
                  <a:pt x="44852" y="205"/>
                </a:lnTo>
                <a:lnTo>
                  <a:pt x="44796" y="223"/>
                </a:lnTo>
                <a:lnTo>
                  <a:pt x="44759" y="261"/>
                </a:lnTo>
                <a:lnTo>
                  <a:pt x="44721" y="317"/>
                </a:lnTo>
                <a:lnTo>
                  <a:pt x="44703" y="372"/>
                </a:lnTo>
                <a:lnTo>
                  <a:pt x="44684" y="465"/>
                </a:lnTo>
                <a:lnTo>
                  <a:pt x="44703" y="577"/>
                </a:lnTo>
                <a:lnTo>
                  <a:pt x="44740" y="633"/>
                </a:lnTo>
                <a:lnTo>
                  <a:pt x="44777" y="670"/>
                </a:lnTo>
                <a:lnTo>
                  <a:pt x="44833" y="708"/>
                </a:lnTo>
                <a:lnTo>
                  <a:pt x="44870" y="726"/>
                </a:lnTo>
                <a:lnTo>
                  <a:pt x="44982" y="745"/>
                </a:lnTo>
                <a:lnTo>
                  <a:pt x="45094" y="708"/>
                </a:lnTo>
                <a:lnTo>
                  <a:pt x="45150" y="689"/>
                </a:lnTo>
                <a:lnTo>
                  <a:pt x="45187" y="652"/>
                </a:lnTo>
                <a:lnTo>
                  <a:pt x="45243" y="540"/>
                </a:lnTo>
                <a:lnTo>
                  <a:pt x="45261" y="447"/>
                </a:lnTo>
                <a:lnTo>
                  <a:pt x="45243" y="354"/>
                </a:lnTo>
                <a:lnTo>
                  <a:pt x="45168" y="261"/>
                </a:lnTo>
                <a:lnTo>
                  <a:pt x="45131" y="205"/>
                </a:lnTo>
                <a:lnTo>
                  <a:pt x="45075" y="186"/>
                </a:lnTo>
                <a:lnTo>
                  <a:pt x="45019" y="168"/>
                </a:lnTo>
                <a:close/>
                <a:moveTo>
                  <a:pt x="86296" y="0"/>
                </a:moveTo>
                <a:lnTo>
                  <a:pt x="86221" y="19"/>
                </a:lnTo>
                <a:lnTo>
                  <a:pt x="86147" y="37"/>
                </a:lnTo>
                <a:lnTo>
                  <a:pt x="86072" y="75"/>
                </a:lnTo>
                <a:lnTo>
                  <a:pt x="86016" y="130"/>
                </a:lnTo>
                <a:lnTo>
                  <a:pt x="85979" y="186"/>
                </a:lnTo>
                <a:lnTo>
                  <a:pt x="85942" y="261"/>
                </a:lnTo>
                <a:lnTo>
                  <a:pt x="85923" y="335"/>
                </a:lnTo>
                <a:lnTo>
                  <a:pt x="85923" y="410"/>
                </a:lnTo>
                <a:lnTo>
                  <a:pt x="85942" y="484"/>
                </a:lnTo>
                <a:lnTo>
                  <a:pt x="85979" y="540"/>
                </a:lnTo>
                <a:lnTo>
                  <a:pt x="86054" y="633"/>
                </a:lnTo>
                <a:lnTo>
                  <a:pt x="86109" y="689"/>
                </a:lnTo>
                <a:lnTo>
                  <a:pt x="86165" y="708"/>
                </a:lnTo>
                <a:lnTo>
                  <a:pt x="86221" y="726"/>
                </a:lnTo>
                <a:lnTo>
                  <a:pt x="86296" y="745"/>
                </a:lnTo>
                <a:lnTo>
                  <a:pt x="86370" y="726"/>
                </a:lnTo>
                <a:lnTo>
                  <a:pt x="86444" y="708"/>
                </a:lnTo>
                <a:lnTo>
                  <a:pt x="86500" y="670"/>
                </a:lnTo>
                <a:lnTo>
                  <a:pt x="86556" y="614"/>
                </a:lnTo>
                <a:lnTo>
                  <a:pt x="86612" y="559"/>
                </a:lnTo>
                <a:lnTo>
                  <a:pt x="86649" y="484"/>
                </a:lnTo>
                <a:lnTo>
                  <a:pt x="86649" y="410"/>
                </a:lnTo>
                <a:lnTo>
                  <a:pt x="86649" y="335"/>
                </a:lnTo>
                <a:lnTo>
                  <a:pt x="86631" y="261"/>
                </a:lnTo>
                <a:lnTo>
                  <a:pt x="86612" y="205"/>
                </a:lnTo>
                <a:lnTo>
                  <a:pt x="86538" y="93"/>
                </a:lnTo>
                <a:lnTo>
                  <a:pt x="86482" y="56"/>
                </a:lnTo>
                <a:lnTo>
                  <a:pt x="86426" y="37"/>
                </a:lnTo>
                <a:lnTo>
                  <a:pt x="86370" y="19"/>
                </a:lnTo>
                <a:lnTo>
                  <a:pt x="86296" y="0"/>
                </a:lnTo>
                <a:close/>
                <a:moveTo>
                  <a:pt x="5344" y="503"/>
                </a:moveTo>
                <a:lnTo>
                  <a:pt x="5307" y="540"/>
                </a:lnTo>
                <a:lnTo>
                  <a:pt x="5288" y="577"/>
                </a:lnTo>
                <a:lnTo>
                  <a:pt x="5270" y="633"/>
                </a:lnTo>
                <a:lnTo>
                  <a:pt x="5288" y="670"/>
                </a:lnTo>
                <a:lnTo>
                  <a:pt x="5307" y="726"/>
                </a:lnTo>
                <a:lnTo>
                  <a:pt x="5344" y="745"/>
                </a:lnTo>
                <a:lnTo>
                  <a:pt x="5400" y="763"/>
                </a:lnTo>
                <a:lnTo>
                  <a:pt x="5456" y="745"/>
                </a:lnTo>
                <a:lnTo>
                  <a:pt x="5493" y="726"/>
                </a:lnTo>
                <a:lnTo>
                  <a:pt x="5530" y="670"/>
                </a:lnTo>
                <a:lnTo>
                  <a:pt x="5530" y="633"/>
                </a:lnTo>
                <a:lnTo>
                  <a:pt x="5530" y="577"/>
                </a:lnTo>
                <a:lnTo>
                  <a:pt x="5493" y="540"/>
                </a:lnTo>
                <a:lnTo>
                  <a:pt x="5456" y="503"/>
                </a:lnTo>
                <a:close/>
                <a:moveTo>
                  <a:pt x="67249" y="75"/>
                </a:moveTo>
                <a:lnTo>
                  <a:pt x="67193" y="93"/>
                </a:lnTo>
                <a:lnTo>
                  <a:pt x="67119" y="112"/>
                </a:lnTo>
                <a:lnTo>
                  <a:pt x="67063" y="149"/>
                </a:lnTo>
                <a:lnTo>
                  <a:pt x="67026" y="186"/>
                </a:lnTo>
                <a:lnTo>
                  <a:pt x="66970" y="242"/>
                </a:lnTo>
                <a:lnTo>
                  <a:pt x="66951" y="298"/>
                </a:lnTo>
                <a:lnTo>
                  <a:pt x="66933" y="372"/>
                </a:lnTo>
                <a:lnTo>
                  <a:pt x="66914" y="428"/>
                </a:lnTo>
                <a:lnTo>
                  <a:pt x="66933" y="484"/>
                </a:lnTo>
                <a:lnTo>
                  <a:pt x="66933" y="559"/>
                </a:lnTo>
                <a:lnTo>
                  <a:pt x="66970" y="614"/>
                </a:lnTo>
                <a:lnTo>
                  <a:pt x="67007" y="652"/>
                </a:lnTo>
                <a:lnTo>
                  <a:pt x="67063" y="708"/>
                </a:lnTo>
                <a:lnTo>
                  <a:pt x="67119" y="726"/>
                </a:lnTo>
                <a:lnTo>
                  <a:pt x="67193" y="763"/>
                </a:lnTo>
                <a:lnTo>
                  <a:pt x="67268" y="763"/>
                </a:lnTo>
                <a:lnTo>
                  <a:pt x="67324" y="745"/>
                </a:lnTo>
                <a:lnTo>
                  <a:pt x="67398" y="726"/>
                </a:lnTo>
                <a:lnTo>
                  <a:pt x="67454" y="689"/>
                </a:lnTo>
                <a:lnTo>
                  <a:pt x="67491" y="633"/>
                </a:lnTo>
                <a:lnTo>
                  <a:pt x="67566" y="521"/>
                </a:lnTo>
                <a:lnTo>
                  <a:pt x="67603" y="372"/>
                </a:lnTo>
                <a:lnTo>
                  <a:pt x="67603" y="317"/>
                </a:lnTo>
                <a:lnTo>
                  <a:pt x="67584" y="242"/>
                </a:lnTo>
                <a:lnTo>
                  <a:pt x="67566" y="186"/>
                </a:lnTo>
                <a:lnTo>
                  <a:pt x="67529" y="149"/>
                </a:lnTo>
                <a:lnTo>
                  <a:pt x="67473" y="112"/>
                </a:lnTo>
                <a:lnTo>
                  <a:pt x="67398" y="75"/>
                </a:lnTo>
                <a:close/>
                <a:moveTo>
                  <a:pt x="81064" y="149"/>
                </a:moveTo>
                <a:lnTo>
                  <a:pt x="81008" y="168"/>
                </a:lnTo>
                <a:lnTo>
                  <a:pt x="80952" y="186"/>
                </a:lnTo>
                <a:lnTo>
                  <a:pt x="80896" y="223"/>
                </a:lnTo>
                <a:lnTo>
                  <a:pt x="80859" y="279"/>
                </a:lnTo>
                <a:lnTo>
                  <a:pt x="80822" y="335"/>
                </a:lnTo>
                <a:lnTo>
                  <a:pt x="80803" y="391"/>
                </a:lnTo>
                <a:lnTo>
                  <a:pt x="80785" y="447"/>
                </a:lnTo>
                <a:lnTo>
                  <a:pt x="80803" y="521"/>
                </a:lnTo>
                <a:lnTo>
                  <a:pt x="80822" y="577"/>
                </a:lnTo>
                <a:lnTo>
                  <a:pt x="80840" y="633"/>
                </a:lnTo>
                <a:lnTo>
                  <a:pt x="80878" y="670"/>
                </a:lnTo>
                <a:lnTo>
                  <a:pt x="80934" y="708"/>
                </a:lnTo>
                <a:lnTo>
                  <a:pt x="80989" y="745"/>
                </a:lnTo>
                <a:lnTo>
                  <a:pt x="81045" y="763"/>
                </a:lnTo>
                <a:lnTo>
                  <a:pt x="81176" y="763"/>
                </a:lnTo>
                <a:lnTo>
                  <a:pt x="81306" y="726"/>
                </a:lnTo>
                <a:lnTo>
                  <a:pt x="81380" y="689"/>
                </a:lnTo>
                <a:lnTo>
                  <a:pt x="81436" y="633"/>
                </a:lnTo>
                <a:lnTo>
                  <a:pt x="81473" y="577"/>
                </a:lnTo>
                <a:lnTo>
                  <a:pt x="81492" y="540"/>
                </a:lnTo>
                <a:lnTo>
                  <a:pt x="81511" y="465"/>
                </a:lnTo>
                <a:lnTo>
                  <a:pt x="81492" y="391"/>
                </a:lnTo>
                <a:lnTo>
                  <a:pt x="81473" y="335"/>
                </a:lnTo>
                <a:lnTo>
                  <a:pt x="81436" y="279"/>
                </a:lnTo>
                <a:lnTo>
                  <a:pt x="81306" y="205"/>
                </a:lnTo>
                <a:lnTo>
                  <a:pt x="81194" y="149"/>
                </a:lnTo>
                <a:close/>
                <a:moveTo>
                  <a:pt x="48445" y="56"/>
                </a:moveTo>
                <a:lnTo>
                  <a:pt x="48371" y="75"/>
                </a:lnTo>
                <a:lnTo>
                  <a:pt x="48296" y="93"/>
                </a:lnTo>
                <a:lnTo>
                  <a:pt x="48222" y="130"/>
                </a:lnTo>
                <a:lnTo>
                  <a:pt x="48166" y="186"/>
                </a:lnTo>
                <a:lnTo>
                  <a:pt x="48129" y="242"/>
                </a:lnTo>
                <a:lnTo>
                  <a:pt x="48091" y="317"/>
                </a:lnTo>
                <a:lnTo>
                  <a:pt x="48091" y="391"/>
                </a:lnTo>
                <a:lnTo>
                  <a:pt x="48091" y="465"/>
                </a:lnTo>
                <a:lnTo>
                  <a:pt x="48110" y="521"/>
                </a:lnTo>
                <a:lnTo>
                  <a:pt x="48129" y="577"/>
                </a:lnTo>
                <a:lnTo>
                  <a:pt x="48203" y="689"/>
                </a:lnTo>
                <a:lnTo>
                  <a:pt x="48259" y="726"/>
                </a:lnTo>
                <a:lnTo>
                  <a:pt x="48315" y="745"/>
                </a:lnTo>
                <a:lnTo>
                  <a:pt x="48371" y="763"/>
                </a:lnTo>
                <a:lnTo>
                  <a:pt x="48445" y="782"/>
                </a:lnTo>
                <a:lnTo>
                  <a:pt x="48520" y="763"/>
                </a:lnTo>
                <a:lnTo>
                  <a:pt x="48594" y="745"/>
                </a:lnTo>
                <a:lnTo>
                  <a:pt x="48650" y="708"/>
                </a:lnTo>
                <a:lnTo>
                  <a:pt x="48706" y="652"/>
                </a:lnTo>
                <a:lnTo>
                  <a:pt x="48743" y="596"/>
                </a:lnTo>
                <a:lnTo>
                  <a:pt x="48780" y="521"/>
                </a:lnTo>
                <a:lnTo>
                  <a:pt x="48799" y="447"/>
                </a:lnTo>
                <a:lnTo>
                  <a:pt x="48799" y="372"/>
                </a:lnTo>
                <a:lnTo>
                  <a:pt x="48780" y="317"/>
                </a:lnTo>
                <a:lnTo>
                  <a:pt x="48743" y="261"/>
                </a:lnTo>
                <a:lnTo>
                  <a:pt x="48668" y="149"/>
                </a:lnTo>
                <a:lnTo>
                  <a:pt x="48631" y="112"/>
                </a:lnTo>
                <a:lnTo>
                  <a:pt x="48575" y="93"/>
                </a:lnTo>
                <a:lnTo>
                  <a:pt x="48501" y="75"/>
                </a:lnTo>
                <a:lnTo>
                  <a:pt x="48445" y="56"/>
                </a:lnTo>
                <a:close/>
                <a:moveTo>
                  <a:pt x="65201" y="37"/>
                </a:moveTo>
                <a:lnTo>
                  <a:pt x="65145" y="56"/>
                </a:lnTo>
                <a:lnTo>
                  <a:pt x="65090" y="93"/>
                </a:lnTo>
                <a:lnTo>
                  <a:pt x="65034" y="130"/>
                </a:lnTo>
                <a:lnTo>
                  <a:pt x="64978" y="186"/>
                </a:lnTo>
                <a:lnTo>
                  <a:pt x="64959" y="242"/>
                </a:lnTo>
                <a:lnTo>
                  <a:pt x="64922" y="354"/>
                </a:lnTo>
                <a:lnTo>
                  <a:pt x="64922" y="484"/>
                </a:lnTo>
                <a:lnTo>
                  <a:pt x="64941" y="540"/>
                </a:lnTo>
                <a:lnTo>
                  <a:pt x="64959" y="596"/>
                </a:lnTo>
                <a:lnTo>
                  <a:pt x="64996" y="652"/>
                </a:lnTo>
                <a:lnTo>
                  <a:pt x="65052" y="708"/>
                </a:lnTo>
                <a:lnTo>
                  <a:pt x="65108" y="726"/>
                </a:lnTo>
                <a:lnTo>
                  <a:pt x="65164" y="763"/>
                </a:lnTo>
                <a:lnTo>
                  <a:pt x="65239" y="782"/>
                </a:lnTo>
                <a:lnTo>
                  <a:pt x="65294" y="782"/>
                </a:lnTo>
                <a:lnTo>
                  <a:pt x="65369" y="763"/>
                </a:lnTo>
                <a:lnTo>
                  <a:pt x="65425" y="745"/>
                </a:lnTo>
                <a:lnTo>
                  <a:pt x="65518" y="689"/>
                </a:lnTo>
                <a:lnTo>
                  <a:pt x="65592" y="596"/>
                </a:lnTo>
                <a:lnTo>
                  <a:pt x="65629" y="521"/>
                </a:lnTo>
                <a:lnTo>
                  <a:pt x="65629" y="465"/>
                </a:lnTo>
                <a:lnTo>
                  <a:pt x="65611" y="335"/>
                </a:lnTo>
                <a:lnTo>
                  <a:pt x="65611" y="279"/>
                </a:lnTo>
                <a:lnTo>
                  <a:pt x="65574" y="242"/>
                </a:lnTo>
                <a:lnTo>
                  <a:pt x="65499" y="149"/>
                </a:lnTo>
                <a:lnTo>
                  <a:pt x="65518" y="149"/>
                </a:lnTo>
                <a:lnTo>
                  <a:pt x="65406" y="75"/>
                </a:lnTo>
                <a:lnTo>
                  <a:pt x="65332" y="56"/>
                </a:lnTo>
                <a:lnTo>
                  <a:pt x="65276" y="37"/>
                </a:lnTo>
                <a:close/>
                <a:moveTo>
                  <a:pt x="88046" y="149"/>
                </a:moveTo>
                <a:lnTo>
                  <a:pt x="87990" y="168"/>
                </a:lnTo>
                <a:lnTo>
                  <a:pt x="87934" y="186"/>
                </a:lnTo>
                <a:lnTo>
                  <a:pt x="87878" y="223"/>
                </a:lnTo>
                <a:lnTo>
                  <a:pt x="87841" y="279"/>
                </a:lnTo>
                <a:lnTo>
                  <a:pt x="87822" y="335"/>
                </a:lnTo>
                <a:lnTo>
                  <a:pt x="87804" y="391"/>
                </a:lnTo>
                <a:lnTo>
                  <a:pt x="87785" y="465"/>
                </a:lnTo>
                <a:lnTo>
                  <a:pt x="87804" y="521"/>
                </a:lnTo>
                <a:lnTo>
                  <a:pt x="87822" y="577"/>
                </a:lnTo>
                <a:lnTo>
                  <a:pt x="87841" y="633"/>
                </a:lnTo>
                <a:lnTo>
                  <a:pt x="87878" y="689"/>
                </a:lnTo>
                <a:lnTo>
                  <a:pt x="87934" y="726"/>
                </a:lnTo>
                <a:lnTo>
                  <a:pt x="87990" y="745"/>
                </a:lnTo>
                <a:lnTo>
                  <a:pt x="88046" y="763"/>
                </a:lnTo>
                <a:lnTo>
                  <a:pt x="88101" y="782"/>
                </a:lnTo>
                <a:lnTo>
                  <a:pt x="88176" y="763"/>
                </a:lnTo>
                <a:lnTo>
                  <a:pt x="88232" y="745"/>
                </a:lnTo>
                <a:lnTo>
                  <a:pt x="88288" y="726"/>
                </a:lnTo>
                <a:lnTo>
                  <a:pt x="88344" y="689"/>
                </a:lnTo>
                <a:lnTo>
                  <a:pt x="88381" y="633"/>
                </a:lnTo>
                <a:lnTo>
                  <a:pt x="88399" y="577"/>
                </a:lnTo>
                <a:lnTo>
                  <a:pt x="88418" y="521"/>
                </a:lnTo>
                <a:lnTo>
                  <a:pt x="88418" y="465"/>
                </a:lnTo>
                <a:lnTo>
                  <a:pt x="88418" y="391"/>
                </a:lnTo>
                <a:lnTo>
                  <a:pt x="88399" y="335"/>
                </a:lnTo>
                <a:lnTo>
                  <a:pt x="88381" y="279"/>
                </a:lnTo>
                <a:lnTo>
                  <a:pt x="88325" y="242"/>
                </a:lnTo>
                <a:lnTo>
                  <a:pt x="88288" y="186"/>
                </a:lnTo>
                <a:lnTo>
                  <a:pt x="88232" y="168"/>
                </a:lnTo>
                <a:lnTo>
                  <a:pt x="88176" y="149"/>
                </a:lnTo>
                <a:close/>
                <a:moveTo>
                  <a:pt x="27053" y="279"/>
                </a:moveTo>
                <a:lnTo>
                  <a:pt x="26960" y="298"/>
                </a:lnTo>
                <a:lnTo>
                  <a:pt x="26885" y="335"/>
                </a:lnTo>
                <a:lnTo>
                  <a:pt x="26811" y="391"/>
                </a:lnTo>
                <a:lnTo>
                  <a:pt x="26774" y="484"/>
                </a:lnTo>
                <a:lnTo>
                  <a:pt x="26774" y="577"/>
                </a:lnTo>
                <a:lnTo>
                  <a:pt x="26811" y="670"/>
                </a:lnTo>
                <a:lnTo>
                  <a:pt x="26867" y="763"/>
                </a:lnTo>
                <a:lnTo>
                  <a:pt x="26904" y="782"/>
                </a:lnTo>
                <a:lnTo>
                  <a:pt x="26960" y="801"/>
                </a:lnTo>
                <a:lnTo>
                  <a:pt x="27071" y="801"/>
                </a:lnTo>
                <a:lnTo>
                  <a:pt x="27183" y="763"/>
                </a:lnTo>
                <a:lnTo>
                  <a:pt x="27258" y="689"/>
                </a:lnTo>
                <a:lnTo>
                  <a:pt x="27276" y="652"/>
                </a:lnTo>
                <a:lnTo>
                  <a:pt x="27295" y="596"/>
                </a:lnTo>
                <a:lnTo>
                  <a:pt x="27295" y="540"/>
                </a:lnTo>
                <a:lnTo>
                  <a:pt x="27295" y="484"/>
                </a:lnTo>
                <a:lnTo>
                  <a:pt x="27239" y="391"/>
                </a:lnTo>
                <a:lnTo>
                  <a:pt x="27165" y="317"/>
                </a:lnTo>
                <a:lnTo>
                  <a:pt x="27109" y="298"/>
                </a:lnTo>
                <a:lnTo>
                  <a:pt x="27053" y="279"/>
                </a:lnTo>
                <a:close/>
                <a:moveTo>
                  <a:pt x="51089" y="112"/>
                </a:moveTo>
                <a:lnTo>
                  <a:pt x="51014" y="130"/>
                </a:lnTo>
                <a:lnTo>
                  <a:pt x="50958" y="149"/>
                </a:lnTo>
                <a:lnTo>
                  <a:pt x="50903" y="168"/>
                </a:lnTo>
                <a:lnTo>
                  <a:pt x="50847" y="223"/>
                </a:lnTo>
                <a:lnTo>
                  <a:pt x="50791" y="261"/>
                </a:lnTo>
                <a:lnTo>
                  <a:pt x="50772" y="335"/>
                </a:lnTo>
                <a:lnTo>
                  <a:pt x="50754" y="391"/>
                </a:lnTo>
                <a:lnTo>
                  <a:pt x="50735" y="465"/>
                </a:lnTo>
                <a:lnTo>
                  <a:pt x="50754" y="521"/>
                </a:lnTo>
                <a:lnTo>
                  <a:pt x="50772" y="596"/>
                </a:lnTo>
                <a:lnTo>
                  <a:pt x="50810" y="652"/>
                </a:lnTo>
                <a:lnTo>
                  <a:pt x="50847" y="689"/>
                </a:lnTo>
                <a:lnTo>
                  <a:pt x="50884" y="745"/>
                </a:lnTo>
                <a:lnTo>
                  <a:pt x="50958" y="763"/>
                </a:lnTo>
                <a:lnTo>
                  <a:pt x="51014" y="801"/>
                </a:lnTo>
                <a:lnTo>
                  <a:pt x="51145" y="801"/>
                </a:lnTo>
                <a:lnTo>
                  <a:pt x="51219" y="763"/>
                </a:lnTo>
                <a:lnTo>
                  <a:pt x="51275" y="745"/>
                </a:lnTo>
                <a:lnTo>
                  <a:pt x="51331" y="689"/>
                </a:lnTo>
                <a:lnTo>
                  <a:pt x="51368" y="652"/>
                </a:lnTo>
                <a:lnTo>
                  <a:pt x="51405" y="596"/>
                </a:lnTo>
                <a:lnTo>
                  <a:pt x="51424" y="521"/>
                </a:lnTo>
                <a:lnTo>
                  <a:pt x="51424" y="465"/>
                </a:lnTo>
                <a:lnTo>
                  <a:pt x="51424" y="391"/>
                </a:lnTo>
                <a:lnTo>
                  <a:pt x="51387" y="335"/>
                </a:lnTo>
                <a:lnTo>
                  <a:pt x="51368" y="261"/>
                </a:lnTo>
                <a:lnTo>
                  <a:pt x="51331" y="223"/>
                </a:lnTo>
                <a:lnTo>
                  <a:pt x="51275" y="168"/>
                </a:lnTo>
                <a:lnTo>
                  <a:pt x="51219" y="149"/>
                </a:lnTo>
                <a:lnTo>
                  <a:pt x="51145" y="130"/>
                </a:lnTo>
                <a:lnTo>
                  <a:pt x="51089" y="112"/>
                </a:lnTo>
                <a:close/>
                <a:moveTo>
                  <a:pt x="72481" y="112"/>
                </a:moveTo>
                <a:lnTo>
                  <a:pt x="72425" y="130"/>
                </a:lnTo>
                <a:lnTo>
                  <a:pt x="72369" y="168"/>
                </a:lnTo>
                <a:lnTo>
                  <a:pt x="72313" y="205"/>
                </a:lnTo>
                <a:lnTo>
                  <a:pt x="72276" y="242"/>
                </a:lnTo>
                <a:lnTo>
                  <a:pt x="72220" y="354"/>
                </a:lnTo>
                <a:lnTo>
                  <a:pt x="72202" y="465"/>
                </a:lnTo>
                <a:lnTo>
                  <a:pt x="72202" y="540"/>
                </a:lnTo>
                <a:lnTo>
                  <a:pt x="72220" y="596"/>
                </a:lnTo>
                <a:lnTo>
                  <a:pt x="72258" y="652"/>
                </a:lnTo>
                <a:lnTo>
                  <a:pt x="72313" y="708"/>
                </a:lnTo>
                <a:lnTo>
                  <a:pt x="72369" y="745"/>
                </a:lnTo>
                <a:lnTo>
                  <a:pt x="72425" y="782"/>
                </a:lnTo>
                <a:lnTo>
                  <a:pt x="72500" y="801"/>
                </a:lnTo>
                <a:lnTo>
                  <a:pt x="72555" y="801"/>
                </a:lnTo>
                <a:lnTo>
                  <a:pt x="72630" y="782"/>
                </a:lnTo>
                <a:lnTo>
                  <a:pt x="72704" y="763"/>
                </a:lnTo>
                <a:lnTo>
                  <a:pt x="72760" y="726"/>
                </a:lnTo>
                <a:lnTo>
                  <a:pt x="72816" y="670"/>
                </a:lnTo>
                <a:lnTo>
                  <a:pt x="72853" y="596"/>
                </a:lnTo>
                <a:lnTo>
                  <a:pt x="72872" y="540"/>
                </a:lnTo>
                <a:lnTo>
                  <a:pt x="72872" y="465"/>
                </a:lnTo>
                <a:lnTo>
                  <a:pt x="72872" y="391"/>
                </a:lnTo>
                <a:lnTo>
                  <a:pt x="72853" y="335"/>
                </a:lnTo>
                <a:lnTo>
                  <a:pt x="72816" y="261"/>
                </a:lnTo>
                <a:lnTo>
                  <a:pt x="72779" y="205"/>
                </a:lnTo>
                <a:lnTo>
                  <a:pt x="72723" y="168"/>
                </a:lnTo>
                <a:lnTo>
                  <a:pt x="72611" y="130"/>
                </a:lnTo>
                <a:lnTo>
                  <a:pt x="72555" y="112"/>
                </a:lnTo>
                <a:close/>
                <a:moveTo>
                  <a:pt x="73915" y="112"/>
                </a:moveTo>
                <a:lnTo>
                  <a:pt x="73840" y="149"/>
                </a:lnTo>
                <a:lnTo>
                  <a:pt x="73784" y="186"/>
                </a:lnTo>
                <a:lnTo>
                  <a:pt x="73728" y="242"/>
                </a:lnTo>
                <a:lnTo>
                  <a:pt x="73691" y="298"/>
                </a:lnTo>
                <a:lnTo>
                  <a:pt x="73654" y="354"/>
                </a:lnTo>
                <a:lnTo>
                  <a:pt x="73635" y="428"/>
                </a:lnTo>
                <a:lnTo>
                  <a:pt x="73635" y="484"/>
                </a:lnTo>
                <a:lnTo>
                  <a:pt x="73654" y="559"/>
                </a:lnTo>
                <a:lnTo>
                  <a:pt x="73691" y="633"/>
                </a:lnTo>
                <a:lnTo>
                  <a:pt x="73728" y="689"/>
                </a:lnTo>
                <a:lnTo>
                  <a:pt x="73784" y="726"/>
                </a:lnTo>
                <a:lnTo>
                  <a:pt x="73840" y="763"/>
                </a:lnTo>
                <a:lnTo>
                  <a:pt x="73915" y="801"/>
                </a:lnTo>
                <a:lnTo>
                  <a:pt x="74119" y="801"/>
                </a:lnTo>
                <a:lnTo>
                  <a:pt x="74175" y="763"/>
                </a:lnTo>
                <a:lnTo>
                  <a:pt x="74324" y="670"/>
                </a:lnTo>
                <a:lnTo>
                  <a:pt x="74380" y="633"/>
                </a:lnTo>
                <a:lnTo>
                  <a:pt x="74417" y="559"/>
                </a:lnTo>
                <a:lnTo>
                  <a:pt x="74436" y="484"/>
                </a:lnTo>
                <a:lnTo>
                  <a:pt x="74436" y="410"/>
                </a:lnTo>
                <a:lnTo>
                  <a:pt x="74399" y="335"/>
                </a:lnTo>
                <a:lnTo>
                  <a:pt x="74361" y="279"/>
                </a:lnTo>
                <a:lnTo>
                  <a:pt x="74250" y="186"/>
                </a:lnTo>
                <a:lnTo>
                  <a:pt x="74119" y="130"/>
                </a:lnTo>
                <a:lnTo>
                  <a:pt x="74045" y="112"/>
                </a:lnTo>
                <a:close/>
                <a:moveTo>
                  <a:pt x="77862" y="447"/>
                </a:moveTo>
                <a:lnTo>
                  <a:pt x="77806" y="484"/>
                </a:lnTo>
                <a:lnTo>
                  <a:pt x="77768" y="540"/>
                </a:lnTo>
                <a:lnTo>
                  <a:pt x="77750" y="596"/>
                </a:lnTo>
                <a:lnTo>
                  <a:pt x="77750" y="670"/>
                </a:lnTo>
                <a:lnTo>
                  <a:pt x="77768" y="726"/>
                </a:lnTo>
                <a:lnTo>
                  <a:pt x="77824" y="782"/>
                </a:lnTo>
                <a:lnTo>
                  <a:pt x="77880" y="801"/>
                </a:lnTo>
                <a:lnTo>
                  <a:pt x="77955" y="782"/>
                </a:lnTo>
                <a:lnTo>
                  <a:pt x="77992" y="763"/>
                </a:lnTo>
                <a:lnTo>
                  <a:pt x="78048" y="708"/>
                </a:lnTo>
                <a:lnTo>
                  <a:pt x="78066" y="652"/>
                </a:lnTo>
                <a:lnTo>
                  <a:pt x="78066" y="596"/>
                </a:lnTo>
                <a:lnTo>
                  <a:pt x="78029" y="540"/>
                </a:lnTo>
                <a:lnTo>
                  <a:pt x="77992" y="484"/>
                </a:lnTo>
                <a:lnTo>
                  <a:pt x="77936" y="447"/>
                </a:lnTo>
                <a:close/>
                <a:moveTo>
                  <a:pt x="13108" y="261"/>
                </a:moveTo>
                <a:lnTo>
                  <a:pt x="13052" y="279"/>
                </a:lnTo>
                <a:lnTo>
                  <a:pt x="12996" y="317"/>
                </a:lnTo>
                <a:lnTo>
                  <a:pt x="12959" y="372"/>
                </a:lnTo>
                <a:lnTo>
                  <a:pt x="12922" y="410"/>
                </a:lnTo>
                <a:lnTo>
                  <a:pt x="12903" y="465"/>
                </a:lnTo>
                <a:lnTo>
                  <a:pt x="12903" y="521"/>
                </a:lnTo>
                <a:lnTo>
                  <a:pt x="12903" y="577"/>
                </a:lnTo>
                <a:lnTo>
                  <a:pt x="12940" y="689"/>
                </a:lnTo>
                <a:lnTo>
                  <a:pt x="12978" y="745"/>
                </a:lnTo>
                <a:lnTo>
                  <a:pt x="13015" y="782"/>
                </a:lnTo>
                <a:lnTo>
                  <a:pt x="13071" y="819"/>
                </a:lnTo>
                <a:lnTo>
                  <a:pt x="13127" y="819"/>
                </a:lnTo>
                <a:lnTo>
                  <a:pt x="13238" y="838"/>
                </a:lnTo>
                <a:lnTo>
                  <a:pt x="13350" y="801"/>
                </a:lnTo>
                <a:lnTo>
                  <a:pt x="13443" y="726"/>
                </a:lnTo>
                <a:lnTo>
                  <a:pt x="13462" y="670"/>
                </a:lnTo>
                <a:lnTo>
                  <a:pt x="13480" y="633"/>
                </a:lnTo>
                <a:lnTo>
                  <a:pt x="13499" y="521"/>
                </a:lnTo>
                <a:lnTo>
                  <a:pt x="13462" y="410"/>
                </a:lnTo>
                <a:lnTo>
                  <a:pt x="13406" y="335"/>
                </a:lnTo>
                <a:lnTo>
                  <a:pt x="13294" y="279"/>
                </a:lnTo>
                <a:lnTo>
                  <a:pt x="13238" y="261"/>
                </a:lnTo>
                <a:close/>
                <a:moveTo>
                  <a:pt x="28729" y="186"/>
                </a:moveTo>
                <a:lnTo>
                  <a:pt x="28673" y="205"/>
                </a:lnTo>
                <a:lnTo>
                  <a:pt x="28598" y="205"/>
                </a:lnTo>
                <a:lnTo>
                  <a:pt x="28542" y="242"/>
                </a:lnTo>
                <a:lnTo>
                  <a:pt x="28486" y="279"/>
                </a:lnTo>
                <a:lnTo>
                  <a:pt x="28449" y="317"/>
                </a:lnTo>
                <a:lnTo>
                  <a:pt x="28412" y="372"/>
                </a:lnTo>
                <a:lnTo>
                  <a:pt x="28393" y="428"/>
                </a:lnTo>
                <a:lnTo>
                  <a:pt x="28393" y="484"/>
                </a:lnTo>
                <a:lnTo>
                  <a:pt x="28375" y="540"/>
                </a:lnTo>
                <a:lnTo>
                  <a:pt x="28393" y="614"/>
                </a:lnTo>
                <a:lnTo>
                  <a:pt x="28412" y="670"/>
                </a:lnTo>
                <a:lnTo>
                  <a:pt x="28468" y="726"/>
                </a:lnTo>
                <a:lnTo>
                  <a:pt x="28505" y="763"/>
                </a:lnTo>
                <a:lnTo>
                  <a:pt x="28561" y="801"/>
                </a:lnTo>
                <a:lnTo>
                  <a:pt x="28635" y="819"/>
                </a:lnTo>
                <a:lnTo>
                  <a:pt x="28691" y="838"/>
                </a:lnTo>
                <a:lnTo>
                  <a:pt x="28766" y="838"/>
                </a:lnTo>
                <a:lnTo>
                  <a:pt x="28822" y="819"/>
                </a:lnTo>
                <a:lnTo>
                  <a:pt x="28877" y="782"/>
                </a:lnTo>
                <a:lnTo>
                  <a:pt x="28933" y="745"/>
                </a:lnTo>
                <a:lnTo>
                  <a:pt x="28989" y="652"/>
                </a:lnTo>
                <a:lnTo>
                  <a:pt x="29026" y="540"/>
                </a:lnTo>
                <a:lnTo>
                  <a:pt x="29008" y="410"/>
                </a:lnTo>
                <a:lnTo>
                  <a:pt x="28989" y="354"/>
                </a:lnTo>
                <a:lnTo>
                  <a:pt x="28952" y="298"/>
                </a:lnTo>
                <a:lnTo>
                  <a:pt x="28896" y="261"/>
                </a:lnTo>
                <a:lnTo>
                  <a:pt x="28859" y="223"/>
                </a:lnTo>
                <a:lnTo>
                  <a:pt x="28784" y="205"/>
                </a:lnTo>
                <a:lnTo>
                  <a:pt x="28729" y="186"/>
                </a:lnTo>
                <a:close/>
                <a:moveTo>
                  <a:pt x="30404" y="242"/>
                </a:moveTo>
                <a:lnTo>
                  <a:pt x="30348" y="261"/>
                </a:lnTo>
                <a:lnTo>
                  <a:pt x="30292" y="279"/>
                </a:lnTo>
                <a:lnTo>
                  <a:pt x="30199" y="335"/>
                </a:lnTo>
                <a:lnTo>
                  <a:pt x="30162" y="391"/>
                </a:lnTo>
                <a:lnTo>
                  <a:pt x="30125" y="447"/>
                </a:lnTo>
                <a:lnTo>
                  <a:pt x="30125" y="503"/>
                </a:lnTo>
                <a:lnTo>
                  <a:pt x="30106" y="559"/>
                </a:lnTo>
                <a:lnTo>
                  <a:pt x="30143" y="670"/>
                </a:lnTo>
                <a:lnTo>
                  <a:pt x="30199" y="745"/>
                </a:lnTo>
                <a:lnTo>
                  <a:pt x="30292" y="819"/>
                </a:lnTo>
                <a:lnTo>
                  <a:pt x="30348" y="838"/>
                </a:lnTo>
                <a:lnTo>
                  <a:pt x="30460" y="838"/>
                </a:lnTo>
                <a:lnTo>
                  <a:pt x="30516" y="819"/>
                </a:lnTo>
                <a:lnTo>
                  <a:pt x="30609" y="745"/>
                </a:lnTo>
                <a:lnTo>
                  <a:pt x="30683" y="652"/>
                </a:lnTo>
                <a:lnTo>
                  <a:pt x="30702" y="596"/>
                </a:lnTo>
                <a:lnTo>
                  <a:pt x="30702" y="540"/>
                </a:lnTo>
                <a:lnTo>
                  <a:pt x="30665" y="428"/>
                </a:lnTo>
                <a:lnTo>
                  <a:pt x="30609" y="335"/>
                </a:lnTo>
                <a:lnTo>
                  <a:pt x="30516" y="279"/>
                </a:lnTo>
                <a:lnTo>
                  <a:pt x="30460" y="261"/>
                </a:lnTo>
                <a:lnTo>
                  <a:pt x="30404" y="242"/>
                </a:lnTo>
                <a:close/>
                <a:moveTo>
                  <a:pt x="34258" y="242"/>
                </a:moveTo>
                <a:lnTo>
                  <a:pt x="34146" y="279"/>
                </a:lnTo>
                <a:lnTo>
                  <a:pt x="34072" y="354"/>
                </a:lnTo>
                <a:lnTo>
                  <a:pt x="34016" y="447"/>
                </a:lnTo>
                <a:lnTo>
                  <a:pt x="33997" y="559"/>
                </a:lnTo>
                <a:lnTo>
                  <a:pt x="34016" y="670"/>
                </a:lnTo>
                <a:lnTo>
                  <a:pt x="34053" y="726"/>
                </a:lnTo>
                <a:lnTo>
                  <a:pt x="34091" y="763"/>
                </a:lnTo>
                <a:lnTo>
                  <a:pt x="34146" y="801"/>
                </a:lnTo>
                <a:lnTo>
                  <a:pt x="34202" y="819"/>
                </a:lnTo>
                <a:lnTo>
                  <a:pt x="34258" y="838"/>
                </a:lnTo>
                <a:lnTo>
                  <a:pt x="34388" y="838"/>
                </a:lnTo>
                <a:lnTo>
                  <a:pt x="34444" y="801"/>
                </a:lnTo>
                <a:lnTo>
                  <a:pt x="34500" y="763"/>
                </a:lnTo>
                <a:lnTo>
                  <a:pt x="34537" y="726"/>
                </a:lnTo>
                <a:lnTo>
                  <a:pt x="34575" y="670"/>
                </a:lnTo>
                <a:lnTo>
                  <a:pt x="34593" y="614"/>
                </a:lnTo>
                <a:lnTo>
                  <a:pt x="34593" y="540"/>
                </a:lnTo>
                <a:lnTo>
                  <a:pt x="34593" y="484"/>
                </a:lnTo>
                <a:lnTo>
                  <a:pt x="34575" y="428"/>
                </a:lnTo>
                <a:lnTo>
                  <a:pt x="34537" y="372"/>
                </a:lnTo>
                <a:lnTo>
                  <a:pt x="34463" y="298"/>
                </a:lnTo>
                <a:lnTo>
                  <a:pt x="34351" y="242"/>
                </a:lnTo>
                <a:close/>
                <a:moveTo>
                  <a:pt x="91509" y="242"/>
                </a:moveTo>
                <a:lnTo>
                  <a:pt x="91453" y="261"/>
                </a:lnTo>
                <a:lnTo>
                  <a:pt x="91360" y="335"/>
                </a:lnTo>
                <a:lnTo>
                  <a:pt x="91322" y="372"/>
                </a:lnTo>
                <a:lnTo>
                  <a:pt x="91285" y="428"/>
                </a:lnTo>
                <a:lnTo>
                  <a:pt x="91267" y="484"/>
                </a:lnTo>
                <a:lnTo>
                  <a:pt x="91267" y="540"/>
                </a:lnTo>
                <a:lnTo>
                  <a:pt x="91285" y="596"/>
                </a:lnTo>
                <a:lnTo>
                  <a:pt x="91304" y="652"/>
                </a:lnTo>
                <a:lnTo>
                  <a:pt x="91360" y="745"/>
                </a:lnTo>
                <a:lnTo>
                  <a:pt x="91453" y="819"/>
                </a:lnTo>
                <a:lnTo>
                  <a:pt x="91509" y="838"/>
                </a:lnTo>
                <a:lnTo>
                  <a:pt x="91639" y="838"/>
                </a:lnTo>
                <a:lnTo>
                  <a:pt x="91695" y="819"/>
                </a:lnTo>
                <a:lnTo>
                  <a:pt x="91732" y="782"/>
                </a:lnTo>
                <a:lnTo>
                  <a:pt x="91788" y="745"/>
                </a:lnTo>
                <a:lnTo>
                  <a:pt x="91825" y="708"/>
                </a:lnTo>
                <a:lnTo>
                  <a:pt x="91844" y="652"/>
                </a:lnTo>
                <a:lnTo>
                  <a:pt x="91862" y="596"/>
                </a:lnTo>
                <a:lnTo>
                  <a:pt x="91862" y="540"/>
                </a:lnTo>
                <a:lnTo>
                  <a:pt x="91844" y="428"/>
                </a:lnTo>
                <a:lnTo>
                  <a:pt x="91769" y="335"/>
                </a:lnTo>
                <a:lnTo>
                  <a:pt x="91676" y="261"/>
                </a:lnTo>
                <a:lnTo>
                  <a:pt x="91620" y="242"/>
                </a:lnTo>
                <a:close/>
                <a:moveTo>
                  <a:pt x="36399" y="186"/>
                </a:moveTo>
                <a:lnTo>
                  <a:pt x="36306" y="205"/>
                </a:lnTo>
                <a:lnTo>
                  <a:pt x="36232" y="223"/>
                </a:lnTo>
                <a:lnTo>
                  <a:pt x="36138" y="298"/>
                </a:lnTo>
                <a:lnTo>
                  <a:pt x="36083" y="372"/>
                </a:lnTo>
                <a:lnTo>
                  <a:pt x="36064" y="447"/>
                </a:lnTo>
                <a:lnTo>
                  <a:pt x="36045" y="503"/>
                </a:lnTo>
                <a:lnTo>
                  <a:pt x="36045" y="521"/>
                </a:lnTo>
                <a:lnTo>
                  <a:pt x="36064" y="614"/>
                </a:lnTo>
                <a:lnTo>
                  <a:pt x="36083" y="689"/>
                </a:lnTo>
                <a:lnTo>
                  <a:pt x="36138" y="763"/>
                </a:lnTo>
                <a:lnTo>
                  <a:pt x="36194" y="801"/>
                </a:lnTo>
                <a:lnTo>
                  <a:pt x="36269" y="838"/>
                </a:lnTo>
                <a:lnTo>
                  <a:pt x="36343" y="856"/>
                </a:lnTo>
                <a:lnTo>
                  <a:pt x="36418" y="856"/>
                </a:lnTo>
                <a:lnTo>
                  <a:pt x="36511" y="838"/>
                </a:lnTo>
                <a:lnTo>
                  <a:pt x="36567" y="782"/>
                </a:lnTo>
                <a:lnTo>
                  <a:pt x="36623" y="726"/>
                </a:lnTo>
                <a:lnTo>
                  <a:pt x="36660" y="633"/>
                </a:lnTo>
                <a:lnTo>
                  <a:pt x="36678" y="577"/>
                </a:lnTo>
                <a:lnTo>
                  <a:pt x="36716" y="503"/>
                </a:lnTo>
                <a:lnTo>
                  <a:pt x="36716" y="428"/>
                </a:lnTo>
                <a:lnTo>
                  <a:pt x="36678" y="354"/>
                </a:lnTo>
                <a:lnTo>
                  <a:pt x="36641" y="298"/>
                </a:lnTo>
                <a:lnTo>
                  <a:pt x="36585" y="242"/>
                </a:lnTo>
                <a:lnTo>
                  <a:pt x="36511" y="205"/>
                </a:lnTo>
                <a:lnTo>
                  <a:pt x="36399" y="186"/>
                </a:lnTo>
                <a:close/>
                <a:moveTo>
                  <a:pt x="56637" y="223"/>
                </a:moveTo>
                <a:lnTo>
                  <a:pt x="56563" y="261"/>
                </a:lnTo>
                <a:lnTo>
                  <a:pt x="56507" y="298"/>
                </a:lnTo>
                <a:lnTo>
                  <a:pt x="56451" y="335"/>
                </a:lnTo>
                <a:lnTo>
                  <a:pt x="56414" y="410"/>
                </a:lnTo>
                <a:lnTo>
                  <a:pt x="56395" y="484"/>
                </a:lnTo>
                <a:lnTo>
                  <a:pt x="56376" y="559"/>
                </a:lnTo>
                <a:lnTo>
                  <a:pt x="56395" y="633"/>
                </a:lnTo>
                <a:lnTo>
                  <a:pt x="56432" y="689"/>
                </a:lnTo>
                <a:lnTo>
                  <a:pt x="56469" y="763"/>
                </a:lnTo>
                <a:lnTo>
                  <a:pt x="56525" y="801"/>
                </a:lnTo>
                <a:lnTo>
                  <a:pt x="56581" y="838"/>
                </a:lnTo>
                <a:lnTo>
                  <a:pt x="56656" y="856"/>
                </a:lnTo>
                <a:lnTo>
                  <a:pt x="56786" y="856"/>
                </a:lnTo>
                <a:lnTo>
                  <a:pt x="56898" y="819"/>
                </a:lnTo>
                <a:lnTo>
                  <a:pt x="56953" y="782"/>
                </a:lnTo>
                <a:lnTo>
                  <a:pt x="56991" y="745"/>
                </a:lnTo>
                <a:lnTo>
                  <a:pt x="57028" y="708"/>
                </a:lnTo>
                <a:lnTo>
                  <a:pt x="57065" y="633"/>
                </a:lnTo>
                <a:lnTo>
                  <a:pt x="57065" y="540"/>
                </a:lnTo>
                <a:lnTo>
                  <a:pt x="57047" y="428"/>
                </a:lnTo>
                <a:lnTo>
                  <a:pt x="57009" y="335"/>
                </a:lnTo>
                <a:lnTo>
                  <a:pt x="56916" y="279"/>
                </a:lnTo>
                <a:lnTo>
                  <a:pt x="56842" y="242"/>
                </a:lnTo>
                <a:lnTo>
                  <a:pt x="56786" y="223"/>
                </a:lnTo>
                <a:close/>
                <a:moveTo>
                  <a:pt x="58517" y="242"/>
                </a:moveTo>
                <a:lnTo>
                  <a:pt x="58406" y="261"/>
                </a:lnTo>
                <a:lnTo>
                  <a:pt x="58350" y="279"/>
                </a:lnTo>
                <a:lnTo>
                  <a:pt x="58294" y="317"/>
                </a:lnTo>
                <a:lnTo>
                  <a:pt x="58257" y="372"/>
                </a:lnTo>
                <a:lnTo>
                  <a:pt x="58238" y="428"/>
                </a:lnTo>
                <a:lnTo>
                  <a:pt x="58220" y="484"/>
                </a:lnTo>
                <a:lnTo>
                  <a:pt x="58220" y="540"/>
                </a:lnTo>
                <a:lnTo>
                  <a:pt x="58220" y="614"/>
                </a:lnTo>
                <a:lnTo>
                  <a:pt x="58238" y="670"/>
                </a:lnTo>
                <a:lnTo>
                  <a:pt x="58275" y="726"/>
                </a:lnTo>
                <a:lnTo>
                  <a:pt x="58313" y="763"/>
                </a:lnTo>
                <a:lnTo>
                  <a:pt x="58350" y="801"/>
                </a:lnTo>
                <a:lnTo>
                  <a:pt x="58406" y="838"/>
                </a:lnTo>
                <a:lnTo>
                  <a:pt x="58480" y="856"/>
                </a:lnTo>
                <a:lnTo>
                  <a:pt x="58592" y="856"/>
                </a:lnTo>
                <a:lnTo>
                  <a:pt x="58648" y="819"/>
                </a:lnTo>
                <a:lnTo>
                  <a:pt x="58704" y="801"/>
                </a:lnTo>
                <a:lnTo>
                  <a:pt x="58759" y="745"/>
                </a:lnTo>
                <a:lnTo>
                  <a:pt x="58797" y="708"/>
                </a:lnTo>
                <a:lnTo>
                  <a:pt x="58815" y="652"/>
                </a:lnTo>
                <a:lnTo>
                  <a:pt x="58834" y="577"/>
                </a:lnTo>
                <a:lnTo>
                  <a:pt x="58834" y="521"/>
                </a:lnTo>
                <a:lnTo>
                  <a:pt x="58797" y="410"/>
                </a:lnTo>
                <a:lnTo>
                  <a:pt x="58778" y="354"/>
                </a:lnTo>
                <a:lnTo>
                  <a:pt x="58741" y="298"/>
                </a:lnTo>
                <a:lnTo>
                  <a:pt x="58704" y="279"/>
                </a:lnTo>
                <a:lnTo>
                  <a:pt x="58648" y="242"/>
                </a:lnTo>
                <a:close/>
                <a:moveTo>
                  <a:pt x="41463" y="149"/>
                </a:moveTo>
                <a:lnTo>
                  <a:pt x="41389" y="168"/>
                </a:lnTo>
                <a:lnTo>
                  <a:pt x="41314" y="168"/>
                </a:lnTo>
                <a:lnTo>
                  <a:pt x="41240" y="205"/>
                </a:lnTo>
                <a:lnTo>
                  <a:pt x="41184" y="261"/>
                </a:lnTo>
                <a:lnTo>
                  <a:pt x="41128" y="317"/>
                </a:lnTo>
                <a:lnTo>
                  <a:pt x="41110" y="391"/>
                </a:lnTo>
                <a:lnTo>
                  <a:pt x="41091" y="447"/>
                </a:lnTo>
                <a:lnTo>
                  <a:pt x="41091" y="521"/>
                </a:lnTo>
                <a:lnTo>
                  <a:pt x="41091" y="577"/>
                </a:lnTo>
                <a:lnTo>
                  <a:pt x="41110" y="652"/>
                </a:lnTo>
                <a:lnTo>
                  <a:pt x="41147" y="708"/>
                </a:lnTo>
                <a:lnTo>
                  <a:pt x="41184" y="763"/>
                </a:lnTo>
                <a:lnTo>
                  <a:pt x="41240" y="801"/>
                </a:lnTo>
                <a:lnTo>
                  <a:pt x="41296" y="838"/>
                </a:lnTo>
                <a:lnTo>
                  <a:pt x="41352" y="856"/>
                </a:lnTo>
                <a:lnTo>
                  <a:pt x="41426" y="875"/>
                </a:lnTo>
                <a:lnTo>
                  <a:pt x="41482" y="856"/>
                </a:lnTo>
                <a:lnTo>
                  <a:pt x="41556" y="856"/>
                </a:lnTo>
                <a:lnTo>
                  <a:pt x="41612" y="819"/>
                </a:lnTo>
                <a:lnTo>
                  <a:pt x="41668" y="782"/>
                </a:lnTo>
                <a:lnTo>
                  <a:pt x="41724" y="745"/>
                </a:lnTo>
                <a:lnTo>
                  <a:pt x="41798" y="614"/>
                </a:lnTo>
                <a:lnTo>
                  <a:pt x="41817" y="540"/>
                </a:lnTo>
                <a:lnTo>
                  <a:pt x="41836" y="465"/>
                </a:lnTo>
                <a:lnTo>
                  <a:pt x="41817" y="391"/>
                </a:lnTo>
                <a:lnTo>
                  <a:pt x="41798" y="317"/>
                </a:lnTo>
                <a:lnTo>
                  <a:pt x="41761" y="261"/>
                </a:lnTo>
                <a:lnTo>
                  <a:pt x="41705" y="223"/>
                </a:lnTo>
                <a:lnTo>
                  <a:pt x="41631" y="186"/>
                </a:lnTo>
                <a:lnTo>
                  <a:pt x="41556" y="168"/>
                </a:lnTo>
                <a:lnTo>
                  <a:pt x="41463" y="149"/>
                </a:lnTo>
                <a:close/>
                <a:moveTo>
                  <a:pt x="70470" y="149"/>
                </a:moveTo>
                <a:lnTo>
                  <a:pt x="70396" y="168"/>
                </a:lnTo>
                <a:lnTo>
                  <a:pt x="70321" y="205"/>
                </a:lnTo>
                <a:lnTo>
                  <a:pt x="70247" y="242"/>
                </a:lnTo>
                <a:lnTo>
                  <a:pt x="70191" y="279"/>
                </a:lnTo>
                <a:lnTo>
                  <a:pt x="70154" y="335"/>
                </a:lnTo>
                <a:lnTo>
                  <a:pt x="70116" y="410"/>
                </a:lnTo>
                <a:lnTo>
                  <a:pt x="70098" y="465"/>
                </a:lnTo>
                <a:lnTo>
                  <a:pt x="70098" y="540"/>
                </a:lnTo>
                <a:lnTo>
                  <a:pt x="70135" y="652"/>
                </a:lnTo>
                <a:lnTo>
                  <a:pt x="70154" y="708"/>
                </a:lnTo>
                <a:lnTo>
                  <a:pt x="70210" y="763"/>
                </a:lnTo>
                <a:lnTo>
                  <a:pt x="70247" y="801"/>
                </a:lnTo>
                <a:lnTo>
                  <a:pt x="70303" y="838"/>
                </a:lnTo>
                <a:lnTo>
                  <a:pt x="70358" y="856"/>
                </a:lnTo>
                <a:lnTo>
                  <a:pt x="70433" y="875"/>
                </a:lnTo>
                <a:lnTo>
                  <a:pt x="70563" y="856"/>
                </a:lnTo>
                <a:lnTo>
                  <a:pt x="70619" y="838"/>
                </a:lnTo>
                <a:lnTo>
                  <a:pt x="70675" y="801"/>
                </a:lnTo>
                <a:lnTo>
                  <a:pt x="70712" y="745"/>
                </a:lnTo>
                <a:lnTo>
                  <a:pt x="70749" y="689"/>
                </a:lnTo>
                <a:lnTo>
                  <a:pt x="70787" y="614"/>
                </a:lnTo>
                <a:lnTo>
                  <a:pt x="70805" y="540"/>
                </a:lnTo>
                <a:lnTo>
                  <a:pt x="70824" y="465"/>
                </a:lnTo>
                <a:lnTo>
                  <a:pt x="70824" y="372"/>
                </a:lnTo>
                <a:lnTo>
                  <a:pt x="70787" y="298"/>
                </a:lnTo>
                <a:lnTo>
                  <a:pt x="70749" y="242"/>
                </a:lnTo>
                <a:lnTo>
                  <a:pt x="70694" y="186"/>
                </a:lnTo>
                <a:lnTo>
                  <a:pt x="70601" y="149"/>
                </a:lnTo>
                <a:close/>
                <a:moveTo>
                  <a:pt x="79314" y="205"/>
                </a:moveTo>
                <a:lnTo>
                  <a:pt x="79239" y="223"/>
                </a:lnTo>
                <a:lnTo>
                  <a:pt x="79183" y="261"/>
                </a:lnTo>
                <a:lnTo>
                  <a:pt x="79128" y="298"/>
                </a:lnTo>
                <a:lnTo>
                  <a:pt x="79090" y="354"/>
                </a:lnTo>
                <a:lnTo>
                  <a:pt x="79053" y="410"/>
                </a:lnTo>
                <a:lnTo>
                  <a:pt x="79035" y="484"/>
                </a:lnTo>
                <a:lnTo>
                  <a:pt x="79035" y="540"/>
                </a:lnTo>
                <a:lnTo>
                  <a:pt x="79035" y="614"/>
                </a:lnTo>
                <a:lnTo>
                  <a:pt x="79053" y="670"/>
                </a:lnTo>
                <a:lnTo>
                  <a:pt x="79090" y="726"/>
                </a:lnTo>
                <a:lnTo>
                  <a:pt x="79128" y="782"/>
                </a:lnTo>
                <a:lnTo>
                  <a:pt x="79183" y="819"/>
                </a:lnTo>
                <a:lnTo>
                  <a:pt x="79239" y="856"/>
                </a:lnTo>
                <a:lnTo>
                  <a:pt x="79295" y="875"/>
                </a:lnTo>
                <a:lnTo>
                  <a:pt x="79444" y="875"/>
                </a:lnTo>
                <a:lnTo>
                  <a:pt x="79500" y="856"/>
                </a:lnTo>
                <a:lnTo>
                  <a:pt x="79556" y="819"/>
                </a:lnTo>
                <a:lnTo>
                  <a:pt x="79612" y="782"/>
                </a:lnTo>
                <a:lnTo>
                  <a:pt x="79649" y="726"/>
                </a:lnTo>
                <a:lnTo>
                  <a:pt x="79686" y="670"/>
                </a:lnTo>
                <a:lnTo>
                  <a:pt x="79705" y="614"/>
                </a:lnTo>
                <a:lnTo>
                  <a:pt x="79705" y="540"/>
                </a:lnTo>
                <a:lnTo>
                  <a:pt x="79705" y="484"/>
                </a:lnTo>
                <a:lnTo>
                  <a:pt x="79686" y="410"/>
                </a:lnTo>
                <a:lnTo>
                  <a:pt x="79649" y="354"/>
                </a:lnTo>
                <a:lnTo>
                  <a:pt x="79612" y="298"/>
                </a:lnTo>
                <a:lnTo>
                  <a:pt x="79556" y="261"/>
                </a:lnTo>
                <a:lnTo>
                  <a:pt x="79500" y="223"/>
                </a:lnTo>
                <a:lnTo>
                  <a:pt x="79444" y="205"/>
                </a:lnTo>
                <a:close/>
                <a:moveTo>
                  <a:pt x="38056" y="112"/>
                </a:moveTo>
                <a:lnTo>
                  <a:pt x="37982" y="130"/>
                </a:lnTo>
                <a:lnTo>
                  <a:pt x="37889" y="149"/>
                </a:lnTo>
                <a:lnTo>
                  <a:pt x="37833" y="186"/>
                </a:lnTo>
                <a:lnTo>
                  <a:pt x="37758" y="223"/>
                </a:lnTo>
                <a:lnTo>
                  <a:pt x="37702" y="279"/>
                </a:lnTo>
                <a:lnTo>
                  <a:pt x="37647" y="335"/>
                </a:lnTo>
                <a:lnTo>
                  <a:pt x="37609" y="410"/>
                </a:lnTo>
                <a:lnTo>
                  <a:pt x="37591" y="465"/>
                </a:lnTo>
                <a:lnTo>
                  <a:pt x="37591" y="540"/>
                </a:lnTo>
                <a:lnTo>
                  <a:pt x="37591" y="596"/>
                </a:lnTo>
                <a:lnTo>
                  <a:pt x="37609" y="670"/>
                </a:lnTo>
                <a:lnTo>
                  <a:pt x="37628" y="726"/>
                </a:lnTo>
                <a:lnTo>
                  <a:pt x="37665" y="782"/>
                </a:lnTo>
                <a:lnTo>
                  <a:pt x="37721" y="819"/>
                </a:lnTo>
                <a:lnTo>
                  <a:pt x="37777" y="856"/>
                </a:lnTo>
                <a:lnTo>
                  <a:pt x="37851" y="875"/>
                </a:lnTo>
                <a:lnTo>
                  <a:pt x="37926" y="894"/>
                </a:lnTo>
                <a:lnTo>
                  <a:pt x="38000" y="894"/>
                </a:lnTo>
                <a:lnTo>
                  <a:pt x="38075" y="856"/>
                </a:lnTo>
                <a:lnTo>
                  <a:pt x="38131" y="838"/>
                </a:lnTo>
                <a:lnTo>
                  <a:pt x="38186" y="782"/>
                </a:lnTo>
                <a:lnTo>
                  <a:pt x="38224" y="726"/>
                </a:lnTo>
                <a:lnTo>
                  <a:pt x="38261" y="652"/>
                </a:lnTo>
                <a:lnTo>
                  <a:pt x="38298" y="521"/>
                </a:lnTo>
                <a:lnTo>
                  <a:pt x="38280" y="372"/>
                </a:lnTo>
                <a:lnTo>
                  <a:pt x="38261" y="298"/>
                </a:lnTo>
                <a:lnTo>
                  <a:pt x="38224" y="223"/>
                </a:lnTo>
                <a:lnTo>
                  <a:pt x="38186" y="168"/>
                </a:lnTo>
                <a:lnTo>
                  <a:pt x="38112" y="130"/>
                </a:lnTo>
                <a:lnTo>
                  <a:pt x="38056" y="112"/>
                </a:lnTo>
                <a:close/>
                <a:moveTo>
                  <a:pt x="68869" y="261"/>
                </a:moveTo>
                <a:lnTo>
                  <a:pt x="68813" y="279"/>
                </a:lnTo>
                <a:lnTo>
                  <a:pt x="68757" y="317"/>
                </a:lnTo>
                <a:lnTo>
                  <a:pt x="68720" y="354"/>
                </a:lnTo>
                <a:lnTo>
                  <a:pt x="68664" y="410"/>
                </a:lnTo>
                <a:lnTo>
                  <a:pt x="68646" y="465"/>
                </a:lnTo>
                <a:lnTo>
                  <a:pt x="68627" y="540"/>
                </a:lnTo>
                <a:lnTo>
                  <a:pt x="68627" y="596"/>
                </a:lnTo>
                <a:lnTo>
                  <a:pt x="68664" y="708"/>
                </a:lnTo>
                <a:lnTo>
                  <a:pt x="68739" y="801"/>
                </a:lnTo>
                <a:lnTo>
                  <a:pt x="68832" y="856"/>
                </a:lnTo>
                <a:lnTo>
                  <a:pt x="68888" y="875"/>
                </a:lnTo>
                <a:lnTo>
                  <a:pt x="68944" y="894"/>
                </a:lnTo>
                <a:lnTo>
                  <a:pt x="68999" y="875"/>
                </a:lnTo>
                <a:lnTo>
                  <a:pt x="69074" y="856"/>
                </a:lnTo>
                <a:lnTo>
                  <a:pt x="69130" y="819"/>
                </a:lnTo>
                <a:lnTo>
                  <a:pt x="69167" y="782"/>
                </a:lnTo>
                <a:lnTo>
                  <a:pt x="69204" y="745"/>
                </a:lnTo>
                <a:lnTo>
                  <a:pt x="69241" y="670"/>
                </a:lnTo>
                <a:lnTo>
                  <a:pt x="69260" y="614"/>
                </a:lnTo>
                <a:lnTo>
                  <a:pt x="69260" y="559"/>
                </a:lnTo>
                <a:lnTo>
                  <a:pt x="69223" y="447"/>
                </a:lnTo>
                <a:lnTo>
                  <a:pt x="69148" y="354"/>
                </a:lnTo>
                <a:lnTo>
                  <a:pt x="69055" y="279"/>
                </a:lnTo>
                <a:lnTo>
                  <a:pt x="68999" y="261"/>
                </a:lnTo>
                <a:close/>
                <a:moveTo>
                  <a:pt x="83000" y="186"/>
                </a:moveTo>
                <a:lnTo>
                  <a:pt x="82926" y="205"/>
                </a:lnTo>
                <a:lnTo>
                  <a:pt x="82870" y="223"/>
                </a:lnTo>
                <a:lnTo>
                  <a:pt x="82795" y="261"/>
                </a:lnTo>
                <a:lnTo>
                  <a:pt x="82739" y="317"/>
                </a:lnTo>
                <a:lnTo>
                  <a:pt x="82702" y="372"/>
                </a:lnTo>
                <a:lnTo>
                  <a:pt x="82665" y="428"/>
                </a:lnTo>
                <a:lnTo>
                  <a:pt x="82665" y="503"/>
                </a:lnTo>
                <a:lnTo>
                  <a:pt x="82665" y="577"/>
                </a:lnTo>
                <a:lnTo>
                  <a:pt x="82702" y="708"/>
                </a:lnTo>
                <a:lnTo>
                  <a:pt x="82777" y="801"/>
                </a:lnTo>
                <a:lnTo>
                  <a:pt x="82833" y="838"/>
                </a:lnTo>
                <a:lnTo>
                  <a:pt x="82888" y="875"/>
                </a:lnTo>
                <a:lnTo>
                  <a:pt x="82944" y="894"/>
                </a:lnTo>
                <a:lnTo>
                  <a:pt x="83075" y="894"/>
                </a:lnTo>
                <a:lnTo>
                  <a:pt x="83149" y="856"/>
                </a:lnTo>
                <a:lnTo>
                  <a:pt x="83205" y="819"/>
                </a:lnTo>
                <a:lnTo>
                  <a:pt x="83261" y="782"/>
                </a:lnTo>
                <a:lnTo>
                  <a:pt x="83317" y="726"/>
                </a:lnTo>
                <a:lnTo>
                  <a:pt x="83335" y="652"/>
                </a:lnTo>
                <a:lnTo>
                  <a:pt x="83354" y="577"/>
                </a:lnTo>
                <a:lnTo>
                  <a:pt x="83354" y="503"/>
                </a:lnTo>
                <a:lnTo>
                  <a:pt x="83317" y="391"/>
                </a:lnTo>
                <a:lnTo>
                  <a:pt x="83242" y="279"/>
                </a:lnTo>
                <a:lnTo>
                  <a:pt x="83186" y="242"/>
                </a:lnTo>
                <a:lnTo>
                  <a:pt x="83130" y="223"/>
                </a:lnTo>
                <a:lnTo>
                  <a:pt x="83075" y="205"/>
                </a:lnTo>
                <a:lnTo>
                  <a:pt x="83000" y="186"/>
                </a:lnTo>
                <a:close/>
                <a:moveTo>
                  <a:pt x="89833" y="186"/>
                </a:moveTo>
                <a:lnTo>
                  <a:pt x="89759" y="205"/>
                </a:lnTo>
                <a:lnTo>
                  <a:pt x="89684" y="223"/>
                </a:lnTo>
                <a:lnTo>
                  <a:pt x="89628" y="261"/>
                </a:lnTo>
                <a:lnTo>
                  <a:pt x="89591" y="298"/>
                </a:lnTo>
                <a:lnTo>
                  <a:pt x="89554" y="354"/>
                </a:lnTo>
                <a:lnTo>
                  <a:pt x="89516" y="410"/>
                </a:lnTo>
                <a:lnTo>
                  <a:pt x="89498" y="540"/>
                </a:lnTo>
                <a:lnTo>
                  <a:pt x="89516" y="670"/>
                </a:lnTo>
                <a:lnTo>
                  <a:pt x="89554" y="726"/>
                </a:lnTo>
                <a:lnTo>
                  <a:pt x="89591" y="782"/>
                </a:lnTo>
                <a:lnTo>
                  <a:pt x="89628" y="838"/>
                </a:lnTo>
                <a:lnTo>
                  <a:pt x="89684" y="875"/>
                </a:lnTo>
                <a:lnTo>
                  <a:pt x="89759" y="894"/>
                </a:lnTo>
                <a:lnTo>
                  <a:pt x="89926" y="894"/>
                </a:lnTo>
                <a:lnTo>
                  <a:pt x="89982" y="875"/>
                </a:lnTo>
                <a:lnTo>
                  <a:pt x="90056" y="838"/>
                </a:lnTo>
                <a:lnTo>
                  <a:pt x="90094" y="782"/>
                </a:lnTo>
                <a:lnTo>
                  <a:pt x="90131" y="726"/>
                </a:lnTo>
                <a:lnTo>
                  <a:pt x="90168" y="670"/>
                </a:lnTo>
                <a:lnTo>
                  <a:pt x="90187" y="540"/>
                </a:lnTo>
                <a:lnTo>
                  <a:pt x="90168" y="410"/>
                </a:lnTo>
                <a:lnTo>
                  <a:pt x="90131" y="354"/>
                </a:lnTo>
                <a:lnTo>
                  <a:pt x="90094" y="298"/>
                </a:lnTo>
                <a:lnTo>
                  <a:pt x="90056" y="261"/>
                </a:lnTo>
                <a:lnTo>
                  <a:pt x="89982" y="223"/>
                </a:lnTo>
                <a:lnTo>
                  <a:pt x="89926" y="205"/>
                </a:lnTo>
                <a:lnTo>
                  <a:pt x="89833" y="186"/>
                </a:lnTo>
                <a:close/>
                <a:moveTo>
                  <a:pt x="23609" y="298"/>
                </a:moveTo>
                <a:lnTo>
                  <a:pt x="23534" y="317"/>
                </a:lnTo>
                <a:lnTo>
                  <a:pt x="23478" y="335"/>
                </a:lnTo>
                <a:lnTo>
                  <a:pt x="23422" y="372"/>
                </a:lnTo>
                <a:lnTo>
                  <a:pt x="23385" y="428"/>
                </a:lnTo>
                <a:lnTo>
                  <a:pt x="23348" y="484"/>
                </a:lnTo>
                <a:lnTo>
                  <a:pt x="23329" y="540"/>
                </a:lnTo>
                <a:lnTo>
                  <a:pt x="23329" y="596"/>
                </a:lnTo>
                <a:lnTo>
                  <a:pt x="23329" y="670"/>
                </a:lnTo>
                <a:lnTo>
                  <a:pt x="23348" y="726"/>
                </a:lnTo>
                <a:lnTo>
                  <a:pt x="23385" y="782"/>
                </a:lnTo>
                <a:lnTo>
                  <a:pt x="23422" y="838"/>
                </a:lnTo>
                <a:lnTo>
                  <a:pt x="23478" y="875"/>
                </a:lnTo>
                <a:lnTo>
                  <a:pt x="23534" y="912"/>
                </a:lnTo>
                <a:lnTo>
                  <a:pt x="23739" y="912"/>
                </a:lnTo>
                <a:lnTo>
                  <a:pt x="23795" y="875"/>
                </a:lnTo>
                <a:lnTo>
                  <a:pt x="23851" y="838"/>
                </a:lnTo>
                <a:lnTo>
                  <a:pt x="23906" y="801"/>
                </a:lnTo>
                <a:lnTo>
                  <a:pt x="23925" y="745"/>
                </a:lnTo>
                <a:lnTo>
                  <a:pt x="23944" y="689"/>
                </a:lnTo>
                <a:lnTo>
                  <a:pt x="23962" y="633"/>
                </a:lnTo>
                <a:lnTo>
                  <a:pt x="23944" y="521"/>
                </a:lnTo>
                <a:lnTo>
                  <a:pt x="23888" y="428"/>
                </a:lnTo>
                <a:lnTo>
                  <a:pt x="23813" y="354"/>
                </a:lnTo>
                <a:lnTo>
                  <a:pt x="23702" y="298"/>
                </a:lnTo>
                <a:close/>
                <a:moveTo>
                  <a:pt x="14635" y="335"/>
                </a:moveTo>
                <a:lnTo>
                  <a:pt x="14579" y="354"/>
                </a:lnTo>
                <a:lnTo>
                  <a:pt x="14523" y="391"/>
                </a:lnTo>
                <a:lnTo>
                  <a:pt x="14467" y="428"/>
                </a:lnTo>
                <a:lnTo>
                  <a:pt x="14430" y="465"/>
                </a:lnTo>
                <a:lnTo>
                  <a:pt x="14411" y="521"/>
                </a:lnTo>
                <a:lnTo>
                  <a:pt x="14393" y="577"/>
                </a:lnTo>
                <a:lnTo>
                  <a:pt x="14393" y="633"/>
                </a:lnTo>
                <a:lnTo>
                  <a:pt x="14411" y="745"/>
                </a:lnTo>
                <a:lnTo>
                  <a:pt x="14486" y="838"/>
                </a:lnTo>
                <a:lnTo>
                  <a:pt x="14579" y="912"/>
                </a:lnTo>
                <a:lnTo>
                  <a:pt x="14635" y="912"/>
                </a:lnTo>
                <a:lnTo>
                  <a:pt x="14690" y="931"/>
                </a:lnTo>
                <a:lnTo>
                  <a:pt x="14746" y="912"/>
                </a:lnTo>
                <a:lnTo>
                  <a:pt x="14802" y="894"/>
                </a:lnTo>
                <a:lnTo>
                  <a:pt x="14895" y="838"/>
                </a:lnTo>
                <a:lnTo>
                  <a:pt x="14933" y="801"/>
                </a:lnTo>
                <a:lnTo>
                  <a:pt x="14970" y="745"/>
                </a:lnTo>
                <a:lnTo>
                  <a:pt x="14988" y="689"/>
                </a:lnTo>
                <a:lnTo>
                  <a:pt x="14988" y="633"/>
                </a:lnTo>
                <a:lnTo>
                  <a:pt x="14970" y="577"/>
                </a:lnTo>
                <a:lnTo>
                  <a:pt x="14951" y="521"/>
                </a:lnTo>
                <a:lnTo>
                  <a:pt x="14895" y="428"/>
                </a:lnTo>
                <a:lnTo>
                  <a:pt x="14802" y="354"/>
                </a:lnTo>
                <a:lnTo>
                  <a:pt x="14746" y="335"/>
                </a:lnTo>
                <a:close/>
                <a:moveTo>
                  <a:pt x="20052" y="298"/>
                </a:moveTo>
                <a:lnTo>
                  <a:pt x="19941" y="317"/>
                </a:lnTo>
                <a:lnTo>
                  <a:pt x="19885" y="354"/>
                </a:lnTo>
                <a:lnTo>
                  <a:pt x="19848" y="391"/>
                </a:lnTo>
                <a:lnTo>
                  <a:pt x="19773" y="503"/>
                </a:lnTo>
                <a:lnTo>
                  <a:pt x="19755" y="614"/>
                </a:lnTo>
                <a:lnTo>
                  <a:pt x="19773" y="726"/>
                </a:lnTo>
                <a:lnTo>
                  <a:pt x="19829" y="819"/>
                </a:lnTo>
                <a:lnTo>
                  <a:pt x="19866" y="856"/>
                </a:lnTo>
                <a:lnTo>
                  <a:pt x="19922" y="894"/>
                </a:lnTo>
                <a:lnTo>
                  <a:pt x="19997" y="931"/>
                </a:lnTo>
                <a:lnTo>
                  <a:pt x="20108" y="931"/>
                </a:lnTo>
                <a:lnTo>
                  <a:pt x="20183" y="912"/>
                </a:lnTo>
                <a:lnTo>
                  <a:pt x="20239" y="894"/>
                </a:lnTo>
                <a:lnTo>
                  <a:pt x="20295" y="838"/>
                </a:lnTo>
                <a:lnTo>
                  <a:pt x="20332" y="801"/>
                </a:lnTo>
                <a:lnTo>
                  <a:pt x="20369" y="726"/>
                </a:lnTo>
                <a:lnTo>
                  <a:pt x="20388" y="670"/>
                </a:lnTo>
                <a:lnTo>
                  <a:pt x="20388" y="596"/>
                </a:lnTo>
                <a:lnTo>
                  <a:pt x="20369" y="540"/>
                </a:lnTo>
                <a:lnTo>
                  <a:pt x="20350" y="465"/>
                </a:lnTo>
                <a:lnTo>
                  <a:pt x="20313" y="410"/>
                </a:lnTo>
                <a:lnTo>
                  <a:pt x="20257" y="372"/>
                </a:lnTo>
                <a:lnTo>
                  <a:pt x="20164" y="317"/>
                </a:lnTo>
                <a:lnTo>
                  <a:pt x="20052" y="298"/>
                </a:lnTo>
                <a:close/>
                <a:moveTo>
                  <a:pt x="63302" y="186"/>
                </a:moveTo>
                <a:lnTo>
                  <a:pt x="63228" y="205"/>
                </a:lnTo>
                <a:lnTo>
                  <a:pt x="63153" y="242"/>
                </a:lnTo>
                <a:lnTo>
                  <a:pt x="63097" y="298"/>
                </a:lnTo>
                <a:lnTo>
                  <a:pt x="63060" y="354"/>
                </a:lnTo>
                <a:lnTo>
                  <a:pt x="63023" y="410"/>
                </a:lnTo>
                <a:lnTo>
                  <a:pt x="63004" y="484"/>
                </a:lnTo>
                <a:lnTo>
                  <a:pt x="63004" y="559"/>
                </a:lnTo>
                <a:lnTo>
                  <a:pt x="63004" y="633"/>
                </a:lnTo>
                <a:lnTo>
                  <a:pt x="63023" y="708"/>
                </a:lnTo>
                <a:lnTo>
                  <a:pt x="63060" y="782"/>
                </a:lnTo>
                <a:lnTo>
                  <a:pt x="63116" y="838"/>
                </a:lnTo>
                <a:lnTo>
                  <a:pt x="63172" y="875"/>
                </a:lnTo>
                <a:lnTo>
                  <a:pt x="63246" y="912"/>
                </a:lnTo>
                <a:lnTo>
                  <a:pt x="63321" y="931"/>
                </a:lnTo>
                <a:lnTo>
                  <a:pt x="63395" y="931"/>
                </a:lnTo>
                <a:lnTo>
                  <a:pt x="63488" y="912"/>
                </a:lnTo>
                <a:lnTo>
                  <a:pt x="63563" y="875"/>
                </a:lnTo>
                <a:lnTo>
                  <a:pt x="63675" y="801"/>
                </a:lnTo>
                <a:lnTo>
                  <a:pt x="63730" y="745"/>
                </a:lnTo>
                <a:lnTo>
                  <a:pt x="63768" y="689"/>
                </a:lnTo>
                <a:lnTo>
                  <a:pt x="63805" y="633"/>
                </a:lnTo>
                <a:lnTo>
                  <a:pt x="63805" y="559"/>
                </a:lnTo>
                <a:lnTo>
                  <a:pt x="63805" y="484"/>
                </a:lnTo>
                <a:lnTo>
                  <a:pt x="63768" y="410"/>
                </a:lnTo>
                <a:lnTo>
                  <a:pt x="63730" y="354"/>
                </a:lnTo>
                <a:lnTo>
                  <a:pt x="63675" y="317"/>
                </a:lnTo>
                <a:lnTo>
                  <a:pt x="63544" y="223"/>
                </a:lnTo>
                <a:lnTo>
                  <a:pt x="63470" y="205"/>
                </a:lnTo>
                <a:lnTo>
                  <a:pt x="63377" y="186"/>
                </a:lnTo>
                <a:close/>
                <a:moveTo>
                  <a:pt x="39564" y="354"/>
                </a:moveTo>
                <a:lnTo>
                  <a:pt x="39434" y="372"/>
                </a:lnTo>
                <a:lnTo>
                  <a:pt x="39341" y="447"/>
                </a:lnTo>
                <a:lnTo>
                  <a:pt x="39304" y="484"/>
                </a:lnTo>
                <a:lnTo>
                  <a:pt x="39266" y="540"/>
                </a:lnTo>
                <a:lnTo>
                  <a:pt x="39248" y="596"/>
                </a:lnTo>
                <a:lnTo>
                  <a:pt x="39229" y="652"/>
                </a:lnTo>
                <a:lnTo>
                  <a:pt x="39229" y="708"/>
                </a:lnTo>
                <a:lnTo>
                  <a:pt x="39248" y="763"/>
                </a:lnTo>
                <a:lnTo>
                  <a:pt x="39266" y="819"/>
                </a:lnTo>
                <a:lnTo>
                  <a:pt x="39304" y="875"/>
                </a:lnTo>
                <a:lnTo>
                  <a:pt x="39359" y="912"/>
                </a:lnTo>
                <a:lnTo>
                  <a:pt x="39397" y="950"/>
                </a:lnTo>
                <a:lnTo>
                  <a:pt x="39453" y="968"/>
                </a:lnTo>
                <a:lnTo>
                  <a:pt x="39639" y="968"/>
                </a:lnTo>
                <a:lnTo>
                  <a:pt x="39732" y="894"/>
                </a:lnTo>
                <a:lnTo>
                  <a:pt x="39806" y="819"/>
                </a:lnTo>
                <a:lnTo>
                  <a:pt x="39843" y="708"/>
                </a:lnTo>
                <a:lnTo>
                  <a:pt x="39843" y="633"/>
                </a:lnTo>
                <a:lnTo>
                  <a:pt x="39843" y="577"/>
                </a:lnTo>
                <a:lnTo>
                  <a:pt x="39806" y="521"/>
                </a:lnTo>
                <a:lnTo>
                  <a:pt x="39788" y="465"/>
                </a:lnTo>
                <a:lnTo>
                  <a:pt x="39732" y="410"/>
                </a:lnTo>
                <a:lnTo>
                  <a:pt x="39676" y="391"/>
                </a:lnTo>
                <a:lnTo>
                  <a:pt x="39620" y="372"/>
                </a:lnTo>
                <a:lnTo>
                  <a:pt x="39564" y="354"/>
                </a:lnTo>
                <a:close/>
                <a:moveTo>
                  <a:pt x="746" y="410"/>
                </a:moveTo>
                <a:lnTo>
                  <a:pt x="690" y="428"/>
                </a:lnTo>
                <a:lnTo>
                  <a:pt x="615" y="428"/>
                </a:lnTo>
                <a:lnTo>
                  <a:pt x="559" y="447"/>
                </a:lnTo>
                <a:lnTo>
                  <a:pt x="466" y="521"/>
                </a:lnTo>
                <a:lnTo>
                  <a:pt x="429" y="559"/>
                </a:lnTo>
                <a:lnTo>
                  <a:pt x="410" y="614"/>
                </a:lnTo>
                <a:lnTo>
                  <a:pt x="392" y="708"/>
                </a:lnTo>
                <a:lnTo>
                  <a:pt x="392" y="801"/>
                </a:lnTo>
                <a:lnTo>
                  <a:pt x="448" y="894"/>
                </a:lnTo>
                <a:lnTo>
                  <a:pt x="485" y="931"/>
                </a:lnTo>
                <a:lnTo>
                  <a:pt x="522" y="950"/>
                </a:lnTo>
                <a:lnTo>
                  <a:pt x="615" y="987"/>
                </a:lnTo>
                <a:lnTo>
                  <a:pt x="801" y="987"/>
                </a:lnTo>
                <a:lnTo>
                  <a:pt x="894" y="950"/>
                </a:lnTo>
                <a:lnTo>
                  <a:pt x="950" y="931"/>
                </a:lnTo>
                <a:lnTo>
                  <a:pt x="988" y="894"/>
                </a:lnTo>
                <a:lnTo>
                  <a:pt x="1006" y="838"/>
                </a:lnTo>
                <a:lnTo>
                  <a:pt x="1025" y="782"/>
                </a:lnTo>
                <a:lnTo>
                  <a:pt x="1025" y="726"/>
                </a:lnTo>
                <a:lnTo>
                  <a:pt x="1025" y="670"/>
                </a:lnTo>
                <a:lnTo>
                  <a:pt x="988" y="559"/>
                </a:lnTo>
                <a:lnTo>
                  <a:pt x="894" y="465"/>
                </a:lnTo>
                <a:lnTo>
                  <a:pt x="857" y="428"/>
                </a:lnTo>
                <a:lnTo>
                  <a:pt x="801" y="410"/>
                </a:lnTo>
                <a:close/>
                <a:moveTo>
                  <a:pt x="3855" y="335"/>
                </a:moveTo>
                <a:lnTo>
                  <a:pt x="3799" y="372"/>
                </a:lnTo>
                <a:lnTo>
                  <a:pt x="3743" y="391"/>
                </a:lnTo>
                <a:lnTo>
                  <a:pt x="3706" y="447"/>
                </a:lnTo>
                <a:lnTo>
                  <a:pt x="3669" y="503"/>
                </a:lnTo>
                <a:lnTo>
                  <a:pt x="3631" y="614"/>
                </a:lnTo>
                <a:lnTo>
                  <a:pt x="3650" y="745"/>
                </a:lnTo>
                <a:lnTo>
                  <a:pt x="3669" y="801"/>
                </a:lnTo>
                <a:lnTo>
                  <a:pt x="3687" y="856"/>
                </a:lnTo>
                <a:lnTo>
                  <a:pt x="3724" y="912"/>
                </a:lnTo>
                <a:lnTo>
                  <a:pt x="3780" y="950"/>
                </a:lnTo>
                <a:lnTo>
                  <a:pt x="3836" y="968"/>
                </a:lnTo>
                <a:lnTo>
                  <a:pt x="3892" y="987"/>
                </a:lnTo>
                <a:lnTo>
                  <a:pt x="3966" y="987"/>
                </a:lnTo>
                <a:lnTo>
                  <a:pt x="4022" y="968"/>
                </a:lnTo>
                <a:lnTo>
                  <a:pt x="4078" y="931"/>
                </a:lnTo>
                <a:lnTo>
                  <a:pt x="4134" y="894"/>
                </a:lnTo>
                <a:lnTo>
                  <a:pt x="4171" y="856"/>
                </a:lnTo>
                <a:lnTo>
                  <a:pt x="4209" y="801"/>
                </a:lnTo>
                <a:lnTo>
                  <a:pt x="4227" y="689"/>
                </a:lnTo>
                <a:lnTo>
                  <a:pt x="4227" y="559"/>
                </a:lnTo>
                <a:lnTo>
                  <a:pt x="4209" y="503"/>
                </a:lnTo>
                <a:lnTo>
                  <a:pt x="4171" y="447"/>
                </a:lnTo>
                <a:lnTo>
                  <a:pt x="4134" y="410"/>
                </a:lnTo>
                <a:lnTo>
                  <a:pt x="4078" y="372"/>
                </a:lnTo>
                <a:lnTo>
                  <a:pt x="4022" y="354"/>
                </a:lnTo>
                <a:lnTo>
                  <a:pt x="3966" y="335"/>
                </a:lnTo>
                <a:close/>
                <a:moveTo>
                  <a:pt x="25899" y="410"/>
                </a:moveTo>
                <a:lnTo>
                  <a:pt x="25843" y="428"/>
                </a:lnTo>
                <a:lnTo>
                  <a:pt x="25787" y="447"/>
                </a:lnTo>
                <a:lnTo>
                  <a:pt x="25750" y="484"/>
                </a:lnTo>
                <a:lnTo>
                  <a:pt x="25694" y="577"/>
                </a:lnTo>
                <a:lnTo>
                  <a:pt x="25657" y="670"/>
                </a:lnTo>
                <a:lnTo>
                  <a:pt x="25638" y="726"/>
                </a:lnTo>
                <a:lnTo>
                  <a:pt x="25657" y="782"/>
                </a:lnTo>
                <a:lnTo>
                  <a:pt x="25675" y="838"/>
                </a:lnTo>
                <a:lnTo>
                  <a:pt x="25694" y="875"/>
                </a:lnTo>
                <a:lnTo>
                  <a:pt x="25787" y="950"/>
                </a:lnTo>
                <a:lnTo>
                  <a:pt x="25880" y="987"/>
                </a:lnTo>
                <a:lnTo>
                  <a:pt x="25973" y="968"/>
                </a:lnTo>
                <a:lnTo>
                  <a:pt x="26066" y="931"/>
                </a:lnTo>
                <a:lnTo>
                  <a:pt x="26103" y="894"/>
                </a:lnTo>
                <a:lnTo>
                  <a:pt x="26141" y="838"/>
                </a:lnTo>
                <a:lnTo>
                  <a:pt x="26159" y="801"/>
                </a:lnTo>
                <a:lnTo>
                  <a:pt x="26178" y="745"/>
                </a:lnTo>
                <a:lnTo>
                  <a:pt x="26159" y="633"/>
                </a:lnTo>
                <a:lnTo>
                  <a:pt x="26103" y="521"/>
                </a:lnTo>
                <a:lnTo>
                  <a:pt x="26029" y="465"/>
                </a:lnTo>
                <a:lnTo>
                  <a:pt x="25992" y="428"/>
                </a:lnTo>
                <a:lnTo>
                  <a:pt x="25936" y="410"/>
                </a:lnTo>
                <a:close/>
                <a:moveTo>
                  <a:pt x="21728" y="317"/>
                </a:moveTo>
                <a:lnTo>
                  <a:pt x="21654" y="354"/>
                </a:lnTo>
                <a:lnTo>
                  <a:pt x="21598" y="391"/>
                </a:lnTo>
                <a:lnTo>
                  <a:pt x="21542" y="428"/>
                </a:lnTo>
                <a:lnTo>
                  <a:pt x="21449" y="540"/>
                </a:lnTo>
                <a:lnTo>
                  <a:pt x="21430" y="596"/>
                </a:lnTo>
                <a:lnTo>
                  <a:pt x="21412" y="670"/>
                </a:lnTo>
                <a:lnTo>
                  <a:pt x="21412" y="726"/>
                </a:lnTo>
                <a:lnTo>
                  <a:pt x="21430" y="801"/>
                </a:lnTo>
                <a:lnTo>
                  <a:pt x="21449" y="856"/>
                </a:lnTo>
                <a:lnTo>
                  <a:pt x="21505" y="912"/>
                </a:lnTo>
                <a:lnTo>
                  <a:pt x="21561" y="950"/>
                </a:lnTo>
                <a:lnTo>
                  <a:pt x="21635" y="987"/>
                </a:lnTo>
                <a:lnTo>
                  <a:pt x="21784" y="1005"/>
                </a:lnTo>
                <a:lnTo>
                  <a:pt x="21858" y="1005"/>
                </a:lnTo>
                <a:lnTo>
                  <a:pt x="21933" y="987"/>
                </a:lnTo>
                <a:lnTo>
                  <a:pt x="21989" y="950"/>
                </a:lnTo>
                <a:lnTo>
                  <a:pt x="22063" y="894"/>
                </a:lnTo>
                <a:lnTo>
                  <a:pt x="22100" y="838"/>
                </a:lnTo>
                <a:lnTo>
                  <a:pt x="22138" y="782"/>
                </a:lnTo>
                <a:lnTo>
                  <a:pt x="22175" y="708"/>
                </a:lnTo>
                <a:lnTo>
                  <a:pt x="22175" y="633"/>
                </a:lnTo>
                <a:lnTo>
                  <a:pt x="22175" y="577"/>
                </a:lnTo>
                <a:lnTo>
                  <a:pt x="22156" y="503"/>
                </a:lnTo>
                <a:lnTo>
                  <a:pt x="22119" y="447"/>
                </a:lnTo>
                <a:lnTo>
                  <a:pt x="22063" y="391"/>
                </a:lnTo>
                <a:lnTo>
                  <a:pt x="21989" y="354"/>
                </a:lnTo>
                <a:lnTo>
                  <a:pt x="21933" y="317"/>
                </a:lnTo>
                <a:close/>
                <a:moveTo>
                  <a:pt x="8491" y="410"/>
                </a:moveTo>
                <a:lnTo>
                  <a:pt x="8416" y="428"/>
                </a:lnTo>
                <a:lnTo>
                  <a:pt x="8360" y="447"/>
                </a:lnTo>
                <a:lnTo>
                  <a:pt x="8304" y="484"/>
                </a:lnTo>
                <a:lnTo>
                  <a:pt x="8267" y="540"/>
                </a:lnTo>
                <a:lnTo>
                  <a:pt x="8230" y="596"/>
                </a:lnTo>
                <a:lnTo>
                  <a:pt x="8211" y="708"/>
                </a:lnTo>
                <a:lnTo>
                  <a:pt x="8230" y="819"/>
                </a:lnTo>
                <a:lnTo>
                  <a:pt x="8286" y="912"/>
                </a:lnTo>
                <a:lnTo>
                  <a:pt x="8323" y="968"/>
                </a:lnTo>
                <a:lnTo>
                  <a:pt x="8379" y="987"/>
                </a:lnTo>
                <a:lnTo>
                  <a:pt x="8435" y="1024"/>
                </a:lnTo>
                <a:lnTo>
                  <a:pt x="8565" y="1024"/>
                </a:lnTo>
                <a:lnTo>
                  <a:pt x="8621" y="1005"/>
                </a:lnTo>
                <a:lnTo>
                  <a:pt x="8733" y="950"/>
                </a:lnTo>
                <a:lnTo>
                  <a:pt x="8807" y="856"/>
                </a:lnTo>
                <a:lnTo>
                  <a:pt x="8826" y="801"/>
                </a:lnTo>
                <a:lnTo>
                  <a:pt x="8844" y="745"/>
                </a:lnTo>
                <a:lnTo>
                  <a:pt x="8844" y="689"/>
                </a:lnTo>
                <a:lnTo>
                  <a:pt x="8826" y="633"/>
                </a:lnTo>
                <a:lnTo>
                  <a:pt x="8770" y="521"/>
                </a:lnTo>
                <a:lnTo>
                  <a:pt x="8677" y="447"/>
                </a:lnTo>
                <a:lnTo>
                  <a:pt x="8621" y="428"/>
                </a:lnTo>
                <a:lnTo>
                  <a:pt x="8547" y="410"/>
                </a:lnTo>
                <a:close/>
                <a:moveTo>
                  <a:pt x="9980" y="410"/>
                </a:moveTo>
                <a:lnTo>
                  <a:pt x="9924" y="428"/>
                </a:lnTo>
                <a:lnTo>
                  <a:pt x="9868" y="447"/>
                </a:lnTo>
                <a:lnTo>
                  <a:pt x="9813" y="484"/>
                </a:lnTo>
                <a:lnTo>
                  <a:pt x="9757" y="521"/>
                </a:lnTo>
                <a:lnTo>
                  <a:pt x="9719" y="559"/>
                </a:lnTo>
                <a:lnTo>
                  <a:pt x="9701" y="614"/>
                </a:lnTo>
                <a:lnTo>
                  <a:pt x="9682" y="726"/>
                </a:lnTo>
                <a:lnTo>
                  <a:pt x="9701" y="838"/>
                </a:lnTo>
                <a:lnTo>
                  <a:pt x="9775" y="931"/>
                </a:lnTo>
                <a:lnTo>
                  <a:pt x="9813" y="968"/>
                </a:lnTo>
                <a:lnTo>
                  <a:pt x="9868" y="987"/>
                </a:lnTo>
                <a:lnTo>
                  <a:pt x="9924" y="1005"/>
                </a:lnTo>
                <a:lnTo>
                  <a:pt x="9980" y="1024"/>
                </a:lnTo>
                <a:lnTo>
                  <a:pt x="10055" y="1005"/>
                </a:lnTo>
                <a:lnTo>
                  <a:pt x="10110" y="1005"/>
                </a:lnTo>
                <a:lnTo>
                  <a:pt x="10166" y="968"/>
                </a:lnTo>
                <a:lnTo>
                  <a:pt x="10204" y="931"/>
                </a:lnTo>
                <a:lnTo>
                  <a:pt x="10278" y="838"/>
                </a:lnTo>
                <a:lnTo>
                  <a:pt x="10297" y="782"/>
                </a:lnTo>
                <a:lnTo>
                  <a:pt x="10315" y="726"/>
                </a:lnTo>
                <a:lnTo>
                  <a:pt x="10297" y="652"/>
                </a:lnTo>
                <a:lnTo>
                  <a:pt x="10278" y="596"/>
                </a:lnTo>
                <a:lnTo>
                  <a:pt x="10204" y="503"/>
                </a:lnTo>
                <a:lnTo>
                  <a:pt x="10166" y="465"/>
                </a:lnTo>
                <a:lnTo>
                  <a:pt x="10110" y="428"/>
                </a:lnTo>
                <a:lnTo>
                  <a:pt x="10036" y="410"/>
                </a:lnTo>
                <a:close/>
                <a:moveTo>
                  <a:pt x="16347" y="335"/>
                </a:moveTo>
                <a:lnTo>
                  <a:pt x="16273" y="354"/>
                </a:lnTo>
                <a:lnTo>
                  <a:pt x="16217" y="372"/>
                </a:lnTo>
                <a:lnTo>
                  <a:pt x="16143" y="410"/>
                </a:lnTo>
                <a:lnTo>
                  <a:pt x="16050" y="503"/>
                </a:lnTo>
                <a:lnTo>
                  <a:pt x="15994" y="614"/>
                </a:lnTo>
                <a:lnTo>
                  <a:pt x="15975" y="670"/>
                </a:lnTo>
                <a:lnTo>
                  <a:pt x="15975" y="745"/>
                </a:lnTo>
                <a:lnTo>
                  <a:pt x="15994" y="801"/>
                </a:lnTo>
                <a:lnTo>
                  <a:pt x="16012" y="856"/>
                </a:lnTo>
                <a:lnTo>
                  <a:pt x="16050" y="912"/>
                </a:lnTo>
                <a:lnTo>
                  <a:pt x="16087" y="968"/>
                </a:lnTo>
                <a:lnTo>
                  <a:pt x="16143" y="1005"/>
                </a:lnTo>
                <a:lnTo>
                  <a:pt x="16217" y="1024"/>
                </a:lnTo>
                <a:lnTo>
                  <a:pt x="16273" y="1043"/>
                </a:lnTo>
                <a:lnTo>
                  <a:pt x="16347" y="1043"/>
                </a:lnTo>
                <a:lnTo>
                  <a:pt x="16403" y="1024"/>
                </a:lnTo>
                <a:lnTo>
                  <a:pt x="16478" y="1005"/>
                </a:lnTo>
                <a:lnTo>
                  <a:pt x="16590" y="912"/>
                </a:lnTo>
                <a:lnTo>
                  <a:pt x="16627" y="856"/>
                </a:lnTo>
                <a:lnTo>
                  <a:pt x="16664" y="801"/>
                </a:lnTo>
                <a:lnTo>
                  <a:pt x="16683" y="726"/>
                </a:lnTo>
                <a:lnTo>
                  <a:pt x="16683" y="670"/>
                </a:lnTo>
                <a:lnTo>
                  <a:pt x="16664" y="596"/>
                </a:lnTo>
                <a:lnTo>
                  <a:pt x="16645" y="521"/>
                </a:lnTo>
                <a:lnTo>
                  <a:pt x="16608" y="465"/>
                </a:lnTo>
                <a:lnTo>
                  <a:pt x="16552" y="410"/>
                </a:lnTo>
                <a:lnTo>
                  <a:pt x="16496" y="372"/>
                </a:lnTo>
                <a:lnTo>
                  <a:pt x="16422" y="354"/>
                </a:lnTo>
                <a:lnTo>
                  <a:pt x="16347" y="335"/>
                </a:lnTo>
                <a:close/>
                <a:moveTo>
                  <a:pt x="84527" y="540"/>
                </a:moveTo>
                <a:lnTo>
                  <a:pt x="84490" y="559"/>
                </a:lnTo>
                <a:lnTo>
                  <a:pt x="84434" y="577"/>
                </a:lnTo>
                <a:lnTo>
                  <a:pt x="84397" y="614"/>
                </a:lnTo>
                <a:lnTo>
                  <a:pt x="84359" y="708"/>
                </a:lnTo>
                <a:lnTo>
                  <a:pt x="84341" y="801"/>
                </a:lnTo>
                <a:lnTo>
                  <a:pt x="84359" y="894"/>
                </a:lnTo>
                <a:lnTo>
                  <a:pt x="84397" y="987"/>
                </a:lnTo>
                <a:lnTo>
                  <a:pt x="84434" y="1024"/>
                </a:lnTo>
                <a:lnTo>
                  <a:pt x="84490" y="1043"/>
                </a:lnTo>
                <a:lnTo>
                  <a:pt x="84527" y="1061"/>
                </a:lnTo>
                <a:lnTo>
                  <a:pt x="84601" y="1080"/>
                </a:lnTo>
                <a:lnTo>
                  <a:pt x="84657" y="1061"/>
                </a:lnTo>
                <a:lnTo>
                  <a:pt x="84713" y="1043"/>
                </a:lnTo>
                <a:lnTo>
                  <a:pt x="84750" y="1024"/>
                </a:lnTo>
                <a:lnTo>
                  <a:pt x="84787" y="987"/>
                </a:lnTo>
                <a:lnTo>
                  <a:pt x="84843" y="894"/>
                </a:lnTo>
                <a:lnTo>
                  <a:pt x="84862" y="801"/>
                </a:lnTo>
                <a:lnTo>
                  <a:pt x="84843" y="708"/>
                </a:lnTo>
                <a:lnTo>
                  <a:pt x="84787" y="614"/>
                </a:lnTo>
                <a:lnTo>
                  <a:pt x="84750" y="577"/>
                </a:lnTo>
                <a:lnTo>
                  <a:pt x="84713" y="559"/>
                </a:lnTo>
                <a:lnTo>
                  <a:pt x="84657" y="540"/>
                </a:lnTo>
                <a:close/>
                <a:moveTo>
                  <a:pt x="6796" y="447"/>
                </a:moveTo>
                <a:lnTo>
                  <a:pt x="6722" y="465"/>
                </a:lnTo>
                <a:lnTo>
                  <a:pt x="6666" y="484"/>
                </a:lnTo>
                <a:lnTo>
                  <a:pt x="6592" y="521"/>
                </a:lnTo>
                <a:lnTo>
                  <a:pt x="6554" y="559"/>
                </a:lnTo>
                <a:lnTo>
                  <a:pt x="6517" y="614"/>
                </a:lnTo>
                <a:lnTo>
                  <a:pt x="6480" y="670"/>
                </a:lnTo>
                <a:lnTo>
                  <a:pt x="6461" y="745"/>
                </a:lnTo>
                <a:lnTo>
                  <a:pt x="6480" y="819"/>
                </a:lnTo>
                <a:lnTo>
                  <a:pt x="6517" y="931"/>
                </a:lnTo>
                <a:lnTo>
                  <a:pt x="6573" y="1024"/>
                </a:lnTo>
                <a:lnTo>
                  <a:pt x="6685" y="1080"/>
                </a:lnTo>
                <a:lnTo>
                  <a:pt x="6741" y="1099"/>
                </a:lnTo>
                <a:lnTo>
                  <a:pt x="6852" y="1099"/>
                </a:lnTo>
                <a:lnTo>
                  <a:pt x="6927" y="1061"/>
                </a:lnTo>
                <a:lnTo>
                  <a:pt x="6983" y="1024"/>
                </a:lnTo>
                <a:lnTo>
                  <a:pt x="7038" y="987"/>
                </a:lnTo>
                <a:lnTo>
                  <a:pt x="7076" y="931"/>
                </a:lnTo>
                <a:lnTo>
                  <a:pt x="7094" y="875"/>
                </a:lnTo>
                <a:lnTo>
                  <a:pt x="7113" y="801"/>
                </a:lnTo>
                <a:lnTo>
                  <a:pt x="7113" y="726"/>
                </a:lnTo>
                <a:lnTo>
                  <a:pt x="7076" y="614"/>
                </a:lnTo>
                <a:lnTo>
                  <a:pt x="7001" y="540"/>
                </a:lnTo>
                <a:lnTo>
                  <a:pt x="6908" y="465"/>
                </a:lnTo>
                <a:lnTo>
                  <a:pt x="6852" y="447"/>
                </a:lnTo>
                <a:close/>
                <a:moveTo>
                  <a:pt x="11507" y="465"/>
                </a:moveTo>
                <a:lnTo>
                  <a:pt x="11432" y="484"/>
                </a:lnTo>
                <a:lnTo>
                  <a:pt x="11358" y="484"/>
                </a:lnTo>
                <a:lnTo>
                  <a:pt x="11283" y="503"/>
                </a:lnTo>
                <a:lnTo>
                  <a:pt x="11228" y="540"/>
                </a:lnTo>
                <a:lnTo>
                  <a:pt x="11172" y="596"/>
                </a:lnTo>
                <a:lnTo>
                  <a:pt x="11134" y="652"/>
                </a:lnTo>
                <a:lnTo>
                  <a:pt x="11116" y="708"/>
                </a:lnTo>
                <a:lnTo>
                  <a:pt x="11097" y="782"/>
                </a:lnTo>
                <a:lnTo>
                  <a:pt x="11097" y="838"/>
                </a:lnTo>
                <a:lnTo>
                  <a:pt x="11116" y="912"/>
                </a:lnTo>
                <a:lnTo>
                  <a:pt x="11153" y="968"/>
                </a:lnTo>
                <a:lnTo>
                  <a:pt x="11190" y="1024"/>
                </a:lnTo>
                <a:lnTo>
                  <a:pt x="11246" y="1061"/>
                </a:lnTo>
                <a:lnTo>
                  <a:pt x="11321" y="1099"/>
                </a:lnTo>
                <a:lnTo>
                  <a:pt x="11376" y="1117"/>
                </a:lnTo>
                <a:lnTo>
                  <a:pt x="11451" y="1117"/>
                </a:lnTo>
                <a:lnTo>
                  <a:pt x="11581" y="1099"/>
                </a:lnTo>
                <a:lnTo>
                  <a:pt x="11637" y="1061"/>
                </a:lnTo>
                <a:lnTo>
                  <a:pt x="11693" y="1024"/>
                </a:lnTo>
                <a:lnTo>
                  <a:pt x="11749" y="987"/>
                </a:lnTo>
                <a:lnTo>
                  <a:pt x="11786" y="931"/>
                </a:lnTo>
                <a:lnTo>
                  <a:pt x="11823" y="875"/>
                </a:lnTo>
                <a:lnTo>
                  <a:pt x="11823" y="801"/>
                </a:lnTo>
                <a:lnTo>
                  <a:pt x="11842" y="745"/>
                </a:lnTo>
                <a:lnTo>
                  <a:pt x="11823" y="670"/>
                </a:lnTo>
                <a:lnTo>
                  <a:pt x="11805" y="614"/>
                </a:lnTo>
                <a:lnTo>
                  <a:pt x="11767" y="559"/>
                </a:lnTo>
                <a:lnTo>
                  <a:pt x="11730" y="503"/>
                </a:lnTo>
                <a:lnTo>
                  <a:pt x="11656" y="484"/>
                </a:lnTo>
                <a:lnTo>
                  <a:pt x="11581" y="465"/>
                </a:lnTo>
                <a:close/>
                <a:moveTo>
                  <a:pt x="2142" y="410"/>
                </a:moveTo>
                <a:lnTo>
                  <a:pt x="1993" y="484"/>
                </a:lnTo>
                <a:lnTo>
                  <a:pt x="1881" y="559"/>
                </a:lnTo>
                <a:lnTo>
                  <a:pt x="1825" y="614"/>
                </a:lnTo>
                <a:lnTo>
                  <a:pt x="1788" y="689"/>
                </a:lnTo>
                <a:lnTo>
                  <a:pt x="1770" y="745"/>
                </a:lnTo>
                <a:lnTo>
                  <a:pt x="1770" y="838"/>
                </a:lnTo>
                <a:lnTo>
                  <a:pt x="1788" y="912"/>
                </a:lnTo>
                <a:lnTo>
                  <a:pt x="1825" y="968"/>
                </a:lnTo>
                <a:lnTo>
                  <a:pt x="1863" y="1043"/>
                </a:lnTo>
                <a:lnTo>
                  <a:pt x="1918" y="1080"/>
                </a:lnTo>
                <a:lnTo>
                  <a:pt x="1993" y="1117"/>
                </a:lnTo>
                <a:lnTo>
                  <a:pt x="2049" y="1154"/>
                </a:lnTo>
                <a:lnTo>
                  <a:pt x="2123" y="1154"/>
                </a:lnTo>
                <a:lnTo>
                  <a:pt x="2216" y="1136"/>
                </a:lnTo>
                <a:lnTo>
                  <a:pt x="2347" y="1080"/>
                </a:lnTo>
                <a:lnTo>
                  <a:pt x="2458" y="987"/>
                </a:lnTo>
                <a:lnTo>
                  <a:pt x="2496" y="931"/>
                </a:lnTo>
                <a:lnTo>
                  <a:pt x="2533" y="875"/>
                </a:lnTo>
                <a:lnTo>
                  <a:pt x="2552" y="801"/>
                </a:lnTo>
                <a:lnTo>
                  <a:pt x="2552" y="726"/>
                </a:lnTo>
                <a:lnTo>
                  <a:pt x="2533" y="652"/>
                </a:lnTo>
                <a:lnTo>
                  <a:pt x="2514" y="577"/>
                </a:lnTo>
                <a:lnTo>
                  <a:pt x="2458" y="521"/>
                </a:lnTo>
                <a:lnTo>
                  <a:pt x="2421" y="465"/>
                </a:lnTo>
                <a:lnTo>
                  <a:pt x="2347" y="428"/>
                </a:lnTo>
                <a:lnTo>
                  <a:pt x="2291" y="410"/>
                </a:lnTo>
                <a:close/>
                <a:moveTo>
                  <a:pt x="32359" y="223"/>
                </a:moveTo>
                <a:lnTo>
                  <a:pt x="32285" y="261"/>
                </a:lnTo>
                <a:lnTo>
                  <a:pt x="32229" y="317"/>
                </a:lnTo>
                <a:lnTo>
                  <a:pt x="32191" y="372"/>
                </a:lnTo>
                <a:lnTo>
                  <a:pt x="32136" y="428"/>
                </a:lnTo>
                <a:lnTo>
                  <a:pt x="32061" y="465"/>
                </a:lnTo>
                <a:lnTo>
                  <a:pt x="32024" y="503"/>
                </a:lnTo>
                <a:lnTo>
                  <a:pt x="31987" y="559"/>
                </a:lnTo>
                <a:lnTo>
                  <a:pt x="31949" y="614"/>
                </a:lnTo>
                <a:lnTo>
                  <a:pt x="31931" y="670"/>
                </a:lnTo>
                <a:lnTo>
                  <a:pt x="31931" y="745"/>
                </a:lnTo>
                <a:lnTo>
                  <a:pt x="31949" y="819"/>
                </a:lnTo>
                <a:lnTo>
                  <a:pt x="31968" y="894"/>
                </a:lnTo>
                <a:lnTo>
                  <a:pt x="32005" y="950"/>
                </a:lnTo>
                <a:lnTo>
                  <a:pt x="32098" y="1061"/>
                </a:lnTo>
                <a:lnTo>
                  <a:pt x="32229" y="1136"/>
                </a:lnTo>
                <a:lnTo>
                  <a:pt x="32285" y="1173"/>
                </a:lnTo>
                <a:lnTo>
                  <a:pt x="32508" y="1173"/>
                </a:lnTo>
                <a:lnTo>
                  <a:pt x="32638" y="1117"/>
                </a:lnTo>
                <a:lnTo>
                  <a:pt x="32750" y="1043"/>
                </a:lnTo>
                <a:lnTo>
                  <a:pt x="32806" y="987"/>
                </a:lnTo>
                <a:lnTo>
                  <a:pt x="32824" y="912"/>
                </a:lnTo>
                <a:lnTo>
                  <a:pt x="32880" y="782"/>
                </a:lnTo>
                <a:lnTo>
                  <a:pt x="32880" y="633"/>
                </a:lnTo>
                <a:lnTo>
                  <a:pt x="32843" y="503"/>
                </a:lnTo>
                <a:lnTo>
                  <a:pt x="32806" y="410"/>
                </a:lnTo>
                <a:lnTo>
                  <a:pt x="32750" y="354"/>
                </a:lnTo>
                <a:lnTo>
                  <a:pt x="32694" y="298"/>
                </a:lnTo>
                <a:lnTo>
                  <a:pt x="32620" y="261"/>
                </a:lnTo>
                <a:lnTo>
                  <a:pt x="32527" y="223"/>
                </a:lnTo>
                <a:close/>
                <a:moveTo>
                  <a:pt x="91509" y="2029"/>
                </a:moveTo>
                <a:lnTo>
                  <a:pt x="91453" y="2048"/>
                </a:lnTo>
                <a:lnTo>
                  <a:pt x="91397" y="2067"/>
                </a:lnTo>
                <a:lnTo>
                  <a:pt x="91360" y="2104"/>
                </a:lnTo>
                <a:lnTo>
                  <a:pt x="91285" y="2216"/>
                </a:lnTo>
                <a:lnTo>
                  <a:pt x="91267" y="2271"/>
                </a:lnTo>
                <a:lnTo>
                  <a:pt x="91267" y="2327"/>
                </a:lnTo>
                <a:lnTo>
                  <a:pt x="91267" y="2383"/>
                </a:lnTo>
                <a:lnTo>
                  <a:pt x="91285" y="2439"/>
                </a:lnTo>
                <a:lnTo>
                  <a:pt x="91322" y="2495"/>
                </a:lnTo>
                <a:lnTo>
                  <a:pt x="91360" y="2532"/>
                </a:lnTo>
                <a:lnTo>
                  <a:pt x="91453" y="2588"/>
                </a:lnTo>
                <a:lnTo>
                  <a:pt x="91564" y="2625"/>
                </a:lnTo>
                <a:lnTo>
                  <a:pt x="91620" y="2625"/>
                </a:lnTo>
                <a:lnTo>
                  <a:pt x="91676" y="2607"/>
                </a:lnTo>
                <a:lnTo>
                  <a:pt x="91732" y="2569"/>
                </a:lnTo>
                <a:lnTo>
                  <a:pt x="91788" y="2532"/>
                </a:lnTo>
                <a:lnTo>
                  <a:pt x="91825" y="2476"/>
                </a:lnTo>
                <a:lnTo>
                  <a:pt x="91844" y="2439"/>
                </a:lnTo>
                <a:lnTo>
                  <a:pt x="91862" y="2365"/>
                </a:lnTo>
                <a:lnTo>
                  <a:pt x="91862" y="2309"/>
                </a:lnTo>
                <a:lnTo>
                  <a:pt x="91862" y="2253"/>
                </a:lnTo>
                <a:lnTo>
                  <a:pt x="91844" y="2197"/>
                </a:lnTo>
                <a:lnTo>
                  <a:pt x="91769" y="2104"/>
                </a:lnTo>
                <a:lnTo>
                  <a:pt x="91676" y="2048"/>
                </a:lnTo>
                <a:lnTo>
                  <a:pt x="91564" y="2029"/>
                </a:lnTo>
                <a:close/>
                <a:moveTo>
                  <a:pt x="727" y="2122"/>
                </a:moveTo>
                <a:lnTo>
                  <a:pt x="634" y="2141"/>
                </a:lnTo>
                <a:lnTo>
                  <a:pt x="541" y="2197"/>
                </a:lnTo>
                <a:lnTo>
                  <a:pt x="504" y="2234"/>
                </a:lnTo>
                <a:lnTo>
                  <a:pt x="485" y="2271"/>
                </a:lnTo>
                <a:lnTo>
                  <a:pt x="466" y="2327"/>
                </a:lnTo>
                <a:lnTo>
                  <a:pt x="448" y="2383"/>
                </a:lnTo>
                <a:lnTo>
                  <a:pt x="466" y="2458"/>
                </a:lnTo>
                <a:lnTo>
                  <a:pt x="485" y="2513"/>
                </a:lnTo>
                <a:lnTo>
                  <a:pt x="504" y="2551"/>
                </a:lnTo>
                <a:lnTo>
                  <a:pt x="541" y="2588"/>
                </a:lnTo>
                <a:lnTo>
                  <a:pt x="634" y="2644"/>
                </a:lnTo>
                <a:lnTo>
                  <a:pt x="820" y="2644"/>
                </a:lnTo>
                <a:lnTo>
                  <a:pt x="913" y="2588"/>
                </a:lnTo>
                <a:lnTo>
                  <a:pt x="950" y="2551"/>
                </a:lnTo>
                <a:lnTo>
                  <a:pt x="969" y="2513"/>
                </a:lnTo>
                <a:lnTo>
                  <a:pt x="988" y="2458"/>
                </a:lnTo>
                <a:lnTo>
                  <a:pt x="988" y="2383"/>
                </a:lnTo>
                <a:lnTo>
                  <a:pt x="988" y="2327"/>
                </a:lnTo>
                <a:lnTo>
                  <a:pt x="969" y="2271"/>
                </a:lnTo>
                <a:lnTo>
                  <a:pt x="950" y="2234"/>
                </a:lnTo>
                <a:lnTo>
                  <a:pt x="913" y="2197"/>
                </a:lnTo>
                <a:lnTo>
                  <a:pt x="820" y="2141"/>
                </a:lnTo>
                <a:lnTo>
                  <a:pt x="727" y="2122"/>
                </a:lnTo>
                <a:close/>
                <a:moveTo>
                  <a:pt x="690" y="3537"/>
                </a:moveTo>
                <a:lnTo>
                  <a:pt x="597" y="3575"/>
                </a:lnTo>
                <a:lnTo>
                  <a:pt x="541" y="3612"/>
                </a:lnTo>
                <a:lnTo>
                  <a:pt x="504" y="3649"/>
                </a:lnTo>
                <a:lnTo>
                  <a:pt x="448" y="3761"/>
                </a:lnTo>
                <a:lnTo>
                  <a:pt x="429" y="3817"/>
                </a:lnTo>
                <a:lnTo>
                  <a:pt x="429" y="3873"/>
                </a:lnTo>
                <a:lnTo>
                  <a:pt x="448" y="3928"/>
                </a:lnTo>
                <a:lnTo>
                  <a:pt x="466" y="3984"/>
                </a:lnTo>
                <a:lnTo>
                  <a:pt x="504" y="4022"/>
                </a:lnTo>
                <a:lnTo>
                  <a:pt x="541" y="4059"/>
                </a:lnTo>
                <a:lnTo>
                  <a:pt x="652" y="4115"/>
                </a:lnTo>
                <a:lnTo>
                  <a:pt x="820" y="4115"/>
                </a:lnTo>
                <a:lnTo>
                  <a:pt x="876" y="4077"/>
                </a:lnTo>
                <a:lnTo>
                  <a:pt x="913" y="4040"/>
                </a:lnTo>
                <a:lnTo>
                  <a:pt x="950" y="4003"/>
                </a:lnTo>
                <a:lnTo>
                  <a:pt x="988" y="3947"/>
                </a:lnTo>
                <a:lnTo>
                  <a:pt x="1006" y="3891"/>
                </a:lnTo>
                <a:lnTo>
                  <a:pt x="1006" y="3835"/>
                </a:lnTo>
                <a:lnTo>
                  <a:pt x="1006" y="3780"/>
                </a:lnTo>
                <a:lnTo>
                  <a:pt x="988" y="3724"/>
                </a:lnTo>
                <a:lnTo>
                  <a:pt x="969" y="3668"/>
                </a:lnTo>
                <a:lnTo>
                  <a:pt x="894" y="3593"/>
                </a:lnTo>
                <a:lnTo>
                  <a:pt x="801" y="3556"/>
                </a:lnTo>
                <a:lnTo>
                  <a:pt x="690" y="3537"/>
                </a:lnTo>
                <a:close/>
                <a:moveTo>
                  <a:pt x="91564" y="3705"/>
                </a:moveTo>
                <a:lnTo>
                  <a:pt x="91434" y="3742"/>
                </a:lnTo>
                <a:lnTo>
                  <a:pt x="91378" y="3761"/>
                </a:lnTo>
                <a:lnTo>
                  <a:pt x="91322" y="3798"/>
                </a:lnTo>
                <a:lnTo>
                  <a:pt x="91285" y="3854"/>
                </a:lnTo>
                <a:lnTo>
                  <a:pt x="91248" y="3910"/>
                </a:lnTo>
                <a:lnTo>
                  <a:pt x="91229" y="3966"/>
                </a:lnTo>
                <a:lnTo>
                  <a:pt x="91211" y="4059"/>
                </a:lnTo>
                <a:lnTo>
                  <a:pt x="91229" y="4133"/>
                </a:lnTo>
                <a:lnTo>
                  <a:pt x="91248" y="4208"/>
                </a:lnTo>
                <a:lnTo>
                  <a:pt x="91285" y="4264"/>
                </a:lnTo>
                <a:lnTo>
                  <a:pt x="91322" y="4301"/>
                </a:lnTo>
                <a:lnTo>
                  <a:pt x="91378" y="4338"/>
                </a:lnTo>
                <a:lnTo>
                  <a:pt x="91434" y="4375"/>
                </a:lnTo>
                <a:lnTo>
                  <a:pt x="91564" y="4394"/>
                </a:lnTo>
                <a:lnTo>
                  <a:pt x="91695" y="4375"/>
                </a:lnTo>
                <a:lnTo>
                  <a:pt x="91751" y="4338"/>
                </a:lnTo>
                <a:lnTo>
                  <a:pt x="91806" y="4301"/>
                </a:lnTo>
                <a:lnTo>
                  <a:pt x="91862" y="4264"/>
                </a:lnTo>
                <a:lnTo>
                  <a:pt x="91881" y="4208"/>
                </a:lnTo>
                <a:lnTo>
                  <a:pt x="91918" y="4133"/>
                </a:lnTo>
                <a:lnTo>
                  <a:pt x="91918" y="4059"/>
                </a:lnTo>
                <a:lnTo>
                  <a:pt x="91918" y="3966"/>
                </a:lnTo>
                <a:lnTo>
                  <a:pt x="91881" y="3910"/>
                </a:lnTo>
                <a:lnTo>
                  <a:pt x="91862" y="3854"/>
                </a:lnTo>
                <a:lnTo>
                  <a:pt x="91806" y="3798"/>
                </a:lnTo>
                <a:lnTo>
                  <a:pt x="91751" y="3761"/>
                </a:lnTo>
                <a:lnTo>
                  <a:pt x="91695" y="3742"/>
                </a:lnTo>
                <a:lnTo>
                  <a:pt x="91564" y="3705"/>
                </a:lnTo>
                <a:close/>
                <a:moveTo>
                  <a:pt x="783" y="5269"/>
                </a:moveTo>
                <a:lnTo>
                  <a:pt x="727" y="5288"/>
                </a:lnTo>
                <a:lnTo>
                  <a:pt x="690" y="5306"/>
                </a:lnTo>
                <a:lnTo>
                  <a:pt x="652" y="5362"/>
                </a:lnTo>
                <a:lnTo>
                  <a:pt x="634" y="5399"/>
                </a:lnTo>
                <a:lnTo>
                  <a:pt x="615" y="5437"/>
                </a:lnTo>
                <a:lnTo>
                  <a:pt x="615" y="5455"/>
                </a:lnTo>
                <a:lnTo>
                  <a:pt x="597" y="5455"/>
                </a:lnTo>
                <a:lnTo>
                  <a:pt x="578" y="5474"/>
                </a:lnTo>
                <a:lnTo>
                  <a:pt x="504" y="5548"/>
                </a:lnTo>
                <a:lnTo>
                  <a:pt x="466" y="5623"/>
                </a:lnTo>
                <a:lnTo>
                  <a:pt x="466" y="5716"/>
                </a:lnTo>
                <a:lnTo>
                  <a:pt x="504" y="5809"/>
                </a:lnTo>
                <a:lnTo>
                  <a:pt x="559" y="5883"/>
                </a:lnTo>
                <a:lnTo>
                  <a:pt x="652" y="5939"/>
                </a:lnTo>
                <a:lnTo>
                  <a:pt x="746" y="5939"/>
                </a:lnTo>
                <a:lnTo>
                  <a:pt x="857" y="5921"/>
                </a:lnTo>
                <a:lnTo>
                  <a:pt x="932" y="5883"/>
                </a:lnTo>
                <a:lnTo>
                  <a:pt x="988" y="5809"/>
                </a:lnTo>
                <a:lnTo>
                  <a:pt x="1025" y="5716"/>
                </a:lnTo>
                <a:lnTo>
                  <a:pt x="1043" y="5623"/>
                </a:lnTo>
                <a:lnTo>
                  <a:pt x="1043" y="5530"/>
                </a:lnTo>
                <a:lnTo>
                  <a:pt x="1025" y="5437"/>
                </a:lnTo>
                <a:lnTo>
                  <a:pt x="969" y="5362"/>
                </a:lnTo>
                <a:lnTo>
                  <a:pt x="913" y="5306"/>
                </a:lnTo>
                <a:lnTo>
                  <a:pt x="857" y="5269"/>
                </a:lnTo>
                <a:close/>
                <a:moveTo>
                  <a:pt x="91583" y="5474"/>
                </a:moveTo>
                <a:lnTo>
                  <a:pt x="91527" y="5492"/>
                </a:lnTo>
                <a:lnTo>
                  <a:pt x="91471" y="5530"/>
                </a:lnTo>
                <a:lnTo>
                  <a:pt x="91416" y="5567"/>
                </a:lnTo>
                <a:lnTo>
                  <a:pt x="91378" y="5623"/>
                </a:lnTo>
                <a:lnTo>
                  <a:pt x="91360" y="5697"/>
                </a:lnTo>
                <a:lnTo>
                  <a:pt x="91341" y="5753"/>
                </a:lnTo>
                <a:lnTo>
                  <a:pt x="91341" y="5827"/>
                </a:lnTo>
                <a:lnTo>
                  <a:pt x="91360" y="5883"/>
                </a:lnTo>
                <a:lnTo>
                  <a:pt x="91378" y="5939"/>
                </a:lnTo>
                <a:lnTo>
                  <a:pt x="91453" y="6014"/>
                </a:lnTo>
                <a:lnTo>
                  <a:pt x="91546" y="6088"/>
                </a:lnTo>
                <a:lnTo>
                  <a:pt x="91658" y="6107"/>
                </a:lnTo>
                <a:lnTo>
                  <a:pt x="91713" y="6088"/>
                </a:lnTo>
                <a:lnTo>
                  <a:pt x="91788" y="6070"/>
                </a:lnTo>
                <a:lnTo>
                  <a:pt x="91844" y="6032"/>
                </a:lnTo>
                <a:lnTo>
                  <a:pt x="91900" y="5995"/>
                </a:lnTo>
                <a:lnTo>
                  <a:pt x="91937" y="5939"/>
                </a:lnTo>
                <a:lnTo>
                  <a:pt x="91955" y="5883"/>
                </a:lnTo>
                <a:lnTo>
                  <a:pt x="91974" y="5809"/>
                </a:lnTo>
                <a:lnTo>
                  <a:pt x="91974" y="5734"/>
                </a:lnTo>
                <a:lnTo>
                  <a:pt x="91955" y="5679"/>
                </a:lnTo>
                <a:lnTo>
                  <a:pt x="91937" y="5641"/>
                </a:lnTo>
                <a:lnTo>
                  <a:pt x="91862" y="5548"/>
                </a:lnTo>
                <a:lnTo>
                  <a:pt x="91769" y="5492"/>
                </a:lnTo>
                <a:lnTo>
                  <a:pt x="91658" y="5474"/>
                </a:lnTo>
                <a:close/>
                <a:moveTo>
                  <a:pt x="708" y="6963"/>
                </a:moveTo>
                <a:lnTo>
                  <a:pt x="652" y="6982"/>
                </a:lnTo>
                <a:lnTo>
                  <a:pt x="578" y="7000"/>
                </a:lnTo>
                <a:lnTo>
                  <a:pt x="504" y="7038"/>
                </a:lnTo>
                <a:lnTo>
                  <a:pt x="448" y="7075"/>
                </a:lnTo>
                <a:lnTo>
                  <a:pt x="392" y="7131"/>
                </a:lnTo>
                <a:lnTo>
                  <a:pt x="355" y="7187"/>
                </a:lnTo>
                <a:lnTo>
                  <a:pt x="336" y="7261"/>
                </a:lnTo>
                <a:lnTo>
                  <a:pt x="317" y="7317"/>
                </a:lnTo>
                <a:lnTo>
                  <a:pt x="317" y="7391"/>
                </a:lnTo>
                <a:lnTo>
                  <a:pt x="317" y="7447"/>
                </a:lnTo>
                <a:lnTo>
                  <a:pt x="355" y="7503"/>
                </a:lnTo>
                <a:lnTo>
                  <a:pt x="373" y="7559"/>
                </a:lnTo>
                <a:lnTo>
                  <a:pt x="429" y="7615"/>
                </a:lnTo>
                <a:lnTo>
                  <a:pt x="466" y="7652"/>
                </a:lnTo>
                <a:lnTo>
                  <a:pt x="541" y="7689"/>
                </a:lnTo>
                <a:lnTo>
                  <a:pt x="597" y="7708"/>
                </a:lnTo>
                <a:lnTo>
                  <a:pt x="671" y="7727"/>
                </a:lnTo>
                <a:lnTo>
                  <a:pt x="746" y="7708"/>
                </a:lnTo>
                <a:lnTo>
                  <a:pt x="801" y="7689"/>
                </a:lnTo>
                <a:lnTo>
                  <a:pt x="876" y="7671"/>
                </a:lnTo>
                <a:lnTo>
                  <a:pt x="932" y="7615"/>
                </a:lnTo>
                <a:lnTo>
                  <a:pt x="969" y="7559"/>
                </a:lnTo>
                <a:lnTo>
                  <a:pt x="1006" y="7503"/>
                </a:lnTo>
                <a:lnTo>
                  <a:pt x="1025" y="7429"/>
                </a:lnTo>
                <a:lnTo>
                  <a:pt x="1025" y="7354"/>
                </a:lnTo>
                <a:lnTo>
                  <a:pt x="1025" y="7261"/>
                </a:lnTo>
                <a:lnTo>
                  <a:pt x="1006" y="7187"/>
                </a:lnTo>
                <a:lnTo>
                  <a:pt x="969" y="7112"/>
                </a:lnTo>
                <a:lnTo>
                  <a:pt x="913" y="7056"/>
                </a:lnTo>
                <a:lnTo>
                  <a:pt x="857" y="7000"/>
                </a:lnTo>
                <a:lnTo>
                  <a:pt x="783" y="6982"/>
                </a:lnTo>
                <a:lnTo>
                  <a:pt x="708" y="6963"/>
                </a:lnTo>
                <a:close/>
                <a:moveTo>
                  <a:pt x="91658" y="7242"/>
                </a:moveTo>
                <a:lnTo>
                  <a:pt x="91602" y="7261"/>
                </a:lnTo>
                <a:lnTo>
                  <a:pt x="91546" y="7298"/>
                </a:lnTo>
                <a:lnTo>
                  <a:pt x="91490" y="7336"/>
                </a:lnTo>
                <a:lnTo>
                  <a:pt x="91434" y="7391"/>
                </a:lnTo>
                <a:lnTo>
                  <a:pt x="91397" y="7466"/>
                </a:lnTo>
                <a:lnTo>
                  <a:pt x="91378" y="7540"/>
                </a:lnTo>
                <a:lnTo>
                  <a:pt x="91378" y="7596"/>
                </a:lnTo>
                <a:lnTo>
                  <a:pt x="91378" y="7671"/>
                </a:lnTo>
                <a:lnTo>
                  <a:pt x="91397" y="7745"/>
                </a:lnTo>
                <a:lnTo>
                  <a:pt x="91434" y="7801"/>
                </a:lnTo>
                <a:lnTo>
                  <a:pt x="91490" y="7857"/>
                </a:lnTo>
                <a:lnTo>
                  <a:pt x="91546" y="7913"/>
                </a:lnTo>
                <a:lnTo>
                  <a:pt x="91602" y="7931"/>
                </a:lnTo>
                <a:lnTo>
                  <a:pt x="91676" y="7950"/>
                </a:lnTo>
                <a:lnTo>
                  <a:pt x="91751" y="7969"/>
                </a:lnTo>
                <a:lnTo>
                  <a:pt x="91806" y="7950"/>
                </a:lnTo>
                <a:lnTo>
                  <a:pt x="91881" y="7931"/>
                </a:lnTo>
                <a:lnTo>
                  <a:pt x="91937" y="7913"/>
                </a:lnTo>
                <a:lnTo>
                  <a:pt x="91993" y="7857"/>
                </a:lnTo>
                <a:lnTo>
                  <a:pt x="92049" y="7801"/>
                </a:lnTo>
                <a:lnTo>
                  <a:pt x="92086" y="7745"/>
                </a:lnTo>
                <a:lnTo>
                  <a:pt x="92104" y="7671"/>
                </a:lnTo>
                <a:lnTo>
                  <a:pt x="92104" y="7596"/>
                </a:lnTo>
                <a:lnTo>
                  <a:pt x="92104" y="7522"/>
                </a:lnTo>
                <a:lnTo>
                  <a:pt x="92067" y="7466"/>
                </a:lnTo>
                <a:lnTo>
                  <a:pt x="92049" y="7391"/>
                </a:lnTo>
                <a:lnTo>
                  <a:pt x="91993" y="7336"/>
                </a:lnTo>
                <a:lnTo>
                  <a:pt x="91937" y="7298"/>
                </a:lnTo>
                <a:lnTo>
                  <a:pt x="91862" y="7261"/>
                </a:lnTo>
                <a:lnTo>
                  <a:pt x="91806" y="7242"/>
                </a:lnTo>
                <a:close/>
                <a:moveTo>
                  <a:pt x="91304" y="9030"/>
                </a:moveTo>
                <a:lnTo>
                  <a:pt x="91211" y="9048"/>
                </a:lnTo>
                <a:lnTo>
                  <a:pt x="91118" y="9104"/>
                </a:lnTo>
                <a:lnTo>
                  <a:pt x="91080" y="9142"/>
                </a:lnTo>
                <a:lnTo>
                  <a:pt x="91062" y="9179"/>
                </a:lnTo>
                <a:lnTo>
                  <a:pt x="91043" y="9235"/>
                </a:lnTo>
                <a:lnTo>
                  <a:pt x="91043" y="9290"/>
                </a:lnTo>
                <a:lnTo>
                  <a:pt x="91043" y="9365"/>
                </a:lnTo>
                <a:lnTo>
                  <a:pt x="91062" y="9421"/>
                </a:lnTo>
                <a:lnTo>
                  <a:pt x="91080" y="9458"/>
                </a:lnTo>
                <a:lnTo>
                  <a:pt x="91118" y="9495"/>
                </a:lnTo>
                <a:lnTo>
                  <a:pt x="91211" y="9551"/>
                </a:lnTo>
                <a:lnTo>
                  <a:pt x="91416" y="9551"/>
                </a:lnTo>
                <a:lnTo>
                  <a:pt x="91490" y="9495"/>
                </a:lnTo>
                <a:lnTo>
                  <a:pt x="91527" y="9458"/>
                </a:lnTo>
                <a:lnTo>
                  <a:pt x="91546" y="9421"/>
                </a:lnTo>
                <a:lnTo>
                  <a:pt x="91564" y="9365"/>
                </a:lnTo>
                <a:lnTo>
                  <a:pt x="91583" y="9290"/>
                </a:lnTo>
                <a:lnTo>
                  <a:pt x="91564" y="9235"/>
                </a:lnTo>
                <a:lnTo>
                  <a:pt x="91546" y="9179"/>
                </a:lnTo>
                <a:lnTo>
                  <a:pt x="91527" y="9142"/>
                </a:lnTo>
                <a:lnTo>
                  <a:pt x="91490" y="9104"/>
                </a:lnTo>
                <a:lnTo>
                  <a:pt x="91416" y="9048"/>
                </a:lnTo>
                <a:lnTo>
                  <a:pt x="91304" y="9030"/>
                </a:lnTo>
                <a:close/>
                <a:moveTo>
                  <a:pt x="429" y="8955"/>
                </a:moveTo>
                <a:lnTo>
                  <a:pt x="373" y="8993"/>
                </a:lnTo>
                <a:lnTo>
                  <a:pt x="317" y="9030"/>
                </a:lnTo>
                <a:lnTo>
                  <a:pt x="243" y="9104"/>
                </a:lnTo>
                <a:lnTo>
                  <a:pt x="206" y="9216"/>
                </a:lnTo>
                <a:lnTo>
                  <a:pt x="206" y="9328"/>
                </a:lnTo>
                <a:lnTo>
                  <a:pt x="261" y="9439"/>
                </a:lnTo>
                <a:lnTo>
                  <a:pt x="299" y="9477"/>
                </a:lnTo>
                <a:lnTo>
                  <a:pt x="336" y="9514"/>
                </a:lnTo>
                <a:lnTo>
                  <a:pt x="392" y="9551"/>
                </a:lnTo>
                <a:lnTo>
                  <a:pt x="448" y="9570"/>
                </a:lnTo>
                <a:lnTo>
                  <a:pt x="578" y="9570"/>
                </a:lnTo>
                <a:lnTo>
                  <a:pt x="634" y="9551"/>
                </a:lnTo>
                <a:lnTo>
                  <a:pt x="690" y="9514"/>
                </a:lnTo>
                <a:lnTo>
                  <a:pt x="727" y="9477"/>
                </a:lnTo>
                <a:lnTo>
                  <a:pt x="764" y="9421"/>
                </a:lnTo>
                <a:lnTo>
                  <a:pt x="801" y="9365"/>
                </a:lnTo>
                <a:lnTo>
                  <a:pt x="820" y="9309"/>
                </a:lnTo>
                <a:lnTo>
                  <a:pt x="820" y="9253"/>
                </a:lnTo>
                <a:lnTo>
                  <a:pt x="820" y="9197"/>
                </a:lnTo>
                <a:lnTo>
                  <a:pt x="801" y="9123"/>
                </a:lnTo>
                <a:lnTo>
                  <a:pt x="764" y="9067"/>
                </a:lnTo>
                <a:lnTo>
                  <a:pt x="727" y="9030"/>
                </a:lnTo>
                <a:lnTo>
                  <a:pt x="671" y="8993"/>
                </a:lnTo>
                <a:lnTo>
                  <a:pt x="615" y="8974"/>
                </a:lnTo>
                <a:lnTo>
                  <a:pt x="559" y="8955"/>
                </a:lnTo>
                <a:close/>
                <a:moveTo>
                  <a:pt x="671" y="10501"/>
                </a:moveTo>
                <a:lnTo>
                  <a:pt x="522" y="10538"/>
                </a:lnTo>
                <a:lnTo>
                  <a:pt x="448" y="10575"/>
                </a:lnTo>
                <a:lnTo>
                  <a:pt x="392" y="10612"/>
                </a:lnTo>
                <a:lnTo>
                  <a:pt x="355" y="10668"/>
                </a:lnTo>
                <a:lnTo>
                  <a:pt x="317" y="10743"/>
                </a:lnTo>
                <a:lnTo>
                  <a:pt x="299" y="10799"/>
                </a:lnTo>
                <a:lnTo>
                  <a:pt x="299" y="10873"/>
                </a:lnTo>
                <a:lnTo>
                  <a:pt x="299" y="10947"/>
                </a:lnTo>
                <a:lnTo>
                  <a:pt x="336" y="11022"/>
                </a:lnTo>
                <a:lnTo>
                  <a:pt x="355" y="11078"/>
                </a:lnTo>
                <a:lnTo>
                  <a:pt x="410" y="11134"/>
                </a:lnTo>
                <a:lnTo>
                  <a:pt x="466" y="11171"/>
                </a:lnTo>
                <a:lnTo>
                  <a:pt x="522" y="11189"/>
                </a:lnTo>
                <a:lnTo>
                  <a:pt x="578" y="11208"/>
                </a:lnTo>
                <a:lnTo>
                  <a:pt x="652" y="11227"/>
                </a:lnTo>
                <a:lnTo>
                  <a:pt x="708" y="11208"/>
                </a:lnTo>
                <a:lnTo>
                  <a:pt x="783" y="11189"/>
                </a:lnTo>
                <a:lnTo>
                  <a:pt x="839" y="11152"/>
                </a:lnTo>
                <a:lnTo>
                  <a:pt x="894" y="11096"/>
                </a:lnTo>
                <a:lnTo>
                  <a:pt x="950" y="11041"/>
                </a:lnTo>
                <a:lnTo>
                  <a:pt x="1006" y="10985"/>
                </a:lnTo>
                <a:lnTo>
                  <a:pt x="1043" y="10910"/>
                </a:lnTo>
                <a:lnTo>
                  <a:pt x="1062" y="10836"/>
                </a:lnTo>
                <a:lnTo>
                  <a:pt x="1062" y="10761"/>
                </a:lnTo>
                <a:lnTo>
                  <a:pt x="1043" y="10687"/>
                </a:lnTo>
                <a:lnTo>
                  <a:pt x="1006" y="10612"/>
                </a:lnTo>
                <a:lnTo>
                  <a:pt x="950" y="10575"/>
                </a:lnTo>
                <a:lnTo>
                  <a:pt x="894" y="10538"/>
                </a:lnTo>
                <a:lnTo>
                  <a:pt x="820" y="10519"/>
                </a:lnTo>
                <a:lnTo>
                  <a:pt x="671" y="10501"/>
                </a:lnTo>
                <a:close/>
                <a:moveTo>
                  <a:pt x="91490" y="10538"/>
                </a:moveTo>
                <a:lnTo>
                  <a:pt x="91416" y="10575"/>
                </a:lnTo>
                <a:lnTo>
                  <a:pt x="91360" y="10612"/>
                </a:lnTo>
                <a:lnTo>
                  <a:pt x="91304" y="10650"/>
                </a:lnTo>
                <a:lnTo>
                  <a:pt x="91267" y="10724"/>
                </a:lnTo>
                <a:lnTo>
                  <a:pt x="91229" y="10780"/>
                </a:lnTo>
                <a:lnTo>
                  <a:pt x="91211" y="10854"/>
                </a:lnTo>
                <a:lnTo>
                  <a:pt x="91211" y="10929"/>
                </a:lnTo>
                <a:lnTo>
                  <a:pt x="91229" y="10985"/>
                </a:lnTo>
                <a:lnTo>
                  <a:pt x="91248" y="11059"/>
                </a:lnTo>
                <a:lnTo>
                  <a:pt x="91341" y="11152"/>
                </a:lnTo>
                <a:lnTo>
                  <a:pt x="91434" y="11208"/>
                </a:lnTo>
                <a:lnTo>
                  <a:pt x="91509" y="11227"/>
                </a:lnTo>
                <a:lnTo>
                  <a:pt x="91564" y="11245"/>
                </a:lnTo>
                <a:lnTo>
                  <a:pt x="91639" y="11227"/>
                </a:lnTo>
                <a:lnTo>
                  <a:pt x="91713" y="11208"/>
                </a:lnTo>
                <a:lnTo>
                  <a:pt x="91769" y="11171"/>
                </a:lnTo>
                <a:lnTo>
                  <a:pt x="91825" y="11115"/>
                </a:lnTo>
                <a:lnTo>
                  <a:pt x="91862" y="11059"/>
                </a:lnTo>
                <a:lnTo>
                  <a:pt x="91900" y="10985"/>
                </a:lnTo>
                <a:lnTo>
                  <a:pt x="91918" y="10929"/>
                </a:lnTo>
                <a:lnTo>
                  <a:pt x="91918" y="10854"/>
                </a:lnTo>
                <a:lnTo>
                  <a:pt x="91900" y="10780"/>
                </a:lnTo>
                <a:lnTo>
                  <a:pt x="91881" y="10724"/>
                </a:lnTo>
                <a:lnTo>
                  <a:pt x="91844" y="10668"/>
                </a:lnTo>
                <a:lnTo>
                  <a:pt x="91806" y="10631"/>
                </a:lnTo>
                <a:lnTo>
                  <a:pt x="91695" y="10556"/>
                </a:lnTo>
                <a:lnTo>
                  <a:pt x="91564" y="10538"/>
                </a:lnTo>
                <a:close/>
                <a:moveTo>
                  <a:pt x="764" y="12083"/>
                </a:moveTo>
                <a:lnTo>
                  <a:pt x="690" y="12102"/>
                </a:lnTo>
                <a:lnTo>
                  <a:pt x="615" y="12120"/>
                </a:lnTo>
                <a:lnTo>
                  <a:pt x="541" y="12139"/>
                </a:lnTo>
                <a:lnTo>
                  <a:pt x="466" y="12176"/>
                </a:lnTo>
                <a:lnTo>
                  <a:pt x="392" y="12232"/>
                </a:lnTo>
                <a:lnTo>
                  <a:pt x="355" y="12307"/>
                </a:lnTo>
                <a:lnTo>
                  <a:pt x="317" y="12381"/>
                </a:lnTo>
                <a:lnTo>
                  <a:pt x="317" y="12456"/>
                </a:lnTo>
                <a:lnTo>
                  <a:pt x="336" y="12530"/>
                </a:lnTo>
                <a:lnTo>
                  <a:pt x="373" y="12604"/>
                </a:lnTo>
                <a:lnTo>
                  <a:pt x="429" y="12679"/>
                </a:lnTo>
                <a:lnTo>
                  <a:pt x="485" y="12716"/>
                </a:lnTo>
                <a:lnTo>
                  <a:pt x="578" y="12735"/>
                </a:lnTo>
                <a:lnTo>
                  <a:pt x="652" y="12753"/>
                </a:lnTo>
                <a:lnTo>
                  <a:pt x="671" y="12753"/>
                </a:lnTo>
                <a:lnTo>
                  <a:pt x="708" y="12735"/>
                </a:lnTo>
                <a:lnTo>
                  <a:pt x="801" y="12716"/>
                </a:lnTo>
                <a:lnTo>
                  <a:pt x="894" y="12660"/>
                </a:lnTo>
                <a:lnTo>
                  <a:pt x="950" y="12567"/>
                </a:lnTo>
                <a:lnTo>
                  <a:pt x="988" y="12493"/>
                </a:lnTo>
                <a:lnTo>
                  <a:pt x="1006" y="12400"/>
                </a:lnTo>
                <a:lnTo>
                  <a:pt x="988" y="12307"/>
                </a:lnTo>
                <a:lnTo>
                  <a:pt x="950" y="12213"/>
                </a:lnTo>
                <a:lnTo>
                  <a:pt x="894" y="12158"/>
                </a:lnTo>
                <a:lnTo>
                  <a:pt x="820" y="12120"/>
                </a:lnTo>
                <a:lnTo>
                  <a:pt x="764" y="12083"/>
                </a:lnTo>
                <a:close/>
                <a:moveTo>
                  <a:pt x="91602" y="12381"/>
                </a:moveTo>
                <a:lnTo>
                  <a:pt x="91546" y="12418"/>
                </a:lnTo>
                <a:lnTo>
                  <a:pt x="91490" y="12456"/>
                </a:lnTo>
                <a:lnTo>
                  <a:pt x="91416" y="12567"/>
                </a:lnTo>
                <a:lnTo>
                  <a:pt x="91360" y="12698"/>
                </a:lnTo>
                <a:lnTo>
                  <a:pt x="91341" y="12809"/>
                </a:lnTo>
                <a:lnTo>
                  <a:pt x="91360" y="12884"/>
                </a:lnTo>
                <a:lnTo>
                  <a:pt x="91378" y="12940"/>
                </a:lnTo>
                <a:lnTo>
                  <a:pt x="91416" y="12995"/>
                </a:lnTo>
                <a:lnTo>
                  <a:pt x="91471" y="13033"/>
                </a:lnTo>
                <a:lnTo>
                  <a:pt x="91527" y="13070"/>
                </a:lnTo>
                <a:lnTo>
                  <a:pt x="91583" y="13089"/>
                </a:lnTo>
                <a:lnTo>
                  <a:pt x="91639" y="13107"/>
                </a:lnTo>
                <a:lnTo>
                  <a:pt x="91695" y="13089"/>
                </a:lnTo>
                <a:lnTo>
                  <a:pt x="91769" y="13089"/>
                </a:lnTo>
                <a:lnTo>
                  <a:pt x="91806" y="13051"/>
                </a:lnTo>
                <a:lnTo>
                  <a:pt x="91862" y="13014"/>
                </a:lnTo>
                <a:lnTo>
                  <a:pt x="91900" y="12977"/>
                </a:lnTo>
                <a:lnTo>
                  <a:pt x="91937" y="12902"/>
                </a:lnTo>
                <a:lnTo>
                  <a:pt x="91955" y="12846"/>
                </a:lnTo>
                <a:lnTo>
                  <a:pt x="91955" y="12772"/>
                </a:lnTo>
                <a:lnTo>
                  <a:pt x="91955" y="12698"/>
                </a:lnTo>
                <a:lnTo>
                  <a:pt x="91900" y="12567"/>
                </a:lnTo>
                <a:lnTo>
                  <a:pt x="91825" y="12456"/>
                </a:lnTo>
                <a:lnTo>
                  <a:pt x="91769" y="12418"/>
                </a:lnTo>
                <a:lnTo>
                  <a:pt x="91713" y="12400"/>
                </a:lnTo>
                <a:lnTo>
                  <a:pt x="91658" y="12381"/>
                </a:lnTo>
                <a:close/>
                <a:moveTo>
                  <a:pt x="578" y="14206"/>
                </a:moveTo>
                <a:lnTo>
                  <a:pt x="522" y="14224"/>
                </a:lnTo>
                <a:lnTo>
                  <a:pt x="466" y="14261"/>
                </a:lnTo>
                <a:lnTo>
                  <a:pt x="410" y="14299"/>
                </a:lnTo>
                <a:lnTo>
                  <a:pt x="373" y="14355"/>
                </a:lnTo>
                <a:lnTo>
                  <a:pt x="355" y="14429"/>
                </a:lnTo>
                <a:lnTo>
                  <a:pt x="336" y="14485"/>
                </a:lnTo>
                <a:lnTo>
                  <a:pt x="336" y="14559"/>
                </a:lnTo>
                <a:lnTo>
                  <a:pt x="355" y="14615"/>
                </a:lnTo>
                <a:lnTo>
                  <a:pt x="392" y="14652"/>
                </a:lnTo>
                <a:lnTo>
                  <a:pt x="410" y="14708"/>
                </a:lnTo>
                <a:lnTo>
                  <a:pt x="466" y="14746"/>
                </a:lnTo>
                <a:lnTo>
                  <a:pt x="522" y="14783"/>
                </a:lnTo>
                <a:lnTo>
                  <a:pt x="578" y="14801"/>
                </a:lnTo>
                <a:lnTo>
                  <a:pt x="634" y="14801"/>
                </a:lnTo>
                <a:lnTo>
                  <a:pt x="746" y="14783"/>
                </a:lnTo>
                <a:lnTo>
                  <a:pt x="839" y="14727"/>
                </a:lnTo>
                <a:lnTo>
                  <a:pt x="894" y="14652"/>
                </a:lnTo>
                <a:lnTo>
                  <a:pt x="932" y="14541"/>
                </a:lnTo>
                <a:lnTo>
                  <a:pt x="932" y="14448"/>
                </a:lnTo>
                <a:lnTo>
                  <a:pt x="894" y="14336"/>
                </a:lnTo>
                <a:lnTo>
                  <a:pt x="820" y="14261"/>
                </a:lnTo>
                <a:lnTo>
                  <a:pt x="727" y="14206"/>
                </a:lnTo>
                <a:close/>
                <a:moveTo>
                  <a:pt x="91509" y="14187"/>
                </a:moveTo>
                <a:lnTo>
                  <a:pt x="91434" y="14206"/>
                </a:lnTo>
                <a:lnTo>
                  <a:pt x="91378" y="14243"/>
                </a:lnTo>
                <a:lnTo>
                  <a:pt x="91322" y="14280"/>
                </a:lnTo>
                <a:lnTo>
                  <a:pt x="91285" y="14336"/>
                </a:lnTo>
                <a:lnTo>
                  <a:pt x="91248" y="14392"/>
                </a:lnTo>
                <a:lnTo>
                  <a:pt x="91229" y="14448"/>
                </a:lnTo>
                <a:lnTo>
                  <a:pt x="91229" y="14522"/>
                </a:lnTo>
                <a:lnTo>
                  <a:pt x="91229" y="14597"/>
                </a:lnTo>
                <a:lnTo>
                  <a:pt x="91248" y="14652"/>
                </a:lnTo>
                <a:lnTo>
                  <a:pt x="91285" y="14708"/>
                </a:lnTo>
                <a:lnTo>
                  <a:pt x="91322" y="14764"/>
                </a:lnTo>
                <a:lnTo>
                  <a:pt x="91378" y="14801"/>
                </a:lnTo>
                <a:lnTo>
                  <a:pt x="91434" y="14839"/>
                </a:lnTo>
                <a:lnTo>
                  <a:pt x="91509" y="14857"/>
                </a:lnTo>
                <a:lnTo>
                  <a:pt x="91639" y="14857"/>
                </a:lnTo>
                <a:lnTo>
                  <a:pt x="91695" y="14839"/>
                </a:lnTo>
                <a:lnTo>
                  <a:pt x="91751" y="14801"/>
                </a:lnTo>
                <a:lnTo>
                  <a:pt x="91806" y="14764"/>
                </a:lnTo>
                <a:lnTo>
                  <a:pt x="91844" y="14708"/>
                </a:lnTo>
                <a:lnTo>
                  <a:pt x="91881" y="14652"/>
                </a:lnTo>
                <a:lnTo>
                  <a:pt x="91900" y="14597"/>
                </a:lnTo>
                <a:lnTo>
                  <a:pt x="91900" y="14522"/>
                </a:lnTo>
                <a:lnTo>
                  <a:pt x="91900" y="14448"/>
                </a:lnTo>
                <a:lnTo>
                  <a:pt x="91881" y="14392"/>
                </a:lnTo>
                <a:lnTo>
                  <a:pt x="91844" y="14336"/>
                </a:lnTo>
                <a:lnTo>
                  <a:pt x="91806" y="14280"/>
                </a:lnTo>
                <a:lnTo>
                  <a:pt x="91751" y="14243"/>
                </a:lnTo>
                <a:lnTo>
                  <a:pt x="91695" y="14206"/>
                </a:lnTo>
                <a:lnTo>
                  <a:pt x="91639" y="14187"/>
                </a:lnTo>
                <a:close/>
                <a:moveTo>
                  <a:pt x="91453" y="15825"/>
                </a:moveTo>
                <a:lnTo>
                  <a:pt x="91397" y="15863"/>
                </a:lnTo>
                <a:lnTo>
                  <a:pt x="91360" y="15900"/>
                </a:lnTo>
                <a:lnTo>
                  <a:pt x="91322" y="15956"/>
                </a:lnTo>
                <a:lnTo>
                  <a:pt x="91322" y="16012"/>
                </a:lnTo>
                <a:lnTo>
                  <a:pt x="91341" y="16067"/>
                </a:lnTo>
                <a:lnTo>
                  <a:pt x="91378" y="16123"/>
                </a:lnTo>
                <a:lnTo>
                  <a:pt x="91434" y="16142"/>
                </a:lnTo>
                <a:lnTo>
                  <a:pt x="91490" y="16161"/>
                </a:lnTo>
                <a:lnTo>
                  <a:pt x="91546" y="16142"/>
                </a:lnTo>
                <a:lnTo>
                  <a:pt x="91602" y="16105"/>
                </a:lnTo>
                <a:lnTo>
                  <a:pt x="91639" y="16049"/>
                </a:lnTo>
                <a:lnTo>
                  <a:pt x="91658" y="15974"/>
                </a:lnTo>
                <a:lnTo>
                  <a:pt x="91639" y="15918"/>
                </a:lnTo>
                <a:lnTo>
                  <a:pt x="91564" y="15844"/>
                </a:lnTo>
                <a:lnTo>
                  <a:pt x="91509" y="15825"/>
                </a:lnTo>
                <a:close/>
                <a:moveTo>
                  <a:pt x="522" y="15918"/>
                </a:moveTo>
                <a:lnTo>
                  <a:pt x="373" y="15937"/>
                </a:lnTo>
                <a:lnTo>
                  <a:pt x="243" y="15974"/>
                </a:lnTo>
                <a:lnTo>
                  <a:pt x="131" y="16067"/>
                </a:lnTo>
                <a:lnTo>
                  <a:pt x="57" y="16179"/>
                </a:lnTo>
                <a:lnTo>
                  <a:pt x="1" y="16309"/>
                </a:lnTo>
                <a:lnTo>
                  <a:pt x="1" y="16384"/>
                </a:lnTo>
                <a:lnTo>
                  <a:pt x="1" y="16458"/>
                </a:lnTo>
                <a:lnTo>
                  <a:pt x="19" y="16533"/>
                </a:lnTo>
                <a:lnTo>
                  <a:pt x="57" y="16607"/>
                </a:lnTo>
                <a:lnTo>
                  <a:pt x="131" y="16719"/>
                </a:lnTo>
                <a:lnTo>
                  <a:pt x="187" y="16775"/>
                </a:lnTo>
                <a:lnTo>
                  <a:pt x="261" y="16812"/>
                </a:lnTo>
                <a:lnTo>
                  <a:pt x="336" y="16849"/>
                </a:lnTo>
                <a:lnTo>
                  <a:pt x="410" y="16868"/>
                </a:lnTo>
                <a:lnTo>
                  <a:pt x="485" y="16868"/>
                </a:lnTo>
                <a:lnTo>
                  <a:pt x="559" y="16849"/>
                </a:lnTo>
                <a:lnTo>
                  <a:pt x="615" y="16812"/>
                </a:lnTo>
                <a:lnTo>
                  <a:pt x="690" y="16775"/>
                </a:lnTo>
                <a:lnTo>
                  <a:pt x="727" y="16719"/>
                </a:lnTo>
                <a:lnTo>
                  <a:pt x="783" y="16645"/>
                </a:lnTo>
                <a:lnTo>
                  <a:pt x="894" y="16551"/>
                </a:lnTo>
                <a:lnTo>
                  <a:pt x="932" y="16496"/>
                </a:lnTo>
                <a:lnTo>
                  <a:pt x="950" y="16421"/>
                </a:lnTo>
                <a:lnTo>
                  <a:pt x="969" y="16328"/>
                </a:lnTo>
                <a:lnTo>
                  <a:pt x="950" y="16254"/>
                </a:lnTo>
                <a:lnTo>
                  <a:pt x="932" y="16198"/>
                </a:lnTo>
                <a:lnTo>
                  <a:pt x="894" y="16123"/>
                </a:lnTo>
                <a:lnTo>
                  <a:pt x="857" y="16067"/>
                </a:lnTo>
                <a:lnTo>
                  <a:pt x="801" y="16012"/>
                </a:lnTo>
                <a:lnTo>
                  <a:pt x="727" y="15974"/>
                </a:lnTo>
                <a:lnTo>
                  <a:pt x="671" y="15956"/>
                </a:lnTo>
                <a:lnTo>
                  <a:pt x="522" y="15918"/>
                </a:lnTo>
                <a:close/>
                <a:moveTo>
                  <a:pt x="91732" y="17743"/>
                </a:moveTo>
                <a:lnTo>
                  <a:pt x="91676" y="17762"/>
                </a:lnTo>
                <a:lnTo>
                  <a:pt x="91602" y="17780"/>
                </a:lnTo>
                <a:lnTo>
                  <a:pt x="91546" y="17818"/>
                </a:lnTo>
                <a:lnTo>
                  <a:pt x="91509" y="17855"/>
                </a:lnTo>
                <a:lnTo>
                  <a:pt x="91471" y="17911"/>
                </a:lnTo>
                <a:lnTo>
                  <a:pt x="91434" y="17966"/>
                </a:lnTo>
                <a:lnTo>
                  <a:pt x="91434" y="18041"/>
                </a:lnTo>
                <a:lnTo>
                  <a:pt x="91434" y="18097"/>
                </a:lnTo>
                <a:lnTo>
                  <a:pt x="91434" y="18153"/>
                </a:lnTo>
                <a:lnTo>
                  <a:pt x="91453" y="18208"/>
                </a:lnTo>
                <a:lnTo>
                  <a:pt x="91527" y="18302"/>
                </a:lnTo>
                <a:lnTo>
                  <a:pt x="91620" y="18357"/>
                </a:lnTo>
                <a:lnTo>
                  <a:pt x="91732" y="18395"/>
                </a:lnTo>
                <a:lnTo>
                  <a:pt x="91806" y="18376"/>
                </a:lnTo>
                <a:lnTo>
                  <a:pt x="91862" y="18357"/>
                </a:lnTo>
                <a:lnTo>
                  <a:pt x="91918" y="18320"/>
                </a:lnTo>
                <a:lnTo>
                  <a:pt x="91974" y="18283"/>
                </a:lnTo>
                <a:lnTo>
                  <a:pt x="92011" y="18227"/>
                </a:lnTo>
                <a:lnTo>
                  <a:pt x="92030" y="18171"/>
                </a:lnTo>
                <a:lnTo>
                  <a:pt x="92049" y="18115"/>
                </a:lnTo>
                <a:lnTo>
                  <a:pt x="92049" y="18041"/>
                </a:lnTo>
                <a:lnTo>
                  <a:pt x="92049" y="17985"/>
                </a:lnTo>
                <a:lnTo>
                  <a:pt x="92030" y="17929"/>
                </a:lnTo>
                <a:lnTo>
                  <a:pt x="91955" y="17836"/>
                </a:lnTo>
                <a:lnTo>
                  <a:pt x="91862" y="17780"/>
                </a:lnTo>
                <a:lnTo>
                  <a:pt x="91732" y="17743"/>
                </a:lnTo>
                <a:close/>
                <a:moveTo>
                  <a:pt x="634" y="18097"/>
                </a:moveTo>
                <a:lnTo>
                  <a:pt x="578" y="18115"/>
                </a:lnTo>
                <a:lnTo>
                  <a:pt x="522" y="18115"/>
                </a:lnTo>
                <a:lnTo>
                  <a:pt x="466" y="18153"/>
                </a:lnTo>
                <a:lnTo>
                  <a:pt x="429" y="18190"/>
                </a:lnTo>
                <a:lnTo>
                  <a:pt x="373" y="18283"/>
                </a:lnTo>
                <a:lnTo>
                  <a:pt x="355" y="18339"/>
                </a:lnTo>
                <a:lnTo>
                  <a:pt x="355" y="18413"/>
                </a:lnTo>
                <a:lnTo>
                  <a:pt x="355" y="18469"/>
                </a:lnTo>
                <a:lnTo>
                  <a:pt x="373" y="18506"/>
                </a:lnTo>
                <a:lnTo>
                  <a:pt x="429" y="18599"/>
                </a:lnTo>
                <a:lnTo>
                  <a:pt x="522" y="18655"/>
                </a:lnTo>
                <a:lnTo>
                  <a:pt x="634" y="18693"/>
                </a:lnTo>
                <a:lnTo>
                  <a:pt x="690" y="18674"/>
                </a:lnTo>
                <a:lnTo>
                  <a:pt x="746" y="18674"/>
                </a:lnTo>
                <a:lnTo>
                  <a:pt x="839" y="18599"/>
                </a:lnTo>
                <a:lnTo>
                  <a:pt x="913" y="18506"/>
                </a:lnTo>
                <a:lnTo>
                  <a:pt x="932" y="18451"/>
                </a:lnTo>
                <a:lnTo>
                  <a:pt x="932" y="18395"/>
                </a:lnTo>
                <a:lnTo>
                  <a:pt x="932" y="18339"/>
                </a:lnTo>
                <a:lnTo>
                  <a:pt x="913" y="18283"/>
                </a:lnTo>
                <a:lnTo>
                  <a:pt x="839" y="18190"/>
                </a:lnTo>
                <a:lnTo>
                  <a:pt x="746" y="18134"/>
                </a:lnTo>
                <a:lnTo>
                  <a:pt x="634" y="18097"/>
                </a:lnTo>
                <a:close/>
                <a:moveTo>
                  <a:pt x="91676" y="19456"/>
                </a:moveTo>
                <a:lnTo>
                  <a:pt x="91602" y="19475"/>
                </a:lnTo>
                <a:lnTo>
                  <a:pt x="91527" y="19493"/>
                </a:lnTo>
                <a:lnTo>
                  <a:pt x="91471" y="19530"/>
                </a:lnTo>
                <a:lnTo>
                  <a:pt x="91378" y="19642"/>
                </a:lnTo>
                <a:lnTo>
                  <a:pt x="91322" y="19772"/>
                </a:lnTo>
                <a:lnTo>
                  <a:pt x="91304" y="19847"/>
                </a:lnTo>
                <a:lnTo>
                  <a:pt x="91304" y="19921"/>
                </a:lnTo>
                <a:lnTo>
                  <a:pt x="91322" y="19996"/>
                </a:lnTo>
                <a:lnTo>
                  <a:pt x="91341" y="20052"/>
                </a:lnTo>
                <a:lnTo>
                  <a:pt x="91378" y="20126"/>
                </a:lnTo>
                <a:lnTo>
                  <a:pt x="91434" y="20163"/>
                </a:lnTo>
                <a:lnTo>
                  <a:pt x="91490" y="20219"/>
                </a:lnTo>
                <a:lnTo>
                  <a:pt x="91546" y="20238"/>
                </a:lnTo>
                <a:lnTo>
                  <a:pt x="91620" y="20256"/>
                </a:lnTo>
                <a:lnTo>
                  <a:pt x="91695" y="20256"/>
                </a:lnTo>
                <a:lnTo>
                  <a:pt x="91751" y="20238"/>
                </a:lnTo>
                <a:lnTo>
                  <a:pt x="91825" y="20201"/>
                </a:lnTo>
                <a:lnTo>
                  <a:pt x="91881" y="20163"/>
                </a:lnTo>
                <a:lnTo>
                  <a:pt x="91937" y="20108"/>
                </a:lnTo>
                <a:lnTo>
                  <a:pt x="91974" y="20052"/>
                </a:lnTo>
                <a:lnTo>
                  <a:pt x="91993" y="19977"/>
                </a:lnTo>
                <a:lnTo>
                  <a:pt x="92011" y="19921"/>
                </a:lnTo>
                <a:lnTo>
                  <a:pt x="92011" y="19847"/>
                </a:lnTo>
                <a:lnTo>
                  <a:pt x="91993" y="19772"/>
                </a:lnTo>
                <a:lnTo>
                  <a:pt x="91955" y="19717"/>
                </a:lnTo>
                <a:lnTo>
                  <a:pt x="91881" y="19586"/>
                </a:lnTo>
                <a:lnTo>
                  <a:pt x="91825" y="19530"/>
                </a:lnTo>
                <a:lnTo>
                  <a:pt x="91751" y="19475"/>
                </a:lnTo>
                <a:lnTo>
                  <a:pt x="91676" y="19456"/>
                </a:lnTo>
                <a:close/>
                <a:moveTo>
                  <a:pt x="634" y="19772"/>
                </a:moveTo>
                <a:lnTo>
                  <a:pt x="522" y="19810"/>
                </a:lnTo>
                <a:lnTo>
                  <a:pt x="429" y="19884"/>
                </a:lnTo>
                <a:lnTo>
                  <a:pt x="392" y="19921"/>
                </a:lnTo>
                <a:lnTo>
                  <a:pt x="373" y="19977"/>
                </a:lnTo>
                <a:lnTo>
                  <a:pt x="355" y="20052"/>
                </a:lnTo>
                <a:lnTo>
                  <a:pt x="355" y="20108"/>
                </a:lnTo>
                <a:lnTo>
                  <a:pt x="355" y="20182"/>
                </a:lnTo>
                <a:lnTo>
                  <a:pt x="373" y="20238"/>
                </a:lnTo>
                <a:lnTo>
                  <a:pt x="410" y="20294"/>
                </a:lnTo>
                <a:lnTo>
                  <a:pt x="466" y="20350"/>
                </a:lnTo>
                <a:lnTo>
                  <a:pt x="522" y="20387"/>
                </a:lnTo>
                <a:lnTo>
                  <a:pt x="578" y="20405"/>
                </a:lnTo>
                <a:lnTo>
                  <a:pt x="634" y="20424"/>
                </a:lnTo>
                <a:lnTo>
                  <a:pt x="708" y="20424"/>
                </a:lnTo>
                <a:lnTo>
                  <a:pt x="764" y="20405"/>
                </a:lnTo>
                <a:lnTo>
                  <a:pt x="820" y="20387"/>
                </a:lnTo>
                <a:lnTo>
                  <a:pt x="876" y="20350"/>
                </a:lnTo>
                <a:lnTo>
                  <a:pt x="913" y="20312"/>
                </a:lnTo>
                <a:lnTo>
                  <a:pt x="950" y="20256"/>
                </a:lnTo>
                <a:lnTo>
                  <a:pt x="969" y="20201"/>
                </a:lnTo>
                <a:lnTo>
                  <a:pt x="988" y="20126"/>
                </a:lnTo>
                <a:lnTo>
                  <a:pt x="988" y="20070"/>
                </a:lnTo>
                <a:lnTo>
                  <a:pt x="969" y="20014"/>
                </a:lnTo>
                <a:lnTo>
                  <a:pt x="950" y="19940"/>
                </a:lnTo>
                <a:lnTo>
                  <a:pt x="913" y="19884"/>
                </a:lnTo>
                <a:lnTo>
                  <a:pt x="876" y="19847"/>
                </a:lnTo>
                <a:lnTo>
                  <a:pt x="820" y="19810"/>
                </a:lnTo>
                <a:lnTo>
                  <a:pt x="764" y="19791"/>
                </a:lnTo>
                <a:lnTo>
                  <a:pt x="634" y="19772"/>
                </a:lnTo>
                <a:close/>
                <a:moveTo>
                  <a:pt x="91602" y="21020"/>
                </a:moveTo>
                <a:lnTo>
                  <a:pt x="91527" y="21038"/>
                </a:lnTo>
                <a:lnTo>
                  <a:pt x="91453" y="21076"/>
                </a:lnTo>
                <a:lnTo>
                  <a:pt x="91397" y="21132"/>
                </a:lnTo>
                <a:lnTo>
                  <a:pt x="91360" y="21187"/>
                </a:lnTo>
                <a:lnTo>
                  <a:pt x="91322" y="21262"/>
                </a:lnTo>
                <a:lnTo>
                  <a:pt x="91304" y="21336"/>
                </a:lnTo>
                <a:lnTo>
                  <a:pt x="91322" y="21411"/>
                </a:lnTo>
                <a:lnTo>
                  <a:pt x="91322" y="21467"/>
                </a:lnTo>
                <a:lnTo>
                  <a:pt x="91360" y="21523"/>
                </a:lnTo>
                <a:lnTo>
                  <a:pt x="91397" y="21578"/>
                </a:lnTo>
                <a:lnTo>
                  <a:pt x="91453" y="21634"/>
                </a:lnTo>
                <a:lnTo>
                  <a:pt x="91509" y="21653"/>
                </a:lnTo>
                <a:lnTo>
                  <a:pt x="91564" y="21690"/>
                </a:lnTo>
                <a:lnTo>
                  <a:pt x="91695" y="21690"/>
                </a:lnTo>
                <a:lnTo>
                  <a:pt x="91751" y="21671"/>
                </a:lnTo>
                <a:lnTo>
                  <a:pt x="91862" y="21616"/>
                </a:lnTo>
                <a:lnTo>
                  <a:pt x="91937" y="21541"/>
                </a:lnTo>
                <a:lnTo>
                  <a:pt x="91974" y="21485"/>
                </a:lnTo>
                <a:lnTo>
                  <a:pt x="91993" y="21411"/>
                </a:lnTo>
                <a:lnTo>
                  <a:pt x="91993" y="21355"/>
                </a:lnTo>
                <a:lnTo>
                  <a:pt x="91993" y="21299"/>
                </a:lnTo>
                <a:lnTo>
                  <a:pt x="91937" y="21169"/>
                </a:lnTo>
                <a:lnTo>
                  <a:pt x="91862" y="21076"/>
                </a:lnTo>
                <a:lnTo>
                  <a:pt x="91806" y="21057"/>
                </a:lnTo>
                <a:lnTo>
                  <a:pt x="91751" y="21020"/>
                </a:lnTo>
                <a:close/>
                <a:moveTo>
                  <a:pt x="597" y="21504"/>
                </a:moveTo>
                <a:lnTo>
                  <a:pt x="559" y="21523"/>
                </a:lnTo>
                <a:lnTo>
                  <a:pt x="504" y="21541"/>
                </a:lnTo>
                <a:lnTo>
                  <a:pt x="410" y="21616"/>
                </a:lnTo>
                <a:lnTo>
                  <a:pt x="392" y="21671"/>
                </a:lnTo>
                <a:lnTo>
                  <a:pt x="373" y="21727"/>
                </a:lnTo>
                <a:lnTo>
                  <a:pt x="373" y="21820"/>
                </a:lnTo>
                <a:lnTo>
                  <a:pt x="429" y="21913"/>
                </a:lnTo>
                <a:lnTo>
                  <a:pt x="504" y="21988"/>
                </a:lnTo>
                <a:lnTo>
                  <a:pt x="597" y="22025"/>
                </a:lnTo>
                <a:lnTo>
                  <a:pt x="708" y="22025"/>
                </a:lnTo>
                <a:lnTo>
                  <a:pt x="783" y="21988"/>
                </a:lnTo>
                <a:lnTo>
                  <a:pt x="857" y="21913"/>
                </a:lnTo>
                <a:lnTo>
                  <a:pt x="894" y="21820"/>
                </a:lnTo>
                <a:lnTo>
                  <a:pt x="894" y="21727"/>
                </a:lnTo>
                <a:lnTo>
                  <a:pt x="876" y="21634"/>
                </a:lnTo>
                <a:lnTo>
                  <a:pt x="820" y="21560"/>
                </a:lnTo>
                <a:lnTo>
                  <a:pt x="764" y="21541"/>
                </a:lnTo>
                <a:lnTo>
                  <a:pt x="708" y="21523"/>
                </a:lnTo>
                <a:lnTo>
                  <a:pt x="652" y="21504"/>
                </a:lnTo>
                <a:close/>
                <a:moveTo>
                  <a:pt x="578" y="22844"/>
                </a:moveTo>
                <a:lnTo>
                  <a:pt x="522" y="22863"/>
                </a:lnTo>
                <a:lnTo>
                  <a:pt x="448" y="22919"/>
                </a:lnTo>
                <a:lnTo>
                  <a:pt x="373" y="23012"/>
                </a:lnTo>
                <a:lnTo>
                  <a:pt x="355" y="23105"/>
                </a:lnTo>
                <a:lnTo>
                  <a:pt x="355" y="23198"/>
                </a:lnTo>
                <a:lnTo>
                  <a:pt x="373" y="23254"/>
                </a:lnTo>
                <a:lnTo>
                  <a:pt x="410" y="23291"/>
                </a:lnTo>
                <a:lnTo>
                  <a:pt x="448" y="23328"/>
                </a:lnTo>
                <a:lnTo>
                  <a:pt x="504" y="23366"/>
                </a:lnTo>
                <a:lnTo>
                  <a:pt x="578" y="23384"/>
                </a:lnTo>
                <a:lnTo>
                  <a:pt x="634" y="23384"/>
                </a:lnTo>
                <a:lnTo>
                  <a:pt x="690" y="23366"/>
                </a:lnTo>
                <a:lnTo>
                  <a:pt x="746" y="23347"/>
                </a:lnTo>
                <a:lnTo>
                  <a:pt x="839" y="23291"/>
                </a:lnTo>
                <a:lnTo>
                  <a:pt x="876" y="23235"/>
                </a:lnTo>
                <a:lnTo>
                  <a:pt x="894" y="23198"/>
                </a:lnTo>
                <a:lnTo>
                  <a:pt x="913" y="23142"/>
                </a:lnTo>
                <a:lnTo>
                  <a:pt x="913" y="23105"/>
                </a:lnTo>
                <a:lnTo>
                  <a:pt x="876" y="23012"/>
                </a:lnTo>
                <a:lnTo>
                  <a:pt x="820" y="22937"/>
                </a:lnTo>
                <a:lnTo>
                  <a:pt x="746" y="22882"/>
                </a:lnTo>
                <a:lnTo>
                  <a:pt x="690" y="22863"/>
                </a:lnTo>
                <a:lnTo>
                  <a:pt x="634" y="22844"/>
                </a:lnTo>
                <a:close/>
                <a:moveTo>
                  <a:pt x="91602" y="23068"/>
                </a:moveTo>
                <a:lnTo>
                  <a:pt x="91527" y="23086"/>
                </a:lnTo>
                <a:lnTo>
                  <a:pt x="91453" y="23124"/>
                </a:lnTo>
                <a:lnTo>
                  <a:pt x="91397" y="23161"/>
                </a:lnTo>
                <a:lnTo>
                  <a:pt x="91341" y="23198"/>
                </a:lnTo>
                <a:lnTo>
                  <a:pt x="91285" y="23254"/>
                </a:lnTo>
                <a:lnTo>
                  <a:pt x="91267" y="23328"/>
                </a:lnTo>
                <a:lnTo>
                  <a:pt x="91248" y="23403"/>
                </a:lnTo>
                <a:lnTo>
                  <a:pt x="91248" y="23459"/>
                </a:lnTo>
                <a:lnTo>
                  <a:pt x="91267" y="23589"/>
                </a:lnTo>
                <a:lnTo>
                  <a:pt x="91304" y="23645"/>
                </a:lnTo>
                <a:lnTo>
                  <a:pt x="91341" y="23682"/>
                </a:lnTo>
                <a:lnTo>
                  <a:pt x="91397" y="23719"/>
                </a:lnTo>
                <a:lnTo>
                  <a:pt x="91453" y="23757"/>
                </a:lnTo>
                <a:lnTo>
                  <a:pt x="91509" y="23775"/>
                </a:lnTo>
                <a:lnTo>
                  <a:pt x="91564" y="23794"/>
                </a:lnTo>
                <a:lnTo>
                  <a:pt x="91695" y="23775"/>
                </a:lnTo>
                <a:lnTo>
                  <a:pt x="91751" y="23757"/>
                </a:lnTo>
                <a:lnTo>
                  <a:pt x="91806" y="23719"/>
                </a:lnTo>
                <a:lnTo>
                  <a:pt x="91862" y="23682"/>
                </a:lnTo>
                <a:lnTo>
                  <a:pt x="91900" y="23626"/>
                </a:lnTo>
                <a:lnTo>
                  <a:pt x="91918" y="23552"/>
                </a:lnTo>
                <a:lnTo>
                  <a:pt x="91937" y="23459"/>
                </a:lnTo>
                <a:lnTo>
                  <a:pt x="91955" y="23384"/>
                </a:lnTo>
                <a:lnTo>
                  <a:pt x="91955" y="23291"/>
                </a:lnTo>
                <a:lnTo>
                  <a:pt x="91937" y="23217"/>
                </a:lnTo>
                <a:lnTo>
                  <a:pt x="91900" y="23161"/>
                </a:lnTo>
                <a:lnTo>
                  <a:pt x="91825" y="23105"/>
                </a:lnTo>
                <a:lnTo>
                  <a:pt x="91751" y="23086"/>
                </a:lnTo>
                <a:lnTo>
                  <a:pt x="91676" y="23068"/>
                </a:lnTo>
                <a:close/>
                <a:moveTo>
                  <a:pt x="91546" y="24632"/>
                </a:moveTo>
                <a:lnTo>
                  <a:pt x="91471" y="24650"/>
                </a:lnTo>
                <a:lnTo>
                  <a:pt x="91416" y="24669"/>
                </a:lnTo>
                <a:lnTo>
                  <a:pt x="91360" y="24688"/>
                </a:lnTo>
                <a:lnTo>
                  <a:pt x="91304" y="24743"/>
                </a:lnTo>
                <a:lnTo>
                  <a:pt x="91267" y="24781"/>
                </a:lnTo>
                <a:lnTo>
                  <a:pt x="91248" y="24837"/>
                </a:lnTo>
                <a:lnTo>
                  <a:pt x="91229" y="24911"/>
                </a:lnTo>
                <a:lnTo>
                  <a:pt x="91229" y="24967"/>
                </a:lnTo>
                <a:lnTo>
                  <a:pt x="91229" y="25023"/>
                </a:lnTo>
                <a:lnTo>
                  <a:pt x="91248" y="25079"/>
                </a:lnTo>
                <a:lnTo>
                  <a:pt x="91322" y="25172"/>
                </a:lnTo>
                <a:lnTo>
                  <a:pt x="91416" y="25246"/>
                </a:lnTo>
                <a:lnTo>
                  <a:pt x="91546" y="25265"/>
                </a:lnTo>
                <a:lnTo>
                  <a:pt x="91602" y="25265"/>
                </a:lnTo>
                <a:lnTo>
                  <a:pt x="91676" y="25246"/>
                </a:lnTo>
                <a:lnTo>
                  <a:pt x="91713" y="25209"/>
                </a:lnTo>
                <a:lnTo>
                  <a:pt x="91769" y="25153"/>
                </a:lnTo>
                <a:lnTo>
                  <a:pt x="91806" y="25116"/>
                </a:lnTo>
                <a:lnTo>
                  <a:pt x="91844" y="25041"/>
                </a:lnTo>
                <a:lnTo>
                  <a:pt x="91844" y="24985"/>
                </a:lnTo>
                <a:lnTo>
                  <a:pt x="91844" y="24911"/>
                </a:lnTo>
                <a:lnTo>
                  <a:pt x="91844" y="24855"/>
                </a:lnTo>
                <a:lnTo>
                  <a:pt x="91825" y="24818"/>
                </a:lnTo>
                <a:lnTo>
                  <a:pt x="91751" y="24725"/>
                </a:lnTo>
                <a:lnTo>
                  <a:pt x="91658" y="24669"/>
                </a:lnTo>
                <a:lnTo>
                  <a:pt x="91546" y="24632"/>
                </a:lnTo>
                <a:close/>
                <a:moveTo>
                  <a:pt x="727" y="25060"/>
                </a:moveTo>
                <a:lnTo>
                  <a:pt x="652" y="25079"/>
                </a:lnTo>
                <a:lnTo>
                  <a:pt x="597" y="25097"/>
                </a:lnTo>
                <a:lnTo>
                  <a:pt x="541" y="25134"/>
                </a:lnTo>
                <a:lnTo>
                  <a:pt x="485" y="25172"/>
                </a:lnTo>
                <a:lnTo>
                  <a:pt x="448" y="25228"/>
                </a:lnTo>
                <a:lnTo>
                  <a:pt x="429" y="25302"/>
                </a:lnTo>
                <a:lnTo>
                  <a:pt x="410" y="25358"/>
                </a:lnTo>
                <a:lnTo>
                  <a:pt x="410" y="25432"/>
                </a:lnTo>
                <a:lnTo>
                  <a:pt x="429" y="25488"/>
                </a:lnTo>
                <a:lnTo>
                  <a:pt x="466" y="25563"/>
                </a:lnTo>
                <a:lnTo>
                  <a:pt x="504" y="25600"/>
                </a:lnTo>
                <a:lnTo>
                  <a:pt x="559" y="25656"/>
                </a:lnTo>
                <a:lnTo>
                  <a:pt x="615" y="25674"/>
                </a:lnTo>
                <a:lnTo>
                  <a:pt x="671" y="25693"/>
                </a:lnTo>
                <a:lnTo>
                  <a:pt x="801" y="25693"/>
                </a:lnTo>
                <a:lnTo>
                  <a:pt x="913" y="25637"/>
                </a:lnTo>
                <a:lnTo>
                  <a:pt x="988" y="25544"/>
                </a:lnTo>
                <a:lnTo>
                  <a:pt x="1025" y="25451"/>
                </a:lnTo>
                <a:lnTo>
                  <a:pt x="1043" y="25376"/>
                </a:lnTo>
                <a:lnTo>
                  <a:pt x="1025" y="25321"/>
                </a:lnTo>
                <a:lnTo>
                  <a:pt x="988" y="25228"/>
                </a:lnTo>
                <a:lnTo>
                  <a:pt x="913" y="25134"/>
                </a:lnTo>
                <a:lnTo>
                  <a:pt x="820" y="25079"/>
                </a:lnTo>
                <a:lnTo>
                  <a:pt x="727" y="25060"/>
                </a:lnTo>
                <a:close/>
                <a:moveTo>
                  <a:pt x="91658" y="26289"/>
                </a:moveTo>
                <a:lnTo>
                  <a:pt x="91546" y="26345"/>
                </a:lnTo>
                <a:lnTo>
                  <a:pt x="91434" y="26419"/>
                </a:lnTo>
                <a:lnTo>
                  <a:pt x="91397" y="26475"/>
                </a:lnTo>
                <a:lnTo>
                  <a:pt x="91378" y="26531"/>
                </a:lnTo>
                <a:lnTo>
                  <a:pt x="91360" y="26587"/>
                </a:lnTo>
                <a:lnTo>
                  <a:pt x="91341" y="26661"/>
                </a:lnTo>
                <a:lnTo>
                  <a:pt x="91360" y="26717"/>
                </a:lnTo>
                <a:lnTo>
                  <a:pt x="91378" y="26773"/>
                </a:lnTo>
                <a:lnTo>
                  <a:pt x="91416" y="26829"/>
                </a:lnTo>
                <a:lnTo>
                  <a:pt x="91453" y="26885"/>
                </a:lnTo>
                <a:lnTo>
                  <a:pt x="91509" y="26922"/>
                </a:lnTo>
                <a:lnTo>
                  <a:pt x="91564" y="26959"/>
                </a:lnTo>
                <a:lnTo>
                  <a:pt x="91620" y="26978"/>
                </a:lnTo>
                <a:lnTo>
                  <a:pt x="91676" y="26978"/>
                </a:lnTo>
                <a:lnTo>
                  <a:pt x="91751" y="26959"/>
                </a:lnTo>
                <a:lnTo>
                  <a:pt x="91825" y="26940"/>
                </a:lnTo>
                <a:lnTo>
                  <a:pt x="91881" y="26922"/>
                </a:lnTo>
                <a:lnTo>
                  <a:pt x="91918" y="26866"/>
                </a:lnTo>
                <a:lnTo>
                  <a:pt x="91974" y="26829"/>
                </a:lnTo>
                <a:lnTo>
                  <a:pt x="91993" y="26773"/>
                </a:lnTo>
                <a:lnTo>
                  <a:pt x="92030" y="26698"/>
                </a:lnTo>
                <a:lnTo>
                  <a:pt x="92030" y="26642"/>
                </a:lnTo>
                <a:lnTo>
                  <a:pt x="92030" y="26568"/>
                </a:lnTo>
                <a:lnTo>
                  <a:pt x="92011" y="26494"/>
                </a:lnTo>
                <a:lnTo>
                  <a:pt x="91993" y="26419"/>
                </a:lnTo>
                <a:lnTo>
                  <a:pt x="91937" y="26363"/>
                </a:lnTo>
                <a:lnTo>
                  <a:pt x="91881" y="26326"/>
                </a:lnTo>
                <a:lnTo>
                  <a:pt x="91825" y="26289"/>
                </a:lnTo>
                <a:close/>
                <a:moveTo>
                  <a:pt x="708" y="26829"/>
                </a:moveTo>
                <a:lnTo>
                  <a:pt x="634" y="26847"/>
                </a:lnTo>
                <a:lnTo>
                  <a:pt x="559" y="26866"/>
                </a:lnTo>
                <a:lnTo>
                  <a:pt x="504" y="26903"/>
                </a:lnTo>
                <a:lnTo>
                  <a:pt x="429" y="26959"/>
                </a:lnTo>
                <a:lnTo>
                  <a:pt x="392" y="27015"/>
                </a:lnTo>
                <a:lnTo>
                  <a:pt x="355" y="27089"/>
                </a:lnTo>
                <a:lnTo>
                  <a:pt x="317" y="27164"/>
                </a:lnTo>
                <a:lnTo>
                  <a:pt x="317" y="27238"/>
                </a:lnTo>
                <a:lnTo>
                  <a:pt x="336" y="27331"/>
                </a:lnTo>
                <a:lnTo>
                  <a:pt x="355" y="27406"/>
                </a:lnTo>
                <a:lnTo>
                  <a:pt x="373" y="27462"/>
                </a:lnTo>
                <a:lnTo>
                  <a:pt x="410" y="27518"/>
                </a:lnTo>
                <a:lnTo>
                  <a:pt x="466" y="27555"/>
                </a:lnTo>
                <a:lnTo>
                  <a:pt x="541" y="27592"/>
                </a:lnTo>
                <a:lnTo>
                  <a:pt x="597" y="27611"/>
                </a:lnTo>
                <a:lnTo>
                  <a:pt x="671" y="27611"/>
                </a:lnTo>
                <a:lnTo>
                  <a:pt x="746" y="27592"/>
                </a:lnTo>
                <a:lnTo>
                  <a:pt x="801" y="27573"/>
                </a:lnTo>
                <a:lnTo>
                  <a:pt x="857" y="27536"/>
                </a:lnTo>
                <a:lnTo>
                  <a:pt x="950" y="27424"/>
                </a:lnTo>
                <a:lnTo>
                  <a:pt x="1006" y="27294"/>
                </a:lnTo>
                <a:lnTo>
                  <a:pt x="1025" y="27238"/>
                </a:lnTo>
                <a:lnTo>
                  <a:pt x="1025" y="27164"/>
                </a:lnTo>
                <a:lnTo>
                  <a:pt x="1006" y="27108"/>
                </a:lnTo>
                <a:lnTo>
                  <a:pt x="988" y="27033"/>
                </a:lnTo>
                <a:lnTo>
                  <a:pt x="950" y="26978"/>
                </a:lnTo>
                <a:lnTo>
                  <a:pt x="894" y="26922"/>
                </a:lnTo>
                <a:lnTo>
                  <a:pt x="839" y="26866"/>
                </a:lnTo>
                <a:lnTo>
                  <a:pt x="783" y="26847"/>
                </a:lnTo>
                <a:lnTo>
                  <a:pt x="708" y="26829"/>
                </a:lnTo>
                <a:close/>
                <a:moveTo>
                  <a:pt x="91620" y="28262"/>
                </a:moveTo>
                <a:lnTo>
                  <a:pt x="91564" y="28281"/>
                </a:lnTo>
                <a:lnTo>
                  <a:pt x="91490" y="28318"/>
                </a:lnTo>
                <a:lnTo>
                  <a:pt x="91434" y="28355"/>
                </a:lnTo>
                <a:lnTo>
                  <a:pt x="91378" y="28430"/>
                </a:lnTo>
                <a:lnTo>
                  <a:pt x="91360" y="28486"/>
                </a:lnTo>
                <a:lnTo>
                  <a:pt x="91341" y="28560"/>
                </a:lnTo>
                <a:lnTo>
                  <a:pt x="91341" y="28635"/>
                </a:lnTo>
                <a:lnTo>
                  <a:pt x="91360" y="28709"/>
                </a:lnTo>
                <a:lnTo>
                  <a:pt x="91378" y="28784"/>
                </a:lnTo>
                <a:lnTo>
                  <a:pt x="91434" y="28858"/>
                </a:lnTo>
                <a:lnTo>
                  <a:pt x="91490" y="28914"/>
                </a:lnTo>
                <a:lnTo>
                  <a:pt x="91546" y="28951"/>
                </a:lnTo>
                <a:lnTo>
                  <a:pt x="91620" y="28970"/>
                </a:lnTo>
                <a:lnTo>
                  <a:pt x="91695" y="28988"/>
                </a:lnTo>
                <a:lnTo>
                  <a:pt x="91806" y="28970"/>
                </a:lnTo>
                <a:lnTo>
                  <a:pt x="91900" y="28933"/>
                </a:lnTo>
                <a:lnTo>
                  <a:pt x="91974" y="28877"/>
                </a:lnTo>
                <a:lnTo>
                  <a:pt x="92030" y="28802"/>
                </a:lnTo>
                <a:lnTo>
                  <a:pt x="92067" y="28690"/>
                </a:lnTo>
                <a:lnTo>
                  <a:pt x="92067" y="28579"/>
                </a:lnTo>
                <a:lnTo>
                  <a:pt x="92030" y="28486"/>
                </a:lnTo>
                <a:lnTo>
                  <a:pt x="91955" y="28374"/>
                </a:lnTo>
                <a:lnTo>
                  <a:pt x="91955" y="28393"/>
                </a:lnTo>
                <a:lnTo>
                  <a:pt x="91881" y="28318"/>
                </a:lnTo>
                <a:lnTo>
                  <a:pt x="91825" y="28281"/>
                </a:lnTo>
                <a:lnTo>
                  <a:pt x="91769" y="28281"/>
                </a:lnTo>
                <a:lnTo>
                  <a:pt x="91695" y="28262"/>
                </a:lnTo>
                <a:close/>
                <a:moveTo>
                  <a:pt x="671" y="28635"/>
                </a:moveTo>
                <a:lnTo>
                  <a:pt x="597" y="28653"/>
                </a:lnTo>
                <a:lnTo>
                  <a:pt x="541" y="28690"/>
                </a:lnTo>
                <a:lnTo>
                  <a:pt x="485" y="28728"/>
                </a:lnTo>
                <a:lnTo>
                  <a:pt x="448" y="28784"/>
                </a:lnTo>
                <a:lnTo>
                  <a:pt x="410" y="28839"/>
                </a:lnTo>
                <a:lnTo>
                  <a:pt x="392" y="28914"/>
                </a:lnTo>
                <a:lnTo>
                  <a:pt x="392" y="28970"/>
                </a:lnTo>
                <a:lnTo>
                  <a:pt x="410" y="29044"/>
                </a:lnTo>
                <a:lnTo>
                  <a:pt x="429" y="29100"/>
                </a:lnTo>
                <a:lnTo>
                  <a:pt x="466" y="29156"/>
                </a:lnTo>
                <a:lnTo>
                  <a:pt x="522" y="29193"/>
                </a:lnTo>
                <a:lnTo>
                  <a:pt x="578" y="29230"/>
                </a:lnTo>
                <a:lnTo>
                  <a:pt x="634" y="29268"/>
                </a:lnTo>
                <a:lnTo>
                  <a:pt x="746" y="29268"/>
                </a:lnTo>
                <a:lnTo>
                  <a:pt x="839" y="29249"/>
                </a:lnTo>
                <a:lnTo>
                  <a:pt x="932" y="29175"/>
                </a:lnTo>
                <a:lnTo>
                  <a:pt x="969" y="29137"/>
                </a:lnTo>
                <a:lnTo>
                  <a:pt x="1006" y="29100"/>
                </a:lnTo>
                <a:lnTo>
                  <a:pt x="1025" y="29044"/>
                </a:lnTo>
                <a:lnTo>
                  <a:pt x="1043" y="28970"/>
                </a:lnTo>
                <a:lnTo>
                  <a:pt x="1043" y="28914"/>
                </a:lnTo>
                <a:lnTo>
                  <a:pt x="1025" y="28858"/>
                </a:lnTo>
                <a:lnTo>
                  <a:pt x="950" y="28746"/>
                </a:lnTo>
                <a:lnTo>
                  <a:pt x="913" y="28709"/>
                </a:lnTo>
                <a:lnTo>
                  <a:pt x="857" y="28672"/>
                </a:lnTo>
                <a:lnTo>
                  <a:pt x="801" y="28653"/>
                </a:lnTo>
                <a:lnTo>
                  <a:pt x="727" y="28635"/>
                </a:lnTo>
                <a:close/>
                <a:moveTo>
                  <a:pt x="91490" y="30087"/>
                </a:moveTo>
                <a:lnTo>
                  <a:pt x="91416" y="30124"/>
                </a:lnTo>
                <a:lnTo>
                  <a:pt x="91360" y="30161"/>
                </a:lnTo>
                <a:lnTo>
                  <a:pt x="91322" y="30217"/>
                </a:lnTo>
                <a:lnTo>
                  <a:pt x="91229" y="30347"/>
                </a:lnTo>
                <a:lnTo>
                  <a:pt x="91192" y="30422"/>
                </a:lnTo>
                <a:lnTo>
                  <a:pt x="91192" y="30496"/>
                </a:lnTo>
                <a:lnTo>
                  <a:pt x="91192" y="30590"/>
                </a:lnTo>
                <a:lnTo>
                  <a:pt x="91211" y="30645"/>
                </a:lnTo>
                <a:lnTo>
                  <a:pt x="91248" y="30720"/>
                </a:lnTo>
                <a:lnTo>
                  <a:pt x="91285" y="30776"/>
                </a:lnTo>
                <a:lnTo>
                  <a:pt x="91341" y="30832"/>
                </a:lnTo>
                <a:lnTo>
                  <a:pt x="91397" y="30869"/>
                </a:lnTo>
                <a:lnTo>
                  <a:pt x="91471" y="30887"/>
                </a:lnTo>
                <a:lnTo>
                  <a:pt x="91546" y="30906"/>
                </a:lnTo>
                <a:lnTo>
                  <a:pt x="91639" y="30887"/>
                </a:lnTo>
                <a:lnTo>
                  <a:pt x="91713" y="30869"/>
                </a:lnTo>
                <a:lnTo>
                  <a:pt x="91769" y="30832"/>
                </a:lnTo>
                <a:lnTo>
                  <a:pt x="91825" y="30776"/>
                </a:lnTo>
                <a:lnTo>
                  <a:pt x="91862" y="30720"/>
                </a:lnTo>
                <a:lnTo>
                  <a:pt x="91900" y="30645"/>
                </a:lnTo>
                <a:lnTo>
                  <a:pt x="91918" y="30590"/>
                </a:lnTo>
                <a:lnTo>
                  <a:pt x="91918" y="30496"/>
                </a:lnTo>
                <a:lnTo>
                  <a:pt x="91918" y="30422"/>
                </a:lnTo>
                <a:lnTo>
                  <a:pt x="91881" y="30347"/>
                </a:lnTo>
                <a:lnTo>
                  <a:pt x="91806" y="30217"/>
                </a:lnTo>
                <a:lnTo>
                  <a:pt x="91751" y="30161"/>
                </a:lnTo>
                <a:lnTo>
                  <a:pt x="91695" y="30124"/>
                </a:lnTo>
                <a:lnTo>
                  <a:pt x="91620" y="30087"/>
                </a:lnTo>
                <a:close/>
                <a:moveTo>
                  <a:pt x="876" y="30608"/>
                </a:moveTo>
                <a:lnTo>
                  <a:pt x="801" y="30627"/>
                </a:lnTo>
                <a:lnTo>
                  <a:pt x="746" y="30645"/>
                </a:lnTo>
                <a:lnTo>
                  <a:pt x="690" y="30683"/>
                </a:lnTo>
                <a:lnTo>
                  <a:pt x="634" y="30738"/>
                </a:lnTo>
                <a:lnTo>
                  <a:pt x="597" y="30813"/>
                </a:lnTo>
                <a:lnTo>
                  <a:pt x="578" y="30887"/>
                </a:lnTo>
                <a:lnTo>
                  <a:pt x="597" y="30962"/>
                </a:lnTo>
                <a:lnTo>
                  <a:pt x="615" y="31036"/>
                </a:lnTo>
                <a:lnTo>
                  <a:pt x="652" y="31111"/>
                </a:lnTo>
                <a:lnTo>
                  <a:pt x="690" y="31167"/>
                </a:lnTo>
                <a:lnTo>
                  <a:pt x="746" y="31223"/>
                </a:lnTo>
                <a:lnTo>
                  <a:pt x="839" y="31260"/>
                </a:lnTo>
                <a:lnTo>
                  <a:pt x="857" y="31260"/>
                </a:lnTo>
                <a:lnTo>
                  <a:pt x="894" y="31316"/>
                </a:lnTo>
                <a:lnTo>
                  <a:pt x="932" y="31334"/>
                </a:lnTo>
                <a:lnTo>
                  <a:pt x="969" y="31316"/>
                </a:lnTo>
                <a:lnTo>
                  <a:pt x="1006" y="31297"/>
                </a:lnTo>
                <a:lnTo>
                  <a:pt x="1099" y="31241"/>
                </a:lnTo>
                <a:lnTo>
                  <a:pt x="1137" y="31204"/>
                </a:lnTo>
                <a:lnTo>
                  <a:pt x="1174" y="31148"/>
                </a:lnTo>
                <a:lnTo>
                  <a:pt x="1230" y="31036"/>
                </a:lnTo>
                <a:lnTo>
                  <a:pt x="1230" y="30962"/>
                </a:lnTo>
                <a:lnTo>
                  <a:pt x="1230" y="30906"/>
                </a:lnTo>
                <a:lnTo>
                  <a:pt x="1211" y="30832"/>
                </a:lnTo>
                <a:lnTo>
                  <a:pt x="1174" y="30757"/>
                </a:lnTo>
                <a:lnTo>
                  <a:pt x="1137" y="30720"/>
                </a:lnTo>
                <a:lnTo>
                  <a:pt x="1081" y="30664"/>
                </a:lnTo>
                <a:lnTo>
                  <a:pt x="1025" y="30627"/>
                </a:lnTo>
                <a:lnTo>
                  <a:pt x="950" y="30608"/>
                </a:lnTo>
                <a:close/>
                <a:moveTo>
                  <a:pt x="91620" y="31781"/>
                </a:moveTo>
                <a:lnTo>
                  <a:pt x="91564" y="31800"/>
                </a:lnTo>
                <a:lnTo>
                  <a:pt x="91527" y="31818"/>
                </a:lnTo>
                <a:lnTo>
                  <a:pt x="91471" y="31856"/>
                </a:lnTo>
                <a:lnTo>
                  <a:pt x="91434" y="31911"/>
                </a:lnTo>
                <a:lnTo>
                  <a:pt x="91397" y="32004"/>
                </a:lnTo>
                <a:lnTo>
                  <a:pt x="91397" y="32098"/>
                </a:lnTo>
                <a:lnTo>
                  <a:pt x="91434" y="32191"/>
                </a:lnTo>
                <a:lnTo>
                  <a:pt x="91509" y="32247"/>
                </a:lnTo>
                <a:lnTo>
                  <a:pt x="91546" y="32284"/>
                </a:lnTo>
                <a:lnTo>
                  <a:pt x="91602" y="32302"/>
                </a:lnTo>
                <a:lnTo>
                  <a:pt x="91695" y="32302"/>
                </a:lnTo>
                <a:lnTo>
                  <a:pt x="91769" y="32265"/>
                </a:lnTo>
                <a:lnTo>
                  <a:pt x="91844" y="32209"/>
                </a:lnTo>
                <a:lnTo>
                  <a:pt x="91900" y="32135"/>
                </a:lnTo>
                <a:lnTo>
                  <a:pt x="91918" y="32042"/>
                </a:lnTo>
                <a:lnTo>
                  <a:pt x="91900" y="31949"/>
                </a:lnTo>
                <a:lnTo>
                  <a:pt x="91881" y="31911"/>
                </a:lnTo>
                <a:lnTo>
                  <a:pt x="91844" y="31874"/>
                </a:lnTo>
                <a:lnTo>
                  <a:pt x="91788" y="31837"/>
                </a:lnTo>
                <a:lnTo>
                  <a:pt x="91732" y="31800"/>
                </a:lnTo>
                <a:lnTo>
                  <a:pt x="91676" y="31781"/>
                </a:lnTo>
                <a:close/>
                <a:moveTo>
                  <a:pt x="652" y="32340"/>
                </a:moveTo>
                <a:lnTo>
                  <a:pt x="578" y="32358"/>
                </a:lnTo>
                <a:lnTo>
                  <a:pt x="522" y="32377"/>
                </a:lnTo>
                <a:lnTo>
                  <a:pt x="466" y="32414"/>
                </a:lnTo>
                <a:lnTo>
                  <a:pt x="410" y="32451"/>
                </a:lnTo>
                <a:lnTo>
                  <a:pt x="355" y="32507"/>
                </a:lnTo>
                <a:lnTo>
                  <a:pt x="317" y="32563"/>
                </a:lnTo>
                <a:lnTo>
                  <a:pt x="299" y="32637"/>
                </a:lnTo>
                <a:lnTo>
                  <a:pt x="280" y="32693"/>
                </a:lnTo>
                <a:lnTo>
                  <a:pt x="299" y="32768"/>
                </a:lnTo>
                <a:lnTo>
                  <a:pt x="299" y="32824"/>
                </a:lnTo>
                <a:lnTo>
                  <a:pt x="336" y="32880"/>
                </a:lnTo>
                <a:lnTo>
                  <a:pt x="373" y="32935"/>
                </a:lnTo>
                <a:lnTo>
                  <a:pt x="410" y="32973"/>
                </a:lnTo>
                <a:lnTo>
                  <a:pt x="466" y="33010"/>
                </a:lnTo>
                <a:lnTo>
                  <a:pt x="541" y="33028"/>
                </a:lnTo>
                <a:lnTo>
                  <a:pt x="597" y="33047"/>
                </a:lnTo>
                <a:lnTo>
                  <a:pt x="671" y="33047"/>
                </a:lnTo>
                <a:lnTo>
                  <a:pt x="727" y="33028"/>
                </a:lnTo>
                <a:lnTo>
                  <a:pt x="801" y="32991"/>
                </a:lnTo>
                <a:lnTo>
                  <a:pt x="857" y="32954"/>
                </a:lnTo>
                <a:lnTo>
                  <a:pt x="894" y="32917"/>
                </a:lnTo>
                <a:lnTo>
                  <a:pt x="932" y="32861"/>
                </a:lnTo>
                <a:lnTo>
                  <a:pt x="969" y="32805"/>
                </a:lnTo>
                <a:lnTo>
                  <a:pt x="988" y="32731"/>
                </a:lnTo>
                <a:lnTo>
                  <a:pt x="988" y="32656"/>
                </a:lnTo>
                <a:lnTo>
                  <a:pt x="969" y="32582"/>
                </a:lnTo>
                <a:lnTo>
                  <a:pt x="950" y="32526"/>
                </a:lnTo>
                <a:lnTo>
                  <a:pt x="913" y="32470"/>
                </a:lnTo>
                <a:lnTo>
                  <a:pt x="857" y="32414"/>
                </a:lnTo>
                <a:lnTo>
                  <a:pt x="801" y="32377"/>
                </a:lnTo>
                <a:lnTo>
                  <a:pt x="727" y="32358"/>
                </a:lnTo>
                <a:lnTo>
                  <a:pt x="652" y="32340"/>
                </a:lnTo>
                <a:close/>
                <a:moveTo>
                  <a:pt x="91602" y="33401"/>
                </a:moveTo>
                <a:lnTo>
                  <a:pt x="91509" y="33457"/>
                </a:lnTo>
                <a:lnTo>
                  <a:pt x="91453" y="33531"/>
                </a:lnTo>
                <a:lnTo>
                  <a:pt x="91416" y="33606"/>
                </a:lnTo>
                <a:lnTo>
                  <a:pt x="91434" y="33699"/>
                </a:lnTo>
                <a:lnTo>
                  <a:pt x="91471" y="33792"/>
                </a:lnTo>
                <a:lnTo>
                  <a:pt x="91527" y="33848"/>
                </a:lnTo>
                <a:lnTo>
                  <a:pt x="91620" y="33866"/>
                </a:lnTo>
                <a:lnTo>
                  <a:pt x="91732" y="33866"/>
                </a:lnTo>
                <a:lnTo>
                  <a:pt x="91806" y="33829"/>
                </a:lnTo>
                <a:lnTo>
                  <a:pt x="91844" y="33755"/>
                </a:lnTo>
                <a:lnTo>
                  <a:pt x="91881" y="33680"/>
                </a:lnTo>
                <a:lnTo>
                  <a:pt x="91881" y="33587"/>
                </a:lnTo>
                <a:lnTo>
                  <a:pt x="91844" y="33513"/>
                </a:lnTo>
                <a:lnTo>
                  <a:pt x="91788" y="33438"/>
                </a:lnTo>
                <a:lnTo>
                  <a:pt x="91695" y="33401"/>
                </a:lnTo>
                <a:close/>
                <a:moveTo>
                  <a:pt x="708" y="34034"/>
                </a:moveTo>
                <a:lnTo>
                  <a:pt x="652" y="34052"/>
                </a:lnTo>
                <a:lnTo>
                  <a:pt x="597" y="34052"/>
                </a:lnTo>
                <a:lnTo>
                  <a:pt x="541" y="34090"/>
                </a:lnTo>
                <a:lnTo>
                  <a:pt x="504" y="34127"/>
                </a:lnTo>
                <a:lnTo>
                  <a:pt x="466" y="34164"/>
                </a:lnTo>
                <a:lnTo>
                  <a:pt x="429" y="34220"/>
                </a:lnTo>
                <a:lnTo>
                  <a:pt x="410" y="34276"/>
                </a:lnTo>
                <a:lnTo>
                  <a:pt x="410" y="34332"/>
                </a:lnTo>
                <a:lnTo>
                  <a:pt x="410" y="34388"/>
                </a:lnTo>
                <a:lnTo>
                  <a:pt x="429" y="34443"/>
                </a:lnTo>
                <a:lnTo>
                  <a:pt x="485" y="34537"/>
                </a:lnTo>
                <a:lnTo>
                  <a:pt x="578" y="34592"/>
                </a:lnTo>
                <a:lnTo>
                  <a:pt x="671" y="34630"/>
                </a:lnTo>
                <a:lnTo>
                  <a:pt x="746" y="34630"/>
                </a:lnTo>
                <a:lnTo>
                  <a:pt x="801" y="34611"/>
                </a:lnTo>
                <a:lnTo>
                  <a:pt x="857" y="34592"/>
                </a:lnTo>
                <a:lnTo>
                  <a:pt x="894" y="34555"/>
                </a:lnTo>
                <a:lnTo>
                  <a:pt x="932" y="34499"/>
                </a:lnTo>
                <a:lnTo>
                  <a:pt x="969" y="34462"/>
                </a:lnTo>
                <a:lnTo>
                  <a:pt x="988" y="34406"/>
                </a:lnTo>
                <a:lnTo>
                  <a:pt x="988" y="34332"/>
                </a:lnTo>
                <a:lnTo>
                  <a:pt x="988" y="34276"/>
                </a:lnTo>
                <a:lnTo>
                  <a:pt x="969" y="34220"/>
                </a:lnTo>
                <a:lnTo>
                  <a:pt x="913" y="34127"/>
                </a:lnTo>
                <a:lnTo>
                  <a:pt x="820" y="34071"/>
                </a:lnTo>
                <a:lnTo>
                  <a:pt x="708" y="34034"/>
                </a:lnTo>
                <a:close/>
                <a:moveTo>
                  <a:pt x="91620" y="35058"/>
                </a:moveTo>
                <a:lnTo>
                  <a:pt x="91490" y="35076"/>
                </a:lnTo>
                <a:lnTo>
                  <a:pt x="91434" y="35095"/>
                </a:lnTo>
                <a:lnTo>
                  <a:pt x="91378" y="35114"/>
                </a:lnTo>
                <a:lnTo>
                  <a:pt x="91341" y="35170"/>
                </a:lnTo>
                <a:lnTo>
                  <a:pt x="91304" y="35207"/>
                </a:lnTo>
                <a:lnTo>
                  <a:pt x="91267" y="35263"/>
                </a:lnTo>
                <a:lnTo>
                  <a:pt x="91248" y="35337"/>
                </a:lnTo>
                <a:lnTo>
                  <a:pt x="91248" y="35393"/>
                </a:lnTo>
                <a:lnTo>
                  <a:pt x="91267" y="35449"/>
                </a:lnTo>
                <a:lnTo>
                  <a:pt x="91285" y="35505"/>
                </a:lnTo>
                <a:lnTo>
                  <a:pt x="91322" y="35561"/>
                </a:lnTo>
                <a:lnTo>
                  <a:pt x="91360" y="35598"/>
                </a:lnTo>
                <a:lnTo>
                  <a:pt x="91416" y="35635"/>
                </a:lnTo>
                <a:lnTo>
                  <a:pt x="91471" y="35672"/>
                </a:lnTo>
                <a:lnTo>
                  <a:pt x="91658" y="35672"/>
                </a:lnTo>
                <a:lnTo>
                  <a:pt x="91713" y="35654"/>
                </a:lnTo>
                <a:lnTo>
                  <a:pt x="91769" y="35616"/>
                </a:lnTo>
                <a:lnTo>
                  <a:pt x="91806" y="35579"/>
                </a:lnTo>
                <a:lnTo>
                  <a:pt x="91844" y="35523"/>
                </a:lnTo>
                <a:lnTo>
                  <a:pt x="91881" y="35412"/>
                </a:lnTo>
                <a:lnTo>
                  <a:pt x="91862" y="35281"/>
                </a:lnTo>
                <a:lnTo>
                  <a:pt x="91844" y="35225"/>
                </a:lnTo>
                <a:lnTo>
                  <a:pt x="91825" y="35170"/>
                </a:lnTo>
                <a:lnTo>
                  <a:pt x="91788" y="35132"/>
                </a:lnTo>
                <a:lnTo>
                  <a:pt x="91732" y="35095"/>
                </a:lnTo>
                <a:lnTo>
                  <a:pt x="91620" y="35058"/>
                </a:lnTo>
                <a:close/>
                <a:moveTo>
                  <a:pt x="801" y="35821"/>
                </a:moveTo>
                <a:lnTo>
                  <a:pt x="708" y="35840"/>
                </a:lnTo>
                <a:lnTo>
                  <a:pt x="652" y="35858"/>
                </a:lnTo>
                <a:lnTo>
                  <a:pt x="615" y="35877"/>
                </a:lnTo>
                <a:lnTo>
                  <a:pt x="541" y="35970"/>
                </a:lnTo>
                <a:lnTo>
                  <a:pt x="504" y="36082"/>
                </a:lnTo>
                <a:lnTo>
                  <a:pt x="504" y="36138"/>
                </a:lnTo>
                <a:lnTo>
                  <a:pt x="504" y="36194"/>
                </a:lnTo>
                <a:lnTo>
                  <a:pt x="522" y="36249"/>
                </a:lnTo>
                <a:lnTo>
                  <a:pt x="559" y="36305"/>
                </a:lnTo>
                <a:lnTo>
                  <a:pt x="597" y="36342"/>
                </a:lnTo>
                <a:lnTo>
                  <a:pt x="634" y="36380"/>
                </a:lnTo>
                <a:lnTo>
                  <a:pt x="746" y="36417"/>
                </a:lnTo>
                <a:lnTo>
                  <a:pt x="857" y="36417"/>
                </a:lnTo>
                <a:lnTo>
                  <a:pt x="913" y="36398"/>
                </a:lnTo>
                <a:lnTo>
                  <a:pt x="969" y="36361"/>
                </a:lnTo>
                <a:lnTo>
                  <a:pt x="1006" y="36324"/>
                </a:lnTo>
                <a:lnTo>
                  <a:pt x="1043" y="36268"/>
                </a:lnTo>
                <a:lnTo>
                  <a:pt x="1062" y="36212"/>
                </a:lnTo>
                <a:lnTo>
                  <a:pt x="1081" y="36156"/>
                </a:lnTo>
                <a:lnTo>
                  <a:pt x="1081" y="36082"/>
                </a:lnTo>
                <a:lnTo>
                  <a:pt x="1062" y="36026"/>
                </a:lnTo>
                <a:lnTo>
                  <a:pt x="988" y="35914"/>
                </a:lnTo>
                <a:lnTo>
                  <a:pt x="913" y="35858"/>
                </a:lnTo>
                <a:lnTo>
                  <a:pt x="801" y="35821"/>
                </a:lnTo>
                <a:close/>
                <a:moveTo>
                  <a:pt x="91490" y="36827"/>
                </a:moveTo>
                <a:lnTo>
                  <a:pt x="91397" y="36864"/>
                </a:lnTo>
                <a:lnTo>
                  <a:pt x="91341" y="36920"/>
                </a:lnTo>
                <a:lnTo>
                  <a:pt x="91304" y="36957"/>
                </a:lnTo>
                <a:lnTo>
                  <a:pt x="91267" y="37031"/>
                </a:lnTo>
                <a:lnTo>
                  <a:pt x="91248" y="37087"/>
                </a:lnTo>
                <a:lnTo>
                  <a:pt x="91248" y="37162"/>
                </a:lnTo>
                <a:lnTo>
                  <a:pt x="91248" y="37218"/>
                </a:lnTo>
                <a:lnTo>
                  <a:pt x="91267" y="37292"/>
                </a:lnTo>
                <a:lnTo>
                  <a:pt x="91285" y="37348"/>
                </a:lnTo>
                <a:lnTo>
                  <a:pt x="91341" y="37404"/>
                </a:lnTo>
                <a:lnTo>
                  <a:pt x="91397" y="37460"/>
                </a:lnTo>
                <a:lnTo>
                  <a:pt x="91453" y="37497"/>
                </a:lnTo>
                <a:lnTo>
                  <a:pt x="91527" y="37515"/>
                </a:lnTo>
                <a:lnTo>
                  <a:pt x="91602" y="37515"/>
                </a:lnTo>
                <a:lnTo>
                  <a:pt x="91676" y="37497"/>
                </a:lnTo>
                <a:lnTo>
                  <a:pt x="91732" y="37460"/>
                </a:lnTo>
                <a:lnTo>
                  <a:pt x="91788" y="37422"/>
                </a:lnTo>
                <a:lnTo>
                  <a:pt x="91844" y="37366"/>
                </a:lnTo>
                <a:lnTo>
                  <a:pt x="91862" y="37292"/>
                </a:lnTo>
                <a:lnTo>
                  <a:pt x="91881" y="37236"/>
                </a:lnTo>
                <a:lnTo>
                  <a:pt x="91881" y="37162"/>
                </a:lnTo>
                <a:lnTo>
                  <a:pt x="91881" y="37087"/>
                </a:lnTo>
                <a:lnTo>
                  <a:pt x="91862" y="37031"/>
                </a:lnTo>
                <a:lnTo>
                  <a:pt x="91825" y="36957"/>
                </a:lnTo>
                <a:lnTo>
                  <a:pt x="91788" y="36901"/>
                </a:lnTo>
                <a:lnTo>
                  <a:pt x="91695" y="36845"/>
                </a:lnTo>
                <a:lnTo>
                  <a:pt x="91602" y="36827"/>
                </a:lnTo>
                <a:close/>
                <a:moveTo>
                  <a:pt x="597" y="37478"/>
                </a:moveTo>
                <a:lnTo>
                  <a:pt x="522" y="37497"/>
                </a:lnTo>
                <a:lnTo>
                  <a:pt x="466" y="37497"/>
                </a:lnTo>
                <a:lnTo>
                  <a:pt x="392" y="37534"/>
                </a:lnTo>
                <a:lnTo>
                  <a:pt x="336" y="37571"/>
                </a:lnTo>
                <a:lnTo>
                  <a:pt x="299" y="37627"/>
                </a:lnTo>
                <a:lnTo>
                  <a:pt x="261" y="37683"/>
                </a:lnTo>
                <a:lnTo>
                  <a:pt x="243" y="37739"/>
                </a:lnTo>
                <a:lnTo>
                  <a:pt x="224" y="37869"/>
                </a:lnTo>
                <a:lnTo>
                  <a:pt x="224" y="37944"/>
                </a:lnTo>
                <a:lnTo>
                  <a:pt x="243" y="37999"/>
                </a:lnTo>
                <a:lnTo>
                  <a:pt x="280" y="38074"/>
                </a:lnTo>
                <a:lnTo>
                  <a:pt x="317" y="38130"/>
                </a:lnTo>
                <a:lnTo>
                  <a:pt x="373" y="38167"/>
                </a:lnTo>
                <a:lnTo>
                  <a:pt x="429" y="38204"/>
                </a:lnTo>
                <a:lnTo>
                  <a:pt x="485" y="38223"/>
                </a:lnTo>
                <a:lnTo>
                  <a:pt x="615" y="38223"/>
                </a:lnTo>
                <a:lnTo>
                  <a:pt x="690" y="38186"/>
                </a:lnTo>
                <a:lnTo>
                  <a:pt x="746" y="38148"/>
                </a:lnTo>
                <a:lnTo>
                  <a:pt x="783" y="38093"/>
                </a:lnTo>
                <a:lnTo>
                  <a:pt x="820" y="38037"/>
                </a:lnTo>
                <a:lnTo>
                  <a:pt x="839" y="37962"/>
                </a:lnTo>
                <a:lnTo>
                  <a:pt x="839" y="37888"/>
                </a:lnTo>
                <a:lnTo>
                  <a:pt x="857" y="37832"/>
                </a:lnTo>
                <a:lnTo>
                  <a:pt x="876" y="37739"/>
                </a:lnTo>
                <a:lnTo>
                  <a:pt x="857" y="37664"/>
                </a:lnTo>
                <a:lnTo>
                  <a:pt x="820" y="37590"/>
                </a:lnTo>
                <a:lnTo>
                  <a:pt x="764" y="37553"/>
                </a:lnTo>
                <a:lnTo>
                  <a:pt x="708" y="37515"/>
                </a:lnTo>
                <a:lnTo>
                  <a:pt x="652" y="37497"/>
                </a:lnTo>
                <a:lnTo>
                  <a:pt x="597" y="37478"/>
                </a:lnTo>
                <a:close/>
                <a:moveTo>
                  <a:pt x="615" y="39005"/>
                </a:moveTo>
                <a:lnTo>
                  <a:pt x="559" y="39023"/>
                </a:lnTo>
                <a:lnTo>
                  <a:pt x="504" y="39042"/>
                </a:lnTo>
                <a:lnTo>
                  <a:pt x="410" y="39117"/>
                </a:lnTo>
                <a:lnTo>
                  <a:pt x="373" y="39154"/>
                </a:lnTo>
                <a:lnTo>
                  <a:pt x="336" y="39210"/>
                </a:lnTo>
                <a:lnTo>
                  <a:pt x="317" y="39266"/>
                </a:lnTo>
                <a:lnTo>
                  <a:pt x="317" y="39321"/>
                </a:lnTo>
                <a:lnTo>
                  <a:pt x="317" y="39396"/>
                </a:lnTo>
                <a:lnTo>
                  <a:pt x="336" y="39452"/>
                </a:lnTo>
                <a:lnTo>
                  <a:pt x="355" y="39508"/>
                </a:lnTo>
                <a:lnTo>
                  <a:pt x="410" y="39545"/>
                </a:lnTo>
                <a:lnTo>
                  <a:pt x="504" y="39619"/>
                </a:lnTo>
                <a:lnTo>
                  <a:pt x="597" y="39638"/>
                </a:lnTo>
                <a:lnTo>
                  <a:pt x="708" y="39619"/>
                </a:lnTo>
                <a:lnTo>
                  <a:pt x="801" y="39563"/>
                </a:lnTo>
                <a:lnTo>
                  <a:pt x="857" y="39526"/>
                </a:lnTo>
                <a:lnTo>
                  <a:pt x="876" y="39470"/>
                </a:lnTo>
                <a:lnTo>
                  <a:pt x="913" y="39414"/>
                </a:lnTo>
                <a:lnTo>
                  <a:pt x="913" y="39340"/>
                </a:lnTo>
                <a:lnTo>
                  <a:pt x="913" y="39284"/>
                </a:lnTo>
                <a:lnTo>
                  <a:pt x="894" y="39228"/>
                </a:lnTo>
                <a:lnTo>
                  <a:pt x="876" y="39172"/>
                </a:lnTo>
                <a:lnTo>
                  <a:pt x="820" y="39117"/>
                </a:lnTo>
                <a:lnTo>
                  <a:pt x="727" y="39042"/>
                </a:lnTo>
                <a:lnTo>
                  <a:pt x="671" y="39023"/>
                </a:lnTo>
                <a:lnTo>
                  <a:pt x="615" y="39005"/>
                </a:lnTo>
                <a:close/>
                <a:moveTo>
                  <a:pt x="91695" y="38949"/>
                </a:moveTo>
                <a:lnTo>
                  <a:pt x="91620" y="38968"/>
                </a:lnTo>
                <a:lnTo>
                  <a:pt x="91509" y="39042"/>
                </a:lnTo>
                <a:lnTo>
                  <a:pt x="91471" y="39098"/>
                </a:lnTo>
                <a:lnTo>
                  <a:pt x="91434" y="39154"/>
                </a:lnTo>
                <a:lnTo>
                  <a:pt x="91416" y="39210"/>
                </a:lnTo>
                <a:lnTo>
                  <a:pt x="91397" y="39284"/>
                </a:lnTo>
                <a:lnTo>
                  <a:pt x="91397" y="39340"/>
                </a:lnTo>
                <a:lnTo>
                  <a:pt x="91416" y="39396"/>
                </a:lnTo>
                <a:lnTo>
                  <a:pt x="91434" y="39470"/>
                </a:lnTo>
                <a:lnTo>
                  <a:pt x="91471" y="39526"/>
                </a:lnTo>
                <a:lnTo>
                  <a:pt x="91509" y="39563"/>
                </a:lnTo>
                <a:lnTo>
                  <a:pt x="91564" y="39601"/>
                </a:lnTo>
                <a:lnTo>
                  <a:pt x="91620" y="39638"/>
                </a:lnTo>
                <a:lnTo>
                  <a:pt x="91695" y="39657"/>
                </a:lnTo>
                <a:lnTo>
                  <a:pt x="91751" y="39657"/>
                </a:lnTo>
                <a:lnTo>
                  <a:pt x="91825" y="39638"/>
                </a:lnTo>
                <a:lnTo>
                  <a:pt x="91881" y="39619"/>
                </a:lnTo>
                <a:lnTo>
                  <a:pt x="91937" y="39601"/>
                </a:lnTo>
                <a:lnTo>
                  <a:pt x="91993" y="39545"/>
                </a:lnTo>
                <a:lnTo>
                  <a:pt x="92030" y="39489"/>
                </a:lnTo>
                <a:lnTo>
                  <a:pt x="92067" y="39433"/>
                </a:lnTo>
                <a:lnTo>
                  <a:pt x="92086" y="39359"/>
                </a:lnTo>
                <a:lnTo>
                  <a:pt x="92086" y="39303"/>
                </a:lnTo>
                <a:lnTo>
                  <a:pt x="92067" y="39228"/>
                </a:lnTo>
                <a:lnTo>
                  <a:pt x="92049" y="39172"/>
                </a:lnTo>
                <a:lnTo>
                  <a:pt x="92011" y="39098"/>
                </a:lnTo>
                <a:lnTo>
                  <a:pt x="91974" y="39042"/>
                </a:lnTo>
                <a:lnTo>
                  <a:pt x="91918" y="39005"/>
                </a:lnTo>
                <a:lnTo>
                  <a:pt x="91844" y="38968"/>
                </a:lnTo>
                <a:lnTo>
                  <a:pt x="91769" y="38949"/>
                </a:lnTo>
                <a:close/>
                <a:moveTo>
                  <a:pt x="597" y="40476"/>
                </a:moveTo>
                <a:lnTo>
                  <a:pt x="541" y="40494"/>
                </a:lnTo>
                <a:lnTo>
                  <a:pt x="485" y="40513"/>
                </a:lnTo>
                <a:lnTo>
                  <a:pt x="392" y="40587"/>
                </a:lnTo>
                <a:lnTo>
                  <a:pt x="317" y="40699"/>
                </a:lnTo>
                <a:lnTo>
                  <a:pt x="317" y="40755"/>
                </a:lnTo>
                <a:lnTo>
                  <a:pt x="299" y="40811"/>
                </a:lnTo>
                <a:lnTo>
                  <a:pt x="317" y="40885"/>
                </a:lnTo>
                <a:lnTo>
                  <a:pt x="336" y="40941"/>
                </a:lnTo>
                <a:lnTo>
                  <a:pt x="373" y="40997"/>
                </a:lnTo>
                <a:lnTo>
                  <a:pt x="410" y="41034"/>
                </a:lnTo>
                <a:lnTo>
                  <a:pt x="504" y="41090"/>
                </a:lnTo>
                <a:lnTo>
                  <a:pt x="615" y="41109"/>
                </a:lnTo>
                <a:lnTo>
                  <a:pt x="727" y="41090"/>
                </a:lnTo>
                <a:lnTo>
                  <a:pt x="783" y="41053"/>
                </a:lnTo>
                <a:lnTo>
                  <a:pt x="839" y="41016"/>
                </a:lnTo>
                <a:lnTo>
                  <a:pt x="876" y="40960"/>
                </a:lnTo>
                <a:lnTo>
                  <a:pt x="913" y="40904"/>
                </a:lnTo>
                <a:lnTo>
                  <a:pt x="913" y="40848"/>
                </a:lnTo>
                <a:lnTo>
                  <a:pt x="932" y="40774"/>
                </a:lnTo>
                <a:lnTo>
                  <a:pt x="913" y="40699"/>
                </a:lnTo>
                <a:lnTo>
                  <a:pt x="876" y="40643"/>
                </a:lnTo>
                <a:lnTo>
                  <a:pt x="801" y="40550"/>
                </a:lnTo>
                <a:lnTo>
                  <a:pt x="708" y="40494"/>
                </a:lnTo>
                <a:lnTo>
                  <a:pt x="652" y="40476"/>
                </a:lnTo>
                <a:close/>
                <a:moveTo>
                  <a:pt x="91732" y="40625"/>
                </a:moveTo>
                <a:lnTo>
                  <a:pt x="91676" y="40643"/>
                </a:lnTo>
                <a:lnTo>
                  <a:pt x="91620" y="40643"/>
                </a:lnTo>
                <a:lnTo>
                  <a:pt x="91564" y="40680"/>
                </a:lnTo>
                <a:lnTo>
                  <a:pt x="91509" y="40755"/>
                </a:lnTo>
                <a:lnTo>
                  <a:pt x="91471" y="40848"/>
                </a:lnTo>
                <a:lnTo>
                  <a:pt x="91471" y="40941"/>
                </a:lnTo>
                <a:lnTo>
                  <a:pt x="91490" y="41034"/>
                </a:lnTo>
                <a:lnTo>
                  <a:pt x="91527" y="41090"/>
                </a:lnTo>
                <a:lnTo>
                  <a:pt x="91564" y="41127"/>
                </a:lnTo>
                <a:lnTo>
                  <a:pt x="91658" y="41165"/>
                </a:lnTo>
                <a:lnTo>
                  <a:pt x="91769" y="41183"/>
                </a:lnTo>
                <a:lnTo>
                  <a:pt x="91825" y="41165"/>
                </a:lnTo>
                <a:lnTo>
                  <a:pt x="91881" y="41146"/>
                </a:lnTo>
                <a:lnTo>
                  <a:pt x="91918" y="41109"/>
                </a:lnTo>
                <a:lnTo>
                  <a:pt x="91955" y="41071"/>
                </a:lnTo>
                <a:lnTo>
                  <a:pt x="92011" y="40978"/>
                </a:lnTo>
                <a:lnTo>
                  <a:pt x="92011" y="40867"/>
                </a:lnTo>
                <a:lnTo>
                  <a:pt x="91974" y="40774"/>
                </a:lnTo>
                <a:lnTo>
                  <a:pt x="91937" y="40718"/>
                </a:lnTo>
                <a:lnTo>
                  <a:pt x="91900" y="40680"/>
                </a:lnTo>
                <a:lnTo>
                  <a:pt x="91844" y="40662"/>
                </a:lnTo>
                <a:lnTo>
                  <a:pt x="91788" y="40643"/>
                </a:lnTo>
                <a:lnTo>
                  <a:pt x="91732" y="40625"/>
                </a:lnTo>
                <a:close/>
                <a:moveTo>
                  <a:pt x="485" y="42207"/>
                </a:moveTo>
                <a:lnTo>
                  <a:pt x="429" y="42226"/>
                </a:lnTo>
                <a:lnTo>
                  <a:pt x="355" y="42263"/>
                </a:lnTo>
                <a:lnTo>
                  <a:pt x="317" y="42319"/>
                </a:lnTo>
                <a:lnTo>
                  <a:pt x="280" y="42375"/>
                </a:lnTo>
                <a:lnTo>
                  <a:pt x="243" y="42431"/>
                </a:lnTo>
                <a:lnTo>
                  <a:pt x="224" y="42505"/>
                </a:lnTo>
                <a:lnTo>
                  <a:pt x="243" y="42561"/>
                </a:lnTo>
                <a:lnTo>
                  <a:pt x="243" y="42635"/>
                </a:lnTo>
                <a:lnTo>
                  <a:pt x="280" y="42673"/>
                </a:lnTo>
                <a:lnTo>
                  <a:pt x="336" y="42766"/>
                </a:lnTo>
                <a:lnTo>
                  <a:pt x="448" y="42822"/>
                </a:lnTo>
                <a:lnTo>
                  <a:pt x="559" y="42859"/>
                </a:lnTo>
                <a:lnTo>
                  <a:pt x="634" y="42840"/>
                </a:lnTo>
                <a:lnTo>
                  <a:pt x="690" y="42822"/>
                </a:lnTo>
                <a:lnTo>
                  <a:pt x="746" y="42784"/>
                </a:lnTo>
                <a:lnTo>
                  <a:pt x="801" y="42747"/>
                </a:lnTo>
                <a:lnTo>
                  <a:pt x="839" y="42691"/>
                </a:lnTo>
                <a:lnTo>
                  <a:pt x="857" y="42617"/>
                </a:lnTo>
                <a:lnTo>
                  <a:pt x="876" y="42561"/>
                </a:lnTo>
                <a:lnTo>
                  <a:pt x="876" y="42486"/>
                </a:lnTo>
                <a:lnTo>
                  <a:pt x="857" y="42431"/>
                </a:lnTo>
                <a:lnTo>
                  <a:pt x="839" y="42375"/>
                </a:lnTo>
                <a:lnTo>
                  <a:pt x="764" y="42282"/>
                </a:lnTo>
                <a:lnTo>
                  <a:pt x="671" y="42226"/>
                </a:lnTo>
                <a:lnTo>
                  <a:pt x="559" y="42207"/>
                </a:lnTo>
                <a:close/>
                <a:moveTo>
                  <a:pt x="91583" y="42468"/>
                </a:moveTo>
                <a:lnTo>
                  <a:pt x="91527" y="42505"/>
                </a:lnTo>
                <a:lnTo>
                  <a:pt x="91471" y="42524"/>
                </a:lnTo>
                <a:lnTo>
                  <a:pt x="91416" y="42580"/>
                </a:lnTo>
                <a:lnTo>
                  <a:pt x="91378" y="42617"/>
                </a:lnTo>
                <a:lnTo>
                  <a:pt x="91341" y="42673"/>
                </a:lnTo>
                <a:lnTo>
                  <a:pt x="91322" y="42747"/>
                </a:lnTo>
                <a:lnTo>
                  <a:pt x="91304" y="42803"/>
                </a:lnTo>
                <a:lnTo>
                  <a:pt x="91322" y="42877"/>
                </a:lnTo>
                <a:lnTo>
                  <a:pt x="91341" y="42952"/>
                </a:lnTo>
                <a:lnTo>
                  <a:pt x="91378" y="43008"/>
                </a:lnTo>
                <a:lnTo>
                  <a:pt x="91416" y="43045"/>
                </a:lnTo>
                <a:lnTo>
                  <a:pt x="91471" y="43101"/>
                </a:lnTo>
                <a:lnTo>
                  <a:pt x="91527" y="43119"/>
                </a:lnTo>
                <a:lnTo>
                  <a:pt x="91583" y="43138"/>
                </a:lnTo>
                <a:lnTo>
                  <a:pt x="91658" y="43157"/>
                </a:lnTo>
                <a:lnTo>
                  <a:pt x="91713" y="43138"/>
                </a:lnTo>
                <a:lnTo>
                  <a:pt x="91788" y="43119"/>
                </a:lnTo>
                <a:lnTo>
                  <a:pt x="91844" y="43101"/>
                </a:lnTo>
                <a:lnTo>
                  <a:pt x="91900" y="43045"/>
                </a:lnTo>
                <a:lnTo>
                  <a:pt x="91937" y="43008"/>
                </a:lnTo>
                <a:lnTo>
                  <a:pt x="91974" y="42933"/>
                </a:lnTo>
                <a:lnTo>
                  <a:pt x="91993" y="42877"/>
                </a:lnTo>
                <a:lnTo>
                  <a:pt x="91993" y="42803"/>
                </a:lnTo>
                <a:lnTo>
                  <a:pt x="91993" y="42747"/>
                </a:lnTo>
                <a:lnTo>
                  <a:pt x="91974" y="42673"/>
                </a:lnTo>
                <a:lnTo>
                  <a:pt x="91937" y="42617"/>
                </a:lnTo>
                <a:lnTo>
                  <a:pt x="91900" y="42580"/>
                </a:lnTo>
                <a:lnTo>
                  <a:pt x="91844" y="42524"/>
                </a:lnTo>
                <a:lnTo>
                  <a:pt x="91788" y="42505"/>
                </a:lnTo>
                <a:lnTo>
                  <a:pt x="91713" y="42486"/>
                </a:lnTo>
                <a:lnTo>
                  <a:pt x="91658" y="42468"/>
                </a:lnTo>
                <a:close/>
                <a:moveTo>
                  <a:pt x="652" y="43790"/>
                </a:moveTo>
                <a:lnTo>
                  <a:pt x="615" y="43827"/>
                </a:lnTo>
                <a:lnTo>
                  <a:pt x="578" y="43864"/>
                </a:lnTo>
                <a:lnTo>
                  <a:pt x="559" y="43920"/>
                </a:lnTo>
                <a:lnTo>
                  <a:pt x="578" y="43976"/>
                </a:lnTo>
                <a:lnTo>
                  <a:pt x="615" y="44013"/>
                </a:lnTo>
                <a:lnTo>
                  <a:pt x="652" y="44032"/>
                </a:lnTo>
                <a:lnTo>
                  <a:pt x="708" y="44050"/>
                </a:lnTo>
                <a:lnTo>
                  <a:pt x="746" y="44032"/>
                </a:lnTo>
                <a:lnTo>
                  <a:pt x="783" y="44013"/>
                </a:lnTo>
                <a:lnTo>
                  <a:pt x="820" y="43976"/>
                </a:lnTo>
                <a:lnTo>
                  <a:pt x="839" y="43920"/>
                </a:lnTo>
                <a:lnTo>
                  <a:pt x="820" y="43864"/>
                </a:lnTo>
                <a:lnTo>
                  <a:pt x="783" y="43827"/>
                </a:lnTo>
                <a:lnTo>
                  <a:pt x="746" y="43790"/>
                </a:lnTo>
                <a:close/>
                <a:moveTo>
                  <a:pt x="91732" y="44050"/>
                </a:moveTo>
                <a:lnTo>
                  <a:pt x="91639" y="44069"/>
                </a:lnTo>
                <a:lnTo>
                  <a:pt x="91527" y="44125"/>
                </a:lnTo>
                <a:lnTo>
                  <a:pt x="91490" y="44162"/>
                </a:lnTo>
                <a:lnTo>
                  <a:pt x="91471" y="44218"/>
                </a:lnTo>
                <a:lnTo>
                  <a:pt x="91453" y="44274"/>
                </a:lnTo>
                <a:lnTo>
                  <a:pt x="91434" y="44330"/>
                </a:lnTo>
                <a:lnTo>
                  <a:pt x="91453" y="44404"/>
                </a:lnTo>
                <a:lnTo>
                  <a:pt x="91471" y="44460"/>
                </a:lnTo>
                <a:lnTo>
                  <a:pt x="91490" y="44516"/>
                </a:lnTo>
                <a:lnTo>
                  <a:pt x="91527" y="44553"/>
                </a:lnTo>
                <a:lnTo>
                  <a:pt x="91639" y="44609"/>
                </a:lnTo>
                <a:lnTo>
                  <a:pt x="91732" y="44628"/>
                </a:lnTo>
                <a:lnTo>
                  <a:pt x="91844" y="44609"/>
                </a:lnTo>
                <a:lnTo>
                  <a:pt x="91937" y="44553"/>
                </a:lnTo>
                <a:lnTo>
                  <a:pt x="91974" y="44516"/>
                </a:lnTo>
                <a:lnTo>
                  <a:pt x="92011" y="44460"/>
                </a:lnTo>
                <a:lnTo>
                  <a:pt x="92030" y="44404"/>
                </a:lnTo>
                <a:lnTo>
                  <a:pt x="92030" y="44330"/>
                </a:lnTo>
                <a:lnTo>
                  <a:pt x="92030" y="44274"/>
                </a:lnTo>
                <a:lnTo>
                  <a:pt x="92011" y="44218"/>
                </a:lnTo>
                <a:lnTo>
                  <a:pt x="91974" y="44162"/>
                </a:lnTo>
                <a:lnTo>
                  <a:pt x="91937" y="44125"/>
                </a:lnTo>
                <a:lnTo>
                  <a:pt x="91844" y="44069"/>
                </a:lnTo>
                <a:lnTo>
                  <a:pt x="91732" y="44050"/>
                </a:lnTo>
                <a:close/>
                <a:moveTo>
                  <a:pt x="708" y="45093"/>
                </a:moveTo>
                <a:lnTo>
                  <a:pt x="578" y="45112"/>
                </a:lnTo>
                <a:lnTo>
                  <a:pt x="522" y="45112"/>
                </a:lnTo>
                <a:lnTo>
                  <a:pt x="466" y="45149"/>
                </a:lnTo>
                <a:lnTo>
                  <a:pt x="429" y="45186"/>
                </a:lnTo>
                <a:lnTo>
                  <a:pt x="392" y="45242"/>
                </a:lnTo>
                <a:lnTo>
                  <a:pt x="355" y="45298"/>
                </a:lnTo>
                <a:lnTo>
                  <a:pt x="355" y="45372"/>
                </a:lnTo>
                <a:lnTo>
                  <a:pt x="355" y="45428"/>
                </a:lnTo>
                <a:lnTo>
                  <a:pt x="355" y="45484"/>
                </a:lnTo>
                <a:lnTo>
                  <a:pt x="392" y="45540"/>
                </a:lnTo>
                <a:lnTo>
                  <a:pt x="429" y="45577"/>
                </a:lnTo>
                <a:lnTo>
                  <a:pt x="522" y="45652"/>
                </a:lnTo>
                <a:lnTo>
                  <a:pt x="652" y="45689"/>
                </a:lnTo>
                <a:lnTo>
                  <a:pt x="708" y="45689"/>
                </a:lnTo>
                <a:lnTo>
                  <a:pt x="783" y="45670"/>
                </a:lnTo>
                <a:lnTo>
                  <a:pt x="839" y="45652"/>
                </a:lnTo>
                <a:lnTo>
                  <a:pt x="876" y="45614"/>
                </a:lnTo>
                <a:lnTo>
                  <a:pt x="932" y="45577"/>
                </a:lnTo>
                <a:lnTo>
                  <a:pt x="969" y="45540"/>
                </a:lnTo>
                <a:lnTo>
                  <a:pt x="988" y="45465"/>
                </a:lnTo>
                <a:lnTo>
                  <a:pt x="1006" y="45409"/>
                </a:lnTo>
                <a:lnTo>
                  <a:pt x="988" y="45354"/>
                </a:lnTo>
                <a:lnTo>
                  <a:pt x="988" y="45298"/>
                </a:lnTo>
                <a:lnTo>
                  <a:pt x="950" y="45242"/>
                </a:lnTo>
                <a:lnTo>
                  <a:pt x="913" y="45186"/>
                </a:lnTo>
                <a:lnTo>
                  <a:pt x="876" y="45149"/>
                </a:lnTo>
                <a:lnTo>
                  <a:pt x="820" y="45112"/>
                </a:lnTo>
                <a:lnTo>
                  <a:pt x="764" y="45093"/>
                </a:lnTo>
                <a:close/>
                <a:moveTo>
                  <a:pt x="91695" y="45093"/>
                </a:moveTo>
                <a:lnTo>
                  <a:pt x="91620" y="45112"/>
                </a:lnTo>
                <a:lnTo>
                  <a:pt x="91546" y="45130"/>
                </a:lnTo>
                <a:lnTo>
                  <a:pt x="91490" y="45167"/>
                </a:lnTo>
                <a:lnTo>
                  <a:pt x="91434" y="45223"/>
                </a:lnTo>
                <a:lnTo>
                  <a:pt x="91378" y="45279"/>
                </a:lnTo>
                <a:lnTo>
                  <a:pt x="91360" y="45354"/>
                </a:lnTo>
                <a:lnTo>
                  <a:pt x="91341" y="45428"/>
                </a:lnTo>
                <a:lnTo>
                  <a:pt x="91341" y="45503"/>
                </a:lnTo>
                <a:lnTo>
                  <a:pt x="91360" y="45558"/>
                </a:lnTo>
                <a:lnTo>
                  <a:pt x="91378" y="45614"/>
                </a:lnTo>
                <a:lnTo>
                  <a:pt x="91416" y="45670"/>
                </a:lnTo>
                <a:lnTo>
                  <a:pt x="91453" y="45726"/>
                </a:lnTo>
                <a:lnTo>
                  <a:pt x="91564" y="45782"/>
                </a:lnTo>
                <a:lnTo>
                  <a:pt x="91620" y="45800"/>
                </a:lnTo>
                <a:lnTo>
                  <a:pt x="91695" y="45819"/>
                </a:lnTo>
                <a:lnTo>
                  <a:pt x="91769" y="45800"/>
                </a:lnTo>
                <a:lnTo>
                  <a:pt x="91844" y="45782"/>
                </a:lnTo>
                <a:lnTo>
                  <a:pt x="91900" y="45745"/>
                </a:lnTo>
                <a:lnTo>
                  <a:pt x="91955" y="45689"/>
                </a:lnTo>
                <a:lnTo>
                  <a:pt x="91993" y="45633"/>
                </a:lnTo>
                <a:lnTo>
                  <a:pt x="92030" y="45558"/>
                </a:lnTo>
                <a:lnTo>
                  <a:pt x="92049" y="45484"/>
                </a:lnTo>
                <a:lnTo>
                  <a:pt x="92049" y="45409"/>
                </a:lnTo>
                <a:lnTo>
                  <a:pt x="92030" y="45354"/>
                </a:lnTo>
                <a:lnTo>
                  <a:pt x="92011" y="45298"/>
                </a:lnTo>
                <a:lnTo>
                  <a:pt x="91974" y="45242"/>
                </a:lnTo>
                <a:lnTo>
                  <a:pt x="91937" y="45186"/>
                </a:lnTo>
                <a:lnTo>
                  <a:pt x="91825" y="45130"/>
                </a:lnTo>
                <a:lnTo>
                  <a:pt x="91695" y="45093"/>
                </a:lnTo>
                <a:close/>
                <a:moveTo>
                  <a:pt x="504" y="46769"/>
                </a:moveTo>
                <a:lnTo>
                  <a:pt x="448" y="46787"/>
                </a:lnTo>
                <a:lnTo>
                  <a:pt x="392" y="46824"/>
                </a:lnTo>
                <a:lnTo>
                  <a:pt x="336" y="46862"/>
                </a:lnTo>
                <a:lnTo>
                  <a:pt x="280" y="46918"/>
                </a:lnTo>
                <a:lnTo>
                  <a:pt x="206" y="47066"/>
                </a:lnTo>
                <a:lnTo>
                  <a:pt x="187" y="47141"/>
                </a:lnTo>
                <a:lnTo>
                  <a:pt x="187" y="47215"/>
                </a:lnTo>
                <a:lnTo>
                  <a:pt x="187" y="47290"/>
                </a:lnTo>
                <a:lnTo>
                  <a:pt x="224" y="47364"/>
                </a:lnTo>
                <a:lnTo>
                  <a:pt x="261" y="47420"/>
                </a:lnTo>
                <a:lnTo>
                  <a:pt x="317" y="47476"/>
                </a:lnTo>
                <a:lnTo>
                  <a:pt x="392" y="47513"/>
                </a:lnTo>
                <a:lnTo>
                  <a:pt x="448" y="47532"/>
                </a:lnTo>
                <a:lnTo>
                  <a:pt x="522" y="47551"/>
                </a:lnTo>
                <a:lnTo>
                  <a:pt x="597" y="47532"/>
                </a:lnTo>
                <a:lnTo>
                  <a:pt x="652" y="47513"/>
                </a:lnTo>
                <a:lnTo>
                  <a:pt x="727" y="47476"/>
                </a:lnTo>
                <a:lnTo>
                  <a:pt x="783" y="47439"/>
                </a:lnTo>
                <a:lnTo>
                  <a:pt x="820" y="47383"/>
                </a:lnTo>
                <a:lnTo>
                  <a:pt x="894" y="47234"/>
                </a:lnTo>
                <a:lnTo>
                  <a:pt x="913" y="47160"/>
                </a:lnTo>
                <a:lnTo>
                  <a:pt x="913" y="47085"/>
                </a:lnTo>
                <a:lnTo>
                  <a:pt x="913" y="47011"/>
                </a:lnTo>
                <a:lnTo>
                  <a:pt x="876" y="46936"/>
                </a:lnTo>
                <a:lnTo>
                  <a:pt x="839" y="46880"/>
                </a:lnTo>
                <a:lnTo>
                  <a:pt x="764" y="46824"/>
                </a:lnTo>
                <a:lnTo>
                  <a:pt x="708" y="46787"/>
                </a:lnTo>
                <a:lnTo>
                  <a:pt x="634" y="46769"/>
                </a:lnTo>
                <a:close/>
                <a:moveTo>
                  <a:pt x="91658" y="47215"/>
                </a:moveTo>
                <a:lnTo>
                  <a:pt x="91546" y="47234"/>
                </a:lnTo>
                <a:lnTo>
                  <a:pt x="91471" y="47290"/>
                </a:lnTo>
                <a:lnTo>
                  <a:pt x="91434" y="47327"/>
                </a:lnTo>
                <a:lnTo>
                  <a:pt x="91397" y="47364"/>
                </a:lnTo>
                <a:lnTo>
                  <a:pt x="91397" y="47420"/>
                </a:lnTo>
                <a:lnTo>
                  <a:pt x="91378" y="47476"/>
                </a:lnTo>
                <a:lnTo>
                  <a:pt x="91397" y="47551"/>
                </a:lnTo>
                <a:lnTo>
                  <a:pt x="91397" y="47606"/>
                </a:lnTo>
                <a:lnTo>
                  <a:pt x="91434" y="47644"/>
                </a:lnTo>
                <a:lnTo>
                  <a:pt x="91471" y="47681"/>
                </a:lnTo>
                <a:lnTo>
                  <a:pt x="91546" y="47737"/>
                </a:lnTo>
                <a:lnTo>
                  <a:pt x="91751" y="47737"/>
                </a:lnTo>
                <a:lnTo>
                  <a:pt x="91844" y="47681"/>
                </a:lnTo>
                <a:lnTo>
                  <a:pt x="91881" y="47644"/>
                </a:lnTo>
                <a:lnTo>
                  <a:pt x="91900" y="47606"/>
                </a:lnTo>
                <a:lnTo>
                  <a:pt x="91918" y="47551"/>
                </a:lnTo>
                <a:lnTo>
                  <a:pt x="91918" y="47476"/>
                </a:lnTo>
                <a:lnTo>
                  <a:pt x="91918" y="47420"/>
                </a:lnTo>
                <a:lnTo>
                  <a:pt x="91900" y="47364"/>
                </a:lnTo>
                <a:lnTo>
                  <a:pt x="91881" y="47327"/>
                </a:lnTo>
                <a:lnTo>
                  <a:pt x="91844" y="47290"/>
                </a:lnTo>
                <a:lnTo>
                  <a:pt x="91751" y="47234"/>
                </a:lnTo>
                <a:lnTo>
                  <a:pt x="91658" y="47215"/>
                </a:lnTo>
                <a:close/>
                <a:moveTo>
                  <a:pt x="504" y="48295"/>
                </a:moveTo>
                <a:lnTo>
                  <a:pt x="429" y="48333"/>
                </a:lnTo>
                <a:lnTo>
                  <a:pt x="373" y="48407"/>
                </a:lnTo>
                <a:lnTo>
                  <a:pt x="355" y="48481"/>
                </a:lnTo>
                <a:lnTo>
                  <a:pt x="336" y="48556"/>
                </a:lnTo>
                <a:lnTo>
                  <a:pt x="336" y="48630"/>
                </a:lnTo>
                <a:lnTo>
                  <a:pt x="355" y="48705"/>
                </a:lnTo>
                <a:lnTo>
                  <a:pt x="373" y="48779"/>
                </a:lnTo>
                <a:lnTo>
                  <a:pt x="410" y="48835"/>
                </a:lnTo>
                <a:lnTo>
                  <a:pt x="466" y="48891"/>
                </a:lnTo>
                <a:lnTo>
                  <a:pt x="522" y="48928"/>
                </a:lnTo>
                <a:lnTo>
                  <a:pt x="597" y="48947"/>
                </a:lnTo>
                <a:lnTo>
                  <a:pt x="671" y="48928"/>
                </a:lnTo>
                <a:lnTo>
                  <a:pt x="746" y="48891"/>
                </a:lnTo>
                <a:lnTo>
                  <a:pt x="820" y="48835"/>
                </a:lnTo>
                <a:lnTo>
                  <a:pt x="857" y="48779"/>
                </a:lnTo>
                <a:lnTo>
                  <a:pt x="894" y="48705"/>
                </a:lnTo>
                <a:lnTo>
                  <a:pt x="913" y="48612"/>
                </a:lnTo>
                <a:lnTo>
                  <a:pt x="913" y="48519"/>
                </a:lnTo>
                <a:lnTo>
                  <a:pt x="876" y="48444"/>
                </a:lnTo>
                <a:lnTo>
                  <a:pt x="820" y="48370"/>
                </a:lnTo>
                <a:lnTo>
                  <a:pt x="746" y="48333"/>
                </a:lnTo>
                <a:lnTo>
                  <a:pt x="671" y="48295"/>
                </a:lnTo>
                <a:close/>
                <a:moveTo>
                  <a:pt x="91658" y="48630"/>
                </a:moveTo>
                <a:lnTo>
                  <a:pt x="91564" y="48649"/>
                </a:lnTo>
                <a:lnTo>
                  <a:pt x="91471" y="48705"/>
                </a:lnTo>
                <a:lnTo>
                  <a:pt x="91434" y="48742"/>
                </a:lnTo>
                <a:lnTo>
                  <a:pt x="91397" y="48798"/>
                </a:lnTo>
                <a:lnTo>
                  <a:pt x="91360" y="48891"/>
                </a:lnTo>
                <a:lnTo>
                  <a:pt x="91378" y="49003"/>
                </a:lnTo>
                <a:lnTo>
                  <a:pt x="91397" y="49059"/>
                </a:lnTo>
                <a:lnTo>
                  <a:pt x="91434" y="49114"/>
                </a:lnTo>
                <a:lnTo>
                  <a:pt x="91471" y="49152"/>
                </a:lnTo>
                <a:lnTo>
                  <a:pt x="91509" y="49170"/>
                </a:lnTo>
                <a:lnTo>
                  <a:pt x="91620" y="49208"/>
                </a:lnTo>
                <a:lnTo>
                  <a:pt x="91732" y="49208"/>
                </a:lnTo>
                <a:lnTo>
                  <a:pt x="91788" y="49189"/>
                </a:lnTo>
                <a:lnTo>
                  <a:pt x="91825" y="49152"/>
                </a:lnTo>
                <a:lnTo>
                  <a:pt x="91881" y="49114"/>
                </a:lnTo>
                <a:lnTo>
                  <a:pt x="91900" y="49059"/>
                </a:lnTo>
                <a:lnTo>
                  <a:pt x="91937" y="49003"/>
                </a:lnTo>
                <a:lnTo>
                  <a:pt x="91937" y="48947"/>
                </a:lnTo>
                <a:lnTo>
                  <a:pt x="91937" y="48872"/>
                </a:lnTo>
                <a:lnTo>
                  <a:pt x="91937" y="48817"/>
                </a:lnTo>
                <a:lnTo>
                  <a:pt x="91900" y="48761"/>
                </a:lnTo>
                <a:lnTo>
                  <a:pt x="91862" y="48723"/>
                </a:lnTo>
                <a:lnTo>
                  <a:pt x="91769" y="48668"/>
                </a:lnTo>
                <a:lnTo>
                  <a:pt x="91658" y="48630"/>
                </a:lnTo>
                <a:close/>
                <a:moveTo>
                  <a:pt x="26755" y="49990"/>
                </a:moveTo>
                <a:lnTo>
                  <a:pt x="26736" y="50008"/>
                </a:lnTo>
                <a:lnTo>
                  <a:pt x="26744" y="50004"/>
                </a:lnTo>
                <a:lnTo>
                  <a:pt x="26755" y="49990"/>
                </a:lnTo>
                <a:close/>
                <a:moveTo>
                  <a:pt x="48836" y="50027"/>
                </a:moveTo>
                <a:lnTo>
                  <a:pt x="48817" y="50045"/>
                </a:lnTo>
                <a:lnTo>
                  <a:pt x="48825" y="50040"/>
                </a:lnTo>
                <a:lnTo>
                  <a:pt x="48825" y="50040"/>
                </a:lnTo>
                <a:lnTo>
                  <a:pt x="48836" y="50027"/>
                </a:lnTo>
                <a:close/>
                <a:moveTo>
                  <a:pt x="39192" y="49952"/>
                </a:moveTo>
                <a:lnTo>
                  <a:pt x="39155" y="49971"/>
                </a:lnTo>
                <a:lnTo>
                  <a:pt x="39099" y="50008"/>
                </a:lnTo>
                <a:lnTo>
                  <a:pt x="39062" y="50045"/>
                </a:lnTo>
                <a:lnTo>
                  <a:pt x="39024" y="50083"/>
                </a:lnTo>
                <a:lnTo>
                  <a:pt x="38987" y="50194"/>
                </a:lnTo>
                <a:lnTo>
                  <a:pt x="38987" y="50250"/>
                </a:lnTo>
                <a:lnTo>
                  <a:pt x="39006" y="50306"/>
                </a:lnTo>
                <a:lnTo>
                  <a:pt x="39024" y="50362"/>
                </a:lnTo>
                <a:lnTo>
                  <a:pt x="39062" y="50418"/>
                </a:lnTo>
                <a:lnTo>
                  <a:pt x="39136" y="50474"/>
                </a:lnTo>
                <a:lnTo>
                  <a:pt x="39248" y="50492"/>
                </a:lnTo>
                <a:lnTo>
                  <a:pt x="39341" y="50492"/>
                </a:lnTo>
                <a:lnTo>
                  <a:pt x="39434" y="50455"/>
                </a:lnTo>
                <a:lnTo>
                  <a:pt x="39471" y="50399"/>
                </a:lnTo>
                <a:lnTo>
                  <a:pt x="39508" y="50362"/>
                </a:lnTo>
                <a:lnTo>
                  <a:pt x="39546" y="50250"/>
                </a:lnTo>
                <a:lnTo>
                  <a:pt x="39546" y="50194"/>
                </a:lnTo>
                <a:lnTo>
                  <a:pt x="39546" y="50157"/>
                </a:lnTo>
                <a:lnTo>
                  <a:pt x="39527" y="50101"/>
                </a:lnTo>
                <a:lnTo>
                  <a:pt x="39490" y="50045"/>
                </a:lnTo>
                <a:lnTo>
                  <a:pt x="39453" y="50008"/>
                </a:lnTo>
                <a:lnTo>
                  <a:pt x="39397" y="49971"/>
                </a:lnTo>
                <a:lnTo>
                  <a:pt x="39304" y="49952"/>
                </a:lnTo>
                <a:close/>
                <a:moveTo>
                  <a:pt x="42692" y="49915"/>
                </a:moveTo>
                <a:lnTo>
                  <a:pt x="42636" y="49934"/>
                </a:lnTo>
                <a:lnTo>
                  <a:pt x="42562" y="49952"/>
                </a:lnTo>
                <a:lnTo>
                  <a:pt x="42524" y="49971"/>
                </a:lnTo>
                <a:lnTo>
                  <a:pt x="42487" y="50008"/>
                </a:lnTo>
                <a:lnTo>
                  <a:pt x="42431" y="50101"/>
                </a:lnTo>
                <a:lnTo>
                  <a:pt x="42413" y="50213"/>
                </a:lnTo>
                <a:lnTo>
                  <a:pt x="42431" y="50325"/>
                </a:lnTo>
                <a:lnTo>
                  <a:pt x="42487" y="50418"/>
                </a:lnTo>
                <a:lnTo>
                  <a:pt x="42524" y="50455"/>
                </a:lnTo>
                <a:lnTo>
                  <a:pt x="42562" y="50492"/>
                </a:lnTo>
                <a:lnTo>
                  <a:pt x="42636" y="50511"/>
                </a:lnTo>
                <a:lnTo>
                  <a:pt x="42767" y="50511"/>
                </a:lnTo>
                <a:lnTo>
                  <a:pt x="42822" y="50492"/>
                </a:lnTo>
                <a:lnTo>
                  <a:pt x="42878" y="50455"/>
                </a:lnTo>
                <a:lnTo>
                  <a:pt x="42915" y="50418"/>
                </a:lnTo>
                <a:lnTo>
                  <a:pt x="42971" y="50325"/>
                </a:lnTo>
                <a:lnTo>
                  <a:pt x="42990" y="50213"/>
                </a:lnTo>
                <a:lnTo>
                  <a:pt x="42971" y="50101"/>
                </a:lnTo>
                <a:lnTo>
                  <a:pt x="42915" y="50008"/>
                </a:lnTo>
                <a:lnTo>
                  <a:pt x="42878" y="49971"/>
                </a:lnTo>
                <a:lnTo>
                  <a:pt x="42822" y="49952"/>
                </a:lnTo>
                <a:lnTo>
                  <a:pt x="42767" y="49934"/>
                </a:lnTo>
                <a:lnTo>
                  <a:pt x="42692" y="49915"/>
                </a:lnTo>
                <a:close/>
                <a:moveTo>
                  <a:pt x="16422" y="49896"/>
                </a:moveTo>
                <a:lnTo>
                  <a:pt x="16366" y="49915"/>
                </a:lnTo>
                <a:lnTo>
                  <a:pt x="16310" y="49915"/>
                </a:lnTo>
                <a:lnTo>
                  <a:pt x="16217" y="49990"/>
                </a:lnTo>
                <a:lnTo>
                  <a:pt x="16143" y="50083"/>
                </a:lnTo>
                <a:lnTo>
                  <a:pt x="16124" y="50194"/>
                </a:lnTo>
                <a:lnTo>
                  <a:pt x="16105" y="50250"/>
                </a:lnTo>
                <a:lnTo>
                  <a:pt x="16124" y="50325"/>
                </a:lnTo>
                <a:lnTo>
                  <a:pt x="16161" y="50381"/>
                </a:lnTo>
                <a:lnTo>
                  <a:pt x="16199" y="50436"/>
                </a:lnTo>
                <a:lnTo>
                  <a:pt x="16236" y="50474"/>
                </a:lnTo>
                <a:lnTo>
                  <a:pt x="16292" y="50511"/>
                </a:lnTo>
                <a:lnTo>
                  <a:pt x="16366" y="50529"/>
                </a:lnTo>
                <a:lnTo>
                  <a:pt x="16478" y="50529"/>
                </a:lnTo>
                <a:lnTo>
                  <a:pt x="16534" y="50511"/>
                </a:lnTo>
                <a:lnTo>
                  <a:pt x="16627" y="50455"/>
                </a:lnTo>
                <a:lnTo>
                  <a:pt x="16701" y="50362"/>
                </a:lnTo>
                <a:lnTo>
                  <a:pt x="16738" y="50250"/>
                </a:lnTo>
                <a:lnTo>
                  <a:pt x="16738" y="50194"/>
                </a:lnTo>
                <a:lnTo>
                  <a:pt x="16738" y="50120"/>
                </a:lnTo>
                <a:lnTo>
                  <a:pt x="16701" y="50064"/>
                </a:lnTo>
                <a:lnTo>
                  <a:pt x="16664" y="50008"/>
                </a:lnTo>
                <a:lnTo>
                  <a:pt x="16608" y="49971"/>
                </a:lnTo>
                <a:lnTo>
                  <a:pt x="16552" y="49934"/>
                </a:lnTo>
                <a:lnTo>
                  <a:pt x="16496" y="49915"/>
                </a:lnTo>
                <a:lnTo>
                  <a:pt x="16422" y="49896"/>
                </a:lnTo>
                <a:close/>
                <a:moveTo>
                  <a:pt x="32024" y="50064"/>
                </a:moveTo>
                <a:lnTo>
                  <a:pt x="31931" y="50083"/>
                </a:lnTo>
                <a:lnTo>
                  <a:pt x="31856" y="50120"/>
                </a:lnTo>
                <a:lnTo>
                  <a:pt x="31782" y="50213"/>
                </a:lnTo>
                <a:lnTo>
                  <a:pt x="31763" y="50250"/>
                </a:lnTo>
                <a:lnTo>
                  <a:pt x="31763" y="50306"/>
                </a:lnTo>
                <a:lnTo>
                  <a:pt x="31782" y="50381"/>
                </a:lnTo>
                <a:lnTo>
                  <a:pt x="31838" y="50474"/>
                </a:lnTo>
                <a:lnTo>
                  <a:pt x="31912" y="50529"/>
                </a:lnTo>
                <a:lnTo>
                  <a:pt x="32005" y="50548"/>
                </a:lnTo>
                <a:lnTo>
                  <a:pt x="32098" y="50511"/>
                </a:lnTo>
                <a:lnTo>
                  <a:pt x="32154" y="50474"/>
                </a:lnTo>
                <a:lnTo>
                  <a:pt x="32210" y="50399"/>
                </a:lnTo>
                <a:lnTo>
                  <a:pt x="32229" y="50325"/>
                </a:lnTo>
                <a:lnTo>
                  <a:pt x="32229" y="50232"/>
                </a:lnTo>
                <a:lnTo>
                  <a:pt x="32191" y="50157"/>
                </a:lnTo>
                <a:lnTo>
                  <a:pt x="32117" y="50101"/>
                </a:lnTo>
                <a:lnTo>
                  <a:pt x="32024" y="50064"/>
                </a:lnTo>
                <a:close/>
                <a:moveTo>
                  <a:pt x="30404" y="50045"/>
                </a:moveTo>
                <a:lnTo>
                  <a:pt x="30311" y="50064"/>
                </a:lnTo>
                <a:lnTo>
                  <a:pt x="30274" y="50083"/>
                </a:lnTo>
                <a:lnTo>
                  <a:pt x="30237" y="50120"/>
                </a:lnTo>
                <a:lnTo>
                  <a:pt x="30181" y="50176"/>
                </a:lnTo>
                <a:lnTo>
                  <a:pt x="30162" y="50232"/>
                </a:lnTo>
                <a:lnTo>
                  <a:pt x="30143" y="50287"/>
                </a:lnTo>
                <a:lnTo>
                  <a:pt x="30143" y="50343"/>
                </a:lnTo>
                <a:lnTo>
                  <a:pt x="30162" y="50381"/>
                </a:lnTo>
                <a:lnTo>
                  <a:pt x="30181" y="50436"/>
                </a:lnTo>
                <a:lnTo>
                  <a:pt x="30218" y="50492"/>
                </a:lnTo>
                <a:lnTo>
                  <a:pt x="30274" y="50529"/>
                </a:lnTo>
                <a:lnTo>
                  <a:pt x="30367" y="50567"/>
                </a:lnTo>
                <a:lnTo>
                  <a:pt x="30460" y="50548"/>
                </a:lnTo>
                <a:lnTo>
                  <a:pt x="30553" y="50529"/>
                </a:lnTo>
                <a:lnTo>
                  <a:pt x="30609" y="50455"/>
                </a:lnTo>
                <a:lnTo>
                  <a:pt x="30646" y="50418"/>
                </a:lnTo>
                <a:lnTo>
                  <a:pt x="30665" y="50362"/>
                </a:lnTo>
                <a:lnTo>
                  <a:pt x="30665" y="50269"/>
                </a:lnTo>
                <a:lnTo>
                  <a:pt x="30628" y="50194"/>
                </a:lnTo>
                <a:lnTo>
                  <a:pt x="30572" y="50120"/>
                </a:lnTo>
                <a:lnTo>
                  <a:pt x="30497" y="50064"/>
                </a:lnTo>
                <a:lnTo>
                  <a:pt x="30404" y="50045"/>
                </a:lnTo>
                <a:close/>
                <a:moveTo>
                  <a:pt x="37628" y="49878"/>
                </a:moveTo>
                <a:lnTo>
                  <a:pt x="37553" y="49896"/>
                </a:lnTo>
                <a:lnTo>
                  <a:pt x="37498" y="49915"/>
                </a:lnTo>
                <a:lnTo>
                  <a:pt x="37442" y="49971"/>
                </a:lnTo>
                <a:lnTo>
                  <a:pt x="37386" y="50008"/>
                </a:lnTo>
                <a:lnTo>
                  <a:pt x="37349" y="50064"/>
                </a:lnTo>
                <a:lnTo>
                  <a:pt x="37311" y="50138"/>
                </a:lnTo>
                <a:lnTo>
                  <a:pt x="37311" y="50213"/>
                </a:lnTo>
                <a:lnTo>
                  <a:pt x="37311" y="50269"/>
                </a:lnTo>
                <a:lnTo>
                  <a:pt x="37330" y="50343"/>
                </a:lnTo>
                <a:lnTo>
                  <a:pt x="37367" y="50399"/>
                </a:lnTo>
                <a:lnTo>
                  <a:pt x="37423" y="50455"/>
                </a:lnTo>
                <a:lnTo>
                  <a:pt x="37479" y="50511"/>
                </a:lnTo>
                <a:lnTo>
                  <a:pt x="37535" y="50529"/>
                </a:lnTo>
                <a:lnTo>
                  <a:pt x="37591" y="50548"/>
                </a:lnTo>
                <a:lnTo>
                  <a:pt x="37665" y="50567"/>
                </a:lnTo>
                <a:lnTo>
                  <a:pt x="37721" y="50567"/>
                </a:lnTo>
                <a:lnTo>
                  <a:pt x="37795" y="50548"/>
                </a:lnTo>
                <a:lnTo>
                  <a:pt x="37851" y="50511"/>
                </a:lnTo>
                <a:lnTo>
                  <a:pt x="37889" y="50474"/>
                </a:lnTo>
                <a:lnTo>
                  <a:pt x="37944" y="50436"/>
                </a:lnTo>
                <a:lnTo>
                  <a:pt x="37982" y="50381"/>
                </a:lnTo>
                <a:lnTo>
                  <a:pt x="38000" y="50325"/>
                </a:lnTo>
                <a:lnTo>
                  <a:pt x="38019" y="50250"/>
                </a:lnTo>
                <a:lnTo>
                  <a:pt x="38019" y="50176"/>
                </a:lnTo>
                <a:lnTo>
                  <a:pt x="38000" y="50120"/>
                </a:lnTo>
                <a:lnTo>
                  <a:pt x="37963" y="50045"/>
                </a:lnTo>
                <a:lnTo>
                  <a:pt x="37926" y="49990"/>
                </a:lnTo>
                <a:lnTo>
                  <a:pt x="37889" y="49952"/>
                </a:lnTo>
                <a:lnTo>
                  <a:pt x="37833" y="49915"/>
                </a:lnTo>
                <a:lnTo>
                  <a:pt x="37758" y="49878"/>
                </a:lnTo>
                <a:close/>
                <a:moveTo>
                  <a:pt x="48985" y="49971"/>
                </a:moveTo>
                <a:lnTo>
                  <a:pt x="48929" y="49990"/>
                </a:lnTo>
                <a:lnTo>
                  <a:pt x="48873" y="50008"/>
                </a:lnTo>
                <a:lnTo>
                  <a:pt x="48825" y="50040"/>
                </a:lnTo>
                <a:lnTo>
                  <a:pt x="48825" y="50040"/>
                </a:lnTo>
                <a:lnTo>
                  <a:pt x="48762" y="50120"/>
                </a:lnTo>
                <a:lnTo>
                  <a:pt x="48724" y="50176"/>
                </a:lnTo>
                <a:lnTo>
                  <a:pt x="48724" y="50232"/>
                </a:lnTo>
                <a:lnTo>
                  <a:pt x="48743" y="50287"/>
                </a:lnTo>
                <a:lnTo>
                  <a:pt x="48762" y="50343"/>
                </a:lnTo>
                <a:lnTo>
                  <a:pt x="48817" y="50362"/>
                </a:lnTo>
                <a:lnTo>
                  <a:pt x="48855" y="50381"/>
                </a:lnTo>
                <a:lnTo>
                  <a:pt x="48855" y="50399"/>
                </a:lnTo>
                <a:lnTo>
                  <a:pt x="48873" y="50399"/>
                </a:lnTo>
                <a:lnTo>
                  <a:pt x="48910" y="50418"/>
                </a:lnTo>
                <a:lnTo>
                  <a:pt x="48892" y="50418"/>
                </a:lnTo>
                <a:lnTo>
                  <a:pt x="48910" y="50436"/>
                </a:lnTo>
                <a:lnTo>
                  <a:pt x="48966" y="50492"/>
                </a:lnTo>
                <a:lnTo>
                  <a:pt x="49041" y="50548"/>
                </a:lnTo>
                <a:lnTo>
                  <a:pt x="49115" y="50567"/>
                </a:lnTo>
                <a:lnTo>
                  <a:pt x="49190" y="50548"/>
                </a:lnTo>
                <a:lnTo>
                  <a:pt x="49264" y="50529"/>
                </a:lnTo>
                <a:lnTo>
                  <a:pt x="49320" y="50492"/>
                </a:lnTo>
                <a:lnTo>
                  <a:pt x="49376" y="50418"/>
                </a:lnTo>
                <a:lnTo>
                  <a:pt x="49395" y="50343"/>
                </a:lnTo>
                <a:lnTo>
                  <a:pt x="49395" y="50269"/>
                </a:lnTo>
                <a:lnTo>
                  <a:pt x="49376" y="50194"/>
                </a:lnTo>
                <a:lnTo>
                  <a:pt x="49339" y="50120"/>
                </a:lnTo>
                <a:lnTo>
                  <a:pt x="49283" y="50064"/>
                </a:lnTo>
                <a:lnTo>
                  <a:pt x="49208" y="50027"/>
                </a:lnTo>
                <a:lnTo>
                  <a:pt x="49134" y="49990"/>
                </a:lnTo>
                <a:lnTo>
                  <a:pt x="49059" y="49971"/>
                </a:lnTo>
                <a:close/>
                <a:moveTo>
                  <a:pt x="5884" y="49859"/>
                </a:moveTo>
                <a:lnTo>
                  <a:pt x="5828" y="49878"/>
                </a:lnTo>
                <a:lnTo>
                  <a:pt x="5772" y="49915"/>
                </a:lnTo>
                <a:lnTo>
                  <a:pt x="5717" y="49952"/>
                </a:lnTo>
                <a:lnTo>
                  <a:pt x="5642" y="50045"/>
                </a:lnTo>
                <a:lnTo>
                  <a:pt x="5623" y="50120"/>
                </a:lnTo>
                <a:lnTo>
                  <a:pt x="5605" y="50176"/>
                </a:lnTo>
                <a:lnTo>
                  <a:pt x="5605" y="50250"/>
                </a:lnTo>
                <a:lnTo>
                  <a:pt x="5605" y="50325"/>
                </a:lnTo>
                <a:lnTo>
                  <a:pt x="5642" y="50399"/>
                </a:lnTo>
                <a:lnTo>
                  <a:pt x="5698" y="50455"/>
                </a:lnTo>
                <a:lnTo>
                  <a:pt x="5754" y="50511"/>
                </a:lnTo>
                <a:lnTo>
                  <a:pt x="5810" y="50548"/>
                </a:lnTo>
                <a:lnTo>
                  <a:pt x="5884" y="50567"/>
                </a:lnTo>
                <a:lnTo>
                  <a:pt x="5959" y="50585"/>
                </a:lnTo>
                <a:lnTo>
                  <a:pt x="6033" y="50585"/>
                </a:lnTo>
                <a:lnTo>
                  <a:pt x="6089" y="50567"/>
                </a:lnTo>
                <a:lnTo>
                  <a:pt x="6145" y="50529"/>
                </a:lnTo>
                <a:lnTo>
                  <a:pt x="6201" y="50492"/>
                </a:lnTo>
                <a:lnTo>
                  <a:pt x="6275" y="50381"/>
                </a:lnTo>
                <a:lnTo>
                  <a:pt x="6312" y="50325"/>
                </a:lnTo>
                <a:lnTo>
                  <a:pt x="6331" y="50250"/>
                </a:lnTo>
                <a:lnTo>
                  <a:pt x="6331" y="50176"/>
                </a:lnTo>
                <a:lnTo>
                  <a:pt x="6312" y="50101"/>
                </a:lnTo>
                <a:lnTo>
                  <a:pt x="6275" y="50045"/>
                </a:lnTo>
                <a:lnTo>
                  <a:pt x="6238" y="49971"/>
                </a:lnTo>
                <a:lnTo>
                  <a:pt x="6182" y="49934"/>
                </a:lnTo>
                <a:lnTo>
                  <a:pt x="6108" y="49878"/>
                </a:lnTo>
                <a:lnTo>
                  <a:pt x="6033" y="49859"/>
                </a:lnTo>
                <a:close/>
                <a:moveTo>
                  <a:pt x="45839" y="50027"/>
                </a:moveTo>
                <a:lnTo>
                  <a:pt x="45783" y="50045"/>
                </a:lnTo>
                <a:lnTo>
                  <a:pt x="45727" y="50064"/>
                </a:lnTo>
                <a:lnTo>
                  <a:pt x="45690" y="50083"/>
                </a:lnTo>
                <a:lnTo>
                  <a:pt x="45652" y="50120"/>
                </a:lnTo>
                <a:lnTo>
                  <a:pt x="45596" y="50213"/>
                </a:lnTo>
                <a:lnTo>
                  <a:pt x="45578" y="50306"/>
                </a:lnTo>
                <a:lnTo>
                  <a:pt x="45596" y="50399"/>
                </a:lnTo>
                <a:lnTo>
                  <a:pt x="45652" y="50492"/>
                </a:lnTo>
                <a:lnTo>
                  <a:pt x="45690" y="50529"/>
                </a:lnTo>
                <a:lnTo>
                  <a:pt x="45727" y="50548"/>
                </a:lnTo>
                <a:lnTo>
                  <a:pt x="45783" y="50567"/>
                </a:lnTo>
                <a:lnTo>
                  <a:pt x="45839" y="50585"/>
                </a:lnTo>
                <a:lnTo>
                  <a:pt x="45913" y="50567"/>
                </a:lnTo>
                <a:lnTo>
                  <a:pt x="45950" y="50548"/>
                </a:lnTo>
                <a:lnTo>
                  <a:pt x="46006" y="50529"/>
                </a:lnTo>
                <a:lnTo>
                  <a:pt x="46043" y="50492"/>
                </a:lnTo>
                <a:lnTo>
                  <a:pt x="46081" y="50399"/>
                </a:lnTo>
                <a:lnTo>
                  <a:pt x="46099" y="50306"/>
                </a:lnTo>
                <a:lnTo>
                  <a:pt x="46081" y="50213"/>
                </a:lnTo>
                <a:lnTo>
                  <a:pt x="46043" y="50120"/>
                </a:lnTo>
                <a:lnTo>
                  <a:pt x="46006" y="50083"/>
                </a:lnTo>
                <a:lnTo>
                  <a:pt x="45950" y="50064"/>
                </a:lnTo>
                <a:lnTo>
                  <a:pt x="45913" y="50045"/>
                </a:lnTo>
                <a:lnTo>
                  <a:pt x="45839" y="50027"/>
                </a:lnTo>
                <a:close/>
                <a:moveTo>
                  <a:pt x="47272" y="50008"/>
                </a:moveTo>
                <a:lnTo>
                  <a:pt x="47216" y="50027"/>
                </a:lnTo>
                <a:lnTo>
                  <a:pt x="47179" y="50045"/>
                </a:lnTo>
                <a:lnTo>
                  <a:pt x="47086" y="50101"/>
                </a:lnTo>
                <a:lnTo>
                  <a:pt x="47030" y="50194"/>
                </a:lnTo>
                <a:lnTo>
                  <a:pt x="46993" y="50287"/>
                </a:lnTo>
                <a:lnTo>
                  <a:pt x="47011" y="50399"/>
                </a:lnTo>
                <a:lnTo>
                  <a:pt x="47030" y="50455"/>
                </a:lnTo>
                <a:lnTo>
                  <a:pt x="47049" y="50492"/>
                </a:lnTo>
                <a:lnTo>
                  <a:pt x="47105" y="50529"/>
                </a:lnTo>
                <a:lnTo>
                  <a:pt x="47160" y="50567"/>
                </a:lnTo>
                <a:lnTo>
                  <a:pt x="47216" y="50585"/>
                </a:lnTo>
                <a:lnTo>
                  <a:pt x="47272" y="50585"/>
                </a:lnTo>
                <a:lnTo>
                  <a:pt x="47384" y="50567"/>
                </a:lnTo>
                <a:lnTo>
                  <a:pt x="47440" y="50548"/>
                </a:lnTo>
                <a:lnTo>
                  <a:pt x="47477" y="50511"/>
                </a:lnTo>
                <a:lnTo>
                  <a:pt x="47514" y="50474"/>
                </a:lnTo>
                <a:lnTo>
                  <a:pt x="47551" y="50418"/>
                </a:lnTo>
                <a:lnTo>
                  <a:pt x="47570" y="50362"/>
                </a:lnTo>
                <a:lnTo>
                  <a:pt x="47570" y="50306"/>
                </a:lnTo>
                <a:lnTo>
                  <a:pt x="47551" y="50194"/>
                </a:lnTo>
                <a:lnTo>
                  <a:pt x="47496" y="50101"/>
                </a:lnTo>
                <a:lnTo>
                  <a:pt x="47458" y="50064"/>
                </a:lnTo>
                <a:lnTo>
                  <a:pt x="47402" y="50045"/>
                </a:lnTo>
                <a:lnTo>
                  <a:pt x="47328" y="50027"/>
                </a:lnTo>
                <a:lnTo>
                  <a:pt x="47272" y="50008"/>
                </a:lnTo>
                <a:close/>
                <a:moveTo>
                  <a:pt x="74138" y="49934"/>
                </a:moveTo>
                <a:lnTo>
                  <a:pt x="74082" y="49952"/>
                </a:lnTo>
                <a:lnTo>
                  <a:pt x="74026" y="49971"/>
                </a:lnTo>
                <a:lnTo>
                  <a:pt x="73970" y="50008"/>
                </a:lnTo>
                <a:lnTo>
                  <a:pt x="73896" y="50101"/>
                </a:lnTo>
                <a:lnTo>
                  <a:pt x="73840" y="50213"/>
                </a:lnTo>
                <a:lnTo>
                  <a:pt x="73840" y="50269"/>
                </a:lnTo>
                <a:lnTo>
                  <a:pt x="73840" y="50343"/>
                </a:lnTo>
                <a:lnTo>
                  <a:pt x="73877" y="50436"/>
                </a:lnTo>
                <a:lnTo>
                  <a:pt x="73952" y="50511"/>
                </a:lnTo>
                <a:lnTo>
                  <a:pt x="74026" y="50567"/>
                </a:lnTo>
                <a:lnTo>
                  <a:pt x="74138" y="50585"/>
                </a:lnTo>
                <a:lnTo>
                  <a:pt x="74212" y="50585"/>
                </a:lnTo>
                <a:lnTo>
                  <a:pt x="74268" y="50567"/>
                </a:lnTo>
                <a:lnTo>
                  <a:pt x="74343" y="50529"/>
                </a:lnTo>
                <a:lnTo>
                  <a:pt x="74399" y="50492"/>
                </a:lnTo>
                <a:lnTo>
                  <a:pt x="74436" y="50436"/>
                </a:lnTo>
                <a:lnTo>
                  <a:pt x="74473" y="50381"/>
                </a:lnTo>
                <a:lnTo>
                  <a:pt x="74492" y="50343"/>
                </a:lnTo>
                <a:lnTo>
                  <a:pt x="74492" y="50325"/>
                </a:lnTo>
                <a:lnTo>
                  <a:pt x="74510" y="50306"/>
                </a:lnTo>
                <a:lnTo>
                  <a:pt x="74492" y="50306"/>
                </a:lnTo>
                <a:lnTo>
                  <a:pt x="74548" y="50287"/>
                </a:lnTo>
                <a:lnTo>
                  <a:pt x="74566" y="50250"/>
                </a:lnTo>
                <a:lnTo>
                  <a:pt x="74566" y="50213"/>
                </a:lnTo>
                <a:lnTo>
                  <a:pt x="74510" y="50120"/>
                </a:lnTo>
                <a:lnTo>
                  <a:pt x="74473" y="50064"/>
                </a:lnTo>
                <a:lnTo>
                  <a:pt x="74417" y="50027"/>
                </a:lnTo>
                <a:lnTo>
                  <a:pt x="74324" y="49971"/>
                </a:lnTo>
                <a:lnTo>
                  <a:pt x="74268" y="49952"/>
                </a:lnTo>
                <a:lnTo>
                  <a:pt x="74194" y="49934"/>
                </a:lnTo>
                <a:close/>
                <a:moveTo>
                  <a:pt x="24930" y="49915"/>
                </a:moveTo>
                <a:lnTo>
                  <a:pt x="24856" y="49934"/>
                </a:lnTo>
                <a:lnTo>
                  <a:pt x="24800" y="49952"/>
                </a:lnTo>
                <a:lnTo>
                  <a:pt x="24744" y="49990"/>
                </a:lnTo>
                <a:lnTo>
                  <a:pt x="24688" y="50045"/>
                </a:lnTo>
                <a:lnTo>
                  <a:pt x="24651" y="50120"/>
                </a:lnTo>
                <a:lnTo>
                  <a:pt x="24651" y="50194"/>
                </a:lnTo>
                <a:lnTo>
                  <a:pt x="24651" y="50269"/>
                </a:lnTo>
                <a:lnTo>
                  <a:pt x="24707" y="50418"/>
                </a:lnTo>
                <a:lnTo>
                  <a:pt x="24726" y="50474"/>
                </a:lnTo>
                <a:lnTo>
                  <a:pt x="24781" y="50511"/>
                </a:lnTo>
                <a:lnTo>
                  <a:pt x="24837" y="50548"/>
                </a:lnTo>
                <a:lnTo>
                  <a:pt x="24893" y="50585"/>
                </a:lnTo>
                <a:lnTo>
                  <a:pt x="24949" y="50604"/>
                </a:lnTo>
                <a:lnTo>
                  <a:pt x="25079" y="50604"/>
                </a:lnTo>
                <a:lnTo>
                  <a:pt x="25135" y="50585"/>
                </a:lnTo>
                <a:lnTo>
                  <a:pt x="25191" y="50548"/>
                </a:lnTo>
                <a:lnTo>
                  <a:pt x="25247" y="50511"/>
                </a:lnTo>
                <a:lnTo>
                  <a:pt x="25284" y="50455"/>
                </a:lnTo>
                <a:lnTo>
                  <a:pt x="25303" y="50399"/>
                </a:lnTo>
                <a:lnTo>
                  <a:pt x="25321" y="50343"/>
                </a:lnTo>
                <a:lnTo>
                  <a:pt x="25340" y="50287"/>
                </a:lnTo>
                <a:lnTo>
                  <a:pt x="25340" y="50213"/>
                </a:lnTo>
                <a:lnTo>
                  <a:pt x="25321" y="50157"/>
                </a:lnTo>
                <a:lnTo>
                  <a:pt x="25284" y="50101"/>
                </a:lnTo>
                <a:lnTo>
                  <a:pt x="25247" y="50045"/>
                </a:lnTo>
                <a:lnTo>
                  <a:pt x="25191" y="49990"/>
                </a:lnTo>
                <a:lnTo>
                  <a:pt x="25135" y="49952"/>
                </a:lnTo>
                <a:lnTo>
                  <a:pt x="25061" y="49934"/>
                </a:lnTo>
                <a:lnTo>
                  <a:pt x="25005" y="49915"/>
                </a:lnTo>
                <a:close/>
                <a:moveTo>
                  <a:pt x="86854" y="50343"/>
                </a:moveTo>
                <a:lnTo>
                  <a:pt x="86798" y="50362"/>
                </a:lnTo>
                <a:lnTo>
                  <a:pt x="86761" y="50381"/>
                </a:lnTo>
                <a:lnTo>
                  <a:pt x="86724" y="50436"/>
                </a:lnTo>
                <a:lnTo>
                  <a:pt x="86724" y="50474"/>
                </a:lnTo>
                <a:lnTo>
                  <a:pt x="86724" y="50529"/>
                </a:lnTo>
                <a:lnTo>
                  <a:pt x="86761" y="50567"/>
                </a:lnTo>
                <a:lnTo>
                  <a:pt x="86798" y="50604"/>
                </a:lnTo>
                <a:lnTo>
                  <a:pt x="86910" y="50604"/>
                </a:lnTo>
                <a:lnTo>
                  <a:pt x="86947" y="50567"/>
                </a:lnTo>
                <a:lnTo>
                  <a:pt x="86966" y="50529"/>
                </a:lnTo>
                <a:lnTo>
                  <a:pt x="86984" y="50474"/>
                </a:lnTo>
                <a:lnTo>
                  <a:pt x="86966" y="50436"/>
                </a:lnTo>
                <a:lnTo>
                  <a:pt x="86947" y="50381"/>
                </a:lnTo>
                <a:lnTo>
                  <a:pt x="86910" y="50362"/>
                </a:lnTo>
                <a:lnTo>
                  <a:pt x="86854" y="50343"/>
                </a:lnTo>
                <a:close/>
                <a:moveTo>
                  <a:pt x="4078" y="49990"/>
                </a:moveTo>
                <a:lnTo>
                  <a:pt x="4022" y="50008"/>
                </a:lnTo>
                <a:lnTo>
                  <a:pt x="3929" y="50064"/>
                </a:lnTo>
                <a:lnTo>
                  <a:pt x="3873" y="50157"/>
                </a:lnTo>
                <a:lnTo>
                  <a:pt x="3836" y="50269"/>
                </a:lnTo>
                <a:lnTo>
                  <a:pt x="3836" y="50343"/>
                </a:lnTo>
                <a:lnTo>
                  <a:pt x="3836" y="50399"/>
                </a:lnTo>
                <a:lnTo>
                  <a:pt x="3873" y="50455"/>
                </a:lnTo>
                <a:lnTo>
                  <a:pt x="3911" y="50511"/>
                </a:lnTo>
                <a:lnTo>
                  <a:pt x="3948" y="50567"/>
                </a:lnTo>
                <a:lnTo>
                  <a:pt x="4004" y="50585"/>
                </a:lnTo>
                <a:lnTo>
                  <a:pt x="4078" y="50623"/>
                </a:lnTo>
                <a:lnTo>
                  <a:pt x="4209" y="50623"/>
                </a:lnTo>
                <a:lnTo>
                  <a:pt x="4264" y="50604"/>
                </a:lnTo>
                <a:lnTo>
                  <a:pt x="4357" y="50548"/>
                </a:lnTo>
                <a:lnTo>
                  <a:pt x="4413" y="50455"/>
                </a:lnTo>
                <a:lnTo>
                  <a:pt x="4451" y="50343"/>
                </a:lnTo>
                <a:lnTo>
                  <a:pt x="4469" y="50269"/>
                </a:lnTo>
                <a:lnTo>
                  <a:pt x="4451" y="50213"/>
                </a:lnTo>
                <a:lnTo>
                  <a:pt x="4413" y="50157"/>
                </a:lnTo>
                <a:lnTo>
                  <a:pt x="4376" y="50101"/>
                </a:lnTo>
                <a:lnTo>
                  <a:pt x="4339" y="50045"/>
                </a:lnTo>
                <a:lnTo>
                  <a:pt x="4283" y="50008"/>
                </a:lnTo>
                <a:lnTo>
                  <a:pt x="4209" y="49990"/>
                </a:lnTo>
                <a:close/>
                <a:moveTo>
                  <a:pt x="11134" y="49990"/>
                </a:moveTo>
                <a:lnTo>
                  <a:pt x="11060" y="50008"/>
                </a:lnTo>
                <a:lnTo>
                  <a:pt x="10948" y="50064"/>
                </a:lnTo>
                <a:lnTo>
                  <a:pt x="10837" y="50120"/>
                </a:lnTo>
                <a:lnTo>
                  <a:pt x="10781" y="50176"/>
                </a:lnTo>
                <a:lnTo>
                  <a:pt x="10762" y="50232"/>
                </a:lnTo>
                <a:lnTo>
                  <a:pt x="10743" y="50287"/>
                </a:lnTo>
                <a:lnTo>
                  <a:pt x="10762" y="50362"/>
                </a:lnTo>
                <a:lnTo>
                  <a:pt x="10781" y="50418"/>
                </a:lnTo>
                <a:lnTo>
                  <a:pt x="10818" y="50474"/>
                </a:lnTo>
                <a:lnTo>
                  <a:pt x="10874" y="50529"/>
                </a:lnTo>
                <a:lnTo>
                  <a:pt x="10930" y="50567"/>
                </a:lnTo>
                <a:lnTo>
                  <a:pt x="11079" y="50604"/>
                </a:lnTo>
                <a:lnTo>
                  <a:pt x="11153" y="50623"/>
                </a:lnTo>
                <a:lnTo>
                  <a:pt x="11209" y="50623"/>
                </a:lnTo>
                <a:lnTo>
                  <a:pt x="11265" y="50604"/>
                </a:lnTo>
                <a:lnTo>
                  <a:pt x="11321" y="50567"/>
                </a:lnTo>
                <a:lnTo>
                  <a:pt x="11376" y="50529"/>
                </a:lnTo>
                <a:lnTo>
                  <a:pt x="11414" y="50474"/>
                </a:lnTo>
                <a:lnTo>
                  <a:pt x="11432" y="50418"/>
                </a:lnTo>
                <a:lnTo>
                  <a:pt x="11451" y="50362"/>
                </a:lnTo>
                <a:lnTo>
                  <a:pt x="11470" y="50306"/>
                </a:lnTo>
                <a:lnTo>
                  <a:pt x="11451" y="50250"/>
                </a:lnTo>
                <a:lnTo>
                  <a:pt x="11432" y="50176"/>
                </a:lnTo>
                <a:lnTo>
                  <a:pt x="11414" y="50120"/>
                </a:lnTo>
                <a:lnTo>
                  <a:pt x="11358" y="50083"/>
                </a:lnTo>
                <a:lnTo>
                  <a:pt x="11321" y="50045"/>
                </a:lnTo>
                <a:lnTo>
                  <a:pt x="11265" y="50008"/>
                </a:lnTo>
                <a:lnTo>
                  <a:pt x="11190" y="49990"/>
                </a:lnTo>
                <a:close/>
                <a:moveTo>
                  <a:pt x="26904" y="49896"/>
                </a:moveTo>
                <a:lnTo>
                  <a:pt x="26829" y="49952"/>
                </a:lnTo>
                <a:lnTo>
                  <a:pt x="26744" y="50004"/>
                </a:lnTo>
                <a:lnTo>
                  <a:pt x="26681" y="50083"/>
                </a:lnTo>
                <a:lnTo>
                  <a:pt x="26643" y="50138"/>
                </a:lnTo>
                <a:lnTo>
                  <a:pt x="26643" y="50176"/>
                </a:lnTo>
                <a:lnTo>
                  <a:pt x="26625" y="50287"/>
                </a:lnTo>
                <a:lnTo>
                  <a:pt x="26643" y="50381"/>
                </a:lnTo>
                <a:lnTo>
                  <a:pt x="26681" y="50474"/>
                </a:lnTo>
                <a:lnTo>
                  <a:pt x="26755" y="50548"/>
                </a:lnTo>
                <a:lnTo>
                  <a:pt x="26848" y="50604"/>
                </a:lnTo>
                <a:lnTo>
                  <a:pt x="26960" y="50623"/>
                </a:lnTo>
                <a:lnTo>
                  <a:pt x="27071" y="50604"/>
                </a:lnTo>
                <a:lnTo>
                  <a:pt x="27165" y="50567"/>
                </a:lnTo>
                <a:lnTo>
                  <a:pt x="27258" y="50511"/>
                </a:lnTo>
                <a:lnTo>
                  <a:pt x="27314" y="50418"/>
                </a:lnTo>
                <a:lnTo>
                  <a:pt x="27332" y="50306"/>
                </a:lnTo>
                <a:lnTo>
                  <a:pt x="27332" y="50213"/>
                </a:lnTo>
                <a:lnTo>
                  <a:pt x="27314" y="50101"/>
                </a:lnTo>
                <a:lnTo>
                  <a:pt x="27258" y="50027"/>
                </a:lnTo>
                <a:lnTo>
                  <a:pt x="27183" y="49952"/>
                </a:lnTo>
                <a:lnTo>
                  <a:pt x="27090" y="49896"/>
                </a:lnTo>
                <a:close/>
                <a:moveTo>
                  <a:pt x="43753" y="49915"/>
                </a:moveTo>
                <a:lnTo>
                  <a:pt x="43679" y="49934"/>
                </a:lnTo>
                <a:lnTo>
                  <a:pt x="43623" y="49971"/>
                </a:lnTo>
                <a:lnTo>
                  <a:pt x="43586" y="50008"/>
                </a:lnTo>
                <a:lnTo>
                  <a:pt x="43511" y="50101"/>
                </a:lnTo>
                <a:lnTo>
                  <a:pt x="43474" y="50157"/>
                </a:lnTo>
                <a:lnTo>
                  <a:pt x="43455" y="50232"/>
                </a:lnTo>
                <a:lnTo>
                  <a:pt x="43455" y="50306"/>
                </a:lnTo>
                <a:lnTo>
                  <a:pt x="43474" y="50381"/>
                </a:lnTo>
                <a:lnTo>
                  <a:pt x="43511" y="50436"/>
                </a:lnTo>
                <a:lnTo>
                  <a:pt x="43548" y="50511"/>
                </a:lnTo>
                <a:lnTo>
                  <a:pt x="43604" y="50548"/>
                </a:lnTo>
                <a:lnTo>
                  <a:pt x="43660" y="50585"/>
                </a:lnTo>
                <a:lnTo>
                  <a:pt x="43735" y="50623"/>
                </a:lnTo>
                <a:lnTo>
                  <a:pt x="43884" y="50623"/>
                </a:lnTo>
                <a:lnTo>
                  <a:pt x="43939" y="50604"/>
                </a:lnTo>
                <a:lnTo>
                  <a:pt x="43995" y="50567"/>
                </a:lnTo>
                <a:lnTo>
                  <a:pt x="44051" y="50529"/>
                </a:lnTo>
                <a:lnTo>
                  <a:pt x="44126" y="50436"/>
                </a:lnTo>
                <a:lnTo>
                  <a:pt x="44144" y="50362"/>
                </a:lnTo>
                <a:lnTo>
                  <a:pt x="44163" y="50306"/>
                </a:lnTo>
                <a:lnTo>
                  <a:pt x="44163" y="50232"/>
                </a:lnTo>
                <a:lnTo>
                  <a:pt x="44163" y="50157"/>
                </a:lnTo>
                <a:lnTo>
                  <a:pt x="44126" y="50083"/>
                </a:lnTo>
                <a:lnTo>
                  <a:pt x="44088" y="50027"/>
                </a:lnTo>
                <a:lnTo>
                  <a:pt x="44033" y="49990"/>
                </a:lnTo>
                <a:lnTo>
                  <a:pt x="43958" y="49934"/>
                </a:lnTo>
                <a:lnTo>
                  <a:pt x="43884" y="49915"/>
                </a:lnTo>
                <a:close/>
                <a:moveTo>
                  <a:pt x="14318" y="50306"/>
                </a:moveTo>
                <a:lnTo>
                  <a:pt x="14262" y="50325"/>
                </a:lnTo>
                <a:lnTo>
                  <a:pt x="14225" y="50381"/>
                </a:lnTo>
                <a:lnTo>
                  <a:pt x="14188" y="50455"/>
                </a:lnTo>
                <a:lnTo>
                  <a:pt x="14188" y="50511"/>
                </a:lnTo>
                <a:lnTo>
                  <a:pt x="14225" y="50567"/>
                </a:lnTo>
                <a:lnTo>
                  <a:pt x="14281" y="50623"/>
                </a:lnTo>
                <a:lnTo>
                  <a:pt x="14337" y="50641"/>
                </a:lnTo>
                <a:lnTo>
                  <a:pt x="14393" y="50641"/>
                </a:lnTo>
                <a:lnTo>
                  <a:pt x="14448" y="50604"/>
                </a:lnTo>
                <a:lnTo>
                  <a:pt x="14486" y="50567"/>
                </a:lnTo>
                <a:lnTo>
                  <a:pt x="14523" y="50492"/>
                </a:lnTo>
                <a:lnTo>
                  <a:pt x="14504" y="50436"/>
                </a:lnTo>
                <a:lnTo>
                  <a:pt x="14486" y="50381"/>
                </a:lnTo>
                <a:lnTo>
                  <a:pt x="14448" y="50343"/>
                </a:lnTo>
                <a:lnTo>
                  <a:pt x="14374" y="50306"/>
                </a:lnTo>
                <a:close/>
                <a:moveTo>
                  <a:pt x="19643" y="49971"/>
                </a:moveTo>
                <a:lnTo>
                  <a:pt x="19531" y="50027"/>
                </a:lnTo>
                <a:lnTo>
                  <a:pt x="19475" y="50064"/>
                </a:lnTo>
                <a:lnTo>
                  <a:pt x="19438" y="50101"/>
                </a:lnTo>
                <a:lnTo>
                  <a:pt x="19401" y="50176"/>
                </a:lnTo>
                <a:lnTo>
                  <a:pt x="19382" y="50250"/>
                </a:lnTo>
                <a:lnTo>
                  <a:pt x="19382" y="50306"/>
                </a:lnTo>
                <a:lnTo>
                  <a:pt x="19382" y="50381"/>
                </a:lnTo>
                <a:lnTo>
                  <a:pt x="19401" y="50455"/>
                </a:lnTo>
                <a:lnTo>
                  <a:pt x="19438" y="50511"/>
                </a:lnTo>
                <a:lnTo>
                  <a:pt x="19494" y="50567"/>
                </a:lnTo>
                <a:lnTo>
                  <a:pt x="19550" y="50604"/>
                </a:lnTo>
                <a:lnTo>
                  <a:pt x="19624" y="50641"/>
                </a:lnTo>
                <a:lnTo>
                  <a:pt x="19755" y="50641"/>
                </a:lnTo>
                <a:lnTo>
                  <a:pt x="19829" y="50623"/>
                </a:lnTo>
                <a:lnTo>
                  <a:pt x="19885" y="50604"/>
                </a:lnTo>
                <a:lnTo>
                  <a:pt x="19941" y="50548"/>
                </a:lnTo>
                <a:lnTo>
                  <a:pt x="19997" y="50511"/>
                </a:lnTo>
                <a:lnTo>
                  <a:pt x="20034" y="50436"/>
                </a:lnTo>
                <a:lnTo>
                  <a:pt x="20052" y="50381"/>
                </a:lnTo>
                <a:lnTo>
                  <a:pt x="20052" y="50325"/>
                </a:lnTo>
                <a:lnTo>
                  <a:pt x="20034" y="50194"/>
                </a:lnTo>
                <a:lnTo>
                  <a:pt x="19978" y="50083"/>
                </a:lnTo>
                <a:lnTo>
                  <a:pt x="19941" y="50045"/>
                </a:lnTo>
                <a:lnTo>
                  <a:pt x="19885" y="50008"/>
                </a:lnTo>
                <a:lnTo>
                  <a:pt x="19829" y="49990"/>
                </a:lnTo>
                <a:lnTo>
                  <a:pt x="19773" y="49971"/>
                </a:lnTo>
                <a:close/>
                <a:moveTo>
                  <a:pt x="41110" y="49971"/>
                </a:moveTo>
                <a:lnTo>
                  <a:pt x="41035" y="49990"/>
                </a:lnTo>
                <a:lnTo>
                  <a:pt x="40979" y="50027"/>
                </a:lnTo>
                <a:lnTo>
                  <a:pt x="40923" y="50064"/>
                </a:lnTo>
                <a:lnTo>
                  <a:pt x="40886" y="50120"/>
                </a:lnTo>
                <a:lnTo>
                  <a:pt x="40867" y="50176"/>
                </a:lnTo>
                <a:lnTo>
                  <a:pt x="40830" y="50232"/>
                </a:lnTo>
                <a:lnTo>
                  <a:pt x="40830" y="50306"/>
                </a:lnTo>
                <a:lnTo>
                  <a:pt x="40830" y="50381"/>
                </a:lnTo>
                <a:lnTo>
                  <a:pt x="40849" y="50436"/>
                </a:lnTo>
                <a:lnTo>
                  <a:pt x="40886" y="50492"/>
                </a:lnTo>
                <a:lnTo>
                  <a:pt x="40923" y="50548"/>
                </a:lnTo>
                <a:lnTo>
                  <a:pt x="40979" y="50585"/>
                </a:lnTo>
                <a:lnTo>
                  <a:pt x="41035" y="50623"/>
                </a:lnTo>
                <a:lnTo>
                  <a:pt x="41110" y="50641"/>
                </a:lnTo>
                <a:lnTo>
                  <a:pt x="41240" y="50641"/>
                </a:lnTo>
                <a:lnTo>
                  <a:pt x="41296" y="50623"/>
                </a:lnTo>
                <a:lnTo>
                  <a:pt x="41370" y="50585"/>
                </a:lnTo>
                <a:lnTo>
                  <a:pt x="41407" y="50548"/>
                </a:lnTo>
                <a:lnTo>
                  <a:pt x="41445" y="50492"/>
                </a:lnTo>
                <a:lnTo>
                  <a:pt x="41482" y="50436"/>
                </a:lnTo>
                <a:lnTo>
                  <a:pt x="41500" y="50381"/>
                </a:lnTo>
                <a:lnTo>
                  <a:pt x="41519" y="50306"/>
                </a:lnTo>
                <a:lnTo>
                  <a:pt x="41500" y="50232"/>
                </a:lnTo>
                <a:lnTo>
                  <a:pt x="41482" y="50176"/>
                </a:lnTo>
                <a:lnTo>
                  <a:pt x="41463" y="50120"/>
                </a:lnTo>
                <a:lnTo>
                  <a:pt x="41407" y="50064"/>
                </a:lnTo>
                <a:lnTo>
                  <a:pt x="41352" y="50027"/>
                </a:lnTo>
                <a:lnTo>
                  <a:pt x="41296" y="49990"/>
                </a:lnTo>
                <a:lnTo>
                  <a:pt x="41240" y="49971"/>
                </a:lnTo>
                <a:close/>
                <a:moveTo>
                  <a:pt x="18209" y="49952"/>
                </a:moveTo>
                <a:lnTo>
                  <a:pt x="18135" y="49971"/>
                </a:lnTo>
                <a:lnTo>
                  <a:pt x="18079" y="49990"/>
                </a:lnTo>
                <a:lnTo>
                  <a:pt x="17930" y="50083"/>
                </a:lnTo>
                <a:lnTo>
                  <a:pt x="17874" y="50138"/>
                </a:lnTo>
                <a:lnTo>
                  <a:pt x="17837" y="50213"/>
                </a:lnTo>
                <a:lnTo>
                  <a:pt x="17818" y="50287"/>
                </a:lnTo>
                <a:lnTo>
                  <a:pt x="17818" y="50362"/>
                </a:lnTo>
                <a:lnTo>
                  <a:pt x="17856" y="50436"/>
                </a:lnTo>
                <a:lnTo>
                  <a:pt x="17893" y="50492"/>
                </a:lnTo>
                <a:lnTo>
                  <a:pt x="18004" y="50585"/>
                </a:lnTo>
                <a:lnTo>
                  <a:pt x="18135" y="50641"/>
                </a:lnTo>
                <a:lnTo>
                  <a:pt x="18209" y="50660"/>
                </a:lnTo>
                <a:lnTo>
                  <a:pt x="18284" y="50660"/>
                </a:lnTo>
                <a:lnTo>
                  <a:pt x="18358" y="50641"/>
                </a:lnTo>
                <a:lnTo>
                  <a:pt x="18414" y="50623"/>
                </a:lnTo>
                <a:lnTo>
                  <a:pt x="18489" y="50567"/>
                </a:lnTo>
                <a:lnTo>
                  <a:pt x="18526" y="50529"/>
                </a:lnTo>
                <a:lnTo>
                  <a:pt x="18582" y="50474"/>
                </a:lnTo>
                <a:lnTo>
                  <a:pt x="18600" y="50399"/>
                </a:lnTo>
                <a:lnTo>
                  <a:pt x="18619" y="50325"/>
                </a:lnTo>
                <a:lnTo>
                  <a:pt x="18619" y="50269"/>
                </a:lnTo>
                <a:lnTo>
                  <a:pt x="18600" y="50194"/>
                </a:lnTo>
                <a:lnTo>
                  <a:pt x="18563" y="50120"/>
                </a:lnTo>
                <a:lnTo>
                  <a:pt x="18507" y="50064"/>
                </a:lnTo>
                <a:lnTo>
                  <a:pt x="18470" y="50027"/>
                </a:lnTo>
                <a:lnTo>
                  <a:pt x="18395" y="49990"/>
                </a:lnTo>
                <a:lnTo>
                  <a:pt x="18340" y="49971"/>
                </a:lnTo>
                <a:lnTo>
                  <a:pt x="18265" y="49952"/>
                </a:lnTo>
                <a:close/>
                <a:moveTo>
                  <a:pt x="65220" y="50120"/>
                </a:moveTo>
                <a:lnTo>
                  <a:pt x="65164" y="50138"/>
                </a:lnTo>
                <a:lnTo>
                  <a:pt x="65108" y="50157"/>
                </a:lnTo>
                <a:lnTo>
                  <a:pt x="65034" y="50213"/>
                </a:lnTo>
                <a:lnTo>
                  <a:pt x="64978" y="50306"/>
                </a:lnTo>
                <a:lnTo>
                  <a:pt x="64959" y="50362"/>
                </a:lnTo>
                <a:lnTo>
                  <a:pt x="64959" y="50418"/>
                </a:lnTo>
                <a:lnTo>
                  <a:pt x="64959" y="50474"/>
                </a:lnTo>
                <a:lnTo>
                  <a:pt x="64996" y="50511"/>
                </a:lnTo>
                <a:lnTo>
                  <a:pt x="65052" y="50604"/>
                </a:lnTo>
                <a:lnTo>
                  <a:pt x="65164" y="50641"/>
                </a:lnTo>
                <a:lnTo>
                  <a:pt x="65220" y="50660"/>
                </a:lnTo>
                <a:lnTo>
                  <a:pt x="65276" y="50660"/>
                </a:lnTo>
                <a:lnTo>
                  <a:pt x="65369" y="50623"/>
                </a:lnTo>
                <a:lnTo>
                  <a:pt x="65425" y="50548"/>
                </a:lnTo>
                <a:lnTo>
                  <a:pt x="65481" y="50455"/>
                </a:lnTo>
                <a:lnTo>
                  <a:pt x="65481" y="50362"/>
                </a:lnTo>
                <a:lnTo>
                  <a:pt x="65462" y="50269"/>
                </a:lnTo>
                <a:lnTo>
                  <a:pt x="65406" y="50194"/>
                </a:lnTo>
                <a:lnTo>
                  <a:pt x="65313" y="50138"/>
                </a:lnTo>
                <a:lnTo>
                  <a:pt x="65220" y="50120"/>
                </a:lnTo>
                <a:close/>
                <a:moveTo>
                  <a:pt x="61794" y="50101"/>
                </a:moveTo>
                <a:lnTo>
                  <a:pt x="61738" y="50120"/>
                </a:lnTo>
                <a:lnTo>
                  <a:pt x="61645" y="50176"/>
                </a:lnTo>
                <a:lnTo>
                  <a:pt x="61589" y="50269"/>
                </a:lnTo>
                <a:lnTo>
                  <a:pt x="61552" y="50381"/>
                </a:lnTo>
                <a:lnTo>
                  <a:pt x="61552" y="50436"/>
                </a:lnTo>
                <a:lnTo>
                  <a:pt x="61571" y="50492"/>
                </a:lnTo>
                <a:lnTo>
                  <a:pt x="61608" y="50548"/>
                </a:lnTo>
                <a:lnTo>
                  <a:pt x="61645" y="50585"/>
                </a:lnTo>
                <a:lnTo>
                  <a:pt x="61738" y="50660"/>
                </a:lnTo>
                <a:lnTo>
                  <a:pt x="61794" y="50678"/>
                </a:lnTo>
                <a:lnTo>
                  <a:pt x="61906" y="50678"/>
                </a:lnTo>
                <a:lnTo>
                  <a:pt x="61962" y="50660"/>
                </a:lnTo>
                <a:lnTo>
                  <a:pt x="62036" y="50604"/>
                </a:lnTo>
                <a:lnTo>
                  <a:pt x="62111" y="50511"/>
                </a:lnTo>
                <a:lnTo>
                  <a:pt x="62148" y="50418"/>
                </a:lnTo>
                <a:lnTo>
                  <a:pt x="62129" y="50343"/>
                </a:lnTo>
                <a:lnTo>
                  <a:pt x="62129" y="50287"/>
                </a:lnTo>
                <a:lnTo>
                  <a:pt x="62092" y="50232"/>
                </a:lnTo>
                <a:lnTo>
                  <a:pt x="62055" y="50194"/>
                </a:lnTo>
                <a:lnTo>
                  <a:pt x="62018" y="50157"/>
                </a:lnTo>
                <a:lnTo>
                  <a:pt x="61962" y="50120"/>
                </a:lnTo>
                <a:lnTo>
                  <a:pt x="61906" y="50101"/>
                </a:lnTo>
                <a:close/>
                <a:moveTo>
                  <a:pt x="63470" y="50045"/>
                </a:moveTo>
                <a:lnTo>
                  <a:pt x="63395" y="50064"/>
                </a:lnTo>
                <a:lnTo>
                  <a:pt x="63358" y="50101"/>
                </a:lnTo>
                <a:lnTo>
                  <a:pt x="63302" y="50138"/>
                </a:lnTo>
                <a:lnTo>
                  <a:pt x="63265" y="50194"/>
                </a:lnTo>
                <a:lnTo>
                  <a:pt x="63228" y="50306"/>
                </a:lnTo>
                <a:lnTo>
                  <a:pt x="63228" y="50362"/>
                </a:lnTo>
                <a:lnTo>
                  <a:pt x="63228" y="50436"/>
                </a:lnTo>
                <a:lnTo>
                  <a:pt x="63246" y="50492"/>
                </a:lnTo>
                <a:lnTo>
                  <a:pt x="63284" y="50548"/>
                </a:lnTo>
                <a:lnTo>
                  <a:pt x="63321" y="50585"/>
                </a:lnTo>
                <a:lnTo>
                  <a:pt x="63377" y="50641"/>
                </a:lnTo>
                <a:lnTo>
                  <a:pt x="63433" y="50660"/>
                </a:lnTo>
                <a:lnTo>
                  <a:pt x="63488" y="50678"/>
                </a:lnTo>
                <a:lnTo>
                  <a:pt x="63619" y="50678"/>
                </a:lnTo>
                <a:lnTo>
                  <a:pt x="63675" y="50660"/>
                </a:lnTo>
                <a:lnTo>
                  <a:pt x="63730" y="50623"/>
                </a:lnTo>
                <a:lnTo>
                  <a:pt x="63786" y="50585"/>
                </a:lnTo>
                <a:lnTo>
                  <a:pt x="63824" y="50529"/>
                </a:lnTo>
                <a:lnTo>
                  <a:pt x="63842" y="50474"/>
                </a:lnTo>
                <a:lnTo>
                  <a:pt x="63861" y="50418"/>
                </a:lnTo>
                <a:lnTo>
                  <a:pt x="63879" y="50362"/>
                </a:lnTo>
                <a:lnTo>
                  <a:pt x="63861" y="50287"/>
                </a:lnTo>
                <a:lnTo>
                  <a:pt x="63842" y="50232"/>
                </a:lnTo>
                <a:lnTo>
                  <a:pt x="63805" y="50176"/>
                </a:lnTo>
                <a:lnTo>
                  <a:pt x="63768" y="50120"/>
                </a:lnTo>
                <a:lnTo>
                  <a:pt x="63712" y="50083"/>
                </a:lnTo>
                <a:lnTo>
                  <a:pt x="63656" y="50064"/>
                </a:lnTo>
                <a:lnTo>
                  <a:pt x="63600" y="50045"/>
                </a:lnTo>
                <a:close/>
                <a:moveTo>
                  <a:pt x="79053" y="50101"/>
                </a:moveTo>
                <a:lnTo>
                  <a:pt x="78941" y="50120"/>
                </a:lnTo>
                <a:lnTo>
                  <a:pt x="78886" y="50157"/>
                </a:lnTo>
                <a:lnTo>
                  <a:pt x="78848" y="50194"/>
                </a:lnTo>
                <a:lnTo>
                  <a:pt x="78811" y="50232"/>
                </a:lnTo>
                <a:lnTo>
                  <a:pt x="78774" y="50287"/>
                </a:lnTo>
                <a:lnTo>
                  <a:pt x="78755" y="50399"/>
                </a:lnTo>
                <a:lnTo>
                  <a:pt x="78774" y="50492"/>
                </a:lnTo>
                <a:lnTo>
                  <a:pt x="78830" y="50585"/>
                </a:lnTo>
                <a:lnTo>
                  <a:pt x="78923" y="50641"/>
                </a:lnTo>
                <a:lnTo>
                  <a:pt x="78979" y="50660"/>
                </a:lnTo>
                <a:lnTo>
                  <a:pt x="79035" y="50678"/>
                </a:lnTo>
                <a:lnTo>
                  <a:pt x="79146" y="50678"/>
                </a:lnTo>
                <a:lnTo>
                  <a:pt x="79202" y="50641"/>
                </a:lnTo>
                <a:lnTo>
                  <a:pt x="79258" y="50623"/>
                </a:lnTo>
                <a:lnTo>
                  <a:pt x="79295" y="50567"/>
                </a:lnTo>
                <a:lnTo>
                  <a:pt x="79332" y="50511"/>
                </a:lnTo>
                <a:lnTo>
                  <a:pt x="79351" y="50455"/>
                </a:lnTo>
                <a:lnTo>
                  <a:pt x="79351" y="50399"/>
                </a:lnTo>
                <a:lnTo>
                  <a:pt x="79351" y="50343"/>
                </a:lnTo>
                <a:lnTo>
                  <a:pt x="79332" y="50287"/>
                </a:lnTo>
                <a:lnTo>
                  <a:pt x="79314" y="50232"/>
                </a:lnTo>
                <a:lnTo>
                  <a:pt x="79277" y="50194"/>
                </a:lnTo>
                <a:lnTo>
                  <a:pt x="79239" y="50157"/>
                </a:lnTo>
                <a:lnTo>
                  <a:pt x="79183" y="50120"/>
                </a:lnTo>
                <a:lnTo>
                  <a:pt x="79128" y="50101"/>
                </a:lnTo>
                <a:close/>
                <a:moveTo>
                  <a:pt x="690" y="50083"/>
                </a:moveTo>
                <a:lnTo>
                  <a:pt x="634" y="50101"/>
                </a:lnTo>
                <a:lnTo>
                  <a:pt x="578" y="50120"/>
                </a:lnTo>
                <a:lnTo>
                  <a:pt x="485" y="50176"/>
                </a:lnTo>
                <a:lnTo>
                  <a:pt x="410" y="50269"/>
                </a:lnTo>
                <a:lnTo>
                  <a:pt x="392" y="50381"/>
                </a:lnTo>
                <a:lnTo>
                  <a:pt x="392" y="50436"/>
                </a:lnTo>
                <a:lnTo>
                  <a:pt x="410" y="50492"/>
                </a:lnTo>
                <a:lnTo>
                  <a:pt x="429" y="50548"/>
                </a:lnTo>
                <a:lnTo>
                  <a:pt x="466" y="50604"/>
                </a:lnTo>
                <a:lnTo>
                  <a:pt x="522" y="50641"/>
                </a:lnTo>
                <a:lnTo>
                  <a:pt x="559" y="50660"/>
                </a:lnTo>
                <a:lnTo>
                  <a:pt x="615" y="50678"/>
                </a:lnTo>
                <a:lnTo>
                  <a:pt x="690" y="50697"/>
                </a:lnTo>
                <a:lnTo>
                  <a:pt x="746" y="50678"/>
                </a:lnTo>
                <a:lnTo>
                  <a:pt x="801" y="50660"/>
                </a:lnTo>
                <a:lnTo>
                  <a:pt x="894" y="50604"/>
                </a:lnTo>
                <a:lnTo>
                  <a:pt x="950" y="50511"/>
                </a:lnTo>
                <a:lnTo>
                  <a:pt x="988" y="50418"/>
                </a:lnTo>
                <a:lnTo>
                  <a:pt x="988" y="50343"/>
                </a:lnTo>
                <a:lnTo>
                  <a:pt x="969" y="50287"/>
                </a:lnTo>
                <a:lnTo>
                  <a:pt x="932" y="50232"/>
                </a:lnTo>
                <a:lnTo>
                  <a:pt x="894" y="50194"/>
                </a:lnTo>
                <a:lnTo>
                  <a:pt x="857" y="50157"/>
                </a:lnTo>
                <a:lnTo>
                  <a:pt x="801" y="50120"/>
                </a:lnTo>
                <a:lnTo>
                  <a:pt x="746" y="50101"/>
                </a:lnTo>
                <a:lnTo>
                  <a:pt x="690" y="50083"/>
                </a:lnTo>
                <a:close/>
                <a:moveTo>
                  <a:pt x="33662" y="50083"/>
                </a:moveTo>
                <a:lnTo>
                  <a:pt x="33606" y="50101"/>
                </a:lnTo>
                <a:lnTo>
                  <a:pt x="33551" y="50120"/>
                </a:lnTo>
                <a:lnTo>
                  <a:pt x="33495" y="50157"/>
                </a:lnTo>
                <a:lnTo>
                  <a:pt x="33457" y="50213"/>
                </a:lnTo>
                <a:lnTo>
                  <a:pt x="33439" y="50269"/>
                </a:lnTo>
                <a:lnTo>
                  <a:pt x="33420" y="50381"/>
                </a:lnTo>
                <a:lnTo>
                  <a:pt x="33439" y="50492"/>
                </a:lnTo>
                <a:lnTo>
                  <a:pt x="33457" y="50548"/>
                </a:lnTo>
                <a:lnTo>
                  <a:pt x="33495" y="50604"/>
                </a:lnTo>
                <a:lnTo>
                  <a:pt x="33551" y="50641"/>
                </a:lnTo>
                <a:lnTo>
                  <a:pt x="33606" y="50678"/>
                </a:lnTo>
                <a:lnTo>
                  <a:pt x="33662" y="50697"/>
                </a:lnTo>
                <a:lnTo>
                  <a:pt x="33793" y="50697"/>
                </a:lnTo>
                <a:lnTo>
                  <a:pt x="33848" y="50678"/>
                </a:lnTo>
                <a:lnTo>
                  <a:pt x="33904" y="50641"/>
                </a:lnTo>
                <a:lnTo>
                  <a:pt x="33942" y="50604"/>
                </a:lnTo>
                <a:lnTo>
                  <a:pt x="33979" y="50567"/>
                </a:lnTo>
                <a:lnTo>
                  <a:pt x="34016" y="50511"/>
                </a:lnTo>
                <a:lnTo>
                  <a:pt x="34035" y="50455"/>
                </a:lnTo>
                <a:lnTo>
                  <a:pt x="34035" y="50399"/>
                </a:lnTo>
                <a:lnTo>
                  <a:pt x="34035" y="50325"/>
                </a:lnTo>
                <a:lnTo>
                  <a:pt x="34016" y="50269"/>
                </a:lnTo>
                <a:lnTo>
                  <a:pt x="33979" y="50213"/>
                </a:lnTo>
                <a:lnTo>
                  <a:pt x="33942" y="50176"/>
                </a:lnTo>
                <a:lnTo>
                  <a:pt x="33904" y="50138"/>
                </a:lnTo>
                <a:lnTo>
                  <a:pt x="33848" y="50101"/>
                </a:lnTo>
                <a:lnTo>
                  <a:pt x="33793" y="50083"/>
                </a:lnTo>
                <a:close/>
                <a:moveTo>
                  <a:pt x="57903" y="50101"/>
                </a:moveTo>
                <a:lnTo>
                  <a:pt x="57791" y="50138"/>
                </a:lnTo>
                <a:lnTo>
                  <a:pt x="57717" y="50213"/>
                </a:lnTo>
                <a:lnTo>
                  <a:pt x="57680" y="50269"/>
                </a:lnTo>
                <a:lnTo>
                  <a:pt x="57661" y="50325"/>
                </a:lnTo>
                <a:lnTo>
                  <a:pt x="57661" y="50399"/>
                </a:lnTo>
                <a:lnTo>
                  <a:pt x="57661" y="50455"/>
                </a:lnTo>
                <a:lnTo>
                  <a:pt x="57680" y="50511"/>
                </a:lnTo>
                <a:lnTo>
                  <a:pt x="57717" y="50567"/>
                </a:lnTo>
                <a:lnTo>
                  <a:pt x="57754" y="50623"/>
                </a:lnTo>
                <a:lnTo>
                  <a:pt x="57810" y="50660"/>
                </a:lnTo>
                <a:lnTo>
                  <a:pt x="57866" y="50678"/>
                </a:lnTo>
                <a:lnTo>
                  <a:pt x="57922" y="50697"/>
                </a:lnTo>
                <a:lnTo>
                  <a:pt x="57996" y="50697"/>
                </a:lnTo>
                <a:lnTo>
                  <a:pt x="58052" y="50678"/>
                </a:lnTo>
                <a:lnTo>
                  <a:pt x="58108" y="50641"/>
                </a:lnTo>
                <a:lnTo>
                  <a:pt x="58164" y="50623"/>
                </a:lnTo>
                <a:lnTo>
                  <a:pt x="58201" y="50567"/>
                </a:lnTo>
                <a:lnTo>
                  <a:pt x="58238" y="50511"/>
                </a:lnTo>
                <a:lnTo>
                  <a:pt x="58257" y="50399"/>
                </a:lnTo>
                <a:lnTo>
                  <a:pt x="58238" y="50306"/>
                </a:lnTo>
                <a:lnTo>
                  <a:pt x="58182" y="50194"/>
                </a:lnTo>
                <a:lnTo>
                  <a:pt x="58108" y="50138"/>
                </a:lnTo>
                <a:lnTo>
                  <a:pt x="57996" y="50101"/>
                </a:lnTo>
                <a:close/>
                <a:moveTo>
                  <a:pt x="21654" y="50008"/>
                </a:moveTo>
                <a:lnTo>
                  <a:pt x="21579" y="50027"/>
                </a:lnTo>
                <a:lnTo>
                  <a:pt x="21523" y="50064"/>
                </a:lnTo>
                <a:lnTo>
                  <a:pt x="21467" y="50120"/>
                </a:lnTo>
                <a:lnTo>
                  <a:pt x="21430" y="50213"/>
                </a:lnTo>
                <a:lnTo>
                  <a:pt x="21430" y="50287"/>
                </a:lnTo>
                <a:lnTo>
                  <a:pt x="21430" y="50362"/>
                </a:lnTo>
                <a:lnTo>
                  <a:pt x="21449" y="50436"/>
                </a:lnTo>
                <a:lnTo>
                  <a:pt x="21486" y="50511"/>
                </a:lnTo>
                <a:lnTo>
                  <a:pt x="21523" y="50567"/>
                </a:lnTo>
                <a:lnTo>
                  <a:pt x="21561" y="50623"/>
                </a:lnTo>
                <a:lnTo>
                  <a:pt x="21616" y="50660"/>
                </a:lnTo>
                <a:lnTo>
                  <a:pt x="21691" y="50697"/>
                </a:lnTo>
                <a:lnTo>
                  <a:pt x="21747" y="50716"/>
                </a:lnTo>
                <a:lnTo>
                  <a:pt x="21821" y="50716"/>
                </a:lnTo>
                <a:lnTo>
                  <a:pt x="21933" y="50697"/>
                </a:lnTo>
                <a:lnTo>
                  <a:pt x="21989" y="50660"/>
                </a:lnTo>
                <a:lnTo>
                  <a:pt x="22045" y="50623"/>
                </a:lnTo>
                <a:lnTo>
                  <a:pt x="22082" y="50567"/>
                </a:lnTo>
                <a:lnTo>
                  <a:pt x="22119" y="50511"/>
                </a:lnTo>
                <a:lnTo>
                  <a:pt x="22138" y="50455"/>
                </a:lnTo>
                <a:lnTo>
                  <a:pt x="22156" y="50381"/>
                </a:lnTo>
                <a:lnTo>
                  <a:pt x="22138" y="50269"/>
                </a:lnTo>
                <a:lnTo>
                  <a:pt x="22119" y="50194"/>
                </a:lnTo>
                <a:lnTo>
                  <a:pt x="22082" y="50157"/>
                </a:lnTo>
                <a:lnTo>
                  <a:pt x="22026" y="50101"/>
                </a:lnTo>
                <a:lnTo>
                  <a:pt x="21989" y="50064"/>
                </a:lnTo>
                <a:lnTo>
                  <a:pt x="21914" y="50027"/>
                </a:lnTo>
                <a:lnTo>
                  <a:pt x="21821" y="50008"/>
                </a:lnTo>
                <a:close/>
                <a:moveTo>
                  <a:pt x="35505" y="50064"/>
                </a:moveTo>
                <a:lnTo>
                  <a:pt x="35375" y="50101"/>
                </a:lnTo>
                <a:lnTo>
                  <a:pt x="35319" y="50120"/>
                </a:lnTo>
                <a:lnTo>
                  <a:pt x="35282" y="50176"/>
                </a:lnTo>
                <a:lnTo>
                  <a:pt x="35245" y="50213"/>
                </a:lnTo>
                <a:lnTo>
                  <a:pt x="35208" y="50269"/>
                </a:lnTo>
                <a:lnTo>
                  <a:pt x="35189" y="50381"/>
                </a:lnTo>
                <a:lnTo>
                  <a:pt x="35189" y="50474"/>
                </a:lnTo>
                <a:lnTo>
                  <a:pt x="35245" y="50567"/>
                </a:lnTo>
                <a:lnTo>
                  <a:pt x="35319" y="50641"/>
                </a:lnTo>
                <a:lnTo>
                  <a:pt x="35375" y="50678"/>
                </a:lnTo>
                <a:lnTo>
                  <a:pt x="35450" y="50697"/>
                </a:lnTo>
                <a:lnTo>
                  <a:pt x="35524" y="50716"/>
                </a:lnTo>
                <a:lnTo>
                  <a:pt x="35599" y="50716"/>
                </a:lnTo>
                <a:lnTo>
                  <a:pt x="35654" y="50697"/>
                </a:lnTo>
                <a:lnTo>
                  <a:pt x="35729" y="50660"/>
                </a:lnTo>
                <a:lnTo>
                  <a:pt x="35785" y="50623"/>
                </a:lnTo>
                <a:lnTo>
                  <a:pt x="35822" y="50548"/>
                </a:lnTo>
                <a:lnTo>
                  <a:pt x="35859" y="50492"/>
                </a:lnTo>
                <a:lnTo>
                  <a:pt x="35878" y="50418"/>
                </a:lnTo>
                <a:lnTo>
                  <a:pt x="35859" y="50343"/>
                </a:lnTo>
                <a:lnTo>
                  <a:pt x="35841" y="50269"/>
                </a:lnTo>
                <a:lnTo>
                  <a:pt x="35803" y="50213"/>
                </a:lnTo>
                <a:lnTo>
                  <a:pt x="35766" y="50157"/>
                </a:lnTo>
                <a:lnTo>
                  <a:pt x="35710" y="50101"/>
                </a:lnTo>
                <a:lnTo>
                  <a:pt x="35636" y="50083"/>
                </a:lnTo>
                <a:lnTo>
                  <a:pt x="35505" y="50064"/>
                </a:lnTo>
                <a:close/>
                <a:moveTo>
                  <a:pt x="50828" y="49990"/>
                </a:moveTo>
                <a:lnTo>
                  <a:pt x="50754" y="50008"/>
                </a:lnTo>
                <a:lnTo>
                  <a:pt x="50679" y="50008"/>
                </a:lnTo>
                <a:lnTo>
                  <a:pt x="50586" y="50045"/>
                </a:lnTo>
                <a:lnTo>
                  <a:pt x="50530" y="50083"/>
                </a:lnTo>
                <a:lnTo>
                  <a:pt x="50474" y="50138"/>
                </a:lnTo>
                <a:lnTo>
                  <a:pt x="50437" y="50213"/>
                </a:lnTo>
                <a:lnTo>
                  <a:pt x="50419" y="50287"/>
                </a:lnTo>
                <a:lnTo>
                  <a:pt x="50419" y="50362"/>
                </a:lnTo>
                <a:lnTo>
                  <a:pt x="50437" y="50436"/>
                </a:lnTo>
                <a:lnTo>
                  <a:pt x="50474" y="50492"/>
                </a:lnTo>
                <a:lnTo>
                  <a:pt x="50512" y="50548"/>
                </a:lnTo>
                <a:lnTo>
                  <a:pt x="50567" y="50604"/>
                </a:lnTo>
                <a:lnTo>
                  <a:pt x="50623" y="50660"/>
                </a:lnTo>
                <a:lnTo>
                  <a:pt x="50679" y="50697"/>
                </a:lnTo>
                <a:lnTo>
                  <a:pt x="50754" y="50716"/>
                </a:lnTo>
                <a:lnTo>
                  <a:pt x="50884" y="50716"/>
                </a:lnTo>
                <a:lnTo>
                  <a:pt x="50940" y="50697"/>
                </a:lnTo>
                <a:lnTo>
                  <a:pt x="50996" y="50660"/>
                </a:lnTo>
                <a:lnTo>
                  <a:pt x="51052" y="50623"/>
                </a:lnTo>
                <a:lnTo>
                  <a:pt x="51107" y="50585"/>
                </a:lnTo>
                <a:lnTo>
                  <a:pt x="51126" y="50529"/>
                </a:lnTo>
                <a:lnTo>
                  <a:pt x="51163" y="50455"/>
                </a:lnTo>
                <a:lnTo>
                  <a:pt x="51163" y="50381"/>
                </a:lnTo>
                <a:lnTo>
                  <a:pt x="51163" y="50306"/>
                </a:lnTo>
                <a:lnTo>
                  <a:pt x="51163" y="50250"/>
                </a:lnTo>
                <a:lnTo>
                  <a:pt x="51126" y="50176"/>
                </a:lnTo>
                <a:lnTo>
                  <a:pt x="51089" y="50120"/>
                </a:lnTo>
                <a:lnTo>
                  <a:pt x="51033" y="50083"/>
                </a:lnTo>
                <a:lnTo>
                  <a:pt x="50977" y="50045"/>
                </a:lnTo>
                <a:lnTo>
                  <a:pt x="50903" y="50008"/>
                </a:lnTo>
                <a:lnTo>
                  <a:pt x="50828" y="49990"/>
                </a:lnTo>
                <a:close/>
                <a:moveTo>
                  <a:pt x="55799" y="50027"/>
                </a:moveTo>
                <a:lnTo>
                  <a:pt x="55706" y="50064"/>
                </a:lnTo>
                <a:lnTo>
                  <a:pt x="55613" y="50120"/>
                </a:lnTo>
                <a:lnTo>
                  <a:pt x="55557" y="50213"/>
                </a:lnTo>
                <a:lnTo>
                  <a:pt x="55539" y="50325"/>
                </a:lnTo>
                <a:lnTo>
                  <a:pt x="55557" y="50362"/>
                </a:lnTo>
                <a:lnTo>
                  <a:pt x="55576" y="50418"/>
                </a:lnTo>
                <a:lnTo>
                  <a:pt x="55613" y="50529"/>
                </a:lnTo>
                <a:lnTo>
                  <a:pt x="55632" y="50567"/>
                </a:lnTo>
                <a:lnTo>
                  <a:pt x="55669" y="50623"/>
                </a:lnTo>
                <a:lnTo>
                  <a:pt x="55762" y="50697"/>
                </a:lnTo>
                <a:lnTo>
                  <a:pt x="55818" y="50716"/>
                </a:lnTo>
                <a:lnTo>
                  <a:pt x="55874" y="50716"/>
                </a:lnTo>
                <a:lnTo>
                  <a:pt x="55967" y="50697"/>
                </a:lnTo>
                <a:lnTo>
                  <a:pt x="56078" y="50641"/>
                </a:lnTo>
                <a:lnTo>
                  <a:pt x="56153" y="50548"/>
                </a:lnTo>
                <a:lnTo>
                  <a:pt x="56172" y="50511"/>
                </a:lnTo>
                <a:lnTo>
                  <a:pt x="56190" y="50455"/>
                </a:lnTo>
                <a:lnTo>
                  <a:pt x="56209" y="50381"/>
                </a:lnTo>
                <a:lnTo>
                  <a:pt x="56209" y="50343"/>
                </a:lnTo>
                <a:lnTo>
                  <a:pt x="56190" y="50269"/>
                </a:lnTo>
                <a:lnTo>
                  <a:pt x="56153" y="50213"/>
                </a:lnTo>
                <a:lnTo>
                  <a:pt x="56116" y="50138"/>
                </a:lnTo>
                <a:lnTo>
                  <a:pt x="56023" y="50083"/>
                </a:lnTo>
                <a:lnTo>
                  <a:pt x="55911" y="50045"/>
                </a:lnTo>
                <a:lnTo>
                  <a:pt x="55799" y="50027"/>
                </a:lnTo>
                <a:close/>
                <a:moveTo>
                  <a:pt x="9180" y="50045"/>
                </a:moveTo>
                <a:lnTo>
                  <a:pt x="9124" y="50064"/>
                </a:lnTo>
                <a:lnTo>
                  <a:pt x="9068" y="50101"/>
                </a:lnTo>
                <a:lnTo>
                  <a:pt x="9012" y="50138"/>
                </a:lnTo>
                <a:lnTo>
                  <a:pt x="8937" y="50232"/>
                </a:lnTo>
                <a:lnTo>
                  <a:pt x="8919" y="50287"/>
                </a:lnTo>
                <a:lnTo>
                  <a:pt x="8900" y="50343"/>
                </a:lnTo>
                <a:lnTo>
                  <a:pt x="8900" y="50418"/>
                </a:lnTo>
                <a:lnTo>
                  <a:pt x="8919" y="50492"/>
                </a:lnTo>
                <a:lnTo>
                  <a:pt x="8937" y="50567"/>
                </a:lnTo>
                <a:lnTo>
                  <a:pt x="8993" y="50623"/>
                </a:lnTo>
                <a:lnTo>
                  <a:pt x="9049" y="50678"/>
                </a:lnTo>
                <a:lnTo>
                  <a:pt x="9105" y="50716"/>
                </a:lnTo>
                <a:lnTo>
                  <a:pt x="9180" y="50734"/>
                </a:lnTo>
                <a:lnTo>
                  <a:pt x="9310" y="50734"/>
                </a:lnTo>
                <a:lnTo>
                  <a:pt x="9366" y="50716"/>
                </a:lnTo>
                <a:lnTo>
                  <a:pt x="9422" y="50697"/>
                </a:lnTo>
                <a:lnTo>
                  <a:pt x="9477" y="50660"/>
                </a:lnTo>
                <a:lnTo>
                  <a:pt x="9552" y="50548"/>
                </a:lnTo>
                <a:lnTo>
                  <a:pt x="9589" y="50436"/>
                </a:lnTo>
                <a:lnTo>
                  <a:pt x="9589" y="50362"/>
                </a:lnTo>
                <a:lnTo>
                  <a:pt x="9589" y="50287"/>
                </a:lnTo>
                <a:lnTo>
                  <a:pt x="9552" y="50213"/>
                </a:lnTo>
                <a:lnTo>
                  <a:pt x="9515" y="50157"/>
                </a:lnTo>
                <a:lnTo>
                  <a:pt x="9459" y="50101"/>
                </a:lnTo>
                <a:lnTo>
                  <a:pt x="9384" y="50064"/>
                </a:lnTo>
                <a:lnTo>
                  <a:pt x="9328" y="50045"/>
                </a:lnTo>
                <a:close/>
                <a:moveTo>
                  <a:pt x="12885" y="50045"/>
                </a:moveTo>
                <a:lnTo>
                  <a:pt x="12810" y="50064"/>
                </a:lnTo>
                <a:lnTo>
                  <a:pt x="12754" y="50083"/>
                </a:lnTo>
                <a:lnTo>
                  <a:pt x="12698" y="50120"/>
                </a:lnTo>
                <a:lnTo>
                  <a:pt x="12642" y="50157"/>
                </a:lnTo>
                <a:lnTo>
                  <a:pt x="12605" y="50194"/>
                </a:lnTo>
                <a:lnTo>
                  <a:pt x="12568" y="50269"/>
                </a:lnTo>
                <a:lnTo>
                  <a:pt x="12549" y="50325"/>
                </a:lnTo>
                <a:lnTo>
                  <a:pt x="12549" y="50399"/>
                </a:lnTo>
                <a:lnTo>
                  <a:pt x="12549" y="50455"/>
                </a:lnTo>
                <a:lnTo>
                  <a:pt x="12568" y="50529"/>
                </a:lnTo>
                <a:lnTo>
                  <a:pt x="12605" y="50585"/>
                </a:lnTo>
                <a:lnTo>
                  <a:pt x="12642" y="50623"/>
                </a:lnTo>
                <a:lnTo>
                  <a:pt x="12698" y="50678"/>
                </a:lnTo>
                <a:lnTo>
                  <a:pt x="12754" y="50697"/>
                </a:lnTo>
                <a:lnTo>
                  <a:pt x="12810" y="50716"/>
                </a:lnTo>
                <a:lnTo>
                  <a:pt x="12885" y="50734"/>
                </a:lnTo>
                <a:lnTo>
                  <a:pt x="12959" y="50716"/>
                </a:lnTo>
                <a:lnTo>
                  <a:pt x="13015" y="50697"/>
                </a:lnTo>
                <a:lnTo>
                  <a:pt x="13071" y="50678"/>
                </a:lnTo>
                <a:lnTo>
                  <a:pt x="13127" y="50623"/>
                </a:lnTo>
                <a:lnTo>
                  <a:pt x="13164" y="50585"/>
                </a:lnTo>
                <a:lnTo>
                  <a:pt x="13201" y="50529"/>
                </a:lnTo>
                <a:lnTo>
                  <a:pt x="13220" y="50455"/>
                </a:lnTo>
                <a:lnTo>
                  <a:pt x="13220" y="50399"/>
                </a:lnTo>
                <a:lnTo>
                  <a:pt x="13220" y="50325"/>
                </a:lnTo>
                <a:lnTo>
                  <a:pt x="13201" y="50269"/>
                </a:lnTo>
                <a:lnTo>
                  <a:pt x="13164" y="50194"/>
                </a:lnTo>
                <a:lnTo>
                  <a:pt x="13127" y="50157"/>
                </a:lnTo>
                <a:lnTo>
                  <a:pt x="13071" y="50120"/>
                </a:lnTo>
                <a:lnTo>
                  <a:pt x="13015" y="50083"/>
                </a:lnTo>
                <a:lnTo>
                  <a:pt x="12940" y="50064"/>
                </a:lnTo>
                <a:lnTo>
                  <a:pt x="12885" y="50045"/>
                </a:lnTo>
                <a:close/>
                <a:moveTo>
                  <a:pt x="23311" y="50101"/>
                </a:moveTo>
                <a:lnTo>
                  <a:pt x="23255" y="50120"/>
                </a:lnTo>
                <a:lnTo>
                  <a:pt x="23199" y="50120"/>
                </a:lnTo>
                <a:lnTo>
                  <a:pt x="23106" y="50194"/>
                </a:lnTo>
                <a:lnTo>
                  <a:pt x="23031" y="50287"/>
                </a:lnTo>
                <a:lnTo>
                  <a:pt x="22994" y="50381"/>
                </a:lnTo>
                <a:lnTo>
                  <a:pt x="22994" y="50455"/>
                </a:lnTo>
                <a:lnTo>
                  <a:pt x="23013" y="50511"/>
                </a:lnTo>
                <a:lnTo>
                  <a:pt x="23050" y="50585"/>
                </a:lnTo>
                <a:lnTo>
                  <a:pt x="23087" y="50623"/>
                </a:lnTo>
                <a:lnTo>
                  <a:pt x="23124" y="50678"/>
                </a:lnTo>
                <a:lnTo>
                  <a:pt x="23180" y="50697"/>
                </a:lnTo>
                <a:lnTo>
                  <a:pt x="23236" y="50734"/>
                </a:lnTo>
                <a:lnTo>
                  <a:pt x="23366" y="50734"/>
                </a:lnTo>
                <a:lnTo>
                  <a:pt x="23422" y="50716"/>
                </a:lnTo>
                <a:lnTo>
                  <a:pt x="23515" y="50660"/>
                </a:lnTo>
                <a:lnTo>
                  <a:pt x="23590" y="50567"/>
                </a:lnTo>
                <a:lnTo>
                  <a:pt x="23627" y="50455"/>
                </a:lnTo>
                <a:lnTo>
                  <a:pt x="23627" y="50399"/>
                </a:lnTo>
                <a:lnTo>
                  <a:pt x="23609" y="50325"/>
                </a:lnTo>
                <a:lnTo>
                  <a:pt x="23590" y="50269"/>
                </a:lnTo>
                <a:lnTo>
                  <a:pt x="23553" y="50213"/>
                </a:lnTo>
                <a:lnTo>
                  <a:pt x="23497" y="50176"/>
                </a:lnTo>
                <a:lnTo>
                  <a:pt x="23441" y="50138"/>
                </a:lnTo>
                <a:lnTo>
                  <a:pt x="23385" y="50120"/>
                </a:lnTo>
                <a:lnTo>
                  <a:pt x="23311" y="50101"/>
                </a:lnTo>
                <a:close/>
                <a:moveTo>
                  <a:pt x="54217" y="49971"/>
                </a:moveTo>
                <a:lnTo>
                  <a:pt x="54142" y="49990"/>
                </a:lnTo>
                <a:lnTo>
                  <a:pt x="54068" y="50027"/>
                </a:lnTo>
                <a:lnTo>
                  <a:pt x="54012" y="50083"/>
                </a:lnTo>
                <a:lnTo>
                  <a:pt x="53993" y="50138"/>
                </a:lnTo>
                <a:lnTo>
                  <a:pt x="53975" y="50287"/>
                </a:lnTo>
                <a:lnTo>
                  <a:pt x="53975" y="50436"/>
                </a:lnTo>
                <a:lnTo>
                  <a:pt x="53993" y="50511"/>
                </a:lnTo>
                <a:lnTo>
                  <a:pt x="54030" y="50567"/>
                </a:lnTo>
                <a:lnTo>
                  <a:pt x="54068" y="50623"/>
                </a:lnTo>
                <a:lnTo>
                  <a:pt x="54124" y="50678"/>
                </a:lnTo>
                <a:lnTo>
                  <a:pt x="54179" y="50716"/>
                </a:lnTo>
                <a:lnTo>
                  <a:pt x="54254" y="50734"/>
                </a:lnTo>
                <a:lnTo>
                  <a:pt x="54403" y="50734"/>
                </a:lnTo>
                <a:lnTo>
                  <a:pt x="54459" y="50716"/>
                </a:lnTo>
                <a:lnTo>
                  <a:pt x="54533" y="50678"/>
                </a:lnTo>
                <a:lnTo>
                  <a:pt x="54570" y="50623"/>
                </a:lnTo>
                <a:lnTo>
                  <a:pt x="54626" y="50567"/>
                </a:lnTo>
                <a:lnTo>
                  <a:pt x="54645" y="50511"/>
                </a:lnTo>
                <a:lnTo>
                  <a:pt x="54663" y="50436"/>
                </a:lnTo>
                <a:lnTo>
                  <a:pt x="54663" y="50362"/>
                </a:lnTo>
                <a:lnTo>
                  <a:pt x="54663" y="50306"/>
                </a:lnTo>
                <a:lnTo>
                  <a:pt x="54626" y="50232"/>
                </a:lnTo>
                <a:lnTo>
                  <a:pt x="54589" y="50176"/>
                </a:lnTo>
                <a:lnTo>
                  <a:pt x="54496" y="50064"/>
                </a:lnTo>
                <a:lnTo>
                  <a:pt x="54366" y="49990"/>
                </a:lnTo>
                <a:lnTo>
                  <a:pt x="54291" y="49971"/>
                </a:lnTo>
                <a:close/>
                <a:moveTo>
                  <a:pt x="2328" y="50045"/>
                </a:moveTo>
                <a:lnTo>
                  <a:pt x="2272" y="50064"/>
                </a:lnTo>
                <a:lnTo>
                  <a:pt x="2198" y="50101"/>
                </a:lnTo>
                <a:lnTo>
                  <a:pt x="2161" y="50157"/>
                </a:lnTo>
                <a:lnTo>
                  <a:pt x="2123" y="50194"/>
                </a:lnTo>
                <a:lnTo>
                  <a:pt x="2086" y="50269"/>
                </a:lnTo>
                <a:lnTo>
                  <a:pt x="2067" y="50399"/>
                </a:lnTo>
                <a:lnTo>
                  <a:pt x="2086" y="50529"/>
                </a:lnTo>
                <a:lnTo>
                  <a:pt x="2123" y="50585"/>
                </a:lnTo>
                <a:lnTo>
                  <a:pt x="2161" y="50641"/>
                </a:lnTo>
                <a:lnTo>
                  <a:pt x="2198" y="50678"/>
                </a:lnTo>
                <a:lnTo>
                  <a:pt x="2272" y="50716"/>
                </a:lnTo>
                <a:lnTo>
                  <a:pt x="2328" y="50734"/>
                </a:lnTo>
                <a:lnTo>
                  <a:pt x="2421" y="50753"/>
                </a:lnTo>
                <a:lnTo>
                  <a:pt x="2496" y="50734"/>
                </a:lnTo>
                <a:lnTo>
                  <a:pt x="2570" y="50716"/>
                </a:lnTo>
                <a:lnTo>
                  <a:pt x="2626" y="50678"/>
                </a:lnTo>
                <a:lnTo>
                  <a:pt x="2663" y="50641"/>
                </a:lnTo>
                <a:lnTo>
                  <a:pt x="2700" y="50585"/>
                </a:lnTo>
                <a:lnTo>
                  <a:pt x="2738" y="50529"/>
                </a:lnTo>
                <a:lnTo>
                  <a:pt x="2756" y="50399"/>
                </a:lnTo>
                <a:lnTo>
                  <a:pt x="2738" y="50269"/>
                </a:lnTo>
                <a:lnTo>
                  <a:pt x="2700" y="50194"/>
                </a:lnTo>
                <a:lnTo>
                  <a:pt x="2663" y="50157"/>
                </a:lnTo>
                <a:lnTo>
                  <a:pt x="2626" y="50101"/>
                </a:lnTo>
                <a:lnTo>
                  <a:pt x="2570" y="50064"/>
                </a:lnTo>
                <a:lnTo>
                  <a:pt x="2496" y="50045"/>
                </a:lnTo>
                <a:close/>
                <a:moveTo>
                  <a:pt x="28915" y="50027"/>
                </a:moveTo>
                <a:lnTo>
                  <a:pt x="28822" y="50045"/>
                </a:lnTo>
                <a:lnTo>
                  <a:pt x="28747" y="50064"/>
                </a:lnTo>
                <a:lnTo>
                  <a:pt x="28617" y="50138"/>
                </a:lnTo>
                <a:lnTo>
                  <a:pt x="28561" y="50176"/>
                </a:lnTo>
                <a:lnTo>
                  <a:pt x="28505" y="50232"/>
                </a:lnTo>
                <a:lnTo>
                  <a:pt x="28468" y="50287"/>
                </a:lnTo>
                <a:lnTo>
                  <a:pt x="28449" y="50362"/>
                </a:lnTo>
                <a:lnTo>
                  <a:pt x="28449" y="50418"/>
                </a:lnTo>
                <a:lnTo>
                  <a:pt x="28468" y="50492"/>
                </a:lnTo>
                <a:lnTo>
                  <a:pt x="28486" y="50567"/>
                </a:lnTo>
                <a:lnTo>
                  <a:pt x="28542" y="50623"/>
                </a:lnTo>
                <a:lnTo>
                  <a:pt x="28654" y="50697"/>
                </a:lnTo>
                <a:lnTo>
                  <a:pt x="28729" y="50734"/>
                </a:lnTo>
                <a:lnTo>
                  <a:pt x="28803" y="50771"/>
                </a:lnTo>
                <a:lnTo>
                  <a:pt x="28971" y="50771"/>
                </a:lnTo>
                <a:lnTo>
                  <a:pt x="29026" y="50734"/>
                </a:lnTo>
                <a:lnTo>
                  <a:pt x="29101" y="50697"/>
                </a:lnTo>
                <a:lnTo>
                  <a:pt x="29157" y="50660"/>
                </a:lnTo>
                <a:lnTo>
                  <a:pt x="29213" y="50585"/>
                </a:lnTo>
                <a:lnTo>
                  <a:pt x="29231" y="50529"/>
                </a:lnTo>
                <a:lnTo>
                  <a:pt x="29250" y="50455"/>
                </a:lnTo>
                <a:lnTo>
                  <a:pt x="29250" y="50381"/>
                </a:lnTo>
                <a:lnTo>
                  <a:pt x="29250" y="50306"/>
                </a:lnTo>
                <a:lnTo>
                  <a:pt x="29213" y="50250"/>
                </a:lnTo>
                <a:lnTo>
                  <a:pt x="29175" y="50176"/>
                </a:lnTo>
                <a:lnTo>
                  <a:pt x="29138" y="50120"/>
                </a:lnTo>
                <a:lnTo>
                  <a:pt x="29082" y="50083"/>
                </a:lnTo>
                <a:lnTo>
                  <a:pt x="28989" y="50045"/>
                </a:lnTo>
                <a:lnTo>
                  <a:pt x="28915" y="50027"/>
                </a:lnTo>
                <a:close/>
                <a:moveTo>
                  <a:pt x="68608" y="50138"/>
                </a:moveTo>
                <a:lnTo>
                  <a:pt x="68553" y="50157"/>
                </a:lnTo>
                <a:lnTo>
                  <a:pt x="68459" y="50194"/>
                </a:lnTo>
                <a:lnTo>
                  <a:pt x="68366" y="50269"/>
                </a:lnTo>
                <a:lnTo>
                  <a:pt x="68329" y="50362"/>
                </a:lnTo>
                <a:lnTo>
                  <a:pt x="68292" y="50455"/>
                </a:lnTo>
                <a:lnTo>
                  <a:pt x="68311" y="50511"/>
                </a:lnTo>
                <a:lnTo>
                  <a:pt x="68311" y="50567"/>
                </a:lnTo>
                <a:lnTo>
                  <a:pt x="68348" y="50623"/>
                </a:lnTo>
                <a:lnTo>
                  <a:pt x="68385" y="50678"/>
                </a:lnTo>
                <a:lnTo>
                  <a:pt x="68441" y="50716"/>
                </a:lnTo>
                <a:lnTo>
                  <a:pt x="68497" y="50753"/>
                </a:lnTo>
                <a:lnTo>
                  <a:pt x="68553" y="50771"/>
                </a:lnTo>
                <a:lnTo>
                  <a:pt x="68627" y="50771"/>
                </a:lnTo>
                <a:lnTo>
                  <a:pt x="68701" y="50753"/>
                </a:lnTo>
                <a:lnTo>
                  <a:pt x="68757" y="50734"/>
                </a:lnTo>
                <a:lnTo>
                  <a:pt x="68813" y="50697"/>
                </a:lnTo>
                <a:lnTo>
                  <a:pt x="68869" y="50660"/>
                </a:lnTo>
                <a:lnTo>
                  <a:pt x="68906" y="50585"/>
                </a:lnTo>
                <a:lnTo>
                  <a:pt x="68925" y="50529"/>
                </a:lnTo>
                <a:lnTo>
                  <a:pt x="68925" y="50474"/>
                </a:lnTo>
                <a:lnTo>
                  <a:pt x="68925" y="50399"/>
                </a:lnTo>
                <a:lnTo>
                  <a:pt x="68906" y="50343"/>
                </a:lnTo>
                <a:lnTo>
                  <a:pt x="68869" y="50287"/>
                </a:lnTo>
                <a:lnTo>
                  <a:pt x="68832" y="50232"/>
                </a:lnTo>
                <a:lnTo>
                  <a:pt x="68776" y="50194"/>
                </a:lnTo>
                <a:lnTo>
                  <a:pt x="68720" y="50157"/>
                </a:lnTo>
                <a:lnTo>
                  <a:pt x="68664" y="50138"/>
                </a:lnTo>
                <a:close/>
                <a:moveTo>
                  <a:pt x="72146" y="50138"/>
                </a:moveTo>
                <a:lnTo>
                  <a:pt x="72090" y="50157"/>
                </a:lnTo>
                <a:lnTo>
                  <a:pt x="71978" y="50213"/>
                </a:lnTo>
                <a:lnTo>
                  <a:pt x="71941" y="50269"/>
                </a:lnTo>
                <a:lnTo>
                  <a:pt x="71904" y="50306"/>
                </a:lnTo>
                <a:lnTo>
                  <a:pt x="71867" y="50381"/>
                </a:lnTo>
                <a:lnTo>
                  <a:pt x="71867" y="50455"/>
                </a:lnTo>
                <a:lnTo>
                  <a:pt x="71867" y="50511"/>
                </a:lnTo>
                <a:lnTo>
                  <a:pt x="71885" y="50585"/>
                </a:lnTo>
                <a:lnTo>
                  <a:pt x="71922" y="50641"/>
                </a:lnTo>
                <a:lnTo>
                  <a:pt x="71960" y="50697"/>
                </a:lnTo>
                <a:lnTo>
                  <a:pt x="72015" y="50734"/>
                </a:lnTo>
                <a:lnTo>
                  <a:pt x="72071" y="50771"/>
                </a:lnTo>
                <a:lnTo>
                  <a:pt x="72276" y="50771"/>
                </a:lnTo>
                <a:lnTo>
                  <a:pt x="72332" y="50753"/>
                </a:lnTo>
                <a:lnTo>
                  <a:pt x="72388" y="50716"/>
                </a:lnTo>
                <a:lnTo>
                  <a:pt x="72425" y="50660"/>
                </a:lnTo>
                <a:lnTo>
                  <a:pt x="72462" y="50604"/>
                </a:lnTo>
                <a:lnTo>
                  <a:pt x="72481" y="50548"/>
                </a:lnTo>
                <a:lnTo>
                  <a:pt x="72500" y="50436"/>
                </a:lnTo>
                <a:lnTo>
                  <a:pt x="72481" y="50325"/>
                </a:lnTo>
                <a:lnTo>
                  <a:pt x="72406" y="50250"/>
                </a:lnTo>
                <a:lnTo>
                  <a:pt x="72369" y="50213"/>
                </a:lnTo>
                <a:lnTo>
                  <a:pt x="72313" y="50176"/>
                </a:lnTo>
                <a:lnTo>
                  <a:pt x="72258" y="50157"/>
                </a:lnTo>
                <a:lnTo>
                  <a:pt x="72202" y="50138"/>
                </a:lnTo>
                <a:close/>
                <a:moveTo>
                  <a:pt x="77564" y="50176"/>
                </a:moveTo>
                <a:lnTo>
                  <a:pt x="77508" y="50194"/>
                </a:lnTo>
                <a:lnTo>
                  <a:pt x="77452" y="50213"/>
                </a:lnTo>
                <a:lnTo>
                  <a:pt x="77359" y="50269"/>
                </a:lnTo>
                <a:lnTo>
                  <a:pt x="77303" y="50362"/>
                </a:lnTo>
                <a:lnTo>
                  <a:pt x="77266" y="50474"/>
                </a:lnTo>
                <a:lnTo>
                  <a:pt x="77266" y="50529"/>
                </a:lnTo>
                <a:lnTo>
                  <a:pt x="77284" y="50585"/>
                </a:lnTo>
                <a:lnTo>
                  <a:pt x="77322" y="50641"/>
                </a:lnTo>
                <a:lnTo>
                  <a:pt x="77359" y="50678"/>
                </a:lnTo>
                <a:lnTo>
                  <a:pt x="77396" y="50716"/>
                </a:lnTo>
                <a:lnTo>
                  <a:pt x="77452" y="50753"/>
                </a:lnTo>
                <a:lnTo>
                  <a:pt x="77508" y="50771"/>
                </a:lnTo>
                <a:lnTo>
                  <a:pt x="77620" y="50771"/>
                </a:lnTo>
                <a:lnTo>
                  <a:pt x="77675" y="50753"/>
                </a:lnTo>
                <a:lnTo>
                  <a:pt x="77768" y="50697"/>
                </a:lnTo>
                <a:lnTo>
                  <a:pt x="77824" y="50604"/>
                </a:lnTo>
                <a:lnTo>
                  <a:pt x="77862" y="50492"/>
                </a:lnTo>
                <a:lnTo>
                  <a:pt x="77862" y="50436"/>
                </a:lnTo>
                <a:lnTo>
                  <a:pt x="77843" y="50381"/>
                </a:lnTo>
                <a:lnTo>
                  <a:pt x="77824" y="50325"/>
                </a:lnTo>
                <a:lnTo>
                  <a:pt x="77787" y="50269"/>
                </a:lnTo>
                <a:lnTo>
                  <a:pt x="77731" y="50232"/>
                </a:lnTo>
                <a:lnTo>
                  <a:pt x="77694" y="50213"/>
                </a:lnTo>
                <a:lnTo>
                  <a:pt x="77620" y="50194"/>
                </a:lnTo>
                <a:lnTo>
                  <a:pt x="77564" y="50176"/>
                </a:lnTo>
                <a:close/>
                <a:moveTo>
                  <a:pt x="52671" y="50213"/>
                </a:moveTo>
                <a:lnTo>
                  <a:pt x="52597" y="50232"/>
                </a:lnTo>
                <a:lnTo>
                  <a:pt x="52541" y="50250"/>
                </a:lnTo>
                <a:lnTo>
                  <a:pt x="52504" y="50287"/>
                </a:lnTo>
                <a:lnTo>
                  <a:pt x="52448" y="50325"/>
                </a:lnTo>
                <a:lnTo>
                  <a:pt x="52429" y="50399"/>
                </a:lnTo>
                <a:lnTo>
                  <a:pt x="52411" y="50455"/>
                </a:lnTo>
                <a:lnTo>
                  <a:pt x="52411" y="50511"/>
                </a:lnTo>
                <a:lnTo>
                  <a:pt x="52411" y="50585"/>
                </a:lnTo>
                <a:lnTo>
                  <a:pt x="52467" y="50697"/>
                </a:lnTo>
                <a:lnTo>
                  <a:pt x="52504" y="50734"/>
                </a:lnTo>
                <a:lnTo>
                  <a:pt x="52541" y="50771"/>
                </a:lnTo>
                <a:lnTo>
                  <a:pt x="52597" y="50809"/>
                </a:lnTo>
                <a:lnTo>
                  <a:pt x="52653" y="50827"/>
                </a:lnTo>
                <a:lnTo>
                  <a:pt x="52727" y="50827"/>
                </a:lnTo>
                <a:lnTo>
                  <a:pt x="52783" y="50809"/>
                </a:lnTo>
                <a:lnTo>
                  <a:pt x="52839" y="50790"/>
                </a:lnTo>
                <a:lnTo>
                  <a:pt x="52895" y="50771"/>
                </a:lnTo>
                <a:lnTo>
                  <a:pt x="52932" y="50734"/>
                </a:lnTo>
                <a:lnTo>
                  <a:pt x="52969" y="50678"/>
                </a:lnTo>
                <a:lnTo>
                  <a:pt x="53006" y="50623"/>
                </a:lnTo>
                <a:lnTo>
                  <a:pt x="53025" y="50567"/>
                </a:lnTo>
                <a:lnTo>
                  <a:pt x="53025" y="50455"/>
                </a:lnTo>
                <a:lnTo>
                  <a:pt x="52969" y="50343"/>
                </a:lnTo>
                <a:lnTo>
                  <a:pt x="52895" y="50269"/>
                </a:lnTo>
                <a:lnTo>
                  <a:pt x="52858" y="50232"/>
                </a:lnTo>
                <a:lnTo>
                  <a:pt x="52802" y="50213"/>
                </a:lnTo>
                <a:close/>
                <a:moveTo>
                  <a:pt x="66281" y="50269"/>
                </a:moveTo>
                <a:lnTo>
                  <a:pt x="66225" y="50287"/>
                </a:lnTo>
                <a:lnTo>
                  <a:pt x="66188" y="50325"/>
                </a:lnTo>
                <a:lnTo>
                  <a:pt x="66132" y="50418"/>
                </a:lnTo>
                <a:lnTo>
                  <a:pt x="66095" y="50511"/>
                </a:lnTo>
                <a:lnTo>
                  <a:pt x="66076" y="50567"/>
                </a:lnTo>
                <a:lnTo>
                  <a:pt x="66095" y="50623"/>
                </a:lnTo>
                <a:lnTo>
                  <a:pt x="66095" y="50678"/>
                </a:lnTo>
                <a:lnTo>
                  <a:pt x="66132" y="50734"/>
                </a:lnTo>
                <a:lnTo>
                  <a:pt x="66207" y="50790"/>
                </a:lnTo>
                <a:lnTo>
                  <a:pt x="66300" y="50827"/>
                </a:lnTo>
                <a:lnTo>
                  <a:pt x="66411" y="50827"/>
                </a:lnTo>
                <a:lnTo>
                  <a:pt x="66449" y="50809"/>
                </a:lnTo>
                <a:lnTo>
                  <a:pt x="66505" y="50790"/>
                </a:lnTo>
                <a:lnTo>
                  <a:pt x="66542" y="50734"/>
                </a:lnTo>
                <a:lnTo>
                  <a:pt x="66579" y="50697"/>
                </a:lnTo>
                <a:lnTo>
                  <a:pt x="66598" y="50641"/>
                </a:lnTo>
                <a:lnTo>
                  <a:pt x="66616" y="50585"/>
                </a:lnTo>
                <a:lnTo>
                  <a:pt x="66598" y="50474"/>
                </a:lnTo>
                <a:lnTo>
                  <a:pt x="66542" y="50381"/>
                </a:lnTo>
                <a:lnTo>
                  <a:pt x="66467" y="50306"/>
                </a:lnTo>
                <a:lnTo>
                  <a:pt x="66411" y="50269"/>
                </a:lnTo>
                <a:close/>
                <a:moveTo>
                  <a:pt x="88250" y="50176"/>
                </a:moveTo>
                <a:lnTo>
                  <a:pt x="88195" y="50194"/>
                </a:lnTo>
                <a:lnTo>
                  <a:pt x="88139" y="50232"/>
                </a:lnTo>
                <a:lnTo>
                  <a:pt x="88101" y="50269"/>
                </a:lnTo>
                <a:lnTo>
                  <a:pt x="88064" y="50325"/>
                </a:lnTo>
                <a:lnTo>
                  <a:pt x="88046" y="50362"/>
                </a:lnTo>
                <a:lnTo>
                  <a:pt x="88027" y="50492"/>
                </a:lnTo>
                <a:lnTo>
                  <a:pt x="88046" y="50604"/>
                </a:lnTo>
                <a:lnTo>
                  <a:pt x="88101" y="50716"/>
                </a:lnTo>
                <a:lnTo>
                  <a:pt x="88139" y="50753"/>
                </a:lnTo>
                <a:lnTo>
                  <a:pt x="88176" y="50790"/>
                </a:lnTo>
                <a:lnTo>
                  <a:pt x="88250" y="50827"/>
                </a:lnTo>
                <a:lnTo>
                  <a:pt x="88381" y="50827"/>
                </a:lnTo>
                <a:lnTo>
                  <a:pt x="88437" y="50809"/>
                </a:lnTo>
                <a:lnTo>
                  <a:pt x="88492" y="50790"/>
                </a:lnTo>
                <a:lnTo>
                  <a:pt x="88530" y="50734"/>
                </a:lnTo>
                <a:lnTo>
                  <a:pt x="88586" y="50641"/>
                </a:lnTo>
                <a:lnTo>
                  <a:pt x="88623" y="50529"/>
                </a:lnTo>
                <a:lnTo>
                  <a:pt x="88623" y="50455"/>
                </a:lnTo>
                <a:lnTo>
                  <a:pt x="88604" y="50399"/>
                </a:lnTo>
                <a:lnTo>
                  <a:pt x="88586" y="50325"/>
                </a:lnTo>
                <a:lnTo>
                  <a:pt x="88548" y="50287"/>
                </a:lnTo>
                <a:lnTo>
                  <a:pt x="88492" y="50250"/>
                </a:lnTo>
                <a:lnTo>
                  <a:pt x="88455" y="50213"/>
                </a:lnTo>
                <a:lnTo>
                  <a:pt x="88381" y="50194"/>
                </a:lnTo>
                <a:lnTo>
                  <a:pt x="88325" y="50176"/>
                </a:lnTo>
                <a:close/>
                <a:moveTo>
                  <a:pt x="91527" y="50250"/>
                </a:moveTo>
                <a:lnTo>
                  <a:pt x="91453" y="50269"/>
                </a:lnTo>
                <a:lnTo>
                  <a:pt x="91397" y="50287"/>
                </a:lnTo>
                <a:lnTo>
                  <a:pt x="91341" y="50325"/>
                </a:lnTo>
                <a:lnTo>
                  <a:pt x="91285" y="50381"/>
                </a:lnTo>
                <a:lnTo>
                  <a:pt x="91248" y="50436"/>
                </a:lnTo>
                <a:lnTo>
                  <a:pt x="91229" y="50492"/>
                </a:lnTo>
                <a:lnTo>
                  <a:pt x="91229" y="50567"/>
                </a:lnTo>
                <a:lnTo>
                  <a:pt x="91229" y="50641"/>
                </a:lnTo>
                <a:lnTo>
                  <a:pt x="91248" y="50697"/>
                </a:lnTo>
                <a:lnTo>
                  <a:pt x="91285" y="50753"/>
                </a:lnTo>
                <a:lnTo>
                  <a:pt x="91322" y="50790"/>
                </a:lnTo>
                <a:lnTo>
                  <a:pt x="91378" y="50809"/>
                </a:lnTo>
                <a:lnTo>
                  <a:pt x="91453" y="50827"/>
                </a:lnTo>
                <a:lnTo>
                  <a:pt x="91583" y="50827"/>
                </a:lnTo>
                <a:lnTo>
                  <a:pt x="91564" y="50846"/>
                </a:lnTo>
                <a:lnTo>
                  <a:pt x="91676" y="50827"/>
                </a:lnTo>
                <a:lnTo>
                  <a:pt x="91769" y="50771"/>
                </a:lnTo>
                <a:lnTo>
                  <a:pt x="91844" y="50697"/>
                </a:lnTo>
                <a:lnTo>
                  <a:pt x="91862" y="50641"/>
                </a:lnTo>
                <a:lnTo>
                  <a:pt x="91862" y="50585"/>
                </a:lnTo>
                <a:lnTo>
                  <a:pt x="91862" y="50529"/>
                </a:lnTo>
                <a:lnTo>
                  <a:pt x="91844" y="50474"/>
                </a:lnTo>
                <a:lnTo>
                  <a:pt x="91788" y="50381"/>
                </a:lnTo>
                <a:lnTo>
                  <a:pt x="91751" y="50343"/>
                </a:lnTo>
                <a:lnTo>
                  <a:pt x="91695" y="50306"/>
                </a:lnTo>
                <a:lnTo>
                  <a:pt x="91658" y="50287"/>
                </a:lnTo>
                <a:lnTo>
                  <a:pt x="91602" y="50287"/>
                </a:lnTo>
                <a:lnTo>
                  <a:pt x="91527" y="50250"/>
                </a:lnTo>
                <a:close/>
                <a:moveTo>
                  <a:pt x="70414" y="50157"/>
                </a:moveTo>
                <a:lnTo>
                  <a:pt x="70340" y="50176"/>
                </a:lnTo>
                <a:lnTo>
                  <a:pt x="70284" y="50194"/>
                </a:lnTo>
                <a:lnTo>
                  <a:pt x="70210" y="50232"/>
                </a:lnTo>
                <a:lnTo>
                  <a:pt x="70154" y="50269"/>
                </a:lnTo>
                <a:lnTo>
                  <a:pt x="70098" y="50325"/>
                </a:lnTo>
                <a:lnTo>
                  <a:pt x="70079" y="50399"/>
                </a:lnTo>
                <a:lnTo>
                  <a:pt x="70079" y="50455"/>
                </a:lnTo>
                <a:lnTo>
                  <a:pt x="70079" y="50529"/>
                </a:lnTo>
                <a:lnTo>
                  <a:pt x="70098" y="50585"/>
                </a:lnTo>
                <a:lnTo>
                  <a:pt x="70135" y="50660"/>
                </a:lnTo>
                <a:lnTo>
                  <a:pt x="70172" y="50716"/>
                </a:lnTo>
                <a:lnTo>
                  <a:pt x="70228" y="50771"/>
                </a:lnTo>
                <a:lnTo>
                  <a:pt x="70284" y="50809"/>
                </a:lnTo>
                <a:lnTo>
                  <a:pt x="70358" y="50846"/>
                </a:lnTo>
                <a:lnTo>
                  <a:pt x="70414" y="50865"/>
                </a:lnTo>
                <a:lnTo>
                  <a:pt x="70507" y="50865"/>
                </a:lnTo>
                <a:lnTo>
                  <a:pt x="70582" y="50846"/>
                </a:lnTo>
                <a:lnTo>
                  <a:pt x="70656" y="50827"/>
                </a:lnTo>
                <a:lnTo>
                  <a:pt x="70731" y="50790"/>
                </a:lnTo>
                <a:lnTo>
                  <a:pt x="70787" y="50734"/>
                </a:lnTo>
                <a:lnTo>
                  <a:pt x="70805" y="50678"/>
                </a:lnTo>
                <a:lnTo>
                  <a:pt x="70843" y="50604"/>
                </a:lnTo>
                <a:lnTo>
                  <a:pt x="70843" y="50548"/>
                </a:lnTo>
                <a:lnTo>
                  <a:pt x="70843" y="50474"/>
                </a:lnTo>
                <a:lnTo>
                  <a:pt x="70824" y="50399"/>
                </a:lnTo>
                <a:lnTo>
                  <a:pt x="70787" y="50343"/>
                </a:lnTo>
                <a:lnTo>
                  <a:pt x="70731" y="50287"/>
                </a:lnTo>
                <a:lnTo>
                  <a:pt x="70675" y="50250"/>
                </a:lnTo>
                <a:lnTo>
                  <a:pt x="70619" y="50194"/>
                </a:lnTo>
                <a:lnTo>
                  <a:pt x="70563" y="50176"/>
                </a:lnTo>
                <a:lnTo>
                  <a:pt x="70489" y="50157"/>
                </a:lnTo>
                <a:close/>
                <a:moveTo>
                  <a:pt x="82200" y="50269"/>
                </a:moveTo>
                <a:lnTo>
                  <a:pt x="82144" y="50287"/>
                </a:lnTo>
                <a:lnTo>
                  <a:pt x="82032" y="50362"/>
                </a:lnTo>
                <a:lnTo>
                  <a:pt x="81958" y="50455"/>
                </a:lnTo>
                <a:lnTo>
                  <a:pt x="81939" y="50529"/>
                </a:lnTo>
                <a:lnTo>
                  <a:pt x="81939" y="50585"/>
                </a:lnTo>
                <a:lnTo>
                  <a:pt x="81958" y="50641"/>
                </a:lnTo>
                <a:lnTo>
                  <a:pt x="81976" y="50697"/>
                </a:lnTo>
                <a:lnTo>
                  <a:pt x="82051" y="50790"/>
                </a:lnTo>
                <a:lnTo>
                  <a:pt x="82106" y="50827"/>
                </a:lnTo>
                <a:lnTo>
                  <a:pt x="82162" y="50846"/>
                </a:lnTo>
                <a:lnTo>
                  <a:pt x="82218" y="50865"/>
                </a:lnTo>
                <a:lnTo>
                  <a:pt x="82274" y="50865"/>
                </a:lnTo>
                <a:lnTo>
                  <a:pt x="82386" y="50846"/>
                </a:lnTo>
                <a:lnTo>
                  <a:pt x="82442" y="50809"/>
                </a:lnTo>
                <a:lnTo>
                  <a:pt x="82479" y="50771"/>
                </a:lnTo>
                <a:lnTo>
                  <a:pt x="82516" y="50716"/>
                </a:lnTo>
                <a:lnTo>
                  <a:pt x="82553" y="50660"/>
                </a:lnTo>
                <a:lnTo>
                  <a:pt x="82572" y="50604"/>
                </a:lnTo>
                <a:lnTo>
                  <a:pt x="82572" y="50548"/>
                </a:lnTo>
                <a:lnTo>
                  <a:pt x="82535" y="50436"/>
                </a:lnTo>
                <a:lnTo>
                  <a:pt x="82479" y="50343"/>
                </a:lnTo>
                <a:lnTo>
                  <a:pt x="82442" y="50306"/>
                </a:lnTo>
                <a:lnTo>
                  <a:pt x="82386" y="50287"/>
                </a:lnTo>
                <a:lnTo>
                  <a:pt x="82311" y="50269"/>
                </a:lnTo>
                <a:close/>
                <a:moveTo>
                  <a:pt x="83689" y="50250"/>
                </a:moveTo>
                <a:lnTo>
                  <a:pt x="83633" y="50269"/>
                </a:lnTo>
                <a:lnTo>
                  <a:pt x="83577" y="50306"/>
                </a:lnTo>
                <a:lnTo>
                  <a:pt x="83521" y="50343"/>
                </a:lnTo>
                <a:lnTo>
                  <a:pt x="83484" y="50381"/>
                </a:lnTo>
                <a:lnTo>
                  <a:pt x="83447" y="50436"/>
                </a:lnTo>
                <a:lnTo>
                  <a:pt x="83428" y="50492"/>
                </a:lnTo>
                <a:lnTo>
                  <a:pt x="83410" y="50548"/>
                </a:lnTo>
                <a:lnTo>
                  <a:pt x="83410" y="50604"/>
                </a:lnTo>
                <a:lnTo>
                  <a:pt x="83447" y="50716"/>
                </a:lnTo>
                <a:lnTo>
                  <a:pt x="83521" y="50790"/>
                </a:lnTo>
                <a:lnTo>
                  <a:pt x="83633" y="50846"/>
                </a:lnTo>
                <a:lnTo>
                  <a:pt x="83689" y="50865"/>
                </a:lnTo>
                <a:lnTo>
                  <a:pt x="83819" y="50865"/>
                </a:lnTo>
                <a:lnTo>
                  <a:pt x="83875" y="50846"/>
                </a:lnTo>
                <a:lnTo>
                  <a:pt x="83931" y="50809"/>
                </a:lnTo>
                <a:lnTo>
                  <a:pt x="83968" y="50771"/>
                </a:lnTo>
                <a:lnTo>
                  <a:pt x="84006" y="50716"/>
                </a:lnTo>
                <a:lnTo>
                  <a:pt x="84024" y="50660"/>
                </a:lnTo>
                <a:lnTo>
                  <a:pt x="84043" y="50585"/>
                </a:lnTo>
                <a:lnTo>
                  <a:pt x="84043" y="50529"/>
                </a:lnTo>
                <a:lnTo>
                  <a:pt x="84024" y="50474"/>
                </a:lnTo>
                <a:lnTo>
                  <a:pt x="84006" y="50418"/>
                </a:lnTo>
                <a:lnTo>
                  <a:pt x="83968" y="50362"/>
                </a:lnTo>
                <a:lnTo>
                  <a:pt x="83931" y="50325"/>
                </a:lnTo>
                <a:lnTo>
                  <a:pt x="83875" y="50287"/>
                </a:lnTo>
                <a:lnTo>
                  <a:pt x="83819" y="50269"/>
                </a:lnTo>
                <a:lnTo>
                  <a:pt x="83763" y="50250"/>
                </a:lnTo>
                <a:close/>
                <a:moveTo>
                  <a:pt x="75814" y="50194"/>
                </a:moveTo>
                <a:lnTo>
                  <a:pt x="75758" y="50232"/>
                </a:lnTo>
                <a:lnTo>
                  <a:pt x="75702" y="50269"/>
                </a:lnTo>
                <a:lnTo>
                  <a:pt x="75646" y="50325"/>
                </a:lnTo>
                <a:lnTo>
                  <a:pt x="75609" y="50381"/>
                </a:lnTo>
                <a:lnTo>
                  <a:pt x="75572" y="50455"/>
                </a:lnTo>
                <a:lnTo>
                  <a:pt x="75572" y="50511"/>
                </a:lnTo>
                <a:lnTo>
                  <a:pt x="75572" y="50585"/>
                </a:lnTo>
                <a:lnTo>
                  <a:pt x="75609" y="50660"/>
                </a:lnTo>
                <a:lnTo>
                  <a:pt x="75627" y="50716"/>
                </a:lnTo>
                <a:lnTo>
                  <a:pt x="75683" y="50771"/>
                </a:lnTo>
                <a:lnTo>
                  <a:pt x="75739" y="50809"/>
                </a:lnTo>
                <a:lnTo>
                  <a:pt x="75795" y="50846"/>
                </a:lnTo>
                <a:lnTo>
                  <a:pt x="75851" y="50883"/>
                </a:lnTo>
                <a:lnTo>
                  <a:pt x="76056" y="50883"/>
                </a:lnTo>
                <a:lnTo>
                  <a:pt x="76111" y="50846"/>
                </a:lnTo>
                <a:lnTo>
                  <a:pt x="76167" y="50809"/>
                </a:lnTo>
                <a:lnTo>
                  <a:pt x="76223" y="50753"/>
                </a:lnTo>
                <a:lnTo>
                  <a:pt x="76242" y="50697"/>
                </a:lnTo>
                <a:lnTo>
                  <a:pt x="76279" y="50641"/>
                </a:lnTo>
                <a:lnTo>
                  <a:pt x="76279" y="50585"/>
                </a:lnTo>
                <a:lnTo>
                  <a:pt x="76279" y="50511"/>
                </a:lnTo>
                <a:lnTo>
                  <a:pt x="76223" y="50399"/>
                </a:lnTo>
                <a:lnTo>
                  <a:pt x="76149" y="50287"/>
                </a:lnTo>
                <a:lnTo>
                  <a:pt x="76093" y="50232"/>
                </a:lnTo>
                <a:lnTo>
                  <a:pt x="76037" y="50213"/>
                </a:lnTo>
                <a:lnTo>
                  <a:pt x="75963" y="50194"/>
                </a:lnTo>
                <a:close/>
                <a:moveTo>
                  <a:pt x="7597" y="50381"/>
                </a:moveTo>
                <a:lnTo>
                  <a:pt x="7541" y="50399"/>
                </a:lnTo>
                <a:lnTo>
                  <a:pt x="7504" y="50436"/>
                </a:lnTo>
                <a:lnTo>
                  <a:pt x="7467" y="50474"/>
                </a:lnTo>
                <a:lnTo>
                  <a:pt x="7411" y="50548"/>
                </a:lnTo>
                <a:lnTo>
                  <a:pt x="7392" y="50660"/>
                </a:lnTo>
                <a:lnTo>
                  <a:pt x="7411" y="50753"/>
                </a:lnTo>
                <a:lnTo>
                  <a:pt x="7467" y="50846"/>
                </a:lnTo>
                <a:lnTo>
                  <a:pt x="7504" y="50865"/>
                </a:lnTo>
                <a:lnTo>
                  <a:pt x="7541" y="50902"/>
                </a:lnTo>
                <a:lnTo>
                  <a:pt x="7597" y="50920"/>
                </a:lnTo>
                <a:lnTo>
                  <a:pt x="7727" y="50920"/>
                </a:lnTo>
                <a:lnTo>
                  <a:pt x="7765" y="50902"/>
                </a:lnTo>
                <a:lnTo>
                  <a:pt x="7820" y="50865"/>
                </a:lnTo>
                <a:lnTo>
                  <a:pt x="7858" y="50846"/>
                </a:lnTo>
                <a:lnTo>
                  <a:pt x="7895" y="50753"/>
                </a:lnTo>
                <a:lnTo>
                  <a:pt x="7914" y="50660"/>
                </a:lnTo>
                <a:lnTo>
                  <a:pt x="7895" y="50548"/>
                </a:lnTo>
                <a:lnTo>
                  <a:pt x="7858" y="50474"/>
                </a:lnTo>
                <a:lnTo>
                  <a:pt x="7820" y="50436"/>
                </a:lnTo>
                <a:lnTo>
                  <a:pt x="7765" y="50399"/>
                </a:lnTo>
                <a:lnTo>
                  <a:pt x="7727" y="50381"/>
                </a:lnTo>
                <a:close/>
                <a:moveTo>
                  <a:pt x="85458" y="50287"/>
                </a:moveTo>
                <a:lnTo>
                  <a:pt x="85402" y="50306"/>
                </a:lnTo>
                <a:lnTo>
                  <a:pt x="85346" y="50325"/>
                </a:lnTo>
                <a:lnTo>
                  <a:pt x="85253" y="50381"/>
                </a:lnTo>
                <a:lnTo>
                  <a:pt x="85178" y="50474"/>
                </a:lnTo>
                <a:lnTo>
                  <a:pt x="85141" y="50585"/>
                </a:lnTo>
                <a:lnTo>
                  <a:pt x="85141" y="50660"/>
                </a:lnTo>
                <a:lnTo>
                  <a:pt x="85160" y="50716"/>
                </a:lnTo>
                <a:lnTo>
                  <a:pt x="85178" y="50771"/>
                </a:lnTo>
                <a:lnTo>
                  <a:pt x="85216" y="50827"/>
                </a:lnTo>
                <a:lnTo>
                  <a:pt x="85272" y="50883"/>
                </a:lnTo>
                <a:lnTo>
                  <a:pt x="85327" y="50920"/>
                </a:lnTo>
                <a:lnTo>
                  <a:pt x="85402" y="50939"/>
                </a:lnTo>
                <a:lnTo>
                  <a:pt x="85514" y="50939"/>
                </a:lnTo>
                <a:lnTo>
                  <a:pt x="85569" y="50920"/>
                </a:lnTo>
                <a:lnTo>
                  <a:pt x="85681" y="50865"/>
                </a:lnTo>
                <a:lnTo>
                  <a:pt x="85737" y="50771"/>
                </a:lnTo>
                <a:lnTo>
                  <a:pt x="85774" y="50660"/>
                </a:lnTo>
                <a:lnTo>
                  <a:pt x="85793" y="50585"/>
                </a:lnTo>
                <a:lnTo>
                  <a:pt x="85774" y="50529"/>
                </a:lnTo>
                <a:lnTo>
                  <a:pt x="85737" y="50455"/>
                </a:lnTo>
                <a:lnTo>
                  <a:pt x="85700" y="50399"/>
                </a:lnTo>
                <a:lnTo>
                  <a:pt x="85663" y="50362"/>
                </a:lnTo>
                <a:lnTo>
                  <a:pt x="85588" y="50325"/>
                </a:lnTo>
                <a:lnTo>
                  <a:pt x="85532" y="50306"/>
                </a:lnTo>
                <a:lnTo>
                  <a:pt x="85458" y="50287"/>
                </a:lnTo>
                <a:close/>
                <a:moveTo>
                  <a:pt x="80636" y="50306"/>
                </a:moveTo>
                <a:lnTo>
                  <a:pt x="80580" y="50325"/>
                </a:lnTo>
                <a:lnTo>
                  <a:pt x="80524" y="50362"/>
                </a:lnTo>
                <a:lnTo>
                  <a:pt x="80487" y="50418"/>
                </a:lnTo>
                <a:lnTo>
                  <a:pt x="80449" y="50474"/>
                </a:lnTo>
                <a:lnTo>
                  <a:pt x="80431" y="50548"/>
                </a:lnTo>
                <a:lnTo>
                  <a:pt x="80412" y="50604"/>
                </a:lnTo>
                <a:lnTo>
                  <a:pt x="80431" y="50660"/>
                </a:lnTo>
                <a:lnTo>
                  <a:pt x="80449" y="50734"/>
                </a:lnTo>
                <a:lnTo>
                  <a:pt x="80468" y="50790"/>
                </a:lnTo>
                <a:lnTo>
                  <a:pt x="80505" y="50846"/>
                </a:lnTo>
                <a:lnTo>
                  <a:pt x="80561" y="50883"/>
                </a:lnTo>
                <a:lnTo>
                  <a:pt x="80673" y="50939"/>
                </a:lnTo>
                <a:lnTo>
                  <a:pt x="80803" y="50958"/>
                </a:lnTo>
                <a:lnTo>
                  <a:pt x="80934" y="50939"/>
                </a:lnTo>
                <a:lnTo>
                  <a:pt x="80989" y="50920"/>
                </a:lnTo>
                <a:lnTo>
                  <a:pt x="81045" y="50883"/>
                </a:lnTo>
                <a:lnTo>
                  <a:pt x="81101" y="50827"/>
                </a:lnTo>
                <a:lnTo>
                  <a:pt x="81138" y="50753"/>
                </a:lnTo>
                <a:lnTo>
                  <a:pt x="81157" y="50678"/>
                </a:lnTo>
                <a:lnTo>
                  <a:pt x="81157" y="50623"/>
                </a:lnTo>
                <a:lnTo>
                  <a:pt x="81138" y="50548"/>
                </a:lnTo>
                <a:lnTo>
                  <a:pt x="81120" y="50474"/>
                </a:lnTo>
                <a:lnTo>
                  <a:pt x="81064" y="50418"/>
                </a:lnTo>
                <a:lnTo>
                  <a:pt x="81008" y="50381"/>
                </a:lnTo>
                <a:lnTo>
                  <a:pt x="80934" y="50343"/>
                </a:lnTo>
                <a:lnTo>
                  <a:pt x="80859" y="50325"/>
                </a:lnTo>
                <a:lnTo>
                  <a:pt x="80785" y="50325"/>
                </a:lnTo>
                <a:lnTo>
                  <a:pt x="80710" y="50306"/>
                </a:lnTo>
                <a:close/>
                <a:moveTo>
                  <a:pt x="89945" y="50269"/>
                </a:moveTo>
                <a:lnTo>
                  <a:pt x="89870" y="50306"/>
                </a:lnTo>
                <a:lnTo>
                  <a:pt x="89814" y="50343"/>
                </a:lnTo>
                <a:lnTo>
                  <a:pt x="89759" y="50418"/>
                </a:lnTo>
                <a:lnTo>
                  <a:pt x="89721" y="50474"/>
                </a:lnTo>
                <a:lnTo>
                  <a:pt x="89703" y="50548"/>
                </a:lnTo>
                <a:lnTo>
                  <a:pt x="89703" y="50604"/>
                </a:lnTo>
                <a:lnTo>
                  <a:pt x="89703" y="50678"/>
                </a:lnTo>
                <a:lnTo>
                  <a:pt x="89721" y="50734"/>
                </a:lnTo>
                <a:lnTo>
                  <a:pt x="89759" y="50790"/>
                </a:lnTo>
                <a:lnTo>
                  <a:pt x="89796" y="50846"/>
                </a:lnTo>
                <a:lnTo>
                  <a:pt x="89852" y="50902"/>
                </a:lnTo>
                <a:lnTo>
                  <a:pt x="90001" y="50958"/>
                </a:lnTo>
                <a:lnTo>
                  <a:pt x="90075" y="50976"/>
                </a:lnTo>
                <a:lnTo>
                  <a:pt x="90149" y="50995"/>
                </a:lnTo>
                <a:lnTo>
                  <a:pt x="90224" y="50976"/>
                </a:lnTo>
                <a:lnTo>
                  <a:pt x="90280" y="50958"/>
                </a:lnTo>
                <a:lnTo>
                  <a:pt x="90354" y="50920"/>
                </a:lnTo>
                <a:lnTo>
                  <a:pt x="90410" y="50865"/>
                </a:lnTo>
                <a:lnTo>
                  <a:pt x="90447" y="50790"/>
                </a:lnTo>
                <a:lnTo>
                  <a:pt x="90466" y="50734"/>
                </a:lnTo>
                <a:lnTo>
                  <a:pt x="90485" y="50660"/>
                </a:lnTo>
                <a:lnTo>
                  <a:pt x="90466" y="50585"/>
                </a:lnTo>
                <a:lnTo>
                  <a:pt x="90447" y="50511"/>
                </a:lnTo>
                <a:lnTo>
                  <a:pt x="90410" y="50455"/>
                </a:lnTo>
                <a:lnTo>
                  <a:pt x="90373" y="50399"/>
                </a:lnTo>
                <a:lnTo>
                  <a:pt x="90317" y="50362"/>
                </a:lnTo>
                <a:lnTo>
                  <a:pt x="90168" y="50287"/>
                </a:lnTo>
                <a:lnTo>
                  <a:pt x="90094" y="50269"/>
                </a:lnTo>
                <a:close/>
                <a:moveTo>
                  <a:pt x="59783" y="50064"/>
                </a:moveTo>
                <a:lnTo>
                  <a:pt x="59709" y="50083"/>
                </a:lnTo>
                <a:lnTo>
                  <a:pt x="59634" y="50101"/>
                </a:lnTo>
                <a:lnTo>
                  <a:pt x="59579" y="50138"/>
                </a:lnTo>
                <a:lnTo>
                  <a:pt x="59523" y="50176"/>
                </a:lnTo>
                <a:lnTo>
                  <a:pt x="59467" y="50232"/>
                </a:lnTo>
                <a:lnTo>
                  <a:pt x="59430" y="50306"/>
                </a:lnTo>
                <a:lnTo>
                  <a:pt x="59392" y="50362"/>
                </a:lnTo>
                <a:lnTo>
                  <a:pt x="59374" y="50511"/>
                </a:lnTo>
                <a:lnTo>
                  <a:pt x="59374" y="50660"/>
                </a:lnTo>
                <a:lnTo>
                  <a:pt x="59430" y="50790"/>
                </a:lnTo>
                <a:lnTo>
                  <a:pt x="59523" y="50902"/>
                </a:lnTo>
                <a:lnTo>
                  <a:pt x="59634" y="50976"/>
                </a:lnTo>
                <a:lnTo>
                  <a:pt x="59765" y="51014"/>
                </a:lnTo>
                <a:lnTo>
                  <a:pt x="59839" y="51032"/>
                </a:lnTo>
                <a:lnTo>
                  <a:pt x="59914" y="51032"/>
                </a:lnTo>
                <a:lnTo>
                  <a:pt x="59988" y="51014"/>
                </a:lnTo>
                <a:lnTo>
                  <a:pt x="60044" y="50976"/>
                </a:lnTo>
                <a:lnTo>
                  <a:pt x="60174" y="50883"/>
                </a:lnTo>
                <a:lnTo>
                  <a:pt x="60230" y="50827"/>
                </a:lnTo>
                <a:lnTo>
                  <a:pt x="60267" y="50771"/>
                </a:lnTo>
                <a:lnTo>
                  <a:pt x="60305" y="50697"/>
                </a:lnTo>
                <a:lnTo>
                  <a:pt x="60305" y="50623"/>
                </a:lnTo>
                <a:lnTo>
                  <a:pt x="60305" y="50548"/>
                </a:lnTo>
                <a:lnTo>
                  <a:pt x="60305" y="50474"/>
                </a:lnTo>
                <a:lnTo>
                  <a:pt x="60267" y="50399"/>
                </a:lnTo>
                <a:lnTo>
                  <a:pt x="60230" y="50343"/>
                </a:lnTo>
                <a:lnTo>
                  <a:pt x="60174" y="50287"/>
                </a:lnTo>
                <a:lnTo>
                  <a:pt x="60100" y="50250"/>
                </a:lnTo>
                <a:lnTo>
                  <a:pt x="60007" y="50138"/>
                </a:lnTo>
                <a:lnTo>
                  <a:pt x="59932" y="50101"/>
                </a:lnTo>
                <a:lnTo>
                  <a:pt x="59858" y="50064"/>
                </a:lnTo>
                <a:close/>
              </a:path>
            </a:pathLst>
          </a:custGeom>
          <a:solidFill>
            <a:srgbClr val="B5D4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829102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redoka One"/>
              <a:buNone/>
              <a:defRPr sz="2800" b="1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52848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bel"/>
              <a:buChar char="●"/>
              <a:defRPr sz="1800">
                <a:latin typeface="Abel"/>
                <a:ea typeface="Abel"/>
                <a:cs typeface="Abel"/>
                <a:sym typeface="Abel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bel"/>
              <a:buChar char="○"/>
              <a:defRPr>
                <a:latin typeface="Abel"/>
                <a:ea typeface="Abel"/>
                <a:cs typeface="Abel"/>
                <a:sym typeface="Abel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bel"/>
              <a:buChar char="■"/>
              <a:defRPr>
                <a:latin typeface="Abel"/>
                <a:ea typeface="Abel"/>
                <a:cs typeface="Abel"/>
                <a:sym typeface="Abel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bel"/>
              <a:buChar char="●"/>
              <a:defRPr>
                <a:latin typeface="Abel"/>
                <a:ea typeface="Abel"/>
                <a:cs typeface="Abel"/>
                <a:sym typeface="Abel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bel"/>
              <a:buChar char="○"/>
              <a:defRPr>
                <a:latin typeface="Abel"/>
                <a:ea typeface="Abel"/>
                <a:cs typeface="Abel"/>
                <a:sym typeface="Abel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bel"/>
              <a:buChar char="■"/>
              <a:defRPr>
                <a:latin typeface="Abel"/>
                <a:ea typeface="Abel"/>
                <a:cs typeface="Abel"/>
                <a:sym typeface="Abel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bel"/>
              <a:buChar char="●"/>
              <a:defRPr>
                <a:latin typeface="Abel"/>
                <a:ea typeface="Abel"/>
                <a:cs typeface="Abel"/>
                <a:sym typeface="Abel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bel"/>
              <a:buChar char="○"/>
              <a:defRPr>
                <a:latin typeface="Abel"/>
                <a:ea typeface="Abel"/>
                <a:cs typeface="Abel"/>
                <a:sym typeface="Abel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Abel"/>
              <a:buChar char="■"/>
              <a:defRPr>
                <a:latin typeface="Abel"/>
                <a:ea typeface="Abel"/>
                <a:cs typeface="Abel"/>
                <a:sym typeface="Abe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4297659" y="46692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1pPr>
            <a:lvl2pPr lvl="1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2pPr>
            <a:lvl3pPr lvl="2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3pPr>
            <a:lvl4pPr lvl="3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4pPr>
            <a:lvl5pPr lvl="4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5pPr>
            <a:lvl6pPr lvl="5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6pPr>
            <a:lvl7pPr lvl="6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7pPr>
            <a:lvl8pPr lvl="7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8pPr>
            <a:lvl9pPr lvl="8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83" r:id="rId3"/>
    <p:sldLayoutId id="2147483684" r:id="rId4"/>
    <p:sldLayoutId id="2147483685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cid:12C09B93-881E-49B6-87F1-6EC2C38AEE54" TargetMode="Externa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4" Type="http://schemas.openxmlformats.org/officeDocument/2006/relationships/comments" Target="../comments/commen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7"/>
          <p:cNvSpPr txBox="1">
            <a:spLocks noGrp="1"/>
          </p:cNvSpPr>
          <p:nvPr>
            <p:ph type="ctrTitle"/>
          </p:nvPr>
        </p:nvSpPr>
        <p:spPr>
          <a:xfrm>
            <a:off x="1113887" y="2074350"/>
            <a:ext cx="6916226" cy="99480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n>
                  <a:solidFill>
                    <a:schemeClr val="tx1"/>
                  </a:solidFill>
                </a:ln>
                <a:solidFill>
                  <a:srgbClr val="FFFFFF"/>
                </a:solidFill>
              </a:rPr>
              <a:t>Topic: Fractions</a:t>
            </a:r>
            <a:br>
              <a:rPr lang="en" dirty="0">
                <a:ln>
                  <a:solidFill>
                    <a:schemeClr val="tx1"/>
                  </a:solidFill>
                </a:ln>
                <a:solidFill>
                  <a:srgbClr val="FFFFFF"/>
                </a:solidFill>
              </a:rPr>
            </a:br>
            <a:r>
              <a:rPr lang="en" dirty="0">
                <a:ln>
                  <a:solidFill>
                    <a:schemeClr val="tx1"/>
                  </a:solidFill>
                </a:ln>
                <a:solidFill>
                  <a:srgbClr val="FFFFFF"/>
                </a:solidFill>
              </a:rPr>
              <a:t>EQ: How do we use arrays to add and subtract fractions?</a:t>
            </a:r>
            <a:endParaRPr dirty="0">
              <a:ln>
                <a:solidFill>
                  <a:schemeClr val="tx1"/>
                </a:solidFill>
              </a:ln>
              <a:solidFill>
                <a:srgbClr val="FFFFFF"/>
              </a:solidFill>
            </a:endParaRPr>
          </a:p>
        </p:txBody>
      </p:sp>
      <p:sp>
        <p:nvSpPr>
          <p:cNvPr id="353" name="Google Shape;353;p37"/>
          <p:cNvSpPr txBox="1">
            <a:spLocks noGrp="1"/>
          </p:cNvSpPr>
          <p:nvPr>
            <p:ph type="subTitle" idx="1"/>
          </p:nvPr>
        </p:nvSpPr>
        <p:spPr>
          <a:xfrm>
            <a:off x="-1366064" y="4751186"/>
            <a:ext cx="4311300" cy="31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FFFFFF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34D9471-647B-4663-AFF1-1A6AEA62863B}"/>
              </a:ext>
            </a:extLst>
          </p:cNvPr>
          <p:cNvSpPr txBox="1"/>
          <p:nvPr/>
        </p:nvSpPr>
        <p:spPr>
          <a:xfrm>
            <a:off x="3060700" y="3602390"/>
            <a:ext cx="33909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We’ll need graph paper for this lesson!</a:t>
            </a:r>
            <a:endParaRPr lang="en-A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70614" y="56462"/>
            <a:ext cx="8627946" cy="50258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800" dirty="0"/>
          </a:p>
        </p:txBody>
      </p:sp>
      <p:sp>
        <p:nvSpPr>
          <p:cNvPr id="375" name="Google Shape;375;p40"/>
          <p:cNvSpPr txBox="1">
            <a:spLocks noGrp="1"/>
          </p:cNvSpPr>
          <p:nvPr>
            <p:ph type="sldNum" idx="12"/>
          </p:nvPr>
        </p:nvSpPr>
        <p:spPr>
          <a:xfrm>
            <a:off x="4297659" y="4669251"/>
            <a:ext cx="5487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</a:rPr>
              <a:t>2</a:t>
            </a:fld>
            <a:endParaRPr>
              <a:solidFill>
                <a:srgbClr val="FFFFFF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1078347" y="458772"/>
            <a:ext cx="6858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1105643" y="818502"/>
            <a:ext cx="6858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45474" y="36961"/>
            <a:ext cx="484908" cy="473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825" dirty="0">
                <a:latin typeface="Chalkboard"/>
                <a:cs typeface="Chalkboard"/>
              </a:rPr>
              <a:t>24</a:t>
            </a:r>
          </a:p>
          <a:p>
            <a:r>
              <a:rPr lang="en-AU" sz="825" dirty="0">
                <a:latin typeface="Chalkboard"/>
                <a:cs typeface="Chalkboard"/>
              </a:rPr>
              <a:t>7</a:t>
            </a:r>
          </a:p>
          <a:p>
            <a:r>
              <a:rPr lang="en-AU" sz="825" dirty="0">
                <a:latin typeface="Chalkboard"/>
                <a:cs typeface="Chalkboard"/>
              </a:rPr>
              <a:t>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0560" y="60284"/>
            <a:ext cx="62578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49170"/>
            <a:ext cx="7655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800" b="1" dirty="0">
                <a:latin typeface="Chalkboard"/>
                <a:cs typeface="Chalkboard"/>
              </a:rPr>
              <a:t>EQ: How do we use arrays to add and subtract fractions?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347" y="37200"/>
            <a:ext cx="16866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800" b="1" dirty="0">
                <a:latin typeface="Chalkboard"/>
                <a:cs typeface="Chalkboard"/>
              </a:rPr>
              <a:t>Topic: Fractions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B980B59-188A-4CC7-A1F0-4E7004D8F4A1}"/>
                  </a:ext>
                </a:extLst>
              </p:cNvPr>
              <p:cNvSpPr txBox="1"/>
              <p:nvPr/>
            </p:nvSpPr>
            <p:spPr>
              <a:xfrm>
                <a:off x="375015" y="965136"/>
                <a:ext cx="7845287" cy="2838021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GB" sz="1800" b="1" dirty="0"/>
                  <a:t>Let’s get thinking!</a:t>
                </a:r>
              </a:p>
              <a:p>
                <a:endParaRPr lang="en-GB" b="1" dirty="0"/>
              </a:p>
              <a:p>
                <a:r>
                  <a:rPr lang="en-GB" sz="1800" dirty="0"/>
                  <a:t>The family bought some pizzas. I ate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lang="en-GB" sz="2000" dirty="0"/>
                  <a:t>  </a:t>
                </a:r>
                <a:r>
                  <a:rPr lang="en-GB" sz="1800" dirty="0"/>
                  <a:t>of the pepperoni pizza and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lang="en-GB" sz="2000" dirty="0"/>
                  <a:t>  </a:t>
                </a:r>
                <a:r>
                  <a:rPr lang="en-GB" sz="1800" dirty="0"/>
                  <a:t>of the ham and pineapple pizza. How much pizza did I eat?  </a:t>
                </a:r>
              </a:p>
              <a:p>
                <a:r>
                  <a:rPr lang="en-GB" sz="1800" dirty="0"/>
                  <a:t>Is it less than, more than or equal to one?  Why?</a:t>
                </a:r>
              </a:p>
              <a:p>
                <a:endParaRPr lang="en-AU" sz="1800" dirty="0"/>
              </a:p>
              <a:p>
                <a:r>
                  <a:rPr lang="en-AU" sz="1800" dirty="0"/>
                  <a:t>Discuss it with your shoulder partner &amp; be prepared to share.</a:t>
                </a:r>
              </a:p>
              <a:p>
                <a:endParaRPr lang="en-AU" sz="1800" dirty="0"/>
              </a:p>
              <a:p>
                <a:endParaRPr lang="en-AU" dirty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B980B59-188A-4CC7-A1F0-4E7004D8F4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015" y="965136"/>
                <a:ext cx="7845287" cy="2838021"/>
              </a:xfrm>
              <a:prstGeom prst="rect">
                <a:avLst/>
              </a:prstGeom>
              <a:blipFill>
                <a:blip r:embed="rId3"/>
                <a:stretch>
                  <a:fillRect l="-621" t="-855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95118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70614" y="56462"/>
            <a:ext cx="8627946" cy="50258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800" dirty="0"/>
          </a:p>
        </p:txBody>
      </p:sp>
      <p:sp>
        <p:nvSpPr>
          <p:cNvPr id="375" name="Google Shape;375;p40"/>
          <p:cNvSpPr txBox="1">
            <a:spLocks noGrp="1"/>
          </p:cNvSpPr>
          <p:nvPr>
            <p:ph type="sldNum" idx="12"/>
          </p:nvPr>
        </p:nvSpPr>
        <p:spPr>
          <a:xfrm>
            <a:off x="4297659" y="4669251"/>
            <a:ext cx="5487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</a:rPr>
              <a:t>3</a:t>
            </a:fld>
            <a:endParaRPr>
              <a:solidFill>
                <a:srgbClr val="FFFFFF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1078347" y="458772"/>
            <a:ext cx="6858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1105643" y="818502"/>
            <a:ext cx="6858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45474" y="36961"/>
            <a:ext cx="484908" cy="473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825" dirty="0">
                <a:latin typeface="Chalkboard"/>
                <a:cs typeface="Chalkboard"/>
              </a:rPr>
              <a:t>24</a:t>
            </a:r>
          </a:p>
          <a:p>
            <a:r>
              <a:rPr lang="en-AU" sz="825" dirty="0">
                <a:latin typeface="Chalkboard"/>
                <a:cs typeface="Chalkboard"/>
              </a:rPr>
              <a:t>7</a:t>
            </a:r>
          </a:p>
          <a:p>
            <a:r>
              <a:rPr lang="en-AU" sz="825" dirty="0">
                <a:latin typeface="Chalkboard"/>
                <a:cs typeface="Chalkboard"/>
              </a:rPr>
              <a:t>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0560" y="60284"/>
            <a:ext cx="62578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49170"/>
            <a:ext cx="7655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800" b="1" dirty="0">
                <a:latin typeface="Chalkboard"/>
                <a:cs typeface="Chalkboard"/>
              </a:rPr>
              <a:t>EQ: How do we use arrays to add and subtract fractions?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347" y="37200"/>
            <a:ext cx="16866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800" b="1" dirty="0">
                <a:latin typeface="Chalkboard"/>
                <a:cs typeface="Chalkboard"/>
              </a:rPr>
              <a:t>Topic: Fractions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2B34C07-A622-47D1-BCDD-557FA75E00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649" y="1096282"/>
            <a:ext cx="2152075" cy="2237426"/>
          </a:xfrm>
          <a:prstGeom prst="rect">
            <a:avLst/>
          </a:prstGeom>
        </p:spPr>
      </p:pic>
      <p:pic>
        <p:nvPicPr>
          <p:cNvPr id="14" name="12C09B93-881E-49B6-87F1-6EC2C38AEE54">
            <a:extLst>
              <a:ext uri="{FF2B5EF4-FFF2-40B4-BE49-F238E27FC236}">
                <a16:creationId xmlns:a16="http://schemas.microsoft.com/office/drawing/2014/main" id="{04856293-0834-4B3E-BC21-6BC6C943662C}"/>
              </a:ext>
            </a:extLst>
          </p:cNvPr>
          <p:cNvPicPr/>
          <p:nvPr/>
        </p:nvPicPr>
        <p:blipFill>
          <a:blip r:embed="rId4" r:link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1665" y="1211211"/>
            <a:ext cx="2030356" cy="195729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CE7F839-8F0C-493D-A210-E7A3461D3C55}"/>
              </a:ext>
            </a:extLst>
          </p:cNvPr>
          <p:cNvCxnSpPr>
            <a:endCxn id="14" idx="2"/>
          </p:cNvCxnSpPr>
          <p:nvPr/>
        </p:nvCxnSpPr>
        <p:spPr>
          <a:xfrm>
            <a:off x="4189228" y="1211211"/>
            <a:ext cx="47615" cy="1957292"/>
          </a:xfrm>
          <a:prstGeom prst="line">
            <a:avLst/>
          </a:prstGeom>
          <a:ln w="635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3672C47-3247-43DF-9939-FFBF2E5A6EAF}"/>
              </a:ext>
            </a:extLst>
          </p:cNvPr>
          <p:cNvCxnSpPr>
            <a:cxnSpLocks/>
          </p:cNvCxnSpPr>
          <p:nvPr/>
        </p:nvCxnSpPr>
        <p:spPr>
          <a:xfrm flipV="1">
            <a:off x="3270975" y="2226366"/>
            <a:ext cx="2030356" cy="16500"/>
          </a:xfrm>
          <a:prstGeom prst="line">
            <a:avLst/>
          </a:prstGeom>
          <a:ln w="539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8D09D77-FA4D-4F4F-AE65-AB73BFE09C9F}"/>
              </a:ext>
            </a:extLst>
          </p:cNvPr>
          <p:cNvCxnSpPr/>
          <p:nvPr/>
        </p:nvCxnSpPr>
        <p:spPr>
          <a:xfrm>
            <a:off x="1351722" y="1577009"/>
            <a:ext cx="1219200" cy="135172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CA2A260-67B6-4604-902E-CEFDC5382149}"/>
              </a:ext>
            </a:extLst>
          </p:cNvPr>
          <p:cNvCxnSpPr/>
          <p:nvPr/>
        </p:nvCxnSpPr>
        <p:spPr>
          <a:xfrm flipV="1">
            <a:off x="1351722" y="1616765"/>
            <a:ext cx="1232452" cy="124570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12229C1-BD2B-441C-8F7A-666FF175215C}"/>
              </a:ext>
            </a:extLst>
          </p:cNvPr>
          <p:cNvCxnSpPr/>
          <p:nvPr/>
        </p:nvCxnSpPr>
        <p:spPr>
          <a:xfrm>
            <a:off x="3503797" y="1560626"/>
            <a:ext cx="1466983" cy="1301844"/>
          </a:xfrm>
          <a:prstGeom prst="line">
            <a:avLst/>
          </a:prstGeom>
          <a:ln w="603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3C288AB-5882-45C8-9EFF-E112D4284564}"/>
              </a:ext>
            </a:extLst>
          </p:cNvPr>
          <p:cNvCxnSpPr>
            <a:cxnSpLocks/>
          </p:cNvCxnSpPr>
          <p:nvPr/>
        </p:nvCxnSpPr>
        <p:spPr>
          <a:xfrm flipV="1">
            <a:off x="3503797" y="1541125"/>
            <a:ext cx="1342562" cy="1321346"/>
          </a:xfrm>
          <a:prstGeom prst="line">
            <a:avLst/>
          </a:prstGeom>
          <a:ln w="539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FF1EE262-89A6-4FDA-AD7E-B8511E37D591}"/>
                  </a:ext>
                </a:extLst>
              </p:cNvPr>
              <p:cNvSpPr txBox="1"/>
              <p:nvPr/>
            </p:nvSpPr>
            <p:spPr>
              <a:xfrm>
                <a:off x="845648" y="3697357"/>
                <a:ext cx="7495363" cy="11742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The pizzas are the same size and as they are cut into 8, each slice is the same size.</a:t>
                </a:r>
              </a:p>
              <a:p>
                <a:r>
                  <a:rPr lang="en-GB" dirty="0"/>
                  <a:t>If you eat 4 slices from one and 3 slices from the other, then you eat 7 slices of pizza total.</a:t>
                </a:r>
              </a:p>
              <a:p>
                <a:r>
                  <a:rPr lang="en-GB" dirty="0"/>
                  <a:t>As a pizza has 8 slices, you have eaten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lang="en-GB" sz="2000" dirty="0"/>
                  <a:t> </a:t>
                </a:r>
                <a:r>
                  <a:rPr lang="en-GB" dirty="0"/>
                  <a:t>of a pizza.</a:t>
                </a:r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FF1EE262-89A6-4FDA-AD7E-B8511E37D5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648" y="3697357"/>
                <a:ext cx="7495363" cy="1174296"/>
              </a:xfrm>
              <a:prstGeom prst="rect">
                <a:avLst/>
              </a:prstGeom>
              <a:blipFill>
                <a:blip r:embed="rId6"/>
                <a:stretch>
                  <a:fillRect l="-244" t="-104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485337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192" y="593854"/>
            <a:ext cx="9141619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91" y="-34970"/>
            <a:ext cx="4319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30558" y="973996"/>
            <a:ext cx="0" cy="4169504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37531" y="56804"/>
            <a:ext cx="1497526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595"/>
            <a:r>
              <a:rPr lang="en-AU" sz="2700" b="1" dirty="0">
                <a:solidFill>
                  <a:schemeClr val="tx1"/>
                </a:solidFill>
                <a:latin typeface="Fragment Core" panose="02000504040000020003" pitchFamily="50" charset="0"/>
              </a:rPr>
              <a:t>Fractions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91222" y="103493"/>
            <a:ext cx="695143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7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-92749" y="1114230"/>
            <a:ext cx="192330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595"/>
            <a:endParaRPr lang="en-US" sz="2400" b="1" dirty="0">
              <a:solidFill>
                <a:prstClr val="black"/>
              </a:solidFill>
              <a:latin typeface="Fragment Core" panose="02000504040000020003" pitchFamily="50" charset="0"/>
            </a:endParaRPr>
          </a:p>
          <a:p>
            <a:pPr algn="ctr" defTabSz="685595"/>
            <a:r>
              <a:rPr lang="en-US" sz="2400" b="1" dirty="0">
                <a:solidFill>
                  <a:prstClr val="black"/>
                </a:solidFill>
                <a:latin typeface="Fragment Core" panose="02000504040000020003" pitchFamily="50" charset="0"/>
              </a:rPr>
              <a:t>Adding With Same Denominator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3509" y="583315"/>
            <a:ext cx="884285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2100" b="1" dirty="0">
                <a:solidFill>
                  <a:schemeClr val="tx1"/>
                </a:solidFill>
                <a:latin typeface="Fragment Core" panose="02000504040000020003" pitchFamily="50" charset="0"/>
              </a:rPr>
              <a:t>EQ – How do we use arrays to add and subtract fractions?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1967722" y="1064887"/>
                <a:ext cx="6567849" cy="13265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685595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3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30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AU" sz="30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𝟕</m:t>
                          </m:r>
                        </m:den>
                      </m:f>
                      <m:r>
                        <a:rPr lang="en-AU" sz="3000" b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AU" sz="30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30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num>
                        <m:den>
                          <m:r>
                            <a:rPr lang="en-AU" sz="30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𝟕</m:t>
                          </m:r>
                        </m:den>
                      </m:f>
                    </m:oMath>
                  </m:oMathPara>
                </a14:m>
                <a:endParaRPr lang="en-US" sz="2400" b="1" dirty="0">
                  <a:solidFill>
                    <a:prstClr val="black"/>
                  </a:solidFill>
                </a:endParaRPr>
              </a:p>
              <a:p>
                <a:pPr defTabSz="685595"/>
                <a:endParaRPr lang="en-US" sz="24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7722" y="1064887"/>
                <a:ext cx="6567849" cy="132658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192" y="973997"/>
            <a:ext cx="9141619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B9E91E0-1258-4C4F-9092-80EF304B8449}"/>
              </a:ext>
            </a:extLst>
          </p:cNvPr>
          <p:cNvGraphicFramePr>
            <a:graphicFrameLocks noGrp="1"/>
          </p:cNvGraphicFramePr>
          <p:nvPr/>
        </p:nvGraphicFramePr>
        <p:xfrm>
          <a:off x="1967722" y="2559965"/>
          <a:ext cx="1471829" cy="18420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71829">
                  <a:extLst>
                    <a:ext uri="{9D8B030D-6E8A-4147-A177-3AD203B41FA5}">
                      <a16:colId xmlns:a16="http://schemas.microsoft.com/office/drawing/2014/main" val="154818122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3087348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2787961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6448152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8778031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2147068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1034935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2192803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633AFD06-7DA7-4FED-85E5-A3E581AC53F7}"/>
              </a:ext>
            </a:extLst>
          </p:cNvPr>
          <p:cNvGraphicFramePr>
            <a:graphicFrameLocks noGrp="1"/>
          </p:cNvGraphicFramePr>
          <p:nvPr/>
        </p:nvGraphicFramePr>
        <p:xfrm>
          <a:off x="4173117" y="2559965"/>
          <a:ext cx="1471829" cy="18420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71829">
                  <a:extLst>
                    <a:ext uri="{9D8B030D-6E8A-4147-A177-3AD203B41FA5}">
                      <a16:colId xmlns:a16="http://schemas.microsoft.com/office/drawing/2014/main" val="154818122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3087348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2787961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6448152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8778031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2147068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1034935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2192803"/>
                  </a:ext>
                </a:extLst>
              </a:tr>
            </a:tbl>
          </a:graphicData>
        </a:graphic>
      </p:graphicFrame>
      <p:sp>
        <p:nvSpPr>
          <p:cNvPr id="2" name="Plus Sign 1">
            <a:extLst>
              <a:ext uri="{FF2B5EF4-FFF2-40B4-BE49-F238E27FC236}">
                <a16:creationId xmlns:a16="http://schemas.microsoft.com/office/drawing/2014/main" id="{6BD3B659-BCA7-4DC1-9CBA-3A9B6D5ACD78}"/>
              </a:ext>
            </a:extLst>
          </p:cNvPr>
          <p:cNvSpPr/>
          <p:nvPr/>
        </p:nvSpPr>
        <p:spPr>
          <a:xfrm>
            <a:off x="3517608" y="3222025"/>
            <a:ext cx="538089" cy="596119"/>
          </a:xfrm>
          <a:prstGeom prst="mathPl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050"/>
          </a:p>
        </p:txBody>
      </p:sp>
    </p:spTree>
    <p:extLst>
      <p:ext uri="{BB962C8B-B14F-4D97-AF65-F5344CB8AC3E}">
        <p14:creationId xmlns:p14="http://schemas.microsoft.com/office/powerpoint/2010/main" val="846027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192" y="593854"/>
            <a:ext cx="9141619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91" y="-34970"/>
            <a:ext cx="4319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30558" y="973996"/>
            <a:ext cx="0" cy="4169504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291222" y="103493"/>
            <a:ext cx="695143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7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-92755" y="1114230"/>
            <a:ext cx="192331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595"/>
            <a:endParaRPr lang="en-US" sz="2400" b="1" dirty="0">
              <a:solidFill>
                <a:prstClr val="black"/>
              </a:solidFill>
              <a:latin typeface="Fragment Core" panose="02000504040000020003" pitchFamily="50" charset="0"/>
            </a:endParaRPr>
          </a:p>
          <a:p>
            <a:pPr algn="ctr" defTabSz="685595"/>
            <a:endParaRPr lang="en-US" sz="2400" b="1" dirty="0">
              <a:solidFill>
                <a:prstClr val="black"/>
              </a:solidFill>
              <a:latin typeface="Fragment Core" panose="02000504040000020003" pitchFamily="50" charset="0"/>
            </a:endParaRPr>
          </a:p>
          <a:p>
            <a:pPr algn="ctr" defTabSz="685595"/>
            <a:r>
              <a:rPr lang="en-US" sz="2400" b="1" dirty="0">
                <a:solidFill>
                  <a:prstClr val="black"/>
                </a:solidFill>
                <a:latin typeface="Fragment Core" panose="02000504040000020003" pitchFamily="50" charset="0"/>
              </a:rPr>
              <a:t>Adding With Same Denominator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1967722" y="1064887"/>
                <a:ext cx="6567849" cy="13265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685595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3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30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AU" sz="30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𝟕</m:t>
                          </m:r>
                        </m:den>
                      </m:f>
                      <m:r>
                        <a:rPr lang="en-AU" sz="3000" b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AU" sz="30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30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num>
                        <m:den>
                          <m:r>
                            <a:rPr lang="en-AU" sz="30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𝟕</m:t>
                          </m:r>
                        </m:den>
                      </m:f>
                    </m:oMath>
                  </m:oMathPara>
                </a14:m>
                <a:endParaRPr lang="en-US" sz="2400" b="1" dirty="0">
                  <a:solidFill>
                    <a:prstClr val="black"/>
                  </a:solidFill>
                </a:endParaRPr>
              </a:p>
              <a:p>
                <a:pPr defTabSz="685595"/>
                <a:endParaRPr lang="en-US" sz="24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7722" y="1064887"/>
                <a:ext cx="6567849" cy="132658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192" y="973997"/>
            <a:ext cx="9141619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B9E91E0-1258-4C4F-9092-80EF304B8449}"/>
              </a:ext>
            </a:extLst>
          </p:cNvPr>
          <p:cNvGraphicFramePr>
            <a:graphicFrameLocks noGrp="1"/>
          </p:cNvGraphicFramePr>
          <p:nvPr/>
        </p:nvGraphicFramePr>
        <p:xfrm>
          <a:off x="1967722" y="2559965"/>
          <a:ext cx="1471829" cy="18420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71829">
                  <a:extLst>
                    <a:ext uri="{9D8B030D-6E8A-4147-A177-3AD203B41FA5}">
                      <a16:colId xmlns:a16="http://schemas.microsoft.com/office/drawing/2014/main" val="154818122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3087348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2787961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6448152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8778031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2147068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1034935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2192803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633AFD06-7DA7-4FED-85E5-A3E581AC53F7}"/>
              </a:ext>
            </a:extLst>
          </p:cNvPr>
          <p:cNvGraphicFramePr>
            <a:graphicFrameLocks noGrp="1"/>
          </p:cNvGraphicFramePr>
          <p:nvPr/>
        </p:nvGraphicFramePr>
        <p:xfrm>
          <a:off x="4173117" y="2559965"/>
          <a:ext cx="1471829" cy="18420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71829">
                  <a:extLst>
                    <a:ext uri="{9D8B030D-6E8A-4147-A177-3AD203B41FA5}">
                      <a16:colId xmlns:a16="http://schemas.microsoft.com/office/drawing/2014/main" val="154818122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3087348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2787961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6448152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8778031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2147068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1034935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2192803"/>
                  </a:ext>
                </a:extLst>
              </a:tr>
            </a:tbl>
          </a:graphicData>
        </a:graphic>
      </p:graphicFrame>
      <p:sp>
        <p:nvSpPr>
          <p:cNvPr id="2" name="Plus Sign 1">
            <a:extLst>
              <a:ext uri="{FF2B5EF4-FFF2-40B4-BE49-F238E27FC236}">
                <a16:creationId xmlns:a16="http://schemas.microsoft.com/office/drawing/2014/main" id="{6BD3B659-BCA7-4DC1-9CBA-3A9B6D5ACD78}"/>
              </a:ext>
            </a:extLst>
          </p:cNvPr>
          <p:cNvSpPr/>
          <p:nvPr/>
        </p:nvSpPr>
        <p:spPr>
          <a:xfrm>
            <a:off x="3517608" y="3222025"/>
            <a:ext cx="538089" cy="596119"/>
          </a:xfrm>
          <a:prstGeom prst="mathPl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05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B54CBCD-3D50-4FEE-B281-A05B691F5120}"/>
              </a:ext>
            </a:extLst>
          </p:cNvPr>
          <p:cNvSpPr txBox="1"/>
          <p:nvPr/>
        </p:nvSpPr>
        <p:spPr>
          <a:xfrm>
            <a:off x="337531" y="56804"/>
            <a:ext cx="1497526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595"/>
            <a:r>
              <a:rPr lang="en-GB" sz="2700" b="1" dirty="0">
                <a:solidFill>
                  <a:schemeClr val="tx1"/>
                </a:solidFill>
                <a:latin typeface="Fragment Core" panose="02000504040000020003" pitchFamily="50" charset="0"/>
              </a:rPr>
              <a:t>Fractions</a:t>
            </a:r>
            <a:endParaRPr lang="en-AU" sz="2700" b="1" dirty="0">
              <a:solidFill>
                <a:schemeClr val="tx1"/>
              </a:solidFill>
              <a:latin typeface="Fragment Core" panose="02000504040000020003" pitchFamily="50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CBCB962-1B62-423E-BB3E-5976F63C942B}"/>
              </a:ext>
            </a:extLst>
          </p:cNvPr>
          <p:cNvSpPr txBox="1"/>
          <p:nvPr/>
        </p:nvSpPr>
        <p:spPr>
          <a:xfrm>
            <a:off x="143509" y="583315"/>
            <a:ext cx="884285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2100" b="1" dirty="0">
                <a:solidFill>
                  <a:schemeClr val="tx1"/>
                </a:solidFill>
                <a:latin typeface="Fragment Core" panose="02000504040000020003" pitchFamily="50" charset="0"/>
              </a:rPr>
              <a:t>EQ – How do we use arrays to add and subtract fractions?</a:t>
            </a:r>
          </a:p>
        </p:txBody>
      </p:sp>
    </p:spTree>
    <p:extLst>
      <p:ext uri="{BB962C8B-B14F-4D97-AF65-F5344CB8AC3E}">
        <p14:creationId xmlns:p14="http://schemas.microsoft.com/office/powerpoint/2010/main" val="3324175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192" y="593854"/>
            <a:ext cx="9141619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91" y="-34970"/>
            <a:ext cx="4319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30558" y="973996"/>
            <a:ext cx="0" cy="4169504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291222" y="103493"/>
            <a:ext cx="695143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7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-92751" y="1114230"/>
            <a:ext cx="192331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595"/>
            <a:endParaRPr lang="en-US" sz="2400" b="1" dirty="0">
              <a:solidFill>
                <a:prstClr val="black"/>
              </a:solidFill>
              <a:latin typeface="Fragment Core" panose="02000504040000020003" pitchFamily="50" charset="0"/>
            </a:endParaRPr>
          </a:p>
          <a:p>
            <a:pPr algn="ctr" defTabSz="685595"/>
            <a:r>
              <a:rPr lang="en-US" sz="2400" b="1" dirty="0">
                <a:solidFill>
                  <a:prstClr val="black"/>
                </a:solidFill>
                <a:latin typeface="Fragment Core" panose="02000504040000020003" pitchFamily="50" charset="0"/>
              </a:rPr>
              <a:t>Adding With Same Denominator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1967722" y="1064887"/>
                <a:ext cx="6567849" cy="13265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685595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30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30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AU" sz="30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𝟕</m:t>
                          </m:r>
                        </m:den>
                      </m:f>
                      <m:r>
                        <a:rPr lang="en-AU" sz="3000" b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AU" sz="30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30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num>
                        <m:den>
                          <m:r>
                            <a:rPr lang="en-AU" sz="30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𝟕</m:t>
                          </m:r>
                        </m:den>
                      </m:f>
                    </m:oMath>
                  </m:oMathPara>
                </a14:m>
                <a:endParaRPr lang="en-US" sz="2400" b="1" dirty="0">
                  <a:solidFill>
                    <a:prstClr val="black"/>
                  </a:solidFill>
                </a:endParaRPr>
              </a:p>
              <a:p>
                <a:pPr defTabSz="685595"/>
                <a:endParaRPr lang="en-US" sz="24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7722" y="1064887"/>
                <a:ext cx="6567849" cy="132658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192" y="973997"/>
            <a:ext cx="9141619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B9E91E0-1258-4C4F-9092-80EF304B8449}"/>
              </a:ext>
            </a:extLst>
          </p:cNvPr>
          <p:cNvGraphicFramePr>
            <a:graphicFrameLocks noGrp="1"/>
          </p:cNvGraphicFramePr>
          <p:nvPr/>
        </p:nvGraphicFramePr>
        <p:xfrm>
          <a:off x="1967722" y="2559965"/>
          <a:ext cx="1471829" cy="18420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71829">
                  <a:extLst>
                    <a:ext uri="{9D8B030D-6E8A-4147-A177-3AD203B41FA5}">
                      <a16:colId xmlns:a16="http://schemas.microsoft.com/office/drawing/2014/main" val="154818122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3087348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2787961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6448152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8778031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2147068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1034935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2192803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633AFD06-7DA7-4FED-85E5-A3E581AC53F7}"/>
              </a:ext>
            </a:extLst>
          </p:cNvPr>
          <p:cNvGraphicFramePr>
            <a:graphicFrameLocks noGrp="1"/>
          </p:cNvGraphicFramePr>
          <p:nvPr/>
        </p:nvGraphicFramePr>
        <p:xfrm>
          <a:off x="4173117" y="2559965"/>
          <a:ext cx="1471829" cy="18420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71829">
                  <a:extLst>
                    <a:ext uri="{9D8B030D-6E8A-4147-A177-3AD203B41FA5}">
                      <a16:colId xmlns:a16="http://schemas.microsoft.com/office/drawing/2014/main" val="154818122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3087348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2787961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6448152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8778031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2147068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1034935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2192803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F0DD4B97-58C0-4F80-88AE-21BFBB9F6B21}"/>
              </a:ext>
            </a:extLst>
          </p:cNvPr>
          <p:cNvGraphicFramePr>
            <a:graphicFrameLocks noGrp="1"/>
          </p:cNvGraphicFramePr>
          <p:nvPr/>
        </p:nvGraphicFramePr>
        <p:xfrm>
          <a:off x="6703259" y="2559965"/>
          <a:ext cx="1471829" cy="18420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71829">
                  <a:extLst>
                    <a:ext uri="{9D8B030D-6E8A-4147-A177-3AD203B41FA5}">
                      <a16:colId xmlns:a16="http://schemas.microsoft.com/office/drawing/2014/main" val="154818122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3087348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2787961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6448152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8778031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2147068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1034935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2192803"/>
                  </a:ext>
                </a:extLst>
              </a:tr>
            </a:tbl>
          </a:graphicData>
        </a:graphic>
      </p:graphicFrame>
      <p:sp>
        <p:nvSpPr>
          <p:cNvPr id="2" name="Plus Sign 1">
            <a:extLst>
              <a:ext uri="{FF2B5EF4-FFF2-40B4-BE49-F238E27FC236}">
                <a16:creationId xmlns:a16="http://schemas.microsoft.com/office/drawing/2014/main" id="{6BD3B659-BCA7-4DC1-9CBA-3A9B6D5ACD78}"/>
              </a:ext>
            </a:extLst>
          </p:cNvPr>
          <p:cNvSpPr/>
          <p:nvPr/>
        </p:nvSpPr>
        <p:spPr>
          <a:xfrm>
            <a:off x="3517608" y="3222025"/>
            <a:ext cx="538089" cy="596119"/>
          </a:xfrm>
          <a:prstGeom prst="mathPl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050"/>
          </a:p>
        </p:txBody>
      </p:sp>
      <p:sp>
        <p:nvSpPr>
          <p:cNvPr id="6" name="Equals 5">
            <a:extLst>
              <a:ext uri="{FF2B5EF4-FFF2-40B4-BE49-F238E27FC236}">
                <a16:creationId xmlns:a16="http://schemas.microsoft.com/office/drawing/2014/main" id="{24A14A10-C8B5-439B-85E5-0875CE3648F7}"/>
              </a:ext>
            </a:extLst>
          </p:cNvPr>
          <p:cNvSpPr/>
          <p:nvPr/>
        </p:nvSpPr>
        <p:spPr>
          <a:xfrm>
            <a:off x="5708109" y="3227301"/>
            <a:ext cx="931988" cy="590843"/>
          </a:xfrm>
          <a:prstGeom prst="mathEqua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050">
              <a:solidFill>
                <a:schemeClr val="tx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4D9EB50-9B29-4A4D-91B4-8770E3BBE18F}"/>
              </a:ext>
            </a:extLst>
          </p:cNvPr>
          <p:cNvSpPr txBox="1"/>
          <p:nvPr/>
        </p:nvSpPr>
        <p:spPr>
          <a:xfrm>
            <a:off x="337531" y="56804"/>
            <a:ext cx="1497526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595"/>
            <a:r>
              <a:rPr lang="en-GB" sz="2700" b="1" dirty="0">
                <a:solidFill>
                  <a:schemeClr val="tx1"/>
                </a:solidFill>
                <a:latin typeface="Fragment Core" panose="02000504040000020003" pitchFamily="50" charset="0"/>
              </a:rPr>
              <a:t>Fractions</a:t>
            </a:r>
            <a:endParaRPr lang="en-AU" sz="2700" b="1" dirty="0">
              <a:solidFill>
                <a:schemeClr val="tx1"/>
              </a:solidFill>
              <a:latin typeface="Fragment Core" panose="02000504040000020003" pitchFamily="50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0322FA0-EF56-43CD-9550-B61F93A5E245}"/>
              </a:ext>
            </a:extLst>
          </p:cNvPr>
          <p:cNvSpPr txBox="1"/>
          <p:nvPr/>
        </p:nvSpPr>
        <p:spPr>
          <a:xfrm>
            <a:off x="143509" y="583315"/>
            <a:ext cx="884285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2100" b="1" dirty="0">
                <a:solidFill>
                  <a:schemeClr val="tx1"/>
                </a:solidFill>
                <a:latin typeface="Fragment Core" panose="02000504040000020003" pitchFamily="50" charset="0"/>
              </a:rPr>
              <a:t>EQ – How do we use arrays to add and subtract fractions?</a:t>
            </a:r>
          </a:p>
        </p:txBody>
      </p:sp>
    </p:spTree>
    <p:extLst>
      <p:ext uri="{BB962C8B-B14F-4D97-AF65-F5344CB8AC3E}">
        <p14:creationId xmlns:p14="http://schemas.microsoft.com/office/powerpoint/2010/main" val="20012657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192" y="593854"/>
            <a:ext cx="9141619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91" y="-34970"/>
            <a:ext cx="4319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30558" y="973996"/>
            <a:ext cx="0" cy="4169504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291222" y="103493"/>
            <a:ext cx="695143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7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-92759" y="1114230"/>
            <a:ext cx="192331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595"/>
            <a:endParaRPr lang="en-US" sz="2400" b="1" dirty="0">
              <a:solidFill>
                <a:prstClr val="black"/>
              </a:solidFill>
              <a:latin typeface="Fragment Core" panose="02000504040000020003" pitchFamily="50" charset="0"/>
            </a:endParaRPr>
          </a:p>
          <a:p>
            <a:pPr algn="ctr" defTabSz="685595"/>
            <a:r>
              <a:rPr lang="en-US" sz="2400" b="1" dirty="0">
                <a:solidFill>
                  <a:prstClr val="black"/>
                </a:solidFill>
                <a:latin typeface="Fragment Core" panose="02000504040000020003" pitchFamily="50" charset="0"/>
              </a:rPr>
              <a:t>Adding With Same Denominator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1967722" y="1064888"/>
                <a:ext cx="6567849" cy="13359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685595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30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30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AU" sz="30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𝟕</m:t>
                          </m:r>
                        </m:den>
                      </m:f>
                      <m:r>
                        <a:rPr lang="en-AU" sz="3000" b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AU" sz="30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30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num>
                        <m:den>
                          <m:r>
                            <a:rPr lang="en-AU" sz="30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𝟕</m:t>
                          </m:r>
                        </m:den>
                      </m:f>
                      <m:r>
                        <a:rPr lang="en-AU" sz="30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30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30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num>
                        <m:den>
                          <m:r>
                            <a:rPr lang="en-AU" sz="30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𝟕</m:t>
                          </m:r>
                        </m:den>
                      </m:f>
                    </m:oMath>
                  </m:oMathPara>
                </a14:m>
                <a:endParaRPr lang="en-US" sz="2400" b="1" dirty="0">
                  <a:solidFill>
                    <a:prstClr val="black"/>
                  </a:solidFill>
                </a:endParaRPr>
              </a:p>
              <a:p>
                <a:pPr defTabSz="685595"/>
                <a:endParaRPr lang="en-US" sz="24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7722" y="1064888"/>
                <a:ext cx="6567849" cy="13359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192" y="973997"/>
            <a:ext cx="9141619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B9E91E0-1258-4C4F-9092-80EF304B8449}"/>
              </a:ext>
            </a:extLst>
          </p:cNvPr>
          <p:cNvGraphicFramePr>
            <a:graphicFrameLocks noGrp="1"/>
          </p:cNvGraphicFramePr>
          <p:nvPr/>
        </p:nvGraphicFramePr>
        <p:xfrm>
          <a:off x="1967722" y="2559965"/>
          <a:ext cx="1471829" cy="18420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71829">
                  <a:extLst>
                    <a:ext uri="{9D8B030D-6E8A-4147-A177-3AD203B41FA5}">
                      <a16:colId xmlns:a16="http://schemas.microsoft.com/office/drawing/2014/main" val="154818122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3087348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2787961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6448152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8778031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2147068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1034935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2192803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633AFD06-7DA7-4FED-85E5-A3E581AC53F7}"/>
              </a:ext>
            </a:extLst>
          </p:cNvPr>
          <p:cNvGraphicFramePr>
            <a:graphicFrameLocks noGrp="1"/>
          </p:cNvGraphicFramePr>
          <p:nvPr/>
        </p:nvGraphicFramePr>
        <p:xfrm>
          <a:off x="4173117" y="2559965"/>
          <a:ext cx="1471829" cy="18420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71829">
                  <a:extLst>
                    <a:ext uri="{9D8B030D-6E8A-4147-A177-3AD203B41FA5}">
                      <a16:colId xmlns:a16="http://schemas.microsoft.com/office/drawing/2014/main" val="154818122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3087348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2787961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6448152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8778031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2147068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1034935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2192803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F0DD4B97-58C0-4F80-88AE-21BFBB9F6B21}"/>
              </a:ext>
            </a:extLst>
          </p:cNvPr>
          <p:cNvGraphicFramePr>
            <a:graphicFrameLocks noGrp="1"/>
          </p:cNvGraphicFramePr>
          <p:nvPr/>
        </p:nvGraphicFramePr>
        <p:xfrm>
          <a:off x="6703259" y="2559965"/>
          <a:ext cx="1471829" cy="18420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71829">
                  <a:extLst>
                    <a:ext uri="{9D8B030D-6E8A-4147-A177-3AD203B41FA5}">
                      <a16:colId xmlns:a16="http://schemas.microsoft.com/office/drawing/2014/main" val="154818122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3087348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2787961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6448152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8778031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2147068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1034935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2192803"/>
                  </a:ext>
                </a:extLst>
              </a:tr>
            </a:tbl>
          </a:graphicData>
        </a:graphic>
      </p:graphicFrame>
      <p:sp>
        <p:nvSpPr>
          <p:cNvPr id="2" name="Plus Sign 1">
            <a:extLst>
              <a:ext uri="{FF2B5EF4-FFF2-40B4-BE49-F238E27FC236}">
                <a16:creationId xmlns:a16="http://schemas.microsoft.com/office/drawing/2014/main" id="{6BD3B659-BCA7-4DC1-9CBA-3A9B6D5ACD78}"/>
              </a:ext>
            </a:extLst>
          </p:cNvPr>
          <p:cNvSpPr/>
          <p:nvPr/>
        </p:nvSpPr>
        <p:spPr>
          <a:xfrm>
            <a:off x="3517608" y="3222025"/>
            <a:ext cx="538089" cy="596119"/>
          </a:xfrm>
          <a:prstGeom prst="mathPl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050"/>
          </a:p>
        </p:txBody>
      </p:sp>
      <p:sp>
        <p:nvSpPr>
          <p:cNvPr id="6" name="Equals 5">
            <a:extLst>
              <a:ext uri="{FF2B5EF4-FFF2-40B4-BE49-F238E27FC236}">
                <a16:creationId xmlns:a16="http://schemas.microsoft.com/office/drawing/2014/main" id="{24A14A10-C8B5-439B-85E5-0875CE3648F7}"/>
              </a:ext>
            </a:extLst>
          </p:cNvPr>
          <p:cNvSpPr/>
          <p:nvPr/>
        </p:nvSpPr>
        <p:spPr>
          <a:xfrm>
            <a:off x="5708109" y="3227301"/>
            <a:ext cx="931988" cy="590843"/>
          </a:xfrm>
          <a:prstGeom prst="mathEqua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050">
              <a:solidFill>
                <a:schemeClr val="tx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848031B-3CF4-4C0E-B258-0064E2C91EF0}"/>
              </a:ext>
            </a:extLst>
          </p:cNvPr>
          <p:cNvSpPr txBox="1"/>
          <p:nvPr/>
        </p:nvSpPr>
        <p:spPr>
          <a:xfrm>
            <a:off x="337531" y="56804"/>
            <a:ext cx="1497526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595"/>
            <a:r>
              <a:rPr lang="en-GB" sz="2700" b="1" dirty="0">
                <a:solidFill>
                  <a:schemeClr val="tx1"/>
                </a:solidFill>
                <a:latin typeface="Fragment Core" panose="02000504040000020003" pitchFamily="50" charset="0"/>
              </a:rPr>
              <a:t>Fractions</a:t>
            </a:r>
            <a:endParaRPr lang="en-AU" sz="2700" b="1" dirty="0">
              <a:solidFill>
                <a:schemeClr val="tx1"/>
              </a:solidFill>
              <a:latin typeface="Fragment Core" panose="02000504040000020003" pitchFamily="50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FFC6001-0290-4C3B-B6C9-8ED0E1B736F4}"/>
              </a:ext>
            </a:extLst>
          </p:cNvPr>
          <p:cNvSpPr txBox="1"/>
          <p:nvPr/>
        </p:nvSpPr>
        <p:spPr>
          <a:xfrm>
            <a:off x="143509" y="583315"/>
            <a:ext cx="884285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2100" b="1" dirty="0">
                <a:solidFill>
                  <a:schemeClr val="tx1"/>
                </a:solidFill>
                <a:latin typeface="Fragment Core" panose="02000504040000020003" pitchFamily="50" charset="0"/>
              </a:rPr>
              <a:t>EQ – How do we use arrays to add and subtract fractions?</a:t>
            </a:r>
          </a:p>
        </p:txBody>
      </p:sp>
    </p:spTree>
    <p:extLst>
      <p:ext uri="{BB962C8B-B14F-4D97-AF65-F5344CB8AC3E}">
        <p14:creationId xmlns:p14="http://schemas.microsoft.com/office/powerpoint/2010/main" val="2567412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C907EEF-02CB-44F7-92A3-CE9CC7A2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9742" y="303498"/>
            <a:ext cx="6456269" cy="969771"/>
          </a:xfrm>
        </p:spPr>
        <p:txBody>
          <a:bodyPr>
            <a:normAutofit/>
          </a:bodyPr>
          <a:lstStyle/>
          <a:p>
            <a:pPr algn="r"/>
            <a:r>
              <a:rPr lang="en-AU" sz="4050" dirty="0">
                <a:solidFill>
                  <a:srgbClr val="FF5050"/>
                </a:solidFill>
                <a:latin typeface="Fragment Core" panose="02000504040000020003" pitchFamily="50" charset="0"/>
              </a:rPr>
              <a:t>Practice</a:t>
            </a:r>
            <a:endParaRPr lang="en-US" sz="4050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2D5710-6F1E-45A6-9C65-194D0BCF31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022" y="414986"/>
            <a:ext cx="5968928" cy="418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32242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192" y="593854"/>
            <a:ext cx="9141619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91" y="-34970"/>
            <a:ext cx="4319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30558" y="973996"/>
            <a:ext cx="0" cy="4169504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291222" y="103493"/>
            <a:ext cx="695143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7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-92755" y="1114230"/>
            <a:ext cx="192331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595"/>
            <a:r>
              <a:rPr lang="en-US" sz="2400" b="1" dirty="0">
                <a:solidFill>
                  <a:prstClr val="black"/>
                </a:solidFill>
                <a:latin typeface="Fragment Core" panose="02000504040000020003" pitchFamily="50" charset="0"/>
              </a:rPr>
              <a:t>Method 1</a:t>
            </a:r>
          </a:p>
          <a:p>
            <a:pPr algn="ctr" defTabSz="685595"/>
            <a:endParaRPr lang="en-US" sz="2400" b="1" dirty="0">
              <a:solidFill>
                <a:prstClr val="black"/>
              </a:solidFill>
              <a:latin typeface="Fragment Core" panose="02000504040000020003" pitchFamily="50" charset="0"/>
            </a:endParaRPr>
          </a:p>
          <a:p>
            <a:pPr algn="ctr" defTabSz="685595"/>
            <a:r>
              <a:rPr lang="en-US" sz="2400" b="1" dirty="0">
                <a:solidFill>
                  <a:prstClr val="black"/>
                </a:solidFill>
                <a:latin typeface="Fragment Core" panose="02000504040000020003" pitchFamily="50" charset="0"/>
              </a:rPr>
              <a:t>Subtracting With Same Denominator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1967722" y="1064887"/>
                <a:ext cx="6567849" cy="13265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685595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3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30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𝟔</m:t>
                          </m:r>
                        </m:num>
                        <m:den>
                          <m:r>
                            <a:rPr lang="en-AU" sz="30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𝟕</m:t>
                          </m:r>
                        </m:den>
                      </m:f>
                      <m:r>
                        <a:rPr lang="en-AU" sz="3000" b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AU" sz="30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30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num>
                        <m:den>
                          <m:r>
                            <a:rPr lang="en-AU" sz="30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𝟕</m:t>
                          </m:r>
                        </m:den>
                      </m:f>
                    </m:oMath>
                  </m:oMathPara>
                </a14:m>
                <a:endParaRPr lang="en-US" sz="2400" b="1" dirty="0">
                  <a:solidFill>
                    <a:prstClr val="black"/>
                  </a:solidFill>
                </a:endParaRPr>
              </a:p>
              <a:p>
                <a:pPr defTabSz="685595"/>
                <a:endParaRPr lang="en-US" sz="24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7722" y="1064887"/>
                <a:ext cx="6567849" cy="132658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192" y="973997"/>
            <a:ext cx="9141619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B9E91E0-1258-4C4F-9092-80EF304B8449}"/>
              </a:ext>
            </a:extLst>
          </p:cNvPr>
          <p:cNvGraphicFramePr>
            <a:graphicFrameLocks noGrp="1"/>
          </p:cNvGraphicFramePr>
          <p:nvPr/>
        </p:nvGraphicFramePr>
        <p:xfrm>
          <a:off x="1967722" y="2559965"/>
          <a:ext cx="1471829" cy="18420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71829">
                  <a:extLst>
                    <a:ext uri="{9D8B030D-6E8A-4147-A177-3AD203B41FA5}">
                      <a16:colId xmlns:a16="http://schemas.microsoft.com/office/drawing/2014/main" val="154818122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3087348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2787961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6448152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8778031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2147068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1034935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2192803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633AFD06-7DA7-4FED-85E5-A3E581AC53F7}"/>
              </a:ext>
            </a:extLst>
          </p:cNvPr>
          <p:cNvGraphicFramePr>
            <a:graphicFrameLocks noGrp="1"/>
          </p:cNvGraphicFramePr>
          <p:nvPr/>
        </p:nvGraphicFramePr>
        <p:xfrm>
          <a:off x="4173117" y="2559965"/>
          <a:ext cx="1471829" cy="18420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71829">
                  <a:extLst>
                    <a:ext uri="{9D8B030D-6E8A-4147-A177-3AD203B41FA5}">
                      <a16:colId xmlns:a16="http://schemas.microsoft.com/office/drawing/2014/main" val="154818122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3087348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2787961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6448152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8778031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2147068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1034935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2192803"/>
                  </a:ext>
                </a:extLst>
              </a:tr>
            </a:tbl>
          </a:graphicData>
        </a:graphic>
      </p:graphicFrame>
      <p:sp>
        <p:nvSpPr>
          <p:cNvPr id="3" name="Minus Sign 2">
            <a:extLst>
              <a:ext uri="{FF2B5EF4-FFF2-40B4-BE49-F238E27FC236}">
                <a16:creationId xmlns:a16="http://schemas.microsoft.com/office/drawing/2014/main" id="{15E6EE42-95D3-4A8A-804D-70D4C6B2EAFC}"/>
              </a:ext>
            </a:extLst>
          </p:cNvPr>
          <p:cNvSpPr/>
          <p:nvPr/>
        </p:nvSpPr>
        <p:spPr>
          <a:xfrm>
            <a:off x="3517609" y="3058748"/>
            <a:ext cx="590204" cy="635924"/>
          </a:xfrm>
          <a:prstGeom prst="mathMin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05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E8147F4-CEAA-462A-BD50-A50EBCD93D9D}"/>
              </a:ext>
            </a:extLst>
          </p:cNvPr>
          <p:cNvSpPr txBox="1"/>
          <p:nvPr/>
        </p:nvSpPr>
        <p:spPr>
          <a:xfrm>
            <a:off x="337531" y="56804"/>
            <a:ext cx="1497526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595"/>
            <a:r>
              <a:rPr lang="en-GB" sz="2700" b="1" dirty="0">
                <a:solidFill>
                  <a:schemeClr val="tx1"/>
                </a:solidFill>
                <a:latin typeface="Fragment Core" panose="02000504040000020003" pitchFamily="50" charset="0"/>
              </a:rPr>
              <a:t>Fractions</a:t>
            </a:r>
            <a:endParaRPr lang="en-AU" sz="2700" b="1" dirty="0">
              <a:solidFill>
                <a:schemeClr val="tx1"/>
              </a:solidFill>
              <a:latin typeface="Fragment Core" panose="02000504040000020003" pitchFamily="50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70FCA76-413B-41AE-A3F8-AD95D127CCC0}"/>
              </a:ext>
            </a:extLst>
          </p:cNvPr>
          <p:cNvSpPr txBox="1"/>
          <p:nvPr/>
        </p:nvSpPr>
        <p:spPr>
          <a:xfrm>
            <a:off x="143509" y="583315"/>
            <a:ext cx="884285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2100" b="1" dirty="0">
                <a:solidFill>
                  <a:schemeClr val="tx1"/>
                </a:solidFill>
                <a:latin typeface="Fragment Core" panose="02000504040000020003" pitchFamily="50" charset="0"/>
              </a:rPr>
              <a:t>EQ – How do we use arrays to add and subtract fractions?</a:t>
            </a:r>
          </a:p>
        </p:txBody>
      </p:sp>
    </p:spTree>
    <p:extLst>
      <p:ext uri="{BB962C8B-B14F-4D97-AF65-F5344CB8AC3E}">
        <p14:creationId xmlns:p14="http://schemas.microsoft.com/office/powerpoint/2010/main" val="9064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192" y="593854"/>
            <a:ext cx="9141619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91" y="-34970"/>
            <a:ext cx="4319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30558" y="973996"/>
            <a:ext cx="0" cy="4169504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291222" y="103493"/>
            <a:ext cx="695143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7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192" y="973997"/>
            <a:ext cx="9141619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B9E91E0-1258-4C4F-9092-80EF304B8449}"/>
              </a:ext>
            </a:extLst>
          </p:cNvPr>
          <p:cNvGraphicFramePr>
            <a:graphicFrameLocks noGrp="1"/>
          </p:cNvGraphicFramePr>
          <p:nvPr/>
        </p:nvGraphicFramePr>
        <p:xfrm>
          <a:off x="1967722" y="2559965"/>
          <a:ext cx="1471829" cy="18420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71829">
                  <a:extLst>
                    <a:ext uri="{9D8B030D-6E8A-4147-A177-3AD203B41FA5}">
                      <a16:colId xmlns:a16="http://schemas.microsoft.com/office/drawing/2014/main" val="154818122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endParaRPr lang="en-AU" sz="1100" dirty="0">
                        <a:solidFill>
                          <a:srgbClr val="00B050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3087348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>
                        <a:solidFill>
                          <a:srgbClr val="00B050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2787961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>
                        <a:solidFill>
                          <a:srgbClr val="00B050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6448152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>
                        <a:solidFill>
                          <a:srgbClr val="00B050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8778031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>
                        <a:solidFill>
                          <a:srgbClr val="00B050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2147068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>
                        <a:solidFill>
                          <a:srgbClr val="00B050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1034935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2192803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633AFD06-7DA7-4FED-85E5-A3E581AC53F7}"/>
              </a:ext>
            </a:extLst>
          </p:cNvPr>
          <p:cNvGraphicFramePr>
            <a:graphicFrameLocks noGrp="1"/>
          </p:cNvGraphicFramePr>
          <p:nvPr/>
        </p:nvGraphicFramePr>
        <p:xfrm>
          <a:off x="4173117" y="2559965"/>
          <a:ext cx="1471829" cy="18420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71829">
                  <a:extLst>
                    <a:ext uri="{9D8B030D-6E8A-4147-A177-3AD203B41FA5}">
                      <a16:colId xmlns:a16="http://schemas.microsoft.com/office/drawing/2014/main" val="154818122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3087348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2787961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6448152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8778031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2147068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1034935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2192803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8B54CBCD-3D50-4FEE-B281-A05B691F5120}"/>
              </a:ext>
            </a:extLst>
          </p:cNvPr>
          <p:cNvSpPr txBox="1"/>
          <p:nvPr/>
        </p:nvSpPr>
        <p:spPr>
          <a:xfrm>
            <a:off x="337531" y="56804"/>
            <a:ext cx="7116051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595"/>
            <a:r>
              <a:rPr lang="en-AU" sz="2700" b="1" dirty="0">
                <a:solidFill>
                  <a:srgbClr val="FF5050"/>
                </a:solidFill>
                <a:latin typeface="Fragment Core" panose="02000504040000020003" pitchFamily="50" charset="0"/>
              </a:rPr>
              <a:t>Add and Subtract Fractions: Same Denominator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A2E3D60-AF66-4B91-8E42-CB812D2E8F81}"/>
              </a:ext>
            </a:extLst>
          </p:cNvPr>
          <p:cNvSpPr txBox="1"/>
          <p:nvPr/>
        </p:nvSpPr>
        <p:spPr>
          <a:xfrm>
            <a:off x="-92759" y="1114230"/>
            <a:ext cx="192331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595"/>
            <a:r>
              <a:rPr lang="en-US" sz="2400" b="1" dirty="0">
                <a:solidFill>
                  <a:prstClr val="black"/>
                </a:solidFill>
                <a:latin typeface="Fragment Core" panose="02000504040000020003" pitchFamily="50" charset="0"/>
              </a:rPr>
              <a:t>Method 1</a:t>
            </a:r>
          </a:p>
          <a:p>
            <a:pPr algn="ctr" defTabSz="685595"/>
            <a:endParaRPr lang="en-US" sz="2400" b="1" dirty="0">
              <a:solidFill>
                <a:prstClr val="black"/>
              </a:solidFill>
              <a:latin typeface="Fragment Core" panose="02000504040000020003" pitchFamily="50" charset="0"/>
            </a:endParaRPr>
          </a:p>
          <a:p>
            <a:pPr algn="ctr" defTabSz="685595"/>
            <a:r>
              <a:rPr lang="en-US" sz="2400" b="1" dirty="0">
                <a:solidFill>
                  <a:prstClr val="black"/>
                </a:solidFill>
                <a:latin typeface="Fragment Core" panose="02000504040000020003" pitchFamily="50" charset="0"/>
              </a:rPr>
              <a:t>Subtracting With Same Denominator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6A5728D-B894-4535-9D6C-93ACDF908380}"/>
                  </a:ext>
                </a:extLst>
              </p:cNvPr>
              <p:cNvSpPr txBox="1"/>
              <p:nvPr/>
            </p:nvSpPr>
            <p:spPr>
              <a:xfrm>
                <a:off x="1967722" y="1064887"/>
                <a:ext cx="6567849" cy="13265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685595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3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30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𝟔</m:t>
                          </m:r>
                        </m:num>
                        <m:den>
                          <m:r>
                            <a:rPr lang="en-AU" sz="30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𝟕</m:t>
                          </m:r>
                        </m:den>
                      </m:f>
                      <m:r>
                        <a:rPr lang="en-AU" sz="3000" b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AU" sz="30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30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num>
                        <m:den>
                          <m:r>
                            <a:rPr lang="en-AU" sz="30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𝟕</m:t>
                          </m:r>
                        </m:den>
                      </m:f>
                    </m:oMath>
                  </m:oMathPara>
                </a14:m>
                <a:endParaRPr lang="en-US" sz="2400" b="1" dirty="0">
                  <a:solidFill>
                    <a:prstClr val="black"/>
                  </a:solidFill>
                </a:endParaRPr>
              </a:p>
              <a:p>
                <a:pPr defTabSz="685595"/>
                <a:endParaRPr lang="en-US" sz="24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6A5728D-B894-4535-9D6C-93ACDF9083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7722" y="1064887"/>
                <a:ext cx="6567849" cy="132658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Minus Sign 18">
            <a:extLst>
              <a:ext uri="{FF2B5EF4-FFF2-40B4-BE49-F238E27FC236}">
                <a16:creationId xmlns:a16="http://schemas.microsoft.com/office/drawing/2014/main" id="{805157FD-29A0-4A50-863D-EA9AD97E1B84}"/>
              </a:ext>
            </a:extLst>
          </p:cNvPr>
          <p:cNvSpPr/>
          <p:nvPr/>
        </p:nvSpPr>
        <p:spPr>
          <a:xfrm>
            <a:off x="3517609" y="3058748"/>
            <a:ext cx="590204" cy="635924"/>
          </a:xfrm>
          <a:prstGeom prst="mathMin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05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E857BEE-74AD-491F-88C5-9D2B594478CC}"/>
              </a:ext>
            </a:extLst>
          </p:cNvPr>
          <p:cNvSpPr txBox="1"/>
          <p:nvPr/>
        </p:nvSpPr>
        <p:spPr>
          <a:xfrm>
            <a:off x="143509" y="583315"/>
            <a:ext cx="884285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2100" b="1" dirty="0">
                <a:solidFill>
                  <a:schemeClr val="tx1"/>
                </a:solidFill>
                <a:latin typeface="Fragment Core" panose="02000504040000020003" pitchFamily="50" charset="0"/>
              </a:rPr>
              <a:t>EQ – How do we use arrays to add and subtract fractions?</a:t>
            </a:r>
          </a:p>
        </p:txBody>
      </p:sp>
    </p:spTree>
    <p:extLst>
      <p:ext uri="{BB962C8B-B14F-4D97-AF65-F5344CB8AC3E}">
        <p14:creationId xmlns:p14="http://schemas.microsoft.com/office/powerpoint/2010/main" val="2679480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192" y="593854"/>
            <a:ext cx="9141619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91" y="-34970"/>
            <a:ext cx="4319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30558" y="973996"/>
            <a:ext cx="0" cy="4169504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291222" y="103493"/>
            <a:ext cx="695143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7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192" y="973997"/>
            <a:ext cx="9141619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F0DD4B97-58C0-4F80-88AE-21BFBB9F6B21}"/>
              </a:ext>
            </a:extLst>
          </p:cNvPr>
          <p:cNvGraphicFramePr>
            <a:graphicFrameLocks noGrp="1"/>
          </p:cNvGraphicFramePr>
          <p:nvPr/>
        </p:nvGraphicFramePr>
        <p:xfrm>
          <a:off x="6703259" y="2559965"/>
          <a:ext cx="1471829" cy="18420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71829">
                  <a:extLst>
                    <a:ext uri="{9D8B030D-6E8A-4147-A177-3AD203B41FA5}">
                      <a16:colId xmlns:a16="http://schemas.microsoft.com/office/drawing/2014/main" val="154818122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3087348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2787961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6448152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8778031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2147068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1034935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2192803"/>
                  </a:ext>
                </a:extLst>
              </a:tr>
            </a:tbl>
          </a:graphicData>
        </a:graphic>
      </p:graphicFrame>
      <p:sp>
        <p:nvSpPr>
          <p:cNvPr id="6" name="Equals 5">
            <a:extLst>
              <a:ext uri="{FF2B5EF4-FFF2-40B4-BE49-F238E27FC236}">
                <a16:creationId xmlns:a16="http://schemas.microsoft.com/office/drawing/2014/main" id="{24A14A10-C8B5-439B-85E5-0875CE3648F7}"/>
              </a:ext>
            </a:extLst>
          </p:cNvPr>
          <p:cNvSpPr/>
          <p:nvPr/>
        </p:nvSpPr>
        <p:spPr>
          <a:xfrm>
            <a:off x="5708109" y="3227301"/>
            <a:ext cx="931988" cy="590843"/>
          </a:xfrm>
          <a:prstGeom prst="mathEqua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050">
              <a:solidFill>
                <a:schemeClr val="tx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A9373CC-6E19-423A-A493-9E61F2C8954A}"/>
              </a:ext>
            </a:extLst>
          </p:cNvPr>
          <p:cNvSpPr txBox="1"/>
          <p:nvPr/>
        </p:nvSpPr>
        <p:spPr>
          <a:xfrm>
            <a:off x="-92759" y="1114230"/>
            <a:ext cx="192331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595"/>
            <a:r>
              <a:rPr lang="en-US" sz="2400" b="1" dirty="0">
                <a:solidFill>
                  <a:prstClr val="black"/>
                </a:solidFill>
                <a:latin typeface="Fragment Core" panose="02000504040000020003" pitchFamily="50" charset="0"/>
              </a:rPr>
              <a:t>Method 1</a:t>
            </a:r>
          </a:p>
          <a:p>
            <a:pPr algn="ctr" defTabSz="685595"/>
            <a:endParaRPr lang="en-US" sz="2400" b="1" dirty="0">
              <a:solidFill>
                <a:prstClr val="black"/>
              </a:solidFill>
              <a:latin typeface="Fragment Core" panose="02000504040000020003" pitchFamily="50" charset="0"/>
            </a:endParaRPr>
          </a:p>
          <a:p>
            <a:pPr algn="ctr" defTabSz="685595"/>
            <a:r>
              <a:rPr lang="en-US" sz="2400" b="1" dirty="0">
                <a:solidFill>
                  <a:prstClr val="black"/>
                </a:solidFill>
                <a:latin typeface="Fragment Core" panose="02000504040000020003" pitchFamily="50" charset="0"/>
              </a:rPr>
              <a:t>Subtracting With Same Denominator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E227C7B-D0B0-434D-9A6D-4ABA017FDE00}"/>
                  </a:ext>
                </a:extLst>
              </p:cNvPr>
              <p:cNvSpPr txBox="1"/>
              <p:nvPr/>
            </p:nvSpPr>
            <p:spPr>
              <a:xfrm>
                <a:off x="1967722" y="1064887"/>
                <a:ext cx="6567849" cy="13265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685595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3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30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𝟔</m:t>
                          </m:r>
                        </m:num>
                        <m:den>
                          <m:r>
                            <a:rPr lang="en-AU" sz="30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𝟕</m:t>
                          </m:r>
                        </m:den>
                      </m:f>
                      <m:r>
                        <a:rPr lang="en-AU" sz="3000" b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AU" sz="30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30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num>
                        <m:den>
                          <m:r>
                            <a:rPr lang="en-AU" sz="30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𝟕</m:t>
                          </m:r>
                        </m:den>
                      </m:f>
                    </m:oMath>
                  </m:oMathPara>
                </a14:m>
                <a:endParaRPr lang="en-US" sz="2400" b="1" dirty="0">
                  <a:solidFill>
                    <a:prstClr val="black"/>
                  </a:solidFill>
                </a:endParaRPr>
              </a:p>
              <a:p>
                <a:pPr defTabSz="685595"/>
                <a:endParaRPr lang="en-US" sz="24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E227C7B-D0B0-434D-9A6D-4ABA017FDE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7722" y="1064887"/>
                <a:ext cx="6567849" cy="132658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Minus Sign 22">
            <a:extLst>
              <a:ext uri="{FF2B5EF4-FFF2-40B4-BE49-F238E27FC236}">
                <a16:creationId xmlns:a16="http://schemas.microsoft.com/office/drawing/2014/main" id="{59BCF327-9E70-4455-BBFF-0019B19ABFEA}"/>
              </a:ext>
            </a:extLst>
          </p:cNvPr>
          <p:cNvSpPr/>
          <p:nvPr/>
        </p:nvSpPr>
        <p:spPr>
          <a:xfrm>
            <a:off x="3517609" y="3058748"/>
            <a:ext cx="590204" cy="635924"/>
          </a:xfrm>
          <a:prstGeom prst="mathMin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050"/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2CB7BFC0-A092-4D61-AE23-94870B93F493}"/>
              </a:ext>
            </a:extLst>
          </p:cNvPr>
          <p:cNvGraphicFramePr>
            <a:graphicFrameLocks noGrp="1"/>
          </p:cNvGraphicFramePr>
          <p:nvPr/>
        </p:nvGraphicFramePr>
        <p:xfrm>
          <a:off x="1967722" y="2559965"/>
          <a:ext cx="1471829" cy="18420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71829">
                  <a:extLst>
                    <a:ext uri="{9D8B030D-6E8A-4147-A177-3AD203B41FA5}">
                      <a16:colId xmlns:a16="http://schemas.microsoft.com/office/drawing/2014/main" val="154818122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endParaRPr lang="en-AU" sz="1100" dirty="0">
                        <a:solidFill>
                          <a:srgbClr val="00B050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3087348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>
                        <a:solidFill>
                          <a:srgbClr val="00B050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2787961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>
                        <a:solidFill>
                          <a:srgbClr val="00B050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6448152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>
                        <a:solidFill>
                          <a:srgbClr val="00B050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8778031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>
                        <a:solidFill>
                          <a:srgbClr val="00B050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2147068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>
                        <a:solidFill>
                          <a:srgbClr val="00B050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1034935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2192803"/>
                  </a:ext>
                </a:extLst>
              </a:tr>
            </a:tbl>
          </a:graphicData>
        </a:graphic>
      </p:graphicFrame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8A6EB9F7-AA92-4C53-B312-9D0EFE7540A7}"/>
              </a:ext>
            </a:extLst>
          </p:cNvPr>
          <p:cNvGraphicFramePr>
            <a:graphicFrameLocks noGrp="1"/>
          </p:cNvGraphicFramePr>
          <p:nvPr/>
        </p:nvGraphicFramePr>
        <p:xfrm>
          <a:off x="4173117" y="2559965"/>
          <a:ext cx="1471829" cy="18420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71829">
                  <a:extLst>
                    <a:ext uri="{9D8B030D-6E8A-4147-A177-3AD203B41FA5}">
                      <a16:colId xmlns:a16="http://schemas.microsoft.com/office/drawing/2014/main" val="154818122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3087348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2787961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6448152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8778031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2147068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1034935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2192803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0941E29A-6FDF-4497-81A0-2E14F9282E63}"/>
              </a:ext>
            </a:extLst>
          </p:cNvPr>
          <p:cNvSpPr txBox="1"/>
          <p:nvPr/>
        </p:nvSpPr>
        <p:spPr>
          <a:xfrm>
            <a:off x="337531" y="56804"/>
            <a:ext cx="1497526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595"/>
            <a:r>
              <a:rPr lang="en-GB" sz="2700" b="1" dirty="0">
                <a:solidFill>
                  <a:schemeClr val="tx1"/>
                </a:solidFill>
                <a:latin typeface="Fragment Core" panose="02000504040000020003" pitchFamily="50" charset="0"/>
              </a:rPr>
              <a:t>Fractions</a:t>
            </a:r>
            <a:endParaRPr lang="en-AU" sz="2700" b="1" dirty="0">
              <a:solidFill>
                <a:schemeClr val="tx1"/>
              </a:solidFill>
              <a:latin typeface="Fragment Core" panose="02000504040000020003" pitchFamily="50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3B84380-45F2-4888-A54B-C72F1D34103E}"/>
              </a:ext>
            </a:extLst>
          </p:cNvPr>
          <p:cNvSpPr txBox="1"/>
          <p:nvPr/>
        </p:nvSpPr>
        <p:spPr>
          <a:xfrm>
            <a:off x="143509" y="583315"/>
            <a:ext cx="884285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2100" b="1" dirty="0">
                <a:solidFill>
                  <a:schemeClr val="tx1"/>
                </a:solidFill>
                <a:latin typeface="Fragment Core" panose="02000504040000020003" pitchFamily="50" charset="0"/>
              </a:rPr>
              <a:t>EQ – How do we use arrays to add and subtract fractions?</a:t>
            </a:r>
          </a:p>
        </p:txBody>
      </p:sp>
    </p:spTree>
    <p:extLst>
      <p:ext uri="{BB962C8B-B14F-4D97-AF65-F5344CB8AC3E}">
        <p14:creationId xmlns:p14="http://schemas.microsoft.com/office/powerpoint/2010/main" val="91523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192" y="593854"/>
            <a:ext cx="9141619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91" y="-34970"/>
            <a:ext cx="4319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30558" y="973996"/>
            <a:ext cx="0" cy="4169504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291222" y="103493"/>
            <a:ext cx="695143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7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192" y="973997"/>
            <a:ext cx="9141619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" name="Equals 5">
            <a:extLst>
              <a:ext uri="{FF2B5EF4-FFF2-40B4-BE49-F238E27FC236}">
                <a16:creationId xmlns:a16="http://schemas.microsoft.com/office/drawing/2014/main" id="{24A14A10-C8B5-439B-85E5-0875CE3648F7}"/>
              </a:ext>
            </a:extLst>
          </p:cNvPr>
          <p:cNvSpPr/>
          <p:nvPr/>
        </p:nvSpPr>
        <p:spPr>
          <a:xfrm>
            <a:off x="5708109" y="3227301"/>
            <a:ext cx="931988" cy="590843"/>
          </a:xfrm>
          <a:prstGeom prst="mathEqua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050">
              <a:solidFill>
                <a:schemeClr val="tx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CC137DC-18ED-40C0-968B-22876CB2B8E3}"/>
              </a:ext>
            </a:extLst>
          </p:cNvPr>
          <p:cNvSpPr txBox="1"/>
          <p:nvPr/>
        </p:nvSpPr>
        <p:spPr>
          <a:xfrm>
            <a:off x="-92755" y="1114230"/>
            <a:ext cx="192331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595"/>
            <a:r>
              <a:rPr lang="en-US" sz="2400" b="1" dirty="0">
                <a:solidFill>
                  <a:prstClr val="black"/>
                </a:solidFill>
                <a:latin typeface="Fragment Core" panose="02000504040000020003" pitchFamily="50" charset="0"/>
              </a:rPr>
              <a:t>Method 1</a:t>
            </a:r>
          </a:p>
          <a:p>
            <a:pPr algn="ctr" defTabSz="685595"/>
            <a:endParaRPr lang="en-US" sz="2400" b="1" dirty="0">
              <a:solidFill>
                <a:prstClr val="black"/>
              </a:solidFill>
              <a:latin typeface="Fragment Core" panose="02000504040000020003" pitchFamily="50" charset="0"/>
            </a:endParaRPr>
          </a:p>
          <a:p>
            <a:pPr algn="ctr" defTabSz="685595"/>
            <a:r>
              <a:rPr lang="en-US" sz="2400" b="1" dirty="0">
                <a:solidFill>
                  <a:prstClr val="black"/>
                </a:solidFill>
                <a:latin typeface="Fragment Core" panose="02000504040000020003" pitchFamily="50" charset="0"/>
              </a:rPr>
              <a:t>Subtracting With Same Denominator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D06A731-F501-458F-AC51-075998E258CD}"/>
                  </a:ext>
                </a:extLst>
              </p:cNvPr>
              <p:cNvSpPr txBox="1"/>
              <p:nvPr/>
            </p:nvSpPr>
            <p:spPr>
              <a:xfrm>
                <a:off x="2005129" y="1067937"/>
                <a:ext cx="6567849" cy="13265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685595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3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30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𝟔</m:t>
                          </m:r>
                        </m:num>
                        <m:den>
                          <m:r>
                            <a:rPr lang="en-AU" sz="30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𝟕</m:t>
                          </m:r>
                        </m:den>
                      </m:f>
                      <m:r>
                        <a:rPr lang="en-AU" sz="30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AU" sz="30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30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num>
                        <m:den>
                          <m:r>
                            <a:rPr lang="en-AU" sz="30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𝟕</m:t>
                          </m:r>
                        </m:den>
                      </m:f>
                      <m:r>
                        <a:rPr lang="en-AU" sz="30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30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30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num>
                        <m:den>
                          <m:r>
                            <a:rPr lang="en-AU" sz="30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𝟕</m:t>
                          </m:r>
                        </m:den>
                      </m:f>
                    </m:oMath>
                  </m:oMathPara>
                </a14:m>
                <a:endParaRPr lang="en-US" sz="3000" b="1" i="1" dirty="0">
                  <a:solidFill>
                    <a:srgbClr val="0070C0"/>
                  </a:solidFill>
                  <a:latin typeface="Cambria Math" panose="02040503050406030204" pitchFamily="18" charset="0"/>
                </a:endParaRPr>
              </a:p>
              <a:p>
                <a:pPr defTabSz="685595"/>
                <a:endParaRPr lang="en-US" sz="24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D06A731-F501-458F-AC51-075998E258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5129" y="1067937"/>
                <a:ext cx="6567849" cy="132658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Minus Sign 22">
            <a:extLst>
              <a:ext uri="{FF2B5EF4-FFF2-40B4-BE49-F238E27FC236}">
                <a16:creationId xmlns:a16="http://schemas.microsoft.com/office/drawing/2014/main" id="{74B429F3-C87B-4E7B-BEEB-113B69C39852}"/>
              </a:ext>
            </a:extLst>
          </p:cNvPr>
          <p:cNvSpPr/>
          <p:nvPr/>
        </p:nvSpPr>
        <p:spPr>
          <a:xfrm>
            <a:off x="3517609" y="3058748"/>
            <a:ext cx="590204" cy="635924"/>
          </a:xfrm>
          <a:prstGeom prst="mathMin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050"/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F8806418-97AB-4E71-B180-3496DBE090AA}"/>
              </a:ext>
            </a:extLst>
          </p:cNvPr>
          <p:cNvGraphicFramePr>
            <a:graphicFrameLocks noGrp="1"/>
          </p:cNvGraphicFramePr>
          <p:nvPr/>
        </p:nvGraphicFramePr>
        <p:xfrm>
          <a:off x="6703259" y="2559965"/>
          <a:ext cx="1471829" cy="18420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71829">
                  <a:extLst>
                    <a:ext uri="{9D8B030D-6E8A-4147-A177-3AD203B41FA5}">
                      <a16:colId xmlns:a16="http://schemas.microsoft.com/office/drawing/2014/main" val="154818122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3087348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2787961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6448152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8778031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2147068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1034935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2192803"/>
                  </a:ext>
                </a:extLst>
              </a:tr>
            </a:tbl>
          </a:graphicData>
        </a:graphic>
      </p:graphicFrame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5241406D-E3C7-43C4-9A68-C92CF8E0278C}"/>
              </a:ext>
            </a:extLst>
          </p:cNvPr>
          <p:cNvGraphicFramePr>
            <a:graphicFrameLocks noGrp="1"/>
          </p:cNvGraphicFramePr>
          <p:nvPr/>
        </p:nvGraphicFramePr>
        <p:xfrm>
          <a:off x="1967722" y="2559965"/>
          <a:ext cx="1471829" cy="18420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71829">
                  <a:extLst>
                    <a:ext uri="{9D8B030D-6E8A-4147-A177-3AD203B41FA5}">
                      <a16:colId xmlns:a16="http://schemas.microsoft.com/office/drawing/2014/main" val="154818122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endParaRPr lang="en-AU" sz="1100" dirty="0">
                        <a:solidFill>
                          <a:srgbClr val="00B050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3087348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>
                        <a:solidFill>
                          <a:srgbClr val="00B050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2787961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>
                        <a:solidFill>
                          <a:srgbClr val="00B050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6448152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>
                        <a:solidFill>
                          <a:srgbClr val="00B050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8778031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>
                        <a:solidFill>
                          <a:srgbClr val="00B050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2147068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>
                        <a:solidFill>
                          <a:srgbClr val="00B050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1034935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2192803"/>
                  </a:ext>
                </a:extLst>
              </a:tr>
            </a:tbl>
          </a:graphicData>
        </a:graphic>
      </p:graphicFrame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3D168373-8B34-44C4-8BC8-69E4FA2A1A47}"/>
              </a:ext>
            </a:extLst>
          </p:cNvPr>
          <p:cNvGraphicFramePr>
            <a:graphicFrameLocks noGrp="1"/>
          </p:cNvGraphicFramePr>
          <p:nvPr/>
        </p:nvGraphicFramePr>
        <p:xfrm>
          <a:off x="4173117" y="2559965"/>
          <a:ext cx="1471829" cy="18420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71829">
                  <a:extLst>
                    <a:ext uri="{9D8B030D-6E8A-4147-A177-3AD203B41FA5}">
                      <a16:colId xmlns:a16="http://schemas.microsoft.com/office/drawing/2014/main" val="154818122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3087348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2787961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6448152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8778031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2147068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1034935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2192803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D0147794-F4D9-4605-9E0D-31685C15D7C3}"/>
              </a:ext>
            </a:extLst>
          </p:cNvPr>
          <p:cNvSpPr txBox="1"/>
          <p:nvPr/>
        </p:nvSpPr>
        <p:spPr>
          <a:xfrm>
            <a:off x="337531" y="56804"/>
            <a:ext cx="1497526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595"/>
            <a:r>
              <a:rPr lang="en-GB" sz="2700" b="1" dirty="0">
                <a:solidFill>
                  <a:schemeClr val="tx1"/>
                </a:solidFill>
                <a:latin typeface="Fragment Core" panose="02000504040000020003" pitchFamily="50" charset="0"/>
              </a:rPr>
              <a:t>Fractions</a:t>
            </a:r>
            <a:endParaRPr lang="en-AU" sz="2700" b="1" dirty="0">
              <a:solidFill>
                <a:schemeClr val="tx1"/>
              </a:solidFill>
              <a:latin typeface="Fragment Core" panose="02000504040000020003" pitchFamily="50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D29338F-6A8F-4320-9771-3C84273CA7B4}"/>
              </a:ext>
            </a:extLst>
          </p:cNvPr>
          <p:cNvSpPr txBox="1"/>
          <p:nvPr/>
        </p:nvSpPr>
        <p:spPr>
          <a:xfrm>
            <a:off x="143509" y="583315"/>
            <a:ext cx="884285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2100" b="1" dirty="0">
                <a:solidFill>
                  <a:schemeClr val="tx1"/>
                </a:solidFill>
                <a:latin typeface="Fragment Core" panose="02000504040000020003" pitchFamily="50" charset="0"/>
              </a:rPr>
              <a:t>EQ – How do we use arrays to add and subtract fractions?</a:t>
            </a:r>
          </a:p>
        </p:txBody>
      </p:sp>
    </p:spTree>
    <p:extLst>
      <p:ext uri="{BB962C8B-B14F-4D97-AF65-F5344CB8AC3E}">
        <p14:creationId xmlns:p14="http://schemas.microsoft.com/office/powerpoint/2010/main" val="2246182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3568B47-95F1-4014-9350-E8CF78863B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7721"/>
            <a:ext cx="9144000" cy="1085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15057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F15F500-61F1-47BF-9008-1578029B06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2753" y="0"/>
            <a:ext cx="3974163" cy="5137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9348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345440" y="92003"/>
                <a:ext cx="8627946" cy="502589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AU" sz="3600" b="1" dirty="0">
                    <a:solidFill>
                      <a:srgbClr val="002060"/>
                    </a:solidFill>
                  </a:rPr>
                  <a:t>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3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36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AU" sz="36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𝟕</m:t>
                        </m:r>
                      </m:den>
                    </m:f>
                    <m:r>
                      <a:rPr lang="en-AU" sz="36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AU" sz="36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3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num>
                      <m:den>
                        <m:r>
                          <a:rPr lang="en-GB" sz="3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den>
                    </m:f>
                  </m:oMath>
                </a14:m>
                <a:endParaRPr lang="en-AU" sz="3600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440" y="92003"/>
                <a:ext cx="8627946" cy="502589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5" name="Google Shape;375;p40"/>
          <p:cNvSpPr txBox="1">
            <a:spLocks noGrp="1"/>
          </p:cNvSpPr>
          <p:nvPr>
            <p:ph type="sldNum" idx="12"/>
          </p:nvPr>
        </p:nvSpPr>
        <p:spPr>
          <a:xfrm>
            <a:off x="4297659" y="4669251"/>
            <a:ext cx="5487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</a:rPr>
              <a:t>15</a:t>
            </a:fld>
            <a:endParaRPr>
              <a:solidFill>
                <a:srgbClr val="FFFFFF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1078347" y="458772"/>
            <a:ext cx="6858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1105643" y="818502"/>
            <a:ext cx="6858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45474" y="36961"/>
            <a:ext cx="484908" cy="473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825" dirty="0">
                <a:latin typeface="Chalkboard"/>
                <a:cs typeface="Chalkboard"/>
              </a:rPr>
              <a:t>24</a:t>
            </a:r>
          </a:p>
          <a:p>
            <a:r>
              <a:rPr lang="en-AU" sz="825" dirty="0">
                <a:latin typeface="Chalkboard"/>
                <a:cs typeface="Chalkboard"/>
              </a:rPr>
              <a:t>7</a:t>
            </a:r>
          </a:p>
          <a:p>
            <a:r>
              <a:rPr lang="en-AU" sz="825" dirty="0">
                <a:latin typeface="Chalkboard"/>
                <a:cs typeface="Chalkboard"/>
              </a:rPr>
              <a:t>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0560" y="60284"/>
            <a:ext cx="62578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49170"/>
            <a:ext cx="7655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800" b="1" dirty="0">
                <a:latin typeface="Chalkboard"/>
                <a:cs typeface="Chalkboard"/>
              </a:rPr>
              <a:t>EQ: How are arrays used to add and subtract fractions?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347" y="37200"/>
            <a:ext cx="1056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800" b="1" dirty="0">
                <a:latin typeface="Chalkboard"/>
                <a:cs typeface="Chalkboard"/>
              </a:rPr>
              <a:t>Fractions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B0790A-6185-42F7-A777-7069B106950B}"/>
              </a:ext>
            </a:extLst>
          </p:cNvPr>
          <p:cNvSpPr txBox="1"/>
          <p:nvPr/>
        </p:nvSpPr>
        <p:spPr>
          <a:xfrm>
            <a:off x="1143000" y="1099930"/>
            <a:ext cx="6858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b="1" dirty="0"/>
              <a:t>How can we add these fractions using arrays?</a:t>
            </a:r>
          </a:p>
          <a:p>
            <a:r>
              <a:rPr lang="en-GB" sz="1800" b="1" dirty="0"/>
              <a:t>What methods do you know to add these?</a:t>
            </a:r>
          </a:p>
          <a:p>
            <a:r>
              <a:rPr lang="en-GB" sz="1800" dirty="0"/>
              <a:t>Discuss with your shoulder partner and be prepared to share</a:t>
            </a:r>
            <a:endParaRPr lang="en-AU" sz="1800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B7D53ED-E5F6-4755-BEDF-72D1BCE9D94B}"/>
              </a:ext>
            </a:extLst>
          </p:cNvPr>
          <p:cNvCxnSpPr>
            <a:cxnSpLocks/>
          </p:cNvCxnSpPr>
          <p:nvPr/>
        </p:nvCxnSpPr>
        <p:spPr>
          <a:xfrm flipV="1">
            <a:off x="4465983" y="3061253"/>
            <a:ext cx="0" cy="5698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A8E553A-2A26-4C2B-A208-D856D0A3D482}"/>
              </a:ext>
            </a:extLst>
          </p:cNvPr>
          <p:cNvCxnSpPr>
            <a:cxnSpLocks/>
          </p:cNvCxnSpPr>
          <p:nvPr/>
        </p:nvCxnSpPr>
        <p:spPr>
          <a:xfrm flipV="1">
            <a:off x="5194853" y="3061253"/>
            <a:ext cx="0" cy="5698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1F245001-EB43-480F-B6CF-3159F196F34A}"/>
              </a:ext>
            </a:extLst>
          </p:cNvPr>
          <p:cNvSpPr txBox="1"/>
          <p:nvPr/>
        </p:nvSpPr>
        <p:spPr>
          <a:xfrm>
            <a:off x="3791305" y="3617844"/>
            <a:ext cx="26504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Different denominators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3442893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192" y="593854"/>
            <a:ext cx="9141619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91" y="-34970"/>
            <a:ext cx="4319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722684" y="973996"/>
            <a:ext cx="0" cy="4169504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291222" y="103493"/>
            <a:ext cx="695143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7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-83708" y="1260718"/>
            <a:ext cx="186736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595"/>
            <a:endParaRPr lang="en-US" sz="2400" b="1" dirty="0">
              <a:solidFill>
                <a:prstClr val="black"/>
              </a:solidFill>
              <a:latin typeface="Fragment Core" panose="02000504040000020003" pitchFamily="50" charset="0"/>
            </a:endParaRPr>
          </a:p>
          <a:p>
            <a:pPr algn="ctr" defTabSz="685595"/>
            <a:r>
              <a:rPr lang="en-US" sz="2400" b="1" dirty="0">
                <a:solidFill>
                  <a:prstClr val="black"/>
                </a:solidFill>
                <a:latin typeface="Fragment Core" panose="02000504040000020003" pitchFamily="50" charset="0"/>
              </a:rPr>
              <a:t>Adding with different denominator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2092276" y="1150303"/>
                <a:ext cx="4945320" cy="34678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685595"/>
                <a:r>
                  <a:rPr lang="en-AU" sz="2400" dirty="0">
                    <a:solidFill>
                      <a:prstClr val="black"/>
                    </a:solidFill>
                    <a:latin typeface="Calibri" panose="020F0502020204030204"/>
                  </a:rPr>
                  <a:t>Add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32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32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32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sz="2700" dirty="0">
                    <a:solidFill>
                      <a:srgbClr val="002060"/>
                    </a:solidFill>
                    <a:latin typeface="Calibri" panose="020F0502020204030204"/>
                  </a:rPr>
                  <a:t> </a:t>
                </a:r>
                <a:r>
                  <a:rPr lang="en-US" sz="2400" dirty="0">
                    <a:solidFill>
                      <a:prstClr val="black"/>
                    </a:solidFill>
                    <a:latin typeface="Calibri" panose="020F0502020204030204"/>
                  </a:rPr>
                  <a:t>and </a:t>
                </a:r>
                <a:r>
                  <a:rPr lang="en-AU" sz="2400" dirty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32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32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sz="32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US" sz="2700" dirty="0">
                    <a:solidFill>
                      <a:srgbClr val="002060"/>
                    </a:solidFill>
                  </a:rPr>
                  <a:t> </a:t>
                </a:r>
                <a:r>
                  <a:rPr lang="en-US" sz="2400" dirty="0">
                    <a:solidFill>
                      <a:prstClr val="black"/>
                    </a:solidFill>
                  </a:rPr>
                  <a:t>by using the grid method</a:t>
                </a:r>
              </a:p>
              <a:p>
                <a:pPr defTabSz="685595"/>
                <a:endParaRPr lang="en-US" sz="2400" dirty="0">
                  <a:solidFill>
                    <a:prstClr val="black"/>
                  </a:solidFill>
                </a:endParaRPr>
              </a:p>
              <a:p>
                <a:pPr defTabSz="685595"/>
                <a:r>
                  <a:rPr lang="en-US" sz="2400" b="1" dirty="0">
                    <a:solidFill>
                      <a:prstClr val="black"/>
                    </a:solidFill>
                  </a:rPr>
                  <a:t>Step 1: </a:t>
                </a:r>
                <a:r>
                  <a:rPr lang="en-US" sz="2400" dirty="0">
                    <a:solidFill>
                      <a:prstClr val="black"/>
                    </a:solidFill>
                  </a:rPr>
                  <a:t>Draw two identical rectangles. Divide them up according to the fractions and shade</a:t>
                </a:r>
                <a:r>
                  <a:rPr lang="en-US" sz="3000" dirty="0">
                    <a:solidFill>
                      <a:prstClr val="black"/>
                    </a:solidFill>
                  </a:rPr>
                  <a:t>.</a:t>
                </a:r>
                <a:r>
                  <a:rPr lang="en-US" sz="3000" dirty="0">
                    <a:solidFill>
                      <a:prstClr val="black"/>
                    </a:solidFill>
                    <a:latin typeface="Calibri" panose="020F0502020204030204"/>
                  </a:rPr>
                  <a:t> </a:t>
                </a:r>
              </a:p>
              <a:p>
                <a:pPr defTabSz="685595"/>
                <a:endParaRPr lang="en-US" sz="24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2276" y="1150303"/>
                <a:ext cx="4945320" cy="3467872"/>
              </a:xfrm>
              <a:prstGeom prst="rect">
                <a:avLst/>
              </a:prstGeom>
              <a:blipFill>
                <a:blip r:embed="rId3"/>
                <a:stretch>
                  <a:fillRect l="-185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192" y="973997"/>
            <a:ext cx="9141619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5C6AD37-64FD-4F40-9E98-3DC21954D8A0}"/>
              </a:ext>
            </a:extLst>
          </p:cNvPr>
          <p:cNvGraphicFramePr>
            <a:graphicFrameLocks noGrp="1"/>
          </p:cNvGraphicFramePr>
          <p:nvPr/>
        </p:nvGraphicFramePr>
        <p:xfrm>
          <a:off x="6750193" y="2932812"/>
          <a:ext cx="2165205" cy="157764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21735">
                  <a:extLst>
                    <a:ext uri="{9D8B030D-6E8A-4147-A177-3AD203B41FA5}">
                      <a16:colId xmlns:a16="http://schemas.microsoft.com/office/drawing/2014/main" val="353913716"/>
                    </a:ext>
                  </a:extLst>
                </a:gridCol>
                <a:gridCol w="721735">
                  <a:extLst>
                    <a:ext uri="{9D8B030D-6E8A-4147-A177-3AD203B41FA5}">
                      <a16:colId xmlns:a16="http://schemas.microsoft.com/office/drawing/2014/main" val="1341278856"/>
                    </a:ext>
                  </a:extLst>
                </a:gridCol>
                <a:gridCol w="721735">
                  <a:extLst>
                    <a:ext uri="{9D8B030D-6E8A-4147-A177-3AD203B41FA5}">
                      <a16:colId xmlns:a16="http://schemas.microsoft.com/office/drawing/2014/main" val="1741178167"/>
                    </a:ext>
                  </a:extLst>
                </a:gridCol>
              </a:tblGrid>
              <a:tr h="157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sz="11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9763932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B9E91E0-1258-4C4F-9092-80EF304B8449}"/>
              </a:ext>
            </a:extLst>
          </p:cNvPr>
          <p:cNvGraphicFramePr>
            <a:graphicFrameLocks noGrp="1"/>
          </p:cNvGraphicFramePr>
          <p:nvPr/>
        </p:nvGraphicFramePr>
        <p:xfrm>
          <a:off x="6753402" y="1119933"/>
          <a:ext cx="2161996" cy="15776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61996">
                  <a:extLst>
                    <a:ext uri="{9D8B030D-6E8A-4147-A177-3AD203B41FA5}">
                      <a16:colId xmlns:a16="http://schemas.microsoft.com/office/drawing/2014/main" val="1548181226"/>
                    </a:ext>
                  </a:extLst>
                </a:gridCol>
              </a:tblGrid>
              <a:tr h="315529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3087348"/>
                  </a:ext>
                </a:extLst>
              </a:tr>
              <a:tr h="315529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2787961"/>
                  </a:ext>
                </a:extLst>
              </a:tr>
              <a:tr h="315529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6448152"/>
                  </a:ext>
                </a:extLst>
              </a:tr>
              <a:tr h="315529">
                <a:tc>
                  <a:txBody>
                    <a:bodyPr/>
                    <a:lstStyle/>
                    <a:p>
                      <a:endParaRPr lang="en-AU" sz="11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8778031"/>
                  </a:ext>
                </a:extLst>
              </a:tr>
              <a:tr h="315529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2147068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97E06F59-B641-411E-BBE0-0DC7229F1F87}"/>
              </a:ext>
            </a:extLst>
          </p:cNvPr>
          <p:cNvSpPr txBox="1"/>
          <p:nvPr/>
        </p:nvSpPr>
        <p:spPr>
          <a:xfrm>
            <a:off x="337531" y="56804"/>
            <a:ext cx="1497526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595"/>
            <a:r>
              <a:rPr lang="en-AU" sz="2700" b="1" dirty="0">
                <a:solidFill>
                  <a:schemeClr val="tx1"/>
                </a:solidFill>
                <a:latin typeface="Fragment Core" panose="02000504040000020003" pitchFamily="50" charset="0"/>
              </a:rPr>
              <a:t>Fractions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373B261-1A27-401A-B0E6-37A9C4F10AF7}"/>
              </a:ext>
            </a:extLst>
          </p:cNvPr>
          <p:cNvSpPr txBox="1"/>
          <p:nvPr/>
        </p:nvSpPr>
        <p:spPr>
          <a:xfrm>
            <a:off x="143509" y="583315"/>
            <a:ext cx="884285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2100" b="1" dirty="0">
                <a:solidFill>
                  <a:schemeClr val="tx1"/>
                </a:solidFill>
                <a:latin typeface="Fragment Core" panose="02000504040000020003" pitchFamily="50" charset="0"/>
              </a:rPr>
              <a:t>EQ – How do we use arrays to add and subtract fractions?</a:t>
            </a:r>
          </a:p>
        </p:txBody>
      </p:sp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192" y="593854"/>
            <a:ext cx="9141619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91" y="-34970"/>
            <a:ext cx="4319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60256" y="973996"/>
            <a:ext cx="0" cy="4169504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291222" y="103493"/>
            <a:ext cx="695143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7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-1" y="1197429"/>
            <a:ext cx="184204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595"/>
            <a:endParaRPr lang="en-US" sz="2400" b="1" dirty="0">
              <a:solidFill>
                <a:prstClr val="black"/>
              </a:solidFill>
              <a:latin typeface="Fragment Core" panose="02000504040000020003" pitchFamily="50" charset="0"/>
            </a:endParaRPr>
          </a:p>
          <a:p>
            <a:pPr algn="ctr" defTabSz="685595"/>
            <a:r>
              <a:rPr lang="en-US" sz="2400" b="1" dirty="0">
                <a:solidFill>
                  <a:prstClr val="black"/>
                </a:solidFill>
                <a:latin typeface="Fragment Core" panose="02000504040000020003" pitchFamily="50" charset="0"/>
              </a:rPr>
              <a:t>Adding with different denominator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1837897" y="998813"/>
                <a:ext cx="7146971" cy="17904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685595"/>
                <a:r>
                  <a:rPr lang="en-AU" sz="2400" dirty="0">
                    <a:solidFill>
                      <a:prstClr val="black"/>
                    </a:solidFill>
                    <a:latin typeface="Calibri" panose="020F0502020204030204"/>
                  </a:rPr>
                  <a:t>Add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7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7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7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sz="2700" dirty="0">
                    <a:solidFill>
                      <a:srgbClr val="002060"/>
                    </a:solidFill>
                    <a:latin typeface="Calibri" panose="020F0502020204030204"/>
                  </a:rPr>
                  <a:t>  </a:t>
                </a:r>
                <a:r>
                  <a:rPr lang="en-US" sz="2400" dirty="0">
                    <a:solidFill>
                      <a:prstClr val="black"/>
                    </a:solidFill>
                    <a:latin typeface="Calibri" panose="020F0502020204030204"/>
                  </a:rPr>
                  <a:t>and  </a:t>
                </a:r>
                <a:r>
                  <a:rPr lang="en-AU" sz="2700" dirty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7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7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sz="27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US" sz="2700" dirty="0">
                    <a:solidFill>
                      <a:srgbClr val="002060"/>
                    </a:solidFill>
                  </a:rPr>
                  <a:t>  </a:t>
                </a:r>
                <a:r>
                  <a:rPr lang="en-US" sz="2400" dirty="0">
                    <a:solidFill>
                      <a:prstClr val="black"/>
                    </a:solidFill>
                  </a:rPr>
                  <a:t>by using the grid method</a:t>
                </a:r>
              </a:p>
              <a:p>
                <a:pPr defTabSz="685595"/>
                <a:endParaRPr lang="en-US" sz="2400" dirty="0">
                  <a:solidFill>
                    <a:prstClr val="black"/>
                  </a:solidFill>
                </a:endParaRPr>
              </a:p>
              <a:p>
                <a:pPr defTabSz="685595"/>
                <a:r>
                  <a:rPr lang="en-US" sz="2400" b="1" dirty="0">
                    <a:solidFill>
                      <a:prstClr val="black"/>
                    </a:solidFill>
                  </a:rPr>
                  <a:t>Step 2: </a:t>
                </a:r>
                <a:r>
                  <a:rPr lang="en-US" sz="2400" dirty="0">
                    <a:solidFill>
                      <a:prstClr val="black"/>
                    </a:solidFill>
                  </a:rPr>
                  <a:t>Lay the two rectangles on top of each other</a:t>
                </a:r>
                <a:endParaRPr lang="en-US" sz="3000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defTabSz="685595"/>
                <a:endParaRPr lang="en-US" sz="24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7897" y="998813"/>
                <a:ext cx="7146971" cy="1790490"/>
              </a:xfrm>
              <a:prstGeom prst="rect">
                <a:avLst/>
              </a:prstGeom>
              <a:blipFill>
                <a:blip r:embed="rId3"/>
                <a:stretch>
                  <a:fillRect l="-1279" r="-119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192" y="973997"/>
            <a:ext cx="9141619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5C6AD37-64FD-4F40-9E98-3DC21954D8A0}"/>
              </a:ext>
            </a:extLst>
          </p:cNvPr>
          <p:cNvGraphicFramePr>
            <a:graphicFrameLocks noGrp="1"/>
          </p:cNvGraphicFramePr>
          <p:nvPr/>
        </p:nvGraphicFramePr>
        <p:xfrm>
          <a:off x="6677356" y="2750122"/>
          <a:ext cx="2165205" cy="157764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21735">
                  <a:extLst>
                    <a:ext uri="{9D8B030D-6E8A-4147-A177-3AD203B41FA5}">
                      <a16:colId xmlns:a16="http://schemas.microsoft.com/office/drawing/2014/main" val="353913716"/>
                    </a:ext>
                  </a:extLst>
                </a:gridCol>
                <a:gridCol w="721735">
                  <a:extLst>
                    <a:ext uri="{9D8B030D-6E8A-4147-A177-3AD203B41FA5}">
                      <a16:colId xmlns:a16="http://schemas.microsoft.com/office/drawing/2014/main" val="1341278856"/>
                    </a:ext>
                  </a:extLst>
                </a:gridCol>
                <a:gridCol w="721735">
                  <a:extLst>
                    <a:ext uri="{9D8B030D-6E8A-4147-A177-3AD203B41FA5}">
                      <a16:colId xmlns:a16="http://schemas.microsoft.com/office/drawing/2014/main" val="1741178167"/>
                    </a:ext>
                  </a:extLst>
                </a:gridCol>
              </a:tblGrid>
              <a:tr h="157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sz="11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9763932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B9E91E0-1258-4C4F-9092-80EF304B84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1385565"/>
              </p:ext>
            </p:extLst>
          </p:nvPr>
        </p:nvGraphicFramePr>
        <p:xfrm>
          <a:off x="6680565" y="2767089"/>
          <a:ext cx="2161996" cy="15776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05992">
                  <a:extLst>
                    <a:ext uri="{9D8B030D-6E8A-4147-A177-3AD203B41FA5}">
                      <a16:colId xmlns:a16="http://schemas.microsoft.com/office/drawing/2014/main" val="1548181226"/>
                    </a:ext>
                  </a:extLst>
                </a:gridCol>
                <a:gridCol w="728002">
                  <a:extLst>
                    <a:ext uri="{9D8B030D-6E8A-4147-A177-3AD203B41FA5}">
                      <a16:colId xmlns:a16="http://schemas.microsoft.com/office/drawing/2014/main" val="1604844587"/>
                    </a:ext>
                  </a:extLst>
                </a:gridCol>
                <a:gridCol w="728002">
                  <a:extLst>
                    <a:ext uri="{9D8B030D-6E8A-4147-A177-3AD203B41FA5}">
                      <a16:colId xmlns:a16="http://schemas.microsoft.com/office/drawing/2014/main" val="3247007399"/>
                    </a:ext>
                  </a:extLst>
                </a:gridCol>
              </a:tblGrid>
              <a:tr h="315529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3087348"/>
                  </a:ext>
                </a:extLst>
              </a:tr>
              <a:tr h="315529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2787961"/>
                  </a:ext>
                </a:extLst>
              </a:tr>
              <a:tr h="315529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6448152"/>
                  </a:ext>
                </a:extLst>
              </a:tr>
              <a:tr h="315529">
                <a:tc gridSpan="3">
                  <a:txBody>
                    <a:bodyPr/>
                    <a:lstStyle/>
                    <a:p>
                      <a:endParaRPr lang="en-AU" sz="11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8778031"/>
                  </a:ext>
                </a:extLst>
              </a:tr>
              <a:tr h="315529">
                <a:tc gridSpan="3"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2147068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F9F05632-377F-4601-BA68-5A978943970A}"/>
              </a:ext>
            </a:extLst>
          </p:cNvPr>
          <p:cNvSpPr txBox="1"/>
          <p:nvPr/>
        </p:nvSpPr>
        <p:spPr>
          <a:xfrm>
            <a:off x="337531" y="56804"/>
            <a:ext cx="1497526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595"/>
            <a:r>
              <a:rPr lang="en-AU" sz="2700" b="1" dirty="0">
                <a:solidFill>
                  <a:schemeClr val="tx1"/>
                </a:solidFill>
                <a:latin typeface="Fragment Core" panose="02000504040000020003" pitchFamily="50" charset="0"/>
              </a:rPr>
              <a:t>Fractions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EAF6C83-9AE0-4BAA-9A26-95A69A6303E2}"/>
              </a:ext>
            </a:extLst>
          </p:cNvPr>
          <p:cNvSpPr txBox="1"/>
          <p:nvPr/>
        </p:nvSpPr>
        <p:spPr>
          <a:xfrm>
            <a:off x="143509" y="583315"/>
            <a:ext cx="884285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2100" b="1" dirty="0">
                <a:solidFill>
                  <a:schemeClr val="tx1"/>
                </a:solidFill>
                <a:latin typeface="Fragment Core" panose="02000504040000020003" pitchFamily="50" charset="0"/>
              </a:rPr>
              <a:t>EQ – How do we use arrays to add and subtract fractions?</a:t>
            </a:r>
          </a:p>
        </p:txBody>
      </p:sp>
    </p:spTree>
    <p:extLst>
      <p:ext uri="{BB962C8B-B14F-4D97-AF65-F5344CB8AC3E}">
        <p14:creationId xmlns:p14="http://schemas.microsoft.com/office/powerpoint/2010/main" val="2410386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192" y="593854"/>
            <a:ext cx="9141619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91" y="-34970"/>
            <a:ext cx="4319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68523" y="998813"/>
            <a:ext cx="0" cy="4169504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291222" y="103493"/>
            <a:ext cx="695143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7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-87540" y="1193459"/>
            <a:ext cx="20830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595"/>
            <a:r>
              <a:rPr lang="en-US" sz="2400" b="1" dirty="0">
                <a:solidFill>
                  <a:prstClr val="black"/>
                </a:solidFill>
                <a:latin typeface="Fragment Core" panose="02000504040000020003" pitchFamily="50" charset="0"/>
              </a:rPr>
              <a:t>Adding with different denominators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1952313" y="1050377"/>
                <a:ext cx="4945320" cy="37658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685595"/>
                <a:r>
                  <a:rPr lang="en-AU" sz="2400" dirty="0">
                    <a:solidFill>
                      <a:prstClr val="black"/>
                    </a:solidFill>
                    <a:latin typeface="Calibri" panose="020F0502020204030204"/>
                  </a:rPr>
                  <a:t>Add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7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7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7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sz="2700" dirty="0">
                    <a:solidFill>
                      <a:srgbClr val="002060"/>
                    </a:solidFill>
                    <a:latin typeface="Calibri" panose="020F0502020204030204"/>
                  </a:rPr>
                  <a:t> </a:t>
                </a:r>
                <a:r>
                  <a:rPr lang="en-US" sz="2400" dirty="0">
                    <a:solidFill>
                      <a:prstClr val="black"/>
                    </a:solidFill>
                    <a:latin typeface="Calibri" panose="020F0502020204030204"/>
                  </a:rPr>
                  <a:t>and </a:t>
                </a:r>
                <a:r>
                  <a:rPr lang="en-AU" sz="2400" dirty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7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7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sz="27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US" sz="2700" dirty="0">
                    <a:solidFill>
                      <a:srgbClr val="002060"/>
                    </a:solidFill>
                  </a:rPr>
                  <a:t> </a:t>
                </a:r>
                <a:r>
                  <a:rPr lang="en-US" sz="2400" dirty="0">
                    <a:solidFill>
                      <a:prstClr val="black"/>
                    </a:solidFill>
                  </a:rPr>
                  <a:t>by using the grid method</a:t>
                </a:r>
              </a:p>
              <a:p>
                <a:pPr defTabSz="685595"/>
                <a:endParaRPr lang="en-US" sz="2400" dirty="0">
                  <a:solidFill>
                    <a:prstClr val="black"/>
                  </a:solidFill>
                </a:endParaRPr>
              </a:p>
              <a:p>
                <a:pPr defTabSz="685595"/>
                <a:r>
                  <a:rPr lang="en-US" sz="2400" b="1" dirty="0">
                    <a:solidFill>
                      <a:prstClr val="black"/>
                    </a:solidFill>
                  </a:rPr>
                  <a:t>Step 3: </a:t>
                </a:r>
                <a:r>
                  <a:rPr lang="en-US" sz="2400" dirty="0">
                    <a:solidFill>
                      <a:prstClr val="black"/>
                    </a:solidFill>
                  </a:rPr>
                  <a:t>Remove the overlay </a:t>
                </a:r>
              </a:p>
              <a:p>
                <a:pPr defTabSz="685595"/>
                <a:endParaRPr lang="en-US" sz="2400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defTabSz="685595"/>
                <a:r>
                  <a:rPr lang="en-US" sz="2400" dirty="0">
                    <a:solidFill>
                      <a:prstClr val="black"/>
                    </a:solidFill>
                    <a:latin typeface="Calibri" panose="020F0502020204030204"/>
                  </a:rPr>
                  <a:t>The shaded grid gives you the result to the answer.</a:t>
                </a:r>
              </a:p>
              <a:p>
                <a:pPr defTabSz="685595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30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30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num>
                        <m:den>
                          <m:r>
                            <a:rPr lang="en-AU" sz="30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15</m:t>
                          </m:r>
                        </m:den>
                      </m:f>
                    </m:oMath>
                  </m:oMathPara>
                </a14:m>
                <a:endParaRPr lang="en-US" sz="30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2313" y="1050377"/>
                <a:ext cx="4945320" cy="3765839"/>
              </a:xfrm>
              <a:prstGeom prst="rect">
                <a:avLst/>
              </a:prstGeom>
              <a:blipFill>
                <a:blip r:embed="rId3"/>
                <a:stretch>
                  <a:fillRect l="-18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192" y="973997"/>
            <a:ext cx="9141619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5C6AD37-64FD-4F40-9E98-3DC21954D8A0}"/>
              </a:ext>
            </a:extLst>
          </p:cNvPr>
          <p:cNvGraphicFramePr>
            <a:graphicFrameLocks noGrp="1"/>
          </p:cNvGraphicFramePr>
          <p:nvPr/>
        </p:nvGraphicFramePr>
        <p:xfrm>
          <a:off x="6677356" y="2750122"/>
          <a:ext cx="2165205" cy="157764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21735">
                  <a:extLst>
                    <a:ext uri="{9D8B030D-6E8A-4147-A177-3AD203B41FA5}">
                      <a16:colId xmlns:a16="http://schemas.microsoft.com/office/drawing/2014/main" val="353913716"/>
                    </a:ext>
                  </a:extLst>
                </a:gridCol>
                <a:gridCol w="721735">
                  <a:extLst>
                    <a:ext uri="{9D8B030D-6E8A-4147-A177-3AD203B41FA5}">
                      <a16:colId xmlns:a16="http://schemas.microsoft.com/office/drawing/2014/main" val="1341278856"/>
                    </a:ext>
                  </a:extLst>
                </a:gridCol>
                <a:gridCol w="721735">
                  <a:extLst>
                    <a:ext uri="{9D8B030D-6E8A-4147-A177-3AD203B41FA5}">
                      <a16:colId xmlns:a16="http://schemas.microsoft.com/office/drawing/2014/main" val="1741178167"/>
                    </a:ext>
                  </a:extLst>
                </a:gridCol>
              </a:tblGrid>
              <a:tr h="1577642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sz="11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9763932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B9E91E0-1258-4C4F-9092-80EF304B8449}"/>
              </a:ext>
            </a:extLst>
          </p:cNvPr>
          <p:cNvGraphicFramePr>
            <a:graphicFrameLocks noGrp="1"/>
          </p:cNvGraphicFramePr>
          <p:nvPr/>
        </p:nvGraphicFramePr>
        <p:xfrm>
          <a:off x="6680565" y="2750120"/>
          <a:ext cx="2161996" cy="15776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05992">
                  <a:extLst>
                    <a:ext uri="{9D8B030D-6E8A-4147-A177-3AD203B41FA5}">
                      <a16:colId xmlns:a16="http://schemas.microsoft.com/office/drawing/2014/main" val="1548181226"/>
                    </a:ext>
                  </a:extLst>
                </a:gridCol>
                <a:gridCol w="728002">
                  <a:extLst>
                    <a:ext uri="{9D8B030D-6E8A-4147-A177-3AD203B41FA5}">
                      <a16:colId xmlns:a16="http://schemas.microsoft.com/office/drawing/2014/main" val="1604844587"/>
                    </a:ext>
                  </a:extLst>
                </a:gridCol>
                <a:gridCol w="728002">
                  <a:extLst>
                    <a:ext uri="{9D8B030D-6E8A-4147-A177-3AD203B41FA5}">
                      <a16:colId xmlns:a16="http://schemas.microsoft.com/office/drawing/2014/main" val="3247007399"/>
                    </a:ext>
                  </a:extLst>
                </a:gridCol>
              </a:tblGrid>
              <a:tr h="315529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3087348"/>
                  </a:ext>
                </a:extLst>
              </a:tr>
              <a:tr h="315529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2787961"/>
                  </a:ext>
                </a:extLst>
              </a:tr>
              <a:tr h="315529"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6448152"/>
                  </a:ext>
                </a:extLst>
              </a:tr>
              <a:tr h="315529">
                <a:tc gridSpan="3"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8778031"/>
                  </a:ext>
                </a:extLst>
              </a:tr>
              <a:tr h="315529">
                <a:tc gridSpan="3">
                  <a:txBody>
                    <a:bodyPr/>
                    <a:lstStyle/>
                    <a:p>
                      <a:endParaRPr lang="en-AU" sz="1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2147068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A710316C-F2DC-4F52-9694-3F04EF3CAA1E}"/>
              </a:ext>
            </a:extLst>
          </p:cNvPr>
          <p:cNvSpPr txBox="1"/>
          <p:nvPr/>
        </p:nvSpPr>
        <p:spPr>
          <a:xfrm>
            <a:off x="337531" y="56804"/>
            <a:ext cx="1497526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595"/>
            <a:r>
              <a:rPr lang="en-AU" sz="2700" b="1" dirty="0">
                <a:solidFill>
                  <a:schemeClr val="tx1"/>
                </a:solidFill>
                <a:latin typeface="Fragment Core" panose="02000504040000020003" pitchFamily="50" charset="0"/>
              </a:rPr>
              <a:t>Fractions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0448484-BB02-42E9-BA26-112738778959}"/>
              </a:ext>
            </a:extLst>
          </p:cNvPr>
          <p:cNvSpPr txBox="1"/>
          <p:nvPr/>
        </p:nvSpPr>
        <p:spPr>
          <a:xfrm>
            <a:off x="143509" y="583315"/>
            <a:ext cx="884285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2100" b="1" dirty="0">
                <a:solidFill>
                  <a:schemeClr val="tx1"/>
                </a:solidFill>
                <a:latin typeface="Fragment Core" panose="02000504040000020003" pitchFamily="50" charset="0"/>
              </a:rPr>
              <a:t>EQ – How are arrays used to add and subtract fractions?</a:t>
            </a:r>
          </a:p>
        </p:txBody>
      </p:sp>
    </p:spTree>
    <p:extLst>
      <p:ext uri="{BB962C8B-B14F-4D97-AF65-F5344CB8AC3E}">
        <p14:creationId xmlns:p14="http://schemas.microsoft.com/office/powerpoint/2010/main" val="270165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C907EEF-02CB-44F7-92A3-CE9CC7A2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9742" y="303498"/>
            <a:ext cx="6456269" cy="969771"/>
          </a:xfrm>
        </p:spPr>
        <p:txBody>
          <a:bodyPr>
            <a:normAutofit/>
          </a:bodyPr>
          <a:lstStyle/>
          <a:p>
            <a:pPr algn="r"/>
            <a:r>
              <a:rPr lang="en-AU" sz="4050" dirty="0">
                <a:solidFill>
                  <a:srgbClr val="FF5050"/>
                </a:solidFill>
                <a:latin typeface="Fragment Core" panose="02000504040000020003" pitchFamily="50" charset="0"/>
              </a:rPr>
              <a:t>Practice</a:t>
            </a:r>
            <a:endParaRPr lang="en-US" sz="4050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9077395-86C7-4E3B-B3B2-7E3DC7F87C33}"/>
                  </a:ext>
                </a:extLst>
              </p:cNvPr>
              <p:cNvSpPr txBox="1"/>
              <p:nvPr/>
            </p:nvSpPr>
            <p:spPr>
              <a:xfrm>
                <a:off x="490615" y="303498"/>
                <a:ext cx="6567849" cy="16983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685595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3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3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3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AU" sz="30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AU" sz="3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3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3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sz="2400" dirty="0">
                  <a:solidFill>
                    <a:prstClr val="black"/>
                  </a:solidFill>
                </a:endParaRPr>
              </a:p>
              <a:p>
                <a:pPr defTabSz="685595"/>
                <a:endParaRPr lang="en-US" sz="2400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defTabSz="685595"/>
                <a:r>
                  <a:rPr lang="en-US" sz="2400" dirty="0">
                    <a:solidFill>
                      <a:prstClr val="black"/>
                    </a:solidFill>
                    <a:latin typeface="Calibri" panose="020F0502020204030204"/>
                  </a:rPr>
                  <a:t>Use the grid method to work this out…..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9077395-86C7-4E3B-B3B2-7E3DC7F87C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615" y="303498"/>
                <a:ext cx="6567849" cy="1698350"/>
              </a:xfrm>
              <a:prstGeom prst="rect">
                <a:avLst/>
              </a:prstGeom>
              <a:blipFill>
                <a:blip r:embed="rId3"/>
                <a:stretch>
                  <a:fillRect l="-1391" b="-755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002156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F15F500-61F1-47BF-9008-1578029B06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2753" y="0"/>
            <a:ext cx="3974163" cy="5137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48520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87928" y="87077"/>
            <a:ext cx="8627946" cy="50258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800" dirty="0"/>
          </a:p>
        </p:txBody>
      </p:sp>
      <p:sp>
        <p:nvSpPr>
          <p:cNvPr id="375" name="Google Shape;375;p40"/>
          <p:cNvSpPr txBox="1">
            <a:spLocks noGrp="1"/>
          </p:cNvSpPr>
          <p:nvPr>
            <p:ph type="sldNum" idx="12"/>
          </p:nvPr>
        </p:nvSpPr>
        <p:spPr>
          <a:xfrm>
            <a:off x="4297659" y="4669251"/>
            <a:ext cx="5487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</a:rPr>
              <a:t>21</a:t>
            </a:fld>
            <a:endParaRPr>
              <a:solidFill>
                <a:srgbClr val="FFFFFF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1078347" y="458772"/>
            <a:ext cx="6858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1105643" y="818502"/>
            <a:ext cx="6858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45474" y="36961"/>
            <a:ext cx="484908" cy="473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825" dirty="0">
                <a:latin typeface="Chalkboard"/>
                <a:cs typeface="Chalkboard"/>
              </a:rPr>
              <a:t>24</a:t>
            </a:r>
          </a:p>
          <a:p>
            <a:r>
              <a:rPr lang="en-AU" sz="825" dirty="0">
                <a:latin typeface="Chalkboard"/>
                <a:cs typeface="Chalkboard"/>
              </a:rPr>
              <a:t>7</a:t>
            </a:r>
          </a:p>
          <a:p>
            <a:r>
              <a:rPr lang="en-AU" sz="825" dirty="0">
                <a:latin typeface="Chalkboard"/>
                <a:cs typeface="Chalkboard"/>
              </a:rPr>
              <a:t>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0560" y="60284"/>
            <a:ext cx="62578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49170"/>
            <a:ext cx="7655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800" b="1" dirty="0">
                <a:latin typeface="Chalkboard"/>
                <a:cs typeface="Chalkboard"/>
              </a:rPr>
              <a:t>EQ: How do we use arrays to add and subtract fractions?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347" y="37200"/>
            <a:ext cx="16866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800" b="1" dirty="0">
                <a:latin typeface="Chalkboard"/>
                <a:cs typeface="Chalkboard"/>
              </a:rPr>
              <a:t>Topic: Fractions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533B84-4070-4DE4-8C73-57458A3B066B}"/>
              </a:ext>
            </a:extLst>
          </p:cNvPr>
          <p:cNvSpPr txBox="1"/>
          <p:nvPr/>
        </p:nvSpPr>
        <p:spPr>
          <a:xfrm>
            <a:off x="980662" y="1590261"/>
            <a:ext cx="75283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Write your summary in your interactive notebook.</a:t>
            </a:r>
          </a:p>
          <a:p>
            <a:r>
              <a:rPr lang="en-GB" sz="2400" b="1" dirty="0"/>
              <a:t>Discuss with your shoulder partner/table.</a:t>
            </a:r>
          </a:p>
          <a:p>
            <a:r>
              <a:rPr lang="en-GB" sz="2400" b="1" dirty="0"/>
              <a:t>Be prepared to share </a:t>
            </a:r>
            <a:r>
              <a:rPr lang="en-GB" sz="2400" b="1" dirty="0">
                <a:sym typeface="Wingdings" panose="05000000000000000000" pitchFamily="2" charset="2"/>
              </a:rPr>
              <a:t></a:t>
            </a:r>
            <a:endParaRPr lang="en-AU" sz="2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06871B-9B13-443A-8FC0-4390D275976F}"/>
              </a:ext>
            </a:extLst>
          </p:cNvPr>
          <p:cNvSpPr txBox="1"/>
          <p:nvPr/>
        </p:nvSpPr>
        <p:spPr>
          <a:xfrm>
            <a:off x="1004607" y="2690190"/>
            <a:ext cx="7005479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b="1" dirty="0"/>
              <a:t>.</a:t>
            </a:r>
          </a:p>
          <a:p>
            <a:r>
              <a:rPr lang="en-GB" dirty="0"/>
              <a:t>.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84824441"/>
      </p:ext>
    </p:extLst>
  </p:cSld>
  <p:clrMapOvr>
    <a:masterClrMapping/>
  </p:clrMapOvr>
</p:sld>
</file>

<file path=ppt/theme/theme1.xml><?xml version="1.0" encoding="utf-8"?>
<a:theme xmlns:a="http://schemas.openxmlformats.org/drawingml/2006/main" name="Rainbow Background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24ADBD"/>
      </a:accent1>
      <a:accent2>
        <a:srgbClr val="A2D242"/>
      </a:accent2>
      <a:accent3>
        <a:srgbClr val="FCE243"/>
      </a:accent3>
      <a:accent4>
        <a:srgbClr val="EF6B20"/>
      </a:accent4>
      <a:accent5>
        <a:srgbClr val="AD242B"/>
      </a:accent5>
      <a:accent6>
        <a:srgbClr val="AE2D5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ainbow Background by Slidesgo" id="{46D7DCF1-5261-4805-AE31-BEDD5E59F30E}" vid="{99090F41-B61B-4833-A699-F16AB6F86A01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3CF8E2C319B6C45A88B154FA9F297AF" ma:contentTypeVersion="0" ma:contentTypeDescription="Create a new document." ma:contentTypeScope="" ma:versionID="73d7ff28815366d7d4e36dfe6af65650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d413257cd9829394d17656a545d5fa4e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21B9502-232D-403F-8F38-F6DF2454F415}"/>
</file>

<file path=customXml/itemProps2.xml><?xml version="1.0" encoding="utf-8"?>
<ds:datastoreItem xmlns:ds="http://schemas.openxmlformats.org/officeDocument/2006/customXml" ds:itemID="{9D14E3EA-B204-4B60-A61A-BD70F817866C}"/>
</file>

<file path=customXml/itemProps3.xml><?xml version="1.0" encoding="utf-8"?>
<ds:datastoreItem xmlns:ds="http://schemas.openxmlformats.org/officeDocument/2006/customXml" ds:itemID="{21887C8C-F30E-4CB6-BA2B-C97D9BD083C1}"/>
</file>

<file path=docProps/app.xml><?xml version="1.0" encoding="utf-8"?>
<Properties xmlns="http://schemas.openxmlformats.org/officeDocument/2006/extended-properties" xmlns:vt="http://schemas.openxmlformats.org/officeDocument/2006/docPropsVTypes">
  <Template>Cornell Notes</Template>
  <TotalTime>3796</TotalTime>
  <Words>671</Words>
  <Application>Microsoft Office PowerPoint</Application>
  <PresentationFormat>On-screen Show (16:9)</PresentationFormat>
  <Paragraphs>179</Paragraphs>
  <Slides>21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Chalkboard</vt:lpstr>
      <vt:lpstr>Fredoka One</vt:lpstr>
      <vt:lpstr>Arial</vt:lpstr>
      <vt:lpstr>Abel</vt:lpstr>
      <vt:lpstr>Fragment Core</vt:lpstr>
      <vt:lpstr>Cambria Math</vt:lpstr>
      <vt:lpstr>Calibri</vt:lpstr>
      <vt:lpstr>Rainbow Background by Slidesgo</vt:lpstr>
      <vt:lpstr>Topic: Fractions EQ: How do we use arrays to add and subtract fractions?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Practice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Practice</vt:lpstr>
      <vt:lpstr>PowerPoint Presentation</vt:lpstr>
      <vt:lpstr>PowerPoint Presentation</vt:lpstr>
    </vt:vector>
  </TitlesOfParts>
  <Company>Department of Education Western Australia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Adding and Subtracting with negative numbers  EQ: How do we add and subtract with negatives?</dc:title>
  <dc:creator>MCLEOD Alexandria [Baldivis Secondary College]</dc:creator>
  <cp:lastModifiedBy>JAMES Sarah [Baldivis Secondary College]</cp:lastModifiedBy>
  <cp:revision>57</cp:revision>
  <dcterms:created xsi:type="dcterms:W3CDTF">2021-02-22T02:29:05Z</dcterms:created>
  <dcterms:modified xsi:type="dcterms:W3CDTF">2021-11-09T13:13:20Z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0x010100E3CF8E2C319B6C45A88B154FA9F297AF</vt:lpwstr>
  </property>
</Properties>
</file>