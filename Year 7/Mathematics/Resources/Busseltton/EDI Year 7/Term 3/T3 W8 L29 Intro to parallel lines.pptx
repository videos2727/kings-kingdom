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71" r:id="rId8"/>
    <p:sldId id="262" r:id="rId9"/>
    <p:sldId id="267" r:id="rId10"/>
    <p:sldId id="268" r:id="rId11"/>
    <p:sldId id="269" r:id="rId12"/>
    <p:sldId id="270" r:id="rId13"/>
    <p:sldId id="263" r:id="rId14"/>
    <p:sldId id="264" r:id="rId15"/>
    <p:sldId id="265" r:id="rId16"/>
    <p:sldId id="266" r:id="rId17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ES Rhys [Busselton Senior High School]" initials="DR[SHS" lastIdx="1" clrIdx="0">
    <p:extLst>
      <p:ext uri="{19B8F6BF-5375-455C-9EA6-DF929625EA0E}">
        <p15:presenceInfo xmlns:p15="http://schemas.microsoft.com/office/powerpoint/2012/main" userId="S::rhys.davies@education.wa.edu.au::901f7e41-9ce1-4a6e-9371-69f5fc7f4f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7:59:54.76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573 251,'-72'-2,"-79"4,145-1,0 0,1 1,-1 0,1 0,-1 0,1 0,0 1,0 0,0 0,0 1,0-1,1 1,-1 0,1 0,0 0,0 1,1 0,-1-1,1 1,0 0,1 1,-1-1,-2 9,1-4,0 0,1 1,1-1,0 1,0 0,1-1,0 1,1 0,0 0,1 0,0 0,3 11,-3-19,0 0,0 0,1 0,-1 0,1 0,-1 0,1-1,0 1,0 0,1-1,-1 0,0 1,1-1,0 0,-1 0,1 0,0-1,0 1,0-1,0 1,0-1,0 0,0 0,1 0,3 0,10 1,-1-1,1 0,32-3,-18 0,9 2,-20 1,1-2,22-2,-37 2,-1 0,0 0,0 0,1-1,-1 0,0 0,0 0,-1-1,1 1,0-1,-1 0,8-7,-3 0,-1 1,0-2,-1 1,0-1,-1 0,0 0,0 0,-1-1,-1 0,5-19,-7 24,-1 0,0 0,0 0,-1 0,0 0,0 0,-1 0,1 0,-2 1,1-1,-1 0,0 0,0 1,-1-1,0 1,0-1,0 1,-1 0,0 1,-9-11,0 2,-2 1,1 1,-2 1,0 0,-19-10,-5 1,-46-15,48 20,18 6,-1 1,0 1,0 1,-1 1,0 1,-24-2,36 5,-1 1,1 1,0-1,-1 2,1-1,0 2,0-1,-17 8,20-7,0 1,0 0,1 1,-1-1,1 1,0 1,0-1,1 1,-1 0,1 0,1 1,-5 6,5-6,1-1,1 1,-1 0,1 0,0 0,0 0,1 0,-1 14,4 64,0-40,-1-37,-2 8,2 0,0 1,1-1,6 26,-6-36,0-1,1 0,-1 0,1 0,0 0,0 0,0 0,1-1,0 0,0 1,0-1,0-1,1 1,-1-1,1 0,0 0,6 3,1 0,1-2,0 1,0-1,0-1,0 0,1-1,15 0,101-3,-64-1,-38 2,-6 0,-1 0,1-1,0-1,-1-1,23-6,-39 7,0 1,0-1,-1 0,1-1,0 1,-1-1,1 0,-1 0,0 0,0-1,0 1,-1-1,1 0,-1 0,0 0,0-1,0 1,-1-1,1 1,-1-1,0 0,-1 0,1 0,-1 0,0 0,1-8,0-7,0 1,-2-1,0 1,-3-25,1 37,1 0,-1-1,0 1,0 0,0 1,-1-1,-1 0,1 1,-1-1,0 1,0 0,-1 0,1 1,-10-9,1 3,-1 1,0 0,0 0,-1 2,0 0,-1 1,0 0,0 1,0 1,-1 0,1 2,-1 0,0 0,-32 1,34 2,0 0,0 2,0-1,-20 7,27-6,0 1,0 0,0 1,1 0,0 0,-1 1,2-1,-1 2,-8 7,4-3,0 2,1-1,0 1,1 0,1 1,0 0,-10 22,15-27,0 0,0 0,1 0,1 0,-1 0,1 0,1 0,-1 0,2 1,-1-1,1 0,0 0,0 0,1 0,5 14,-4-16,0-1,1 1,-1-1,1 1,0-1,1 0,-1-1,1 1,0-1,0 0,0 0,1 0,-1-1,12 5,7 3,2-1,29 7,-55-16,22 4,-1-1,1 0,0-2,0 0,0-2,0 0,0-1,30-6,-24 1,0-1,-1-1,0-1,0-1,49-27,-68 32,0 0,0 0,0-1,-1 0,0 0,9-9,-13 10,0 1,-1 0,1-1,-1 1,0-1,0 1,0-1,0 0,-1 0,0 0,0 0,0 0,-1-8,-1-18,-1 1,-1-1,-2 1,-1 0,-1 0,-2 1,-1 0,-21-44,18 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00:57.091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376 526,'0'-2,"-1"1,1-1,-1 1,1 0,-1-1,0 1,1 0,-1-1,0 1,0 0,0 0,0 0,0 0,0 0,0 0,-1 0,1 0,0 0,0 1,-1-1,1 0,0 1,-3-1,-34-11,38 12,-29-6,1 1,-1 2,0 1,0 2,-38 3,65-3,0 0,0 0,0 0,0 0,0 0,0 1,0-1,0 1,1 0,-1-1,0 1,0 0,0 0,1 0,-1 0,0 0,1 1,-1-1,1 0,0 1,-1-1,1 1,0-1,0 1,0 0,0 0,0-1,0 1,0 0,1 0,-1 0,1 0,-1 0,1 0,0 0,0 0,0 0,0 0,0 0,0 0,0 0,1 0,0 2,1 4,1-1,-1 0,1 0,1 0,-1 0,1-1,1 1,-1-1,1 0,6 6,-6-8,0 0,1 0,0 0,-1-1,1 0,1 0,-1 0,0-1,1 0,-1 0,1-1,0 0,9 1,14 0,54-5,-33 0,-45 3,0 0,-1 0,1 0,0-1,0 1,-1-1,1-1,-1 1,1-1,-1 0,1 0,-1-1,0 0,0 0,0 0,-1 0,1-1,-1 0,0 1,0-2,0 1,0 0,-1-1,1 0,3-7,2-4,-1 0,0 0,-1-1,-1 0,-1 0,0-1,-1 1,-1-1,-1 0,0 0,-1 0,-3-28,1 38,-1 0,-1-1,1 1,-1 0,-1 1,1-1,-1 0,-1 1,1 0,-1 0,0 0,-1 1,0 0,0 0,-8-6,4 3,-1 1,0 0,-1 1,0 0,0 1,0 0,-1 1,-24-6,27 9,1 0,-1 1,0 0,1 1,-1 0,0 1,1 0,-1 0,1 1,-1 0,1 1,0 0,-16 7,14-3,0 0,0 0,0 1,1 0,0 1,0 0,1 1,1 0,-12 17,2-2,5-7,-19 34,28-44,1 0,-1 0,2 1,-1-1,1 1,1-1,-2 17,3-16,-1 11,0-1,1 1,2-1,4 28,-5-43,0 0,0 0,0 0,0 0,1-1,0 1,0 0,0 0,0-1,0 0,1 1,-1-1,1 0,0 0,0 0,0 0,1-1,-1 0,0 1,1-1,0 0,0 0,-1-1,1 1,0-1,0 0,4 1,31 1,0 0,59-5,-34 0,-56 2,1 0,-1 0,0-1,1 0,-1-1,0 0,0 0,0 0,0-1,0-1,-1 1,1-1,-1 0,0-1,0 0,0 0,-1 0,0-1,0 0,0 0,-1 0,0-1,6-9,0-2,-2-1,1 0,-2-1,-1 1,0-1,-2-1,0 1,-1-1,-1 0,-1 0,-1 0,-2-28,0 32,0 0,-1 0,0 0,-2 0,0 1,-1-1,-12-26,14 37,0-1,-1 1,0 0,0 0,-1 0,1 1,-1-1,0 1,-1 0,1 1,-1-1,0 1,0 0,-1 1,1 0,-1 0,0 0,1 0,-1 1,-12-2,-23 0,-1 1,-1 3,-66 7,106-7,-1 0,1 1,0 0,0 0,-1 0,1 1,0-1,0 1,0 0,0 0,1 0,-1 0,1 1,-1 0,1 0,0 0,0 0,0 0,0 0,0 1,1-1,0 1,0 0,0 0,0 0,0 0,1 0,0 0,-1 5,-2 11,2 1,0 0,2 0,3 40,0-15,-3-25,-1-10,1-1,1 1,0-1,0 1,6 19,-6-27,0-1,1 1,-1 0,1-1,-1 1,1-1,0 1,0-1,0 0,0 0,0 0,1 0,-1 0,1-1,-1 1,1-1,0 1,-1-1,1 0,0 0,0 0,0-1,0 1,0-1,5 1,27 1,49-4,-29 0,-34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01:50.87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424 101,'0'-1,"-1"0,1 1,0-1,-1 0,1 0,-1 0,1 0,-1 0,1 1,-1-1,1 0,-1 0,0 1,1-1,-1 0,0 1,0-1,1 1,-1-1,0 1,0-1,0 1,0 0,0-1,0 1,1 0,-3 0,-30-5,27 4,-5 0,0 1,0-1,0 2,0 0,0 0,-14 4,20-4,-1 1,1 0,0 0,-1 0,1 1,0 0,1 0,-1 0,0 1,1 0,0 0,0 0,0 0,-4 5,-12 17,-34 33,33-37,-31 40,46-53,0 0,0 0,1 1,1 0,0 0,0 0,1 1,-3 15,2 0,2 0,1 0,0 0,6 34,-5-56,1-1,0 0,-1 1,2-1,-1 0,0 0,1 0,-1 0,1 0,0 0,0 0,0 0,0-1,1 1,-1-1,1 0,-1 1,1-1,0 0,0-1,0 1,0 0,0-1,0 0,0 0,0 0,6 1,8 1,0 0,0-2,0 0,22-2,-18 1,5-1,0-1,0-1,-1-1,1-1,-1-2,-1 0,1-2,25-12,-38 15,0 0,-1 0,0-1,-1-1,1 1,-1-2,-1 1,0-2,0 1,0-1,-2 0,1-1,-1 0,-1 0,0-1,0 1,-1-1,4-14,-5 4,-2 0,0-1,-1 1,-1-1,-5-39,5 60,-1-1,1 1,-1-1,0 1,0-1,0 1,0 0,0-1,0 1,-1 0,1 0,-1 0,1 0,-1 0,0 0,0 0,0 1,0-1,0 1,0-1,-1 1,1 0,0 0,-1 0,1 0,0 0,-1 1,0-1,-3 0,-9-1,0 1,0 1,0 0,-16 3,3-1,13-1,0 0,1 2,-1 0,1 0,0 1,0 1,0 1,-18 9,27-12,0 0,1 0,-1 0,1 1,0 0,0-1,1 1,-1 1,1-1,-1 0,-3 8,6-8,0-1,-1 1,1 0,1-1,-1 1,0 0,1 0,0 0,0 0,0-1,0 1,1 0,0 0,-1-1,1 1,1 0,-1-1,2 5,-1-5,-1-1,1 1,-1-1,1 0,0 0,0 0,0 0,0 0,0 0,1 0,-1-1,0 1,1-1,-1 1,1-1,0 0,-1 0,1-1,0 1,0 0,-1-1,1 1,0-1,0 0,0 0,0 0,-1-1,5 0,2 0,-1-1,1 0,-1 0,0-1,0 0,0 0,0-1,8-5,-9 5,0 0,0-1,-1 0,1 0,-1-1,-1 1,1-1,-1-1,0 1,0-1,-1 0,0 0,0 0,-1 0,1-1,-2 1,1-1,-1 0,0 0,-1 0,0 0,0 0,-1 0,0 0,0-1,-2-11,0 12,-1 0,1 0,-1 0,0 0,-1 0,0 1,0 0,0-1,-1 2,0-1,-1 1,0-1,1 1,-2 1,1-1,-1 1,0 0,0 1,0 0,-1 0,1 0,-13-3,3 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26.27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352 0,'-6'1,"0"1,0-1,0 1,0 0,0 0,0 1,1-1,-7 5,-24 9,-17-4,45-12,0 1,-1 1,1 0,0 0,0 1,0 0,1 0,-1 0,1 1,-1 1,1-1,-7 7,-9 9,18-17,0 1,0 0,1 0,-1 0,1 0,0 1,1 0,-1 0,1 0,0 0,0 0,0 1,-2 7,0 7,1 0,1 1,0-1,1 28,9 83,-7-128,1 1,-1-1,1 1,0-1,-1 1,2-1,-1 0,0 0,1 1,-1-1,1 0,0 0,0-1,0 1,1 0,-1-1,0 1,1-1,0 0,0 0,-1 0,1 0,0 0,1-1,-1 1,0-1,0 0,1 0,5 1,8 1,1-1,0-1,-1-1,34-4,-7 1,38 3,49-2,-119-1,-1 0,0 0,0-1,0-1,-1 0,1 0,-1-1,-1 0,1-1,-1 0,0 0,9-10,-15 12,1 1,-1 0,0-1,-1 1,1-1,-1 0,0 0,0 0,-1 0,1 0,-1 0,0-1,0 1,-1-6,0 2,0 0,-1 1,-1 0,1-1,-1 1,-1 0,0 0,-4-10,-1 2,-1 0,-1 1,0 0,0 1,-2 0,0 1,-27-23,33 31,-2 0,1 1,0 0,-1 0,0 0,0 1,0 0,0 1,-16-3,9 3,-1 1,1 0,-1 1,-23 4,36-4,0 1,0 0,0 0,1 0,-1 0,1 1,-1-1,1 1,-1-1,1 1,0 0,0 0,0 0,0 0,0 1,0-1,0 0,1 1,-1-1,1 1,0 0,-2 3,3-4,-1 0,0 0,1 0,-1 0,1 1,-1-1,1 0,0 0,0 0,0 1,0-1,0 0,1 0,-1 0,1 0,-1 1,1-1,0 0,0 0,0 0,0 0,0 0,0-1,1 1,-1 0,1-1,-1 1,1 0,3 1,0 0,0 0,0-1,0 0,0 0,0-1,1 1,-1-1,0 0,1-1,-1 1,11-1,4-2,36-7,-55 9,25-5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28.48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28,'0'-1,"-1"1,1-1,-1 0,1 0,-1 0,1 0,-1 0,1 0,-1 1,0-1,0 0,1 0,-1 1,0-1,0 1,0-1,0 0,0 1,0 0,0-1,0 1,0 0,0-1,0 1,0 0,-2 0,-33-5,31 4,-32-2,-1 2,-46 3,82-2,-1 1,1-1,-1 1,1 0,-1 0,1 0,-1 0,1 0,0 0,0 1,0-1,-1 1,1-1,1 1,-1 0,0 0,0 0,1 0,-1 0,1 0,-1 1,1-1,0 0,0 1,0-1,0 1,1-1,-1 1,1-1,-1 5,0 7,0 0,1 0,0 0,4 19,-3-27,1-1,0 1,0-1,0 1,1-1,0 0,0 0,0 0,0-1,1 1,0-1,0 1,0-1,0-1,1 1,-1-1,1 1,0-1,0-1,8 4,10 5,1-2,0 0,31 6,-29-9,2-1,-1-2,0 0,39-3,-47 0,-1-2,0 0,0-1,0-1,0-1,-1 0,26-13,-40 17,0 0,0-1,0 1,0-1,-1 0,1 0,0 0,-1-1,0 1,0 0,1-1,-2 0,1 1,0-1,0 0,-1 0,1 0,-1 0,0 0,0 0,0 0,-1 0,1-1,-1 1,1 0,-1-1,0 1,-1 0,1 0,0-1,-2-3,0-1,-1-1,0 1,-1 0,0 0,0 1,0-1,-1 1,-1 0,1 0,-10-9,8 8,0 1,-1-1,0 1,0 1,-1 0,0 0,0 1,0 0,0 0,-1 1,0 0,0 1,0 0,-1 1,1 0,0 0,-1 1,-16 1,20 0,-3 0,1 0,0 0,0 1,-17 4,10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30.65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350 1,'-46'-1,"-57"2,90 0,0 1,1 0,-1 1,1 0,-24 10,32-10,-1-1,0 2,1-1,-1 1,1-1,0 1,0 0,1 0,-1 1,1-1,0 1,0 0,1 0,-1 0,-1 6,-4 11,1 0,-5 30,9-36,-1 1,1 1,1-1,0 1,1 0,1 0,1-1,6 36,-6-47,1 0,-1-1,1 1,1 0,-1-1,0 0,1 0,0 0,1 0,-1 0,1 0,0-1,0 1,0-1,1 0,-1-1,1 1,0-1,0 0,0 0,0 0,1-1,-1 0,1 0,0 0,-1-1,8 1,0 0,0 0,0-1,0-1,0-1,0 1,0-2,0 0,17-5,-25 6,0-1,0 0,0-1,0 1,-1-1,1 1,-1-2,1 1,-1 0,0-1,0 0,-1 0,1 0,-1 0,0 0,0-1,0 0,-1 1,1-1,-1 0,0 0,1-8,1-1,-1-1,-1 0,-1 0,0 1,-1-1,0 0,-4-22,3 31,0 0,-1 1,1-1,-1 0,0 1,0-1,-1 1,0 0,0 0,0 0,0 0,-1 1,0-1,0 1,0 0,0 0,-1 0,0 1,1 0,-1-1,-8-2,-6-1,0 2,0 0,-1 1,1 0,-1 2,0 0,-34 3,30-1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33.83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253 107,'0'-2,"0"0,0 0,0 0,0 0,-1 1,1-1,-1 0,0 0,1 0,-1 1,0-1,0 0,0 1,0-1,0 1,0-1,-1 1,1 0,-1-1,1 1,-4-2,1 1,0-1,0 2,-1-1,1 0,-1 1,1 0,-1 0,-9-1,6 1,-1 1,1 0,0 1,-1-1,1 2,-1-1,1 1,0 0,0 1,-10 4,12-3,0 1,0 0,0 0,1 0,0 1,0 0,0 0,1 0,0 0,0 1,1 0,0-1,0 1,0 1,1-1,0 0,0 0,0 11,-1 6,1 1,1-1,2 1,4 34,-4-54,-1 1,1-1,0 1,1-1,-1 1,1-1,0 0,0 0,1 0,0 0,0-1,4 6,-4-7,0 0,0-1,0 1,1-1,-1 0,1 0,0 0,0 0,-1-1,1 1,0-1,0 0,1 0,-1-1,0 1,7-1,15 1,1-1,-1-2,0 0,0-2,49-13,-65 12,-1 0,0-1,0 0,0 0,0-1,-1 0,0 0,-1-1,7-9,-4 6,1-2,-1 0,-1-1,0 0,0-1,-2 0,0 0,-1-1,0 0,-1 0,-1 0,-1-1,0 1,-1-1,-1 0,0 0,-3-29,1 44,1-1,-1 1,0-1,0 1,0-1,0 1,0 0,0-1,-1 1,1 0,-1 0,0 0,1 0,-1 0,0 1,0-1,0 0,0 1,0-1,-1 1,1 0,0 0,-1 0,1 0,-1 0,1 1,-1-1,1 1,-5-1,-9-1,-1 1,1 1,-28 2,21 0,13-1,0 1,0 0,0 0,0 1,1 1,-1 0,1 0,0 1,0 0,0 0,1 1,0 0,0 1,0-1,1 2,0-1,0 1,1 0,0 0,1 1,-6 11,7-9,0-1,1 1,0 0,1 1,0-1,1 0,0 20,8 80,-6-108,0 1,-1 0,2-1,-1 1,0-1,1 0,-1 1,1-1,0 0,0 0,0 0,1 0,-1 0,1-1,-1 1,1-1,0 1,0-1,0 0,0 0,0 0,1-1,-1 1,1-1,-1 0,1 0,-1 0,8 1,6 0,0 0,1-1,-1-1,31-3,-34 0,0-1,-1 0,1-1,-1-1,0 0,0-1,-1 0,23-18,-8 8,-22 13,0 0,0 0,-1 0,1-1,-1 0,0 0,0 0,-1 0,1 0,-1-1,0 1,-1-1,1 0,-1 0,0 0,-1 0,1 0,-1-1,-1 1,1 0,-1-1,-1-11,0 11,1-1,-2 1,1 0,-1-1,0 1,-1 0,1 0,-2 1,1-1,-1 0,0 1,0 0,0 0,-1 0,0 1,0 0,-1-1,1 2,-8-6,-8-2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39.18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379 151,'-9'-8,"1"1,-1 0,0 0,-1 0,0 2,0-1,0 1,-1 1,1-1,-1 2,0 0,0 0,0 1,-1 0,1 1,-1 0,1 1,0 0,-1 1,1 1,-1-1,1 2,0-1,0 2,0-1,1 2,-1-1,1 1,-12 8,18-9,-1 0,1 1,0 0,1-1,-1 1,1 0,0 1,0-1,0 0,1 1,0 0,0-1,0 1,1 0,-1 0,2 0,-1 12,0 8,1 1,7 43,-7-66,1 0,0 0,0 0,0-1,0 1,1 0,0-1,-1 1,1-1,0 0,1 1,-1-1,1 0,-1 0,1-1,0 1,0 0,0-1,6 4,3 0,1 0,0-1,0 0,17 4,-8-3,-3-1,0-1,0 0,0-2,0 0,1-1,-1-1,1-1,-1-1,0 0,1-1,-1-2,-1 0,1 0,-1-2,0-1,0 0,17-11,-32 17,1-1,-1 0,0 0,1-1,-1 1,-1-1,1 1,0-1,-1 0,0 0,0 0,0 0,-1 0,1 0,-1-1,0 1,0-1,0 1,-1 0,1-1,-1 1,-1-8,0-4,0 0,-1-1,-1 1,-9-30,7 34,-1 0,-1 0,0 1,0 0,-1 0,-1 1,0 0,0 0,-1 1,-11-8,-20-22,37 35,1 1,-1 0,0 0,0 0,-1 1,1 0,0-1,-1 1,1 1,-1-1,0 1,-6-2,-4 1,-1 1,-22 0,33 1,-19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42.1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481 26,'-40'-1,"11"1,-33 2,52 0,0-1,0 1,1 1,-1 0,1 0,0 1,-12 6,17-8,1 0,-1 0,1 1,-1-1,1 1,0 0,0 0,0 0,0 1,1-1,-1 0,1 1,0 0,-2 4,2-1,0 1,0 0,0 0,1 0,1 0,-1 13,1 1,-1-8,1-1,1 1,0-1,0 1,5 15,-5-26,0 0,0 0,0 1,1-1,-1 0,1 0,0-1,0 1,0 0,0-1,1 1,-1-1,1 0,-1 1,1-1,0-1,0 1,0 0,0-1,0 1,0-1,1 0,-1 0,0 0,6 0,25 2,1-1,-1-2,45-6,-75 5,0 1,1 0,-1-1,0 1,0-1,0 0,0 0,0-1,-1 1,1-1,0 0,-1 0,1 0,-1 0,1-1,-1 1,0-1,0 0,5-6,-5 4,-1-1,1 1,-1-1,0 0,0 0,0 0,-1 0,0 0,0 0,-1 0,1 0,-2-7,1 0,0 1,-1 0,-1-1,0 1,-1 0,-6-16,6 21,0-1,0 2,-1-1,-1 0,1 1,-1 0,0 0,0 0,-1 0,1 1,-9-5,8 4,-1 2,0-1,0 1,-1 0,1 0,-1 1,0 0,0 1,0-1,0 1,-1 1,1 0,0 0,-1 1,1 0,0 0,-1 1,1 0,0 0,-1 1,1 0,0 0,0 1,1 0,-1 1,-10 6,-23 14,1 1,2 2,-60 55,94-77,0 0,0 0,0 0,0 1,1 0,0 0,0 0,1 0,-1 0,1 1,1-1,-1 1,1-1,0 1,1-1,0 1,0 0,0-1,1 1,0-1,0 1,2 7,-1-6,1-1,-1 0,1 1,0-1,1-1,-1 1,2 0,-1-1,1 0,-1 0,2 0,-1 0,1-1,-1 0,1 0,1-1,-1 0,12 6,4-2,0-1,0-1,1 0,0-2,26 1,116-2,-121-4,-21-1,-1-1,0-1,0-1,0-1,0-1,-1-1,0-1,-1-1,30-19,-45 27,-1-1,1-1,-1 1,0-1,0 1,0-1,-1 0,1 0,-1-1,0 1,-1-1,1 0,-1 0,1 1,-2-1,1-1,0 1,-1 0,0 0,0-1,0-5,-1 4,0-1,0 0,-1 1,0-1,-1 0,1 1,-1 0,-1-1,1 1,-1 0,-1 0,1 0,-1 1,-7-10,-7-7,2 1,-2 0,0 1,-39-34,52 51,0 1,-1 1,1-1,0 1,-1 0,1 0,-1 0,0 1,-6-1,-9-1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44.96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473 96,'-32'-2,"-53"-9,50 6,-40-2,72 7,-16-1,0 0,0 2,0 1,-37 7,52-8,-1 1,1-1,-1 1,1 0,0 0,0 0,0 1,0-1,0 1,1 0,-1 0,1 1,0-1,0 1,0-1,0 1,1 0,-1 0,1 0,0 1,0-1,1 0,-1 1,1-1,-1 10,0-7,1 0,0 1,1-1,0 1,0-1,1 1,-1-1,2 1,-1-1,1 1,0-1,6 12,-5-14,1 1,-1-1,2 0,-1 0,0 0,1 0,0-1,0 0,0 0,1 0,-1-1,1 0,0 0,0 0,7 2,3 0,1 0,0-1,1-1,-1-1,21 1,0-2,51-7,-79 5,0-1,-1 0,1 0,-1-1,1 0,-1-1,0 0,-1-1,1 0,14-11,-20 14,-1 0,1 0,-1 0,0-1,0 1,0-1,0 0,0 1,0-1,-1 0,1 0,-1 0,0 0,0 0,0 0,0-1,-1 1,1 0,-1 0,0-1,0 1,0 0,0 0,-1-1,1 1,-1 0,0 0,0 0,0 0,0 0,-1 0,1 0,-1 0,0 0,-3-4,-8-9,-1 0,-1 0,-1 1,0 1,-1 1,0 0,-1 2,-31-17,37 23,0 0,0 1,0 0,0 1,0 0,-1 1,1 1,-1 0,-20 1,25 0,0 1,0 0,0 0,1 1,-1 0,1 0,-1 1,1 0,0 0,0 1,0 0,0 0,1 0,-1 1,1 0,-7 8,6-3,0-1,1 2,0-1,0 1,1 0,1 0,0 0,0 0,1 1,1 0,-2 23,3-28,1-1,0 1,1 0,0 0,0-1,0 1,1 0,0-1,0 1,4 5,-4-7,1-1,-1 0,1-1,0 1,0-1,0 1,1-1,-1 0,1 0,0 0,0-1,0 1,0-1,0 0,8 3,17 4,1-2,-1 0,1-2,0-2,0 0,0-2,36-3,-59 0,0 1,0-1,0 0,0-1,0 0,0 0,-1 0,1-1,-1 0,0 0,8-8,-4 3,-1 0,0 0,0-1,-1 0,12-19,-16 22,-1-1,1 0,-1-1,-1 1,0 0,0-1,0 0,-1 1,0-1,-1 0,0 1,-1-1,1 0,-4-14,0 7,-1-1,-1 1,0 0,-1 1,0-1,-14-20,4 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08:33:48.0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278 232,'-55'-1,"-62"2,113 0,-1 0,0 0,1 0,-1 1,0 0,1 0,0 0,-1 0,1 0,0 1,0 0,0 0,1 0,-1 0,1 1,0-1,0 1,0 0,0 0,0 0,1 0,0 0,0 1,0-1,-2 9,1-3,1 0,-1 0,2 0,0 1,0-1,0 0,2 1,-1-1,1 1,1-1,2 11,-2-17,0 1,1-1,-1 1,1-1,0 0,0 0,0 0,1-1,-1 1,1-1,0 1,0-1,0-1,1 1,-1 0,1-1,-1 0,1 0,9 2,10 3,2 0,38 4,-53-10,32 5,1-3,-1-1,65-6,-104 3,-1 1,1-1,-1 0,1 0,-1 0,0-1,1 1,-1-1,0 0,0 0,0 0,0 0,-1 0,1-1,-1 1,1-1,-1 0,0 0,0 0,0 0,0 0,-1 0,1 0,-1-1,0 1,0 0,0-1,1-6,1-10,-1 0,-1-1,-2-39,0 33,0 13,-1-1,0 1,-1-1,0 1,-2 0,1 0,-2 1,0-1,0 1,-16-23,11 20,0 2,-1-1,-1 2,0-1,-1 2,0 0,-1 1,-19-12,28 20,-1 0,1 0,-1 1,0 0,1 0,-1 0,0 1,-13-1,16 2,0 0,0 0,0 0,0 1,0-1,0 1,0 0,0 0,1 0,-1 1,0-1,0 1,1 0,-1 0,1 0,-5 5,-4 7,2 0,0 1,0 0,1 1,1 0,1 0,-6 18,-24 50,28-68,2 1,0 0,1 0,0 0,2 1,0 0,-1 21,3-26,2 0,-1 0,2 0,0 0,0 0,1 0,1 0,0 0,1-1,9 21,-11-29,1 0,-1 0,1 0,0-1,0 1,0-1,0 0,0 0,1 0,0 0,-1-1,1 0,0 1,0-1,1-1,-1 1,0-1,0 1,1-1,5 0,9 1,0 0,0-2,31-3,-4 0,-4 4,-24 0,-1-1,1 0,0-2,0 0,20-5,-34 6,0-1,1 1,-2-1,1 0,0 0,0 0,0-1,-1 1,0-1,1 0,-1 0,0 0,0 0,-1 0,1-1,-1 1,1-1,-1 0,0 0,0 0,-1 0,1 0,-1 0,0 0,0-1,0-5,1-10,-1 0,-1 0,-1 0,-6-36,-25-77,28 120,-54-165,40 127,12 34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B682-DE67-464C-825D-143648083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B3A36-090A-43AF-975F-CD6FF7CFA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D0888-D42B-4E4B-8B18-9AC61EE0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06E00-7B89-47C0-A0BF-FEBA76F2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5CAD4-A4B2-489D-A2DB-FDE5ECC1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7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D30E6-82D2-4DAB-BBED-D7C2FEE9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83E8-3BC1-4708-91BC-B001CDBD2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94A0-C890-4A3C-9BE7-DF5DF456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9C249-B8A8-41E0-B1EF-15806E76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D00BA-12F6-4E89-AAFA-FDDBCA04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86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CC69-AED9-4070-AA38-17A22D06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745FC-672E-4E9F-BE05-E8D14137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1008-239F-4053-94DF-84F2C895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549F-433C-40B4-A327-90F266A6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CE7E0-77A4-4A12-9C50-E37EB3A0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861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DFFB-CE5B-45CA-90A7-7F5A2CCB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DA944-93E3-4EE0-B6C9-7F0BB4E5B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ADBB1-1BE8-4EA4-AA57-B63845D1C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651CB-7EA3-41A8-BAA3-3E51DD62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69283-3FEF-479F-A161-E77E3191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6ACFD-288B-4982-9658-C640E7D5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73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C937-FF95-4C1F-93F0-30D95EF2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DC63D-1170-4BE5-BF33-72519CD03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AC1C8-6A8A-4575-9DDD-D45438EC3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159FD3-B021-4F9F-BC41-D40388019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5BD57-EC33-444E-AF33-535E29DB3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0962B-32E6-4EE5-A9B2-A67CD75E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A699A-3E71-429F-A1EB-DF650BBC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E67B9-1355-49B5-8D2A-01E00A0C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93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3C21-B902-4D8E-BDBA-E9FF1FE8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F8378-01E1-45B5-8E60-3EC9A529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0BC52-DD5C-42C8-9F18-D6E4D03B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9D82D-5CF8-43B7-AC25-D9BEF57D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03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C3316-4DA8-4081-9149-2B03129A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36941-A324-4128-B4A0-4E627A92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8E1B6-C8D9-4CF8-BC93-9C35F755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40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9818-7C44-488B-8DB3-65C91364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9BDCF-03ED-44E1-9674-A7040AF89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60A9E-C3E1-450F-AD5F-EB437E9F4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33E4-B5BC-4C9A-A47F-16B2A738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EC74B-B9FD-45AC-9173-C679B8EE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7A616-BFFE-43A0-9595-6742F0A7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68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9EA6F-F35E-4495-AE5A-9E4D3293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24B4A-0629-4467-AD6D-54B83E927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5398C-73F5-49A6-8881-58311D7E3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7440B-F7A4-4DA1-BDF4-E2665ACD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E3B13-791C-4CB2-9D00-6A2C0FFE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DD50-7662-4C5D-93E3-9B6CFE02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68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3A8C-1560-4E3E-8CD1-8270E538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7E2A0-3B29-4ED9-81B6-202BC827C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03C3-950C-444F-ACAC-ED13B9E02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E84AE-27CD-4729-9558-C250AECF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74CE-AD9F-425E-83B9-7BF2CB6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9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734A7-E3CC-4C91-B190-F02F0405B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14888-00B7-4684-92E4-7B7D38A1C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E3E2E-C860-41CE-BF4D-40A69921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037C-AED2-42A2-B2B4-8A7809DC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2E59E-47FA-45D1-A174-AAE1E685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11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0A503C-216C-406A-AB79-435354B63C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767E60-C881-4D50-999F-4CB0CF37F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60112D-730E-40D1-B419-3332680B51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1B102-6CF5-4528-BB31-3E2B867585B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642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8620E9-534F-4703-AEAE-54300CE7E8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DE48D0-4E15-4C99-AB45-1EE801A7FE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9A532D-CA92-4BD5-99A7-306827EDB0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00AFF-0177-4133-B4FB-37492130EF1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78318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93771F-73AA-49C6-BC46-889DFB6BEE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5946AB-37AE-48B1-92B7-24C3DCFC39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A28DB2-522A-49C9-9C2F-CD52E01D82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BBF43-0840-413D-B46F-A117CBDEDBB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3142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CDDF5-D453-4FB5-B7CD-CE4378B10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1EC32E-A1AC-4313-8E4F-1A49AA219A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4A802-768A-44E4-8492-B5DC736A92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1A80D-34F7-4B91-B4D4-9005BACA4F2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19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B2FD65-7438-460E-9B69-250DA332F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889C84E-C433-4641-A3A6-C0B9A90EA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67CEA4-09FA-4AAB-98EB-FB318057F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A3ABB-8B5E-4A59-A88B-9C57416DE0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8588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33E5907-B6BC-4DCA-8E68-1404F1B0CB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D678920-E3AF-4C83-8B16-CFE44A236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0EC779-19B8-4014-BFCC-B53D21B7F6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8DC12-321E-473E-9FF7-96181A5A09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7091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59AAA4-C871-4964-B0A7-D9368F22E5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ECE7AB4-A69F-4A24-9B69-0D9D2F4FCC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B8B6E4-1717-479F-80E1-E9E7141531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70DC1-0A21-46CC-BC6B-A73267B02B4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1060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1907F-C41E-4134-A72B-96099A5736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1D138-0F00-4F49-9332-7C3DFA5F75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9D0B3-F73B-49A8-B5F0-E85D506225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71101E-461E-41BB-B4BA-A8BA8CE6833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39580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7239B-7943-4B3C-9CAA-013806349D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E861D7-1804-4551-A9D4-C07F99B00A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3EDD10-8FE8-4180-A2D1-1CA2B73F0A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659D2-BD1A-46A0-85B8-210C18CCCB9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4395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B441E1-6853-4876-AFCA-8C0E9FB08F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1B7615-4DC8-4122-A359-FBD1497BB7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11E20-C91B-42ED-9DA1-03FA51190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E1BD8-7774-479E-B2CC-BAB1AF2EE9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53387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D4BB31-ADD8-466F-8397-87C03B0BA2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483A34-2A37-420A-993A-E6979E5D96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E72626-8831-489B-B85D-366806377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F760-8081-4B02-8A58-EF303C5A6B7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22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83402-2B20-466C-A085-4CB5310A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7BE8E-C464-4F6B-AF43-E8B50FF83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A7979-7C4D-4AA2-99C2-BF7446C4B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8A147-9DCE-47F5-96E9-9D4A0654D2A9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84C04-BBF9-405D-8AC8-430E62F5A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3A41-6F14-4C78-81B8-10B9608E6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14A88-63E8-4651-8073-311DA1001D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7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C0F929-A1FC-425B-8BA7-0C2DB7CC5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BA60949-39DF-4C70-857B-9D6AAE0C6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3C279D-2578-4755-80D9-79B3012C04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123D0E-450F-4A95-8F83-DB82CCC3AF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E9E2430-DE95-45CA-9B5C-7A1D9B98EE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5BB097C0-D516-4307-8C63-0609AD8484D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637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6RMN5Pf1fH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9.xml"/><Relationship Id="rId17" Type="http://schemas.openxmlformats.org/officeDocument/2006/relationships/image" Target="../media/image13.png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9.png"/><Relationship Id="rId1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726B-77BC-4A30-8924-54DF69EA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5436-1AAB-4B5F-A0DE-A7C64A14E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Title: </a:t>
            </a:r>
            <a:r>
              <a:rPr lang="en-US" b="1" dirty="0">
                <a:solidFill>
                  <a:srgbClr val="00B0F0"/>
                </a:solidFill>
              </a:rPr>
              <a:t>Parallel and transversal lines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Be able to identify angles formed by parallel and transversal lines.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Daily review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Introduction video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Notes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59659-9FD7-471F-B214-D3DD386651D3}"/>
              </a:ext>
            </a:extLst>
          </p:cNvPr>
          <p:cNvSpPr txBox="1"/>
          <p:nvPr/>
        </p:nvSpPr>
        <p:spPr>
          <a:xfrm>
            <a:off x="7315200" y="4598633"/>
            <a:ext cx="3497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will need whiteboards, calculators and textbooks.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D4DAB-6FA9-90C4-0F14-29190A7F4AC1}"/>
              </a:ext>
            </a:extLst>
          </p:cNvPr>
          <p:cNvSpPr txBox="1"/>
          <p:nvPr/>
        </p:nvSpPr>
        <p:spPr>
          <a:xfrm>
            <a:off x="8483860" y="250050"/>
            <a:ext cx="3023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0000"/>
                </a:highlight>
              </a:rPr>
              <a:t>HOMEWORK OUT!</a:t>
            </a:r>
            <a:endParaRPr lang="en-AU" sz="2400" b="1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7431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0BA1-7063-4B88-AEE7-BD7802D5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D68C6B-E059-498F-B8B1-CC3BF1C04EFF}"/>
              </a:ext>
            </a:extLst>
          </p:cNvPr>
          <p:cNvCxnSpPr>
            <a:cxnSpLocks/>
          </p:cNvCxnSpPr>
          <p:nvPr/>
        </p:nvCxnSpPr>
        <p:spPr>
          <a:xfrm flipV="1">
            <a:off x="1100831" y="3980373"/>
            <a:ext cx="4163627" cy="434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1DC06C-D924-4F58-B452-34B1C4B23E0D}"/>
              </a:ext>
            </a:extLst>
          </p:cNvPr>
          <p:cNvCxnSpPr>
            <a:cxnSpLocks/>
          </p:cNvCxnSpPr>
          <p:nvPr/>
        </p:nvCxnSpPr>
        <p:spPr>
          <a:xfrm flipV="1">
            <a:off x="2616498" y="2760955"/>
            <a:ext cx="2168566" cy="2130642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AF8F1F-6B9D-49B3-B725-F078474158E2}"/>
              </a:ext>
            </a:extLst>
          </p:cNvPr>
          <p:cNvSpPr txBox="1"/>
          <p:nvPr/>
        </p:nvSpPr>
        <p:spPr>
          <a:xfrm>
            <a:off x="4785064" y="2323294"/>
            <a:ext cx="923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F13948-9489-447B-8D95-06F089D2E79D}"/>
              </a:ext>
            </a:extLst>
          </p:cNvPr>
          <p:cNvSpPr txBox="1"/>
          <p:nvPr/>
        </p:nvSpPr>
        <p:spPr>
          <a:xfrm>
            <a:off x="3440096" y="4142891"/>
            <a:ext cx="923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D219F2-73BD-41AB-A24A-2F99CBF372A2}"/>
              </a:ext>
            </a:extLst>
          </p:cNvPr>
          <p:cNvSpPr txBox="1"/>
          <p:nvPr/>
        </p:nvSpPr>
        <p:spPr>
          <a:xfrm>
            <a:off x="5608662" y="3746092"/>
            <a:ext cx="923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592274-8B4F-4E26-B3D6-09DA674A0A4F}"/>
              </a:ext>
            </a:extLst>
          </p:cNvPr>
          <p:cNvSpPr txBox="1"/>
          <p:nvPr/>
        </p:nvSpPr>
        <p:spPr>
          <a:xfrm>
            <a:off x="639192" y="3755452"/>
            <a:ext cx="923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FB9D8D-C967-4E08-B8CB-4FBCEFA59C1A}"/>
                  </a:ext>
                </a:extLst>
              </p14:cNvPr>
              <p14:cNvContentPartPr/>
              <p14:nvPr/>
            </p14:nvContentPartPr>
            <p14:xfrm>
              <a:off x="3930872" y="3655912"/>
              <a:ext cx="287280" cy="199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FB9D8D-C967-4E08-B8CB-4FBCEFA59C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4872" y="3584272"/>
                <a:ext cx="3589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CA16078-E8E1-41EE-992A-5A40C654B042}"/>
                  </a:ext>
                </a:extLst>
              </p14:cNvPr>
              <p14:cNvContentPartPr/>
              <p14:nvPr/>
            </p14:nvContentPartPr>
            <p14:xfrm>
              <a:off x="3309152" y="3628192"/>
              <a:ext cx="208080" cy="235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CA16078-E8E1-41EE-992A-5A40C654B0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73152" y="3556552"/>
                <a:ext cx="2797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64A865D-5F1E-4549-9320-07FFBA289DAC}"/>
                  </a:ext>
                </a:extLst>
              </p14:cNvPr>
              <p14:cNvContentPartPr/>
              <p14:nvPr/>
            </p14:nvContentPartPr>
            <p14:xfrm>
              <a:off x="2909912" y="4100512"/>
              <a:ext cx="226080" cy="232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64A865D-5F1E-4549-9320-07FFBA289D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73912" y="4028872"/>
                <a:ext cx="297720" cy="37656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71921A5-7FA5-4099-827D-96205A7E2076}"/>
              </a:ext>
            </a:extLst>
          </p:cNvPr>
          <p:cNvSpPr txBox="1"/>
          <p:nvPr/>
        </p:nvSpPr>
        <p:spPr>
          <a:xfrm>
            <a:off x="2154859" y="4939847"/>
            <a:ext cx="923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49B8F5-58A3-43C7-9B5F-9C0F0F7EFF01}"/>
                  </a:ext>
                </a:extLst>
              </p:cNvPr>
              <p:cNvSpPr txBox="1"/>
              <p:nvPr/>
            </p:nvSpPr>
            <p:spPr>
              <a:xfrm>
                <a:off x="6196614" y="2112885"/>
                <a:ext cx="421689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Work with a partner to:</a:t>
                </a:r>
              </a:p>
              <a:p>
                <a:endParaRPr lang="en-US" sz="2400" b="1" dirty="0"/>
              </a:p>
              <a:p>
                <a:pPr marL="342900" indent="-342900">
                  <a:buAutoNum type="alphaLcParenR"/>
                </a:pPr>
                <a:r>
                  <a:rPr lang="en-US" sz="2400" b="1" dirty="0"/>
                  <a:t>Name the yellow angle</a:t>
                </a:r>
              </a:p>
              <a:p>
                <a:pPr marL="342900" indent="-342900">
                  <a:buAutoNum type="alphaLcParenR"/>
                </a:pPr>
                <a:endParaRPr lang="en-US" sz="2400" b="1" dirty="0"/>
              </a:p>
              <a:p>
                <a:pPr marL="342900" indent="-342900">
                  <a:buAutoNum type="alphaLcParenR"/>
                </a:pPr>
                <a:r>
                  <a:rPr lang="en-US" sz="2400" b="1" dirty="0"/>
                  <a:t>Name the red angle </a:t>
                </a:r>
              </a:p>
              <a:p>
                <a:pPr marL="342900" indent="-342900">
                  <a:buAutoNum type="alphaLcParenR"/>
                </a:pPr>
                <a:endParaRPr lang="en-US" sz="2400" b="1" dirty="0"/>
              </a:p>
              <a:p>
                <a:pPr marL="342900" indent="-342900">
                  <a:buAutoNum type="alphaLcParenR"/>
                </a:pPr>
                <a:r>
                  <a:rPr lang="en-US" sz="2400" b="1" dirty="0"/>
                  <a:t>Red + yellow = _____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b="1" dirty="0">
                    <a:ea typeface="Cambria Math" panose="02040503050406030204" pitchFamily="18" charset="0"/>
                  </a:rPr>
                  <a:t> (why)</a:t>
                </a:r>
              </a:p>
              <a:p>
                <a:pPr marL="342900" indent="-342900">
                  <a:buAutoNum type="alphaLcParenR"/>
                </a:pPr>
                <a:endParaRPr lang="en-AU" sz="2400" b="1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r>
                  <a:rPr lang="en-AU" sz="2400" b="1" dirty="0">
                    <a:ea typeface="Cambria Math" panose="02040503050406030204" pitchFamily="18" charset="0"/>
                  </a:rPr>
                  <a:t>Why would the yellow and green angles be equal? </a:t>
                </a:r>
                <a:endParaRPr lang="en-US" sz="24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49B8F5-58A3-43C7-9B5F-9C0F0F7E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614" y="2112885"/>
                <a:ext cx="4216893" cy="3785652"/>
              </a:xfrm>
              <a:prstGeom prst="rect">
                <a:avLst/>
              </a:prstGeom>
              <a:blipFill>
                <a:blip r:embed="rId8"/>
                <a:stretch>
                  <a:fillRect l="-2315" t="-1288" r="-1013" b="-2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A4BF89-398F-42B0-AC2C-2E7315691EF9}"/>
                  </a:ext>
                </a:extLst>
              </p:cNvPr>
              <p:cNvSpPr txBox="1"/>
              <p:nvPr/>
            </p:nvSpPr>
            <p:spPr>
              <a:xfrm>
                <a:off x="10296617" y="2634785"/>
                <a:ext cx="1895383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∠ABC</a:t>
                </a:r>
              </a:p>
              <a:p>
                <a:endParaRPr lang="en-US" sz="2000" b="1" dirty="0">
                  <a:solidFill>
                    <a:srgbClr val="FF0000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∠ABD</a:t>
                </a:r>
              </a:p>
              <a:p>
                <a:endParaRPr lang="en-US" sz="2000" b="1" dirty="0">
                  <a:solidFill>
                    <a:srgbClr val="FF0000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 Supplementary angles</a:t>
                </a:r>
              </a:p>
              <a:p>
                <a:endParaRPr lang="en-US" sz="2000" b="1" dirty="0">
                  <a:solidFill>
                    <a:srgbClr val="FF0000"/>
                  </a:solidFill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They are vertically opposite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A4BF89-398F-42B0-AC2C-2E731569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617" y="2634785"/>
                <a:ext cx="1895383" cy="3477875"/>
              </a:xfrm>
              <a:prstGeom prst="rect">
                <a:avLst/>
              </a:prstGeom>
              <a:blipFill>
                <a:blip r:embed="rId9"/>
                <a:stretch>
                  <a:fillRect l="-3215" t="-701" r="-6431" b="-22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E8F13C1-1525-4BBB-A07A-4FA4D78CBC33}"/>
              </a:ext>
            </a:extLst>
          </p:cNvPr>
          <p:cNvSpPr txBox="1"/>
          <p:nvPr/>
        </p:nvSpPr>
        <p:spPr>
          <a:xfrm>
            <a:off x="1562470" y="1322773"/>
            <a:ext cx="1003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45 seconds.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7044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235E-246F-4921-95E6-4AFC43A0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video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005AD-1224-4156-AE4D-4AFEB9CE5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Goal: remember the 3 types of angles discussed in the video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A3243FC-4D22-4BAD-B3FD-776C3405A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369598"/>
            <a:ext cx="6934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AU" altLang="en-US" dirty="0">
                <a:hlinkClick r:id="rId2"/>
              </a:rPr>
              <a:t>https://www.youtube.com/watch?v=6RMN5Pf1fHU</a:t>
            </a:r>
            <a:endParaRPr lang="en-AU" altLang="en-US" dirty="0"/>
          </a:p>
          <a:p>
            <a:pPr eaLnBrk="1" hangingPunct="1"/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416268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F719-3807-49AF-A7CF-D768B64A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Terminology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B0D8-9228-48E0-A48D-97E2FEBBF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860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Think, pair, share.</a:t>
            </a:r>
          </a:p>
          <a:p>
            <a:pPr marL="0" indent="0">
              <a:buNone/>
            </a:pPr>
            <a:r>
              <a:rPr lang="en-US" dirty="0"/>
              <a:t>What were the 3 types of angles presented? 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Alternate interior angles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Corresponding angles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Consecutive interior angles 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7E49DF-8705-49CC-B980-54A8536DECDB}"/>
              </a:ext>
            </a:extLst>
          </p:cNvPr>
          <p:cNvSpPr txBox="1">
            <a:spLocks/>
          </p:cNvSpPr>
          <p:nvPr/>
        </p:nvSpPr>
        <p:spPr>
          <a:xfrm>
            <a:off x="6503633" y="1825625"/>
            <a:ext cx="432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However, we use/say: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Alternate angles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Corresponding angles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Co-interior angles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47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49D9-6A72-400D-9E2E-F951EE2E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for folder 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4ACFDE-2BD8-45B4-A8EA-6D69C24813A6}"/>
              </a:ext>
            </a:extLst>
          </p:cNvPr>
          <p:cNvCxnSpPr/>
          <p:nvPr/>
        </p:nvCxnSpPr>
        <p:spPr>
          <a:xfrm>
            <a:off x="585926" y="3027285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8EABED-4700-4135-B804-3FF33CD92908}"/>
              </a:ext>
            </a:extLst>
          </p:cNvPr>
          <p:cNvCxnSpPr/>
          <p:nvPr/>
        </p:nvCxnSpPr>
        <p:spPr>
          <a:xfrm>
            <a:off x="585926" y="4724399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19676D-7652-4705-8F40-F6F23FDB8AC2}"/>
              </a:ext>
            </a:extLst>
          </p:cNvPr>
          <p:cNvCxnSpPr/>
          <p:nvPr/>
        </p:nvCxnSpPr>
        <p:spPr>
          <a:xfrm flipV="1">
            <a:off x="2423604" y="1690688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3758B4-4598-417D-810E-26953F6596A6}"/>
              </a:ext>
            </a:extLst>
          </p:cNvPr>
          <p:cNvSpPr txBox="1"/>
          <p:nvPr/>
        </p:nvSpPr>
        <p:spPr>
          <a:xfrm>
            <a:off x="4119239" y="2454676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E09DB-9397-40D7-8251-29C9EAED364D}"/>
              </a:ext>
            </a:extLst>
          </p:cNvPr>
          <p:cNvSpPr txBox="1"/>
          <p:nvPr/>
        </p:nvSpPr>
        <p:spPr>
          <a:xfrm>
            <a:off x="4944863" y="249212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4594C-5299-42F4-8891-C51BAC92D940}"/>
              </a:ext>
            </a:extLst>
          </p:cNvPr>
          <p:cNvSpPr txBox="1"/>
          <p:nvPr/>
        </p:nvSpPr>
        <p:spPr>
          <a:xfrm>
            <a:off x="3706427" y="301625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97059-2BD4-4A76-BBAB-F60439DF1CA9}"/>
              </a:ext>
            </a:extLst>
          </p:cNvPr>
          <p:cNvSpPr txBox="1"/>
          <p:nvPr/>
        </p:nvSpPr>
        <p:spPr>
          <a:xfrm>
            <a:off x="3548108" y="4221279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1D8CB1-DB75-4CD3-A383-DE2185672763}"/>
              </a:ext>
            </a:extLst>
          </p:cNvPr>
          <p:cNvSpPr txBox="1"/>
          <p:nvPr/>
        </p:nvSpPr>
        <p:spPr>
          <a:xfrm>
            <a:off x="2815701" y="417842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0FE591-2BE3-4A99-A1ED-68D6AA3EAD48}"/>
              </a:ext>
            </a:extLst>
          </p:cNvPr>
          <p:cNvSpPr txBox="1"/>
          <p:nvPr/>
        </p:nvSpPr>
        <p:spPr>
          <a:xfrm>
            <a:off x="4438834" y="308912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6D1AAC-E6DF-4990-8F2D-1A18466C0494}"/>
              </a:ext>
            </a:extLst>
          </p:cNvPr>
          <p:cNvSpPr txBox="1"/>
          <p:nvPr/>
        </p:nvSpPr>
        <p:spPr>
          <a:xfrm>
            <a:off x="2402889" y="475329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70C50-174E-440E-B798-14CBF36CB388}"/>
              </a:ext>
            </a:extLst>
          </p:cNvPr>
          <p:cNvSpPr txBox="1"/>
          <p:nvPr/>
        </p:nvSpPr>
        <p:spPr>
          <a:xfrm>
            <a:off x="3076113" y="4859744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3E406-2624-4109-A07F-08188DE41489}"/>
              </a:ext>
            </a:extLst>
          </p:cNvPr>
          <p:cNvSpPr txBox="1"/>
          <p:nvPr/>
        </p:nvSpPr>
        <p:spPr>
          <a:xfrm>
            <a:off x="8105313" y="1354257"/>
            <a:ext cx="38114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Angles 1 and 2 are </a:t>
            </a:r>
            <a:r>
              <a:rPr lang="en-US" b="1" u="sng" dirty="0"/>
              <a:t>Supplementary</a:t>
            </a:r>
          </a:p>
          <a:p>
            <a:endParaRPr lang="en-US" b="1" u="sng" dirty="0"/>
          </a:p>
          <a:p>
            <a:r>
              <a:rPr lang="en-US" dirty="0"/>
              <a:t>Angles 2 and 3 are </a:t>
            </a:r>
            <a:r>
              <a:rPr lang="en-US" b="1" u="sng" dirty="0"/>
              <a:t>Vertically opposite</a:t>
            </a:r>
          </a:p>
          <a:p>
            <a:endParaRPr lang="en-US" b="1" u="sng" dirty="0"/>
          </a:p>
          <a:p>
            <a:r>
              <a:rPr lang="en-US" dirty="0"/>
              <a:t>Angles 1 and 5 are </a:t>
            </a:r>
            <a:r>
              <a:rPr lang="en-US" b="1" u="sng" dirty="0"/>
              <a:t>Corresponding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Angles 2 and 6 are </a:t>
            </a:r>
            <a:r>
              <a:rPr lang="en-US" b="1" u="sng" dirty="0"/>
              <a:t>Corresponding </a:t>
            </a:r>
          </a:p>
          <a:p>
            <a:endParaRPr lang="en-US" b="1" u="sng" dirty="0"/>
          </a:p>
          <a:p>
            <a:r>
              <a:rPr lang="en-US" dirty="0"/>
              <a:t>Angles 3 and 6 are </a:t>
            </a:r>
            <a:r>
              <a:rPr lang="en-US" b="1" u="sng" dirty="0"/>
              <a:t>Alternate angles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Angles 4 and 5 are </a:t>
            </a:r>
            <a:r>
              <a:rPr lang="en-US" b="1" u="sng" dirty="0"/>
              <a:t>Alternate angles</a:t>
            </a:r>
            <a:endParaRPr lang="en-US" dirty="0"/>
          </a:p>
          <a:p>
            <a:endParaRPr lang="en-AU" dirty="0"/>
          </a:p>
          <a:p>
            <a:r>
              <a:rPr lang="en-AU" dirty="0"/>
              <a:t>Angles 4 and 6 are </a:t>
            </a:r>
            <a:r>
              <a:rPr lang="en-AU" b="1" u="sng" dirty="0"/>
              <a:t>Co-interior angles</a:t>
            </a:r>
          </a:p>
          <a:p>
            <a:endParaRPr lang="en-AU" b="1" u="sng" dirty="0"/>
          </a:p>
          <a:p>
            <a:r>
              <a:rPr lang="en-AU" dirty="0"/>
              <a:t>Angles 3 and 5 are </a:t>
            </a:r>
            <a:r>
              <a:rPr lang="en-AU" b="1" u="sng" dirty="0"/>
              <a:t>Co-interior angles</a:t>
            </a:r>
          </a:p>
          <a:p>
            <a:endParaRPr lang="en-AU" dirty="0"/>
          </a:p>
          <a:p>
            <a:r>
              <a:rPr lang="en-AU" dirty="0"/>
              <a:t>Alternate angles are </a:t>
            </a:r>
            <a:r>
              <a:rPr lang="en-AU" b="1" u="sng" dirty="0"/>
              <a:t>Equal </a:t>
            </a:r>
            <a:endParaRPr lang="en-AU" dirty="0"/>
          </a:p>
          <a:p>
            <a:endParaRPr lang="en-AU" dirty="0"/>
          </a:p>
          <a:p>
            <a:r>
              <a:rPr lang="en-AU" dirty="0"/>
              <a:t>Corresponding angles are </a:t>
            </a:r>
            <a:r>
              <a:rPr lang="en-AU" b="1" u="sng" dirty="0"/>
              <a:t>Equal </a:t>
            </a:r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78EAA-4389-4DD5-AEE1-7AF3DBDB245A}"/>
              </a:ext>
            </a:extLst>
          </p:cNvPr>
          <p:cNvSpPr/>
          <p:nvPr/>
        </p:nvSpPr>
        <p:spPr>
          <a:xfrm>
            <a:off x="9951868" y="1354257"/>
            <a:ext cx="1500326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314CCB-604B-4B5D-9C16-BFC82ED69287}"/>
              </a:ext>
            </a:extLst>
          </p:cNvPr>
          <p:cNvSpPr/>
          <p:nvPr/>
        </p:nvSpPr>
        <p:spPr>
          <a:xfrm>
            <a:off x="9951868" y="1923191"/>
            <a:ext cx="1775534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70BA03-9323-4147-80B9-1FE96936BB32}"/>
              </a:ext>
            </a:extLst>
          </p:cNvPr>
          <p:cNvSpPr/>
          <p:nvPr/>
        </p:nvSpPr>
        <p:spPr>
          <a:xfrm>
            <a:off x="9951868" y="2511604"/>
            <a:ext cx="1500326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9363CB-D71E-4EE0-8576-C5A9566D116C}"/>
              </a:ext>
            </a:extLst>
          </p:cNvPr>
          <p:cNvSpPr/>
          <p:nvPr/>
        </p:nvSpPr>
        <p:spPr>
          <a:xfrm>
            <a:off x="9951868" y="3059559"/>
            <a:ext cx="1500326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F3B984-71A7-457A-BF15-8161CF9AA93B}"/>
              </a:ext>
            </a:extLst>
          </p:cNvPr>
          <p:cNvSpPr/>
          <p:nvPr/>
        </p:nvSpPr>
        <p:spPr>
          <a:xfrm>
            <a:off x="9951867" y="3579230"/>
            <a:ext cx="1642369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B644B7-3A49-453A-953B-7E2E558922D8}"/>
              </a:ext>
            </a:extLst>
          </p:cNvPr>
          <p:cNvSpPr/>
          <p:nvPr/>
        </p:nvSpPr>
        <p:spPr>
          <a:xfrm>
            <a:off x="9951867" y="4098901"/>
            <a:ext cx="1642368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A248B5-E003-4FF6-BA5B-2B729606452A}"/>
              </a:ext>
            </a:extLst>
          </p:cNvPr>
          <p:cNvSpPr/>
          <p:nvPr/>
        </p:nvSpPr>
        <p:spPr>
          <a:xfrm>
            <a:off x="9951867" y="4660242"/>
            <a:ext cx="1688978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4E2D41-7EF2-4FF1-8604-256A533AFE42}"/>
              </a:ext>
            </a:extLst>
          </p:cNvPr>
          <p:cNvSpPr/>
          <p:nvPr/>
        </p:nvSpPr>
        <p:spPr>
          <a:xfrm>
            <a:off x="9951867" y="5245520"/>
            <a:ext cx="1688977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B5681F-0BFA-49B2-94F6-3C9CE7146DE4}"/>
              </a:ext>
            </a:extLst>
          </p:cNvPr>
          <p:cNvSpPr/>
          <p:nvPr/>
        </p:nvSpPr>
        <p:spPr>
          <a:xfrm>
            <a:off x="10089472" y="5796610"/>
            <a:ext cx="1500326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071C32-893D-48D4-9604-74DD4AA6DBD1}"/>
              </a:ext>
            </a:extLst>
          </p:cNvPr>
          <p:cNvSpPr/>
          <p:nvPr/>
        </p:nvSpPr>
        <p:spPr>
          <a:xfrm>
            <a:off x="10603637" y="6317378"/>
            <a:ext cx="1500326" cy="336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196D46-9019-4F3B-9171-70CD588E819C}"/>
              </a:ext>
            </a:extLst>
          </p:cNvPr>
          <p:cNvSpPr txBox="1"/>
          <p:nvPr/>
        </p:nvSpPr>
        <p:spPr>
          <a:xfrm>
            <a:off x="3161930" y="1394851"/>
            <a:ext cx="159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Transversal line</a:t>
            </a:r>
            <a:endParaRPr lang="en-AU" b="1" u="sn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E39795-D93C-49CE-B98D-B80606F79726}"/>
              </a:ext>
            </a:extLst>
          </p:cNvPr>
          <p:cNvSpPr txBox="1"/>
          <p:nvPr/>
        </p:nvSpPr>
        <p:spPr>
          <a:xfrm>
            <a:off x="516385" y="2038881"/>
            <a:ext cx="1597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Parallel lines</a:t>
            </a:r>
            <a:endParaRPr lang="en-AU" b="1" u="sng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6F7B0B-4022-45A7-8390-B2A5F586BA27}"/>
              </a:ext>
            </a:extLst>
          </p:cNvPr>
          <p:cNvCxnSpPr/>
          <p:nvPr/>
        </p:nvCxnSpPr>
        <p:spPr>
          <a:xfrm>
            <a:off x="3901737" y="1813104"/>
            <a:ext cx="1176290" cy="1968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55FEF8-3FE1-415F-8A5A-F8AE5C70146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315375" y="2408213"/>
            <a:ext cx="509727" cy="22636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D4A3F5-3E1A-4B4B-A4AD-11021151972B}"/>
              </a:ext>
            </a:extLst>
          </p:cNvPr>
          <p:cNvCxnSpPr>
            <a:stCxn id="29" idx="2"/>
          </p:cNvCxnSpPr>
          <p:nvPr/>
        </p:nvCxnSpPr>
        <p:spPr>
          <a:xfrm flipH="1">
            <a:off x="1056443" y="2408213"/>
            <a:ext cx="258932" cy="5081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708FFDD-D41B-4D89-867A-805C5FD0A3E4}"/>
              </a:ext>
            </a:extLst>
          </p:cNvPr>
          <p:cNvSpPr txBox="1"/>
          <p:nvPr/>
        </p:nvSpPr>
        <p:spPr>
          <a:xfrm>
            <a:off x="516385" y="5921406"/>
            <a:ext cx="5449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FFFF00"/>
                </a:highlight>
              </a:rPr>
              <a:t>Colour</a:t>
            </a:r>
            <a:r>
              <a:rPr lang="en-US" sz="2400" b="1" dirty="0">
                <a:highlight>
                  <a:srgbClr val="FFFF00"/>
                </a:highlight>
              </a:rPr>
              <a:t> code each angle that is equal. Hint: you only need 2 </a:t>
            </a:r>
            <a:r>
              <a:rPr lang="en-US" sz="2400" b="1" dirty="0" err="1">
                <a:highlight>
                  <a:srgbClr val="FFFF00"/>
                </a:highlight>
              </a:rPr>
              <a:t>colours</a:t>
            </a:r>
            <a:r>
              <a:rPr lang="en-US" sz="2400" b="1" dirty="0">
                <a:highlight>
                  <a:srgbClr val="FFFF00"/>
                </a:highlight>
              </a:rPr>
              <a:t>.</a:t>
            </a:r>
            <a:endParaRPr lang="en-AU" sz="2400" b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CA86825-F9FA-4A78-AF9D-E749C9C02C82}"/>
                  </a:ext>
                </a:extLst>
              </p14:cNvPr>
              <p14:cNvContentPartPr/>
              <p14:nvPr/>
            </p14:nvContentPartPr>
            <p14:xfrm>
              <a:off x="5004273" y="2636186"/>
              <a:ext cx="225360" cy="189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CA86825-F9FA-4A78-AF9D-E749C9C02C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8273" y="2564186"/>
                <a:ext cx="2970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24B5158-CC2D-4329-8043-6B271C68BF90}"/>
                  </a:ext>
                </a:extLst>
              </p14:cNvPr>
              <p14:cNvContentPartPr/>
              <p14:nvPr/>
            </p14:nvContentPartPr>
            <p14:xfrm>
              <a:off x="3734553" y="3203186"/>
              <a:ext cx="217080" cy="110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24B5158-CC2D-4329-8043-6B271C68BF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8913" y="3131546"/>
                <a:ext cx="2887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BA23C69-EB11-4928-8071-D2C0F0D1A57C}"/>
                  </a:ext>
                </a:extLst>
              </p14:cNvPr>
              <p14:cNvContentPartPr/>
              <p14:nvPr/>
            </p14:nvContentPartPr>
            <p14:xfrm>
              <a:off x="3664713" y="4367426"/>
              <a:ext cx="128520" cy="180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BA23C69-EB11-4928-8071-D2C0F0D1A5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8713" y="4295426"/>
                <a:ext cx="2001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043D242-114C-4604-B64E-81D5BCC09F3F}"/>
                  </a:ext>
                </a:extLst>
              </p14:cNvPr>
              <p14:cNvContentPartPr/>
              <p14:nvPr/>
            </p14:nvContentPartPr>
            <p14:xfrm>
              <a:off x="2438553" y="4906346"/>
              <a:ext cx="200520" cy="164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043D242-114C-4604-B64E-81D5BCC09F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2553" y="4834706"/>
                <a:ext cx="2721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8DB2D44-4DAB-4FB3-B3D1-340ECAF87F47}"/>
                  </a:ext>
                </a:extLst>
              </p14:cNvPr>
              <p14:cNvContentPartPr/>
              <p14:nvPr/>
            </p14:nvContentPartPr>
            <p14:xfrm>
              <a:off x="4178073" y="2591186"/>
              <a:ext cx="200520" cy="170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8DB2D44-4DAB-4FB3-B3D1-340ECAF87F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42433" y="2519186"/>
                <a:ext cx="2721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011AD44-5897-41DD-8A3D-6C375FC27D51}"/>
                  </a:ext>
                </a:extLst>
              </p14:cNvPr>
              <p14:cNvContentPartPr/>
              <p14:nvPr/>
            </p14:nvContentPartPr>
            <p14:xfrm>
              <a:off x="4469673" y="3248546"/>
              <a:ext cx="281160" cy="178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011AD44-5897-41DD-8A3D-6C375FC27D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34033" y="3176906"/>
                <a:ext cx="352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6581152-D6FA-482B-A1AE-4A3860D8695A}"/>
                  </a:ext>
                </a:extLst>
              </p14:cNvPr>
              <p14:cNvContentPartPr/>
              <p14:nvPr/>
            </p14:nvContentPartPr>
            <p14:xfrm>
              <a:off x="3158553" y="5016866"/>
              <a:ext cx="190800" cy="150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6581152-D6FA-482B-A1AE-4A3860D869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22553" y="4944866"/>
                <a:ext cx="2624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BF7160F-A1A1-40E7-9816-37E485F403C1}"/>
                  </a:ext>
                </a:extLst>
              </p14:cNvPr>
              <p14:cNvContentPartPr/>
              <p14:nvPr/>
            </p14:nvContentPartPr>
            <p14:xfrm>
              <a:off x="2882793" y="4266626"/>
              <a:ext cx="191160" cy="227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BF7160F-A1A1-40E7-9816-37E485F403C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46793" y="4194626"/>
                <a:ext cx="262800" cy="3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222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49D9-6A72-400D-9E2E-F951EE2E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for folder 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4ACFDE-2BD8-45B4-A8EA-6D69C24813A6}"/>
              </a:ext>
            </a:extLst>
          </p:cNvPr>
          <p:cNvCxnSpPr/>
          <p:nvPr/>
        </p:nvCxnSpPr>
        <p:spPr>
          <a:xfrm>
            <a:off x="585926" y="3027285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8EABED-4700-4135-B804-3FF33CD92908}"/>
              </a:ext>
            </a:extLst>
          </p:cNvPr>
          <p:cNvCxnSpPr/>
          <p:nvPr/>
        </p:nvCxnSpPr>
        <p:spPr>
          <a:xfrm>
            <a:off x="585926" y="4724399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19676D-7652-4705-8F40-F6F23FDB8AC2}"/>
              </a:ext>
            </a:extLst>
          </p:cNvPr>
          <p:cNvCxnSpPr/>
          <p:nvPr/>
        </p:nvCxnSpPr>
        <p:spPr>
          <a:xfrm flipV="1">
            <a:off x="2423604" y="1690688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3758B4-4598-417D-810E-26953F6596A6}"/>
              </a:ext>
            </a:extLst>
          </p:cNvPr>
          <p:cNvSpPr txBox="1"/>
          <p:nvPr/>
        </p:nvSpPr>
        <p:spPr>
          <a:xfrm>
            <a:off x="4119239" y="2454676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E09DB-9397-40D7-8251-29C9EAED364D}"/>
              </a:ext>
            </a:extLst>
          </p:cNvPr>
          <p:cNvSpPr txBox="1"/>
          <p:nvPr/>
        </p:nvSpPr>
        <p:spPr>
          <a:xfrm>
            <a:off x="4944863" y="249212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4594C-5299-42F4-8891-C51BAC92D940}"/>
              </a:ext>
            </a:extLst>
          </p:cNvPr>
          <p:cNvSpPr txBox="1"/>
          <p:nvPr/>
        </p:nvSpPr>
        <p:spPr>
          <a:xfrm>
            <a:off x="3706427" y="301625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97059-2BD4-4A76-BBAB-F60439DF1CA9}"/>
              </a:ext>
            </a:extLst>
          </p:cNvPr>
          <p:cNvSpPr txBox="1"/>
          <p:nvPr/>
        </p:nvSpPr>
        <p:spPr>
          <a:xfrm>
            <a:off x="3548108" y="4221279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1D8CB1-DB75-4CD3-A383-DE2185672763}"/>
              </a:ext>
            </a:extLst>
          </p:cNvPr>
          <p:cNvSpPr txBox="1"/>
          <p:nvPr/>
        </p:nvSpPr>
        <p:spPr>
          <a:xfrm>
            <a:off x="2815701" y="417842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0FE591-2BE3-4A99-A1ED-68D6AA3EAD48}"/>
              </a:ext>
            </a:extLst>
          </p:cNvPr>
          <p:cNvSpPr txBox="1"/>
          <p:nvPr/>
        </p:nvSpPr>
        <p:spPr>
          <a:xfrm>
            <a:off x="4438834" y="308912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6D1AAC-E6DF-4990-8F2D-1A18466C0494}"/>
              </a:ext>
            </a:extLst>
          </p:cNvPr>
          <p:cNvSpPr txBox="1"/>
          <p:nvPr/>
        </p:nvSpPr>
        <p:spPr>
          <a:xfrm>
            <a:off x="2402889" y="475329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70C50-174E-440E-B798-14CBF36CB388}"/>
              </a:ext>
            </a:extLst>
          </p:cNvPr>
          <p:cNvSpPr txBox="1"/>
          <p:nvPr/>
        </p:nvSpPr>
        <p:spPr>
          <a:xfrm>
            <a:off x="3076113" y="4859744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3E406-2624-4109-A07F-08188DE41489}"/>
              </a:ext>
            </a:extLst>
          </p:cNvPr>
          <p:cNvSpPr txBox="1"/>
          <p:nvPr/>
        </p:nvSpPr>
        <p:spPr>
          <a:xfrm>
            <a:off x="8105313" y="1354257"/>
            <a:ext cx="38114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Angles 1 and 2 are </a:t>
            </a:r>
            <a:r>
              <a:rPr lang="en-US" b="1" u="sng" dirty="0"/>
              <a:t>Supplementary</a:t>
            </a:r>
          </a:p>
          <a:p>
            <a:endParaRPr lang="en-US" b="1" u="sng" dirty="0"/>
          </a:p>
          <a:p>
            <a:r>
              <a:rPr lang="en-US" dirty="0"/>
              <a:t>Angles 2 and 3 are </a:t>
            </a:r>
            <a:r>
              <a:rPr lang="en-US" b="1" u="sng" dirty="0"/>
              <a:t>Vertically opposite</a:t>
            </a:r>
          </a:p>
          <a:p>
            <a:endParaRPr lang="en-US" b="1" u="sng" dirty="0"/>
          </a:p>
          <a:p>
            <a:r>
              <a:rPr lang="en-US" dirty="0"/>
              <a:t>Angles 1 and 5 are </a:t>
            </a:r>
            <a:r>
              <a:rPr lang="en-US" b="1" u="sng" dirty="0"/>
              <a:t>Corresponding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Angles 2 and 6 are </a:t>
            </a:r>
            <a:r>
              <a:rPr lang="en-US" b="1" u="sng" dirty="0"/>
              <a:t>Corresponding </a:t>
            </a:r>
          </a:p>
          <a:p>
            <a:endParaRPr lang="en-US" b="1" u="sng" dirty="0"/>
          </a:p>
          <a:p>
            <a:r>
              <a:rPr lang="en-US" dirty="0"/>
              <a:t>Angles 3 and 6 are </a:t>
            </a:r>
            <a:r>
              <a:rPr lang="en-US" b="1" u="sng" dirty="0"/>
              <a:t>Alternate angles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Angles 4 and 5 are </a:t>
            </a:r>
            <a:r>
              <a:rPr lang="en-US" b="1" u="sng" dirty="0"/>
              <a:t>Alternate angles</a:t>
            </a:r>
            <a:endParaRPr lang="en-US" dirty="0"/>
          </a:p>
          <a:p>
            <a:endParaRPr lang="en-AU" dirty="0"/>
          </a:p>
          <a:p>
            <a:r>
              <a:rPr lang="en-AU" dirty="0"/>
              <a:t>Angles 4 and 6 are </a:t>
            </a:r>
            <a:r>
              <a:rPr lang="en-AU" b="1" u="sng" dirty="0"/>
              <a:t>Co-interior angles</a:t>
            </a:r>
          </a:p>
          <a:p>
            <a:endParaRPr lang="en-AU" b="1" u="sng" dirty="0"/>
          </a:p>
          <a:p>
            <a:r>
              <a:rPr lang="en-AU" dirty="0"/>
              <a:t>Angles 3 and 5 are </a:t>
            </a:r>
            <a:r>
              <a:rPr lang="en-AU" b="1" u="sng" dirty="0"/>
              <a:t>Co-interior angles</a:t>
            </a:r>
          </a:p>
          <a:p>
            <a:endParaRPr lang="en-AU" dirty="0"/>
          </a:p>
          <a:p>
            <a:r>
              <a:rPr lang="en-AU" dirty="0"/>
              <a:t>Alternate angles are </a:t>
            </a:r>
            <a:r>
              <a:rPr lang="en-AU" b="1" u="sng" dirty="0"/>
              <a:t>Equal </a:t>
            </a:r>
            <a:endParaRPr lang="en-AU" dirty="0"/>
          </a:p>
          <a:p>
            <a:endParaRPr lang="en-AU" dirty="0"/>
          </a:p>
          <a:p>
            <a:r>
              <a:rPr lang="en-AU" dirty="0"/>
              <a:t>Corresponding angles are </a:t>
            </a:r>
            <a:r>
              <a:rPr lang="en-AU" b="1" u="sng" dirty="0"/>
              <a:t>Equal </a:t>
            </a:r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78EAA-4389-4DD5-AEE1-7AF3DBDB245A}"/>
              </a:ext>
            </a:extLst>
          </p:cNvPr>
          <p:cNvSpPr/>
          <p:nvPr/>
        </p:nvSpPr>
        <p:spPr>
          <a:xfrm>
            <a:off x="9951868" y="1276049"/>
            <a:ext cx="1964924" cy="414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314CCB-604B-4B5D-9C16-BFC82ED69287}"/>
              </a:ext>
            </a:extLst>
          </p:cNvPr>
          <p:cNvSpPr/>
          <p:nvPr/>
        </p:nvSpPr>
        <p:spPr>
          <a:xfrm>
            <a:off x="9951868" y="1776177"/>
            <a:ext cx="1964924" cy="4834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70BA03-9323-4147-80B9-1FE96936BB32}"/>
              </a:ext>
            </a:extLst>
          </p:cNvPr>
          <p:cNvSpPr/>
          <p:nvPr/>
        </p:nvSpPr>
        <p:spPr>
          <a:xfrm>
            <a:off x="9951868" y="2258526"/>
            <a:ext cx="1819922" cy="589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9363CB-D71E-4EE0-8576-C5A9566D116C}"/>
              </a:ext>
            </a:extLst>
          </p:cNvPr>
          <p:cNvSpPr/>
          <p:nvPr/>
        </p:nvSpPr>
        <p:spPr>
          <a:xfrm>
            <a:off x="9951868" y="2834649"/>
            <a:ext cx="1847296" cy="561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F3B984-71A7-457A-BF15-8161CF9AA93B}"/>
              </a:ext>
            </a:extLst>
          </p:cNvPr>
          <p:cNvSpPr/>
          <p:nvPr/>
        </p:nvSpPr>
        <p:spPr>
          <a:xfrm>
            <a:off x="9951867" y="3354320"/>
            <a:ext cx="1964924" cy="561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B644B7-3A49-453A-953B-7E2E558922D8}"/>
              </a:ext>
            </a:extLst>
          </p:cNvPr>
          <p:cNvSpPr/>
          <p:nvPr/>
        </p:nvSpPr>
        <p:spPr>
          <a:xfrm>
            <a:off x="9951866" y="3845823"/>
            <a:ext cx="1819921" cy="589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A248B5-E003-4FF6-BA5B-2B729606452A}"/>
              </a:ext>
            </a:extLst>
          </p:cNvPr>
          <p:cNvSpPr/>
          <p:nvPr/>
        </p:nvSpPr>
        <p:spPr>
          <a:xfrm>
            <a:off x="9951866" y="4490688"/>
            <a:ext cx="1964923" cy="505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4E2D41-7EF2-4FF1-8604-256A533AFE42}"/>
              </a:ext>
            </a:extLst>
          </p:cNvPr>
          <p:cNvSpPr/>
          <p:nvPr/>
        </p:nvSpPr>
        <p:spPr>
          <a:xfrm>
            <a:off x="9951867" y="5052030"/>
            <a:ext cx="1964922" cy="52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B5681F-0BFA-49B2-94F6-3C9CE7146DE4}"/>
              </a:ext>
            </a:extLst>
          </p:cNvPr>
          <p:cNvSpPr/>
          <p:nvPr/>
        </p:nvSpPr>
        <p:spPr>
          <a:xfrm>
            <a:off x="10089472" y="5603120"/>
            <a:ext cx="1709692" cy="52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071C32-893D-48D4-9604-74DD4AA6DBD1}"/>
              </a:ext>
            </a:extLst>
          </p:cNvPr>
          <p:cNvSpPr/>
          <p:nvPr/>
        </p:nvSpPr>
        <p:spPr>
          <a:xfrm>
            <a:off x="10603636" y="6239172"/>
            <a:ext cx="1543975" cy="414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196D46-9019-4F3B-9171-70CD588E819C}"/>
              </a:ext>
            </a:extLst>
          </p:cNvPr>
          <p:cNvSpPr txBox="1"/>
          <p:nvPr/>
        </p:nvSpPr>
        <p:spPr>
          <a:xfrm>
            <a:off x="3161930" y="1394851"/>
            <a:ext cx="159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___________ line</a:t>
            </a:r>
            <a:endParaRPr lang="en-AU" b="1" u="sn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E39795-D93C-49CE-B98D-B80606F79726}"/>
              </a:ext>
            </a:extLst>
          </p:cNvPr>
          <p:cNvSpPr txBox="1"/>
          <p:nvPr/>
        </p:nvSpPr>
        <p:spPr>
          <a:xfrm>
            <a:off x="516385" y="2038881"/>
            <a:ext cx="159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_________ lines</a:t>
            </a:r>
            <a:endParaRPr lang="en-AU" b="1" u="sng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6F7B0B-4022-45A7-8390-B2A5F586BA27}"/>
              </a:ext>
            </a:extLst>
          </p:cNvPr>
          <p:cNvCxnSpPr/>
          <p:nvPr/>
        </p:nvCxnSpPr>
        <p:spPr>
          <a:xfrm>
            <a:off x="3901737" y="1813104"/>
            <a:ext cx="1176290" cy="1968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55FEF8-3FE1-415F-8A5A-F8AE5C70146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315375" y="2685212"/>
            <a:ext cx="509727" cy="19866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D4A3F5-3E1A-4B4B-A4AD-11021151972B}"/>
              </a:ext>
            </a:extLst>
          </p:cNvPr>
          <p:cNvCxnSpPr>
            <a:stCxn id="29" idx="2"/>
          </p:cNvCxnSpPr>
          <p:nvPr/>
        </p:nvCxnSpPr>
        <p:spPr>
          <a:xfrm flipH="1">
            <a:off x="1056443" y="2685212"/>
            <a:ext cx="258932" cy="2311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708FFDD-D41B-4D89-867A-805C5FD0A3E4}"/>
              </a:ext>
            </a:extLst>
          </p:cNvPr>
          <p:cNvSpPr txBox="1"/>
          <p:nvPr/>
        </p:nvSpPr>
        <p:spPr>
          <a:xfrm>
            <a:off x="516385" y="5921406"/>
            <a:ext cx="5449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FFFF00"/>
                </a:highlight>
              </a:rPr>
              <a:t>Colour</a:t>
            </a:r>
            <a:r>
              <a:rPr lang="en-US" sz="2400" b="1" dirty="0">
                <a:highlight>
                  <a:srgbClr val="FFFF00"/>
                </a:highlight>
              </a:rPr>
              <a:t> code each angle that is equal. Hint: you only need 2 </a:t>
            </a:r>
            <a:r>
              <a:rPr lang="en-US" sz="2400" b="1" dirty="0" err="1">
                <a:highlight>
                  <a:srgbClr val="FFFF00"/>
                </a:highlight>
              </a:rPr>
              <a:t>colours</a:t>
            </a:r>
            <a:r>
              <a:rPr lang="en-US" sz="2400" b="1" dirty="0">
                <a:highlight>
                  <a:srgbClr val="FFFF00"/>
                </a:highlight>
              </a:rPr>
              <a:t>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618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2786-2956-4A34-BD38-FDF0B393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ready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EAACD-0144-4C20-A1F7-EAE7BE000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You will want to have your notes in front of you as well.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014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4">
            <a:extLst>
              <a:ext uri="{FF2B5EF4-FFF2-40B4-BE49-F238E27FC236}">
                <a16:creationId xmlns:a16="http://schemas.microsoft.com/office/drawing/2014/main" id="{F31100CD-9138-431A-87E5-541912CB85C0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524000"/>
            <a:ext cx="5181600" cy="1143000"/>
            <a:chOff x="1008" y="1536"/>
            <a:chExt cx="3264" cy="720"/>
          </a:xfrm>
        </p:grpSpPr>
        <p:sp>
          <p:nvSpPr>
            <p:cNvPr id="3086" name="Line 5">
              <a:extLst>
                <a:ext uri="{FF2B5EF4-FFF2-40B4-BE49-F238E27FC236}">
                  <a16:creationId xmlns:a16="http://schemas.microsoft.com/office/drawing/2014/main" id="{14D8702C-F9EB-411D-9DB1-6E6B54A2C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536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087" name="Line 6">
              <a:extLst>
                <a:ext uri="{FF2B5EF4-FFF2-40B4-BE49-F238E27FC236}">
                  <a16:creationId xmlns:a16="http://schemas.microsoft.com/office/drawing/2014/main" id="{5E06E034-A7E9-43AD-8EF4-257BBE424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56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088" name="Line 7">
              <a:extLst>
                <a:ext uri="{FF2B5EF4-FFF2-40B4-BE49-F238E27FC236}">
                  <a16:creationId xmlns:a16="http://schemas.microsoft.com/office/drawing/2014/main" id="{FA3CF9BD-55D9-4BD8-A2AE-13D8567C5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53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089" name="Line 8">
              <a:extLst>
                <a:ext uri="{FF2B5EF4-FFF2-40B4-BE49-F238E27FC236}">
                  <a16:creationId xmlns:a16="http://schemas.microsoft.com/office/drawing/2014/main" id="{F0E86928-479E-4DFD-BC62-E7D8CF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5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075" name="Line 9">
            <a:extLst>
              <a:ext uri="{FF2B5EF4-FFF2-40B4-BE49-F238E27FC236}">
                <a16:creationId xmlns:a16="http://schemas.microsoft.com/office/drawing/2014/main" id="{7E65A629-BAD5-4FA6-88C4-B6D947B82C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990600"/>
            <a:ext cx="236220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076" name="Freeform 10">
            <a:extLst>
              <a:ext uri="{FF2B5EF4-FFF2-40B4-BE49-F238E27FC236}">
                <a16:creationId xmlns:a16="http://schemas.microsoft.com/office/drawing/2014/main" id="{92F4341F-ADDA-40ED-A1F7-394F26CA1A9C}"/>
              </a:ext>
            </a:extLst>
          </p:cNvPr>
          <p:cNvSpPr>
            <a:spLocks/>
          </p:cNvSpPr>
          <p:nvPr/>
        </p:nvSpPr>
        <p:spPr bwMode="auto">
          <a:xfrm>
            <a:off x="5867400" y="1524000"/>
            <a:ext cx="381000" cy="177800"/>
          </a:xfrm>
          <a:custGeom>
            <a:avLst/>
            <a:gdLst>
              <a:gd name="T0" fmla="*/ 0 w 240"/>
              <a:gd name="T1" fmla="*/ 152400 h 112"/>
              <a:gd name="T2" fmla="*/ 304800 w 240"/>
              <a:gd name="T3" fmla="*/ 152400 h 112"/>
              <a:gd name="T4" fmla="*/ 381000 w 240"/>
              <a:gd name="T5" fmla="*/ 0 h 1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112">
                <a:moveTo>
                  <a:pt x="0" y="96"/>
                </a:moveTo>
                <a:cubicBezTo>
                  <a:pt x="76" y="104"/>
                  <a:pt x="152" y="112"/>
                  <a:pt x="192" y="96"/>
                </a:cubicBezTo>
                <a:cubicBezTo>
                  <a:pt x="232" y="80"/>
                  <a:pt x="236" y="40"/>
                  <a:pt x="240" y="0"/>
                </a:cubicBezTo>
              </a:path>
            </a:pathLst>
          </a:custGeom>
          <a:noFill/>
          <a:ln w="38100" cmpd="sng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077" name="Text Box 11">
            <a:extLst>
              <a:ext uri="{FF2B5EF4-FFF2-40B4-BE49-F238E27FC236}">
                <a16:creationId xmlns:a16="http://schemas.microsoft.com/office/drawing/2014/main" id="{CB177733-2867-4E7B-999D-A591A610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600201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125</a:t>
            </a:r>
            <a:r>
              <a:rPr lang="en-US" altLang="en-US">
                <a:solidFill>
                  <a:srgbClr val="000000"/>
                </a:solidFill>
              </a:rPr>
              <a:t>º</a:t>
            </a:r>
          </a:p>
        </p:txBody>
      </p:sp>
      <p:sp>
        <p:nvSpPr>
          <p:cNvPr id="3078" name="Text Box 12">
            <a:extLst>
              <a:ext uri="{FF2B5EF4-FFF2-40B4-BE49-F238E27FC236}">
                <a16:creationId xmlns:a16="http://schemas.microsoft.com/office/drawing/2014/main" id="{83E4998D-F0EA-41B6-B636-93E625062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2860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079" name="Text Box 13">
            <a:extLst>
              <a:ext uri="{FF2B5EF4-FFF2-40B4-BE49-F238E27FC236}">
                <a16:creationId xmlns:a16="http://schemas.microsoft.com/office/drawing/2014/main" id="{C5FD8ADD-9EE8-4ECA-8DDB-56BCEF346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860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C7B94778-E8A8-451A-A532-59BDF0BB8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590801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81" name="Text Box 15">
            <a:extLst>
              <a:ext uri="{FF2B5EF4-FFF2-40B4-BE49-F238E27FC236}">
                <a16:creationId xmlns:a16="http://schemas.microsoft.com/office/drawing/2014/main" id="{59AFEDA1-9CBE-4CCA-ABD2-9A733103F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5908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3082" name="Text Box 16">
            <a:extLst>
              <a:ext uri="{FF2B5EF4-FFF2-40B4-BE49-F238E27FC236}">
                <a16:creationId xmlns:a16="http://schemas.microsoft.com/office/drawing/2014/main" id="{5129778E-F3E5-40E2-91DB-174C4B7C7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657601"/>
            <a:ext cx="571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Which angle is corresponding to 125</a:t>
            </a:r>
            <a:r>
              <a:rPr lang="en-US" altLang="en-US">
                <a:solidFill>
                  <a:srgbClr val="000000"/>
                </a:solidFill>
              </a:rPr>
              <a:t>º.</a:t>
            </a:r>
          </a:p>
        </p:txBody>
      </p:sp>
      <p:sp>
        <p:nvSpPr>
          <p:cNvPr id="6161" name="Line 17">
            <a:extLst>
              <a:ext uri="{FF2B5EF4-FFF2-40B4-BE49-F238E27FC236}">
                <a16:creationId xmlns:a16="http://schemas.microsoft.com/office/drawing/2014/main" id="{F1037A70-F61A-4635-837D-6D6462AD2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1524000"/>
            <a:ext cx="167640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162" name="Line 18">
            <a:extLst>
              <a:ext uri="{FF2B5EF4-FFF2-40B4-BE49-F238E27FC236}">
                <a16:creationId xmlns:a16="http://schemas.microsoft.com/office/drawing/2014/main" id="{44A7E6B7-EDE2-412E-B1FF-F9A45E7002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6670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163" name="Line 19">
            <a:extLst>
              <a:ext uri="{FF2B5EF4-FFF2-40B4-BE49-F238E27FC236}">
                <a16:creationId xmlns:a16="http://schemas.microsoft.com/office/drawing/2014/main" id="{76DF754D-ADAD-4039-87AD-C03AF89D06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15240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66">
            <a:extLst>
              <a:ext uri="{FF2B5EF4-FFF2-40B4-BE49-F238E27FC236}">
                <a16:creationId xmlns:a16="http://schemas.microsoft.com/office/drawing/2014/main" id="{86387847-B7BD-417C-A916-0F2EFF84449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71500" y="2628900"/>
            <a:ext cx="5181600" cy="1143000"/>
            <a:chOff x="1008" y="1536"/>
            <a:chExt cx="3264" cy="720"/>
          </a:xfrm>
        </p:grpSpPr>
        <p:sp>
          <p:nvSpPr>
            <p:cNvPr id="4110" name="Line 67">
              <a:extLst>
                <a:ext uri="{FF2B5EF4-FFF2-40B4-BE49-F238E27FC236}">
                  <a16:creationId xmlns:a16="http://schemas.microsoft.com/office/drawing/2014/main" id="{C98DAA6D-FC9C-44CD-8B74-77E08DC60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536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11" name="Line 68">
              <a:extLst>
                <a:ext uri="{FF2B5EF4-FFF2-40B4-BE49-F238E27FC236}">
                  <a16:creationId xmlns:a16="http://schemas.microsoft.com/office/drawing/2014/main" id="{D4BD9FD7-8DB1-4B89-9064-3413B604D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56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12" name="Line 69">
              <a:extLst>
                <a:ext uri="{FF2B5EF4-FFF2-40B4-BE49-F238E27FC236}">
                  <a16:creationId xmlns:a16="http://schemas.microsoft.com/office/drawing/2014/main" id="{71448894-C80B-47C2-8442-F7DF3FA35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53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13" name="Line 70">
              <a:extLst>
                <a:ext uri="{FF2B5EF4-FFF2-40B4-BE49-F238E27FC236}">
                  <a16:creationId xmlns:a16="http://schemas.microsoft.com/office/drawing/2014/main" id="{9AD3EA59-0237-4B51-BDE3-7C78FB87C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5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4099" name="Line 71">
            <a:extLst>
              <a:ext uri="{FF2B5EF4-FFF2-40B4-BE49-F238E27FC236}">
                <a16:creationId xmlns:a16="http://schemas.microsoft.com/office/drawing/2014/main" id="{FA579875-AAF0-4D97-A280-2EDD103DA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600200"/>
            <a:ext cx="251460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100" name="Freeform 72">
            <a:extLst>
              <a:ext uri="{FF2B5EF4-FFF2-40B4-BE49-F238E27FC236}">
                <a16:creationId xmlns:a16="http://schemas.microsoft.com/office/drawing/2014/main" id="{DFA1836C-2EBE-4797-8553-6496E500D7F0}"/>
              </a:ext>
            </a:extLst>
          </p:cNvPr>
          <p:cNvSpPr>
            <a:spLocks/>
          </p:cNvSpPr>
          <p:nvPr/>
        </p:nvSpPr>
        <p:spPr bwMode="auto">
          <a:xfrm>
            <a:off x="2590800" y="2819400"/>
            <a:ext cx="228600" cy="76200"/>
          </a:xfrm>
          <a:custGeom>
            <a:avLst/>
            <a:gdLst>
              <a:gd name="T0" fmla="*/ 0 w 144"/>
              <a:gd name="T1" fmla="*/ 0 h 48"/>
              <a:gd name="T2" fmla="*/ 152400 w 144"/>
              <a:gd name="T3" fmla="*/ 76200 h 48"/>
              <a:gd name="T4" fmla="*/ 228600 w 14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8">
                <a:moveTo>
                  <a:pt x="0" y="0"/>
                </a:moveTo>
                <a:cubicBezTo>
                  <a:pt x="36" y="24"/>
                  <a:pt x="72" y="48"/>
                  <a:pt x="96" y="48"/>
                </a:cubicBezTo>
                <a:cubicBezTo>
                  <a:pt x="120" y="48"/>
                  <a:pt x="132" y="24"/>
                  <a:pt x="144" y="0"/>
                </a:cubicBezTo>
              </a:path>
            </a:pathLst>
          </a:custGeom>
          <a:solidFill>
            <a:schemeClr val="bg1"/>
          </a:solidFill>
          <a:ln w="38100" cmpd="sng">
            <a:solidFill>
              <a:srgbClr val="00CC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101" name="Text Box 73">
            <a:extLst>
              <a:ext uri="{FF2B5EF4-FFF2-40B4-BE49-F238E27FC236}">
                <a16:creationId xmlns:a16="http://schemas.microsoft.com/office/drawing/2014/main" id="{0013CDEB-B72D-40D9-83E9-DB749A26F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97180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32</a:t>
            </a:r>
            <a:r>
              <a:rPr lang="en-US" altLang="en-US">
                <a:solidFill>
                  <a:srgbClr val="000000"/>
                </a:solidFill>
              </a:rPr>
              <a:t>°</a:t>
            </a:r>
          </a:p>
        </p:txBody>
      </p:sp>
      <p:sp>
        <p:nvSpPr>
          <p:cNvPr id="4102" name="Text Box 74">
            <a:extLst>
              <a:ext uri="{FF2B5EF4-FFF2-40B4-BE49-F238E27FC236}">
                <a16:creationId xmlns:a16="http://schemas.microsoft.com/office/drawing/2014/main" id="{B9EB96D2-EFD7-4D5A-AACD-E1D8A9AC7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3528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4103" name="Text Box 75">
            <a:extLst>
              <a:ext uri="{FF2B5EF4-FFF2-40B4-BE49-F238E27FC236}">
                <a16:creationId xmlns:a16="http://schemas.microsoft.com/office/drawing/2014/main" id="{4CAFD610-6E67-4F9C-BE3A-1704ACAD6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7338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4104" name="Text Box 76">
            <a:extLst>
              <a:ext uri="{FF2B5EF4-FFF2-40B4-BE49-F238E27FC236}">
                <a16:creationId xmlns:a16="http://schemas.microsoft.com/office/drawing/2014/main" id="{9CF52A46-ADB6-453F-8DC5-8E7FD9C2D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148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105" name="Text Box 77">
            <a:extLst>
              <a:ext uri="{FF2B5EF4-FFF2-40B4-BE49-F238E27FC236}">
                <a16:creationId xmlns:a16="http://schemas.microsoft.com/office/drawing/2014/main" id="{917166EE-D411-4BFD-84DE-E60B33EED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100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7246" name="Line 78">
            <a:extLst>
              <a:ext uri="{FF2B5EF4-FFF2-40B4-BE49-F238E27FC236}">
                <a16:creationId xmlns:a16="http://schemas.microsoft.com/office/drawing/2014/main" id="{EE013760-4C2D-4DB7-AF09-9CC850DF2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514600"/>
            <a:ext cx="16764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247" name="Line 79">
            <a:extLst>
              <a:ext uri="{FF2B5EF4-FFF2-40B4-BE49-F238E27FC236}">
                <a16:creationId xmlns:a16="http://schemas.microsoft.com/office/drawing/2014/main" id="{46C295AC-209A-4BCD-B943-A598808A4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514600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248" name="Line 80">
            <a:extLst>
              <a:ext uri="{FF2B5EF4-FFF2-40B4-BE49-F238E27FC236}">
                <a16:creationId xmlns:a16="http://schemas.microsoft.com/office/drawing/2014/main" id="{231C1822-34AE-4C3F-852D-4B040EB1F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962400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109" name="Text Box 81">
            <a:extLst>
              <a:ext uri="{FF2B5EF4-FFF2-40B4-BE49-F238E27FC236}">
                <a16:creationId xmlns:a16="http://schemas.microsoft.com/office/drawing/2014/main" id="{CEEA70EC-6349-40F6-85E3-8D78BCCB5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09801"/>
            <a:ext cx="457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Which angle is corresponding to 32</a:t>
            </a:r>
            <a:r>
              <a:rPr lang="en-US" altLang="en-US">
                <a:solidFill>
                  <a:srgbClr val="000000"/>
                </a:solidFill>
              </a:rPr>
              <a:t>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2">
            <a:extLst>
              <a:ext uri="{FF2B5EF4-FFF2-40B4-BE49-F238E27FC236}">
                <a16:creationId xmlns:a16="http://schemas.microsoft.com/office/drawing/2014/main" id="{0DB838D5-214C-4358-8C31-584EF6571FD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905000"/>
            <a:ext cx="5181600" cy="1143000"/>
            <a:chOff x="1008" y="1536"/>
            <a:chExt cx="3264" cy="720"/>
          </a:xfrm>
        </p:grpSpPr>
        <p:sp>
          <p:nvSpPr>
            <p:cNvPr id="7182" name="Line 23">
              <a:extLst>
                <a:ext uri="{FF2B5EF4-FFF2-40B4-BE49-F238E27FC236}">
                  <a16:creationId xmlns:a16="http://schemas.microsoft.com/office/drawing/2014/main" id="{AF7AE823-E384-4D6F-A13D-AAA95A2AD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536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83" name="Line 24">
              <a:extLst>
                <a:ext uri="{FF2B5EF4-FFF2-40B4-BE49-F238E27FC236}">
                  <a16:creationId xmlns:a16="http://schemas.microsoft.com/office/drawing/2014/main" id="{6EB479BD-1895-42D6-9905-425BEF2E5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56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84" name="Line 25">
              <a:extLst>
                <a:ext uri="{FF2B5EF4-FFF2-40B4-BE49-F238E27FC236}">
                  <a16:creationId xmlns:a16="http://schemas.microsoft.com/office/drawing/2014/main" id="{85B5FFEB-43E1-45D9-8712-E476D9DEA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53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85" name="Line 26">
              <a:extLst>
                <a:ext uri="{FF2B5EF4-FFF2-40B4-BE49-F238E27FC236}">
                  <a16:creationId xmlns:a16="http://schemas.microsoft.com/office/drawing/2014/main" id="{96F46A73-9A2E-484F-BA95-F3AADFB39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5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7171" name="Line 27">
            <a:extLst>
              <a:ext uri="{FF2B5EF4-FFF2-40B4-BE49-F238E27FC236}">
                <a16:creationId xmlns:a16="http://schemas.microsoft.com/office/drawing/2014/main" id="{228B3455-F4DC-486D-97C5-E51BA5A6B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990600"/>
            <a:ext cx="335280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72" name="Freeform 29">
            <a:extLst>
              <a:ext uri="{FF2B5EF4-FFF2-40B4-BE49-F238E27FC236}">
                <a16:creationId xmlns:a16="http://schemas.microsoft.com/office/drawing/2014/main" id="{D7C9651F-3712-4BA4-B049-FF1B894F4DF3}"/>
              </a:ext>
            </a:extLst>
          </p:cNvPr>
          <p:cNvSpPr>
            <a:spLocks/>
          </p:cNvSpPr>
          <p:nvPr/>
        </p:nvSpPr>
        <p:spPr bwMode="auto">
          <a:xfrm>
            <a:off x="6172200" y="1905000"/>
            <a:ext cx="355600" cy="177800"/>
          </a:xfrm>
          <a:custGeom>
            <a:avLst/>
            <a:gdLst>
              <a:gd name="T0" fmla="*/ 0 w 224"/>
              <a:gd name="T1" fmla="*/ 152400 h 112"/>
              <a:gd name="T2" fmla="*/ 304800 w 224"/>
              <a:gd name="T3" fmla="*/ 152400 h 112"/>
              <a:gd name="T4" fmla="*/ 304800 w 224"/>
              <a:gd name="T5" fmla="*/ 0 h 1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" h="112">
                <a:moveTo>
                  <a:pt x="0" y="96"/>
                </a:moveTo>
                <a:cubicBezTo>
                  <a:pt x="80" y="104"/>
                  <a:pt x="160" y="112"/>
                  <a:pt x="192" y="96"/>
                </a:cubicBezTo>
                <a:cubicBezTo>
                  <a:pt x="224" y="80"/>
                  <a:pt x="208" y="40"/>
                  <a:pt x="192" y="0"/>
                </a:cubicBezTo>
              </a:path>
            </a:pathLst>
          </a:custGeom>
          <a:noFill/>
          <a:ln w="28575" cmpd="sng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73" name="Text Box 30">
            <a:extLst>
              <a:ext uri="{FF2B5EF4-FFF2-40B4-BE49-F238E27FC236}">
                <a16:creationId xmlns:a16="http://schemas.microsoft.com/office/drawing/2014/main" id="{3B4078B4-D27B-4CAB-AAA3-B01192055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905001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130</a:t>
            </a:r>
            <a:r>
              <a:rPr lang="en-US" altLang="en-US">
                <a:solidFill>
                  <a:srgbClr val="000000"/>
                </a:solidFill>
              </a:rPr>
              <a:t>º</a:t>
            </a:r>
          </a:p>
        </p:txBody>
      </p:sp>
      <p:sp>
        <p:nvSpPr>
          <p:cNvPr id="7174" name="Text Box 31">
            <a:extLst>
              <a:ext uri="{FF2B5EF4-FFF2-40B4-BE49-F238E27FC236}">
                <a16:creationId xmlns:a16="http://schemas.microsoft.com/office/drawing/2014/main" id="{0652258B-7C2E-4104-966F-63B1DA261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743201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7175" name="Text Box 32">
            <a:extLst>
              <a:ext uri="{FF2B5EF4-FFF2-40B4-BE49-F238E27FC236}">
                <a16:creationId xmlns:a16="http://schemas.microsoft.com/office/drawing/2014/main" id="{B38AE039-24E0-4455-800E-0A19C608C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7432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7176" name="Text Box 33">
            <a:extLst>
              <a:ext uri="{FF2B5EF4-FFF2-40B4-BE49-F238E27FC236}">
                <a16:creationId xmlns:a16="http://schemas.microsoft.com/office/drawing/2014/main" id="{4309E445-F53C-4E33-BA11-1BE2706DD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048001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7177" name="Text Box 34">
            <a:extLst>
              <a:ext uri="{FF2B5EF4-FFF2-40B4-BE49-F238E27FC236}">
                <a16:creationId xmlns:a16="http://schemas.microsoft.com/office/drawing/2014/main" id="{06DCCD3A-68B4-427E-9627-B69924AE8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0480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7178" name="Text Box 35">
            <a:extLst>
              <a:ext uri="{FF2B5EF4-FFF2-40B4-BE49-F238E27FC236}">
                <a16:creationId xmlns:a16="http://schemas.microsoft.com/office/drawing/2014/main" id="{94410BAB-F61A-467A-BDFA-343E605F8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419601"/>
            <a:ext cx="495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Which angle is alternate to 130</a:t>
            </a:r>
            <a:r>
              <a:rPr lang="en-US" altLang="en-US">
                <a:solidFill>
                  <a:srgbClr val="000000"/>
                </a:solidFill>
              </a:rPr>
              <a:t>º.</a:t>
            </a:r>
            <a:endParaRPr lang="en-US" altLang="en-US" sz="2400" b="1">
              <a:solidFill>
                <a:srgbClr val="000000"/>
              </a:solidFill>
              <a:latin typeface="Arial Unicode MS" pitchFamily="34" charset="-128"/>
            </a:endParaRPr>
          </a:p>
        </p:txBody>
      </p:sp>
      <p:sp>
        <p:nvSpPr>
          <p:cNvPr id="3108" name="Line 36">
            <a:extLst>
              <a:ext uri="{FF2B5EF4-FFF2-40B4-BE49-F238E27FC236}">
                <a16:creationId xmlns:a16="http://schemas.microsoft.com/office/drawing/2014/main" id="{AC01A244-F293-4068-A1AE-622A9CC378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1905000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109" name="Line 37">
            <a:extLst>
              <a:ext uri="{FF2B5EF4-FFF2-40B4-BE49-F238E27FC236}">
                <a16:creationId xmlns:a16="http://schemas.microsoft.com/office/drawing/2014/main" id="{CFFDE422-CB64-4F18-8053-A65F75AE3A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1905000"/>
            <a:ext cx="12954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110" name="Line 38">
            <a:extLst>
              <a:ext uri="{FF2B5EF4-FFF2-40B4-BE49-F238E27FC236}">
                <a16:creationId xmlns:a16="http://schemas.microsoft.com/office/drawing/2014/main" id="{7D352FD4-F8C1-4116-A820-44A667662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0480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4">
            <a:extLst>
              <a:ext uri="{FF2B5EF4-FFF2-40B4-BE49-F238E27FC236}">
                <a16:creationId xmlns:a16="http://schemas.microsoft.com/office/drawing/2014/main" id="{3BAA4179-D28B-4D42-874B-AFA5A11B91AA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028700" y="1943100"/>
            <a:ext cx="5181600" cy="2667000"/>
            <a:chOff x="1008" y="1200"/>
            <a:chExt cx="3264" cy="1680"/>
          </a:xfrm>
        </p:grpSpPr>
        <p:sp>
          <p:nvSpPr>
            <p:cNvPr id="8205" name="Line 5">
              <a:extLst>
                <a:ext uri="{FF2B5EF4-FFF2-40B4-BE49-F238E27FC236}">
                  <a16:creationId xmlns:a16="http://schemas.microsoft.com/office/drawing/2014/main" id="{6116FB7F-4D02-4C8A-9B80-AA21D85DD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48"/>
              <a:ext cx="3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8206" name="Group 6">
              <a:extLst>
                <a:ext uri="{FF2B5EF4-FFF2-40B4-BE49-F238E27FC236}">
                  <a16:creationId xmlns:a16="http://schemas.microsoft.com/office/drawing/2014/main" id="{0B270A97-1A4B-479B-AA2C-6E86EBA6B9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680"/>
              <a:ext cx="3264" cy="0"/>
              <a:chOff x="1008" y="1728"/>
              <a:chExt cx="3264" cy="0"/>
            </a:xfrm>
          </p:grpSpPr>
          <p:sp>
            <p:nvSpPr>
              <p:cNvPr id="8209" name="Line 7">
                <a:extLst>
                  <a:ext uri="{FF2B5EF4-FFF2-40B4-BE49-F238E27FC236}">
                    <a16:creationId xmlns:a16="http://schemas.microsoft.com/office/drawing/2014/main" id="{BDA24050-E323-4EAC-9985-7E82B20CB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728"/>
                <a:ext cx="32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AU" sz="200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210" name="Line 8">
                <a:extLst>
                  <a:ext uri="{FF2B5EF4-FFF2-40B4-BE49-F238E27FC236}">
                    <a16:creationId xmlns:a16="http://schemas.microsoft.com/office/drawing/2014/main" id="{43975E52-A61B-4F28-B51E-A5049AD9A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728"/>
                <a:ext cx="9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AU" sz="200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8207" name="Line 9">
              <a:extLst>
                <a:ext uri="{FF2B5EF4-FFF2-40B4-BE49-F238E27FC236}">
                  <a16:creationId xmlns:a16="http://schemas.microsoft.com/office/drawing/2014/main" id="{FB41FBAA-1ACF-4064-86BC-D03F369DE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48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208" name="Line 10">
              <a:extLst>
                <a:ext uri="{FF2B5EF4-FFF2-40B4-BE49-F238E27FC236}">
                  <a16:creationId xmlns:a16="http://schemas.microsoft.com/office/drawing/2014/main" id="{045181B7-9C49-4E0E-B46D-BD5191CA7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200"/>
              <a:ext cx="1824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8195" name="Freeform 11">
            <a:extLst>
              <a:ext uri="{FF2B5EF4-FFF2-40B4-BE49-F238E27FC236}">
                <a16:creationId xmlns:a16="http://schemas.microsoft.com/office/drawing/2014/main" id="{A278150D-1542-40DA-AACB-9274B4904D40}"/>
              </a:ext>
            </a:extLst>
          </p:cNvPr>
          <p:cNvSpPr>
            <a:spLocks/>
          </p:cNvSpPr>
          <p:nvPr/>
        </p:nvSpPr>
        <p:spPr bwMode="auto">
          <a:xfrm>
            <a:off x="4038600" y="3479800"/>
            <a:ext cx="152400" cy="254000"/>
          </a:xfrm>
          <a:custGeom>
            <a:avLst/>
            <a:gdLst>
              <a:gd name="T0" fmla="*/ 0 w 144"/>
              <a:gd name="T1" fmla="*/ 254000 h 160"/>
              <a:gd name="T2" fmla="*/ 50800 w 144"/>
              <a:gd name="T3" fmla="*/ 25400 h 160"/>
              <a:gd name="T4" fmla="*/ 152400 w 144"/>
              <a:gd name="T5" fmla="*/ 101600 h 1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160">
                <a:moveTo>
                  <a:pt x="0" y="160"/>
                </a:moveTo>
                <a:cubicBezTo>
                  <a:pt x="12" y="96"/>
                  <a:pt x="24" y="32"/>
                  <a:pt x="48" y="16"/>
                </a:cubicBezTo>
                <a:cubicBezTo>
                  <a:pt x="72" y="0"/>
                  <a:pt x="128" y="56"/>
                  <a:pt x="144" y="64"/>
                </a:cubicBezTo>
              </a:path>
            </a:pathLst>
          </a:custGeom>
          <a:noFill/>
          <a:ln w="38100" cmpd="sng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196" name="Text Box 12">
            <a:extLst>
              <a:ext uri="{FF2B5EF4-FFF2-40B4-BE49-F238E27FC236}">
                <a16:creationId xmlns:a16="http://schemas.microsoft.com/office/drawing/2014/main" id="{7A3F29F7-CB1A-43F6-8862-8BD901C8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124201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60</a:t>
            </a:r>
            <a:r>
              <a:rPr lang="en-US" altLang="en-US">
                <a:solidFill>
                  <a:srgbClr val="000000"/>
                </a:solidFill>
              </a:rPr>
              <a:t>º</a:t>
            </a:r>
          </a:p>
        </p:txBody>
      </p:sp>
      <p:sp>
        <p:nvSpPr>
          <p:cNvPr id="8197" name="Text Box 14">
            <a:extLst>
              <a:ext uri="{FF2B5EF4-FFF2-40B4-BE49-F238E27FC236}">
                <a16:creationId xmlns:a16="http://schemas.microsoft.com/office/drawing/2014/main" id="{79359BA9-AFF2-49E1-89C3-D4179B7E9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981201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8198" name="Text Box 15">
            <a:extLst>
              <a:ext uri="{FF2B5EF4-FFF2-40B4-BE49-F238E27FC236}">
                <a16:creationId xmlns:a16="http://schemas.microsoft.com/office/drawing/2014/main" id="{2DE276A5-9956-45DF-9DFC-BBB476551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2860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8199" name="Text Box 16">
            <a:extLst>
              <a:ext uri="{FF2B5EF4-FFF2-40B4-BE49-F238E27FC236}">
                <a16:creationId xmlns:a16="http://schemas.microsoft.com/office/drawing/2014/main" id="{0202AD9E-0307-4FC3-8503-CD18D12CB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8200" name="Text Box 17">
            <a:extLst>
              <a:ext uri="{FF2B5EF4-FFF2-40B4-BE49-F238E27FC236}">
                <a16:creationId xmlns:a16="http://schemas.microsoft.com/office/drawing/2014/main" id="{2239B615-1AFF-4959-8790-5C2E72C3B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438401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8201" name="Text Box 18">
            <a:extLst>
              <a:ext uri="{FF2B5EF4-FFF2-40B4-BE49-F238E27FC236}">
                <a16:creationId xmlns:a16="http://schemas.microsoft.com/office/drawing/2014/main" id="{4B15A017-41B3-4F7E-9314-8DB4634EE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828801"/>
            <a:ext cx="457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</a:rPr>
              <a:t>Which angle is alternate to 60</a:t>
            </a:r>
            <a:r>
              <a:rPr lang="en-US" altLang="en-US">
                <a:solidFill>
                  <a:srgbClr val="000000"/>
                </a:solidFill>
              </a:rPr>
              <a:t>º.</a:t>
            </a:r>
          </a:p>
        </p:txBody>
      </p:sp>
      <p:sp>
        <p:nvSpPr>
          <p:cNvPr id="4115" name="Line 19">
            <a:extLst>
              <a:ext uri="{FF2B5EF4-FFF2-40B4-BE49-F238E27FC236}">
                <a16:creationId xmlns:a16="http://schemas.microsoft.com/office/drawing/2014/main" id="{73AC3F6B-0F47-4748-A152-1BA1CF636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9080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116" name="Line 20">
            <a:extLst>
              <a:ext uri="{FF2B5EF4-FFF2-40B4-BE49-F238E27FC236}">
                <a16:creationId xmlns:a16="http://schemas.microsoft.com/office/drawing/2014/main" id="{D7A031FE-22E5-4392-8F68-6338BCDF8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90800"/>
            <a:ext cx="121920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117" name="Line 21">
            <a:extLst>
              <a:ext uri="{FF2B5EF4-FFF2-40B4-BE49-F238E27FC236}">
                <a16:creationId xmlns:a16="http://schemas.microsoft.com/office/drawing/2014/main" id="{2ADDE81A-BE26-475B-90F6-54536612F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743200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750-ABB0-4419-B18F-437F381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767DA-CFFF-41E2-AD02-E27A11199DC5}"/>
              </a:ext>
            </a:extLst>
          </p:cNvPr>
          <p:cNvCxnSpPr/>
          <p:nvPr/>
        </p:nvCxnSpPr>
        <p:spPr>
          <a:xfrm>
            <a:off x="399494" y="3375286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E4EE96-95B7-468E-9EB9-7F81E779FADB}"/>
              </a:ext>
            </a:extLst>
          </p:cNvPr>
          <p:cNvCxnSpPr/>
          <p:nvPr/>
        </p:nvCxnSpPr>
        <p:spPr>
          <a:xfrm>
            <a:off x="399494" y="5072400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6E60E8-8223-421E-A6A4-3B9AC8E7D2A3}"/>
              </a:ext>
            </a:extLst>
          </p:cNvPr>
          <p:cNvCxnSpPr/>
          <p:nvPr/>
        </p:nvCxnSpPr>
        <p:spPr>
          <a:xfrm flipV="1">
            <a:off x="2237172" y="2038689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28A05-BEFC-4197-AE46-1477BF28CE91}"/>
              </a:ext>
            </a:extLst>
          </p:cNvPr>
          <p:cNvSpPr txBox="1"/>
          <p:nvPr/>
        </p:nvSpPr>
        <p:spPr>
          <a:xfrm>
            <a:off x="3953522" y="2844132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3E13C-69A4-4C36-8977-C0F81FA543A8}"/>
              </a:ext>
            </a:extLst>
          </p:cNvPr>
          <p:cNvSpPr txBox="1"/>
          <p:nvPr/>
        </p:nvSpPr>
        <p:spPr>
          <a:xfrm>
            <a:off x="4779146" y="288158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D90E-C946-4D74-96AE-DBA501F10AC7}"/>
              </a:ext>
            </a:extLst>
          </p:cNvPr>
          <p:cNvSpPr txBox="1"/>
          <p:nvPr/>
        </p:nvSpPr>
        <p:spPr>
          <a:xfrm>
            <a:off x="3540710" y="340570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16DF6-5226-4743-8D74-D4856B34D277}"/>
              </a:ext>
            </a:extLst>
          </p:cNvPr>
          <p:cNvSpPr txBox="1"/>
          <p:nvPr/>
        </p:nvSpPr>
        <p:spPr>
          <a:xfrm>
            <a:off x="3382391" y="461073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C2B5-8AA0-4F0E-83E3-858EF3082A76}"/>
              </a:ext>
            </a:extLst>
          </p:cNvPr>
          <p:cNvSpPr txBox="1"/>
          <p:nvPr/>
        </p:nvSpPr>
        <p:spPr>
          <a:xfrm>
            <a:off x="2558248" y="448928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5FF74-F073-48EA-B527-C59C2F7D53A8}"/>
              </a:ext>
            </a:extLst>
          </p:cNvPr>
          <p:cNvSpPr txBox="1"/>
          <p:nvPr/>
        </p:nvSpPr>
        <p:spPr>
          <a:xfrm>
            <a:off x="4273117" y="347857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D397-F128-405A-9DAE-CDE916F13CEC}"/>
              </a:ext>
            </a:extLst>
          </p:cNvPr>
          <p:cNvSpPr txBox="1"/>
          <p:nvPr/>
        </p:nvSpPr>
        <p:spPr>
          <a:xfrm>
            <a:off x="2237172" y="514274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AA8CB-46D9-41E8-8A87-3CFBB39F3863}"/>
              </a:ext>
            </a:extLst>
          </p:cNvPr>
          <p:cNvSpPr txBox="1"/>
          <p:nvPr/>
        </p:nvSpPr>
        <p:spPr>
          <a:xfrm>
            <a:off x="2910396" y="5249200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/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List a pair of vertically opposite angles (using numbers) </a:t>
                </a:r>
              </a:p>
              <a:p>
                <a:endParaRPr lang="en-US" sz="2400" b="1" dirty="0"/>
              </a:p>
              <a:p>
                <a:endParaRPr lang="en-US" dirty="0"/>
              </a:p>
              <a:p>
                <a:pPr algn="ctr"/>
                <a:r>
                  <a:rPr lang="en-US" sz="32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∠4 is 135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32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3200" b="1" dirty="0"/>
                  <a:t>Draw and complete the whole diagram filling in all angles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blipFill>
                <a:blip r:embed="rId2"/>
                <a:stretch>
                  <a:fillRect l="-3597" t="-1220" r="-3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F153662-DFA4-410A-A919-B27B166A8D3F}"/>
              </a:ext>
            </a:extLst>
          </p:cNvPr>
          <p:cNvSpPr txBox="1"/>
          <p:nvPr/>
        </p:nvSpPr>
        <p:spPr>
          <a:xfrm>
            <a:off x="8371643" y="365125"/>
            <a:ext cx="160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2 minutes 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809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750-ABB0-4419-B18F-437F381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767DA-CFFF-41E2-AD02-E27A11199DC5}"/>
              </a:ext>
            </a:extLst>
          </p:cNvPr>
          <p:cNvCxnSpPr/>
          <p:nvPr/>
        </p:nvCxnSpPr>
        <p:spPr>
          <a:xfrm>
            <a:off x="399494" y="3375286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E4EE96-95B7-468E-9EB9-7F81E779FADB}"/>
              </a:ext>
            </a:extLst>
          </p:cNvPr>
          <p:cNvCxnSpPr/>
          <p:nvPr/>
        </p:nvCxnSpPr>
        <p:spPr>
          <a:xfrm>
            <a:off x="399494" y="5072400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6E60E8-8223-421E-A6A4-3B9AC8E7D2A3}"/>
              </a:ext>
            </a:extLst>
          </p:cNvPr>
          <p:cNvCxnSpPr/>
          <p:nvPr/>
        </p:nvCxnSpPr>
        <p:spPr>
          <a:xfrm flipV="1">
            <a:off x="2237172" y="2038689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28A05-BEFC-4197-AE46-1477BF28CE91}"/>
              </a:ext>
            </a:extLst>
          </p:cNvPr>
          <p:cNvSpPr txBox="1"/>
          <p:nvPr/>
        </p:nvSpPr>
        <p:spPr>
          <a:xfrm>
            <a:off x="3953522" y="2844132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3E13C-69A4-4C36-8977-C0F81FA543A8}"/>
              </a:ext>
            </a:extLst>
          </p:cNvPr>
          <p:cNvSpPr txBox="1"/>
          <p:nvPr/>
        </p:nvSpPr>
        <p:spPr>
          <a:xfrm>
            <a:off x="4779146" y="288158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D90E-C946-4D74-96AE-DBA501F10AC7}"/>
              </a:ext>
            </a:extLst>
          </p:cNvPr>
          <p:cNvSpPr txBox="1"/>
          <p:nvPr/>
        </p:nvSpPr>
        <p:spPr>
          <a:xfrm>
            <a:off x="3540710" y="340570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16DF6-5226-4743-8D74-D4856B34D277}"/>
              </a:ext>
            </a:extLst>
          </p:cNvPr>
          <p:cNvSpPr txBox="1"/>
          <p:nvPr/>
        </p:nvSpPr>
        <p:spPr>
          <a:xfrm>
            <a:off x="3382391" y="461073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C2B5-8AA0-4F0E-83E3-858EF3082A76}"/>
              </a:ext>
            </a:extLst>
          </p:cNvPr>
          <p:cNvSpPr txBox="1"/>
          <p:nvPr/>
        </p:nvSpPr>
        <p:spPr>
          <a:xfrm>
            <a:off x="2558248" y="448928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5FF74-F073-48EA-B527-C59C2F7D53A8}"/>
              </a:ext>
            </a:extLst>
          </p:cNvPr>
          <p:cNvSpPr txBox="1"/>
          <p:nvPr/>
        </p:nvSpPr>
        <p:spPr>
          <a:xfrm>
            <a:off x="4273117" y="347857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D397-F128-405A-9DAE-CDE916F13CEC}"/>
              </a:ext>
            </a:extLst>
          </p:cNvPr>
          <p:cNvSpPr txBox="1"/>
          <p:nvPr/>
        </p:nvSpPr>
        <p:spPr>
          <a:xfrm>
            <a:off x="2237172" y="514274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AA8CB-46D9-41E8-8A87-3CFBB39F3863}"/>
              </a:ext>
            </a:extLst>
          </p:cNvPr>
          <p:cNvSpPr txBox="1"/>
          <p:nvPr/>
        </p:nvSpPr>
        <p:spPr>
          <a:xfrm>
            <a:off x="2910396" y="5249200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/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List a pair of vertically opposite angles (using numbers) </a:t>
                </a:r>
              </a:p>
              <a:p>
                <a:endParaRPr lang="en-US" sz="2400" b="1" dirty="0"/>
              </a:p>
              <a:p>
                <a:endParaRPr lang="en-US" dirty="0"/>
              </a:p>
              <a:p>
                <a:pPr algn="ctr"/>
                <a:r>
                  <a:rPr lang="en-US" sz="32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∠2 is 50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32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3200" b="1" dirty="0"/>
                  <a:t>Draw and complete the whole diagram filling in all angles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blipFill>
                <a:blip r:embed="rId2"/>
                <a:stretch>
                  <a:fillRect l="-3597" t="-1220" r="-3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90393DC-0167-4855-AC93-6F2E44BA1063}"/>
              </a:ext>
            </a:extLst>
          </p:cNvPr>
          <p:cNvSpPr txBox="1"/>
          <p:nvPr/>
        </p:nvSpPr>
        <p:spPr>
          <a:xfrm>
            <a:off x="8371643" y="365125"/>
            <a:ext cx="160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2 minutes 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931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750-ABB0-4419-B18F-437F381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767DA-CFFF-41E2-AD02-E27A11199DC5}"/>
              </a:ext>
            </a:extLst>
          </p:cNvPr>
          <p:cNvCxnSpPr/>
          <p:nvPr/>
        </p:nvCxnSpPr>
        <p:spPr>
          <a:xfrm>
            <a:off x="399494" y="3375286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E4EE96-95B7-468E-9EB9-7F81E779FADB}"/>
              </a:ext>
            </a:extLst>
          </p:cNvPr>
          <p:cNvCxnSpPr/>
          <p:nvPr/>
        </p:nvCxnSpPr>
        <p:spPr>
          <a:xfrm>
            <a:off x="399494" y="5072400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6E60E8-8223-421E-A6A4-3B9AC8E7D2A3}"/>
              </a:ext>
            </a:extLst>
          </p:cNvPr>
          <p:cNvCxnSpPr/>
          <p:nvPr/>
        </p:nvCxnSpPr>
        <p:spPr>
          <a:xfrm flipV="1">
            <a:off x="2237172" y="2038689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28A05-BEFC-4197-AE46-1477BF28CE91}"/>
              </a:ext>
            </a:extLst>
          </p:cNvPr>
          <p:cNvSpPr txBox="1"/>
          <p:nvPr/>
        </p:nvSpPr>
        <p:spPr>
          <a:xfrm>
            <a:off x="3953522" y="2844132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3E13C-69A4-4C36-8977-C0F81FA543A8}"/>
              </a:ext>
            </a:extLst>
          </p:cNvPr>
          <p:cNvSpPr txBox="1"/>
          <p:nvPr/>
        </p:nvSpPr>
        <p:spPr>
          <a:xfrm>
            <a:off x="4779146" y="288158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D90E-C946-4D74-96AE-DBA501F10AC7}"/>
              </a:ext>
            </a:extLst>
          </p:cNvPr>
          <p:cNvSpPr txBox="1"/>
          <p:nvPr/>
        </p:nvSpPr>
        <p:spPr>
          <a:xfrm>
            <a:off x="3540710" y="340570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16DF6-5226-4743-8D74-D4856B34D277}"/>
              </a:ext>
            </a:extLst>
          </p:cNvPr>
          <p:cNvSpPr txBox="1"/>
          <p:nvPr/>
        </p:nvSpPr>
        <p:spPr>
          <a:xfrm>
            <a:off x="3382391" y="461073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C2B5-8AA0-4F0E-83E3-858EF3082A76}"/>
              </a:ext>
            </a:extLst>
          </p:cNvPr>
          <p:cNvSpPr txBox="1"/>
          <p:nvPr/>
        </p:nvSpPr>
        <p:spPr>
          <a:xfrm>
            <a:off x="2558248" y="448928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5FF74-F073-48EA-B527-C59C2F7D53A8}"/>
              </a:ext>
            </a:extLst>
          </p:cNvPr>
          <p:cNvSpPr txBox="1"/>
          <p:nvPr/>
        </p:nvSpPr>
        <p:spPr>
          <a:xfrm>
            <a:off x="4273117" y="347857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D397-F128-405A-9DAE-CDE916F13CEC}"/>
              </a:ext>
            </a:extLst>
          </p:cNvPr>
          <p:cNvSpPr txBox="1"/>
          <p:nvPr/>
        </p:nvSpPr>
        <p:spPr>
          <a:xfrm>
            <a:off x="2237172" y="514274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AA8CB-46D9-41E8-8A87-3CFBB39F3863}"/>
              </a:ext>
            </a:extLst>
          </p:cNvPr>
          <p:cNvSpPr txBox="1"/>
          <p:nvPr/>
        </p:nvSpPr>
        <p:spPr>
          <a:xfrm>
            <a:off x="2910396" y="5249200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/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List a pair of vertically opposite angles (using numbers) </a:t>
                </a:r>
              </a:p>
              <a:p>
                <a:endParaRPr lang="en-US" sz="2400" b="1" dirty="0"/>
              </a:p>
              <a:p>
                <a:endParaRPr lang="en-US" dirty="0"/>
              </a:p>
              <a:p>
                <a:pPr algn="ctr"/>
                <a:r>
                  <a:rPr lang="en-US" sz="32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∠6 is 67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32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3200" b="1" dirty="0"/>
                  <a:t>Draw and complete the whole diagram filling in all angles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blipFill>
                <a:blip r:embed="rId2"/>
                <a:stretch>
                  <a:fillRect l="-3597" t="-1220" r="-3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809C07-1ADA-48B9-A69E-0E3C8338F2B6}"/>
              </a:ext>
            </a:extLst>
          </p:cNvPr>
          <p:cNvSpPr txBox="1"/>
          <p:nvPr/>
        </p:nvSpPr>
        <p:spPr>
          <a:xfrm>
            <a:off x="8371643" y="365125"/>
            <a:ext cx="160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2 minutes 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034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7EB2-7976-463F-A448-F0B77973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0A00B-46ED-4F95-9E71-12E00E302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Textbook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Page 60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 4 – 12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7786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537</Words>
  <Application>Microsoft Office PowerPoint</Application>
  <PresentationFormat>Widescreen</PresentationFormat>
  <Paragraphs>201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Unicode MS</vt:lpstr>
      <vt:lpstr>Calibri</vt:lpstr>
      <vt:lpstr>Calibri Light</vt:lpstr>
      <vt:lpstr>Cambria Math</vt:lpstr>
      <vt:lpstr>Comic Sans MS</vt:lpstr>
      <vt:lpstr>Segoe UI Symbol</vt:lpstr>
      <vt:lpstr>Wingdings</vt:lpstr>
      <vt:lpstr>Office Theme</vt:lpstr>
      <vt:lpstr>Default Design</vt:lpstr>
      <vt:lpstr>Lesson objective </vt:lpstr>
      <vt:lpstr>Daily review</vt:lpstr>
      <vt:lpstr>Introduction video </vt:lpstr>
      <vt:lpstr>Terminology </vt:lpstr>
      <vt:lpstr>Notes for folder </vt:lpstr>
      <vt:lpstr>Notes for folder </vt:lpstr>
      <vt:lpstr>Whiteboards ready </vt:lpstr>
      <vt:lpstr>PowerPoint Presentation</vt:lpstr>
      <vt:lpstr>PowerPoint Presentation</vt:lpstr>
      <vt:lpstr>PowerPoint Presentation</vt:lpstr>
      <vt:lpstr>PowerPoint Presentation</vt:lpstr>
      <vt:lpstr>Whiteboards </vt:lpstr>
      <vt:lpstr>Whiteboards </vt:lpstr>
      <vt:lpstr>Whiteboards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18</cp:revision>
  <cp:lastPrinted>2022-09-13T00:20:19Z</cp:lastPrinted>
  <dcterms:created xsi:type="dcterms:W3CDTF">2021-10-12T07:17:34Z</dcterms:created>
  <dcterms:modified xsi:type="dcterms:W3CDTF">2023-09-01T00:34:16Z</dcterms:modified>
</cp:coreProperties>
</file>