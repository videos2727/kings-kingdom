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  <p:sldMasterId id="2147483672" r:id="rId3"/>
    <p:sldMasterId id="2147483684" r:id="rId4"/>
  </p:sldMasterIdLst>
  <p:notesMasterIdLst>
    <p:notesMasterId r:id="rId22"/>
  </p:notesMasterIdLst>
  <p:sldIdLst>
    <p:sldId id="256" r:id="rId5"/>
    <p:sldId id="342" r:id="rId6"/>
    <p:sldId id="264" r:id="rId7"/>
    <p:sldId id="268" r:id="rId8"/>
    <p:sldId id="267" r:id="rId9"/>
    <p:sldId id="345" r:id="rId10"/>
    <p:sldId id="338" r:id="rId11"/>
    <p:sldId id="339" r:id="rId12"/>
    <p:sldId id="259" r:id="rId13"/>
    <p:sldId id="260" r:id="rId14"/>
    <p:sldId id="257" r:id="rId15"/>
    <p:sldId id="263" r:id="rId16"/>
    <p:sldId id="265" r:id="rId17"/>
    <p:sldId id="258" r:id="rId18"/>
    <p:sldId id="261" r:id="rId19"/>
    <p:sldId id="262" r:id="rId20"/>
    <p:sldId id="346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5D9FDA2-A700-465A-B558-8590852202EB}" type="datetimeFigureOut">
              <a:rPr lang="en-AU" smtClean="0"/>
              <a:t>10/08/2023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9243EB-FEF6-4BFC-98EF-CFA2E53CF7D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152542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7D4B3DC-041D-4371-BFE4-70B31E42165C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BE30E4-1827-4643-BD7B-4702E2321E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0834D8-A2AD-4CAA-BDE1-48B58A3D71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57FCDE-9681-46BB-A58A-00BF9765B8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44EA2F-0312-47EA-B456-58DF3233EF9F}" type="datetimeFigureOut">
              <a:rPr lang="en-AU" smtClean="0"/>
              <a:t>10/08/2023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98C946-FFA0-4185-AA83-68E0D9325C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810739-9466-4676-81E7-B80126F6E1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D4D28B-56FE-42B3-A87E-3583801C994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872926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09EA35-58A0-4069-81B5-B6C6B01F60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1225F7-7C8E-484D-8C50-1750AC6CDD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C220DA-D9BF-42D7-8355-0E2E689E56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44EA2F-0312-47EA-B456-58DF3233EF9F}" type="datetimeFigureOut">
              <a:rPr lang="en-AU" smtClean="0"/>
              <a:t>10/08/2023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5BBE30-F77A-4533-93B9-44FDF8E3F1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F81A00-3917-4860-B34E-E072B610BB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D4D28B-56FE-42B3-A87E-3583801C994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04737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91AE0E-F2AD-4AA8-9FD9-33BFE92271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36D8B7-959D-4F66-B8D8-483E1A1391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FC91F8-2320-4FA3-B3C0-472101256E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44EA2F-0312-47EA-B456-58DF3233EF9F}" type="datetimeFigureOut">
              <a:rPr lang="en-AU" smtClean="0"/>
              <a:t>10/08/2023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DAC868-7580-4CA8-A05D-47D67D3653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7E5375-15C6-481C-AAEB-8B81736D25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D4D28B-56FE-42B3-A87E-3583801C994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950461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374EBF-205C-4234-A488-9BBC59F75D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DF4348-C1D5-4BC8-9707-50329AA9E0D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60F6DC-C408-4BA0-8A98-E4CAA2534A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2CCC10-793A-4F4C-9838-CF87680C33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44EA2F-0312-47EA-B456-58DF3233EF9F}" type="datetimeFigureOut">
              <a:rPr lang="en-AU" smtClean="0"/>
              <a:t>10/08/2023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6A037D-7A61-4ACF-B87B-7887998090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B71980-3B58-495E-8B74-E757DE98A3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D4D28B-56FE-42B3-A87E-3583801C994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774415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6E819D-01ED-4E12-A751-26736F3B46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6E20F8-594C-4130-A6BE-247E62D646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63431C-19D7-4708-8729-795D7EAF5C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85E15B5-AE30-4206-A95D-9D84E299463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C763DD4-4FD2-47F4-A4A7-FC00439D699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A2B6C45-D3DA-4D9D-B08F-961363DDFD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44EA2F-0312-47EA-B456-58DF3233EF9F}" type="datetimeFigureOut">
              <a:rPr lang="en-AU" smtClean="0"/>
              <a:t>10/08/2023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6C533D7-541A-4577-BE41-66A448DE1C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677F3CC-2BB3-4E41-8A46-A47A57508B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D4D28B-56FE-42B3-A87E-3583801C994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717911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081406-1B54-4FB1-9988-9C8B031648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CE715D-95D9-4BFB-87E5-C638271C12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44EA2F-0312-47EA-B456-58DF3233EF9F}" type="datetimeFigureOut">
              <a:rPr lang="en-AU" smtClean="0"/>
              <a:t>10/08/2023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1A90F4D-52AB-40BD-91B8-1E5E3C8FC5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1B264D5-DD6A-473F-BA5B-E60030771C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D4D28B-56FE-42B3-A87E-3583801C994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99277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4440A81-107A-4B73-AEAD-D06DDE0FDA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44EA2F-0312-47EA-B456-58DF3233EF9F}" type="datetimeFigureOut">
              <a:rPr lang="en-AU" smtClean="0"/>
              <a:t>10/08/2023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BE66032-D408-4949-92DF-5E0CBD26BC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E25DA6-C18A-4046-8ACB-994C7FB56B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D4D28B-56FE-42B3-A87E-3583801C994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539324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EB081-E6ED-4F33-9266-9E47158B4F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FCF231-EEAF-4032-8C55-ECAD25B6F7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5B75DB-B59B-481A-834E-7223768804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DA1772-37FF-4B49-B701-E6F2888C39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44EA2F-0312-47EA-B456-58DF3233EF9F}" type="datetimeFigureOut">
              <a:rPr lang="en-AU" smtClean="0"/>
              <a:t>10/08/2023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B8DC55-8344-4A9B-B3BB-D5D04D236F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8CC603-B455-4AFC-AE0B-D951A4234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D4D28B-56FE-42B3-A87E-3583801C994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381365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DC48B2-1D59-495E-B350-D4F3BD3C73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DEF21D5-DA73-4CB5-98DF-016A5FAB067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470332D-9E9F-4791-92FF-D3DC567C8F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4C964E-A69D-4066-9BF2-EB3F80501A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44EA2F-0312-47EA-B456-58DF3233EF9F}" type="datetimeFigureOut">
              <a:rPr lang="en-AU" smtClean="0"/>
              <a:t>10/08/2023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784F71-8627-4261-86FC-C3C28DFB38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1CA8EE-0B1C-4405-9CF9-F829B938D0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D4D28B-56FE-42B3-A87E-3583801C994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795795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8163BB-7610-4715-A180-0E53322D56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23B5DCB-E90A-4BA9-BE3A-68D8A4D076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4DB7C9-33FC-4383-B17D-B37F850A03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44EA2F-0312-47EA-B456-58DF3233EF9F}" type="datetimeFigureOut">
              <a:rPr lang="en-AU" smtClean="0"/>
              <a:t>10/08/2023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997EC6-9A8F-4DC0-A7D4-BC76A856C3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D5C311-645A-4DAB-A022-C9EA31EA04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D4D28B-56FE-42B3-A87E-3583801C994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783638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59F4158-3795-492F-AEE7-28EA7EFF76A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1AA9F87-5CF7-47AA-B083-D9A7629DBD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F12529-C481-4EBA-8288-4173F95348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44EA2F-0312-47EA-B456-58DF3233EF9F}" type="datetimeFigureOut">
              <a:rPr lang="en-AU" smtClean="0"/>
              <a:t>10/08/2023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69F149-0043-4D3E-BCA8-F3F2914ED5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23EC67-B6B7-43DC-A795-CB59450707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D4D28B-56FE-42B3-A87E-3583801C994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9135052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39BDA31E-227F-4947-9A97-9751FB0E86D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692FC86E-5CB9-43C1-9448-BACBB58AFB7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AC6B4BD6-E6D4-4727-A21D-C26E50749D4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351EBAF-00A7-4100-BB3E-5BDDC4708C80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45619017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767E037C-CDFA-48AF-9FFD-C6CD1724BC5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BFC315CC-731F-4911-891F-8D2E38BC57F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F7E444C2-64B2-4FE3-A519-462A1FA8969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E617F09-3080-4C1E-BC8A-6E5E933EFF8D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64541550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3CFC5286-B9B3-4E60-ACAA-F85AA0A8DCC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9452009E-25F8-43B6-BFB8-00677FB503C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026D2ECC-9D6C-4E71-A85B-B80C436D37B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CF221DB-D69C-4A1E-832B-3B1B8FE5F433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48863530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91B61F4-92B6-4F9E-BFA2-3760C4FCAF2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9871D6B-EBA8-4AB9-9092-47C49BD2EC8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8CFCD5F-B2D4-435B-9D8F-B72BBD076F6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AA4B542-A2A3-4BB7-AC8B-FE4C04066F86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05121320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A4DDB778-0855-4B5E-A5A8-9C0D4727E39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3EF34FB4-6188-4FC1-A03F-246DCFD68A8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5A2F301D-EC96-416B-A625-EB144221D09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FDF1F11-84CC-4AF8-98BE-1CBCE536F9FD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7278001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273BF27C-F898-4A3E-9CEC-99BD2EDC979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6943E9F9-81EA-480F-8F9C-C9FB1799B06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ECCB2F36-F73F-4789-9DC3-7E0DAF2F24B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CEE2702-DF8F-4795-A93B-BB38B5894B0F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41044460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D3E4A3F9-9BBA-4BC3-AF19-D85C68807D1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7BB4B9EF-EBD6-4C5E-882E-EC4D3BE57B2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0CE1DF24-F135-4DEC-A7B1-C8C50493E5B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4EBF348-B70D-4554-BB0C-B6BB752CDEE4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17251957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A0CAB60-1599-4A2A-9956-6C23D7A5102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B7C2139-20F1-474C-969E-F79C845B6AA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679700A-C16F-4DE0-8B85-6D421186FDC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2FF57FF-B059-4B36-9918-48385320C8F3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99378905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AU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47FA497-240A-468E-9661-EAFB682BE62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89B0CB7-EFFB-415D-9409-5889D2F9191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470335B-590E-45F0-B035-E63F804DFF5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FC032F7-B37A-4819-8527-E153D2962AE5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3178816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38E0250E-7F3D-4334-BA17-E57C6DDD043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C5C1E4A8-67BF-4F1F-BFAA-C9B39BD8B00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2CE8ED01-595E-4CAF-A0BA-9FE2566B4B7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4FC8CAA-13D2-4C42-AEFC-316F882C1207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401986240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EEEBBFD2-D70A-4F41-8703-454B0AE1BF6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315BFA51-2AC0-4359-9F21-6F52D4759D2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386F946A-FBAE-4574-8AEA-C30731446C7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3846303-118A-4D1C-8412-19C214CB8368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19884792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987321-360D-491F-87C7-76575839AA5E}" type="datetimeFigureOut">
              <a:rPr lang="en-US" smtClean="0"/>
              <a:pPr/>
              <a:t>8/10/2023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BEDB4C-0478-4873-91C3-152C0AA10A0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209354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987321-360D-491F-87C7-76575839AA5E}" type="datetimeFigureOut">
              <a:rPr lang="en-US" smtClean="0"/>
              <a:pPr/>
              <a:t>8/10/2023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BEDB4C-0478-4873-91C3-152C0AA10A0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644190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987321-360D-491F-87C7-76575839AA5E}" type="datetimeFigureOut">
              <a:rPr lang="en-US" smtClean="0"/>
              <a:pPr/>
              <a:t>8/10/2023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BEDB4C-0478-4873-91C3-152C0AA10A0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961856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987321-360D-491F-87C7-76575839AA5E}" type="datetimeFigureOut">
              <a:rPr lang="en-US" smtClean="0"/>
              <a:pPr/>
              <a:t>8/10/2023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BEDB4C-0478-4873-91C3-152C0AA10A0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792133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987321-360D-491F-87C7-76575839AA5E}" type="datetimeFigureOut">
              <a:rPr lang="en-US" smtClean="0"/>
              <a:pPr/>
              <a:t>8/10/2023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BEDB4C-0478-4873-91C3-152C0AA10A0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356700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987321-360D-491F-87C7-76575839AA5E}" type="datetimeFigureOut">
              <a:rPr lang="en-US" smtClean="0"/>
              <a:pPr/>
              <a:t>8/10/2023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BEDB4C-0478-4873-91C3-152C0AA10A0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523397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987321-360D-491F-87C7-76575839AA5E}" type="datetimeFigureOut">
              <a:rPr lang="en-US" smtClean="0"/>
              <a:pPr/>
              <a:t>8/10/2023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BEDB4C-0478-4873-91C3-152C0AA10A0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895567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987321-360D-491F-87C7-76575839AA5E}" type="datetimeFigureOut">
              <a:rPr lang="en-US" smtClean="0"/>
              <a:pPr/>
              <a:t>8/10/2023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BEDB4C-0478-4873-91C3-152C0AA10A0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928025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987321-360D-491F-87C7-76575839AA5E}" type="datetimeFigureOut">
              <a:rPr lang="en-US" smtClean="0"/>
              <a:pPr/>
              <a:t>8/10/2023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BEDB4C-0478-4873-91C3-152C0AA10A0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412739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987321-360D-491F-87C7-76575839AA5E}" type="datetimeFigureOut">
              <a:rPr lang="en-US" smtClean="0"/>
              <a:pPr/>
              <a:t>8/10/2023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BEDB4C-0478-4873-91C3-152C0AA10A0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322238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987321-360D-491F-87C7-76575839AA5E}" type="datetimeFigureOut">
              <a:rPr lang="en-US" smtClean="0"/>
              <a:pPr/>
              <a:t>8/10/2023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BEDB4C-0478-4873-91C3-152C0AA10A0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518164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599AF-E7D0-4DFF-830F-6CAFB8E73662}" type="datetimeFigureOut">
              <a:rPr lang="en-AU" smtClean="0"/>
              <a:t>10/08/2023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CDC43-6B88-412D-8CCA-2A31820E8C9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3702172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599AF-E7D0-4DFF-830F-6CAFB8E73662}" type="datetimeFigureOut">
              <a:rPr lang="en-AU" smtClean="0"/>
              <a:t>10/08/2023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CDC43-6B88-412D-8CCA-2A31820E8C9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10484349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599AF-E7D0-4DFF-830F-6CAFB8E73662}" type="datetimeFigureOut">
              <a:rPr lang="en-AU" smtClean="0"/>
              <a:t>10/08/2023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CDC43-6B88-412D-8CCA-2A31820E8C9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82298767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599AF-E7D0-4DFF-830F-6CAFB8E73662}" type="datetimeFigureOut">
              <a:rPr lang="en-AU" smtClean="0"/>
              <a:t>10/08/2023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CDC43-6B88-412D-8CCA-2A31820E8C9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4058366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599AF-E7D0-4DFF-830F-6CAFB8E73662}" type="datetimeFigureOut">
              <a:rPr lang="en-AU" smtClean="0"/>
              <a:t>10/08/2023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CDC43-6B88-412D-8CCA-2A31820E8C9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13763305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599AF-E7D0-4DFF-830F-6CAFB8E73662}" type="datetimeFigureOut">
              <a:rPr lang="en-AU" smtClean="0"/>
              <a:t>10/08/2023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CDC43-6B88-412D-8CCA-2A31820E8C9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24642081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599AF-E7D0-4DFF-830F-6CAFB8E73662}" type="datetimeFigureOut">
              <a:rPr lang="en-AU" smtClean="0"/>
              <a:t>10/08/2023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CDC43-6B88-412D-8CCA-2A31820E8C9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9312918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599AF-E7D0-4DFF-830F-6CAFB8E73662}" type="datetimeFigureOut">
              <a:rPr lang="en-AU" smtClean="0"/>
              <a:t>10/08/2023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CDC43-6B88-412D-8CCA-2A31820E8C9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3028707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599AF-E7D0-4DFF-830F-6CAFB8E73662}" type="datetimeFigureOut">
              <a:rPr lang="en-AU" smtClean="0"/>
              <a:t>10/08/2023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CDC43-6B88-412D-8CCA-2A31820E8C9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87073545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599AF-E7D0-4DFF-830F-6CAFB8E73662}" type="datetimeFigureOut">
              <a:rPr lang="en-AU" smtClean="0"/>
              <a:t>10/08/2023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CDC43-6B88-412D-8CCA-2A31820E8C9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0435206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599AF-E7D0-4DFF-830F-6CAFB8E73662}" type="datetimeFigureOut">
              <a:rPr lang="en-AU" smtClean="0"/>
              <a:t>10/08/2023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CDC43-6B88-412D-8CCA-2A31820E8C9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44103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15D65BE-9CF4-4FAC-87B1-D61A8C5CB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EE5950-63C1-461F-AD86-4A25A07C1F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EBE031-8B29-42FD-B4FA-367C8B52BE4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44EA2F-0312-47EA-B456-58DF3233EF9F}" type="datetimeFigureOut">
              <a:rPr lang="en-AU" smtClean="0"/>
              <a:t>10/08/2023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8C0322-08EE-4934-A7C8-BD664B910C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F40317-85AC-437E-B554-41FFBC280B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D4D28B-56FE-42B3-A87E-3583801C994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827992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B81770BF-8394-468B-8CBB-6144505D4E2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CBDCFE17-3F75-4815-8A79-8511583D0A6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Click to edit Master text styles</a:t>
            </a:r>
          </a:p>
          <a:p>
            <a:pPr lvl="1"/>
            <a:r>
              <a:rPr lang="en-GB" altLang="en-US"/>
              <a:t>Second level</a:t>
            </a:r>
          </a:p>
          <a:p>
            <a:pPr lvl="2"/>
            <a:r>
              <a:rPr lang="en-GB" altLang="en-US"/>
              <a:t>Third level</a:t>
            </a:r>
          </a:p>
          <a:p>
            <a:pPr lvl="3"/>
            <a:r>
              <a:rPr lang="en-GB" altLang="en-US"/>
              <a:t>Fourth level</a:t>
            </a:r>
          </a:p>
          <a:p>
            <a:pPr lvl="4"/>
            <a:r>
              <a:rPr lang="en-GB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91B575B6-ACA6-424E-9742-ED46C601C313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057795B1-40E2-44E3-ADD2-E046BE5FCE59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3F3BEDAF-D6D4-46C1-A51A-7A237E3C8B12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smtClean="0"/>
            </a:lvl1pPr>
          </a:lstStyle>
          <a:p>
            <a:pPr>
              <a:defRPr/>
            </a:pPr>
            <a:fld id="{80E5E68E-0D36-4C68-91EE-EB50C287F03B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  <p:sp>
        <p:nvSpPr>
          <p:cNvPr id="1031" name="Rectangle 7">
            <a:extLst>
              <a:ext uri="{FF2B5EF4-FFF2-40B4-BE49-F238E27FC236}">
                <a16:creationId xmlns:a16="http://schemas.microsoft.com/office/drawing/2014/main" id="{F2267CE8-661A-4550-AB8C-48E2ABAF7B9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noFill/>
          <a:ln w="101600">
            <a:solidFill>
              <a:srgbClr val="3399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AU" altLang="en-US" sz="1800"/>
          </a:p>
        </p:txBody>
      </p:sp>
    </p:spTree>
    <p:extLst>
      <p:ext uri="{BB962C8B-B14F-4D97-AF65-F5344CB8AC3E}">
        <p14:creationId xmlns:p14="http://schemas.microsoft.com/office/powerpoint/2010/main" val="4326494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987321-360D-491F-87C7-76575839AA5E}" type="datetimeFigureOut">
              <a:rPr lang="en-US" smtClean="0"/>
              <a:pPr/>
              <a:t>8/10/2023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BEDB4C-0478-4873-91C3-152C0AA10A0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83395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E599AF-E7D0-4DFF-830F-6CAFB8E73662}" type="datetimeFigureOut">
              <a:rPr lang="en-AU" smtClean="0"/>
              <a:t>10/08/2023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BCDC43-6B88-412D-8CCA-2A31820E8C9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416712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wmf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wmf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wmf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gif"/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gif"/><Relationship Id="rId1" Type="http://schemas.openxmlformats.org/officeDocument/2006/relationships/slideLayout" Target="../slideLayouts/slideLayout18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FCB7420-B1CF-4E25-B828-1733DA89C3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Lesson objective </a:t>
            </a:r>
            <a:endParaRPr lang="en-AU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F00EA86-D6B3-426E-B1E5-EF5DDAB59E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Title: </a:t>
            </a:r>
            <a:r>
              <a:rPr lang="en-US" dirty="0">
                <a:solidFill>
                  <a:srgbClr val="00B0F0"/>
                </a:solidFill>
              </a:rPr>
              <a:t>Balancing equations </a:t>
            </a:r>
          </a:p>
          <a:p>
            <a:pPr marL="0" indent="0">
              <a:buNone/>
            </a:pPr>
            <a:endParaRPr lang="en-US" dirty="0">
              <a:solidFill>
                <a:srgbClr val="00B0F0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rgbClr val="00B0F0"/>
                </a:solidFill>
              </a:rPr>
              <a:t>Aim: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solidFill>
                  <a:srgbClr val="00B0F0"/>
                </a:solidFill>
              </a:rPr>
              <a:t> Perform sums that balance equations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solidFill>
                  <a:srgbClr val="00B0F0"/>
                </a:solidFill>
              </a:rPr>
              <a:t> Be able to solve equations using a variety of strategies</a:t>
            </a:r>
          </a:p>
          <a:p>
            <a:pPr marL="0" indent="0">
              <a:buNone/>
            </a:pPr>
            <a:r>
              <a:rPr lang="en-AU" dirty="0">
                <a:solidFill>
                  <a:srgbClr val="00B0F0"/>
                </a:solidFill>
              </a:rPr>
              <a:t>Plan:</a:t>
            </a:r>
          </a:p>
          <a:p>
            <a:pPr>
              <a:buFontTx/>
              <a:buChar char="-"/>
            </a:pPr>
            <a:r>
              <a:rPr lang="en-AU" dirty="0">
                <a:solidFill>
                  <a:srgbClr val="00B0F0"/>
                </a:solidFill>
              </a:rPr>
              <a:t>Review solving by inspection </a:t>
            </a:r>
          </a:p>
          <a:p>
            <a:pPr>
              <a:buFontTx/>
              <a:buChar char="-"/>
            </a:pPr>
            <a:r>
              <a:rPr lang="en-AU" dirty="0">
                <a:solidFill>
                  <a:srgbClr val="00B0F0"/>
                </a:solidFill>
              </a:rPr>
              <a:t>Inverse solving practice</a:t>
            </a:r>
          </a:p>
          <a:p>
            <a:pPr>
              <a:buFontTx/>
              <a:buChar char="-"/>
            </a:pPr>
            <a:r>
              <a:rPr lang="en-AU" dirty="0">
                <a:solidFill>
                  <a:srgbClr val="00B0F0"/>
                </a:solidFill>
              </a:rPr>
              <a:t>Balancing equation  </a:t>
            </a:r>
          </a:p>
          <a:p>
            <a:pPr>
              <a:buFontTx/>
              <a:buChar char="-"/>
            </a:pPr>
            <a:endParaRPr lang="en-AU" dirty="0"/>
          </a:p>
          <a:p>
            <a:pPr>
              <a:buFontTx/>
              <a:buChar char="-"/>
            </a:pPr>
            <a:endParaRPr lang="en-AU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2D1A2AC-E104-EB28-C0A4-B815B98A7C72}"/>
              </a:ext>
            </a:extLst>
          </p:cNvPr>
          <p:cNvSpPr txBox="1"/>
          <p:nvPr/>
        </p:nvSpPr>
        <p:spPr>
          <a:xfrm>
            <a:off x="2979938" y="2432482"/>
            <a:ext cx="623212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highlight>
                  <a:srgbClr val="FFFF00"/>
                </a:highlight>
              </a:rPr>
              <a:t>Need whiteboards and calculators</a:t>
            </a:r>
            <a:endParaRPr lang="en-AU" sz="3200" b="1" dirty="0">
              <a:highlight>
                <a:srgbClr val="FFFF00"/>
              </a:highlight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84E8967-D543-543A-AF72-FD1340745EE2}"/>
              </a:ext>
            </a:extLst>
          </p:cNvPr>
          <p:cNvSpPr txBox="1"/>
          <p:nvPr/>
        </p:nvSpPr>
        <p:spPr>
          <a:xfrm>
            <a:off x="7208668" y="234662"/>
            <a:ext cx="280534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err="1">
                <a:highlight>
                  <a:srgbClr val="00FF00"/>
                </a:highlight>
              </a:rPr>
              <a:t>PBiS</a:t>
            </a:r>
            <a:r>
              <a:rPr lang="en-US" sz="2000" b="1" dirty="0">
                <a:highlight>
                  <a:srgbClr val="00FF00"/>
                </a:highlight>
              </a:rPr>
              <a:t> focus</a:t>
            </a:r>
          </a:p>
          <a:p>
            <a:r>
              <a:rPr lang="en-US" sz="2000" b="1" dirty="0">
                <a:highlight>
                  <a:srgbClr val="00FF00"/>
                </a:highlight>
              </a:rPr>
              <a:t>Achieve – give it a try </a:t>
            </a:r>
          </a:p>
          <a:p>
            <a:r>
              <a:rPr lang="en-US" sz="2000" b="1" dirty="0">
                <a:highlight>
                  <a:srgbClr val="00FF00"/>
                </a:highlight>
              </a:rPr>
              <a:t>Learn – complete tasks </a:t>
            </a:r>
            <a:endParaRPr lang="en-AU" sz="2000" b="1" dirty="0">
              <a:highlight>
                <a:srgbClr val="00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7069107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75D398-E7A8-ADE2-8E95-3210B341AB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Solving through inspection 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933B9ED-49DC-81F8-E07D-FA4309889A3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3609513" cy="4351338"/>
              </a:xfrm>
            </p:spPr>
            <p:txBody>
              <a:bodyPr>
                <a:normAutofit fontScale="92500"/>
              </a:bodyPr>
              <a:lstStyle/>
              <a:p>
                <a:pPr marL="742950" indent="-742950">
                  <a:buAutoNum type="alphaLcParenR"/>
                </a:pPr>
                <a14:m>
                  <m:oMath xmlns:m="http://schemas.openxmlformats.org/officeDocument/2006/math">
                    <m:r>
                      <a:rPr lang="en-US" sz="3600" b="1" i="1" dirty="0" smtClean="0">
                        <a:latin typeface="Cambria Math" panose="02040503050406030204" pitchFamily="18" charset="0"/>
                      </a:rPr>
                      <m:t>___ +</m:t>
                    </m:r>
                    <m:r>
                      <a:rPr lang="en-US" sz="3600" b="1" i="1" dirty="0" smtClean="0">
                        <a:latin typeface="Cambria Math" panose="02040503050406030204" pitchFamily="18" charset="0"/>
                      </a:rPr>
                      <m:t>𝟒</m:t>
                    </m:r>
                    <m:r>
                      <a:rPr lang="en-US" sz="3600" b="1" i="1" dirty="0" smtClean="0">
                        <a:latin typeface="Cambria Math" panose="02040503050406030204" pitchFamily="18" charset="0"/>
                      </a:rPr>
                      <m:t> =  </m:t>
                    </m:r>
                    <m:r>
                      <a:rPr lang="en-US" sz="3600" b="1" i="1" dirty="0" smtClean="0">
                        <a:latin typeface="Cambria Math" panose="02040503050406030204" pitchFamily="18" charset="0"/>
                      </a:rPr>
                      <m:t>𝟏𝟏</m:t>
                    </m:r>
                  </m:oMath>
                </a14:m>
                <a:endParaRPr lang="en-US" sz="3600" b="1" dirty="0"/>
              </a:p>
              <a:p>
                <a:pPr marL="742950" indent="-742950">
                  <a:buAutoNum type="alphaLcParenR"/>
                </a:pPr>
                <a:endParaRPr lang="en-US" sz="3600" b="1" dirty="0"/>
              </a:p>
              <a:p>
                <a:pPr marL="742950" indent="-742950">
                  <a:buAutoNum type="alphaLcParenR"/>
                </a:pPr>
                <a14:m>
                  <m:oMath xmlns:m="http://schemas.openxmlformats.org/officeDocument/2006/math">
                    <m:r>
                      <a:rPr lang="en-US" sz="3600" b="1" i="1" dirty="0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sz="3600" b="1" i="1" dirty="0" smtClean="0">
                        <a:latin typeface="Cambria Math" panose="02040503050406030204" pitchFamily="18" charset="0"/>
                      </a:rPr>
                      <m:t> + </m:t>
                    </m:r>
                    <m:r>
                      <a:rPr lang="en-US" sz="3600" b="1" i="1" dirty="0" smtClean="0">
                        <a:latin typeface="Cambria Math" panose="02040503050406030204" pitchFamily="18" charset="0"/>
                      </a:rPr>
                      <m:t>𝟏𝟐</m:t>
                    </m:r>
                    <m:r>
                      <a:rPr lang="en-US" sz="3600" b="1" i="1" dirty="0" smtClean="0">
                        <a:latin typeface="Cambria Math" panose="02040503050406030204" pitchFamily="18" charset="0"/>
                      </a:rPr>
                      <m:t> =</m:t>
                    </m:r>
                    <m:r>
                      <a:rPr lang="en-US" sz="3600" b="1" i="1" dirty="0" smtClean="0">
                        <a:latin typeface="Cambria Math" panose="02040503050406030204" pitchFamily="18" charset="0"/>
                      </a:rPr>
                      <m:t>𝟐𝟑</m:t>
                    </m:r>
                    <m:r>
                      <a:rPr lang="en-US" sz="3600" b="1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3600" b="1" dirty="0"/>
              </a:p>
              <a:p>
                <a:pPr marL="742950" indent="-742950">
                  <a:buAutoNum type="alphaLcParenR"/>
                </a:pPr>
                <a:endParaRPr lang="en-US" sz="3600" b="1" dirty="0"/>
              </a:p>
              <a:p>
                <a:pPr marL="742950" indent="-742950">
                  <a:buAutoNum type="alphaLcParenR"/>
                </a:pPr>
                <a14:m>
                  <m:oMath xmlns:m="http://schemas.openxmlformats.org/officeDocument/2006/math">
                    <m:r>
                      <a:rPr lang="en-US" sz="3600" b="1" i="1" dirty="0" smtClean="0"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sz="3600" b="1" i="1" dirty="0" smtClean="0">
                        <a:latin typeface="Cambria Math" panose="02040503050406030204" pitchFamily="18" charset="0"/>
                      </a:rPr>
                      <m:t>𝒅</m:t>
                    </m:r>
                    <m:r>
                      <a:rPr lang="en-US" sz="3600" b="1" i="1" dirty="0" smtClean="0">
                        <a:latin typeface="Cambria Math" panose="02040503050406030204" pitchFamily="18" charset="0"/>
                      </a:rPr>
                      <m:t> = </m:t>
                    </m:r>
                    <m:r>
                      <a:rPr lang="en-US" sz="3600" b="1" i="1" dirty="0" smtClean="0">
                        <a:latin typeface="Cambria Math" panose="02040503050406030204" pitchFamily="18" charset="0"/>
                      </a:rPr>
                      <m:t>𝟐𝟖</m:t>
                    </m:r>
                    <m:r>
                      <a:rPr lang="en-US" sz="3600" b="1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3600" b="1" dirty="0"/>
              </a:p>
              <a:p>
                <a:pPr marL="742950" indent="-742950">
                  <a:buAutoNum type="alphaLcParenR"/>
                </a:pPr>
                <a:endParaRPr lang="en-US" sz="3600" b="1" dirty="0"/>
              </a:p>
              <a:p>
                <a:pPr marL="742950" indent="-742950">
                  <a:buAutoNum type="alphaLcParenR"/>
                </a:pPr>
                <a14:m>
                  <m:oMath xmlns:m="http://schemas.openxmlformats.org/officeDocument/2006/math">
                    <m:r>
                      <a:rPr lang="en-US" sz="3600" b="1" i="1" smtClean="0">
                        <a:latin typeface="Cambria Math" panose="02040503050406030204" pitchFamily="18" charset="0"/>
                      </a:rPr>
                      <m:t>𝟐𝟒</m:t>
                    </m:r>
                    <m:r>
                      <a:rPr lang="en-US" sz="3600" b="1" i="1" smtClean="0">
                        <a:latin typeface="Cambria Math" panose="02040503050406030204" pitchFamily="18" charset="0"/>
                      </a:rPr>
                      <m:t> ÷</m:t>
                    </m:r>
                    <m:r>
                      <a:rPr lang="en-US" sz="36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𝒈</m:t>
                    </m:r>
                    <m:r>
                      <a:rPr lang="en-US" sz="36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36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𝟏𝟐</m:t>
                    </m:r>
                    <m:r>
                      <a:rPr lang="en-US" sz="36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endParaRPr lang="en-AU" sz="3600" b="1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933B9ED-49DC-81F8-E07D-FA4309889A3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3609513" cy="4351338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256343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00B050"/>
          </a:solidFill>
          <a:ln w="38100">
            <a:solidFill>
              <a:schemeClr val="tx1"/>
            </a:solidFill>
          </a:ln>
        </p:spPr>
        <p:txBody>
          <a:bodyPr/>
          <a:lstStyle/>
          <a:p>
            <a:r>
              <a:rPr lang="en-GB" dirty="0"/>
              <a:t>Questions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600201"/>
            <a:ext cx="8229600" cy="542916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en-GB" dirty="0"/>
              <a:t>Work out the value of </a:t>
            </a:r>
            <a:r>
              <a:rPr lang="en-GB" b="1" dirty="0"/>
              <a:t>n</a:t>
            </a:r>
            <a:r>
              <a:rPr lang="en-GB" dirty="0"/>
              <a:t>:</a:t>
            </a:r>
          </a:p>
          <a:p>
            <a:pPr>
              <a:buNone/>
            </a:pPr>
            <a:endParaRPr lang="en-GB" dirty="0"/>
          </a:p>
        </p:txBody>
      </p:sp>
      <p:sp>
        <p:nvSpPr>
          <p:cNvPr id="4" name="TextBox 3"/>
          <p:cNvSpPr txBox="1"/>
          <p:nvPr/>
        </p:nvSpPr>
        <p:spPr>
          <a:xfrm>
            <a:off x="1195359" y="2457437"/>
            <a:ext cx="3143272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b="1" u="sng" dirty="0">
                <a:solidFill>
                  <a:srgbClr val="00B050"/>
                </a:solidFill>
                <a:latin typeface="Calibri"/>
              </a:rPr>
              <a:t>Green</a:t>
            </a:r>
          </a:p>
          <a:p>
            <a:pPr marL="514350" indent="-514350">
              <a:buFontTx/>
              <a:buAutoNum type="arabicPeriod"/>
            </a:pPr>
            <a:r>
              <a:rPr lang="en-GB" sz="3200" b="1" dirty="0">
                <a:solidFill>
                  <a:srgbClr val="00B050"/>
                </a:solidFill>
                <a:latin typeface="Calibri"/>
              </a:rPr>
              <a:t>8 + n  = 11</a:t>
            </a:r>
          </a:p>
          <a:p>
            <a:pPr marL="514350" indent="-514350">
              <a:buFontTx/>
              <a:buAutoNum type="arabicPeriod"/>
            </a:pPr>
            <a:r>
              <a:rPr lang="en-GB" sz="3200" b="1" dirty="0">
                <a:solidFill>
                  <a:srgbClr val="00B050"/>
                </a:solidFill>
                <a:latin typeface="Calibri"/>
              </a:rPr>
              <a:t>6 + n = 15</a:t>
            </a:r>
          </a:p>
          <a:p>
            <a:pPr marL="514350" indent="-514350">
              <a:buFontTx/>
              <a:buAutoNum type="arabicPeriod"/>
            </a:pPr>
            <a:r>
              <a:rPr lang="en-GB" sz="3200" b="1" dirty="0">
                <a:solidFill>
                  <a:srgbClr val="00B050"/>
                </a:solidFill>
                <a:latin typeface="Calibri"/>
              </a:rPr>
              <a:t>n – 12 = 3</a:t>
            </a:r>
          </a:p>
          <a:p>
            <a:pPr marL="514350" indent="-514350">
              <a:buFontTx/>
              <a:buAutoNum type="arabicPeriod"/>
            </a:pPr>
            <a:r>
              <a:rPr lang="en-GB" sz="3200" b="1" dirty="0">
                <a:solidFill>
                  <a:srgbClr val="00B050"/>
                </a:solidFill>
                <a:latin typeface="Calibri"/>
              </a:rPr>
              <a:t>n – 14 =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10116" y="2428869"/>
            <a:ext cx="3143272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b="1" u="sng" dirty="0">
                <a:solidFill>
                  <a:srgbClr val="FFC000"/>
                </a:solidFill>
                <a:latin typeface="Calibri"/>
              </a:rPr>
              <a:t>Amber</a:t>
            </a:r>
          </a:p>
          <a:p>
            <a:pPr marL="514350" indent="-514350">
              <a:buFontTx/>
              <a:buAutoNum type="arabicPeriod"/>
            </a:pPr>
            <a:r>
              <a:rPr lang="en-GB" sz="3200" b="1" dirty="0">
                <a:solidFill>
                  <a:srgbClr val="FFC000"/>
                </a:solidFill>
                <a:latin typeface="Calibri"/>
              </a:rPr>
              <a:t>n – 12 = 9</a:t>
            </a:r>
          </a:p>
          <a:p>
            <a:pPr marL="514350" indent="-514350">
              <a:buFontTx/>
              <a:buAutoNum type="arabicPeriod"/>
            </a:pPr>
            <a:r>
              <a:rPr lang="en-GB" sz="3200" b="1" dirty="0">
                <a:solidFill>
                  <a:srgbClr val="FFC000"/>
                </a:solidFill>
                <a:latin typeface="Calibri"/>
              </a:rPr>
              <a:t>n – 6 = 7 </a:t>
            </a:r>
          </a:p>
          <a:p>
            <a:pPr marL="514350" indent="-514350">
              <a:buFontTx/>
              <a:buAutoNum type="arabicPeriod"/>
            </a:pPr>
            <a:r>
              <a:rPr lang="en-GB" sz="3200" b="1" dirty="0">
                <a:solidFill>
                  <a:srgbClr val="FFC000"/>
                </a:solidFill>
                <a:latin typeface="Calibri"/>
              </a:rPr>
              <a:t>3n = 24</a:t>
            </a:r>
          </a:p>
          <a:p>
            <a:pPr marL="514350" indent="-514350">
              <a:buFontTx/>
              <a:buAutoNum type="arabicPeriod"/>
            </a:pPr>
            <a:r>
              <a:rPr lang="en-GB" sz="3200" b="1" dirty="0">
                <a:solidFill>
                  <a:srgbClr val="FFC000"/>
                </a:solidFill>
                <a:latin typeface="Calibri"/>
              </a:rPr>
              <a:t>9n = 54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62903" y="2428869"/>
            <a:ext cx="3143272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b="1" u="sng" dirty="0">
                <a:solidFill>
                  <a:srgbClr val="FF0000"/>
                </a:solidFill>
                <a:latin typeface="Calibri"/>
              </a:rPr>
              <a:t>Red</a:t>
            </a:r>
          </a:p>
          <a:p>
            <a:pPr marL="514350" indent="-514350">
              <a:buFontTx/>
              <a:buAutoNum type="arabicPeriod"/>
            </a:pPr>
            <a:r>
              <a:rPr lang="en-GB" sz="3200" b="1" dirty="0">
                <a:solidFill>
                  <a:srgbClr val="FF0000"/>
                </a:solidFill>
                <a:latin typeface="Calibri"/>
              </a:rPr>
              <a:t>7n  = 56</a:t>
            </a:r>
          </a:p>
          <a:p>
            <a:pPr marL="514350" indent="-514350">
              <a:buFontTx/>
              <a:buAutoNum type="arabicPeriod"/>
            </a:pPr>
            <a:r>
              <a:rPr lang="en-GB" sz="3200" b="1" dirty="0">
                <a:solidFill>
                  <a:srgbClr val="FF0000"/>
                </a:solidFill>
                <a:latin typeface="Calibri"/>
              </a:rPr>
              <a:t>12n = 72 </a:t>
            </a:r>
          </a:p>
          <a:p>
            <a:pPr marL="514350" indent="-514350">
              <a:buFontTx/>
              <a:buAutoNum type="arabicPeriod"/>
            </a:pPr>
            <a:r>
              <a:rPr lang="en-GB" sz="3200" b="1" dirty="0">
                <a:solidFill>
                  <a:srgbClr val="FF0000"/>
                </a:solidFill>
                <a:latin typeface="Calibri"/>
              </a:rPr>
              <a:t>13n = 169</a:t>
            </a:r>
          </a:p>
          <a:p>
            <a:pPr marL="514350" indent="-514350">
              <a:buFontTx/>
              <a:buAutoNum type="arabicPeriod"/>
            </a:pPr>
            <a:r>
              <a:rPr lang="en-GB" sz="3200" b="1" dirty="0">
                <a:solidFill>
                  <a:srgbClr val="FF0000"/>
                </a:solidFill>
                <a:latin typeface="Calibri"/>
              </a:rPr>
              <a:t>n ÷ 7 = 9</a:t>
            </a:r>
          </a:p>
          <a:p>
            <a:pPr marL="514350" indent="-514350">
              <a:buFontTx/>
              <a:buAutoNum type="arabicPeriod"/>
            </a:pPr>
            <a:r>
              <a:rPr lang="en-GB" sz="3200" b="1" dirty="0">
                <a:solidFill>
                  <a:srgbClr val="FF0000"/>
                </a:solidFill>
                <a:latin typeface="Calibri"/>
              </a:rPr>
              <a:t>n ÷ 12 = 3</a:t>
            </a:r>
          </a:p>
          <a:p>
            <a:pPr marL="514350" indent="-514350">
              <a:buFontTx/>
              <a:buAutoNum type="arabicPeriod"/>
            </a:pPr>
            <a:r>
              <a:rPr lang="en-GB" sz="3200" b="1" dirty="0">
                <a:solidFill>
                  <a:srgbClr val="FF0000"/>
                </a:solidFill>
                <a:latin typeface="Calibri"/>
              </a:rPr>
              <a:t>n ÷ 9 =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00B050"/>
          </a:solidFill>
          <a:ln w="38100">
            <a:solidFill>
              <a:srgbClr val="002060"/>
            </a:solidFill>
          </a:ln>
        </p:spPr>
        <p:txBody>
          <a:bodyPr/>
          <a:lstStyle/>
          <a:p>
            <a:r>
              <a:rPr lang="en-GB" dirty="0"/>
              <a:t>Answers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2452662" y="2428869"/>
            <a:ext cx="250033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b="1" u="sng" dirty="0">
                <a:solidFill>
                  <a:srgbClr val="00B050"/>
                </a:solidFill>
                <a:latin typeface="Calibri"/>
              </a:rPr>
              <a:t>Green</a:t>
            </a:r>
          </a:p>
          <a:p>
            <a:pPr marL="514350" indent="-514350">
              <a:buFontTx/>
              <a:buAutoNum type="arabicPeriod"/>
            </a:pPr>
            <a:r>
              <a:rPr lang="en-GB" sz="3200" b="1" dirty="0">
                <a:solidFill>
                  <a:srgbClr val="00B050"/>
                </a:solidFill>
                <a:latin typeface="Calibri"/>
              </a:rPr>
              <a:t>n  = 3</a:t>
            </a:r>
          </a:p>
          <a:p>
            <a:pPr marL="514350" indent="-514350">
              <a:buFontTx/>
              <a:buAutoNum type="arabicPeriod"/>
            </a:pPr>
            <a:r>
              <a:rPr lang="en-GB" sz="3200" b="1" dirty="0">
                <a:solidFill>
                  <a:srgbClr val="00B050"/>
                </a:solidFill>
                <a:latin typeface="Calibri"/>
              </a:rPr>
              <a:t>n = 9</a:t>
            </a:r>
          </a:p>
          <a:p>
            <a:pPr marL="514350" indent="-514350">
              <a:buFontTx/>
              <a:buAutoNum type="arabicPeriod"/>
            </a:pPr>
            <a:r>
              <a:rPr lang="en-GB" sz="3200" b="1" dirty="0">
                <a:solidFill>
                  <a:srgbClr val="00B050"/>
                </a:solidFill>
                <a:latin typeface="Calibri"/>
              </a:rPr>
              <a:t>n = 15</a:t>
            </a:r>
          </a:p>
          <a:p>
            <a:pPr marL="514350" indent="-514350">
              <a:buFontTx/>
              <a:buAutoNum type="arabicPeriod"/>
            </a:pPr>
            <a:r>
              <a:rPr lang="en-GB" sz="3200" b="1" dirty="0">
                <a:solidFill>
                  <a:srgbClr val="00B050"/>
                </a:solidFill>
                <a:latin typeface="Calibri"/>
              </a:rPr>
              <a:t>n =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95868" y="2428869"/>
            <a:ext cx="2286016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b="1" u="sng" dirty="0">
                <a:solidFill>
                  <a:srgbClr val="FFC000"/>
                </a:solidFill>
                <a:latin typeface="Calibri"/>
              </a:rPr>
              <a:t>Amber</a:t>
            </a:r>
          </a:p>
          <a:p>
            <a:pPr marL="514350" indent="-514350">
              <a:buFontTx/>
              <a:buAutoNum type="arabicPeriod"/>
            </a:pPr>
            <a:r>
              <a:rPr lang="en-GB" sz="3200" b="1" dirty="0">
                <a:solidFill>
                  <a:srgbClr val="FFC000"/>
                </a:solidFill>
                <a:latin typeface="Calibri"/>
              </a:rPr>
              <a:t>n = 21</a:t>
            </a:r>
          </a:p>
          <a:p>
            <a:pPr marL="514350" indent="-514350">
              <a:buFontTx/>
              <a:buAutoNum type="arabicPeriod"/>
            </a:pPr>
            <a:r>
              <a:rPr lang="en-GB" sz="3200" b="1" dirty="0">
                <a:solidFill>
                  <a:srgbClr val="FFC000"/>
                </a:solidFill>
                <a:latin typeface="Calibri"/>
              </a:rPr>
              <a:t>n = 13 </a:t>
            </a:r>
          </a:p>
          <a:p>
            <a:pPr marL="514350" indent="-514350">
              <a:buFontTx/>
              <a:buAutoNum type="arabicPeriod"/>
            </a:pPr>
            <a:r>
              <a:rPr lang="en-GB" sz="3200" b="1" dirty="0">
                <a:solidFill>
                  <a:srgbClr val="FFC000"/>
                </a:solidFill>
                <a:latin typeface="Calibri"/>
              </a:rPr>
              <a:t>n = 8</a:t>
            </a:r>
          </a:p>
          <a:p>
            <a:pPr marL="514350" indent="-514350">
              <a:buFontTx/>
              <a:buAutoNum type="arabicPeriod"/>
            </a:pPr>
            <a:r>
              <a:rPr lang="en-GB" sz="3200" b="1" dirty="0">
                <a:solidFill>
                  <a:srgbClr val="FFC000"/>
                </a:solidFill>
                <a:latin typeface="Calibri"/>
              </a:rPr>
              <a:t>n =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24728" y="2428868"/>
            <a:ext cx="3143272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b="1" u="sng" dirty="0">
                <a:solidFill>
                  <a:srgbClr val="FF0000"/>
                </a:solidFill>
                <a:latin typeface="Calibri"/>
              </a:rPr>
              <a:t>Red</a:t>
            </a:r>
          </a:p>
          <a:p>
            <a:pPr marL="514350" indent="-514350">
              <a:buFontTx/>
              <a:buAutoNum type="arabicPeriod"/>
            </a:pPr>
            <a:r>
              <a:rPr lang="en-GB" sz="3200" b="1" dirty="0">
                <a:solidFill>
                  <a:srgbClr val="FF0000"/>
                </a:solidFill>
                <a:latin typeface="Calibri"/>
              </a:rPr>
              <a:t>n  = 8</a:t>
            </a:r>
          </a:p>
          <a:p>
            <a:pPr marL="514350" indent="-514350">
              <a:buFontTx/>
              <a:buAutoNum type="arabicPeriod"/>
            </a:pPr>
            <a:r>
              <a:rPr lang="en-GB" sz="3200" b="1" dirty="0">
                <a:solidFill>
                  <a:srgbClr val="FF0000"/>
                </a:solidFill>
                <a:latin typeface="Calibri"/>
              </a:rPr>
              <a:t>n = 6 </a:t>
            </a:r>
          </a:p>
          <a:p>
            <a:pPr marL="514350" indent="-514350">
              <a:buFontTx/>
              <a:buAutoNum type="arabicPeriod"/>
            </a:pPr>
            <a:r>
              <a:rPr lang="en-GB" sz="3200" b="1" dirty="0">
                <a:solidFill>
                  <a:srgbClr val="FF0000"/>
                </a:solidFill>
                <a:latin typeface="Calibri"/>
              </a:rPr>
              <a:t>n = 13</a:t>
            </a:r>
          </a:p>
          <a:p>
            <a:pPr marL="514350" indent="-514350">
              <a:buFontTx/>
              <a:buAutoNum type="arabicPeriod"/>
            </a:pPr>
            <a:r>
              <a:rPr lang="en-GB" sz="3200" b="1" dirty="0">
                <a:solidFill>
                  <a:srgbClr val="FF0000"/>
                </a:solidFill>
                <a:latin typeface="Calibri"/>
              </a:rPr>
              <a:t>n = 63</a:t>
            </a:r>
          </a:p>
          <a:p>
            <a:pPr marL="514350" indent="-514350">
              <a:buFontTx/>
              <a:buAutoNum type="arabicPeriod"/>
            </a:pPr>
            <a:r>
              <a:rPr lang="en-GB" sz="3200" b="1" dirty="0">
                <a:solidFill>
                  <a:srgbClr val="FF0000"/>
                </a:solidFill>
                <a:latin typeface="Calibri"/>
              </a:rPr>
              <a:t>n = 36</a:t>
            </a:r>
          </a:p>
          <a:p>
            <a:pPr marL="514350" indent="-514350">
              <a:buFontTx/>
              <a:buAutoNum type="arabicPeriod"/>
            </a:pPr>
            <a:r>
              <a:rPr lang="en-GB" sz="3200" b="1" dirty="0">
                <a:solidFill>
                  <a:srgbClr val="FF0000"/>
                </a:solidFill>
                <a:latin typeface="Calibri"/>
              </a:rPr>
              <a:t>n = 108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6E1637-D94E-4EE4-95DC-6021237302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Daily review – copy with me 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966F6B8-C323-4107-808C-A919848F270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4x + 12 = 24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30 = 9 + 7y  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+8=11</m:t>
                    </m:r>
                  </m:oMath>
                </a14:m>
                <a:r>
                  <a:rPr lang="en-US" dirty="0"/>
                  <a:t> </a:t>
                </a:r>
                <a:endParaRPr lang="en-AU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966F6B8-C323-4107-808C-A919848F270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1B3F8605-8F40-42AB-968B-39819E7E457F}"/>
              </a:ext>
            </a:extLst>
          </p:cNvPr>
          <p:cNvSpPr/>
          <p:nvPr/>
        </p:nvSpPr>
        <p:spPr>
          <a:xfrm>
            <a:off x="5637320" y="2317072"/>
            <a:ext cx="1109709" cy="1553592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B991601-E1F0-4128-A15D-5A9203BE73A0}"/>
              </a:ext>
            </a:extLst>
          </p:cNvPr>
          <p:cNvSpPr/>
          <p:nvPr/>
        </p:nvSpPr>
        <p:spPr>
          <a:xfrm>
            <a:off x="9207623" y="2317072"/>
            <a:ext cx="1109709" cy="1553592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F8F9286-0B64-40D7-A68C-9B47514C2C28}"/>
              </a:ext>
            </a:extLst>
          </p:cNvPr>
          <p:cNvSpPr/>
          <p:nvPr/>
        </p:nvSpPr>
        <p:spPr>
          <a:xfrm>
            <a:off x="7462051" y="2317072"/>
            <a:ext cx="1109709" cy="1553592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390860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D187CE-0794-77FD-3E76-8D07EFF45D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Whiteboards – you do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ED749FA-3B72-F68D-D649-8AA37902053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742950" indent="-742950">
                  <a:buAutoNum type="alphaLcParenR"/>
                </a:pPr>
                <a:r>
                  <a:rPr lang="en-US" sz="4000" dirty="0"/>
                  <a:t>2x + 5 = 11 </a:t>
                </a:r>
              </a:p>
              <a:p>
                <a:pPr marL="742950" indent="-742950">
                  <a:buAutoNum type="alphaLcParenR"/>
                </a:pPr>
                <a:endParaRPr lang="en-US" sz="4000" dirty="0"/>
              </a:p>
              <a:p>
                <a:pPr marL="742950" indent="-742950">
                  <a:buAutoNum type="alphaLcParenR"/>
                </a:pPr>
                <a:r>
                  <a:rPr lang="en-US" sz="4000" dirty="0"/>
                  <a:t>18 = 8f +2 </a:t>
                </a:r>
              </a:p>
              <a:p>
                <a:pPr marL="742950" indent="-742950">
                  <a:buAutoNum type="alphaLcParenR"/>
                </a:pPr>
                <a:endParaRPr lang="en-US" sz="4000" dirty="0"/>
              </a:p>
              <a:p>
                <a:pPr marL="742950" indent="-742950">
                  <a:buAutoNum type="alphaLcParenR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sz="4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4000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num>
                      <m:den>
                        <m:r>
                          <a:rPr lang="en-US" sz="40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n-US" sz="4000" b="0" i="1" smtClean="0">
                        <a:latin typeface="Cambria Math" panose="02040503050406030204" pitchFamily="18" charset="0"/>
                      </a:rPr>
                      <m:t>−6=3</m:t>
                    </m:r>
                  </m:oMath>
                </a14:m>
                <a:r>
                  <a:rPr lang="en-US" sz="4000" dirty="0"/>
                  <a:t> </a:t>
                </a:r>
                <a:endParaRPr lang="en-AU" sz="40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ED749FA-3B72-F68D-D649-8AA37902053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2087" t="-406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AEEF55CE-A072-97EB-0810-154349D9D98F}"/>
              </a:ext>
            </a:extLst>
          </p:cNvPr>
          <p:cNvSpPr>
            <a:spLocks/>
          </p:cNvSpPr>
          <p:nvPr/>
        </p:nvSpPr>
        <p:spPr>
          <a:xfrm>
            <a:off x="7228642" y="2652204"/>
            <a:ext cx="1109709" cy="1553592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2A02EC5-C88D-30E3-1753-38631E087664}"/>
              </a:ext>
            </a:extLst>
          </p:cNvPr>
          <p:cNvSpPr>
            <a:spLocks/>
          </p:cNvSpPr>
          <p:nvPr/>
        </p:nvSpPr>
        <p:spPr>
          <a:xfrm>
            <a:off x="10798945" y="2652204"/>
            <a:ext cx="1109709" cy="1553592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CC128FB-0E99-BCF4-8CCE-53835A9DA800}"/>
              </a:ext>
            </a:extLst>
          </p:cNvPr>
          <p:cNvSpPr>
            <a:spLocks/>
          </p:cNvSpPr>
          <p:nvPr/>
        </p:nvSpPr>
        <p:spPr>
          <a:xfrm>
            <a:off x="9053373" y="2652204"/>
            <a:ext cx="1109709" cy="1553592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046600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D2A1A4-5EDC-4B28-A8E4-F7B9347A8B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FF44D2-851F-4B5A-8BA4-E7CAB579B1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U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350463C-5651-13AC-A68A-4CB2D98EBD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6381"/>
            <a:ext cx="12192000" cy="6365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32124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00CBCB-18AF-4C09-ACC3-D85B6AA2F2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884EBEDC-1D75-1D57-C20B-B05BCABF475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49802" y="158787"/>
            <a:ext cx="10972800" cy="3484859"/>
          </a:xfrm>
        </p:spPr>
      </p:pic>
    </p:spTree>
    <p:extLst>
      <p:ext uri="{BB962C8B-B14F-4D97-AF65-F5344CB8AC3E}">
        <p14:creationId xmlns:p14="http://schemas.microsoft.com/office/powerpoint/2010/main" val="27413203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3584F30A-3A0A-44E4-B0C8-ED5803EC86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9288" y="1700214"/>
            <a:ext cx="5688012" cy="4110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5126" name="Group 6">
            <a:extLst>
              <a:ext uri="{FF2B5EF4-FFF2-40B4-BE49-F238E27FC236}">
                <a16:creationId xmlns:a16="http://schemas.microsoft.com/office/drawing/2014/main" id="{C9BF044B-F272-46FF-B9D4-5F5BE63C4C52}"/>
              </a:ext>
            </a:extLst>
          </p:cNvPr>
          <p:cNvGrpSpPr>
            <a:grpSpLocks/>
          </p:cNvGrpSpPr>
          <p:nvPr/>
        </p:nvGrpSpPr>
        <p:grpSpPr bwMode="auto">
          <a:xfrm>
            <a:off x="6311901" y="3789363"/>
            <a:ext cx="720725" cy="792162"/>
            <a:chOff x="204" y="3212"/>
            <a:chExt cx="726" cy="807"/>
          </a:xfrm>
        </p:grpSpPr>
        <p:sp>
          <p:nvSpPr>
            <p:cNvPr id="2086" name="AutoShape 7">
              <a:extLst>
                <a:ext uri="{FF2B5EF4-FFF2-40B4-BE49-F238E27FC236}">
                  <a16:creationId xmlns:a16="http://schemas.microsoft.com/office/drawing/2014/main" id="{816C1EE8-6476-4798-833B-A243507E88EF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>
              <a:off x="204" y="3430"/>
              <a:ext cx="726" cy="589"/>
            </a:xfrm>
            <a:custGeom>
              <a:avLst/>
              <a:gdLst>
                <a:gd name="T0" fmla="*/ 635 w 21600"/>
                <a:gd name="T1" fmla="*/ 295 h 21600"/>
                <a:gd name="T2" fmla="*/ 363 w 21600"/>
                <a:gd name="T3" fmla="*/ 589 h 21600"/>
                <a:gd name="T4" fmla="*/ 91 w 21600"/>
                <a:gd name="T5" fmla="*/ 295 h 21600"/>
                <a:gd name="T6" fmla="*/ 363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4493 w 21600"/>
                <a:gd name="T13" fmla="*/ 4511 h 21600"/>
                <a:gd name="T14" fmla="*/ 17107 w 21600"/>
                <a:gd name="T15" fmla="*/ 17089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99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10800000"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GB" altLang="en-US" sz="3600" b="1">
                  <a:solidFill>
                    <a:srgbClr val="FFFFFF"/>
                  </a:solidFill>
                </a:rPr>
                <a:t>1</a:t>
              </a:r>
            </a:p>
          </p:txBody>
        </p:sp>
        <p:sp>
          <p:nvSpPr>
            <p:cNvPr id="2087" name="Oval 8">
              <a:extLst>
                <a:ext uri="{FF2B5EF4-FFF2-40B4-BE49-F238E27FC236}">
                  <a16:creationId xmlns:a16="http://schemas.microsoft.com/office/drawing/2014/main" id="{0DECF24B-05F8-43E5-A5E0-99AC91F44B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8" y="3212"/>
              <a:ext cx="227" cy="227"/>
            </a:xfrm>
            <a:prstGeom prst="ellipse">
              <a:avLst/>
            </a:prstGeom>
            <a:noFill/>
            <a:ln w="69850">
              <a:solidFill>
                <a:srgbClr val="3399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3399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AU" altLang="en-US">
                <a:solidFill>
                  <a:srgbClr val="000000"/>
                </a:solidFill>
              </a:endParaRPr>
            </a:p>
          </p:txBody>
        </p:sp>
      </p:grpSp>
      <p:grpSp>
        <p:nvGrpSpPr>
          <p:cNvPr id="2052" name="Group 9">
            <a:extLst>
              <a:ext uri="{FF2B5EF4-FFF2-40B4-BE49-F238E27FC236}">
                <a16:creationId xmlns:a16="http://schemas.microsoft.com/office/drawing/2014/main" id="{BF8C52B3-6F4F-4A28-AAE7-49943E21C62C}"/>
              </a:ext>
            </a:extLst>
          </p:cNvPr>
          <p:cNvGrpSpPr>
            <a:grpSpLocks/>
          </p:cNvGrpSpPr>
          <p:nvPr/>
        </p:nvGrpSpPr>
        <p:grpSpPr bwMode="auto">
          <a:xfrm>
            <a:off x="5951539" y="3933826"/>
            <a:ext cx="720725" cy="792163"/>
            <a:chOff x="204" y="3212"/>
            <a:chExt cx="726" cy="807"/>
          </a:xfrm>
        </p:grpSpPr>
        <p:sp>
          <p:nvSpPr>
            <p:cNvPr id="2084" name="AutoShape 10">
              <a:extLst>
                <a:ext uri="{FF2B5EF4-FFF2-40B4-BE49-F238E27FC236}">
                  <a16:creationId xmlns:a16="http://schemas.microsoft.com/office/drawing/2014/main" id="{FC174EEC-06E3-49CA-84B0-DFAABCB9EFAE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>
              <a:off x="204" y="3430"/>
              <a:ext cx="726" cy="589"/>
            </a:xfrm>
            <a:custGeom>
              <a:avLst/>
              <a:gdLst>
                <a:gd name="T0" fmla="*/ 635 w 21600"/>
                <a:gd name="T1" fmla="*/ 295 h 21600"/>
                <a:gd name="T2" fmla="*/ 363 w 21600"/>
                <a:gd name="T3" fmla="*/ 589 h 21600"/>
                <a:gd name="T4" fmla="*/ 91 w 21600"/>
                <a:gd name="T5" fmla="*/ 295 h 21600"/>
                <a:gd name="T6" fmla="*/ 363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4493 w 21600"/>
                <a:gd name="T13" fmla="*/ 4511 h 21600"/>
                <a:gd name="T14" fmla="*/ 17107 w 21600"/>
                <a:gd name="T15" fmla="*/ 17089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99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10800000"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GB" altLang="en-US" sz="3600" b="1">
                  <a:solidFill>
                    <a:srgbClr val="FFFFFF"/>
                  </a:solidFill>
                </a:rPr>
                <a:t>1</a:t>
              </a:r>
            </a:p>
          </p:txBody>
        </p:sp>
        <p:sp>
          <p:nvSpPr>
            <p:cNvPr id="2085" name="Oval 11">
              <a:extLst>
                <a:ext uri="{FF2B5EF4-FFF2-40B4-BE49-F238E27FC236}">
                  <a16:creationId xmlns:a16="http://schemas.microsoft.com/office/drawing/2014/main" id="{B9AAF423-313E-4D8B-85E0-261EEBBC81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8" y="3212"/>
              <a:ext cx="227" cy="227"/>
            </a:xfrm>
            <a:prstGeom prst="ellipse">
              <a:avLst/>
            </a:prstGeom>
            <a:noFill/>
            <a:ln w="69850">
              <a:solidFill>
                <a:srgbClr val="3399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3399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AU" altLang="en-US">
                <a:solidFill>
                  <a:srgbClr val="000000"/>
                </a:solidFill>
              </a:endParaRPr>
            </a:p>
          </p:txBody>
        </p:sp>
      </p:grpSp>
      <p:sp>
        <p:nvSpPr>
          <p:cNvPr id="2053" name="Text Box 12">
            <a:extLst>
              <a:ext uri="{FF2B5EF4-FFF2-40B4-BE49-F238E27FC236}">
                <a16:creationId xmlns:a16="http://schemas.microsoft.com/office/drawing/2014/main" id="{CF84BD87-302B-4CFC-AFE0-434DF54794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30363" y="109538"/>
            <a:ext cx="63373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GB" altLang="en-US" sz="2400">
                <a:solidFill>
                  <a:srgbClr val="000000"/>
                </a:solidFill>
                <a:latin typeface="Comic Sans MS" panose="030F0702030302020204" pitchFamily="66" charset="0"/>
              </a:rPr>
              <a:t>Equations – Keep it balanced…</a:t>
            </a:r>
          </a:p>
        </p:txBody>
      </p:sp>
      <p:grpSp>
        <p:nvGrpSpPr>
          <p:cNvPr id="2054" name="Group 13">
            <a:extLst>
              <a:ext uri="{FF2B5EF4-FFF2-40B4-BE49-F238E27FC236}">
                <a16:creationId xmlns:a16="http://schemas.microsoft.com/office/drawing/2014/main" id="{8271DE02-B1C8-457B-A70D-14258BB030CD}"/>
              </a:ext>
            </a:extLst>
          </p:cNvPr>
          <p:cNvGrpSpPr>
            <a:grpSpLocks/>
          </p:cNvGrpSpPr>
          <p:nvPr/>
        </p:nvGrpSpPr>
        <p:grpSpPr bwMode="auto">
          <a:xfrm>
            <a:off x="6672264" y="3933826"/>
            <a:ext cx="720725" cy="792163"/>
            <a:chOff x="204" y="3212"/>
            <a:chExt cx="726" cy="807"/>
          </a:xfrm>
        </p:grpSpPr>
        <p:sp>
          <p:nvSpPr>
            <p:cNvPr id="2082" name="AutoShape 14">
              <a:extLst>
                <a:ext uri="{FF2B5EF4-FFF2-40B4-BE49-F238E27FC236}">
                  <a16:creationId xmlns:a16="http://schemas.microsoft.com/office/drawing/2014/main" id="{8E277FCB-B9C8-4F7D-BD89-64EF6276E2A4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>
              <a:off x="204" y="3430"/>
              <a:ext cx="726" cy="589"/>
            </a:xfrm>
            <a:custGeom>
              <a:avLst/>
              <a:gdLst>
                <a:gd name="T0" fmla="*/ 635 w 21600"/>
                <a:gd name="T1" fmla="*/ 295 h 21600"/>
                <a:gd name="T2" fmla="*/ 363 w 21600"/>
                <a:gd name="T3" fmla="*/ 589 h 21600"/>
                <a:gd name="T4" fmla="*/ 91 w 21600"/>
                <a:gd name="T5" fmla="*/ 295 h 21600"/>
                <a:gd name="T6" fmla="*/ 363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4493 w 21600"/>
                <a:gd name="T13" fmla="*/ 4511 h 21600"/>
                <a:gd name="T14" fmla="*/ 17107 w 21600"/>
                <a:gd name="T15" fmla="*/ 17089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99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10800000"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GB" altLang="en-US" sz="3600" b="1">
                  <a:solidFill>
                    <a:srgbClr val="FFFFFF"/>
                  </a:solidFill>
                </a:rPr>
                <a:t>1</a:t>
              </a:r>
            </a:p>
          </p:txBody>
        </p:sp>
        <p:sp>
          <p:nvSpPr>
            <p:cNvPr id="2083" name="Oval 15">
              <a:extLst>
                <a:ext uri="{FF2B5EF4-FFF2-40B4-BE49-F238E27FC236}">
                  <a16:creationId xmlns:a16="http://schemas.microsoft.com/office/drawing/2014/main" id="{20F19321-F272-421B-BC86-6663520785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8" y="3212"/>
              <a:ext cx="227" cy="227"/>
            </a:xfrm>
            <a:prstGeom prst="ellipse">
              <a:avLst/>
            </a:prstGeom>
            <a:noFill/>
            <a:ln w="69850">
              <a:solidFill>
                <a:srgbClr val="3399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3399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AU" altLang="en-US">
                <a:solidFill>
                  <a:srgbClr val="000000"/>
                </a:solidFill>
              </a:endParaRPr>
            </a:p>
          </p:txBody>
        </p:sp>
      </p:grpSp>
      <p:sp>
        <p:nvSpPr>
          <p:cNvPr id="2055" name="WordArt 17">
            <a:extLst>
              <a:ext uri="{FF2B5EF4-FFF2-40B4-BE49-F238E27FC236}">
                <a16:creationId xmlns:a16="http://schemas.microsoft.com/office/drawing/2014/main" id="{561D0357-C9A5-4311-9836-447BC2AC9FE1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2351088" y="1196975"/>
            <a:ext cx="431800" cy="433388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AU" sz="3600" kern="10"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3399FF"/>
                </a:solidFill>
                <a:latin typeface="Cooper Black" panose="0208090404030B020404" pitchFamily="18" charset="0"/>
              </a:rPr>
              <a:t>x</a:t>
            </a:r>
          </a:p>
        </p:txBody>
      </p:sp>
      <p:sp>
        <p:nvSpPr>
          <p:cNvPr id="2056" name="WordArt 18">
            <a:extLst>
              <a:ext uri="{FF2B5EF4-FFF2-40B4-BE49-F238E27FC236}">
                <a16:creationId xmlns:a16="http://schemas.microsoft.com/office/drawing/2014/main" id="{875C11D6-4964-4397-8F40-49D0FBCA6F95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4511675" y="1196975"/>
            <a:ext cx="431800" cy="4318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AU" sz="3600" kern="10"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3399FF"/>
                </a:solidFill>
                <a:latin typeface="Cooper Black" panose="0208090404030B020404" pitchFamily="18" charset="0"/>
              </a:rPr>
              <a:t>=</a:t>
            </a:r>
          </a:p>
        </p:txBody>
      </p:sp>
      <p:sp>
        <p:nvSpPr>
          <p:cNvPr id="2057" name="WordArt 19">
            <a:extLst>
              <a:ext uri="{FF2B5EF4-FFF2-40B4-BE49-F238E27FC236}">
                <a16:creationId xmlns:a16="http://schemas.microsoft.com/office/drawing/2014/main" id="{0F63B7DD-0629-47BD-AD2D-9DBF417F767F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6311901" y="1196975"/>
            <a:ext cx="504825" cy="503238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AU" sz="3600" kern="10"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3399FF"/>
                </a:solidFill>
                <a:latin typeface="Cooper Black" panose="0208090404030B020404" pitchFamily="18" charset="0"/>
              </a:rPr>
              <a:t>5</a:t>
            </a:r>
          </a:p>
        </p:txBody>
      </p:sp>
      <p:sp>
        <p:nvSpPr>
          <p:cNvPr id="2058" name="WordArt 20">
            <a:extLst>
              <a:ext uri="{FF2B5EF4-FFF2-40B4-BE49-F238E27FC236}">
                <a16:creationId xmlns:a16="http://schemas.microsoft.com/office/drawing/2014/main" id="{44684F1A-283C-45E2-8673-103965D751D5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2855914" y="1196975"/>
            <a:ext cx="504825" cy="433388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AU" sz="3600" kern="10"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3399FF"/>
                </a:solidFill>
                <a:latin typeface="Cooper Black" panose="0208090404030B020404" pitchFamily="18" charset="0"/>
              </a:rPr>
              <a:t>+</a:t>
            </a:r>
          </a:p>
        </p:txBody>
      </p:sp>
      <p:sp>
        <p:nvSpPr>
          <p:cNvPr id="2059" name="WordArt 21">
            <a:extLst>
              <a:ext uri="{FF2B5EF4-FFF2-40B4-BE49-F238E27FC236}">
                <a16:creationId xmlns:a16="http://schemas.microsoft.com/office/drawing/2014/main" id="{C5DE94C0-E21A-4254-9EC3-24FDD90504F8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3503614" y="1196975"/>
            <a:ext cx="358775" cy="433388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AU" sz="3600" kern="10"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3399FF"/>
                </a:solidFill>
                <a:latin typeface="Cooper Black" panose="0208090404030B020404" pitchFamily="18" charset="0"/>
              </a:rPr>
              <a:t>3</a:t>
            </a:r>
          </a:p>
        </p:txBody>
      </p:sp>
      <p:grpSp>
        <p:nvGrpSpPr>
          <p:cNvPr id="5145" name="Group 25">
            <a:extLst>
              <a:ext uri="{FF2B5EF4-FFF2-40B4-BE49-F238E27FC236}">
                <a16:creationId xmlns:a16="http://schemas.microsoft.com/office/drawing/2014/main" id="{B64B9800-61DF-4403-B811-B4B24412D301}"/>
              </a:ext>
            </a:extLst>
          </p:cNvPr>
          <p:cNvGrpSpPr>
            <a:grpSpLocks/>
          </p:cNvGrpSpPr>
          <p:nvPr/>
        </p:nvGrpSpPr>
        <p:grpSpPr bwMode="auto">
          <a:xfrm>
            <a:off x="2566989" y="3933826"/>
            <a:ext cx="720725" cy="792163"/>
            <a:chOff x="204" y="3212"/>
            <a:chExt cx="726" cy="807"/>
          </a:xfrm>
        </p:grpSpPr>
        <p:sp>
          <p:nvSpPr>
            <p:cNvPr id="2080" name="AutoShape 26">
              <a:extLst>
                <a:ext uri="{FF2B5EF4-FFF2-40B4-BE49-F238E27FC236}">
                  <a16:creationId xmlns:a16="http://schemas.microsoft.com/office/drawing/2014/main" id="{3FB8D845-2E5C-4F5C-A0CF-795458FA1BF4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>
              <a:off x="204" y="3430"/>
              <a:ext cx="726" cy="589"/>
            </a:xfrm>
            <a:custGeom>
              <a:avLst/>
              <a:gdLst>
                <a:gd name="T0" fmla="*/ 635 w 21600"/>
                <a:gd name="T1" fmla="*/ 295 h 21600"/>
                <a:gd name="T2" fmla="*/ 363 w 21600"/>
                <a:gd name="T3" fmla="*/ 589 h 21600"/>
                <a:gd name="T4" fmla="*/ 91 w 21600"/>
                <a:gd name="T5" fmla="*/ 295 h 21600"/>
                <a:gd name="T6" fmla="*/ 363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4493 w 21600"/>
                <a:gd name="T13" fmla="*/ 4511 h 21600"/>
                <a:gd name="T14" fmla="*/ 17107 w 21600"/>
                <a:gd name="T15" fmla="*/ 17089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99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10800000"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GB" altLang="en-US" sz="3600" b="1">
                  <a:solidFill>
                    <a:srgbClr val="FFFFFF"/>
                  </a:solidFill>
                </a:rPr>
                <a:t>1</a:t>
              </a:r>
            </a:p>
          </p:txBody>
        </p:sp>
        <p:sp>
          <p:nvSpPr>
            <p:cNvPr id="2081" name="Oval 27">
              <a:extLst>
                <a:ext uri="{FF2B5EF4-FFF2-40B4-BE49-F238E27FC236}">
                  <a16:creationId xmlns:a16="http://schemas.microsoft.com/office/drawing/2014/main" id="{EA2A58B2-6237-4DD7-AB09-228A1065CA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8" y="3212"/>
              <a:ext cx="227" cy="227"/>
            </a:xfrm>
            <a:prstGeom prst="ellipse">
              <a:avLst/>
            </a:prstGeom>
            <a:noFill/>
            <a:ln w="69850">
              <a:solidFill>
                <a:srgbClr val="3399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3399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AU" altLang="en-US">
                <a:solidFill>
                  <a:srgbClr val="000000"/>
                </a:solidFill>
              </a:endParaRPr>
            </a:p>
          </p:txBody>
        </p:sp>
      </p:grpSp>
      <p:pic>
        <p:nvPicPr>
          <p:cNvPr id="2061" name="Picture 28">
            <a:extLst>
              <a:ext uri="{FF2B5EF4-FFF2-40B4-BE49-F238E27FC236}">
                <a16:creationId xmlns:a16="http://schemas.microsoft.com/office/drawing/2014/main" id="{BAA5E6A4-F216-4E20-915A-277E532143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80325" y="836614"/>
            <a:ext cx="2736850" cy="5616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149" name="Text Box 29">
            <a:extLst>
              <a:ext uri="{FF2B5EF4-FFF2-40B4-BE49-F238E27FC236}">
                <a16:creationId xmlns:a16="http://schemas.microsoft.com/office/drawing/2014/main" id="{BDCF3FBE-73A7-4EAE-B0B7-22FE6445B1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83564" y="1058863"/>
            <a:ext cx="2592387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GB" altLang="en-US" sz="3600" b="1">
                <a:solidFill>
                  <a:srgbClr val="000000"/>
                </a:solidFill>
                <a:latin typeface="Bradley Hand ITC" panose="03070402050302030203" pitchFamily="66" charset="0"/>
              </a:rPr>
              <a:t> x + 3 = 5</a:t>
            </a:r>
          </a:p>
        </p:txBody>
      </p:sp>
      <p:sp>
        <p:nvSpPr>
          <p:cNvPr id="5150" name="Text Box 30">
            <a:extLst>
              <a:ext uri="{FF2B5EF4-FFF2-40B4-BE49-F238E27FC236}">
                <a16:creationId xmlns:a16="http://schemas.microsoft.com/office/drawing/2014/main" id="{A812A2FC-539E-44F5-AECA-0B304B78AE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12125" y="2211388"/>
            <a:ext cx="2592388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GB" altLang="en-US" sz="3600" b="1">
                <a:solidFill>
                  <a:srgbClr val="000000"/>
                </a:solidFill>
                <a:latin typeface="Bradley Hand ITC" panose="03070402050302030203" pitchFamily="66" charset="0"/>
              </a:rPr>
              <a:t> x        = 2</a:t>
            </a:r>
          </a:p>
        </p:txBody>
      </p:sp>
      <p:sp>
        <p:nvSpPr>
          <p:cNvPr id="5151" name="Text Box 31">
            <a:extLst>
              <a:ext uri="{FF2B5EF4-FFF2-40B4-BE49-F238E27FC236}">
                <a16:creationId xmlns:a16="http://schemas.microsoft.com/office/drawing/2014/main" id="{E07EAC7C-31E1-4689-8AAA-7514015171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75614" y="1747838"/>
            <a:ext cx="25923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GB" altLang="en-US" sz="2400" b="1">
                <a:solidFill>
                  <a:srgbClr val="FF0000"/>
                </a:solidFill>
                <a:latin typeface="Bradley Hand ITC" panose="03070402050302030203" pitchFamily="66" charset="0"/>
              </a:rPr>
              <a:t>Take off 3</a:t>
            </a:r>
          </a:p>
        </p:txBody>
      </p:sp>
      <p:grpSp>
        <p:nvGrpSpPr>
          <p:cNvPr id="5157" name="Group 37">
            <a:extLst>
              <a:ext uri="{FF2B5EF4-FFF2-40B4-BE49-F238E27FC236}">
                <a16:creationId xmlns:a16="http://schemas.microsoft.com/office/drawing/2014/main" id="{75292F65-6E24-449F-A1CC-90E9D317F658}"/>
              </a:ext>
            </a:extLst>
          </p:cNvPr>
          <p:cNvGrpSpPr>
            <a:grpSpLocks/>
          </p:cNvGrpSpPr>
          <p:nvPr/>
        </p:nvGrpSpPr>
        <p:grpSpPr bwMode="auto">
          <a:xfrm>
            <a:off x="2495551" y="3429001"/>
            <a:ext cx="720725" cy="792163"/>
            <a:chOff x="204" y="3212"/>
            <a:chExt cx="726" cy="807"/>
          </a:xfrm>
        </p:grpSpPr>
        <p:sp>
          <p:nvSpPr>
            <p:cNvPr id="2078" name="AutoShape 38">
              <a:extLst>
                <a:ext uri="{FF2B5EF4-FFF2-40B4-BE49-F238E27FC236}">
                  <a16:creationId xmlns:a16="http://schemas.microsoft.com/office/drawing/2014/main" id="{A139EE5B-EA61-4DC6-AE87-E763B0201D66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>
              <a:off x="204" y="3430"/>
              <a:ext cx="726" cy="589"/>
            </a:xfrm>
            <a:custGeom>
              <a:avLst/>
              <a:gdLst>
                <a:gd name="T0" fmla="*/ 635 w 21600"/>
                <a:gd name="T1" fmla="*/ 295 h 21600"/>
                <a:gd name="T2" fmla="*/ 363 w 21600"/>
                <a:gd name="T3" fmla="*/ 589 h 21600"/>
                <a:gd name="T4" fmla="*/ 91 w 21600"/>
                <a:gd name="T5" fmla="*/ 295 h 21600"/>
                <a:gd name="T6" fmla="*/ 363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4493 w 21600"/>
                <a:gd name="T13" fmla="*/ 4511 h 21600"/>
                <a:gd name="T14" fmla="*/ 17107 w 21600"/>
                <a:gd name="T15" fmla="*/ 17089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99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10800000"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GB" altLang="en-US" sz="3600" b="1">
                  <a:solidFill>
                    <a:srgbClr val="FFFFFF"/>
                  </a:solidFill>
                </a:rPr>
                <a:t>1</a:t>
              </a:r>
            </a:p>
          </p:txBody>
        </p:sp>
        <p:sp>
          <p:nvSpPr>
            <p:cNvPr id="2079" name="Oval 39">
              <a:extLst>
                <a:ext uri="{FF2B5EF4-FFF2-40B4-BE49-F238E27FC236}">
                  <a16:creationId xmlns:a16="http://schemas.microsoft.com/office/drawing/2014/main" id="{9D186817-B2F0-4732-9C98-F94CD83E45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8" y="3212"/>
              <a:ext cx="227" cy="227"/>
            </a:xfrm>
            <a:prstGeom prst="ellipse">
              <a:avLst/>
            </a:prstGeom>
            <a:noFill/>
            <a:ln w="69850">
              <a:solidFill>
                <a:srgbClr val="3399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3399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AU" altLang="en-US">
                <a:solidFill>
                  <a:srgbClr val="000000"/>
                </a:solidFill>
              </a:endParaRPr>
            </a:p>
          </p:txBody>
        </p:sp>
      </p:grpSp>
      <p:grpSp>
        <p:nvGrpSpPr>
          <p:cNvPr id="5154" name="Group 34">
            <a:extLst>
              <a:ext uri="{FF2B5EF4-FFF2-40B4-BE49-F238E27FC236}">
                <a16:creationId xmlns:a16="http://schemas.microsoft.com/office/drawing/2014/main" id="{8EA6D6C9-0E60-41F9-8CA5-6D39D2C15EAD}"/>
              </a:ext>
            </a:extLst>
          </p:cNvPr>
          <p:cNvGrpSpPr>
            <a:grpSpLocks/>
          </p:cNvGrpSpPr>
          <p:nvPr/>
        </p:nvGrpSpPr>
        <p:grpSpPr bwMode="auto">
          <a:xfrm>
            <a:off x="2927351" y="3932238"/>
            <a:ext cx="720725" cy="792162"/>
            <a:chOff x="204" y="3212"/>
            <a:chExt cx="726" cy="807"/>
          </a:xfrm>
        </p:grpSpPr>
        <p:sp>
          <p:nvSpPr>
            <p:cNvPr id="2076" name="AutoShape 35">
              <a:extLst>
                <a:ext uri="{FF2B5EF4-FFF2-40B4-BE49-F238E27FC236}">
                  <a16:creationId xmlns:a16="http://schemas.microsoft.com/office/drawing/2014/main" id="{E6C6A975-086F-4925-A93C-31DFCCED1086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>
              <a:off x="204" y="3430"/>
              <a:ext cx="726" cy="589"/>
            </a:xfrm>
            <a:custGeom>
              <a:avLst/>
              <a:gdLst>
                <a:gd name="T0" fmla="*/ 635 w 21600"/>
                <a:gd name="T1" fmla="*/ 295 h 21600"/>
                <a:gd name="T2" fmla="*/ 363 w 21600"/>
                <a:gd name="T3" fmla="*/ 589 h 21600"/>
                <a:gd name="T4" fmla="*/ 91 w 21600"/>
                <a:gd name="T5" fmla="*/ 295 h 21600"/>
                <a:gd name="T6" fmla="*/ 363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4493 w 21600"/>
                <a:gd name="T13" fmla="*/ 4511 h 21600"/>
                <a:gd name="T14" fmla="*/ 17107 w 21600"/>
                <a:gd name="T15" fmla="*/ 17089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99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10800000"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GB" altLang="en-US" sz="3600" b="1">
                  <a:solidFill>
                    <a:srgbClr val="FFFFFF"/>
                  </a:solidFill>
                </a:rPr>
                <a:t>1</a:t>
              </a:r>
            </a:p>
          </p:txBody>
        </p:sp>
        <p:sp>
          <p:nvSpPr>
            <p:cNvPr id="2077" name="Oval 36">
              <a:extLst>
                <a:ext uri="{FF2B5EF4-FFF2-40B4-BE49-F238E27FC236}">
                  <a16:creationId xmlns:a16="http://schemas.microsoft.com/office/drawing/2014/main" id="{95A63CEB-93DA-4B2A-B271-DBAB986523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8" y="3212"/>
              <a:ext cx="227" cy="227"/>
            </a:xfrm>
            <a:prstGeom prst="ellipse">
              <a:avLst/>
            </a:prstGeom>
            <a:noFill/>
            <a:ln w="69850">
              <a:solidFill>
                <a:srgbClr val="3399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3399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AU" altLang="en-US">
                <a:solidFill>
                  <a:srgbClr val="000000"/>
                </a:solidFill>
              </a:endParaRPr>
            </a:p>
          </p:txBody>
        </p:sp>
      </p:grpSp>
      <p:grpSp>
        <p:nvGrpSpPr>
          <p:cNvPr id="2067" name="Group 3">
            <a:extLst>
              <a:ext uri="{FF2B5EF4-FFF2-40B4-BE49-F238E27FC236}">
                <a16:creationId xmlns:a16="http://schemas.microsoft.com/office/drawing/2014/main" id="{12ABC2A4-812D-4183-9F8C-B340CCACE187}"/>
              </a:ext>
            </a:extLst>
          </p:cNvPr>
          <p:cNvGrpSpPr>
            <a:grpSpLocks/>
          </p:cNvGrpSpPr>
          <p:nvPr/>
        </p:nvGrpSpPr>
        <p:grpSpPr bwMode="auto">
          <a:xfrm>
            <a:off x="2135189" y="3644900"/>
            <a:ext cx="865187" cy="1079500"/>
            <a:chOff x="204" y="3212"/>
            <a:chExt cx="726" cy="807"/>
          </a:xfrm>
        </p:grpSpPr>
        <p:sp>
          <p:nvSpPr>
            <p:cNvPr id="2074" name="AutoShape 4">
              <a:extLst>
                <a:ext uri="{FF2B5EF4-FFF2-40B4-BE49-F238E27FC236}">
                  <a16:creationId xmlns:a16="http://schemas.microsoft.com/office/drawing/2014/main" id="{30B59CA1-6837-445B-AE23-56D8CAC47C18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>
              <a:off x="204" y="3430"/>
              <a:ext cx="726" cy="589"/>
            </a:xfrm>
            <a:custGeom>
              <a:avLst/>
              <a:gdLst>
                <a:gd name="T0" fmla="*/ 635 w 21600"/>
                <a:gd name="T1" fmla="*/ 295 h 21600"/>
                <a:gd name="T2" fmla="*/ 363 w 21600"/>
                <a:gd name="T3" fmla="*/ 589 h 21600"/>
                <a:gd name="T4" fmla="*/ 91 w 21600"/>
                <a:gd name="T5" fmla="*/ 295 h 21600"/>
                <a:gd name="T6" fmla="*/ 363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4493 w 21600"/>
                <a:gd name="T13" fmla="*/ 4511 h 21600"/>
                <a:gd name="T14" fmla="*/ 17107 w 21600"/>
                <a:gd name="T15" fmla="*/ 17089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10800000"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GB" altLang="en-US" sz="3600" b="1">
                  <a:solidFill>
                    <a:srgbClr val="FFFFFF"/>
                  </a:solidFill>
                </a:rPr>
                <a:t>x</a:t>
              </a:r>
            </a:p>
          </p:txBody>
        </p:sp>
        <p:sp>
          <p:nvSpPr>
            <p:cNvPr id="2075" name="Oval 5">
              <a:extLst>
                <a:ext uri="{FF2B5EF4-FFF2-40B4-BE49-F238E27FC236}">
                  <a16:creationId xmlns:a16="http://schemas.microsoft.com/office/drawing/2014/main" id="{22EDEC12-2CE7-4ED8-A8D4-E47BF64636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8" y="3212"/>
              <a:ext cx="227" cy="227"/>
            </a:xfrm>
            <a:prstGeom prst="ellipse">
              <a:avLst/>
            </a:prstGeom>
            <a:noFill/>
            <a:ln w="698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AU" altLang="en-US">
                <a:solidFill>
                  <a:srgbClr val="000000"/>
                </a:solidFill>
              </a:endParaRPr>
            </a:p>
          </p:txBody>
        </p:sp>
      </p:grpSp>
      <p:grpSp>
        <p:nvGrpSpPr>
          <p:cNvPr id="5166" name="Group 46">
            <a:extLst>
              <a:ext uri="{FF2B5EF4-FFF2-40B4-BE49-F238E27FC236}">
                <a16:creationId xmlns:a16="http://schemas.microsoft.com/office/drawing/2014/main" id="{7168CD29-8349-4DA7-B397-B9BCF121E4A2}"/>
              </a:ext>
            </a:extLst>
          </p:cNvPr>
          <p:cNvGrpSpPr>
            <a:grpSpLocks/>
          </p:cNvGrpSpPr>
          <p:nvPr/>
        </p:nvGrpSpPr>
        <p:grpSpPr bwMode="auto">
          <a:xfrm>
            <a:off x="6600826" y="3933826"/>
            <a:ext cx="720725" cy="792163"/>
            <a:chOff x="204" y="3212"/>
            <a:chExt cx="726" cy="807"/>
          </a:xfrm>
        </p:grpSpPr>
        <p:sp>
          <p:nvSpPr>
            <p:cNvPr id="2072" name="AutoShape 47">
              <a:extLst>
                <a:ext uri="{FF2B5EF4-FFF2-40B4-BE49-F238E27FC236}">
                  <a16:creationId xmlns:a16="http://schemas.microsoft.com/office/drawing/2014/main" id="{A0CBFFE5-EA1A-4221-AE50-02162FAEF977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>
              <a:off x="204" y="3430"/>
              <a:ext cx="726" cy="589"/>
            </a:xfrm>
            <a:custGeom>
              <a:avLst/>
              <a:gdLst>
                <a:gd name="T0" fmla="*/ 635 w 21600"/>
                <a:gd name="T1" fmla="*/ 295 h 21600"/>
                <a:gd name="T2" fmla="*/ 363 w 21600"/>
                <a:gd name="T3" fmla="*/ 589 h 21600"/>
                <a:gd name="T4" fmla="*/ 91 w 21600"/>
                <a:gd name="T5" fmla="*/ 295 h 21600"/>
                <a:gd name="T6" fmla="*/ 363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4493 w 21600"/>
                <a:gd name="T13" fmla="*/ 4511 h 21600"/>
                <a:gd name="T14" fmla="*/ 17107 w 21600"/>
                <a:gd name="T15" fmla="*/ 17089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99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10800000"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GB" altLang="en-US" sz="3600" b="1">
                  <a:solidFill>
                    <a:srgbClr val="FFFFFF"/>
                  </a:solidFill>
                </a:rPr>
                <a:t>1</a:t>
              </a:r>
            </a:p>
          </p:txBody>
        </p:sp>
        <p:sp>
          <p:nvSpPr>
            <p:cNvPr id="2073" name="Oval 48">
              <a:extLst>
                <a:ext uri="{FF2B5EF4-FFF2-40B4-BE49-F238E27FC236}">
                  <a16:creationId xmlns:a16="http://schemas.microsoft.com/office/drawing/2014/main" id="{920E4335-4283-41E4-9DFB-79A4AB26EA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8" y="3212"/>
              <a:ext cx="227" cy="227"/>
            </a:xfrm>
            <a:prstGeom prst="ellipse">
              <a:avLst/>
            </a:prstGeom>
            <a:noFill/>
            <a:ln w="69850">
              <a:solidFill>
                <a:srgbClr val="3399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3399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AU" altLang="en-US">
                <a:solidFill>
                  <a:srgbClr val="000000"/>
                </a:solidFill>
              </a:endParaRPr>
            </a:p>
          </p:txBody>
        </p:sp>
      </p:grpSp>
      <p:grpSp>
        <p:nvGrpSpPr>
          <p:cNvPr id="5169" name="Group 49">
            <a:extLst>
              <a:ext uri="{FF2B5EF4-FFF2-40B4-BE49-F238E27FC236}">
                <a16:creationId xmlns:a16="http://schemas.microsoft.com/office/drawing/2014/main" id="{EB66C347-5A36-45F0-B509-09E61503D25B}"/>
              </a:ext>
            </a:extLst>
          </p:cNvPr>
          <p:cNvGrpSpPr>
            <a:grpSpLocks/>
          </p:cNvGrpSpPr>
          <p:nvPr/>
        </p:nvGrpSpPr>
        <p:grpSpPr bwMode="auto">
          <a:xfrm>
            <a:off x="6167439" y="3933826"/>
            <a:ext cx="720725" cy="792163"/>
            <a:chOff x="204" y="3212"/>
            <a:chExt cx="726" cy="807"/>
          </a:xfrm>
        </p:grpSpPr>
        <p:sp>
          <p:nvSpPr>
            <p:cNvPr id="2070" name="AutoShape 50">
              <a:extLst>
                <a:ext uri="{FF2B5EF4-FFF2-40B4-BE49-F238E27FC236}">
                  <a16:creationId xmlns:a16="http://schemas.microsoft.com/office/drawing/2014/main" id="{74BC8685-79D7-4E92-8020-06F04BBBD0A5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>
              <a:off x="204" y="3430"/>
              <a:ext cx="726" cy="589"/>
            </a:xfrm>
            <a:custGeom>
              <a:avLst/>
              <a:gdLst>
                <a:gd name="T0" fmla="*/ 635 w 21600"/>
                <a:gd name="T1" fmla="*/ 295 h 21600"/>
                <a:gd name="T2" fmla="*/ 363 w 21600"/>
                <a:gd name="T3" fmla="*/ 589 h 21600"/>
                <a:gd name="T4" fmla="*/ 91 w 21600"/>
                <a:gd name="T5" fmla="*/ 295 h 21600"/>
                <a:gd name="T6" fmla="*/ 363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4493 w 21600"/>
                <a:gd name="T13" fmla="*/ 4511 h 21600"/>
                <a:gd name="T14" fmla="*/ 17107 w 21600"/>
                <a:gd name="T15" fmla="*/ 17089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99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10800000"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GB" altLang="en-US" sz="3600" b="1">
                  <a:solidFill>
                    <a:srgbClr val="FFFFFF"/>
                  </a:solidFill>
                </a:rPr>
                <a:t>1</a:t>
              </a:r>
            </a:p>
          </p:txBody>
        </p:sp>
        <p:sp>
          <p:nvSpPr>
            <p:cNvPr id="2071" name="Oval 51">
              <a:extLst>
                <a:ext uri="{FF2B5EF4-FFF2-40B4-BE49-F238E27FC236}">
                  <a16:creationId xmlns:a16="http://schemas.microsoft.com/office/drawing/2014/main" id="{4265C6F3-791A-4C18-81F1-4F962ED5EF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8" y="3212"/>
              <a:ext cx="227" cy="227"/>
            </a:xfrm>
            <a:prstGeom prst="ellipse">
              <a:avLst/>
            </a:prstGeom>
            <a:noFill/>
            <a:ln w="69850">
              <a:solidFill>
                <a:srgbClr val="3399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3399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AU" altLang="en-US">
                <a:solidFill>
                  <a:srgbClr val="000000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5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5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1000"/>
                                        <p:tgtEl>
                                          <p:spTgt spid="5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49" grpId="0"/>
      <p:bldP spid="5150" grpId="0"/>
      <p:bldP spid="515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11">
            <a:extLst>
              <a:ext uri="{FF2B5EF4-FFF2-40B4-BE49-F238E27FC236}">
                <a16:creationId xmlns:a16="http://schemas.microsoft.com/office/drawing/2014/main" id="{95DEFCEB-73BA-4870-B4BD-CD89C5D127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9288" y="1700214"/>
            <a:ext cx="5688012" cy="4110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3075" name="Group 15">
            <a:extLst>
              <a:ext uri="{FF2B5EF4-FFF2-40B4-BE49-F238E27FC236}">
                <a16:creationId xmlns:a16="http://schemas.microsoft.com/office/drawing/2014/main" id="{AF4198B7-D46D-44E0-AED3-01519FDFDB1F}"/>
              </a:ext>
            </a:extLst>
          </p:cNvPr>
          <p:cNvGrpSpPr>
            <a:grpSpLocks/>
          </p:cNvGrpSpPr>
          <p:nvPr/>
        </p:nvGrpSpPr>
        <p:grpSpPr bwMode="auto">
          <a:xfrm>
            <a:off x="1992314" y="3573463"/>
            <a:ext cx="865187" cy="1079500"/>
            <a:chOff x="204" y="3212"/>
            <a:chExt cx="726" cy="807"/>
          </a:xfrm>
        </p:grpSpPr>
        <p:sp>
          <p:nvSpPr>
            <p:cNvPr id="3104" name="AutoShape 12">
              <a:extLst>
                <a:ext uri="{FF2B5EF4-FFF2-40B4-BE49-F238E27FC236}">
                  <a16:creationId xmlns:a16="http://schemas.microsoft.com/office/drawing/2014/main" id="{3C5EC25B-1F41-4CD2-9C31-24E5BD28BC53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>
              <a:off x="204" y="3430"/>
              <a:ext cx="726" cy="589"/>
            </a:xfrm>
            <a:custGeom>
              <a:avLst/>
              <a:gdLst>
                <a:gd name="T0" fmla="*/ 635 w 21600"/>
                <a:gd name="T1" fmla="*/ 295 h 21600"/>
                <a:gd name="T2" fmla="*/ 363 w 21600"/>
                <a:gd name="T3" fmla="*/ 589 h 21600"/>
                <a:gd name="T4" fmla="*/ 91 w 21600"/>
                <a:gd name="T5" fmla="*/ 295 h 21600"/>
                <a:gd name="T6" fmla="*/ 363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4493 w 21600"/>
                <a:gd name="T13" fmla="*/ 4511 h 21600"/>
                <a:gd name="T14" fmla="*/ 17107 w 21600"/>
                <a:gd name="T15" fmla="*/ 17089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10800000"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GB" altLang="en-US" sz="3600" b="1">
                  <a:solidFill>
                    <a:srgbClr val="FFFFFF"/>
                  </a:solidFill>
                </a:rPr>
                <a:t>x</a:t>
              </a:r>
            </a:p>
          </p:txBody>
        </p:sp>
        <p:sp>
          <p:nvSpPr>
            <p:cNvPr id="3105" name="Oval 13">
              <a:extLst>
                <a:ext uri="{FF2B5EF4-FFF2-40B4-BE49-F238E27FC236}">
                  <a16:creationId xmlns:a16="http://schemas.microsoft.com/office/drawing/2014/main" id="{BAE486C9-DB0A-4E72-B930-51EAAC4734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8" y="3212"/>
              <a:ext cx="227" cy="227"/>
            </a:xfrm>
            <a:prstGeom prst="ellipse">
              <a:avLst/>
            </a:prstGeom>
            <a:noFill/>
            <a:ln w="698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AU" altLang="en-US">
                <a:solidFill>
                  <a:srgbClr val="000000"/>
                </a:solidFill>
              </a:endParaRPr>
            </a:p>
          </p:txBody>
        </p:sp>
      </p:grpSp>
      <p:grpSp>
        <p:nvGrpSpPr>
          <p:cNvPr id="2086" name="Group 38">
            <a:extLst>
              <a:ext uri="{FF2B5EF4-FFF2-40B4-BE49-F238E27FC236}">
                <a16:creationId xmlns:a16="http://schemas.microsoft.com/office/drawing/2014/main" id="{EF046645-AA20-4FFC-A1CB-BC94E47B0094}"/>
              </a:ext>
            </a:extLst>
          </p:cNvPr>
          <p:cNvGrpSpPr>
            <a:grpSpLocks/>
          </p:cNvGrpSpPr>
          <p:nvPr/>
        </p:nvGrpSpPr>
        <p:grpSpPr bwMode="auto">
          <a:xfrm>
            <a:off x="6311901" y="3789363"/>
            <a:ext cx="720725" cy="792162"/>
            <a:chOff x="204" y="3212"/>
            <a:chExt cx="726" cy="807"/>
          </a:xfrm>
        </p:grpSpPr>
        <p:sp>
          <p:nvSpPr>
            <p:cNvPr id="3102" name="AutoShape 39">
              <a:extLst>
                <a:ext uri="{FF2B5EF4-FFF2-40B4-BE49-F238E27FC236}">
                  <a16:creationId xmlns:a16="http://schemas.microsoft.com/office/drawing/2014/main" id="{1BBBD24F-D150-47A5-BD72-2D14165297E8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>
              <a:off x="204" y="3430"/>
              <a:ext cx="726" cy="589"/>
            </a:xfrm>
            <a:custGeom>
              <a:avLst/>
              <a:gdLst>
                <a:gd name="T0" fmla="*/ 635 w 21600"/>
                <a:gd name="T1" fmla="*/ 295 h 21600"/>
                <a:gd name="T2" fmla="*/ 363 w 21600"/>
                <a:gd name="T3" fmla="*/ 589 h 21600"/>
                <a:gd name="T4" fmla="*/ 91 w 21600"/>
                <a:gd name="T5" fmla="*/ 295 h 21600"/>
                <a:gd name="T6" fmla="*/ 363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4493 w 21600"/>
                <a:gd name="T13" fmla="*/ 4511 h 21600"/>
                <a:gd name="T14" fmla="*/ 17107 w 21600"/>
                <a:gd name="T15" fmla="*/ 17089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99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10800000"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GB" altLang="en-US" sz="3600" b="1">
                  <a:solidFill>
                    <a:srgbClr val="FFFFFF"/>
                  </a:solidFill>
                </a:rPr>
                <a:t>1</a:t>
              </a:r>
            </a:p>
          </p:txBody>
        </p:sp>
        <p:sp>
          <p:nvSpPr>
            <p:cNvPr id="3103" name="Oval 40">
              <a:extLst>
                <a:ext uri="{FF2B5EF4-FFF2-40B4-BE49-F238E27FC236}">
                  <a16:creationId xmlns:a16="http://schemas.microsoft.com/office/drawing/2014/main" id="{D05915A9-206C-4872-9E1A-BD49E3F6D4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8" y="3212"/>
              <a:ext cx="227" cy="227"/>
            </a:xfrm>
            <a:prstGeom prst="ellipse">
              <a:avLst/>
            </a:prstGeom>
            <a:noFill/>
            <a:ln w="69850">
              <a:solidFill>
                <a:srgbClr val="3399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3399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AU" altLang="en-US">
                <a:solidFill>
                  <a:srgbClr val="000000"/>
                </a:solidFill>
              </a:endParaRPr>
            </a:p>
          </p:txBody>
        </p:sp>
      </p:grpSp>
      <p:grpSp>
        <p:nvGrpSpPr>
          <p:cNvPr id="3077" name="Group 32">
            <a:extLst>
              <a:ext uri="{FF2B5EF4-FFF2-40B4-BE49-F238E27FC236}">
                <a16:creationId xmlns:a16="http://schemas.microsoft.com/office/drawing/2014/main" id="{1E79C85D-5B27-4D0E-955D-C0F066A8A5F2}"/>
              </a:ext>
            </a:extLst>
          </p:cNvPr>
          <p:cNvGrpSpPr>
            <a:grpSpLocks/>
          </p:cNvGrpSpPr>
          <p:nvPr/>
        </p:nvGrpSpPr>
        <p:grpSpPr bwMode="auto">
          <a:xfrm>
            <a:off x="5951539" y="3933826"/>
            <a:ext cx="720725" cy="792163"/>
            <a:chOff x="204" y="3212"/>
            <a:chExt cx="726" cy="807"/>
          </a:xfrm>
        </p:grpSpPr>
        <p:sp>
          <p:nvSpPr>
            <p:cNvPr id="3100" name="AutoShape 33">
              <a:extLst>
                <a:ext uri="{FF2B5EF4-FFF2-40B4-BE49-F238E27FC236}">
                  <a16:creationId xmlns:a16="http://schemas.microsoft.com/office/drawing/2014/main" id="{BC960FE8-630F-4E40-A0F0-FF25DA95B92D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>
              <a:off x="204" y="3430"/>
              <a:ext cx="726" cy="589"/>
            </a:xfrm>
            <a:custGeom>
              <a:avLst/>
              <a:gdLst>
                <a:gd name="T0" fmla="*/ 635 w 21600"/>
                <a:gd name="T1" fmla="*/ 295 h 21600"/>
                <a:gd name="T2" fmla="*/ 363 w 21600"/>
                <a:gd name="T3" fmla="*/ 589 h 21600"/>
                <a:gd name="T4" fmla="*/ 91 w 21600"/>
                <a:gd name="T5" fmla="*/ 295 h 21600"/>
                <a:gd name="T6" fmla="*/ 363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4493 w 21600"/>
                <a:gd name="T13" fmla="*/ 4511 h 21600"/>
                <a:gd name="T14" fmla="*/ 17107 w 21600"/>
                <a:gd name="T15" fmla="*/ 17089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99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10800000"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GB" altLang="en-US" sz="3600" b="1">
                  <a:solidFill>
                    <a:srgbClr val="FFFFFF"/>
                  </a:solidFill>
                </a:rPr>
                <a:t>1</a:t>
              </a:r>
            </a:p>
          </p:txBody>
        </p:sp>
        <p:sp>
          <p:nvSpPr>
            <p:cNvPr id="3101" name="Oval 34">
              <a:extLst>
                <a:ext uri="{FF2B5EF4-FFF2-40B4-BE49-F238E27FC236}">
                  <a16:creationId xmlns:a16="http://schemas.microsoft.com/office/drawing/2014/main" id="{669B7815-021C-409C-8540-A11FBA0D61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8" y="3212"/>
              <a:ext cx="227" cy="227"/>
            </a:xfrm>
            <a:prstGeom prst="ellipse">
              <a:avLst/>
            </a:prstGeom>
            <a:noFill/>
            <a:ln w="69850">
              <a:solidFill>
                <a:srgbClr val="3399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3399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AU" altLang="en-US">
                <a:solidFill>
                  <a:srgbClr val="000000"/>
                </a:solidFill>
              </a:endParaRPr>
            </a:p>
          </p:txBody>
        </p:sp>
      </p:grpSp>
      <p:grpSp>
        <p:nvGrpSpPr>
          <p:cNvPr id="3078" name="Group 35">
            <a:extLst>
              <a:ext uri="{FF2B5EF4-FFF2-40B4-BE49-F238E27FC236}">
                <a16:creationId xmlns:a16="http://schemas.microsoft.com/office/drawing/2014/main" id="{9AFE279B-AE8A-4FB8-B615-DE589940E5C0}"/>
              </a:ext>
            </a:extLst>
          </p:cNvPr>
          <p:cNvGrpSpPr>
            <a:grpSpLocks/>
          </p:cNvGrpSpPr>
          <p:nvPr/>
        </p:nvGrpSpPr>
        <p:grpSpPr bwMode="auto">
          <a:xfrm>
            <a:off x="6672264" y="3933826"/>
            <a:ext cx="720725" cy="792163"/>
            <a:chOff x="204" y="3212"/>
            <a:chExt cx="726" cy="807"/>
          </a:xfrm>
        </p:grpSpPr>
        <p:sp>
          <p:nvSpPr>
            <p:cNvPr id="3098" name="AutoShape 36">
              <a:extLst>
                <a:ext uri="{FF2B5EF4-FFF2-40B4-BE49-F238E27FC236}">
                  <a16:creationId xmlns:a16="http://schemas.microsoft.com/office/drawing/2014/main" id="{65998EA4-90C6-45A1-B869-69EE3E303FA4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>
              <a:off x="204" y="3430"/>
              <a:ext cx="726" cy="589"/>
            </a:xfrm>
            <a:custGeom>
              <a:avLst/>
              <a:gdLst>
                <a:gd name="T0" fmla="*/ 635 w 21600"/>
                <a:gd name="T1" fmla="*/ 295 h 21600"/>
                <a:gd name="T2" fmla="*/ 363 w 21600"/>
                <a:gd name="T3" fmla="*/ 589 h 21600"/>
                <a:gd name="T4" fmla="*/ 91 w 21600"/>
                <a:gd name="T5" fmla="*/ 295 h 21600"/>
                <a:gd name="T6" fmla="*/ 363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4493 w 21600"/>
                <a:gd name="T13" fmla="*/ 4511 h 21600"/>
                <a:gd name="T14" fmla="*/ 17107 w 21600"/>
                <a:gd name="T15" fmla="*/ 17089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99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10800000"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GB" altLang="en-US" sz="3600" b="1">
                  <a:solidFill>
                    <a:srgbClr val="FFFFFF"/>
                  </a:solidFill>
                </a:rPr>
                <a:t>1</a:t>
              </a:r>
            </a:p>
          </p:txBody>
        </p:sp>
        <p:sp>
          <p:nvSpPr>
            <p:cNvPr id="3099" name="Oval 37">
              <a:extLst>
                <a:ext uri="{FF2B5EF4-FFF2-40B4-BE49-F238E27FC236}">
                  <a16:creationId xmlns:a16="http://schemas.microsoft.com/office/drawing/2014/main" id="{58088851-16B1-4CAB-97B6-9DEFA6400F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8" y="3212"/>
              <a:ext cx="227" cy="227"/>
            </a:xfrm>
            <a:prstGeom prst="ellipse">
              <a:avLst/>
            </a:prstGeom>
            <a:noFill/>
            <a:ln w="69850">
              <a:solidFill>
                <a:srgbClr val="3399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3399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AU" altLang="en-US">
                <a:solidFill>
                  <a:srgbClr val="000000"/>
                </a:solidFill>
              </a:endParaRPr>
            </a:p>
          </p:txBody>
        </p:sp>
      </p:grpSp>
      <p:sp>
        <p:nvSpPr>
          <p:cNvPr id="3079" name="WordArt 41">
            <a:extLst>
              <a:ext uri="{FF2B5EF4-FFF2-40B4-BE49-F238E27FC236}">
                <a16:creationId xmlns:a16="http://schemas.microsoft.com/office/drawing/2014/main" id="{C2944862-F6A0-4AA2-8B23-F4313ACB1DB4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1847850" y="1196975"/>
            <a:ext cx="431800" cy="433388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AU" sz="3600" kern="10"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3399FF"/>
                </a:solidFill>
                <a:latin typeface="Cooper Black" panose="0208090404030B020404" pitchFamily="18" charset="0"/>
              </a:rPr>
              <a:t>2</a:t>
            </a:r>
          </a:p>
        </p:txBody>
      </p:sp>
      <p:sp>
        <p:nvSpPr>
          <p:cNvPr id="3080" name="WordArt 42">
            <a:extLst>
              <a:ext uri="{FF2B5EF4-FFF2-40B4-BE49-F238E27FC236}">
                <a16:creationId xmlns:a16="http://schemas.microsoft.com/office/drawing/2014/main" id="{F17C9F9F-B086-4281-941D-0F60018F4914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2351088" y="1196975"/>
            <a:ext cx="431800" cy="433388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AU" sz="3600" kern="10"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3399FF"/>
                </a:solidFill>
                <a:latin typeface="Cooper Black" panose="0208090404030B020404" pitchFamily="18" charset="0"/>
              </a:rPr>
              <a:t>x</a:t>
            </a:r>
          </a:p>
        </p:txBody>
      </p:sp>
      <p:sp>
        <p:nvSpPr>
          <p:cNvPr id="3081" name="WordArt 43">
            <a:extLst>
              <a:ext uri="{FF2B5EF4-FFF2-40B4-BE49-F238E27FC236}">
                <a16:creationId xmlns:a16="http://schemas.microsoft.com/office/drawing/2014/main" id="{FE01BAFC-D87B-48C8-B6B3-CA05D7C9B230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4511675" y="1196975"/>
            <a:ext cx="431800" cy="4318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AU" sz="3600" kern="10"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3399FF"/>
                </a:solidFill>
                <a:latin typeface="Cooper Black" panose="0208090404030B020404" pitchFamily="18" charset="0"/>
              </a:rPr>
              <a:t>=</a:t>
            </a:r>
          </a:p>
        </p:txBody>
      </p:sp>
      <p:sp>
        <p:nvSpPr>
          <p:cNvPr id="3082" name="WordArt 44">
            <a:extLst>
              <a:ext uri="{FF2B5EF4-FFF2-40B4-BE49-F238E27FC236}">
                <a16:creationId xmlns:a16="http://schemas.microsoft.com/office/drawing/2014/main" id="{EB8C6BD2-0186-4395-A7AE-5C4B0B666D55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6311901" y="1196975"/>
            <a:ext cx="504825" cy="503238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AU" sz="3600" kern="10"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3399FF"/>
                </a:solidFill>
                <a:latin typeface="Cooper Black" panose="0208090404030B020404" pitchFamily="18" charset="0"/>
              </a:rPr>
              <a:t>3</a:t>
            </a:r>
          </a:p>
        </p:txBody>
      </p:sp>
      <p:sp>
        <p:nvSpPr>
          <p:cNvPr id="3083" name="WordArt 45">
            <a:extLst>
              <a:ext uri="{FF2B5EF4-FFF2-40B4-BE49-F238E27FC236}">
                <a16:creationId xmlns:a16="http://schemas.microsoft.com/office/drawing/2014/main" id="{6DCCAFCD-978A-4718-B862-F36FBFA9611E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2855914" y="1196975"/>
            <a:ext cx="504825" cy="433388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AU" sz="3600" kern="10"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3399FF"/>
                </a:solidFill>
                <a:latin typeface="Cooper Black" panose="0208090404030B020404" pitchFamily="18" charset="0"/>
              </a:rPr>
              <a:t>+</a:t>
            </a:r>
          </a:p>
        </p:txBody>
      </p:sp>
      <p:sp>
        <p:nvSpPr>
          <p:cNvPr id="3084" name="WordArt 46">
            <a:extLst>
              <a:ext uri="{FF2B5EF4-FFF2-40B4-BE49-F238E27FC236}">
                <a16:creationId xmlns:a16="http://schemas.microsoft.com/office/drawing/2014/main" id="{3AECA946-594B-4BF2-9028-13BEE78055AC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3503614" y="1196975"/>
            <a:ext cx="358775" cy="433388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AU" sz="3600" kern="10"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3399FF"/>
                </a:solidFill>
                <a:latin typeface="Cooper Black" panose="0208090404030B020404" pitchFamily="18" charset="0"/>
              </a:rPr>
              <a:t>1</a:t>
            </a:r>
          </a:p>
        </p:txBody>
      </p:sp>
      <p:grpSp>
        <p:nvGrpSpPr>
          <p:cNvPr id="3085" name="Group 47">
            <a:extLst>
              <a:ext uri="{FF2B5EF4-FFF2-40B4-BE49-F238E27FC236}">
                <a16:creationId xmlns:a16="http://schemas.microsoft.com/office/drawing/2014/main" id="{E7147448-572E-4B7B-92D9-625026B10867}"/>
              </a:ext>
            </a:extLst>
          </p:cNvPr>
          <p:cNvGrpSpPr>
            <a:grpSpLocks/>
          </p:cNvGrpSpPr>
          <p:nvPr/>
        </p:nvGrpSpPr>
        <p:grpSpPr bwMode="auto">
          <a:xfrm>
            <a:off x="2855914" y="3573463"/>
            <a:ext cx="865187" cy="1079500"/>
            <a:chOff x="204" y="3212"/>
            <a:chExt cx="726" cy="807"/>
          </a:xfrm>
        </p:grpSpPr>
        <p:sp>
          <p:nvSpPr>
            <p:cNvPr id="3096" name="AutoShape 48">
              <a:extLst>
                <a:ext uri="{FF2B5EF4-FFF2-40B4-BE49-F238E27FC236}">
                  <a16:creationId xmlns:a16="http://schemas.microsoft.com/office/drawing/2014/main" id="{DA626AA2-2A4D-4DB7-9716-430EF5F7A511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>
              <a:off x="204" y="3430"/>
              <a:ext cx="726" cy="589"/>
            </a:xfrm>
            <a:custGeom>
              <a:avLst/>
              <a:gdLst>
                <a:gd name="T0" fmla="*/ 635 w 21600"/>
                <a:gd name="T1" fmla="*/ 295 h 21600"/>
                <a:gd name="T2" fmla="*/ 363 w 21600"/>
                <a:gd name="T3" fmla="*/ 589 h 21600"/>
                <a:gd name="T4" fmla="*/ 91 w 21600"/>
                <a:gd name="T5" fmla="*/ 295 h 21600"/>
                <a:gd name="T6" fmla="*/ 363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4493 w 21600"/>
                <a:gd name="T13" fmla="*/ 4511 h 21600"/>
                <a:gd name="T14" fmla="*/ 17107 w 21600"/>
                <a:gd name="T15" fmla="*/ 17089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10800000"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GB" altLang="en-US" sz="3600" b="1">
                  <a:solidFill>
                    <a:srgbClr val="FFFFFF"/>
                  </a:solidFill>
                </a:rPr>
                <a:t>x</a:t>
              </a:r>
            </a:p>
          </p:txBody>
        </p:sp>
        <p:sp>
          <p:nvSpPr>
            <p:cNvPr id="3097" name="Oval 49">
              <a:extLst>
                <a:ext uri="{FF2B5EF4-FFF2-40B4-BE49-F238E27FC236}">
                  <a16:creationId xmlns:a16="http://schemas.microsoft.com/office/drawing/2014/main" id="{C9ABE93B-8E24-44D1-AA6C-A24E5812F3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8" y="3212"/>
              <a:ext cx="227" cy="227"/>
            </a:xfrm>
            <a:prstGeom prst="ellipse">
              <a:avLst/>
            </a:prstGeom>
            <a:noFill/>
            <a:ln w="698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AU" altLang="en-US">
                <a:solidFill>
                  <a:srgbClr val="000000"/>
                </a:solidFill>
              </a:endParaRPr>
            </a:p>
          </p:txBody>
        </p:sp>
      </p:grpSp>
      <p:grpSp>
        <p:nvGrpSpPr>
          <p:cNvPr id="2067" name="Group 19">
            <a:extLst>
              <a:ext uri="{FF2B5EF4-FFF2-40B4-BE49-F238E27FC236}">
                <a16:creationId xmlns:a16="http://schemas.microsoft.com/office/drawing/2014/main" id="{2C073B0E-1823-4A3F-B538-1FAE1B36C1EA}"/>
              </a:ext>
            </a:extLst>
          </p:cNvPr>
          <p:cNvGrpSpPr>
            <a:grpSpLocks/>
          </p:cNvGrpSpPr>
          <p:nvPr/>
        </p:nvGrpSpPr>
        <p:grpSpPr bwMode="auto">
          <a:xfrm>
            <a:off x="2566989" y="3933826"/>
            <a:ext cx="720725" cy="792163"/>
            <a:chOff x="204" y="3212"/>
            <a:chExt cx="726" cy="807"/>
          </a:xfrm>
        </p:grpSpPr>
        <p:sp>
          <p:nvSpPr>
            <p:cNvPr id="3094" name="AutoShape 20">
              <a:extLst>
                <a:ext uri="{FF2B5EF4-FFF2-40B4-BE49-F238E27FC236}">
                  <a16:creationId xmlns:a16="http://schemas.microsoft.com/office/drawing/2014/main" id="{ADC25A5C-008C-498E-8EAA-4EB9D51F8297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>
              <a:off x="204" y="3430"/>
              <a:ext cx="726" cy="589"/>
            </a:xfrm>
            <a:custGeom>
              <a:avLst/>
              <a:gdLst>
                <a:gd name="T0" fmla="*/ 635 w 21600"/>
                <a:gd name="T1" fmla="*/ 295 h 21600"/>
                <a:gd name="T2" fmla="*/ 363 w 21600"/>
                <a:gd name="T3" fmla="*/ 589 h 21600"/>
                <a:gd name="T4" fmla="*/ 91 w 21600"/>
                <a:gd name="T5" fmla="*/ 295 h 21600"/>
                <a:gd name="T6" fmla="*/ 363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4493 w 21600"/>
                <a:gd name="T13" fmla="*/ 4511 h 21600"/>
                <a:gd name="T14" fmla="*/ 17107 w 21600"/>
                <a:gd name="T15" fmla="*/ 17089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99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10800000"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GB" altLang="en-US" sz="3600" b="1">
                  <a:solidFill>
                    <a:srgbClr val="FFFFFF"/>
                  </a:solidFill>
                </a:rPr>
                <a:t>1</a:t>
              </a:r>
            </a:p>
          </p:txBody>
        </p:sp>
        <p:sp>
          <p:nvSpPr>
            <p:cNvPr id="3095" name="Oval 21">
              <a:extLst>
                <a:ext uri="{FF2B5EF4-FFF2-40B4-BE49-F238E27FC236}">
                  <a16:creationId xmlns:a16="http://schemas.microsoft.com/office/drawing/2014/main" id="{667130B4-9BE5-4494-BDE8-F8E960CD1A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8" y="3212"/>
              <a:ext cx="227" cy="227"/>
            </a:xfrm>
            <a:prstGeom prst="ellipse">
              <a:avLst/>
            </a:prstGeom>
            <a:noFill/>
            <a:ln w="69850">
              <a:solidFill>
                <a:srgbClr val="3399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3399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AU" altLang="en-US">
                <a:solidFill>
                  <a:srgbClr val="000000"/>
                </a:solidFill>
              </a:endParaRPr>
            </a:p>
          </p:txBody>
        </p:sp>
      </p:grpSp>
      <p:pic>
        <p:nvPicPr>
          <p:cNvPr id="3087" name="Picture 50">
            <a:extLst>
              <a:ext uri="{FF2B5EF4-FFF2-40B4-BE49-F238E27FC236}">
                <a16:creationId xmlns:a16="http://schemas.microsoft.com/office/drawing/2014/main" id="{03DCDF71-13E5-4776-88BB-75F71FE844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80325" y="836614"/>
            <a:ext cx="2736850" cy="5616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99" name="Text Box 51">
            <a:extLst>
              <a:ext uri="{FF2B5EF4-FFF2-40B4-BE49-F238E27FC236}">
                <a16:creationId xmlns:a16="http://schemas.microsoft.com/office/drawing/2014/main" id="{9B27CAA6-39F1-4E57-A9A0-6AFFD7422E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83564" y="1058863"/>
            <a:ext cx="2592387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GB" altLang="en-US" sz="3600" b="1">
                <a:solidFill>
                  <a:srgbClr val="000000"/>
                </a:solidFill>
                <a:latin typeface="Bradley Hand ITC" panose="03070402050302030203" pitchFamily="66" charset="0"/>
              </a:rPr>
              <a:t>2x + 1 = 3</a:t>
            </a:r>
          </a:p>
        </p:txBody>
      </p:sp>
      <p:sp>
        <p:nvSpPr>
          <p:cNvPr id="2100" name="Text Box 52">
            <a:extLst>
              <a:ext uri="{FF2B5EF4-FFF2-40B4-BE49-F238E27FC236}">
                <a16:creationId xmlns:a16="http://schemas.microsoft.com/office/drawing/2014/main" id="{7537A4F3-0AC0-4C2B-BA1D-7DC2D22AAF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12125" y="2211388"/>
            <a:ext cx="2592388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GB" altLang="en-US" sz="3600" b="1">
                <a:solidFill>
                  <a:srgbClr val="000000"/>
                </a:solidFill>
                <a:latin typeface="Bradley Hand ITC" panose="03070402050302030203" pitchFamily="66" charset="0"/>
              </a:rPr>
              <a:t>2x        = 2</a:t>
            </a:r>
          </a:p>
        </p:txBody>
      </p:sp>
      <p:sp>
        <p:nvSpPr>
          <p:cNvPr id="2101" name="Text Box 53">
            <a:extLst>
              <a:ext uri="{FF2B5EF4-FFF2-40B4-BE49-F238E27FC236}">
                <a16:creationId xmlns:a16="http://schemas.microsoft.com/office/drawing/2014/main" id="{48E895F3-8D7D-4FD5-B7AE-13138C839C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75614" y="1747838"/>
            <a:ext cx="25923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GB" altLang="en-US" sz="2400" b="1">
                <a:solidFill>
                  <a:srgbClr val="FF0000"/>
                </a:solidFill>
                <a:latin typeface="Bradley Hand ITC" panose="03070402050302030203" pitchFamily="66" charset="0"/>
              </a:rPr>
              <a:t>Take off 1</a:t>
            </a:r>
          </a:p>
        </p:txBody>
      </p:sp>
      <p:sp>
        <p:nvSpPr>
          <p:cNvPr id="2102" name="Text Box 54">
            <a:extLst>
              <a:ext uri="{FF2B5EF4-FFF2-40B4-BE49-F238E27FC236}">
                <a16:creationId xmlns:a16="http://schemas.microsoft.com/office/drawing/2014/main" id="{2D83A86B-AB9D-46E2-AA52-6C2649EAF7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75614" y="2900363"/>
            <a:ext cx="25923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GB" altLang="en-US" sz="2400" b="1">
                <a:solidFill>
                  <a:srgbClr val="FF0000"/>
                </a:solidFill>
                <a:latin typeface="Bradley Hand ITC" panose="03070402050302030203" pitchFamily="66" charset="0"/>
              </a:rPr>
              <a:t>Half both sides</a:t>
            </a:r>
          </a:p>
        </p:txBody>
      </p:sp>
      <p:sp>
        <p:nvSpPr>
          <p:cNvPr id="2103" name="Text Box 55">
            <a:extLst>
              <a:ext uri="{FF2B5EF4-FFF2-40B4-BE49-F238E27FC236}">
                <a16:creationId xmlns:a16="http://schemas.microsoft.com/office/drawing/2014/main" id="{C5B3D4E8-D045-424E-B321-EC9CB4DFBD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12125" y="3357563"/>
            <a:ext cx="2592388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GB" altLang="en-US" sz="3600" b="1">
                <a:solidFill>
                  <a:srgbClr val="000000"/>
                </a:solidFill>
                <a:latin typeface="Bradley Hand ITC" panose="03070402050302030203" pitchFamily="66" charset="0"/>
              </a:rPr>
              <a:t>  x        = 1</a:t>
            </a:r>
          </a:p>
        </p:txBody>
      </p:sp>
      <p:sp>
        <p:nvSpPr>
          <p:cNvPr id="3093" name="Text Box 57">
            <a:extLst>
              <a:ext uri="{FF2B5EF4-FFF2-40B4-BE49-F238E27FC236}">
                <a16:creationId xmlns:a16="http://schemas.microsoft.com/office/drawing/2014/main" id="{F892E9D0-9032-48D2-9E05-6A24056CDE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30363" y="109538"/>
            <a:ext cx="63373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GB" altLang="en-US" sz="2400">
                <a:solidFill>
                  <a:srgbClr val="000000"/>
                </a:solidFill>
                <a:latin typeface="Comic Sans MS" panose="030F0702030302020204" pitchFamily="66" charset="0"/>
              </a:rPr>
              <a:t>Equations – Keep it balanced…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0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2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1000"/>
                                        <p:tgtEl>
                                          <p:spTgt spid="2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1000"/>
                                        <p:tgtEl>
                                          <p:spTgt spid="2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1000"/>
                                        <p:tgtEl>
                                          <p:spTgt spid="2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99" grpId="0"/>
      <p:bldP spid="2100" grpId="0"/>
      <p:bldP spid="2101" grpId="0"/>
      <p:bldP spid="2102" grpId="0"/>
      <p:bldP spid="210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>
            <a:extLst>
              <a:ext uri="{FF2B5EF4-FFF2-40B4-BE49-F238E27FC236}">
                <a16:creationId xmlns:a16="http://schemas.microsoft.com/office/drawing/2014/main" id="{6C8C323C-E33B-403F-B6C6-7F9424EE28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9288" y="1700214"/>
            <a:ext cx="5688012" cy="4110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099" name="Group 46">
            <a:extLst>
              <a:ext uri="{FF2B5EF4-FFF2-40B4-BE49-F238E27FC236}">
                <a16:creationId xmlns:a16="http://schemas.microsoft.com/office/drawing/2014/main" id="{C39FA185-E0E7-4B87-926C-79692E98297D}"/>
              </a:ext>
            </a:extLst>
          </p:cNvPr>
          <p:cNvGrpSpPr>
            <a:grpSpLocks/>
          </p:cNvGrpSpPr>
          <p:nvPr/>
        </p:nvGrpSpPr>
        <p:grpSpPr bwMode="auto">
          <a:xfrm>
            <a:off x="6311901" y="3933826"/>
            <a:ext cx="720725" cy="792163"/>
            <a:chOff x="204" y="3212"/>
            <a:chExt cx="726" cy="807"/>
          </a:xfrm>
        </p:grpSpPr>
        <p:sp>
          <p:nvSpPr>
            <p:cNvPr id="4149" name="AutoShape 47">
              <a:extLst>
                <a:ext uri="{FF2B5EF4-FFF2-40B4-BE49-F238E27FC236}">
                  <a16:creationId xmlns:a16="http://schemas.microsoft.com/office/drawing/2014/main" id="{D206A7CE-BDCA-4651-B637-5C0D9C757C49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>
              <a:off x="204" y="3430"/>
              <a:ext cx="726" cy="589"/>
            </a:xfrm>
            <a:custGeom>
              <a:avLst/>
              <a:gdLst>
                <a:gd name="T0" fmla="*/ 635 w 21600"/>
                <a:gd name="T1" fmla="*/ 295 h 21600"/>
                <a:gd name="T2" fmla="*/ 363 w 21600"/>
                <a:gd name="T3" fmla="*/ 589 h 21600"/>
                <a:gd name="T4" fmla="*/ 91 w 21600"/>
                <a:gd name="T5" fmla="*/ 295 h 21600"/>
                <a:gd name="T6" fmla="*/ 363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4493 w 21600"/>
                <a:gd name="T13" fmla="*/ 4511 h 21600"/>
                <a:gd name="T14" fmla="*/ 17107 w 21600"/>
                <a:gd name="T15" fmla="*/ 17089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99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10800000"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GB" altLang="en-US" sz="3600" b="1">
                  <a:solidFill>
                    <a:srgbClr val="FFFFFF"/>
                  </a:solidFill>
                </a:rPr>
                <a:t>1</a:t>
              </a:r>
            </a:p>
          </p:txBody>
        </p:sp>
        <p:sp>
          <p:nvSpPr>
            <p:cNvPr id="4150" name="Oval 48">
              <a:extLst>
                <a:ext uri="{FF2B5EF4-FFF2-40B4-BE49-F238E27FC236}">
                  <a16:creationId xmlns:a16="http://schemas.microsoft.com/office/drawing/2014/main" id="{90D26EE7-0B49-4E41-A22D-0B68DF01E8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8" y="3212"/>
              <a:ext cx="227" cy="227"/>
            </a:xfrm>
            <a:prstGeom prst="ellipse">
              <a:avLst/>
            </a:prstGeom>
            <a:noFill/>
            <a:ln w="69850">
              <a:solidFill>
                <a:srgbClr val="3399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3399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AU" altLang="en-US">
                <a:solidFill>
                  <a:srgbClr val="000000"/>
                </a:solidFill>
              </a:endParaRPr>
            </a:p>
          </p:txBody>
        </p:sp>
      </p:grpSp>
      <p:grpSp>
        <p:nvGrpSpPr>
          <p:cNvPr id="4100" name="Group 52">
            <a:extLst>
              <a:ext uri="{FF2B5EF4-FFF2-40B4-BE49-F238E27FC236}">
                <a16:creationId xmlns:a16="http://schemas.microsoft.com/office/drawing/2014/main" id="{29FD0788-A75A-4C8C-B58A-A3F2582DB39D}"/>
              </a:ext>
            </a:extLst>
          </p:cNvPr>
          <p:cNvGrpSpPr>
            <a:grpSpLocks/>
          </p:cNvGrpSpPr>
          <p:nvPr/>
        </p:nvGrpSpPr>
        <p:grpSpPr bwMode="auto">
          <a:xfrm>
            <a:off x="6743701" y="3933826"/>
            <a:ext cx="720725" cy="792163"/>
            <a:chOff x="204" y="3212"/>
            <a:chExt cx="726" cy="807"/>
          </a:xfrm>
        </p:grpSpPr>
        <p:sp>
          <p:nvSpPr>
            <p:cNvPr id="4147" name="AutoShape 53">
              <a:extLst>
                <a:ext uri="{FF2B5EF4-FFF2-40B4-BE49-F238E27FC236}">
                  <a16:creationId xmlns:a16="http://schemas.microsoft.com/office/drawing/2014/main" id="{7A047486-0F83-4B6C-95E0-B35E49D21E7C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>
              <a:off x="204" y="3430"/>
              <a:ext cx="726" cy="589"/>
            </a:xfrm>
            <a:custGeom>
              <a:avLst/>
              <a:gdLst>
                <a:gd name="T0" fmla="*/ 635 w 21600"/>
                <a:gd name="T1" fmla="*/ 295 h 21600"/>
                <a:gd name="T2" fmla="*/ 363 w 21600"/>
                <a:gd name="T3" fmla="*/ 589 h 21600"/>
                <a:gd name="T4" fmla="*/ 91 w 21600"/>
                <a:gd name="T5" fmla="*/ 295 h 21600"/>
                <a:gd name="T6" fmla="*/ 363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4493 w 21600"/>
                <a:gd name="T13" fmla="*/ 4511 h 21600"/>
                <a:gd name="T14" fmla="*/ 17107 w 21600"/>
                <a:gd name="T15" fmla="*/ 17089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99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10800000"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GB" altLang="en-US" sz="3600" b="1">
                  <a:solidFill>
                    <a:srgbClr val="FFFFFF"/>
                  </a:solidFill>
                </a:rPr>
                <a:t>1</a:t>
              </a:r>
            </a:p>
          </p:txBody>
        </p:sp>
        <p:sp>
          <p:nvSpPr>
            <p:cNvPr id="4148" name="Oval 54">
              <a:extLst>
                <a:ext uri="{FF2B5EF4-FFF2-40B4-BE49-F238E27FC236}">
                  <a16:creationId xmlns:a16="http://schemas.microsoft.com/office/drawing/2014/main" id="{E8AD3CB4-3397-4192-8288-3DA36BD4A3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8" y="3212"/>
              <a:ext cx="227" cy="227"/>
            </a:xfrm>
            <a:prstGeom prst="ellipse">
              <a:avLst/>
            </a:prstGeom>
            <a:noFill/>
            <a:ln w="69850">
              <a:solidFill>
                <a:srgbClr val="3399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3399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AU" altLang="en-US">
                <a:solidFill>
                  <a:srgbClr val="000000"/>
                </a:solidFill>
              </a:endParaRPr>
            </a:p>
          </p:txBody>
        </p:sp>
      </p:grpSp>
      <p:grpSp>
        <p:nvGrpSpPr>
          <p:cNvPr id="4101" name="Group 34">
            <a:extLst>
              <a:ext uri="{FF2B5EF4-FFF2-40B4-BE49-F238E27FC236}">
                <a16:creationId xmlns:a16="http://schemas.microsoft.com/office/drawing/2014/main" id="{CBAB6C94-CA7A-458E-9ED4-36FB47CE4AFA}"/>
              </a:ext>
            </a:extLst>
          </p:cNvPr>
          <p:cNvGrpSpPr>
            <a:grpSpLocks/>
          </p:cNvGrpSpPr>
          <p:nvPr/>
        </p:nvGrpSpPr>
        <p:grpSpPr bwMode="auto">
          <a:xfrm>
            <a:off x="2424114" y="3213100"/>
            <a:ext cx="865187" cy="1079500"/>
            <a:chOff x="204" y="3212"/>
            <a:chExt cx="726" cy="807"/>
          </a:xfrm>
        </p:grpSpPr>
        <p:sp>
          <p:nvSpPr>
            <p:cNvPr id="4145" name="AutoShape 35">
              <a:extLst>
                <a:ext uri="{FF2B5EF4-FFF2-40B4-BE49-F238E27FC236}">
                  <a16:creationId xmlns:a16="http://schemas.microsoft.com/office/drawing/2014/main" id="{A88238F3-2739-490B-92B1-869E653C4C93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>
              <a:off x="204" y="3430"/>
              <a:ext cx="726" cy="589"/>
            </a:xfrm>
            <a:custGeom>
              <a:avLst/>
              <a:gdLst>
                <a:gd name="T0" fmla="*/ 635 w 21600"/>
                <a:gd name="T1" fmla="*/ 295 h 21600"/>
                <a:gd name="T2" fmla="*/ 363 w 21600"/>
                <a:gd name="T3" fmla="*/ 589 h 21600"/>
                <a:gd name="T4" fmla="*/ 91 w 21600"/>
                <a:gd name="T5" fmla="*/ 295 h 21600"/>
                <a:gd name="T6" fmla="*/ 363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4493 w 21600"/>
                <a:gd name="T13" fmla="*/ 4511 h 21600"/>
                <a:gd name="T14" fmla="*/ 17107 w 21600"/>
                <a:gd name="T15" fmla="*/ 17089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10800000"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GB" altLang="en-US" sz="3600" b="1">
                  <a:solidFill>
                    <a:srgbClr val="FFFFFF"/>
                  </a:solidFill>
                </a:rPr>
                <a:t>x</a:t>
              </a:r>
            </a:p>
          </p:txBody>
        </p:sp>
        <p:sp>
          <p:nvSpPr>
            <p:cNvPr id="4146" name="Oval 36">
              <a:extLst>
                <a:ext uri="{FF2B5EF4-FFF2-40B4-BE49-F238E27FC236}">
                  <a16:creationId xmlns:a16="http://schemas.microsoft.com/office/drawing/2014/main" id="{ECBE03E4-4CE7-49DE-9BCD-0F8740F215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8" y="3212"/>
              <a:ext cx="227" cy="227"/>
            </a:xfrm>
            <a:prstGeom prst="ellipse">
              <a:avLst/>
            </a:prstGeom>
            <a:noFill/>
            <a:ln w="698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AU" altLang="en-US">
                <a:solidFill>
                  <a:srgbClr val="000000"/>
                </a:solidFill>
              </a:endParaRPr>
            </a:p>
          </p:txBody>
        </p:sp>
      </p:grpSp>
      <p:grpSp>
        <p:nvGrpSpPr>
          <p:cNvPr id="4102" name="Group 3">
            <a:extLst>
              <a:ext uri="{FF2B5EF4-FFF2-40B4-BE49-F238E27FC236}">
                <a16:creationId xmlns:a16="http://schemas.microsoft.com/office/drawing/2014/main" id="{0F313E84-6F3C-4994-8C62-25C082564EE4}"/>
              </a:ext>
            </a:extLst>
          </p:cNvPr>
          <p:cNvGrpSpPr>
            <a:grpSpLocks/>
          </p:cNvGrpSpPr>
          <p:nvPr/>
        </p:nvGrpSpPr>
        <p:grpSpPr bwMode="auto">
          <a:xfrm>
            <a:off x="1992314" y="3573463"/>
            <a:ext cx="865187" cy="1079500"/>
            <a:chOff x="204" y="3212"/>
            <a:chExt cx="726" cy="807"/>
          </a:xfrm>
        </p:grpSpPr>
        <p:sp>
          <p:nvSpPr>
            <p:cNvPr id="4143" name="AutoShape 4">
              <a:extLst>
                <a:ext uri="{FF2B5EF4-FFF2-40B4-BE49-F238E27FC236}">
                  <a16:creationId xmlns:a16="http://schemas.microsoft.com/office/drawing/2014/main" id="{CFD2BC65-6F54-4ED0-B155-A6E6240B4E63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>
              <a:off x="204" y="3430"/>
              <a:ext cx="726" cy="589"/>
            </a:xfrm>
            <a:custGeom>
              <a:avLst/>
              <a:gdLst>
                <a:gd name="T0" fmla="*/ 635 w 21600"/>
                <a:gd name="T1" fmla="*/ 295 h 21600"/>
                <a:gd name="T2" fmla="*/ 363 w 21600"/>
                <a:gd name="T3" fmla="*/ 589 h 21600"/>
                <a:gd name="T4" fmla="*/ 91 w 21600"/>
                <a:gd name="T5" fmla="*/ 295 h 21600"/>
                <a:gd name="T6" fmla="*/ 363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4493 w 21600"/>
                <a:gd name="T13" fmla="*/ 4511 h 21600"/>
                <a:gd name="T14" fmla="*/ 17107 w 21600"/>
                <a:gd name="T15" fmla="*/ 17089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10800000"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GB" altLang="en-US" sz="3600" b="1">
                  <a:solidFill>
                    <a:srgbClr val="FFFFFF"/>
                  </a:solidFill>
                </a:rPr>
                <a:t>x</a:t>
              </a:r>
            </a:p>
          </p:txBody>
        </p:sp>
        <p:sp>
          <p:nvSpPr>
            <p:cNvPr id="4144" name="Oval 5">
              <a:extLst>
                <a:ext uri="{FF2B5EF4-FFF2-40B4-BE49-F238E27FC236}">
                  <a16:creationId xmlns:a16="http://schemas.microsoft.com/office/drawing/2014/main" id="{98C5AC83-1424-47E9-942A-597FE27E0C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8" y="3212"/>
              <a:ext cx="227" cy="227"/>
            </a:xfrm>
            <a:prstGeom prst="ellipse">
              <a:avLst/>
            </a:prstGeom>
            <a:noFill/>
            <a:ln w="698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AU" altLang="en-US">
                <a:solidFill>
                  <a:srgbClr val="000000"/>
                </a:solidFill>
              </a:endParaRPr>
            </a:p>
          </p:txBody>
        </p:sp>
      </p:grpSp>
      <p:grpSp>
        <p:nvGrpSpPr>
          <p:cNvPr id="3078" name="Group 6">
            <a:extLst>
              <a:ext uri="{FF2B5EF4-FFF2-40B4-BE49-F238E27FC236}">
                <a16:creationId xmlns:a16="http://schemas.microsoft.com/office/drawing/2014/main" id="{9015F5E7-42AD-4624-A391-66CE370CDF70}"/>
              </a:ext>
            </a:extLst>
          </p:cNvPr>
          <p:cNvGrpSpPr>
            <a:grpSpLocks/>
          </p:cNvGrpSpPr>
          <p:nvPr/>
        </p:nvGrpSpPr>
        <p:grpSpPr bwMode="auto">
          <a:xfrm>
            <a:off x="6600826" y="3284538"/>
            <a:ext cx="720725" cy="792162"/>
            <a:chOff x="204" y="3212"/>
            <a:chExt cx="726" cy="807"/>
          </a:xfrm>
        </p:grpSpPr>
        <p:sp>
          <p:nvSpPr>
            <p:cNvPr id="4141" name="AutoShape 7">
              <a:extLst>
                <a:ext uri="{FF2B5EF4-FFF2-40B4-BE49-F238E27FC236}">
                  <a16:creationId xmlns:a16="http://schemas.microsoft.com/office/drawing/2014/main" id="{650D379E-BAD5-4234-B2CE-CBE424E15EDD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>
              <a:off x="204" y="3430"/>
              <a:ext cx="726" cy="589"/>
            </a:xfrm>
            <a:custGeom>
              <a:avLst/>
              <a:gdLst>
                <a:gd name="T0" fmla="*/ 635 w 21600"/>
                <a:gd name="T1" fmla="*/ 295 h 21600"/>
                <a:gd name="T2" fmla="*/ 363 w 21600"/>
                <a:gd name="T3" fmla="*/ 589 h 21600"/>
                <a:gd name="T4" fmla="*/ 91 w 21600"/>
                <a:gd name="T5" fmla="*/ 295 h 21600"/>
                <a:gd name="T6" fmla="*/ 363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4493 w 21600"/>
                <a:gd name="T13" fmla="*/ 4511 h 21600"/>
                <a:gd name="T14" fmla="*/ 17107 w 21600"/>
                <a:gd name="T15" fmla="*/ 17089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99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10800000"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GB" altLang="en-US" sz="3600" b="1">
                  <a:solidFill>
                    <a:srgbClr val="FFFFFF"/>
                  </a:solidFill>
                </a:rPr>
                <a:t>1</a:t>
              </a:r>
            </a:p>
          </p:txBody>
        </p:sp>
        <p:sp>
          <p:nvSpPr>
            <p:cNvPr id="4142" name="Oval 8">
              <a:extLst>
                <a:ext uri="{FF2B5EF4-FFF2-40B4-BE49-F238E27FC236}">
                  <a16:creationId xmlns:a16="http://schemas.microsoft.com/office/drawing/2014/main" id="{0377A877-38F8-4F53-A412-550A424CEF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8" y="3212"/>
              <a:ext cx="227" cy="227"/>
            </a:xfrm>
            <a:prstGeom prst="ellipse">
              <a:avLst/>
            </a:prstGeom>
            <a:noFill/>
            <a:ln w="69850">
              <a:solidFill>
                <a:srgbClr val="3399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3399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AU" altLang="en-US">
                <a:solidFill>
                  <a:srgbClr val="000000"/>
                </a:solidFill>
              </a:endParaRPr>
            </a:p>
          </p:txBody>
        </p:sp>
      </p:grpSp>
      <p:grpSp>
        <p:nvGrpSpPr>
          <p:cNvPr id="4104" name="Group 9">
            <a:extLst>
              <a:ext uri="{FF2B5EF4-FFF2-40B4-BE49-F238E27FC236}">
                <a16:creationId xmlns:a16="http://schemas.microsoft.com/office/drawing/2014/main" id="{B1E390DA-D26A-493A-8F63-932A8F39C83E}"/>
              </a:ext>
            </a:extLst>
          </p:cNvPr>
          <p:cNvGrpSpPr>
            <a:grpSpLocks/>
          </p:cNvGrpSpPr>
          <p:nvPr/>
        </p:nvGrpSpPr>
        <p:grpSpPr bwMode="auto">
          <a:xfrm>
            <a:off x="5808664" y="3860801"/>
            <a:ext cx="720725" cy="792163"/>
            <a:chOff x="204" y="3212"/>
            <a:chExt cx="726" cy="807"/>
          </a:xfrm>
        </p:grpSpPr>
        <p:sp>
          <p:nvSpPr>
            <p:cNvPr id="4139" name="AutoShape 10">
              <a:extLst>
                <a:ext uri="{FF2B5EF4-FFF2-40B4-BE49-F238E27FC236}">
                  <a16:creationId xmlns:a16="http://schemas.microsoft.com/office/drawing/2014/main" id="{14DB3CF3-56F2-44DC-8622-01CB430D8D64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>
              <a:off x="204" y="3430"/>
              <a:ext cx="726" cy="589"/>
            </a:xfrm>
            <a:custGeom>
              <a:avLst/>
              <a:gdLst>
                <a:gd name="T0" fmla="*/ 635 w 21600"/>
                <a:gd name="T1" fmla="*/ 295 h 21600"/>
                <a:gd name="T2" fmla="*/ 363 w 21600"/>
                <a:gd name="T3" fmla="*/ 589 h 21600"/>
                <a:gd name="T4" fmla="*/ 91 w 21600"/>
                <a:gd name="T5" fmla="*/ 295 h 21600"/>
                <a:gd name="T6" fmla="*/ 363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4493 w 21600"/>
                <a:gd name="T13" fmla="*/ 4511 h 21600"/>
                <a:gd name="T14" fmla="*/ 17107 w 21600"/>
                <a:gd name="T15" fmla="*/ 17089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99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10800000"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GB" altLang="en-US" sz="3600" b="1">
                  <a:solidFill>
                    <a:srgbClr val="FFFFFF"/>
                  </a:solidFill>
                </a:rPr>
                <a:t>1</a:t>
              </a:r>
            </a:p>
          </p:txBody>
        </p:sp>
        <p:sp>
          <p:nvSpPr>
            <p:cNvPr id="4140" name="Oval 11">
              <a:extLst>
                <a:ext uri="{FF2B5EF4-FFF2-40B4-BE49-F238E27FC236}">
                  <a16:creationId xmlns:a16="http://schemas.microsoft.com/office/drawing/2014/main" id="{708BE011-842D-4089-B1FB-7B65C6236E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8" y="3212"/>
              <a:ext cx="227" cy="227"/>
            </a:xfrm>
            <a:prstGeom prst="ellipse">
              <a:avLst/>
            </a:prstGeom>
            <a:noFill/>
            <a:ln w="69850">
              <a:solidFill>
                <a:srgbClr val="3399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3399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AU" altLang="en-US">
                <a:solidFill>
                  <a:srgbClr val="000000"/>
                </a:solidFill>
              </a:endParaRPr>
            </a:p>
          </p:txBody>
        </p:sp>
      </p:grpSp>
      <p:grpSp>
        <p:nvGrpSpPr>
          <p:cNvPr id="4105" name="Group 13">
            <a:extLst>
              <a:ext uri="{FF2B5EF4-FFF2-40B4-BE49-F238E27FC236}">
                <a16:creationId xmlns:a16="http://schemas.microsoft.com/office/drawing/2014/main" id="{D796E549-39A7-47BC-8CEF-0BFE0408C85F}"/>
              </a:ext>
            </a:extLst>
          </p:cNvPr>
          <p:cNvGrpSpPr>
            <a:grpSpLocks/>
          </p:cNvGrpSpPr>
          <p:nvPr/>
        </p:nvGrpSpPr>
        <p:grpSpPr bwMode="auto">
          <a:xfrm>
            <a:off x="6527801" y="3933826"/>
            <a:ext cx="720725" cy="792163"/>
            <a:chOff x="204" y="3212"/>
            <a:chExt cx="726" cy="807"/>
          </a:xfrm>
        </p:grpSpPr>
        <p:sp>
          <p:nvSpPr>
            <p:cNvPr id="4137" name="AutoShape 14">
              <a:extLst>
                <a:ext uri="{FF2B5EF4-FFF2-40B4-BE49-F238E27FC236}">
                  <a16:creationId xmlns:a16="http://schemas.microsoft.com/office/drawing/2014/main" id="{B702A061-36C6-441C-8D80-22328BEF62C6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>
              <a:off x="204" y="3430"/>
              <a:ext cx="726" cy="589"/>
            </a:xfrm>
            <a:custGeom>
              <a:avLst/>
              <a:gdLst>
                <a:gd name="T0" fmla="*/ 635 w 21600"/>
                <a:gd name="T1" fmla="*/ 295 h 21600"/>
                <a:gd name="T2" fmla="*/ 363 w 21600"/>
                <a:gd name="T3" fmla="*/ 589 h 21600"/>
                <a:gd name="T4" fmla="*/ 91 w 21600"/>
                <a:gd name="T5" fmla="*/ 295 h 21600"/>
                <a:gd name="T6" fmla="*/ 363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4493 w 21600"/>
                <a:gd name="T13" fmla="*/ 4511 h 21600"/>
                <a:gd name="T14" fmla="*/ 17107 w 21600"/>
                <a:gd name="T15" fmla="*/ 17089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99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10800000"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GB" altLang="en-US" sz="3600" b="1">
                  <a:solidFill>
                    <a:srgbClr val="FFFFFF"/>
                  </a:solidFill>
                </a:rPr>
                <a:t>1</a:t>
              </a:r>
            </a:p>
          </p:txBody>
        </p:sp>
        <p:sp>
          <p:nvSpPr>
            <p:cNvPr id="4138" name="Oval 15">
              <a:extLst>
                <a:ext uri="{FF2B5EF4-FFF2-40B4-BE49-F238E27FC236}">
                  <a16:creationId xmlns:a16="http://schemas.microsoft.com/office/drawing/2014/main" id="{DC635E63-2111-4F97-AE8A-7BA5C6AFE7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8" y="3212"/>
              <a:ext cx="227" cy="227"/>
            </a:xfrm>
            <a:prstGeom prst="ellipse">
              <a:avLst/>
            </a:prstGeom>
            <a:noFill/>
            <a:ln w="69850">
              <a:solidFill>
                <a:srgbClr val="3399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3399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AU" altLang="en-US">
                <a:solidFill>
                  <a:srgbClr val="000000"/>
                </a:solidFill>
              </a:endParaRPr>
            </a:p>
          </p:txBody>
        </p:sp>
      </p:grpSp>
      <p:sp>
        <p:nvSpPr>
          <p:cNvPr id="4106" name="WordArt 16">
            <a:extLst>
              <a:ext uri="{FF2B5EF4-FFF2-40B4-BE49-F238E27FC236}">
                <a16:creationId xmlns:a16="http://schemas.microsoft.com/office/drawing/2014/main" id="{6031B40F-A008-4058-B4B0-94BAC9A81CDA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1847850" y="1196975"/>
            <a:ext cx="431800" cy="433388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AU" sz="3600" kern="10"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3399FF"/>
                </a:solidFill>
                <a:latin typeface="Cooper Black" panose="0208090404030B020404" pitchFamily="18" charset="0"/>
              </a:rPr>
              <a:t>3</a:t>
            </a:r>
          </a:p>
        </p:txBody>
      </p:sp>
      <p:sp>
        <p:nvSpPr>
          <p:cNvPr id="4107" name="WordArt 17">
            <a:extLst>
              <a:ext uri="{FF2B5EF4-FFF2-40B4-BE49-F238E27FC236}">
                <a16:creationId xmlns:a16="http://schemas.microsoft.com/office/drawing/2014/main" id="{B1CC0A67-2077-4B3A-9D76-9385574AA5B4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2351088" y="1196975"/>
            <a:ext cx="431800" cy="433388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AU" sz="3600" kern="10"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3399FF"/>
                </a:solidFill>
                <a:latin typeface="Cooper Black" panose="0208090404030B020404" pitchFamily="18" charset="0"/>
              </a:rPr>
              <a:t>x</a:t>
            </a:r>
          </a:p>
        </p:txBody>
      </p:sp>
      <p:sp>
        <p:nvSpPr>
          <p:cNvPr id="4108" name="WordArt 18">
            <a:extLst>
              <a:ext uri="{FF2B5EF4-FFF2-40B4-BE49-F238E27FC236}">
                <a16:creationId xmlns:a16="http://schemas.microsoft.com/office/drawing/2014/main" id="{FD41BB38-559D-43B6-931A-37C7FF7B354D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4511675" y="1196975"/>
            <a:ext cx="431800" cy="4318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AU" sz="3600" kern="10"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3399FF"/>
                </a:solidFill>
                <a:latin typeface="Cooper Black" panose="0208090404030B020404" pitchFamily="18" charset="0"/>
              </a:rPr>
              <a:t>=</a:t>
            </a:r>
          </a:p>
        </p:txBody>
      </p:sp>
      <p:sp>
        <p:nvSpPr>
          <p:cNvPr id="4109" name="WordArt 19">
            <a:extLst>
              <a:ext uri="{FF2B5EF4-FFF2-40B4-BE49-F238E27FC236}">
                <a16:creationId xmlns:a16="http://schemas.microsoft.com/office/drawing/2014/main" id="{4AC444C9-5984-4ACC-9BBD-3A0B72D4CC1D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6311901" y="1196975"/>
            <a:ext cx="504825" cy="503238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AU" sz="3600" kern="10"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3399FF"/>
                </a:solidFill>
                <a:latin typeface="Cooper Black" panose="0208090404030B020404" pitchFamily="18" charset="0"/>
              </a:rPr>
              <a:t>8</a:t>
            </a:r>
          </a:p>
        </p:txBody>
      </p:sp>
      <p:sp>
        <p:nvSpPr>
          <p:cNvPr id="4110" name="WordArt 20">
            <a:extLst>
              <a:ext uri="{FF2B5EF4-FFF2-40B4-BE49-F238E27FC236}">
                <a16:creationId xmlns:a16="http://schemas.microsoft.com/office/drawing/2014/main" id="{06973902-C078-4E08-A372-738AC31749DA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2855914" y="1196975"/>
            <a:ext cx="504825" cy="433388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AU" sz="3600" kern="10"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3399FF"/>
                </a:solidFill>
                <a:latin typeface="Cooper Black" panose="0208090404030B020404" pitchFamily="18" charset="0"/>
              </a:rPr>
              <a:t>+</a:t>
            </a:r>
          </a:p>
        </p:txBody>
      </p:sp>
      <p:sp>
        <p:nvSpPr>
          <p:cNvPr id="4111" name="WordArt 21">
            <a:extLst>
              <a:ext uri="{FF2B5EF4-FFF2-40B4-BE49-F238E27FC236}">
                <a16:creationId xmlns:a16="http://schemas.microsoft.com/office/drawing/2014/main" id="{4E1A030D-3A00-4091-B750-268CC892C6EA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3503614" y="1196975"/>
            <a:ext cx="358775" cy="433388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AU" sz="3600" kern="10"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3399FF"/>
                </a:solidFill>
                <a:latin typeface="Cooper Black" panose="0208090404030B020404" pitchFamily="18" charset="0"/>
              </a:rPr>
              <a:t>2</a:t>
            </a:r>
          </a:p>
        </p:txBody>
      </p:sp>
      <p:grpSp>
        <p:nvGrpSpPr>
          <p:cNvPr id="4112" name="Group 22">
            <a:extLst>
              <a:ext uri="{FF2B5EF4-FFF2-40B4-BE49-F238E27FC236}">
                <a16:creationId xmlns:a16="http://schemas.microsoft.com/office/drawing/2014/main" id="{7A029A43-6D0F-42B0-9512-03D2981F6780}"/>
              </a:ext>
            </a:extLst>
          </p:cNvPr>
          <p:cNvGrpSpPr>
            <a:grpSpLocks/>
          </p:cNvGrpSpPr>
          <p:nvPr/>
        </p:nvGrpSpPr>
        <p:grpSpPr bwMode="auto">
          <a:xfrm>
            <a:off x="2855914" y="3573463"/>
            <a:ext cx="865187" cy="1079500"/>
            <a:chOff x="204" y="3212"/>
            <a:chExt cx="726" cy="807"/>
          </a:xfrm>
        </p:grpSpPr>
        <p:sp>
          <p:nvSpPr>
            <p:cNvPr id="4135" name="AutoShape 23">
              <a:extLst>
                <a:ext uri="{FF2B5EF4-FFF2-40B4-BE49-F238E27FC236}">
                  <a16:creationId xmlns:a16="http://schemas.microsoft.com/office/drawing/2014/main" id="{ABB7A8F9-7528-40A6-911C-0BAF5ADD5B40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>
              <a:off x="204" y="3430"/>
              <a:ext cx="726" cy="589"/>
            </a:xfrm>
            <a:custGeom>
              <a:avLst/>
              <a:gdLst>
                <a:gd name="T0" fmla="*/ 635 w 21600"/>
                <a:gd name="T1" fmla="*/ 295 h 21600"/>
                <a:gd name="T2" fmla="*/ 363 w 21600"/>
                <a:gd name="T3" fmla="*/ 589 h 21600"/>
                <a:gd name="T4" fmla="*/ 91 w 21600"/>
                <a:gd name="T5" fmla="*/ 295 h 21600"/>
                <a:gd name="T6" fmla="*/ 363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4493 w 21600"/>
                <a:gd name="T13" fmla="*/ 4511 h 21600"/>
                <a:gd name="T14" fmla="*/ 17107 w 21600"/>
                <a:gd name="T15" fmla="*/ 17089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10800000"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GB" altLang="en-US" sz="3600" b="1">
                  <a:solidFill>
                    <a:srgbClr val="FFFFFF"/>
                  </a:solidFill>
                </a:rPr>
                <a:t>x</a:t>
              </a:r>
            </a:p>
          </p:txBody>
        </p:sp>
        <p:sp>
          <p:nvSpPr>
            <p:cNvPr id="4136" name="Oval 24">
              <a:extLst>
                <a:ext uri="{FF2B5EF4-FFF2-40B4-BE49-F238E27FC236}">
                  <a16:creationId xmlns:a16="http://schemas.microsoft.com/office/drawing/2014/main" id="{F2A2894C-B47F-49C5-9445-F6B3E57D2A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8" y="3212"/>
              <a:ext cx="227" cy="227"/>
            </a:xfrm>
            <a:prstGeom prst="ellipse">
              <a:avLst/>
            </a:prstGeom>
            <a:noFill/>
            <a:ln w="698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AU" altLang="en-US">
                <a:solidFill>
                  <a:srgbClr val="000000"/>
                </a:solidFill>
              </a:endParaRPr>
            </a:p>
          </p:txBody>
        </p:sp>
      </p:grpSp>
      <p:grpSp>
        <p:nvGrpSpPr>
          <p:cNvPr id="3097" name="Group 25">
            <a:extLst>
              <a:ext uri="{FF2B5EF4-FFF2-40B4-BE49-F238E27FC236}">
                <a16:creationId xmlns:a16="http://schemas.microsoft.com/office/drawing/2014/main" id="{70F5F675-7FE0-4971-AE1F-C3D4C03D1A2E}"/>
              </a:ext>
            </a:extLst>
          </p:cNvPr>
          <p:cNvGrpSpPr>
            <a:grpSpLocks/>
          </p:cNvGrpSpPr>
          <p:nvPr/>
        </p:nvGrpSpPr>
        <p:grpSpPr bwMode="auto">
          <a:xfrm>
            <a:off x="2208214" y="3860801"/>
            <a:ext cx="720725" cy="792163"/>
            <a:chOff x="204" y="3212"/>
            <a:chExt cx="726" cy="807"/>
          </a:xfrm>
        </p:grpSpPr>
        <p:sp>
          <p:nvSpPr>
            <p:cNvPr id="4133" name="AutoShape 26">
              <a:extLst>
                <a:ext uri="{FF2B5EF4-FFF2-40B4-BE49-F238E27FC236}">
                  <a16:creationId xmlns:a16="http://schemas.microsoft.com/office/drawing/2014/main" id="{43F6F83A-BC9A-46A2-9020-F250DB817CD4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>
              <a:off x="204" y="3430"/>
              <a:ext cx="726" cy="589"/>
            </a:xfrm>
            <a:custGeom>
              <a:avLst/>
              <a:gdLst>
                <a:gd name="T0" fmla="*/ 635 w 21600"/>
                <a:gd name="T1" fmla="*/ 295 h 21600"/>
                <a:gd name="T2" fmla="*/ 363 w 21600"/>
                <a:gd name="T3" fmla="*/ 589 h 21600"/>
                <a:gd name="T4" fmla="*/ 91 w 21600"/>
                <a:gd name="T5" fmla="*/ 295 h 21600"/>
                <a:gd name="T6" fmla="*/ 363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4493 w 21600"/>
                <a:gd name="T13" fmla="*/ 4511 h 21600"/>
                <a:gd name="T14" fmla="*/ 17107 w 21600"/>
                <a:gd name="T15" fmla="*/ 17089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99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10800000"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GB" altLang="en-US" sz="3600" b="1">
                  <a:solidFill>
                    <a:srgbClr val="FFFFFF"/>
                  </a:solidFill>
                </a:rPr>
                <a:t>1</a:t>
              </a:r>
            </a:p>
          </p:txBody>
        </p:sp>
        <p:sp>
          <p:nvSpPr>
            <p:cNvPr id="4134" name="Oval 27">
              <a:extLst>
                <a:ext uri="{FF2B5EF4-FFF2-40B4-BE49-F238E27FC236}">
                  <a16:creationId xmlns:a16="http://schemas.microsoft.com/office/drawing/2014/main" id="{85F537FA-8C12-407F-9E70-94665C3C77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8" y="3212"/>
              <a:ext cx="227" cy="227"/>
            </a:xfrm>
            <a:prstGeom prst="ellipse">
              <a:avLst/>
            </a:prstGeom>
            <a:noFill/>
            <a:ln w="69850">
              <a:solidFill>
                <a:srgbClr val="3399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3399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AU" altLang="en-US">
                <a:solidFill>
                  <a:srgbClr val="000000"/>
                </a:solidFill>
              </a:endParaRPr>
            </a:p>
          </p:txBody>
        </p:sp>
      </p:grpSp>
      <p:pic>
        <p:nvPicPr>
          <p:cNvPr id="4114" name="Picture 28">
            <a:extLst>
              <a:ext uri="{FF2B5EF4-FFF2-40B4-BE49-F238E27FC236}">
                <a16:creationId xmlns:a16="http://schemas.microsoft.com/office/drawing/2014/main" id="{6DA9C3C2-2C47-4150-9333-0779227A50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80325" y="836614"/>
            <a:ext cx="2736850" cy="5616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101" name="Text Box 29">
            <a:extLst>
              <a:ext uri="{FF2B5EF4-FFF2-40B4-BE49-F238E27FC236}">
                <a16:creationId xmlns:a16="http://schemas.microsoft.com/office/drawing/2014/main" id="{F7B16B6E-363E-4B0E-867A-1E64F016F5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83564" y="1058863"/>
            <a:ext cx="2592387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GB" altLang="en-US" sz="3600" b="1">
                <a:solidFill>
                  <a:srgbClr val="000000"/>
                </a:solidFill>
                <a:latin typeface="Bradley Hand ITC" panose="03070402050302030203" pitchFamily="66" charset="0"/>
              </a:rPr>
              <a:t>3x + 2 = 8</a:t>
            </a:r>
          </a:p>
        </p:txBody>
      </p:sp>
      <p:sp>
        <p:nvSpPr>
          <p:cNvPr id="3102" name="Text Box 30">
            <a:extLst>
              <a:ext uri="{FF2B5EF4-FFF2-40B4-BE49-F238E27FC236}">
                <a16:creationId xmlns:a16="http://schemas.microsoft.com/office/drawing/2014/main" id="{E6675B9D-C7E9-4D72-96F6-E78C1D444E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12125" y="2211388"/>
            <a:ext cx="2592388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GB" altLang="en-US" sz="3600" b="1">
                <a:solidFill>
                  <a:srgbClr val="000000"/>
                </a:solidFill>
                <a:latin typeface="Bradley Hand ITC" panose="03070402050302030203" pitchFamily="66" charset="0"/>
              </a:rPr>
              <a:t>3x        = 6</a:t>
            </a:r>
          </a:p>
        </p:txBody>
      </p:sp>
      <p:sp>
        <p:nvSpPr>
          <p:cNvPr id="3103" name="Text Box 31">
            <a:extLst>
              <a:ext uri="{FF2B5EF4-FFF2-40B4-BE49-F238E27FC236}">
                <a16:creationId xmlns:a16="http://schemas.microsoft.com/office/drawing/2014/main" id="{3DCF7D8C-F9B5-4C44-B096-E3E94BD330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40689" y="1773239"/>
            <a:ext cx="2592387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GB" altLang="en-US" sz="2000" b="1">
                <a:solidFill>
                  <a:srgbClr val="FF0000"/>
                </a:solidFill>
                <a:latin typeface="Bradley Hand ITC" panose="03070402050302030203" pitchFamily="66" charset="0"/>
              </a:rPr>
              <a:t>Take off 2</a:t>
            </a:r>
          </a:p>
        </p:txBody>
      </p:sp>
      <p:sp>
        <p:nvSpPr>
          <p:cNvPr id="3104" name="Text Box 32">
            <a:extLst>
              <a:ext uri="{FF2B5EF4-FFF2-40B4-BE49-F238E27FC236}">
                <a16:creationId xmlns:a16="http://schemas.microsoft.com/office/drawing/2014/main" id="{C1046231-39B6-4F46-AE03-FF03D9BB6D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75614" y="2960689"/>
            <a:ext cx="2592387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GB" altLang="en-US" sz="2000" b="1">
                <a:solidFill>
                  <a:srgbClr val="FF0000"/>
                </a:solidFill>
                <a:latin typeface="Bradley Hand ITC" panose="03070402050302030203" pitchFamily="66" charset="0"/>
              </a:rPr>
              <a:t>divide both sides by 3</a:t>
            </a:r>
          </a:p>
        </p:txBody>
      </p:sp>
      <p:sp>
        <p:nvSpPr>
          <p:cNvPr id="3105" name="Text Box 33">
            <a:extLst>
              <a:ext uri="{FF2B5EF4-FFF2-40B4-BE49-F238E27FC236}">
                <a16:creationId xmlns:a16="http://schemas.microsoft.com/office/drawing/2014/main" id="{CB5521C9-11E5-45AB-912F-07BED629FB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40689" y="3651250"/>
            <a:ext cx="2592387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GB" altLang="en-US" sz="3600" b="1">
                <a:solidFill>
                  <a:srgbClr val="000000"/>
                </a:solidFill>
                <a:latin typeface="Bradley Hand ITC" panose="03070402050302030203" pitchFamily="66" charset="0"/>
              </a:rPr>
              <a:t>  x        = 2</a:t>
            </a:r>
          </a:p>
        </p:txBody>
      </p:sp>
      <p:grpSp>
        <p:nvGrpSpPr>
          <p:cNvPr id="3109" name="Group 37">
            <a:extLst>
              <a:ext uri="{FF2B5EF4-FFF2-40B4-BE49-F238E27FC236}">
                <a16:creationId xmlns:a16="http://schemas.microsoft.com/office/drawing/2014/main" id="{ED248173-AE79-46E6-B630-DF8370BC16CC}"/>
              </a:ext>
            </a:extLst>
          </p:cNvPr>
          <p:cNvGrpSpPr>
            <a:grpSpLocks/>
          </p:cNvGrpSpPr>
          <p:nvPr/>
        </p:nvGrpSpPr>
        <p:grpSpPr bwMode="auto">
          <a:xfrm>
            <a:off x="2855914" y="3860801"/>
            <a:ext cx="720725" cy="792163"/>
            <a:chOff x="204" y="3212"/>
            <a:chExt cx="726" cy="807"/>
          </a:xfrm>
        </p:grpSpPr>
        <p:sp>
          <p:nvSpPr>
            <p:cNvPr id="4131" name="AutoShape 38">
              <a:extLst>
                <a:ext uri="{FF2B5EF4-FFF2-40B4-BE49-F238E27FC236}">
                  <a16:creationId xmlns:a16="http://schemas.microsoft.com/office/drawing/2014/main" id="{76E03D8F-D38A-4BE0-A624-0F0766C70254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>
              <a:off x="204" y="3430"/>
              <a:ext cx="726" cy="589"/>
            </a:xfrm>
            <a:custGeom>
              <a:avLst/>
              <a:gdLst>
                <a:gd name="T0" fmla="*/ 635 w 21600"/>
                <a:gd name="T1" fmla="*/ 295 h 21600"/>
                <a:gd name="T2" fmla="*/ 363 w 21600"/>
                <a:gd name="T3" fmla="*/ 589 h 21600"/>
                <a:gd name="T4" fmla="*/ 91 w 21600"/>
                <a:gd name="T5" fmla="*/ 295 h 21600"/>
                <a:gd name="T6" fmla="*/ 363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4493 w 21600"/>
                <a:gd name="T13" fmla="*/ 4511 h 21600"/>
                <a:gd name="T14" fmla="*/ 17107 w 21600"/>
                <a:gd name="T15" fmla="*/ 17089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99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10800000"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GB" altLang="en-US" sz="3600" b="1">
                  <a:solidFill>
                    <a:srgbClr val="FFFFFF"/>
                  </a:solidFill>
                </a:rPr>
                <a:t>1</a:t>
              </a:r>
            </a:p>
          </p:txBody>
        </p:sp>
        <p:sp>
          <p:nvSpPr>
            <p:cNvPr id="4132" name="Oval 39">
              <a:extLst>
                <a:ext uri="{FF2B5EF4-FFF2-40B4-BE49-F238E27FC236}">
                  <a16:creationId xmlns:a16="http://schemas.microsoft.com/office/drawing/2014/main" id="{EAADB964-2A72-41A0-AFA8-58B8715618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8" y="3212"/>
              <a:ext cx="227" cy="227"/>
            </a:xfrm>
            <a:prstGeom prst="ellipse">
              <a:avLst/>
            </a:prstGeom>
            <a:noFill/>
            <a:ln w="69850">
              <a:solidFill>
                <a:srgbClr val="3399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3399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AU" altLang="en-US">
                <a:solidFill>
                  <a:srgbClr val="000000"/>
                </a:solidFill>
              </a:endParaRPr>
            </a:p>
          </p:txBody>
        </p:sp>
      </p:grpSp>
      <p:grpSp>
        <p:nvGrpSpPr>
          <p:cNvPr id="4121" name="Group 40">
            <a:extLst>
              <a:ext uri="{FF2B5EF4-FFF2-40B4-BE49-F238E27FC236}">
                <a16:creationId xmlns:a16="http://schemas.microsoft.com/office/drawing/2014/main" id="{69607948-1D98-462D-9067-75E8C528F594}"/>
              </a:ext>
            </a:extLst>
          </p:cNvPr>
          <p:cNvGrpSpPr>
            <a:grpSpLocks/>
          </p:cNvGrpSpPr>
          <p:nvPr/>
        </p:nvGrpSpPr>
        <p:grpSpPr bwMode="auto">
          <a:xfrm>
            <a:off x="6456364" y="3933826"/>
            <a:ext cx="720725" cy="792163"/>
            <a:chOff x="204" y="3212"/>
            <a:chExt cx="726" cy="807"/>
          </a:xfrm>
        </p:grpSpPr>
        <p:sp>
          <p:nvSpPr>
            <p:cNvPr id="4129" name="AutoShape 41">
              <a:extLst>
                <a:ext uri="{FF2B5EF4-FFF2-40B4-BE49-F238E27FC236}">
                  <a16:creationId xmlns:a16="http://schemas.microsoft.com/office/drawing/2014/main" id="{18095024-C5A0-4EA3-9F11-C24A1673C693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>
              <a:off x="204" y="3430"/>
              <a:ext cx="726" cy="589"/>
            </a:xfrm>
            <a:custGeom>
              <a:avLst/>
              <a:gdLst>
                <a:gd name="T0" fmla="*/ 635 w 21600"/>
                <a:gd name="T1" fmla="*/ 295 h 21600"/>
                <a:gd name="T2" fmla="*/ 363 w 21600"/>
                <a:gd name="T3" fmla="*/ 589 h 21600"/>
                <a:gd name="T4" fmla="*/ 91 w 21600"/>
                <a:gd name="T5" fmla="*/ 295 h 21600"/>
                <a:gd name="T6" fmla="*/ 363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4493 w 21600"/>
                <a:gd name="T13" fmla="*/ 4511 h 21600"/>
                <a:gd name="T14" fmla="*/ 17107 w 21600"/>
                <a:gd name="T15" fmla="*/ 17089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99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10800000"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GB" altLang="en-US" sz="3600" b="1">
                  <a:solidFill>
                    <a:srgbClr val="FFFFFF"/>
                  </a:solidFill>
                </a:rPr>
                <a:t>1</a:t>
              </a:r>
            </a:p>
          </p:txBody>
        </p:sp>
        <p:sp>
          <p:nvSpPr>
            <p:cNvPr id="4130" name="Oval 42">
              <a:extLst>
                <a:ext uri="{FF2B5EF4-FFF2-40B4-BE49-F238E27FC236}">
                  <a16:creationId xmlns:a16="http://schemas.microsoft.com/office/drawing/2014/main" id="{BF74307A-483F-4C79-8FEB-3E25FD006E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8" y="3212"/>
              <a:ext cx="227" cy="227"/>
            </a:xfrm>
            <a:prstGeom prst="ellipse">
              <a:avLst/>
            </a:prstGeom>
            <a:noFill/>
            <a:ln w="69850">
              <a:solidFill>
                <a:srgbClr val="3399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3399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AU" altLang="en-US">
                <a:solidFill>
                  <a:srgbClr val="000000"/>
                </a:solidFill>
              </a:endParaRPr>
            </a:p>
          </p:txBody>
        </p:sp>
      </p:grpSp>
      <p:grpSp>
        <p:nvGrpSpPr>
          <p:cNvPr id="3115" name="Group 43">
            <a:extLst>
              <a:ext uri="{FF2B5EF4-FFF2-40B4-BE49-F238E27FC236}">
                <a16:creationId xmlns:a16="http://schemas.microsoft.com/office/drawing/2014/main" id="{97DBFA3E-2312-41E5-9F9C-811BB41199A7}"/>
              </a:ext>
            </a:extLst>
          </p:cNvPr>
          <p:cNvGrpSpPr>
            <a:grpSpLocks/>
          </p:cNvGrpSpPr>
          <p:nvPr/>
        </p:nvGrpSpPr>
        <p:grpSpPr bwMode="auto">
          <a:xfrm>
            <a:off x="6024564" y="3284538"/>
            <a:ext cx="720725" cy="792162"/>
            <a:chOff x="204" y="3212"/>
            <a:chExt cx="726" cy="807"/>
          </a:xfrm>
        </p:grpSpPr>
        <p:sp>
          <p:nvSpPr>
            <p:cNvPr id="4127" name="AutoShape 44">
              <a:extLst>
                <a:ext uri="{FF2B5EF4-FFF2-40B4-BE49-F238E27FC236}">
                  <a16:creationId xmlns:a16="http://schemas.microsoft.com/office/drawing/2014/main" id="{23A43915-6991-4CD2-B797-1DC5E60ECECB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>
              <a:off x="204" y="3430"/>
              <a:ext cx="726" cy="589"/>
            </a:xfrm>
            <a:custGeom>
              <a:avLst/>
              <a:gdLst>
                <a:gd name="T0" fmla="*/ 635 w 21600"/>
                <a:gd name="T1" fmla="*/ 295 h 21600"/>
                <a:gd name="T2" fmla="*/ 363 w 21600"/>
                <a:gd name="T3" fmla="*/ 589 h 21600"/>
                <a:gd name="T4" fmla="*/ 91 w 21600"/>
                <a:gd name="T5" fmla="*/ 295 h 21600"/>
                <a:gd name="T6" fmla="*/ 363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4493 w 21600"/>
                <a:gd name="T13" fmla="*/ 4511 h 21600"/>
                <a:gd name="T14" fmla="*/ 17107 w 21600"/>
                <a:gd name="T15" fmla="*/ 17089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99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10800000"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GB" altLang="en-US" sz="3600" b="1">
                  <a:solidFill>
                    <a:srgbClr val="FFFFFF"/>
                  </a:solidFill>
                </a:rPr>
                <a:t>1</a:t>
              </a:r>
            </a:p>
          </p:txBody>
        </p:sp>
        <p:sp>
          <p:nvSpPr>
            <p:cNvPr id="4128" name="Oval 45">
              <a:extLst>
                <a:ext uri="{FF2B5EF4-FFF2-40B4-BE49-F238E27FC236}">
                  <a16:creationId xmlns:a16="http://schemas.microsoft.com/office/drawing/2014/main" id="{10CF75B4-29D2-4ED3-91ED-6FA8B8C3A7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8" y="3212"/>
              <a:ext cx="227" cy="227"/>
            </a:xfrm>
            <a:prstGeom prst="ellipse">
              <a:avLst/>
            </a:prstGeom>
            <a:noFill/>
            <a:ln w="69850">
              <a:solidFill>
                <a:srgbClr val="3399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3399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AU" altLang="en-US">
                <a:solidFill>
                  <a:srgbClr val="000000"/>
                </a:solidFill>
              </a:endParaRPr>
            </a:p>
          </p:txBody>
        </p:sp>
      </p:grpSp>
      <p:grpSp>
        <p:nvGrpSpPr>
          <p:cNvPr id="4123" name="Group 49">
            <a:extLst>
              <a:ext uri="{FF2B5EF4-FFF2-40B4-BE49-F238E27FC236}">
                <a16:creationId xmlns:a16="http://schemas.microsoft.com/office/drawing/2014/main" id="{F9DFF6B7-073C-44DF-9E62-C5E7B720E256}"/>
              </a:ext>
            </a:extLst>
          </p:cNvPr>
          <p:cNvGrpSpPr>
            <a:grpSpLocks/>
          </p:cNvGrpSpPr>
          <p:nvPr/>
        </p:nvGrpSpPr>
        <p:grpSpPr bwMode="auto">
          <a:xfrm>
            <a:off x="6024564" y="3933826"/>
            <a:ext cx="720725" cy="792163"/>
            <a:chOff x="204" y="3212"/>
            <a:chExt cx="726" cy="807"/>
          </a:xfrm>
        </p:grpSpPr>
        <p:sp>
          <p:nvSpPr>
            <p:cNvPr id="4125" name="AutoShape 50">
              <a:extLst>
                <a:ext uri="{FF2B5EF4-FFF2-40B4-BE49-F238E27FC236}">
                  <a16:creationId xmlns:a16="http://schemas.microsoft.com/office/drawing/2014/main" id="{34F5EAD1-02B0-4970-96A8-FCEC32476974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>
              <a:off x="204" y="3430"/>
              <a:ext cx="726" cy="589"/>
            </a:xfrm>
            <a:custGeom>
              <a:avLst/>
              <a:gdLst>
                <a:gd name="T0" fmla="*/ 635 w 21600"/>
                <a:gd name="T1" fmla="*/ 295 h 21600"/>
                <a:gd name="T2" fmla="*/ 363 w 21600"/>
                <a:gd name="T3" fmla="*/ 589 h 21600"/>
                <a:gd name="T4" fmla="*/ 91 w 21600"/>
                <a:gd name="T5" fmla="*/ 295 h 21600"/>
                <a:gd name="T6" fmla="*/ 363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4493 w 21600"/>
                <a:gd name="T13" fmla="*/ 4511 h 21600"/>
                <a:gd name="T14" fmla="*/ 17107 w 21600"/>
                <a:gd name="T15" fmla="*/ 17089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99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10800000"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GB" altLang="en-US" sz="3600" b="1">
                  <a:solidFill>
                    <a:srgbClr val="FFFFFF"/>
                  </a:solidFill>
                </a:rPr>
                <a:t>1</a:t>
              </a:r>
            </a:p>
          </p:txBody>
        </p:sp>
        <p:sp>
          <p:nvSpPr>
            <p:cNvPr id="4126" name="Oval 51">
              <a:extLst>
                <a:ext uri="{FF2B5EF4-FFF2-40B4-BE49-F238E27FC236}">
                  <a16:creationId xmlns:a16="http://schemas.microsoft.com/office/drawing/2014/main" id="{081B779E-31F8-41E0-957F-6BEF69BCC5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8" y="3212"/>
              <a:ext cx="227" cy="227"/>
            </a:xfrm>
            <a:prstGeom prst="ellipse">
              <a:avLst/>
            </a:prstGeom>
            <a:noFill/>
            <a:ln w="69850">
              <a:solidFill>
                <a:srgbClr val="3399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3399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AU" altLang="en-US">
                <a:solidFill>
                  <a:srgbClr val="000000"/>
                </a:solidFill>
              </a:endParaRPr>
            </a:p>
          </p:txBody>
        </p:sp>
      </p:grpSp>
      <p:sp>
        <p:nvSpPr>
          <p:cNvPr id="4124" name="Text Box 55">
            <a:extLst>
              <a:ext uri="{FF2B5EF4-FFF2-40B4-BE49-F238E27FC236}">
                <a16:creationId xmlns:a16="http://schemas.microsoft.com/office/drawing/2014/main" id="{F96E6D50-C736-43DB-8871-FE206C43E2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30363" y="109538"/>
            <a:ext cx="63373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GB" altLang="en-US" sz="2400">
                <a:solidFill>
                  <a:srgbClr val="000000"/>
                </a:solidFill>
                <a:latin typeface="Comic Sans MS" panose="030F0702030302020204" pitchFamily="66" charset="0"/>
              </a:rPr>
              <a:t>Equations – Keep it balanced…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3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3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3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3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01" grpId="0"/>
      <p:bldP spid="3102" grpId="0"/>
      <p:bldP spid="3103" grpId="0"/>
      <p:bldP spid="3104" grpId="0"/>
      <p:bldP spid="310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7699BB-4438-454C-9B9F-E2B0DBC9BD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 do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392A3C-1D26-4F9A-B92E-4D3D64AAD4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5400" dirty="0"/>
              <a:t>5x + 11 = 26</a:t>
            </a:r>
          </a:p>
          <a:p>
            <a:pPr marL="0" indent="0">
              <a:buNone/>
            </a:pPr>
            <a:endParaRPr lang="en-US" sz="5400" dirty="0"/>
          </a:p>
          <a:p>
            <a:pPr marL="0" indent="0">
              <a:buNone/>
            </a:pPr>
            <a:r>
              <a:rPr lang="en-US" sz="5400" dirty="0"/>
              <a:t>4y + 7 = 19 </a:t>
            </a:r>
          </a:p>
          <a:p>
            <a:pPr marL="0" indent="0">
              <a:buNone/>
            </a:pPr>
            <a:endParaRPr lang="en-US" sz="5400" dirty="0"/>
          </a:p>
          <a:p>
            <a:pPr marL="0" indent="0">
              <a:buNone/>
            </a:pPr>
            <a:r>
              <a:rPr lang="en-US" sz="5400" dirty="0"/>
              <a:t>7c + 3 = 38 </a:t>
            </a:r>
            <a:endParaRPr lang="en-AU" sz="54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13DDD83-E2FE-4AC6-AF59-E07DAB47F52B}"/>
              </a:ext>
            </a:extLst>
          </p:cNvPr>
          <p:cNvCxnSpPr>
            <a:stCxn id="3" idx="0"/>
            <a:endCxn id="3" idx="2"/>
          </p:cNvCxnSpPr>
          <p:nvPr/>
        </p:nvCxnSpPr>
        <p:spPr>
          <a:xfrm>
            <a:off x="6096000" y="1600201"/>
            <a:ext cx="0" cy="4525963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620217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7699BB-4438-454C-9B9F-E2B0DBC9BD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 do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392A3C-1D26-4F9A-B92E-4D3D64AAD4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5400" dirty="0"/>
              <a:t>11x + 3 = 25 </a:t>
            </a:r>
          </a:p>
          <a:p>
            <a:pPr marL="0" indent="0">
              <a:buNone/>
            </a:pPr>
            <a:endParaRPr lang="en-US" sz="5400" dirty="0"/>
          </a:p>
          <a:p>
            <a:pPr marL="0" indent="0">
              <a:buNone/>
            </a:pPr>
            <a:r>
              <a:rPr lang="en-US" sz="5400" dirty="0"/>
              <a:t>5y + 10 = 25</a:t>
            </a:r>
          </a:p>
          <a:p>
            <a:pPr marL="0" indent="0">
              <a:buNone/>
            </a:pPr>
            <a:endParaRPr lang="en-US" sz="5400" dirty="0"/>
          </a:p>
          <a:p>
            <a:pPr marL="0" indent="0">
              <a:buNone/>
            </a:pPr>
            <a:r>
              <a:rPr lang="en-US" sz="5400" dirty="0"/>
              <a:t>25 + 3x = 34 </a:t>
            </a:r>
            <a:endParaRPr lang="en-AU" sz="5400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B80C5F7-AA55-48A4-B5DB-0A02FBF4DB05}"/>
              </a:ext>
            </a:extLst>
          </p:cNvPr>
          <p:cNvCxnSpPr/>
          <p:nvPr/>
        </p:nvCxnSpPr>
        <p:spPr>
          <a:xfrm>
            <a:off x="6096000" y="1600201"/>
            <a:ext cx="0" cy="4525963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578337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WordArt 2">
            <a:extLst>
              <a:ext uri="{FF2B5EF4-FFF2-40B4-BE49-F238E27FC236}">
                <a16:creationId xmlns:a16="http://schemas.microsoft.com/office/drawing/2014/main" id="{9D6B61E3-761C-4164-B931-2FE6C74127C2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3071814" y="333376"/>
            <a:ext cx="5876925" cy="504825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AU" sz="3600" kern="10" dirty="0">
                <a:ln w="25400" algn="ctr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3399FF"/>
                </a:solidFill>
                <a:effectLst>
                  <a:outerShdw dist="107763" dir="2700000" algn="ctr" rotWithShape="0">
                    <a:srgbClr val="868686">
                      <a:alpha val="50000"/>
                    </a:srgbClr>
                  </a:outerShdw>
                </a:effectLst>
                <a:latin typeface="Comic Sans MS" panose="030F0702030302020204" pitchFamily="66" charset="0"/>
              </a:rPr>
              <a:t>Solving Equations</a:t>
            </a:r>
          </a:p>
        </p:txBody>
      </p:sp>
      <p:sp>
        <p:nvSpPr>
          <p:cNvPr id="5123" name="Text Box 3">
            <a:extLst>
              <a:ext uri="{FF2B5EF4-FFF2-40B4-BE49-F238E27FC236}">
                <a16:creationId xmlns:a16="http://schemas.microsoft.com/office/drawing/2014/main" id="{4E478694-262A-4DF7-9199-D516D33396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74826" y="1341438"/>
            <a:ext cx="77057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GB" altLang="en-US" sz="2400" dirty="0">
                <a:solidFill>
                  <a:srgbClr val="FF0000"/>
                </a:solidFill>
                <a:latin typeface="Comic Sans MS" panose="030F0702030302020204" pitchFamily="66" charset="0"/>
              </a:rPr>
              <a:t>YOU DO…..in your books…</a:t>
            </a:r>
            <a:endParaRPr lang="en-GB" altLang="en-US" dirty="0">
              <a:solidFill>
                <a:srgbClr val="000000"/>
              </a:solidFill>
              <a:latin typeface="Comic Sans MS" panose="030F0702030302020204" pitchFamily="66" charset="0"/>
            </a:endParaRPr>
          </a:p>
        </p:txBody>
      </p:sp>
      <p:pic>
        <p:nvPicPr>
          <p:cNvPr id="5124" name="Picture 4">
            <a:extLst>
              <a:ext uri="{FF2B5EF4-FFF2-40B4-BE49-F238E27FC236}">
                <a16:creationId xmlns:a16="http://schemas.microsoft.com/office/drawing/2014/main" id="{C5F9DF3D-FB98-4439-B62A-FDE8CB36FAE6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260350"/>
            <a:ext cx="1447800" cy="1028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25" name="WordArt 5">
            <a:extLst>
              <a:ext uri="{FF2B5EF4-FFF2-40B4-BE49-F238E27FC236}">
                <a16:creationId xmlns:a16="http://schemas.microsoft.com/office/drawing/2014/main" id="{4307F785-BF30-4AD6-834A-F5C67112354A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3432175" y="2024064"/>
            <a:ext cx="431800" cy="433387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AU" sz="3600" kern="10"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3399FF"/>
                </a:solidFill>
                <a:latin typeface="Cooper Black" panose="0208090404030B020404" pitchFamily="18" charset="0"/>
              </a:rPr>
              <a:t>4</a:t>
            </a:r>
          </a:p>
        </p:txBody>
      </p:sp>
      <p:sp>
        <p:nvSpPr>
          <p:cNvPr id="5126" name="WordArt 6">
            <a:extLst>
              <a:ext uri="{FF2B5EF4-FFF2-40B4-BE49-F238E27FC236}">
                <a16:creationId xmlns:a16="http://schemas.microsoft.com/office/drawing/2014/main" id="{8B9587AC-CEE2-4BC8-ABF8-BC2A4A4057E3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3935413" y="2024064"/>
            <a:ext cx="431800" cy="433387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AU" sz="3600" kern="10"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3399FF"/>
                </a:solidFill>
                <a:latin typeface="Cooper Black" panose="0208090404030B020404" pitchFamily="18" charset="0"/>
              </a:rPr>
              <a:t>x</a:t>
            </a:r>
          </a:p>
        </p:txBody>
      </p:sp>
      <p:sp>
        <p:nvSpPr>
          <p:cNvPr id="5127" name="WordArt 7">
            <a:extLst>
              <a:ext uri="{FF2B5EF4-FFF2-40B4-BE49-F238E27FC236}">
                <a16:creationId xmlns:a16="http://schemas.microsoft.com/office/drawing/2014/main" id="{22ABFE96-4406-4CF5-A3BE-5F769FE00AA6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6311900" y="2024063"/>
            <a:ext cx="431800" cy="4318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AU" sz="3600" kern="10"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3399FF"/>
                </a:solidFill>
                <a:latin typeface="Cooper Black" panose="0208090404030B020404" pitchFamily="18" charset="0"/>
              </a:rPr>
              <a:t>=</a:t>
            </a:r>
          </a:p>
        </p:txBody>
      </p:sp>
      <p:sp>
        <p:nvSpPr>
          <p:cNvPr id="5128" name="WordArt 8">
            <a:extLst>
              <a:ext uri="{FF2B5EF4-FFF2-40B4-BE49-F238E27FC236}">
                <a16:creationId xmlns:a16="http://schemas.microsoft.com/office/drawing/2014/main" id="{85449329-CFE7-4F68-BE1B-7D282A5EB13F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7246939" y="1989139"/>
            <a:ext cx="720725" cy="503237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AU" sz="3600" kern="10"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3399FF"/>
                </a:solidFill>
                <a:latin typeface="Cooper Black" panose="0208090404030B020404" pitchFamily="18" charset="0"/>
              </a:rPr>
              <a:t>18</a:t>
            </a:r>
          </a:p>
        </p:txBody>
      </p:sp>
      <p:sp>
        <p:nvSpPr>
          <p:cNvPr id="5129" name="WordArt 9">
            <a:extLst>
              <a:ext uri="{FF2B5EF4-FFF2-40B4-BE49-F238E27FC236}">
                <a16:creationId xmlns:a16="http://schemas.microsoft.com/office/drawing/2014/main" id="{CF8AAF5B-1FAB-42B6-A023-5B613DA32C1A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4440239" y="2024064"/>
            <a:ext cx="504825" cy="433387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AU" sz="3600" kern="10"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3399FF"/>
                </a:solidFill>
                <a:latin typeface="Cooper Black" panose="0208090404030B020404" pitchFamily="18" charset="0"/>
              </a:rPr>
              <a:t>+</a:t>
            </a:r>
          </a:p>
        </p:txBody>
      </p:sp>
      <p:sp>
        <p:nvSpPr>
          <p:cNvPr id="5130" name="WordArt 10">
            <a:extLst>
              <a:ext uri="{FF2B5EF4-FFF2-40B4-BE49-F238E27FC236}">
                <a16:creationId xmlns:a16="http://schemas.microsoft.com/office/drawing/2014/main" id="{A349FF72-70B5-4BF1-BC29-EAAF1200E265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5087939" y="2024064"/>
            <a:ext cx="790575" cy="433387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AU" sz="3600" kern="10"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3399FF"/>
                </a:solidFill>
                <a:latin typeface="Cooper Black" panose="0208090404030B020404" pitchFamily="18" charset="0"/>
              </a:rPr>
              <a:t>10</a:t>
            </a:r>
          </a:p>
        </p:txBody>
      </p:sp>
      <p:sp>
        <p:nvSpPr>
          <p:cNvPr id="5131" name="WordArt 11">
            <a:extLst>
              <a:ext uri="{FF2B5EF4-FFF2-40B4-BE49-F238E27FC236}">
                <a16:creationId xmlns:a16="http://schemas.microsoft.com/office/drawing/2014/main" id="{003E4AA1-D17B-46DC-8B37-66EDD8572B54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3432175" y="2852739"/>
            <a:ext cx="431800" cy="433387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AU" sz="3600" kern="10"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3399FF"/>
                </a:solidFill>
                <a:latin typeface="Cooper Black" panose="0208090404030B020404" pitchFamily="18" charset="0"/>
              </a:rPr>
              <a:t>2</a:t>
            </a:r>
          </a:p>
        </p:txBody>
      </p:sp>
      <p:sp>
        <p:nvSpPr>
          <p:cNvPr id="5132" name="WordArt 12">
            <a:extLst>
              <a:ext uri="{FF2B5EF4-FFF2-40B4-BE49-F238E27FC236}">
                <a16:creationId xmlns:a16="http://schemas.microsoft.com/office/drawing/2014/main" id="{18CAC0D8-D6F4-44B0-AA66-7B201D337F23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3935413" y="2852739"/>
            <a:ext cx="431800" cy="433387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AU" sz="3600" kern="10"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3399FF"/>
                </a:solidFill>
                <a:latin typeface="Cooper Black" panose="0208090404030B020404" pitchFamily="18" charset="0"/>
              </a:rPr>
              <a:t>x</a:t>
            </a:r>
          </a:p>
        </p:txBody>
      </p:sp>
      <p:sp>
        <p:nvSpPr>
          <p:cNvPr id="5133" name="WordArt 13">
            <a:extLst>
              <a:ext uri="{FF2B5EF4-FFF2-40B4-BE49-F238E27FC236}">
                <a16:creationId xmlns:a16="http://schemas.microsoft.com/office/drawing/2014/main" id="{4436EBE9-1CBC-478D-AD3F-BA2BA6898C86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6311900" y="2852738"/>
            <a:ext cx="431800" cy="4318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AU" sz="3600" kern="10"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3399FF"/>
                </a:solidFill>
                <a:latin typeface="Cooper Black" panose="0208090404030B020404" pitchFamily="18" charset="0"/>
              </a:rPr>
              <a:t>=</a:t>
            </a:r>
          </a:p>
        </p:txBody>
      </p:sp>
      <p:sp>
        <p:nvSpPr>
          <p:cNvPr id="5134" name="WordArt 14">
            <a:extLst>
              <a:ext uri="{FF2B5EF4-FFF2-40B4-BE49-F238E27FC236}">
                <a16:creationId xmlns:a16="http://schemas.microsoft.com/office/drawing/2014/main" id="{EC34ACD0-19D2-45BC-BCF4-AF1D05F8CA9D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7246939" y="2817814"/>
            <a:ext cx="720725" cy="503237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AU" sz="3600" kern="10"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3399FF"/>
                </a:solidFill>
                <a:latin typeface="Cooper Black" panose="0208090404030B020404" pitchFamily="18" charset="0"/>
              </a:rPr>
              <a:t>19</a:t>
            </a:r>
          </a:p>
        </p:txBody>
      </p:sp>
      <p:sp>
        <p:nvSpPr>
          <p:cNvPr id="5135" name="WordArt 15">
            <a:extLst>
              <a:ext uri="{FF2B5EF4-FFF2-40B4-BE49-F238E27FC236}">
                <a16:creationId xmlns:a16="http://schemas.microsoft.com/office/drawing/2014/main" id="{3767E806-1592-4CA5-83F7-0D4038CDD467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4440239" y="2852739"/>
            <a:ext cx="504825" cy="433387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AU" sz="3600" kern="10"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3399FF"/>
                </a:solidFill>
                <a:latin typeface="Cooper Black" panose="0208090404030B020404" pitchFamily="18" charset="0"/>
              </a:rPr>
              <a:t>+</a:t>
            </a:r>
          </a:p>
        </p:txBody>
      </p:sp>
      <p:sp>
        <p:nvSpPr>
          <p:cNvPr id="5136" name="WordArt 16">
            <a:extLst>
              <a:ext uri="{FF2B5EF4-FFF2-40B4-BE49-F238E27FC236}">
                <a16:creationId xmlns:a16="http://schemas.microsoft.com/office/drawing/2014/main" id="{25601E1B-2868-45B4-919A-C8131CF55104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5087938" y="2852739"/>
            <a:ext cx="431800" cy="433387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AU" sz="3600" kern="10"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3399FF"/>
                </a:solidFill>
                <a:latin typeface="Cooper Black" panose="0208090404030B020404" pitchFamily="18" charset="0"/>
              </a:rPr>
              <a:t>9</a:t>
            </a:r>
          </a:p>
        </p:txBody>
      </p:sp>
      <p:sp>
        <p:nvSpPr>
          <p:cNvPr id="5137" name="WordArt 18">
            <a:extLst>
              <a:ext uri="{FF2B5EF4-FFF2-40B4-BE49-F238E27FC236}">
                <a16:creationId xmlns:a16="http://schemas.microsoft.com/office/drawing/2014/main" id="{6B70FE55-F9E8-4841-B4DF-AF28D5A19423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3935413" y="3681414"/>
            <a:ext cx="431800" cy="433387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AU" sz="3600" kern="10"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3399FF"/>
                </a:solidFill>
                <a:latin typeface="Cooper Black" panose="0208090404030B020404" pitchFamily="18" charset="0"/>
              </a:rPr>
              <a:t>x</a:t>
            </a:r>
          </a:p>
        </p:txBody>
      </p:sp>
      <p:sp>
        <p:nvSpPr>
          <p:cNvPr id="5138" name="WordArt 19">
            <a:extLst>
              <a:ext uri="{FF2B5EF4-FFF2-40B4-BE49-F238E27FC236}">
                <a16:creationId xmlns:a16="http://schemas.microsoft.com/office/drawing/2014/main" id="{2DB1D158-E66F-4472-89FE-FC5336CB7EEF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6311900" y="3681413"/>
            <a:ext cx="431800" cy="4318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AU" sz="3600" kern="10"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3399FF"/>
                </a:solidFill>
                <a:latin typeface="Cooper Black" panose="0208090404030B020404" pitchFamily="18" charset="0"/>
              </a:rPr>
              <a:t>=</a:t>
            </a:r>
          </a:p>
        </p:txBody>
      </p:sp>
      <p:sp>
        <p:nvSpPr>
          <p:cNvPr id="5139" name="WordArt 20">
            <a:extLst>
              <a:ext uri="{FF2B5EF4-FFF2-40B4-BE49-F238E27FC236}">
                <a16:creationId xmlns:a16="http://schemas.microsoft.com/office/drawing/2014/main" id="{AA039274-AD57-4DD2-80D5-BFAD4B0F800D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7246939" y="3646489"/>
            <a:ext cx="720725" cy="503237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AU" sz="3600" kern="10"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3399FF"/>
                </a:solidFill>
                <a:latin typeface="Cooper Black" panose="0208090404030B020404" pitchFamily="18" charset="0"/>
              </a:rPr>
              <a:t>50</a:t>
            </a:r>
          </a:p>
        </p:txBody>
      </p:sp>
      <p:sp>
        <p:nvSpPr>
          <p:cNvPr id="5140" name="WordArt 21">
            <a:extLst>
              <a:ext uri="{FF2B5EF4-FFF2-40B4-BE49-F238E27FC236}">
                <a16:creationId xmlns:a16="http://schemas.microsoft.com/office/drawing/2014/main" id="{D564EC16-DC5B-489C-B48F-1CDB95D189B1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4440239" y="3681414"/>
            <a:ext cx="504825" cy="433387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AU" sz="3600" kern="10"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3399FF"/>
                </a:solidFill>
                <a:latin typeface="Cooper Black" panose="0208090404030B020404" pitchFamily="18" charset="0"/>
              </a:rPr>
              <a:t>+</a:t>
            </a:r>
          </a:p>
        </p:txBody>
      </p:sp>
      <p:sp>
        <p:nvSpPr>
          <p:cNvPr id="5141" name="WordArt 22">
            <a:extLst>
              <a:ext uri="{FF2B5EF4-FFF2-40B4-BE49-F238E27FC236}">
                <a16:creationId xmlns:a16="http://schemas.microsoft.com/office/drawing/2014/main" id="{E6123C7A-ECCD-484A-9B95-887CD8738EBA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5087939" y="3681414"/>
            <a:ext cx="720725" cy="433387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AU" sz="3600" kern="10"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3399FF"/>
                </a:solidFill>
                <a:latin typeface="Cooper Black" panose="0208090404030B020404" pitchFamily="18" charset="0"/>
              </a:rPr>
              <a:t>22</a:t>
            </a:r>
          </a:p>
        </p:txBody>
      </p:sp>
      <p:sp>
        <p:nvSpPr>
          <p:cNvPr id="5142" name="WordArt 23">
            <a:extLst>
              <a:ext uri="{FF2B5EF4-FFF2-40B4-BE49-F238E27FC236}">
                <a16:creationId xmlns:a16="http://schemas.microsoft.com/office/drawing/2014/main" id="{C0461681-67D6-427B-B344-1E93C57D564C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3503613" y="4508500"/>
            <a:ext cx="431800" cy="433388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AU" sz="3600" kern="10"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3399FF"/>
                </a:solidFill>
                <a:latin typeface="Cooper Black" panose="0208090404030B020404" pitchFamily="18" charset="0"/>
              </a:rPr>
              <a:t>3</a:t>
            </a:r>
          </a:p>
        </p:txBody>
      </p:sp>
      <p:sp>
        <p:nvSpPr>
          <p:cNvPr id="5143" name="WordArt 24">
            <a:extLst>
              <a:ext uri="{FF2B5EF4-FFF2-40B4-BE49-F238E27FC236}">
                <a16:creationId xmlns:a16="http://schemas.microsoft.com/office/drawing/2014/main" id="{F42D719C-1FEF-4CE9-A852-C47012E025DD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4006850" y="4508500"/>
            <a:ext cx="431800" cy="433388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AU" sz="3600" kern="10"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3399FF"/>
                </a:solidFill>
                <a:latin typeface="Cooper Black" panose="0208090404030B020404" pitchFamily="18" charset="0"/>
              </a:rPr>
              <a:t>x</a:t>
            </a:r>
          </a:p>
        </p:txBody>
      </p:sp>
      <p:sp>
        <p:nvSpPr>
          <p:cNvPr id="5144" name="WordArt 25">
            <a:extLst>
              <a:ext uri="{FF2B5EF4-FFF2-40B4-BE49-F238E27FC236}">
                <a16:creationId xmlns:a16="http://schemas.microsoft.com/office/drawing/2014/main" id="{A6F6114A-F6FB-408F-94DB-81FA0F0076F6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6383338" y="4508500"/>
            <a:ext cx="431800" cy="4318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AU" sz="3600" kern="10"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3399FF"/>
                </a:solidFill>
                <a:latin typeface="Cooper Black" panose="0208090404030B020404" pitchFamily="18" charset="0"/>
              </a:rPr>
              <a:t>=</a:t>
            </a:r>
          </a:p>
        </p:txBody>
      </p:sp>
      <p:sp>
        <p:nvSpPr>
          <p:cNvPr id="5145" name="WordArt 26">
            <a:extLst>
              <a:ext uri="{FF2B5EF4-FFF2-40B4-BE49-F238E27FC236}">
                <a16:creationId xmlns:a16="http://schemas.microsoft.com/office/drawing/2014/main" id="{8E2B63C3-4AC2-47B4-9DD7-6AA51A667BFA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7318376" y="4473575"/>
            <a:ext cx="720725" cy="503238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AU" sz="3600" kern="10"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3399FF"/>
                </a:solidFill>
                <a:latin typeface="Cooper Black" panose="0208090404030B020404" pitchFamily="18" charset="0"/>
              </a:rPr>
              <a:t>19</a:t>
            </a:r>
          </a:p>
        </p:txBody>
      </p:sp>
      <p:sp>
        <p:nvSpPr>
          <p:cNvPr id="5146" name="WordArt 27">
            <a:extLst>
              <a:ext uri="{FF2B5EF4-FFF2-40B4-BE49-F238E27FC236}">
                <a16:creationId xmlns:a16="http://schemas.microsoft.com/office/drawing/2014/main" id="{632136E4-F563-4774-86AD-23D51017AE80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4511676" y="4508500"/>
            <a:ext cx="504825" cy="433388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AU" sz="3600" kern="10"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3399FF"/>
                </a:solidFill>
                <a:latin typeface="Cooper Black" panose="0208090404030B020404" pitchFamily="18" charset="0"/>
              </a:rPr>
              <a:t>+</a:t>
            </a:r>
          </a:p>
        </p:txBody>
      </p:sp>
      <p:sp>
        <p:nvSpPr>
          <p:cNvPr id="5147" name="WordArt 28">
            <a:extLst>
              <a:ext uri="{FF2B5EF4-FFF2-40B4-BE49-F238E27FC236}">
                <a16:creationId xmlns:a16="http://schemas.microsoft.com/office/drawing/2014/main" id="{50A936AB-A9A2-4466-9964-D577437FAD38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5159375" y="4508500"/>
            <a:ext cx="431800" cy="433388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AU" sz="3600" kern="10"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3399FF"/>
                </a:solidFill>
                <a:latin typeface="Cooper Black" panose="0208090404030B020404" pitchFamily="18" charset="0"/>
              </a:rPr>
              <a:t>4</a:t>
            </a:r>
          </a:p>
        </p:txBody>
      </p:sp>
      <p:sp>
        <p:nvSpPr>
          <p:cNvPr id="5148" name="WordArt 29">
            <a:extLst>
              <a:ext uri="{FF2B5EF4-FFF2-40B4-BE49-F238E27FC236}">
                <a16:creationId xmlns:a16="http://schemas.microsoft.com/office/drawing/2014/main" id="{D33F1D60-7A00-4B2E-BBCF-FC9C4C3347C8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3503613" y="5373689"/>
            <a:ext cx="431800" cy="433387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AU" sz="3600" kern="10"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3399FF"/>
                </a:solidFill>
                <a:latin typeface="Cooper Black" panose="0208090404030B020404" pitchFamily="18" charset="0"/>
              </a:rPr>
              <a:t>3</a:t>
            </a:r>
          </a:p>
        </p:txBody>
      </p:sp>
      <p:sp>
        <p:nvSpPr>
          <p:cNvPr id="5149" name="WordArt 30">
            <a:extLst>
              <a:ext uri="{FF2B5EF4-FFF2-40B4-BE49-F238E27FC236}">
                <a16:creationId xmlns:a16="http://schemas.microsoft.com/office/drawing/2014/main" id="{EADDA501-DE3E-4DBB-A1A9-D1A594809BB2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4006850" y="5373689"/>
            <a:ext cx="431800" cy="433387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AU" sz="3600" kern="10"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3399FF"/>
                </a:solidFill>
                <a:latin typeface="Cooper Black" panose="0208090404030B020404" pitchFamily="18" charset="0"/>
              </a:rPr>
              <a:t>x</a:t>
            </a:r>
          </a:p>
        </p:txBody>
      </p:sp>
      <p:sp>
        <p:nvSpPr>
          <p:cNvPr id="5150" name="WordArt 31">
            <a:extLst>
              <a:ext uri="{FF2B5EF4-FFF2-40B4-BE49-F238E27FC236}">
                <a16:creationId xmlns:a16="http://schemas.microsoft.com/office/drawing/2014/main" id="{13CAB707-AE54-48D4-A0F0-0BCC0A67037E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6383338" y="5373688"/>
            <a:ext cx="431800" cy="4318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AU" sz="3600" kern="10"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3399FF"/>
                </a:solidFill>
                <a:latin typeface="Cooper Black" panose="0208090404030B020404" pitchFamily="18" charset="0"/>
              </a:rPr>
              <a:t>=</a:t>
            </a:r>
          </a:p>
        </p:txBody>
      </p:sp>
      <p:sp>
        <p:nvSpPr>
          <p:cNvPr id="5151" name="WordArt 32">
            <a:extLst>
              <a:ext uri="{FF2B5EF4-FFF2-40B4-BE49-F238E27FC236}">
                <a16:creationId xmlns:a16="http://schemas.microsoft.com/office/drawing/2014/main" id="{538FDF7A-695B-42FF-9A28-FD83315802E9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7318375" y="5338764"/>
            <a:ext cx="361950" cy="503237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AU" sz="3600" kern="10"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3399FF"/>
                </a:solidFill>
                <a:latin typeface="Cooper Black" panose="0208090404030B020404" pitchFamily="18" charset="0"/>
              </a:rPr>
              <a:t>1</a:t>
            </a:r>
          </a:p>
        </p:txBody>
      </p:sp>
      <p:sp>
        <p:nvSpPr>
          <p:cNvPr id="5152" name="WordArt 33">
            <a:extLst>
              <a:ext uri="{FF2B5EF4-FFF2-40B4-BE49-F238E27FC236}">
                <a16:creationId xmlns:a16="http://schemas.microsoft.com/office/drawing/2014/main" id="{62E31951-EE7B-48DE-88DD-DE19F64985AB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4511676" y="5373689"/>
            <a:ext cx="504825" cy="433387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AU" sz="3600" kern="10"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3399FF"/>
                </a:solidFill>
                <a:latin typeface="Cooper Black" panose="0208090404030B020404" pitchFamily="18" charset="0"/>
              </a:rPr>
              <a:t>+</a:t>
            </a:r>
          </a:p>
        </p:txBody>
      </p:sp>
      <p:sp>
        <p:nvSpPr>
          <p:cNvPr id="5153" name="WordArt 34">
            <a:extLst>
              <a:ext uri="{FF2B5EF4-FFF2-40B4-BE49-F238E27FC236}">
                <a16:creationId xmlns:a16="http://schemas.microsoft.com/office/drawing/2014/main" id="{E3855DEB-9289-460D-89C3-D6BB89A36364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5159375" y="5373689"/>
            <a:ext cx="431800" cy="433387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AU" sz="3600" kern="10"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3399FF"/>
                </a:solidFill>
                <a:latin typeface="Cooper Black" panose="0208090404030B020404" pitchFamily="18" charset="0"/>
              </a:rPr>
              <a:t>4</a:t>
            </a:r>
          </a:p>
        </p:txBody>
      </p:sp>
      <p:sp>
        <p:nvSpPr>
          <p:cNvPr id="4131" name="AutoShape 35">
            <a:extLst>
              <a:ext uri="{FF2B5EF4-FFF2-40B4-BE49-F238E27FC236}">
                <a16:creationId xmlns:a16="http://schemas.microsoft.com/office/drawing/2014/main" id="{E7E52FDF-22E6-406F-8E7F-E648E6A6DE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40013" y="5300664"/>
            <a:ext cx="576262" cy="504825"/>
          </a:xfrm>
          <a:prstGeom prst="star5">
            <a:avLst/>
          </a:prstGeom>
          <a:solidFill>
            <a:srgbClr val="FF0000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AU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ext Box 3">
            <a:extLst>
              <a:ext uri="{FF2B5EF4-FFF2-40B4-BE49-F238E27FC236}">
                <a16:creationId xmlns:a16="http://schemas.microsoft.com/office/drawing/2014/main" id="{1A8015F5-6D05-497E-BD51-982B4C7D0F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74826" y="1341438"/>
            <a:ext cx="77057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GB" altLang="en-US" sz="2400">
                <a:solidFill>
                  <a:srgbClr val="FF0000"/>
                </a:solidFill>
                <a:latin typeface="Comic Sans MS" panose="030F0702030302020204" pitchFamily="66" charset="0"/>
              </a:rPr>
              <a:t>What if…</a:t>
            </a:r>
            <a:endParaRPr lang="en-GB" altLang="en-US">
              <a:solidFill>
                <a:srgbClr val="00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6147" name="WordArt 5">
            <a:extLst>
              <a:ext uri="{FF2B5EF4-FFF2-40B4-BE49-F238E27FC236}">
                <a16:creationId xmlns:a16="http://schemas.microsoft.com/office/drawing/2014/main" id="{F26A86EB-EFF2-4A1F-9668-16CD713B4C29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3432175" y="2024064"/>
            <a:ext cx="431800" cy="433387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AU" sz="3600" kern="10"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3399FF"/>
                </a:solidFill>
                <a:latin typeface="Cooper Black" panose="0208090404030B020404" pitchFamily="18" charset="0"/>
              </a:rPr>
              <a:t>4</a:t>
            </a:r>
          </a:p>
        </p:txBody>
      </p:sp>
      <p:sp>
        <p:nvSpPr>
          <p:cNvPr id="6148" name="WordArt 6">
            <a:extLst>
              <a:ext uri="{FF2B5EF4-FFF2-40B4-BE49-F238E27FC236}">
                <a16:creationId xmlns:a16="http://schemas.microsoft.com/office/drawing/2014/main" id="{F2F681FF-EA92-4F74-A8D7-DE4D66D447F6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3935413" y="2024064"/>
            <a:ext cx="431800" cy="433387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AU" sz="3600" kern="10"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3399FF"/>
                </a:solidFill>
                <a:latin typeface="Cooper Black" panose="0208090404030B020404" pitchFamily="18" charset="0"/>
              </a:rPr>
              <a:t>x</a:t>
            </a:r>
          </a:p>
        </p:txBody>
      </p:sp>
      <p:sp>
        <p:nvSpPr>
          <p:cNvPr id="6149" name="WordArt 7">
            <a:extLst>
              <a:ext uri="{FF2B5EF4-FFF2-40B4-BE49-F238E27FC236}">
                <a16:creationId xmlns:a16="http://schemas.microsoft.com/office/drawing/2014/main" id="{60A93809-3CE6-4597-87A1-3AD10692AC24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6311900" y="2024063"/>
            <a:ext cx="431800" cy="4318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AU" sz="3600" kern="10"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3399FF"/>
                </a:solidFill>
                <a:latin typeface="Cooper Black" panose="0208090404030B020404" pitchFamily="18" charset="0"/>
              </a:rPr>
              <a:t>=</a:t>
            </a:r>
          </a:p>
        </p:txBody>
      </p:sp>
      <p:sp>
        <p:nvSpPr>
          <p:cNvPr id="6150" name="WordArt 8">
            <a:extLst>
              <a:ext uri="{FF2B5EF4-FFF2-40B4-BE49-F238E27FC236}">
                <a16:creationId xmlns:a16="http://schemas.microsoft.com/office/drawing/2014/main" id="{824E373C-207C-483A-8F8F-8FDE9C3077E4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7246939" y="1989139"/>
            <a:ext cx="720725" cy="503237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AU" sz="3600" kern="10"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3399FF"/>
                </a:solidFill>
                <a:latin typeface="Cooper Black" panose="0208090404030B020404" pitchFamily="18" charset="0"/>
              </a:rPr>
              <a:t>18</a:t>
            </a:r>
          </a:p>
        </p:txBody>
      </p:sp>
      <p:sp>
        <p:nvSpPr>
          <p:cNvPr id="6151" name="WordArt 9">
            <a:extLst>
              <a:ext uri="{FF2B5EF4-FFF2-40B4-BE49-F238E27FC236}">
                <a16:creationId xmlns:a16="http://schemas.microsoft.com/office/drawing/2014/main" id="{486C28EA-6312-41FB-8828-330D4F46114C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4567238" y="2174876"/>
            <a:ext cx="360362" cy="142875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AU" sz="3600" kern="10"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3399FF"/>
                </a:solidFill>
                <a:latin typeface="Cooper Black" panose="0208090404030B020404" pitchFamily="18" charset="0"/>
              </a:rPr>
              <a:t>-</a:t>
            </a:r>
          </a:p>
        </p:txBody>
      </p:sp>
      <p:sp>
        <p:nvSpPr>
          <p:cNvPr id="6152" name="WordArt 10">
            <a:extLst>
              <a:ext uri="{FF2B5EF4-FFF2-40B4-BE49-F238E27FC236}">
                <a16:creationId xmlns:a16="http://schemas.microsoft.com/office/drawing/2014/main" id="{BD40A8A6-5B81-49AE-9A49-BC4430D32102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5087939" y="2024064"/>
            <a:ext cx="790575" cy="433387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AU" sz="3600" kern="10"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3399FF"/>
                </a:solidFill>
                <a:latin typeface="Cooper Black" panose="0208090404030B020404" pitchFamily="18" charset="0"/>
              </a:rPr>
              <a:t>10</a:t>
            </a:r>
          </a:p>
        </p:txBody>
      </p:sp>
      <p:sp>
        <p:nvSpPr>
          <p:cNvPr id="6153" name="WordArt 35">
            <a:extLst>
              <a:ext uri="{FF2B5EF4-FFF2-40B4-BE49-F238E27FC236}">
                <a16:creationId xmlns:a16="http://schemas.microsoft.com/office/drawing/2014/main" id="{F3D4C476-0D81-4D14-91CF-4C0A6B2C4EEB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8328025" y="2060575"/>
            <a:ext cx="431800" cy="433388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AU" sz="3600" kern="10"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3399FF"/>
                </a:solidFill>
                <a:latin typeface="Cooper Black" panose="0208090404030B020404" pitchFamily="18" charset="0"/>
              </a:rPr>
              <a:t>?</a:t>
            </a:r>
          </a:p>
        </p:txBody>
      </p:sp>
      <p:pic>
        <p:nvPicPr>
          <p:cNvPr id="6154" name="Picture 36">
            <a:extLst>
              <a:ext uri="{FF2B5EF4-FFF2-40B4-BE49-F238E27FC236}">
                <a16:creationId xmlns:a16="http://schemas.microsoft.com/office/drawing/2014/main" id="{08E914CF-3851-407D-976A-26F24A5FDA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4483"/>
          <a:stretch>
            <a:fillRect/>
          </a:stretch>
        </p:blipFill>
        <p:spPr bwMode="auto">
          <a:xfrm>
            <a:off x="4295776" y="2701926"/>
            <a:ext cx="3743325" cy="3679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181" name="Text Box 37">
            <a:extLst>
              <a:ext uri="{FF2B5EF4-FFF2-40B4-BE49-F238E27FC236}">
                <a16:creationId xmlns:a16="http://schemas.microsoft.com/office/drawing/2014/main" id="{46998DA2-DDDB-410F-A94C-7F2B25AB25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43475" y="2924175"/>
            <a:ext cx="29527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GB" altLang="en-US" sz="3600" b="1">
                <a:solidFill>
                  <a:srgbClr val="000000"/>
                </a:solidFill>
                <a:latin typeface="Bradley Hand ITC" panose="03070402050302030203" pitchFamily="66" charset="0"/>
              </a:rPr>
              <a:t>4x - 10 = 18</a:t>
            </a:r>
          </a:p>
        </p:txBody>
      </p:sp>
      <p:sp>
        <p:nvSpPr>
          <p:cNvPr id="6182" name="Text Box 38">
            <a:extLst>
              <a:ext uri="{FF2B5EF4-FFF2-40B4-BE49-F238E27FC236}">
                <a16:creationId xmlns:a16="http://schemas.microsoft.com/office/drawing/2014/main" id="{3D8B83E0-27FB-4E46-9F1A-4D7F58E692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43475" y="4076700"/>
            <a:ext cx="31686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GB" altLang="en-US" sz="3600" b="1">
                <a:solidFill>
                  <a:srgbClr val="000000"/>
                </a:solidFill>
                <a:latin typeface="Bradley Hand ITC" panose="03070402050302030203" pitchFamily="66" charset="0"/>
              </a:rPr>
              <a:t>4x        = 28</a:t>
            </a:r>
          </a:p>
        </p:txBody>
      </p:sp>
      <p:sp>
        <p:nvSpPr>
          <p:cNvPr id="6183" name="Text Box 39">
            <a:extLst>
              <a:ext uri="{FF2B5EF4-FFF2-40B4-BE49-F238E27FC236}">
                <a16:creationId xmlns:a16="http://schemas.microsoft.com/office/drawing/2014/main" id="{F52C1EC2-FEED-471E-84AC-E136570371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00601" y="3589338"/>
            <a:ext cx="30956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GB" altLang="en-US" sz="2400" b="1">
                <a:solidFill>
                  <a:srgbClr val="FF0000"/>
                </a:solidFill>
                <a:latin typeface="Bradley Hand ITC" panose="03070402050302030203" pitchFamily="66" charset="0"/>
              </a:rPr>
              <a:t>Add on 10</a:t>
            </a:r>
          </a:p>
        </p:txBody>
      </p:sp>
      <p:sp>
        <p:nvSpPr>
          <p:cNvPr id="6184" name="Text Box 40">
            <a:extLst>
              <a:ext uri="{FF2B5EF4-FFF2-40B4-BE49-F238E27FC236}">
                <a16:creationId xmlns:a16="http://schemas.microsoft.com/office/drawing/2014/main" id="{C89A232A-73F4-4803-A7FB-BDCA57E90A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72039" y="4797425"/>
            <a:ext cx="35655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GB" altLang="en-US" sz="2400" b="1">
                <a:solidFill>
                  <a:srgbClr val="FF0000"/>
                </a:solidFill>
                <a:latin typeface="Bradley Hand ITC" panose="03070402050302030203" pitchFamily="66" charset="0"/>
              </a:rPr>
              <a:t>divide both sides by 4</a:t>
            </a:r>
          </a:p>
        </p:txBody>
      </p:sp>
      <p:sp>
        <p:nvSpPr>
          <p:cNvPr id="6185" name="Text Box 41">
            <a:extLst>
              <a:ext uri="{FF2B5EF4-FFF2-40B4-BE49-F238E27FC236}">
                <a16:creationId xmlns:a16="http://schemas.microsoft.com/office/drawing/2014/main" id="{7C270ECD-E5C9-4F0F-98F8-1F62BE6255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43475" y="5516563"/>
            <a:ext cx="2592388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GB" altLang="en-US" sz="3600" b="1">
                <a:solidFill>
                  <a:srgbClr val="000000"/>
                </a:solidFill>
                <a:latin typeface="Bradley Hand ITC" panose="03070402050302030203" pitchFamily="66" charset="0"/>
              </a:rPr>
              <a:t>  x        = 7</a:t>
            </a:r>
          </a:p>
        </p:txBody>
      </p:sp>
      <p:sp>
        <p:nvSpPr>
          <p:cNvPr id="6160" name="WordArt 42">
            <a:extLst>
              <a:ext uri="{FF2B5EF4-FFF2-40B4-BE49-F238E27FC236}">
                <a16:creationId xmlns:a16="http://schemas.microsoft.com/office/drawing/2014/main" id="{E114D5CC-A163-40E9-BA01-EA70996B36C2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3071814" y="333376"/>
            <a:ext cx="5876925" cy="504825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AU" sz="3600" kern="10">
                <a:ln w="25400" algn="ctr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3399FF"/>
                </a:solidFill>
                <a:effectLst>
                  <a:outerShdw dist="107763" dir="2700000" algn="ctr" rotWithShape="0">
                    <a:srgbClr val="868686">
                      <a:alpha val="50000"/>
                    </a:srgbClr>
                  </a:outerShdw>
                </a:effectLst>
                <a:latin typeface="Comic Sans MS" panose="030F0702030302020204" pitchFamily="66" charset="0"/>
              </a:rPr>
              <a:t>Solving Equations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6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6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6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6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6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81" grpId="0"/>
      <p:bldP spid="6182" grpId="0"/>
      <p:bldP spid="6183" grpId="0"/>
      <p:bldP spid="6184" grpId="0"/>
      <p:bldP spid="618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ext Box 3">
            <a:extLst>
              <a:ext uri="{FF2B5EF4-FFF2-40B4-BE49-F238E27FC236}">
                <a16:creationId xmlns:a16="http://schemas.microsoft.com/office/drawing/2014/main" id="{C8438FB8-4523-4379-A989-B4568E8FB3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74826" y="1341438"/>
            <a:ext cx="77057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GB" altLang="en-US" sz="2400">
                <a:solidFill>
                  <a:srgbClr val="FF0000"/>
                </a:solidFill>
                <a:latin typeface="Comic Sans MS" panose="030F0702030302020204" pitchFamily="66" charset="0"/>
              </a:rPr>
              <a:t>In your books…</a:t>
            </a:r>
            <a:endParaRPr lang="en-GB" altLang="en-US">
              <a:solidFill>
                <a:srgbClr val="000000"/>
              </a:solidFill>
              <a:latin typeface="Comic Sans MS" panose="030F0702030302020204" pitchFamily="66" charset="0"/>
            </a:endParaRPr>
          </a:p>
        </p:txBody>
      </p:sp>
      <p:pic>
        <p:nvPicPr>
          <p:cNvPr id="7171" name="Picture 4">
            <a:extLst>
              <a:ext uri="{FF2B5EF4-FFF2-40B4-BE49-F238E27FC236}">
                <a16:creationId xmlns:a16="http://schemas.microsoft.com/office/drawing/2014/main" id="{C562E4E0-4DC7-4755-9815-68011796FDDD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260350"/>
            <a:ext cx="1447800" cy="1028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172" name="WordArt 5">
            <a:extLst>
              <a:ext uri="{FF2B5EF4-FFF2-40B4-BE49-F238E27FC236}">
                <a16:creationId xmlns:a16="http://schemas.microsoft.com/office/drawing/2014/main" id="{4FEE057D-004D-4E7E-98FC-12867BEE36A4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3432175" y="2024064"/>
            <a:ext cx="431800" cy="433387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AU" sz="3600" kern="10"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3399FF"/>
                </a:solidFill>
                <a:latin typeface="Cooper Black" panose="0208090404030B020404" pitchFamily="18" charset="0"/>
              </a:rPr>
              <a:t>2</a:t>
            </a:r>
          </a:p>
        </p:txBody>
      </p:sp>
      <p:sp>
        <p:nvSpPr>
          <p:cNvPr id="7173" name="WordArt 6">
            <a:extLst>
              <a:ext uri="{FF2B5EF4-FFF2-40B4-BE49-F238E27FC236}">
                <a16:creationId xmlns:a16="http://schemas.microsoft.com/office/drawing/2014/main" id="{60324244-A36A-455F-A09C-3A57754F47FE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3935413" y="2024064"/>
            <a:ext cx="431800" cy="433387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AU" sz="3600" kern="10"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3399FF"/>
                </a:solidFill>
                <a:latin typeface="Cooper Black" panose="0208090404030B020404" pitchFamily="18" charset="0"/>
              </a:rPr>
              <a:t>x</a:t>
            </a:r>
          </a:p>
        </p:txBody>
      </p:sp>
      <p:sp>
        <p:nvSpPr>
          <p:cNvPr id="7174" name="WordArt 7">
            <a:extLst>
              <a:ext uri="{FF2B5EF4-FFF2-40B4-BE49-F238E27FC236}">
                <a16:creationId xmlns:a16="http://schemas.microsoft.com/office/drawing/2014/main" id="{9DD96BF6-5BC4-4757-9A05-70196BB2EB9A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6311900" y="2024063"/>
            <a:ext cx="431800" cy="4318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AU" sz="3600" kern="10"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3399FF"/>
                </a:solidFill>
                <a:latin typeface="Cooper Black" panose="0208090404030B020404" pitchFamily="18" charset="0"/>
              </a:rPr>
              <a:t>=</a:t>
            </a:r>
          </a:p>
        </p:txBody>
      </p:sp>
      <p:sp>
        <p:nvSpPr>
          <p:cNvPr id="7175" name="WordArt 8">
            <a:extLst>
              <a:ext uri="{FF2B5EF4-FFF2-40B4-BE49-F238E27FC236}">
                <a16:creationId xmlns:a16="http://schemas.microsoft.com/office/drawing/2014/main" id="{003FB897-1666-4D61-A9AF-23321E5D7FE9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7246939" y="1989139"/>
            <a:ext cx="720725" cy="503237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AU" sz="3600" kern="10"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3399FF"/>
                </a:solidFill>
                <a:latin typeface="Cooper Black" panose="0208090404030B020404" pitchFamily="18" charset="0"/>
              </a:rPr>
              <a:t>18</a:t>
            </a:r>
          </a:p>
        </p:txBody>
      </p:sp>
      <p:sp>
        <p:nvSpPr>
          <p:cNvPr id="7176" name="WordArt 9">
            <a:extLst>
              <a:ext uri="{FF2B5EF4-FFF2-40B4-BE49-F238E27FC236}">
                <a16:creationId xmlns:a16="http://schemas.microsoft.com/office/drawing/2014/main" id="{D0F727F8-8195-4DD1-8AFC-A5E88F0929E2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4511675" y="2168526"/>
            <a:ext cx="431800" cy="180975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AU" sz="3600" kern="10"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3399FF"/>
                </a:solidFill>
                <a:latin typeface="Cooper Black" panose="0208090404030B020404" pitchFamily="18" charset="0"/>
              </a:rPr>
              <a:t>-</a:t>
            </a:r>
          </a:p>
        </p:txBody>
      </p:sp>
      <p:sp>
        <p:nvSpPr>
          <p:cNvPr id="7177" name="WordArt 10">
            <a:extLst>
              <a:ext uri="{FF2B5EF4-FFF2-40B4-BE49-F238E27FC236}">
                <a16:creationId xmlns:a16="http://schemas.microsoft.com/office/drawing/2014/main" id="{211CECB2-2795-4C2F-889F-D599A940BC00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5087939" y="2024064"/>
            <a:ext cx="790575" cy="433387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AU" sz="3600" kern="10"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3399FF"/>
                </a:solidFill>
                <a:latin typeface="Cooper Black" panose="0208090404030B020404" pitchFamily="18" charset="0"/>
              </a:rPr>
              <a:t>12</a:t>
            </a:r>
          </a:p>
        </p:txBody>
      </p:sp>
      <p:sp>
        <p:nvSpPr>
          <p:cNvPr id="7178" name="WordArt 11">
            <a:extLst>
              <a:ext uri="{FF2B5EF4-FFF2-40B4-BE49-F238E27FC236}">
                <a16:creationId xmlns:a16="http://schemas.microsoft.com/office/drawing/2014/main" id="{B50EEA62-AADE-4177-8E7B-51EC59801685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3432175" y="2852739"/>
            <a:ext cx="431800" cy="433387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AU" sz="3600" kern="10"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3399FF"/>
                </a:solidFill>
                <a:latin typeface="Cooper Black" panose="0208090404030B020404" pitchFamily="18" charset="0"/>
              </a:rPr>
              <a:t>2</a:t>
            </a:r>
          </a:p>
        </p:txBody>
      </p:sp>
      <p:sp>
        <p:nvSpPr>
          <p:cNvPr id="7179" name="WordArt 12">
            <a:extLst>
              <a:ext uri="{FF2B5EF4-FFF2-40B4-BE49-F238E27FC236}">
                <a16:creationId xmlns:a16="http://schemas.microsoft.com/office/drawing/2014/main" id="{67B6FC52-F0BF-4447-9902-E79D52A3FA6C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3935413" y="2852739"/>
            <a:ext cx="431800" cy="433387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AU" sz="3600" kern="10"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3399FF"/>
                </a:solidFill>
                <a:latin typeface="Cooper Black" panose="0208090404030B020404" pitchFamily="18" charset="0"/>
              </a:rPr>
              <a:t>x</a:t>
            </a:r>
          </a:p>
        </p:txBody>
      </p:sp>
      <p:sp>
        <p:nvSpPr>
          <p:cNvPr id="7180" name="WordArt 13">
            <a:extLst>
              <a:ext uri="{FF2B5EF4-FFF2-40B4-BE49-F238E27FC236}">
                <a16:creationId xmlns:a16="http://schemas.microsoft.com/office/drawing/2014/main" id="{D9E5A0AB-82A4-4ECF-A67D-4D33BED36200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6311900" y="2852738"/>
            <a:ext cx="431800" cy="4318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AU" sz="3600" kern="10"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3399FF"/>
                </a:solidFill>
                <a:latin typeface="Cooper Black" panose="0208090404030B020404" pitchFamily="18" charset="0"/>
              </a:rPr>
              <a:t>=</a:t>
            </a:r>
          </a:p>
        </p:txBody>
      </p:sp>
      <p:sp>
        <p:nvSpPr>
          <p:cNvPr id="7181" name="WordArt 14">
            <a:extLst>
              <a:ext uri="{FF2B5EF4-FFF2-40B4-BE49-F238E27FC236}">
                <a16:creationId xmlns:a16="http://schemas.microsoft.com/office/drawing/2014/main" id="{2EE8659C-D55F-4871-90BD-FD2DA40B5FD0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7246939" y="2817814"/>
            <a:ext cx="433387" cy="503237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AU" sz="3600" kern="10"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3399FF"/>
                </a:solidFill>
                <a:latin typeface="Cooper Black" panose="0208090404030B020404" pitchFamily="18" charset="0"/>
              </a:rPr>
              <a:t>7</a:t>
            </a:r>
          </a:p>
        </p:txBody>
      </p:sp>
      <p:sp>
        <p:nvSpPr>
          <p:cNvPr id="7182" name="WordArt 16">
            <a:extLst>
              <a:ext uri="{FF2B5EF4-FFF2-40B4-BE49-F238E27FC236}">
                <a16:creationId xmlns:a16="http://schemas.microsoft.com/office/drawing/2014/main" id="{E92DDEAB-CDFE-4723-BCBB-7239CBA7558B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5232400" y="2852739"/>
            <a:ext cx="431800" cy="433387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AU" sz="3600" kern="10"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3399FF"/>
                </a:solidFill>
                <a:latin typeface="Cooper Black" panose="0208090404030B020404" pitchFamily="18" charset="0"/>
              </a:rPr>
              <a:t>9</a:t>
            </a:r>
          </a:p>
        </p:txBody>
      </p:sp>
      <p:sp>
        <p:nvSpPr>
          <p:cNvPr id="7183" name="WordArt 17">
            <a:extLst>
              <a:ext uri="{FF2B5EF4-FFF2-40B4-BE49-F238E27FC236}">
                <a16:creationId xmlns:a16="http://schemas.microsoft.com/office/drawing/2014/main" id="{77CA00CB-EC97-45A0-8E8A-5C8A3D21E1EF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3935413" y="3681414"/>
            <a:ext cx="431800" cy="433387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AU" sz="3600" kern="10"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3399FF"/>
                </a:solidFill>
                <a:latin typeface="Cooper Black" panose="0208090404030B020404" pitchFamily="18" charset="0"/>
              </a:rPr>
              <a:t>x</a:t>
            </a:r>
          </a:p>
        </p:txBody>
      </p:sp>
      <p:sp>
        <p:nvSpPr>
          <p:cNvPr id="7184" name="WordArt 18">
            <a:extLst>
              <a:ext uri="{FF2B5EF4-FFF2-40B4-BE49-F238E27FC236}">
                <a16:creationId xmlns:a16="http://schemas.microsoft.com/office/drawing/2014/main" id="{98D88069-869F-4B20-AEFF-5C7FD698461D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6311900" y="3681413"/>
            <a:ext cx="431800" cy="4318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AU" sz="3600" kern="10"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3399FF"/>
                </a:solidFill>
                <a:latin typeface="Cooper Black" panose="0208090404030B020404" pitchFamily="18" charset="0"/>
              </a:rPr>
              <a:t>=</a:t>
            </a:r>
          </a:p>
        </p:txBody>
      </p:sp>
      <p:sp>
        <p:nvSpPr>
          <p:cNvPr id="7185" name="WordArt 19">
            <a:extLst>
              <a:ext uri="{FF2B5EF4-FFF2-40B4-BE49-F238E27FC236}">
                <a16:creationId xmlns:a16="http://schemas.microsoft.com/office/drawing/2014/main" id="{77F0A26E-70F1-43F7-8637-770DA59325B9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7246939" y="3646489"/>
            <a:ext cx="720725" cy="503237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AU" sz="3600" kern="10"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3399FF"/>
                </a:solidFill>
                <a:latin typeface="Cooper Black" panose="0208090404030B020404" pitchFamily="18" charset="0"/>
              </a:rPr>
              <a:t>10</a:t>
            </a:r>
          </a:p>
        </p:txBody>
      </p:sp>
      <p:sp>
        <p:nvSpPr>
          <p:cNvPr id="7186" name="WordArt 21">
            <a:extLst>
              <a:ext uri="{FF2B5EF4-FFF2-40B4-BE49-F238E27FC236}">
                <a16:creationId xmlns:a16="http://schemas.microsoft.com/office/drawing/2014/main" id="{67267CF9-BAC3-4A4F-BB7E-EB60ED41CAF7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5232400" y="3644900"/>
            <a:ext cx="431800" cy="433388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AU" sz="3600" kern="10"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3399FF"/>
                </a:solidFill>
                <a:latin typeface="Cooper Black" panose="0208090404030B020404" pitchFamily="18" charset="0"/>
              </a:rPr>
              <a:t>8</a:t>
            </a:r>
          </a:p>
        </p:txBody>
      </p:sp>
      <p:sp>
        <p:nvSpPr>
          <p:cNvPr id="7187" name="WordArt 22">
            <a:extLst>
              <a:ext uri="{FF2B5EF4-FFF2-40B4-BE49-F238E27FC236}">
                <a16:creationId xmlns:a16="http://schemas.microsoft.com/office/drawing/2014/main" id="{623706AE-EDEC-4832-B7E6-5E72C768B775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3503613" y="4508500"/>
            <a:ext cx="431800" cy="433388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AU" sz="3600" kern="10"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3399FF"/>
                </a:solidFill>
                <a:latin typeface="Cooper Black" panose="0208090404030B020404" pitchFamily="18" charset="0"/>
              </a:rPr>
              <a:t>3</a:t>
            </a:r>
          </a:p>
        </p:txBody>
      </p:sp>
      <p:sp>
        <p:nvSpPr>
          <p:cNvPr id="7188" name="WordArt 23">
            <a:extLst>
              <a:ext uri="{FF2B5EF4-FFF2-40B4-BE49-F238E27FC236}">
                <a16:creationId xmlns:a16="http://schemas.microsoft.com/office/drawing/2014/main" id="{4574FB73-477E-4F23-93EF-EBAE23DE8E41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4006850" y="4508500"/>
            <a:ext cx="431800" cy="433388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AU" sz="3600" kern="10"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3399FF"/>
                </a:solidFill>
                <a:latin typeface="Cooper Black" panose="0208090404030B020404" pitchFamily="18" charset="0"/>
              </a:rPr>
              <a:t>x</a:t>
            </a:r>
          </a:p>
        </p:txBody>
      </p:sp>
      <p:sp>
        <p:nvSpPr>
          <p:cNvPr id="7189" name="WordArt 24">
            <a:extLst>
              <a:ext uri="{FF2B5EF4-FFF2-40B4-BE49-F238E27FC236}">
                <a16:creationId xmlns:a16="http://schemas.microsoft.com/office/drawing/2014/main" id="{9ABF0554-34D0-4A89-BFDC-C6453B68561A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6383338" y="4508500"/>
            <a:ext cx="431800" cy="4318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AU" sz="3600" kern="10"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3399FF"/>
                </a:solidFill>
                <a:latin typeface="Cooper Black" panose="0208090404030B020404" pitchFamily="18" charset="0"/>
              </a:rPr>
              <a:t>=</a:t>
            </a:r>
          </a:p>
        </p:txBody>
      </p:sp>
      <p:sp>
        <p:nvSpPr>
          <p:cNvPr id="7190" name="WordArt 25">
            <a:extLst>
              <a:ext uri="{FF2B5EF4-FFF2-40B4-BE49-F238E27FC236}">
                <a16:creationId xmlns:a16="http://schemas.microsoft.com/office/drawing/2014/main" id="{2E602A9F-41DC-4ECE-89BC-4622FE4FB53F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7318376" y="4473575"/>
            <a:ext cx="720725" cy="503238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AU" sz="3600" kern="10"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3399FF"/>
                </a:solidFill>
                <a:latin typeface="Cooper Black" panose="0208090404030B020404" pitchFamily="18" charset="0"/>
              </a:rPr>
              <a:t>17</a:t>
            </a:r>
          </a:p>
        </p:txBody>
      </p:sp>
      <p:sp>
        <p:nvSpPr>
          <p:cNvPr id="7191" name="WordArt 27">
            <a:extLst>
              <a:ext uri="{FF2B5EF4-FFF2-40B4-BE49-F238E27FC236}">
                <a16:creationId xmlns:a16="http://schemas.microsoft.com/office/drawing/2014/main" id="{71FD0858-25B4-4847-9388-07D89F369D4A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5232400" y="4508500"/>
            <a:ext cx="431800" cy="433388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AU" sz="3600" kern="10"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3399FF"/>
                </a:solidFill>
                <a:latin typeface="Cooper Black" panose="0208090404030B020404" pitchFamily="18" charset="0"/>
              </a:rPr>
              <a:t>4</a:t>
            </a:r>
          </a:p>
        </p:txBody>
      </p:sp>
      <p:sp>
        <p:nvSpPr>
          <p:cNvPr id="7192" name="WordArt 28">
            <a:extLst>
              <a:ext uri="{FF2B5EF4-FFF2-40B4-BE49-F238E27FC236}">
                <a16:creationId xmlns:a16="http://schemas.microsoft.com/office/drawing/2014/main" id="{6F9C6D12-A938-4971-A680-9FD6E00C0BD4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3503613" y="5373689"/>
            <a:ext cx="431800" cy="433387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AU" sz="3600" kern="10"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3399FF"/>
                </a:solidFill>
                <a:latin typeface="Cooper Black" panose="0208090404030B020404" pitchFamily="18" charset="0"/>
              </a:rPr>
              <a:t>4</a:t>
            </a:r>
          </a:p>
        </p:txBody>
      </p:sp>
      <p:sp>
        <p:nvSpPr>
          <p:cNvPr id="7193" name="WordArt 29">
            <a:extLst>
              <a:ext uri="{FF2B5EF4-FFF2-40B4-BE49-F238E27FC236}">
                <a16:creationId xmlns:a16="http://schemas.microsoft.com/office/drawing/2014/main" id="{1FCBEFC5-78B3-4843-811C-A36D76AD634B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4006850" y="5373689"/>
            <a:ext cx="431800" cy="433387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AU" sz="3600" kern="10"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3399FF"/>
                </a:solidFill>
                <a:latin typeface="Cooper Black" panose="0208090404030B020404" pitchFamily="18" charset="0"/>
              </a:rPr>
              <a:t>x</a:t>
            </a:r>
          </a:p>
        </p:txBody>
      </p:sp>
      <p:sp>
        <p:nvSpPr>
          <p:cNvPr id="7194" name="WordArt 30">
            <a:extLst>
              <a:ext uri="{FF2B5EF4-FFF2-40B4-BE49-F238E27FC236}">
                <a16:creationId xmlns:a16="http://schemas.microsoft.com/office/drawing/2014/main" id="{4DDC93F4-BF66-4383-AC3C-7519D90401F8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6383338" y="5373688"/>
            <a:ext cx="431800" cy="4318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AU" sz="3600" kern="10"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3399FF"/>
                </a:solidFill>
                <a:latin typeface="Cooper Black" panose="0208090404030B020404" pitchFamily="18" charset="0"/>
              </a:rPr>
              <a:t>=</a:t>
            </a:r>
          </a:p>
        </p:txBody>
      </p:sp>
      <p:sp>
        <p:nvSpPr>
          <p:cNvPr id="7195" name="WordArt 31">
            <a:extLst>
              <a:ext uri="{FF2B5EF4-FFF2-40B4-BE49-F238E27FC236}">
                <a16:creationId xmlns:a16="http://schemas.microsoft.com/office/drawing/2014/main" id="{D83E627C-03CA-4823-8ED9-6113142BB5E9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7318375" y="5338764"/>
            <a:ext cx="865188" cy="503237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AU" sz="3600" kern="10"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3399FF"/>
                </a:solidFill>
                <a:latin typeface="Cooper Black" panose="0208090404030B020404" pitchFamily="18" charset="0"/>
              </a:rPr>
              <a:t>-12</a:t>
            </a:r>
          </a:p>
        </p:txBody>
      </p:sp>
      <p:sp>
        <p:nvSpPr>
          <p:cNvPr id="7196" name="WordArt 33">
            <a:extLst>
              <a:ext uri="{FF2B5EF4-FFF2-40B4-BE49-F238E27FC236}">
                <a16:creationId xmlns:a16="http://schemas.microsoft.com/office/drawing/2014/main" id="{A86F9C38-CADE-4B08-A5B3-38095204E439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5232400" y="5373689"/>
            <a:ext cx="431800" cy="433387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AU" sz="3600" kern="10"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3399FF"/>
                </a:solidFill>
                <a:latin typeface="Cooper Black" panose="0208090404030B020404" pitchFamily="18" charset="0"/>
              </a:rPr>
              <a:t>4</a:t>
            </a:r>
          </a:p>
        </p:txBody>
      </p:sp>
      <p:sp>
        <p:nvSpPr>
          <p:cNvPr id="7202" name="AutoShape 34">
            <a:extLst>
              <a:ext uri="{FF2B5EF4-FFF2-40B4-BE49-F238E27FC236}">
                <a16:creationId xmlns:a16="http://schemas.microsoft.com/office/drawing/2014/main" id="{8FFB1B4C-DE1B-4D8A-B242-0DA39631AE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40013" y="5300664"/>
            <a:ext cx="576262" cy="504825"/>
          </a:xfrm>
          <a:prstGeom prst="star5">
            <a:avLst/>
          </a:prstGeom>
          <a:solidFill>
            <a:srgbClr val="FF0000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AU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7198" name="WordArt 35">
            <a:extLst>
              <a:ext uri="{FF2B5EF4-FFF2-40B4-BE49-F238E27FC236}">
                <a16:creationId xmlns:a16="http://schemas.microsoft.com/office/drawing/2014/main" id="{D0270DD6-F2B9-4583-AAEB-1271EFB94554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4583113" y="2997201"/>
            <a:ext cx="431800" cy="180975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AU" sz="3600" kern="10"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3399FF"/>
                </a:solidFill>
                <a:latin typeface="Cooper Black" panose="0208090404030B020404" pitchFamily="18" charset="0"/>
              </a:rPr>
              <a:t>-</a:t>
            </a:r>
          </a:p>
        </p:txBody>
      </p:sp>
      <p:sp>
        <p:nvSpPr>
          <p:cNvPr id="7199" name="WordArt 36">
            <a:extLst>
              <a:ext uri="{FF2B5EF4-FFF2-40B4-BE49-F238E27FC236}">
                <a16:creationId xmlns:a16="http://schemas.microsoft.com/office/drawing/2014/main" id="{A450CAE1-8B46-4785-B0F3-314D814D6096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4583113" y="3789364"/>
            <a:ext cx="431800" cy="180975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AU" sz="3600" kern="10"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3399FF"/>
                </a:solidFill>
                <a:latin typeface="Cooper Black" panose="0208090404030B020404" pitchFamily="18" charset="0"/>
              </a:rPr>
              <a:t>-</a:t>
            </a:r>
          </a:p>
        </p:txBody>
      </p:sp>
      <p:sp>
        <p:nvSpPr>
          <p:cNvPr id="7200" name="WordArt 37">
            <a:extLst>
              <a:ext uri="{FF2B5EF4-FFF2-40B4-BE49-F238E27FC236}">
                <a16:creationId xmlns:a16="http://schemas.microsoft.com/office/drawing/2014/main" id="{A3E23EED-C8BC-437F-B90A-B20C36CFCBC9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4656138" y="4616451"/>
            <a:ext cx="431800" cy="180975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AU" sz="3600" kern="10"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3399FF"/>
                </a:solidFill>
                <a:latin typeface="Cooper Black" panose="0208090404030B020404" pitchFamily="18" charset="0"/>
              </a:rPr>
              <a:t>-</a:t>
            </a:r>
          </a:p>
        </p:txBody>
      </p:sp>
      <p:sp>
        <p:nvSpPr>
          <p:cNvPr id="7201" name="WordArt 38">
            <a:extLst>
              <a:ext uri="{FF2B5EF4-FFF2-40B4-BE49-F238E27FC236}">
                <a16:creationId xmlns:a16="http://schemas.microsoft.com/office/drawing/2014/main" id="{C68AFBEE-B4F0-4B96-A16A-981B74828A49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4656138" y="5516564"/>
            <a:ext cx="431800" cy="180975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AU" sz="3600" kern="10"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3399FF"/>
                </a:solidFill>
                <a:latin typeface="Cooper Black" panose="0208090404030B020404" pitchFamily="18" charset="0"/>
              </a:rPr>
              <a:t>-</a:t>
            </a:r>
          </a:p>
        </p:txBody>
      </p:sp>
      <p:sp>
        <p:nvSpPr>
          <p:cNvPr id="2" name="WordArt 39">
            <a:extLst>
              <a:ext uri="{FF2B5EF4-FFF2-40B4-BE49-F238E27FC236}">
                <a16:creationId xmlns:a16="http://schemas.microsoft.com/office/drawing/2014/main" id="{C1A9BD85-1F0A-45C5-AF59-BB52FC618C09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3071814" y="333376"/>
            <a:ext cx="5876925" cy="504825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AU" sz="3600" kern="10">
                <a:ln w="25400" algn="ctr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3399FF"/>
                </a:solidFill>
                <a:effectLst>
                  <a:outerShdw dist="107763" dir="2700000" algn="ctr" rotWithShape="0">
                    <a:srgbClr val="868686">
                      <a:alpha val="50000"/>
                    </a:srgbClr>
                  </a:outerShdw>
                </a:effectLst>
                <a:latin typeface="Comic Sans MS" panose="030F0702030302020204" pitchFamily="66" charset="0"/>
              </a:rPr>
              <a:t>Solving Equations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08B1FAC-8D4F-917D-472C-75C0190EB09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Individual practice</a:t>
            </a:r>
            <a:endParaRPr lang="en-AU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A4BA0222-4148-F97D-F853-1C9AF00F657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Activity sheet (DG) 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293337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445</TotalTime>
  <Words>488</Words>
  <Application>Microsoft Office PowerPoint</Application>
  <PresentationFormat>Widescreen</PresentationFormat>
  <Paragraphs>223</Paragraphs>
  <Slides>17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17</vt:i4>
      </vt:variant>
    </vt:vector>
  </HeadingPairs>
  <TitlesOfParts>
    <vt:vector size="29" baseType="lpstr">
      <vt:lpstr>Arial</vt:lpstr>
      <vt:lpstr>Bradley Hand ITC</vt:lpstr>
      <vt:lpstr>Calibri</vt:lpstr>
      <vt:lpstr>Calibri Light</vt:lpstr>
      <vt:lpstr>Cambria Math</vt:lpstr>
      <vt:lpstr>Comic Sans MS</vt:lpstr>
      <vt:lpstr>Cooper Black</vt:lpstr>
      <vt:lpstr>Wingdings</vt:lpstr>
      <vt:lpstr>Office Theme</vt:lpstr>
      <vt:lpstr>Default Design</vt:lpstr>
      <vt:lpstr>1_Office Theme</vt:lpstr>
      <vt:lpstr>2_Office Theme</vt:lpstr>
      <vt:lpstr>Lesson objective </vt:lpstr>
      <vt:lpstr>Solving through inspection </vt:lpstr>
      <vt:lpstr>Questions</vt:lpstr>
      <vt:lpstr>Answers</vt:lpstr>
      <vt:lpstr>Daily review – copy with me </vt:lpstr>
      <vt:lpstr>Whiteboards – you do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 do</vt:lpstr>
      <vt:lpstr>We do</vt:lpstr>
      <vt:lpstr>PowerPoint Presentation</vt:lpstr>
      <vt:lpstr>PowerPoint Presentation</vt:lpstr>
      <vt:lpstr>PowerPoint Presentation</vt:lpstr>
      <vt:lpstr>Individual practice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objective</dc:title>
  <dc:creator>DAVIES Rhys [Busselton Senior High School]</dc:creator>
  <cp:lastModifiedBy>DAVIES Rhys [Busselton Senior High School]</cp:lastModifiedBy>
  <cp:revision>12</cp:revision>
  <dcterms:created xsi:type="dcterms:W3CDTF">2021-08-17T09:19:52Z</dcterms:created>
  <dcterms:modified xsi:type="dcterms:W3CDTF">2023-08-10T02:20:35Z</dcterms:modified>
</cp:coreProperties>
</file>