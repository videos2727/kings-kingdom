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5" r:id="rId3"/>
    <p:sldId id="302" r:id="rId4"/>
    <p:sldId id="303" r:id="rId5"/>
    <p:sldId id="304" r:id="rId6"/>
    <p:sldId id="306" r:id="rId7"/>
    <p:sldId id="307" r:id="rId8"/>
    <p:sldId id="30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AE7A6-A20A-9384-8EC2-6CA5A565D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2547D-4577-7763-E6EB-0C03A6A1F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7E33D-7673-25F4-E20F-AFE330214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DAEA-7B59-40A1-8A1B-D12E6C83B85E}" type="datetimeFigureOut">
              <a:rPr lang="en-AU" smtClean="0"/>
              <a:t>15/08/2023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5E1CE-CD9F-AD56-D1A3-E710F2F01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A879D-23D7-07A6-5B46-40CFAF602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C1DE-4A5C-4B0F-9223-4C35168E20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6047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53E04-9888-D842-B573-6C70F51A3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C2DBE-746D-9123-56AA-16004ABA1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1BE03-029F-D7FE-EC08-20E8D8EA5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DAEA-7B59-40A1-8A1B-D12E6C83B85E}" type="datetimeFigureOut">
              <a:rPr lang="en-AU" smtClean="0"/>
              <a:t>15/08/2023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815A6-4921-E380-3C32-28A35ED75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F2C42-3232-701E-3A8C-3BFD25D2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C1DE-4A5C-4B0F-9223-4C35168E20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862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4281-ACAC-9D79-30FF-E330427C0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59C5C-488E-0DE2-F705-737CE26A9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27E68-F503-D64B-F221-A731E40F7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DAEA-7B59-40A1-8A1B-D12E6C83B85E}" type="datetimeFigureOut">
              <a:rPr lang="en-AU" smtClean="0"/>
              <a:t>15/08/2023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030E2-47EB-1AC4-55C4-7F84C83E2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DBA5F-FD0B-D81C-617A-009F70002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C1DE-4A5C-4B0F-9223-4C35168E20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0280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9E5D8-8DD8-B2DA-6C27-0521458C5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D3F4C-EC9D-E745-A432-CCF44F01F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21EEB9-AF74-ABC1-E36F-49D54071B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A19FB-4831-C1AF-AD7F-3E05C43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DAEA-7B59-40A1-8A1B-D12E6C83B85E}" type="datetimeFigureOut">
              <a:rPr lang="en-AU" smtClean="0"/>
              <a:t>15/08/2023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EFDFF-7B91-5ED5-6842-D92BE6E42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71353-7189-A281-EE92-19C04CE29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C1DE-4A5C-4B0F-9223-4C35168E20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163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40BEE-748B-23FB-9128-3301BDA5C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EF7AE-DC54-DC86-2680-87FD02BBE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26BF1-15A7-0336-5630-17AD20159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2867AF-BDD1-3659-5B73-A87A9EC57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3E121F-8DE6-FDC4-4AC0-FCF4C802B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2DF755-B2F3-CB0D-9A3D-A12991EE3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DAEA-7B59-40A1-8A1B-D12E6C83B85E}" type="datetimeFigureOut">
              <a:rPr lang="en-AU" smtClean="0"/>
              <a:t>15/08/2023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BF4172-93D8-687B-389D-E25BFD399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A26B2C-ACC2-7E11-4BC0-B6C4F592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C1DE-4A5C-4B0F-9223-4C35168E20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4186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F7A4-D5B4-CD59-7260-A98194CA5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AAF190-1F44-2945-769B-D27BFE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DAEA-7B59-40A1-8A1B-D12E6C83B85E}" type="datetimeFigureOut">
              <a:rPr lang="en-AU" smtClean="0"/>
              <a:t>15/08/2023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46A9D-5F90-E4FB-B507-52CB1251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750C5-5D9E-BE9F-846A-A9B2A8D4D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C1DE-4A5C-4B0F-9223-4C35168E20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1898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0DEFC-7A18-72B7-0BDA-0A7B9C6AF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DAEA-7B59-40A1-8A1B-D12E6C83B85E}" type="datetimeFigureOut">
              <a:rPr lang="en-AU" smtClean="0"/>
              <a:t>15/08/2023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A1CF1C-0ECF-E5B8-8BEF-AFD46016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BBBEB-35E6-6B01-B67E-7F08217B3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C1DE-4A5C-4B0F-9223-4C35168E20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529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7705D-01D8-247B-77B2-0C8ACDEBF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FE5C-9881-962F-D1CF-6C4415CC5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A9BB2-6CD3-1B12-C0D3-ED91EEE67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AB999-6124-931C-16D9-C0EC2AEBD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DAEA-7B59-40A1-8A1B-D12E6C83B85E}" type="datetimeFigureOut">
              <a:rPr lang="en-AU" smtClean="0"/>
              <a:t>15/08/2023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16745-6D10-1245-6F7F-396BD07D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F08F1-54CC-73D4-987E-25E707F20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C1DE-4A5C-4B0F-9223-4C35168E20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7559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8565A-7B70-A90B-A483-4634FC69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2756BA-A3CF-E2FC-F01C-59713B9D0F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65241-5626-1D04-2123-596FC5C28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D71E35-D724-6111-CA33-E217DF53D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DAEA-7B59-40A1-8A1B-D12E6C83B85E}" type="datetimeFigureOut">
              <a:rPr lang="en-AU" smtClean="0"/>
              <a:t>15/08/2023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334B9-599F-0D51-0767-C0165771E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69127-4D6C-BD6B-1AB6-B4E7E2DA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C1DE-4A5C-4B0F-9223-4C35168E20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7698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4E1FF-FDB1-CFEA-3E4F-D52EB41F0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872EF-C19A-D65A-2076-749D760B2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6985-9C01-D17D-46ED-4FE68FD93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DAEA-7B59-40A1-8A1B-D12E6C83B85E}" type="datetimeFigureOut">
              <a:rPr lang="en-AU" smtClean="0"/>
              <a:t>15/08/2023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7C643-4701-3EC7-E5B4-DEDE97546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B34E6-37DB-C528-7371-366A9A50C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C1DE-4A5C-4B0F-9223-4C35168E20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9737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DE946D-305B-8216-5719-6BA66F471D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AB94D-CF68-F44F-D754-764635D25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49BAB-EC05-BC1F-92B6-2E6A17C11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DAEA-7B59-40A1-8A1B-D12E6C83B85E}" type="datetimeFigureOut">
              <a:rPr lang="en-AU" smtClean="0"/>
              <a:t>15/08/2023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254F0-C39C-4821-7B3C-5F3B0907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95D31-F85A-D5A8-B32D-5CAAD98DD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C1DE-4A5C-4B0F-9223-4C35168E20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225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7659AF-ECAC-633B-8BB7-2AFCD19E3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0AE7E-324A-5222-4CA7-3EDDFB8E3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930AE-3E5A-DC28-3148-F19FDAE4A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ADAEA-7B59-40A1-8A1B-D12E6C83B85E}" type="datetimeFigureOut">
              <a:rPr lang="en-AU" smtClean="0"/>
              <a:t>15/08/2023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BDFB0-7312-4DE8-133C-24B1A7C3A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4F7A6-305E-B51E-ED7B-A92D00E78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BC1DE-4A5C-4B0F-9223-4C35168E20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8445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686DD0-F84B-19AC-D309-AD35A531D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46B2DC-A06A-D63A-F5BA-A4E4A1B73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Balancing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Form and solve equations using the balancing method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Solving equations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forming equations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Balancing equations 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039740-B5D0-32C0-3E0D-118208874556}"/>
              </a:ext>
            </a:extLst>
          </p:cNvPr>
          <p:cNvSpPr txBox="1"/>
          <p:nvPr/>
        </p:nvSpPr>
        <p:spPr>
          <a:xfrm>
            <a:off x="4660777" y="2405848"/>
            <a:ext cx="5007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06222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E3D7-4C03-671A-CDB9-BD6CA3650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equations – 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82444-1D8E-1F60-2981-D61F3709D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US" sz="4000" dirty="0"/>
              <a:t>3x + 9 = 24 </a:t>
            </a:r>
          </a:p>
          <a:p>
            <a:pPr marL="742950" indent="-742950">
              <a:buAutoNum type="alphaLcParenR"/>
            </a:pPr>
            <a:r>
              <a:rPr lang="en-US" sz="4000" dirty="0"/>
              <a:t>10x – 8 = 32 </a:t>
            </a:r>
          </a:p>
          <a:p>
            <a:pPr marL="742950" indent="-742950">
              <a:buAutoNum type="alphaLcParenR"/>
            </a:pPr>
            <a:r>
              <a:rPr lang="en-US" sz="4000" dirty="0"/>
              <a:t>10 – 4x = 2 </a:t>
            </a:r>
          </a:p>
          <a:p>
            <a:pPr marL="742950" indent="-742950">
              <a:buAutoNum type="alphaLcParenR"/>
            </a:pPr>
            <a:r>
              <a:rPr lang="en-US" sz="4000" dirty="0"/>
              <a:t>x + 12.5 = 25.8 </a:t>
            </a:r>
          </a:p>
          <a:p>
            <a:pPr marL="742950" indent="-742950">
              <a:buAutoNum type="alphaLcParenR"/>
            </a:pPr>
            <a:r>
              <a:rPr lang="en-US" sz="4000" dirty="0"/>
              <a:t>2x + 7.3 = 18.3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82585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ABA04-F050-3F48-FB03-1AC1D3A7A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White </a:t>
            </a:r>
            <a:r>
              <a:rPr lang="en-US" dirty="0"/>
              <a:t>– phrases to algebra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4BDA-DED3-DB30-0EB2-4F49A1C5A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US" sz="3600" dirty="0"/>
              <a:t>15 minus a number </a:t>
            </a:r>
          </a:p>
          <a:p>
            <a:pPr marL="742950" indent="-742950">
              <a:buAutoNum type="alphaLcParenR"/>
            </a:pPr>
            <a:r>
              <a:rPr lang="en-US" sz="3600" dirty="0"/>
              <a:t>4 times a number plus 8 </a:t>
            </a:r>
          </a:p>
          <a:p>
            <a:pPr marL="742950" indent="-742950">
              <a:buAutoNum type="alphaLcParenR"/>
            </a:pPr>
            <a:r>
              <a:rPr lang="en-AU" sz="3600" dirty="0"/>
              <a:t>A number divided by 3 then plus 7 </a:t>
            </a:r>
          </a:p>
          <a:p>
            <a:pPr marL="742950" indent="-742950">
              <a:buAutoNum type="alphaLcParenR"/>
            </a:pPr>
            <a:r>
              <a:rPr lang="en-AU" sz="3600" dirty="0"/>
              <a:t>10 less than a number </a:t>
            </a:r>
          </a:p>
          <a:p>
            <a:pPr marL="742950" indent="-742950">
              <a:buAutoNum type="alphaLcParenR"/>
            </a:pPr>
            <a:r>
              <a:rPr lang="en-AU" sz="3600" dirty="0"/>
              <a:t>5 times a number, subtract 11 </a:t>
            </a:r>
          </a:p>
          <a:p>
            <a:pPr marL="742950" indent="-742950">
              <a:buAutoNum type="alphaLcParenR"/>
            </a:pPr>
            <a:endParaRPr lang="en-AU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42D0BA-90DF-3A2F-36DE-0643343B2E3A}"/>
              </a:ext>
            </a:extLst>
          </p:cNvPr>
          <p:cNvSpPr txBox="1"/>
          <p:nvPr/>
        </p:nvSpPr>
        <p:spPr>
          <a:xfrm>
            <a:off x="9392574" y="1564015"/>
            <a:ext cx="2175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15 – n 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716E18-4EC7-6CD2-344A-E913EB91C9C9}"/>
              </a:ext>
            </a:extLst>
          </p:cNvPr>
          <p:cNvSpPr txBox="1"/>
          <p:nvPr/>
        </p:nvSpPr>
        <p:spPr>
          <a:xfrm>
            <a:off x="9392574" y="2348845"/>
            <a:ext cx="2175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4n + 8 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7EB522-A118-1126-7D08-99530FA92420}"/>
              </a:ext>
            </a:extLst>
          </p:cNvPr>
          <p:cNvSpPr txBox="1"/>
          <p:nvPr/>
        </p:nvSpPr>
        <p:spPr>
          <a:xfrm>
            <a:off x="9387765" y="3081527"/>
            <a:ext cx="2175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 </a:t>
            </a:r>
            <a:endParaRPr lang="en-AU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96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4C2EB-8B4E-CBC5-4A31-CC20C2000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32AD7-2CF9-DB70-B7A0-D75271E31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US" sz="3600" dirty="0"/>
              <a:t>The sum of 6 and 4 times a number </a:t>
            </a:r>
          </a:p>
          <a:p>
            <a:pPr marL="742950" indent="-742950">
              <a:buAutoNum type="alphaLcParenR"/>
            </a:pPr>
            <a:r>
              <a:rPr lang="en-US" sz="3600" dirty="0"/>
              <a:t>9 divided by a number plus 8 </a:t>
            </a:r>
          </a:p>
          <a:p>
            <a:pPr marL="742950" indent="-742950">
              <a:buAutoNum type="alphaLcParenR"/>
            </a:pPr>
            <a:r>
              <a:rPr lang="en-US" sz="3600" dirty="0"/>
              <a:t>3 times a number, subtract 11 </a:t>
            </a:r>
          </a:p>
          <a:p>
            <a:pPr marL="0" indent="0">
              <a:buNone/>
            </a:pPr>
            <a:r>
              <a:rPr lang="en-AU" sz="3600" dirty="0"/>
              <a:t>Worded: </a:t>
            </a:r>
          </a:p>
          <a:p>
            <a:pPr marL="0" indent="0">
              <a:buNone/>
            </a:pPr>
            <a:r>
              <a:rPr lang="en-AU" sz="3600" dirty="0"/>
              <a:t>Sally earns $12 per hour and gets a $20 bonus, she earns $240. write an equation to match this statement with h being the number of HOURS she has worked.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4463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39848-2106-7338-D78D-91219678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Balancing method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6D27B-15E5-940F-BFF6-095E68930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</a:rPr>
              <a:t>What we do to one side, we do to the other.</a:t>
            </a:r>
          </a:p>
          <a:p>
            <a:pPr marL="0" indent="0" algn="ctr">
              <a:buNone/>
            </a:pPr>
            <a:endParaRPr lang="en-US" sz="3600" b="1" dirty="0">
              <a:solidFill>
                <a:srgbClr val="FF0000"/>
              </a:solidFill>
            </a:endParaRPr>
          </a:p>
          <a:p>
            <a:pPr marL="742950" indent="-742950">
              <a:buAutoNum type="alphaLcParenR"/>
            </a:pPr>
            <a:r>
              <a:rPr lang="en-US" sz="3600" b="1" dirty="0"/>
              <a:t>4x + 8 = 20 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6x + 5.8 = 23.8 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10 + 3d = 16.3</a:t>
            </a:r>
          </a:p>
          <a:p>
            <a:pPr marL="742950" indent="-742950">
              <a:buAutoNum type="alphaLcParenR"/>
            </a:pPr>
            <a:endParaRPr lang="en-AU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050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6F3E9-0D6E-2303-12B2-EE32CEBE5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– we do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50A214-EE15-EE53-C266-088CCA7389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+8=28 </m:t>
                      </m:r>
                    </m:oMath>
                  </m:oMathPara>
                </a14:m>
                <a:endParaRPr lang="en-US" sz="4000" b="0" dirty="0"/>
              </a:p>
              <a:p>
                <a:pPr marL="0" indent="0" algn="ctr">
                  <a:buNone/>
                </a:pPr>
                <a:endParaRPr lang="en-AU" sz="4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+11.5=60.5 </m:t>
                      </m:r>
                    </m:oMath>
                  </m:oMathPara>
                </a14:m>
                <a:endParaRPr lang="en-US" sz="4000" b="0" dirty="0"/>
              </a:p>
              <a:p>
                <a:pPr marL="0" indent="0" algn="ctr">
                  <a:buNone/>
                </a:pPr>
                <a:endParaRPr lang="en-AU" sz="4000" dirty="0"/>
              </a:p>
              <a:p>
                <a:pPr marL="0" indent="0" algn="ctr">
                  <a:buNone/>
                </a:pPr>
                <a:r>
                  <a:rPr lang="en-AU" sz="4000" dirty="0"/>
                  <a:t>25 + 3x = 43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50A214-EE15-EE53-C266-088CCA7389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582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B73E1-2D3A-DC97-24C6-A2C647C3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– you do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738E6A-D6CE-14E0-1B6A-FC8D8582ED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 +9=36 </m:t>
                      </m:r>
                    </m:oMath>
                  </m:oMathPara>
                </a14:m>
                <a:endParaRPr lang="en-US" sz="4800" b="0" dirty="0"/>
              </a:p>
              <a:p>
                <a:pPr marL="0" indent="0" algn="ctr">
                  <a:buNone/>
                </a:pPr>
                <a:endParaRPr lang="en-AU" sz="4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 −11=9 </m:t>
                      </m:r>
                    </m:oMath>
                  </m:oMathPara>
                </a14:m>
                <a:endParaRPr lang="en-US" sz="4800" b="0" dirty="0"/>
              </a:p>
              <a:p>
                <a:pPr marL="0" indent="0" algn="ctr">
                  <a:buNone/>
                </a:pPr>
                <a:endParaRPr lang="en-AU" sz="4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+9.5=24.5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738E6A-D6CE-14E0-1B6A-FC8D8582ED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721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1BE11-ED13-64C0-B26C-A35C3191A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Work to complete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6262-1698-145C-297B-0F5AC9DF4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Booklet from last week </a:t>
            </a:r>
          </a:p>
          <a:p>
            <a:pPr marL="514350" indent="-514350">
              <a:buAutoNum type="arabicPeriod"/>
            </a:pPr>
            <a:r>
              <a:rPr lang="en-US" dirty="0"/>
              <a:t>Calculated </a:t>
            </a:r>
            <a:r>
              <a:rPr lang="en-US" dirty="0" err="1"/>
              <a:t>colouring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Complete in this order. Must show finished booklet before </a:t>
            </a:r>
            <a:r>
              <a:rPr lang="en-US" dirty="0" err="1"/>
              <a:t>colouring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Addition challenge: questions 11 – 13 on page 426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77788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255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Solving equations – whiteboards </vt:lpstr>
      <vt:lpstr>White – phrases to algebra </vt:lpstr>
      <vt:lpstr>Whiteboards </vt:lpstr>
      <vt:lpstr>Balancing method </vt:lpstr>
      <vt:lpstr>Whiteboards – we do </vt:lpstr>
      <vt:lpstr>Whiteboards – you do </vt:lpstr>
      <vt:lpstr>Work to complete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5</cp:revision>
  <dcterms:created xsi:type="dcterms:W3CDTF">2022-08-29T23:54:55Z</dcterms:created>
  <dcterms:modified xsi:type="dcterms:W3CDTF">2023-08-15T00:01:19Z</dcterms:modified>
</cp:coreProperties>
</file>