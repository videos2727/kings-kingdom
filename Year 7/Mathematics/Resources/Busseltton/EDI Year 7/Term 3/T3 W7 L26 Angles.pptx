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7" r:id="rId4"/>
    <p:sldId id="258" r:id="rId5"/>
    <p:sldId id="256" r:id="rId6"/>
    <p:sldId id="284" r:id="rId7"/>
    <p:sldId id="259" r:id="rId8"/>
    <p:sldId id="264" r:id="rId9"/>
    <p:sldId id="260" r:id="rId10"/>
    <p:sldId id="261" r:id="rId11"/>
    <p:sldId id="262" r:id="rId12"/>
    <p:sldId id="263" r:id="rId13"/>
    <p:sldId id="266" r:id="rId14"/>
    <p:sldId id="338" r:id="rId15"/>
    <p:sldId id="339" r:id="rId16"/>
    <p:sldId id="333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8" r:id="rId25"/>
    <p:sldId id="329" r:id="rId26"/>
    <p:sldId id="327" r:id="rId27"/>
    <p:sldId id="330" r:id="rId28"/>
    <p:sldId id="331" r:id="rId29"/>
    <p:sldId id="332" r:id="rId30"/>
    <p:sldId id="334" r:id="rId31"/>
    <p:sldId id="335" r:id="rId32"/>
    <p:sldId id="337" r:id="rId33"/>
    <p:sldId id="336" r:id="rId34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8:51:27.495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78,'12'0,"0"-2,0 1,19-7,22-3,-25 9,-4 0,0 0,-1-1,0-2,0 0,24-10,-33 10,1 1,0 0,-1 1,1 1,24-1,79 5,-42 0,293-2,-360 0,0 0,-1 0,1 1,0 0,-1 1,1 0,-1 0,0 1,0 0,0 0,0 1,0 0,-1 0,1 1,-1 0,-1 1,1-1,7 9,-10-10,1 0,0 0,0 0,0 0,0-1,1 0,0 0,-1 0,1-1,8 3,26 12,-24-7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8:51:31.557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1 150,'0'-2,"0"0,1 0,-1 1,1-1,0 0,-1 1,1-1,0 1,0-1,0 1,0-1,0 1,0-1,1 1,-1 0,0 0,3-2,30-19,-23 15,21-16,-27 18,1 1,0-1,0 1,0 0,1 1,-1-1,1 1,0 1,0-1,13-2,127-7,-78 3,1 4,117 6,-169 1,-1 1,1 0,-1 2,1 0,-1 1,-1 0,19 11,-8-3,-1 2,0 2,29 25,-37-26,-1 2,0 0,-2 1,15 25,-4-7,6 13,-2 2,-2 1,23 61,-40-84,0-1,-2 2,-1-1,-2 1,4 49,0 16,2 64,-13 182,-3-295,-1-26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8:51:42.25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1460 1680,'0'-9,"0"0,0-1,1 1,1 0,0 0,0 0,0 0,1 1,1-1,-1 1,1 0,1-1,-1 2,2-1,-1 1,8-9,6-9,-1 0,-2-2,-1 0,-1 0,-1-1,-1-1,-2 0,-1-1,-1 0,5-44,-1-32,-3-176,-9 247,1 4,-1 1,-2-1,-1 0,-1 1,-2-1,-1 1,-2 0,-20-49,-2 10,12 26,-1 0,-47-71,57 101,0 1,-1 0,0 1,-1 0,0 1,-1 0,0 1,-1 1,0 0,0 1,-1 0,1 1,-1 1,-25-6,-6 3,-1 1,1 3,-78 2,-416 4,529-1,0 0,0 0,0 1,1 1,-1 0,-17 7,-60 33,39-17,33-19,1 1,0 0,0 2,1-1,0 2,1 0,0 1,1 0,0 0,1 2,1-1,0 1,-14 28,16-26,1 1,1 1,0 0,1 0,1 0,1 0,-1 22,5 134,2-81,-2-51,7 57,-6-82,2 0,0-1,1 1,1-1,0-1,11 19,3 4,-5-9,1-1,1-1,23 28,176 173,-197-213,-1-1,2-1,0-1,32 15,-16-8,-14-8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04:06.80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78,'12'0,"0"-2,0 1,19-7,22-3,-25 9,-4 0,0 0,-1-1,0-2,0 0,24-10,-33 10,1 1,0 0,-1 1,1 1,24-1,79 5,-42 0,293-2,-360 0,0 0,-1 0,1 1,0 0,-1 1,1 0,-1 0,0 1,0 0,0 0,0 1,0 0,-1 0,1 1,-1 0,-1 1,1-1,7 9,-10-10,1 0,0 0,0 0,0 0,0-1,1 0,0 0,-1 0,1-1,8 3,26 12,-24-7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4:49.31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249 1,'0'3,"-1"0,1 0,-1 0,0 1,0-1,0 0,0-1,0 1,-1 0,1 0,-1 0,0-1,0 1,-2 2,-38 34,10-10,16-10,0 1,0 0,2 1,1 1,0 0,2 1,1 0,0 0,2 1,1 1,0-1,2 1,1 0,1 1,1 49,5 526,-3-473,1-118,-1 0,1 0,1-1,0 1,0-1,1 1,0-1,8 16,-2-8,1-1,0-1,22 24,1 4,-23-29,0 0,1-1,14 13,-10-13,1-1,0 0,1 0,1-2,24 11,103 51,-121-60,0-2,0-1,1 0,0-2,0-1,1-1,0-2,47 2,298-7,-363 2,0-1,1 0,-1 0,0-1,-1 0,1-1,0 0,13-7,4-4,28-21,-26 15,-17 13,0-2,-1 1,0-2,0 1,14-21,-14 16,1 1,1 1,13-12,-6 4,0-1,-2 0,0-1,-1-1,21-46,-25 44,-2 0,0-1,-2 0,-1-1,3-36,8-33,-11 72,2-49,-7 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4:54.871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0 226,'6'-1,"-1"-1,0 1,0-1,0 0,0-1,0 1,0-1,7-6,2 1,18-9,2 2,0 2,47-13,27-9,-62 17,1 2,0 2,1 3,1 1,0 3,0 1,53 2,3 4,86 3,-181-1,1 1,-1 0,0 0,0 1,0 1,0-1,-1 2,11 6,38 19,-8-11,91 51,-119-58,-1 2,0 0,-1 1,-1 1,-1 1,21 25,1 5,-23-29,-1 1,25 39,-34-47,0 1,-1 1,-1-1,0 1,4 18,15 67,-21-89,-1-1,2 1,-1-1,8 13,-6-14,-1 1,0 0,-1 0,0 1,2 9,-2-2,-1-4,0-1,0 0,1 1,1-2,9 22,-4-11,-1 1,-1 0,-1 0,-1 1,3 43,8 33,14 32,-26-116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08:24.7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1254 449,'1'-8,"-1"0,0-1,-1 1,0 0,0 0,-1 0,0 0,-1 0,1 0,-2 0,1 1,-1 0,0-1,0 1,-11-12,-114-150,122 162,-1-1,1 1,-2 0,1 1,-1 0,0 0,-10-4,-71-26,19 9,60 22,-2 1,1 0,0 1,-1 1,1 0,-19-1,-81 5,46 1,-9-5,-48 2,107 1,1 1,0 0,-1 1,1 1,-25 10,22-5,0 2,0 1,1 0,1 1,0 1,-17 18,-36 30,48-45,1-1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09:13.52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101 0,'0'3,"-1"0,0 0,0-1,0 1,0 0,0-1,-1 0,1 1,-1-1,0 0,1 1,-4 1,-10 17,4 4,0 1,1 0,2 0,0 1,2-1,1 2,-2 40,7 277,1-157,-1-183,1 1,0 0,0 0,0 0,0 0,1 0,0-1,1 1,-1-1,1 0,0 1,0-1,0 0,8 8,5 3,0-1,32 23,9 8,-37-29,1-1,0-1,34 17,31 22,-73-44,1-1,0 0,1-1,-1-1,2 0,-1-1,1-1,0-1,0 0,0 0,1-2,-1 0,24-1,309-2,-338 0,0 0,0-1,-1 0,1 0,-1-1,1 0,-1-1,0-1,0 1,0-1,-1-1,0 0,0 0,0-1,-1 0,0-1,8-9,-3 2,-1 0,-1-1,0 0,-1-1,-1 0,0-1,-2 1,11-35,8-27,-18 62,-2 0,0-1,-1 1,-1-1,-1 0,1-21,-4-220,-2 99,2 154,0 1,-1-1,0 0,0 1,-1-1,0 1,1 0,-2-1,1 1,-1 0,1 0,-6-6,0-1,1-2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0:02.01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1331,'0'-2,"1"-1,-1 1,1-1,0 1,0-1,0 1,0-1,0 1,1 0,-1 0,1 0,-1 0,1 0,0 0,0 0,0 0,0 0,3-1,3-3,0 1,0 1,15-7,27-8,-25 10,37-19,-41 18,35-12,-39 17,-1-2,0 1,0-2,20-13,-23 12,-8 6,1 0,-1-1,0 0,0-1,0 1,0-1,-1 1,0-2,0 1,0 0,4-9,-1 1,0 0,1 1,15-18,-15 21,-1-1,0 0,0 0,-1-1,0 0,4-12,12-37,-12 36,-1-1,7-31,-12 36,15-34,-14 40,1-1,-2 1,0-1,3-27,-6-121,-2 80,0 69,-1 1,0 0,-1-1,0 1,-1 0,-6-12,5 10,-1 0,2 0,0-1,-1-16,-15-71,17 85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0:45.00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1208 2397,'-25'0,"-11"1,0-1,0-2,0-1,0-2,-57-16,-193-86,281 106,-141-53,130 46,0 0,0-2,0 1,2-2,-1 0,-20-20,17 12,0 0,1-2,1 0,-22-39,-32-59,47 84,1-2,2 0,2-2,-14-41,16 24,4-2,1 0,-3-83,14-179,8 243,3 1,29-108,-31 156,1 1,1 0,2 1,0 1,2 0,0 1,20-24,34-41,-58 74,1 0,1 1,0 0,1 1,26-20,-19 17,35-37,-43 41,0 0,2 1,-1 0,1 1,24-12,-16 9,28-20,-43 27,0 1,0 0,1 1,-1 0,1 0,0 1,0 0,0 1,0 0,18-2,6 2,59 4,-29 1,-48-3,102 5,-103-3,1 1,-1 0,0 1,-1 0,1 1,14 8,100 61,-119-68,0 0,0 1,-1 0,0 0,0 1,0-1,8 13,-8-10,1 0,1 0,19 16,-10-11,0 1,18 20,18 15,-50-45,-1 0,1 0,-1 0,0 1,0 0,-1 0,0 0,0 0,-1 0,1 1,-2-1,2 9,10 30,-5-20,-1 1,-1 0,3 40,-5-33,13 53,-9-55,6 65,-12-79,0-11,0 0,0-1,0 1,1-1,0 1,0-1,5 7,12 30,-6-8,-9-20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1:46.35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1161 1682,'-4'0,"-221"-7,191 3,0-1,1-1,-1-2,-49-19,-19-10,60 23,-1-2,-62-33,67 27,-44-34,69 46,0 0,1-1,1-1,0 0,1 0,-17-26,-38-57,2 4,51 68,1-1,1 0,0 0,2-1,1 0,1 0,1-1,1 0,2 0,1-49,0-32,4-124,-1 216,0 0,1 1,0 0,1-1,1 1,1 1,0-1,0 1,11-15,-6 10,2 1,0 0,1 1,1 0,29-24,48-15,-72 41,0 1,1 1,0 0,24-8,92-28,-111 41,-1 1,2 1,-1 2,28-1,108 6,-53 1,-35-5,-42 0,0 1,1 2,-1 1,0 2,42 9,-60-7,0 0,0 1,-1 1,0 0,0 1,22 19,-12-8,-15-15,-1 1,0 0,-1 0,1 0,-1 1,-1 0,1 0,-1 1,-1 0,1-1,-1 2,-1-1,6 17,-3-7,0-1,1-1,1 1,15 23,-12-22,-1 1,15 37,-16-27,-1 0,4 32,-11-52,1 1,0 0,1-1,0 0,0 1,6 8,-1-5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1:51.583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1034,'41'-2,"61"-11,-23 2,-60 7,-1-1,1 0,-1-1,0-2,-1 1,27-17,1 0,-26 14,-1-1,0 0,0-2,-1 0,17-17,-22 19,-1 1,1 0,-1-1,-1-1,0 0,-1 0,14-23,-13 14,0 0,-1-1,-1 0,6-29,-11 41,0-1,1 1,8-16,-8 17,0 0,0 0,0 0,-2-1,3-10,0-32,-3-1,-4-61,-1 12,3-19,0 100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3:42.63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1 173,'12'2,"0"0,0 0,0 1,-1 1,1 0,-1 0,0 1,0 1,16 10,38 17,-38-23,0-2,1 0,-1-2,2-1,-1-1,0-2,40 0,436-4,-495 2,-1-1,0 0,1 0,-1-1,0 0,0 0,0-1,10-5,-13 6,0-1,-1 1,1-2,0 1,-1 0,0-1,0 0,0 0,0 0,-1 0,0 0,0-1,4-7,-1 3,0 0,0 0,1 1,0 0,0 0,1 1,0-1,16-10,-12 9,1-2,20-21,-17 14,-10 11,0 0,0 0,0-1,7-13,-7 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13:48.94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303 2172,'-4'-1,"1"0,-1-1,1 1,0-1,-1 0,1 0,0 0,0 0,0 0,1-1,-1 0,-3-4,-10-7,-1 1,0 0,1-1,1 0,1-2,0 0,0 0,2-1,0-1,1 0,-8-19,0-2,9 21,1-1,1 0,1 0,1 0,-6-27,5-31,4-1,6-80,0 25,-5 40,2-70,2 135,1 0,1 0,13-47,20-34,18-64,-51 159,1 0,0 0,1 0,0 1,1 0,1 0,0 0,1 1,0 1,1-1,16-14,7-1,2 1,59-34,-43 29,-32 17,0 0,26-28,23-17,-40 39,0 2,1 1,2 1,-1 2,34-11,-10 4,-36 13,-1 1,1 1,0 1,1 0,19-2,229 4,-136 6,-100-3,-1 2,1 2,0 0,55 17,-39-9,-32-8,1 0,-1 0,0 2,0 0,0 0,-1 1,14 10,-4 0,-1 1,-1 0,0 2,-2 0,-1 2,0 0,-1 1,18 32,-15-14,-2 1,20 63,17 38,-47-126,-2 0,0 1,-1 0,0 0,-2 0,0 1,-1-1,0 32,-2-12,-6 253,2-271,-1 0,-1 1,0-2,-2 1,0-1,-17 32,-16 44,27-63,-1 0,-2-1,-1-1,-23 31,-14 24,36-56,-42 48,32-42,16-22,1-3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5:42.92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1,'914'0,"-894"0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5:46.49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1,'0'1012,"0"-991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6:49.51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1,'914'0,"-894"0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6:49.51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1,'0'1012,"0"-991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7:35.58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1,'914'0,"-894"0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7:35.58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1,'0'1012,"0"-991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45078-DB76-4D74-9605-02ED02BF2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2F8B58-E42C-45D6-B8F3-6B521877E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61FF9-804B-4831-B4CE-ABCB9111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733F3-94D1-49F7-AA0B-D313A1AE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300D5-130B-45E9-81B9-2E6F253F3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698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2153-EF22-497E-AD9E-4A9D64D1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35C53-4054-4FD2-A48B-857177CC8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5E8D-1A13-4F9C-9E64-8F39F4D4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066E7-BEA4-45B7-9E4E-0BBFC0E1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9EB1-EF67-4B6C-9BD4-AD0F6AEAD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373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3C88-3EA2-4A7D-BF2E-394A40B6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5F4DD-45BE-42C2-9166-71945805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7B93-5396-49AA-9B3F-4CE7DBE5C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F0559-C358-4BE6-B739-29FADF314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7482-8FE0-4443-B63C-AF090DC05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1193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E178E-CA4B-4F2D-8B81-AFABDC3E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AA262-53A9-4E4C-9BA5-B2CD70B8C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A0ACF5-CD66-4001-A04E-36427658E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6E835-CCB9-42CE-AE7C-3334F853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54543-0812-432A-8CF5-F58BE5D7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64EE0-75A1-4BC3-A0A5-005A45028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19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DB16-BF3C-4272-9920-CB2A1F95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DFA3A-FDAD-4E22-A50F-B0633F071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75867-9AAD-47B2-83D9-8DB979EBA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8ABD1D-6711-4A34-8335-83B095E25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EC3B0-81DC-4129-81FF-A8AA36EDE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8AABB-E174-485D-96C4-0648B0DBD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A92B11-5FF4-4DCB-B433-2D3C3A11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A4A0C-91F6-4D1D-937D-F030F771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85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24E9-EE18-4151-8A0E-1ABBBD81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AF5B1-3B12-4768-9375-7BECCA17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7207F2-738E-4CE9-9E7C-D77D3C37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F11AB-6024-4243-9332-DF5D104A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999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1B9717-1696-4886-A4F4-527D37F6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7427D-1CCF-495C-8F13-F03F0B3B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56AD9-D18A-43FB-BC4F-68A3440B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381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9C13-0174-4270-911B-963833E0A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5DE8-4000-4697-B518-FDC26D7C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C0079-9BC9-4193-B282-4D8B2412E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5DFFF-2A7E-43E5-87C0-96103EA6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35E4F-7020-44AC-8603-95774037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544AE-91B3-4D51-B633-8C246098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133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E7D78-44BB-4D7D-BEE5-CC90D5DEC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FBC26-2E60-40BA-85D4-4C60D467F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DD4A5-ABEB-44F2-8C80-58DB50A06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A5129-73C2-4733-8791-41A733DD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A521B-D879-48D1-8D4E-FF369839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7562-FFF2-4D01-AE34-F971EBAA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519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0B15-3978-4F21-A57D-09D3BC9B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3D853-8EB2-44D8-B618-E6525FA00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6128-5769-4FCB-8BA3-B7C56AF7C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2DEB3-C5DF-4651-B59D-02F19685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4250B-8B61-4821-AF09-9AA92DCD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11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94383-1BF9-499E-9B01-F4C97507B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D27C8-33AD-4EAE-8DF4-DD9B30ACC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FC65D-C79F-4495-A584-F0BBD46AC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0B289-55D8-482D-9C23-11A14FC2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24E6-5BDC-48C8-93FC-BA75600F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165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0153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904" y="0"/>
            <a:ext cx="12215904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3905" y="706144"/>
            <a:ext cx="12215904" cy="5531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12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7389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050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227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4396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127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77403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0070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83102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7714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576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30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050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350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76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415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15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016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78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32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5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7D4C0-E529-46D0-BB91-61BF39F0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89364-891D-4DB4-B4B4-13C998C6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CAB93-AEAC-414B-9C18-B5A5CB323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A5C60-30F4-4DD3-A018-8EAABAB2E787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BC069-BABD-4881-BA3E-E659F86B5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4AB08-4607-4C8C-8A4E-BB5348015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DDBBB-F67F-452A-8D69-01BA7416A0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6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1E46E-8385-4B77-9D93-CAFD5D7F565C}" type="datetimeFigureOut">
              <a:rPr lang="en-AU" smtClean="0"/>
              <a:t>29/08/2023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42617-2EAB-4009-B48C-5BAFC756ECC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789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405A7-44E0-4B4D-B763-3FD14998890B}" type="datetimeFigureOut">
              <a:rPr lang="en-US" smtClean="0"/>
              <a:t>8/29/2023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7E1A7-4FA7-494A-84B2-E77CE55718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4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31.png"/><Relationship Id="rId4" Type="http://schemas.openxmlformats.org/officeDocument/2006/relationships/customXml" Target="../ink/ink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35.png"/><Relationship Id="rId4" Type="http://schemas.openxmlformats.org/officeDocument/2006/relationships/customXml" Target="../ink/ink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4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52.png"/><Relationship Id="rId4" Type="http://schemas.openxmlformats.org/officeDocument/2006/relationships/customXml" Target="../ink/ink1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17.xml"/><Relationship Id="rId7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18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19.xml"/><Relationship Id="rId7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20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E72E-6D6D-47E6-BA27-29AAB74B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1048-C9CD-4506-A806-A9C01012E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Special angles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To be able to identify and describe complementary and supplementary angles.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review: identifying angles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Estimating angles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Exploring types of angles 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98171-4D33-4476-8873-41344ED8C2B0}"/>
              </a:ext>
            </a:extLst>
          </p:cNvPr>
          <p:cNvSpPr txBox="1"/>
          <p:nvPr/>
        </p:nvSpPr>
        <p:spPr>
          <a:xfrm>
            <a:off x="4527612" y="2459114"/>
            <a:ext cx="490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Calculators and 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BC3EA-7EFC-43C0-01A4-4590FD403A4A}"/>
              </a:ext>
            </a:extLst>
          </p:cNvPr>
          <p:cNvSpPr txBox="1"/>
          <p:nvPr/>
        </p:nvSpPr>
        <p:spPr>
          <a:xfrm>
            <a:off x="6208451" y="230188"/>
            <a:ext cx="49004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– listening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Learn – complete all tasks</a:t>
            </a:r>
            <a:endParaRPr lang="en-AU" sz="24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1076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7EF2-0943-4C34-AF90-963A530DF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F68AD-E0BF-489F-BA73-62C3EA4DB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Identify: Obtuse, acute or reflex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A0915F-A773-42BC-9481-589013E7311D}"/>
              </a:ext>
            </a:extLst>
          </p:cNvPr>
          <p:cNvCxnSpPr/>
          <p:nvPr/>
        </p:nvCxnSpPr>
        <p:spPr>
          <a:xfrm>
            <a:off x="417250" y="3009530"/>
            <a:ext cx="1038688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1DF08C-B2FE-4BE8-BFD2-1D22E9828287}"/>
              </a:ext>
            </a:extLst>
          </p:cNvPr>
          <p:cNvCxnSpPr>
            <a:cxnSpLocks/>
          </p:cNvCxnSpPr>
          <p:nvPr/>
        </p:nvCxnSpPr>
        <p:spPr>
          <a:xfrm flipH="1">
            <a:off x="1455938" y="3009530"/>
            <a:ext cx="1029810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C80D80-7138-4203-9429-D186C31158FE}"/>
              </a:ext>
            </a:extLst>
          </p:cNvPr>
          <p:cNvCxnSpPr>
            <a:cxnSpLocks/>
          </p:cNvCxnSpPr>
          <p:nvPr/>
        </p:nvCxnSpPr>
        <p:spPr>
          <a:xfrm>
            <a:off x="3479676" y="3238454"/>
            <a:ext cx="1038688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794E9B-47AD-4B89-A07E-83B74509D867}"/>
              </a:ext>
            </a:extLst>
          </p:cNvPr>
          <p:cNvCxnSpPr>
            <a:cxnSpLocks/>
          </p:cNvCxnSpPr>
          <p:nvPr/>
        </p:nvCxnSpPr>
        <p:spPr>
          <a:xfrm flipH="1" flipV="1">
            <a:off x="4518364" y="6176963"/>
            <a:ext cx="3560316" cy="44577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93A841-6CB4-4510-96B1-3EF77AD8E14F}"/>
              </a:ext>
            </a:extLst>
          </p:cNvPr>
          <p:cNvCxnSpPr>
            <a:cxnSpLocks/>
          </p:cNvCxnSpPr>
          <p:nvPr/>
        </p:nvCxnSpPr>
        <p:spPr>
          <a:xfrm flipH="1">
            <a:off x="8726750" y="3826276"/>
            <a:ext cx="709843" cy="2015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268F19-F825-4222-B63D-B62EF54200DC}"/>
              </a:ext>
            </a:extLst>
          </p:cNvPr>
          <p:cNvCxnSpPr>
            <a:cxnSpLocks/>
          </p:cNvCxnSpPr>
          <p:nvPr/>
        </p:nvCxnSpPr>
        <p:spPr>
          <a:xfrm>
            <a:off x="9436593" y="3826276"/>
            <a:ext cx="1616106" cy="212176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0781D2-E4AB-4F28-9364-6F48E69E90E1}"/>
                  </a:ext>
                </a:extLst>
              </p14:cNvPr>
              <p14:cNvContentPartPr/>
              <p14:nvPr/>
            </p14:nvContentPartPr>
            <p14:xfrm>
              <a:off x="1207353" y="5244868"/>
              <a:ext cx="456480" cy="48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30781D2-E4AB-4F28-9364-6F48E69E90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9353" y="5227228"/>
                <a:ext cx="4921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F122A5D-D912-45EE-9655-BD5C4B0ADE39}"/>
                  </a:ext>
                </a:extLst>
              </p14:cNvPr>
              <p14:cNvContentPartPr/>
              <p14:nvPr/>
            </p14:nvContentPartPr>
            <p14:xfrm>
              <a:off x="4349793" y="5654188"/>
              <a:ext cx="461880" cy="532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F122A5D-D912-45EE-9655-BD5C4B0ADE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2153" y="5636548"/>
                <a:ext cx="49752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F879F88-7C52-44BA-939C-9C620C306B39}"/>
                  </a:ext>
                </a:extLst>
              </p14:cNvPr>
              <p14:cNvContentPartPr/>
              <p14:nvPr/>
            </p14:nvContentPartPr>
            <p14:xfrm>
              <a:off x="9133113" y="3523348"/>
              <a:ext cx="606960" cy="605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F879F88-7C52-44BA-939C-9C620C306B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15113" y="3505348"/>
                <a:ext cx="642600" cy="6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039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265129"/>
            <a:ext cx="7351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These are the angle facts we have learned so far: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7845" y="1475803"/>
            <a:ext cx="8600431" cy="41549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An acute angle is less than _____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Arial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An obtuse angle is less than ______ and more than _____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Arial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A right angle is _____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Arial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A reflex angle is less than ______ and more than ______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Arial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Angles on a straight line add up to _______</a:t>
            </a:r>
          </a:p>
          <a:p>
            <a:pPr defTabSz="457200"/>
            <a:endParaRPr lang="en-US" sz="2400" b="1" dirty="0">
              <a:solidFill>
                <a:prstClr val="black"/>
              </a:solidFill>
              <a:latin typeface="Arial"/>
            </a:endParaRPr>
          </a:p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Angles in a triangle add up to 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5366" y="896649"/>
            <a:ext cx="8649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Use the degrees at the bottom to fill in the missing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8593" y="6078967"/>
            <a:ext cx="650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90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4316" y="6074186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180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6271" y="6074186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360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1676" y="6065788"/>
            <a:ext cx="650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90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1676" y="6051112"/>
            <a:ext cx="650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90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4316" y="6051112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180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1676" y="6065788"/>
            <a:ext cx="650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90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6271" y="6051112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360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4316" y="6051112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180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84316" y="6065788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180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4316" y="6078967"/>
            <a:ext cx="821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b="1" dirty="0">
                <a:solidFill>
                  <a:prstClr val="black"/>
                </a:solidFill>
                <a:latin typeface="Arial"/>
              </a:rPr>
              <a:t>180</a:t>
            </a:r>
            <a:r>
              <a:rPr lang="en-US" sz="2400" dirty="0">
                <a:solidFill>
                  <a:prstClr val="black"/>
                </a:solidFill>
                <a:latin typeface="Arial"/>
              </a:rPr>
              <a:t>°</a:t>
            </a:r>
          </a:p>
        </p:txBody>
      </p:sp>
    </p:spTree>
    <p:extLst>
      <p:ext uri="{BB962C8B-B14F-4D97-AF65-F5344CB8AC3E}">
        <p14:creationId xmlns:p14="http://schemas.microsoft.com/office/powerpoint/2010/main" val="218381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48148E-6 L 0.20664 -0.6724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26" y="-3368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4.07407E-6 L 0.49023 -0.5780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505" y="-2900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06575 -0.566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-2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6539E-6 3.70953E-6 L 0.07116 -0.46184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8" y="-23104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1444 -0.3555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27" y="-1777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0.29505 -0.3516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27" y="-17731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68 -0.0125 L 0.14635 -0.24746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27" y="-11759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276E-7 3.57077E-6 L 0.08053 -0.14593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6" y="-730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2" grpId="2"/>
      <p:bldP spid="13" grpId="0"/>
      <p:bldP spid="13" grpId="1"/>
      <p:bldP spid="13" grpId="2"/>
      <p:bldP spid="14" grpId="0"/>
      <p:bldP spid="14" grpId="1"/>
      <p:bldP spid="14" grpId="2"/>
      <p:bldP spid="15" grpId="0"/>
      <p:bldP spid="15" grpId="1"/>
      <p:bldP spid="15" grpId="2"/>
      <p:bldP spid="16" grpId="0"/>
      <p:bldP spid="16" grpId="1"/>
      <p:bldP spid="16" grpId="2"/>
      <p:bldP spid="17" grpId="0"/>
      <p:bldP spid="17" grpId="1"/>
      <p:bldP spid="17" grpId="2"/>
      <p:bldP spid="19" grpId="0"/>
      <p:bldP spid="19" grpId="1"/>
      <p:bldP spid="19" grpId="2"/>
      <p:bldP spid="20" grpId="0"/>
      <p:bldP spid="20" grpId="1"/>
      <p:bldP spid="20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413" y="2219775"/>
            <a:ext cx="2927777" cy="1656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571" y="1175279"/>
            <a:ext cx="2057149" cy="83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179" y="648150"/>
            <a:ext cx="1980102" cy="1987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178" y="3105599"/>
            <a:ext cx="2188128" cy="93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605" y="4617851"/>
            <a:ext cx="2118786" cy="161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12" y="4194667"/>
            <a:ext cx="2003216" cy="197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Guess the size of the angles: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4138" y="620689"/>
            <a:ext cx="3363863" cy="4525963"/>
          </a:xfrm>
        </p:spPr>
        <p:txBody>
          <a:bodyPr>
            <a:normAutofit/>
          </a:bodyPr>
          <a:lstStyle/>
          <a:p>
            <a:r>
              <a:rPr lang="en-AU" sz="2400" dirty="0"/>
              <a:t>Scoring: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U" sz="2000" dirty="0"/>
              <a:t>±10</a:t>
            </a:r>
            <a:r>
              <a:rPr lang="en-AU" sz="2000" baseline="40000" dirty="0"/>
              <a:t>o</a:t>
            </a:r>
            <a:r>
              <a:rPr lang="en-AU" sz="2000" dirty="0"/>
              <a:t> = 1 point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U" sz="2000" dirty="0"/>
              <a:t>±5</a:t>
            </a:r>
            <a:r>
              <a:rPr lang="en-AU" sz="2000" baseline="40000" dirty="0"/>
              <a:t>o</a:t>
            </a:r>
            <a:r>
              <a:rPr lang="en-AU" sz="2000" dirty="0"/>
              <a:t> = 3 points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U" sz="2000" dirty="0"/>
              <a:t>±1</a:t>
            </a:r>
            <a:r>
              <a:rPr lang="en-AU" sz="2000" baseline="40000" dirty="0"/>
              <a:t>o</a:t>
            </a:r>
            <a:r>
              <a:rPr lang="en-AU" sz="2000" dirty="0"/>
              <a:t> = 5 points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AU" sz="2000" dirty="0"/>
              <a:t>Exact = 10 points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647728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8832" y="15944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2292" y="55181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626" y="34455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343" y="50445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162" y="32497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7030A0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6426" y="2809461"/>
            <a:ext cx="9653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88</a:t>
            </a:r>
            <a:r>
              <a:rPr lang="en-AU" b="1" baseline="40000" dirty="0">
                <a:solidFill>
                  <a:srgbClr val="FF0000"/>
                </a:solidFill>
                <a:latin typeface="Calibri"/>
              </a:rPr>
              <a:t>o</a:t>
            </a:r>
          </a:p>
          <a:p>
            <a:pPr marL="342900" indent="-342900">
              <a:buFontTx/>
              <a:buAutoNum type="arabicPeriod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20</a:t>
            </a:r>
            <a:r>
              <a:rPr lang="en-AU" b="1" baseline="40000" dirty="0">
                <a:solidFill>
                  <a:srgbClr val="FF0000"/>
                </a:solidFill>
                <a:latin typeface="Calibri"/>
              </a:rPr>
              <a:t>o</a:t>
            </a:r>
          </a:p>
          <a:p>
            <a:pPr marL="342900" indent="-342900">
              <a:buFontTx/>
              <a:buAutoNum type="arabicPeriod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23</a:t>
            </a:r>
            <a:r>
              <a:rPr lang="en-AU" b="1" baseline="40000" dirty="0">
                <a:solidFill>
                  <a:srgbClr val="FF0000"/>
                </a:solidFill>
                <a:latin typeface="Calibri"/>
              </a:rPr>
              <a:t>o</a:t>
            </a:r>
          </a:p>
          <a:p>
            <a:pPr marL="342900" indent="-342900">
              <a:buFontTx/>
              <a:buAutoNum type="arabicPeriod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129</a:t>
            </a:r>
            <a:r>
              <a:rPr lang="en-AU" b="1" baseline="40000" dirty="0">
                <a:solidFill>
                  <a:srgbClr val="FF0000"/>
                </a:solidFill>
                <a:latin typeface="Calibri"/>
              </a:rPr>
              <a:t>o</a:t>
            </a:r>
          </a:p>
          <a:p>
            <a:pPr marL="342900" indent="-342900">
              <a:buFontTx/>
              <a:buAutoNum type="arabicPeriod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48</a:t>
            </a:r>
            <a:r>
              <a:rPr lang="en-AU" b="1" baseline="40000" dirty="0">
                <a:solidFill>
                  <a:srgbClr val="FF0000"/>
                </a:solidFill>
                <a:latin typeface="Calibri"/>
              </a:rPr>
              <a:t>o</a:t>
            </a:r>
          </a:p>
          <a:p>
            <a:pPr marL="342900" indent="-342900">
              <a:buFontTx/>
              <a:buAutoNum type="arabicPeriod"/>
            </a:pPr>
            <a:r>
              <a:rPr lang="en-AU" b="1" dirty="0">
                <a:solidFill>
                  <a:srgbClr val="FF0000"/>
                </a:solidFill>
                <a:latin typeface="Calibri"/>
              </a:rPr>
              <a:t>94</a:t>
            </a:r>
            <a:r>
              <a:rPr lang="en-AU" b="1" baseline="40000" dirty="0">
                <a:solidFill>
                  <a:srgbClr val="FF0000"/>
                </a:solidFill>
                <a:latin typeface="Calibri"/>
              </a:rPr>
              <a:t>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2101" y="4825675"/>
            <a:ext cx="213609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How did you do?</a:t>
            </a:r>
          </a:p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Up to 6 – ok</a:t>
            </a:r>
          </a:p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Up to 15 – good</a:t>
            </a:r>
          </a:p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Up to 20 – great</a:t>
            </a:r>
          </a:p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Up to 30 – awesome</a:t>
            </a:r>
          </a:p>
          <a:p>
            <a:r>
              <a:rPr lang="en-AU" b="1" dirty="0">
                <a:solidFill>
                  <a:srgbClr val="FF0000"/>
                </a:solidFill>
                <a:latin typeface="Calibri"/>
              </a:rPr>
              <a:t>Over 30 – legend</a:t>
            </a:r>
          </a:p>
        </p:txBody>
      </p:sp>
    </p:spTree>
    <p:extLst>
      <p:ext uri="{BB962C8B-B14F-4D97-AF65-F5344CB8AC3E}">
        <p14:creationId xmlns:p14="http://schemas.microsoft.com/office/powerpoint/2010/main" val="342153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6" grpId="0"/>
      <p:bldP spid="17" grpId="0"/>
      <p:bldP spid="18" grpId="0"/>
      <p:bldP spid="19" grpId="0"/>
      <p:bldP spid="5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3478-9CA2-4855-B6DD-BDDF4BF08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Using equations to find angles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59B9C-465B-4705-BC07-C1BDA836A0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98992"/>
                <a:ext cx="105156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Let’s say this acute little angle is 35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How can we find the reflex angle? </a:t>
                </a: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We know a full revolution is 360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/>
                  <a:t>Let’s write an </a:t>
                </a:r>
                <a:r>
                  <a:rPr lang="en-AU" i="1" u="sng" dirty="0"/>
                  <a:t>equation</a:t>
                </a:r>
              </a:p>
              <a:p>
                <a:pPr marL="0" indent="0" algn="ctr">
                  <a:buNone/>
                </a:pPr>
                <a:r>
                  <a:rPr lang="en-AU" dirty="0"/>
                  <a:t>___ + 35 = 360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759B9C-465B-4705-BC07-C1BDA836A0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98992"/>
                <a:ext cx="10515600" cy="4351338"/>
              </a:xfrm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822D71-103B-47CD-A8C7-8FB719EB6CE9}"/>
              </a:ext>
            </a:extLst>
          </p:cNvPr>
          <p:cNvCxnSpPr/>
          <p:nvPr/>
        </p:nvCxnSpPr>
        <p:spPr>
          <a:xfrm>
            <a:off x="1447059" y="2734322"/>
            <a:ext cx="1038688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D4FF99-5D61-45A7-BDB8-52F3BDC0CA4D}"/>
              </a:ext>
            </a:extLst>
          </p:cNvPr>
          <p:cNvCxnSpPr>
            <a:cxnSpLocks/>
          </p:cNvCxnSpPr>
          <p:nvPr/>
        </p:nvCxnSpPr>
        <p:spPr>
          <a:xfrm flipH="1">
            <a:off x="2485747" y="2734322"/>
            <a:ext cx="1029810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459F026-48EC-4B0B-8BCD-8DD8E9D8A05F}"/>
                  </a:ext>
                </a:extLst>
              </p14:cNvPr>
              <p14:cNvContentPartPr/>
              <p14:nvPr/>
            </p14:nvContentPartPr>
            <p14:xfrm>
              <a:off x="2237162" y="4969660"/>
              <a:ext cx="456480" cy="48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459F026-48EC-4B0B-8BCD-8DD8E9D8A0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9162" y="4952020"/>
                <a:ext cx="492120" cy="8424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24C9420-82FD-45E3-A653-8AA8469EB0A0}"/>
              </a:ext>
            </a:extLst>
          </p:cNvPr>
          <p:cNvSpPr txBox="1"/>
          <p:nvPr/>
        </p:nvSpPr>
        <p:spPr>
          <a:xfrm>
            <a:off x="5113167" y="4787427"/>
            <a:ext cx="861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32189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CAF21-01BF-4728-9DFF-2DF8D1CB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Another one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4AE030-3AFD-4823-88CF-739FDBF14376}"/>
              </a:ext>
            </a:extLst>
          </p:cNvPr>
          <p:cNvCxnSpPr>
            <a:cxnSpLocks/>
          </p:cNvCxnSpPr>
          <p:nvPr/>
        </p:nvCxnSpPr>
        <p:spPr>
          <a:xfrm>
            <a:off x="1447059" y="2796466"/>
            <a:ext cx="1038688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47EAD1-5C69-4690-BEDE-3F771196DEB5}"/>
              </a:ext>
            </a:extLst>
          </p:cNvPr>
          <p:cNvCxnSpPr>
            <a:cxnSpLocks/>
          </p:cNvCxnSpPr>
          <p:nvPr/>
        </p:nvCxnSpPr>
        <p:spPr>
          <a:xfrm flipH="1">
            <a:off x="2485747" y="4793942"/>
            <a:ext cx="3124940" cy="94103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FE229DD-41E9-461A-B56C-61E882814084}"/>
                  </a:ext>
                </a:extLst>
              </p14:cNvPr>
              <p14:cNvContentPartPr/>
              <p14:nvPr/>
            </p14:nvContentPartPr>
            <p14:xfrm>
              <a:off x="2218233" y="5334868"/>
              <a:ext cx="578520" cy="640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FE229DD-41E9-461A-B56C-61E8828140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0233" y="5317228"/>
                <a:ext cx="614160" cy="6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79E6E2D-3FFC-49A2-8DE3-3313A1D50F3D}"/>
                  </a:ext>
                </a:extLst>
              </p14:cNvPr>
              <p14:cNvContentPartPr/>
              <p14:nvPr/>
            </p14:nvContentPartPr>
            <p14:xfrm>
              <a:off x="2272593" y="5076388"/>
              <a:ext cx="700200" cy="472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79E6E2D-3FFC-49A2-8DE3-3313A1D50F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6593" y="5040748"/>
                <a:ext cx="771840" cy="5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F9D544-88D2-4123-AE44-0ECB4D2A2F79}"/>
                  </a:ext>
                </a:extLst>
              </p:cNvPr>
              <p:cNvSpPr txBox="1"/>
              <p:nvPr/>
            </p:nvSpPr>
            <p:spPr>
              <a:xfrm>
                <a:off x="2218233" y="6031210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F9D544-88D2-4123-AE44-0ECB4D2A2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233" y="6031210"/>
                <a:ext cx="1305018" cy="461665"/>
              </a:xfrm>
              <a:prstGeom prst="rect">
                <a:avLst/>
              </a:prstGeom>
              <a:blipFill>
                <a:blip r:embed="rId6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1A4A18-4586-49FD-AC88-209A15DB4BA1}"/>
                  </a:ext>
                </a:extLst>
              </p:cNvPr>
              <p:cNvSpPr txBox="1"/>
              <p:nvPr/>
            </p:nvSpPr>
            <p:spPr>
              <a:xfrm>
                <a:off x="2796753" y="442881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80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1A4A18-4586-49FD-AC88-209A15DB4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753" y="4428816"/>
                <a:ext cx="1305018" cy="461665"/>
              </a:xfrm>
              <a:prstGeom prst="rect">
                <a:avLst/>
              </a:prstGeom>
              <a:blipFill>
                <a:blip r:embed="rId7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802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6919C1-D5E0-48A2-A674-5D724A0C2564}"/>
              </a:ext>
            </a:extLst>
          </p:cNvPr>
          <p:cNvCxnSpPr/>
          <p:nvPr/>
        </p:nvCxnSpPr>
        <p:spPr>
          <a:xfrm>
            <a:off x="1447059" y="2734322"/>
            <a:ext cx="1038688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89667E-72B8-4726-81F8-F6FE4D8F13A3}"/>
              </a:ext>
            </a:extLst>
          </p:cNvPr>
          <p:cNvCxnSpPr>
            <a:cxnSpLocks/>
          </p:cNvCxnSpPr>
          <p:nvPr/>
        </p:nvCxnSpPr>
        <p:spPr>
          <a:xfrm flipH="1">
            <a:off x="2485747" y="3675355"/>
            <a:ext cx="2254929" cy="199747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C768629-9E07-4213-BB0F-F9483B88BF73}"/>
                  </a:ext>
                </a:extLst>
              </p14:cNvPr>
              <p14:cNvContentPartPr/>
              <p14:nvPr/>
            </p14:nvContentPartPr>
            <p14:xfrm>
              <a:off x="2362593" y="5191588"/>
              <a:ext cx="452160" cy="162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C768629-9E07-4213-BB0F-F9483B88BF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4593" y="5173588"/>
                <a:ext cx="48780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2879B2-D5B5-4E13-8ABA-40DE972733A1}"/>
                  </a:ext>
                </a:extLst>
              </p:cNvPr>
              <p:cNvSpPr txBox="1"/>
              <p:nvPr/>
            </p:nvSpPr>
            <p:spPr>
              <a:xfrm>
                <a:off x="2442097" y="4598619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2879B2-D5B5-4E13-8ABA-40DE97273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097" y="4598619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660324-5B68-4E37-8F6A-1EFBD69A9677}"/>
                  </a:ext>
                </a:extLst>
              </p:cNvPr>
              <p:cNvSpPr txBox="1"/>
              <p:nvPr/>
            </p:nvSpPr>
            <p:spPr>
              <a:xfrm>
                <a:off x="2162244" y="5946130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300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660324-5B68-4E37-8F6A-1EFBD69A9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2244" y="5946130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F17B5CD-C35B-46D2-8069-EDCB132F8075}"/>
                  </a:ext>
                </a:extLst>
              </p14:cNvPr>
              <p14:cNvContentPartPr/>
              <p14:nvPr/>
            </p14:nvContentPartPr>
            <p14:xfrm>
              <a:off x="2307153" y="5361868"/>
              <a:ext cx="472320" cy="453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F17B5CD-C35B-46D2-8069-EDCB132F80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1513" y="5325868"/>
                <a:ext cx="543960" cy="5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5803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668690-6E72-41B8-9E31-C015FC9AB68D}"/>
              </a:ext>
            </a:extLst>
          </p:cNvPr>
          <p:cNvCxnSpPr>
            <a:cxnSpLocks/>
          </p:cNvCxnSpPr>
          <p:nvPr/>
        </p:nvCxnSpPr>
        <p:spPr>
          <a:xfrm>
            <a:off x="4421078" y="3554366"/>
            <a:ext cx="0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F12AD-2614-4E98-9144-4375F93FC146}"/>
              </a:ext>
            </a:extLst>
          </p:cNvPr>
          <p:cNvCxnSpPr>
            <a:cxnSpLocks/>
          </p:cNvCxnSpPr>
          <p:nvPr/>
        </p:nvCxnSpPr>
        <p:spPr>
          <a:xfrm flipH="1">
            <a:off x="4421078" y="3554366"/>
            <a:ext cx="316045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450241B-A5F8-41C1-8375-F5CD2D104F3A}"/>
                  </a:ext>
                </a:extLst>
              </p14:cNvPr>
              <p14:cNvContentPartPr/>
              <p14:nvPr/>
            </p14:nvContentPartPr>
            <p14:xfrm>
              <a:off x="4420713" y="3551068"/>
              <a:ext cx="240480" cy="479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450241B-A5F8-41C1-8375-F5CD2D104F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3073" y="3533068"/>
                <a:ext cx="27612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A6C95C-CA2A-47A0-A770-B03BEB66C4C7}"/>
                  </a:ext>
                </a:extLst>
              </p:cNvPr>
              <p:cNvSpPr txBox="1"/>
              <p:nvPr/>
            </p:nvSpPr>
            <p:spPr>
              <a:xfrm>
                <a:off x="4816343" y="3689304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A6C95C-CA2A-47A0-A770-B03BEB66C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343" y="3689304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06C833-DC81-493E-B153-E05ADFC187F6}"/>
                  </a:ext>
                </a:extLst>
              </p:cNvPr>
              <p:cNvSpPr txBox="1"/>
              <p:nvPr/>
            </p:nvSpPr>
            <p:spPr>
              <a:xfrm>
                <a:off x="3638424" y="2757258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270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06C833-DC81-493E-B153-E05ADFC18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424" y="2757258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239C3AE-CB51-4CD2-900C-ED7A6D921624}"/>
                  </a:ext>
                </a:extLst>
              </p14:cNvPr>
              <p14:cNvContentPartPr/>
              <p14:nvPr/>
            </p14:nvContentPartPr>
            <p14:xfrm>
              <a:off x="3977193" y="3123028"/>
              <a:ext cx="627480" cy="863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239C3AE-CB51-4CD2-900C-ED7A6D9216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1193" y="3087028"/>
                <a:ext cx="699120" cy="93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695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29E5D4-03F1-4F68-848F-40C0CE67C4F7}"/>
              </a:ext>
            </a:extLst>
          </p:cNvPr>
          <p:cNvCxnSpPr>
            <a:cxnSpLocks/>
          </p:cNvCxnSpPr>
          <p:nvPr/>
        </p:nvCxnSpPr>
        <p:spPr>
          <a:xfrm flipH="1">
            <a:off x="4545367" y="3429000"/>
            <a:ext cx="221940" cy="293850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821E02-0B88-41E8-9B44-79DD943420D2}"/>
              </a:ext>
            </a:extLst>
          </p:cNvPr>
          <p:cNvCxnSpPr>
            <a:cxnSpLocks/>
          </p:cNvCxnSpPr>
          <p:nvPr/>
        </p:nvCxnSpPr>
        <p:spPr>
          <a:xfrm flipH="1">
            <a:off x="4767307" y="2511302"/>
            <a:ext cx="2947388" cy="91769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52E09-243D-4BB6-8FD1-64FD2C933DDB}"/>
                  </a:ext>
                </a:extLst>
              </p:cNvPr>
              <p:cNvSpPr txBox="1"/>
              <p:nvPr/>
            </p:nvSpPr>
            <p:spPr>
              <a:xfrm>
                <a:off x="4003828" y="2729613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52E09-243D-4BB6-8FD1-64FD2C933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828" y="2729613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E8448B-EC09-4686-89A2-2203600D2582}"/>
                  </a:ext>
                </a:extLst>
              </p:cNvPr>
              <p:cNvSpPr txBox="1"/>
              <p:nvPr/>
            </p:nvSpPr>
            <p:spPr>
              <a:xfrm>
                <a:off x="5174387" y="3429000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120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EE8448B-EC09-4686-89A2-2203600D2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387" y="3429000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667" b="-29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8CD3EF-60C5-4CEC-B1ED-539824FF6CB7}"/>
                  </a:ext>
                </a:extLst>
              </p14:cNvPr>
              <p14:cNvContentPartPr/>
              <p14:nvPr/>
            </p14:nvContentPartPr>
            <p14:xfrm>
              <a:off x="4322433" y="3114028"/>
              <a:ext cx="590040" cy="605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8CD3EF-60C5-4CEC-B1ED-539824FF6C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4433" y="3096388"/>
                <a:ext cx="62568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90C7DCC-A528-4509-A81D-AFEFED1B5FBE}"/>
                  </a:ext>
                </a:extLst>
              </p14:cNvPr>
              <p14:cNvContentPartPr/>
              <p14:nvPr/>
            </p14:nvContentPartPr>
            <p14:xfrm>
              <a:off x="4740393" y="3409588"/>
              <a:ext cx="268560" cy="372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90C7DCC-A528-4509-A81D-AFEFED1B5F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04393" y="3373948"/>
                <a:ext cx="3402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7835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4435877" y="3677450"/>
            <a:ext cx="1660123" cy="251016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98CB14-33D7-4593-8508-8591B3360E95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3677450"/>
            <a:ext cx="2095132" cy="26344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209683-13CC-4BFC-B10D-A1DBFAA8C19C}"/>
                  </a:ext>
                </a:extLst>
              </p:cNvPr>
              <p:cNvSpPr txBox="1"/>
              <p:nvPr/>
            </p:nvSpPr>
            <p:spPr>
              <a:xfrm>
                <a:off x="5926052" y="2606228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209683-13CC-4BFC-B10D-A1DBFAA8C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052" y="2606228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0A6488-8439-4D19-8C6B-59748D17A3E1}"/>
                  </a:ext>
                </a:extLst>
              </p:cNvPr>
              <p:cNvSpPr txBox="1"/>
              <p:nvPr/>
            </p:nvSpPr>
            <p:spPr>
              <a:xfrm>
                <a:off x="5824938" y="4264283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86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0A6488-8439-4D19-8C6B-59748D17A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938" y="4264283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A721D9-80E3-47F9-BD2D-89A4EE21889D}"/>
                  </a:ext>
                </a:extLst>
              </p14:cNvPr>
              <p14:cNvContentPartPr/>
              <p14:nvPr/>
            </p14:nvContentPartPr>
            <p14:xfrm>
              <a:off x="5841273" y="4003228"/>
              <a:ext cx="469440" cy="10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A721D9-80E3-47F9-BD2D-89A4EE2188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05633" y="3967228"/>
                <a:ext cx="5410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7A02FF-12AC-4E42-BD14-2667997D5606}"/>
                  </a:ext>
                </a:extLst>
              </p14:cNvPr>
              <p14:cNvContentPartPr/>
              <p14:nvPr/>
            </p14:nvContentPartPr>
            <p14:xfrm>
              <a:off x="5714553" y="3274948"/>
              <a:ext cx="776520" cy="78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7A02FF-12AC-4E42-BD14-2667997D56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96913" y="3256948"/>
                <a:ext cx="812160" cy="81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068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AF1D5D6-937A-4079-8296-A3F9954B2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165" y="266330"/>
                <a:ext cx="11896078" cy="644518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Key ideas for angles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________ angles are side by side and share a ______ and an arm.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Angles in a </a:t>
                </a:r>
                <a:r>
                  <a:rPr lang="en-US" i="1" dirty="0"/>
                  <a:t>right</a:t>
                </a:r>
                <a:r>
                  <a:rPr lang="en-US" dirty="0"/>
                  <a:t> angles are ___________.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Angles on a </a:t>
                </a:r>
                <a:r>
                  <a:rPr lang="en-US" i="1" dirty="0"/>
                  <a:t>straight</a:t>
                </a:r>
                <a:r>
                  <a:rPr lang="en-US" dirty="0"/>
                  <a:t> line are ____________.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Angles in a __________ sum to _____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_________ opposite angles are formed when two lines intersect. The opposite angles are _______.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__________ lines meet at right angles (___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AF1D5D6-937A-4079-8296-A3F9954B2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165" y="266330"/>
                <a:ext cx="11896078" cy="6445188"/>
              </a:xfrm>
              <a:blipFill>
                <a:blip r:embed="rId2"/>
                <a:stretch>
                  <a:fillRect l="-1076" t="-2176" b="-2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F592C32-4FD3-4A67-9D73-E51F110689CE}"/>
              </a:ext>
            </a:extLst>
          </p:cNvPr>
          <p:cNvSpPr txBox="1"/>
          <p:nvPr/>
        </p:nvSpPr>
        <p:spPr>
          <a:xfrm>
            <a:off x="346229" y="1127464"/>
            <a:ext cx="134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Adjacent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892EC-4B18-447A-B967-F9D95506DF9E}"/>
              </a:ext>
            </a:extLst>
          </p:cNvPr>
          <p:cNvSpPr txBox="1"/>
          <p:nvPr/>
        </p:nvSpPr>
        <p:spPr>
          <a:xfrm>
            <a:off x="6890552" y="1096686"/>
            <a:ext cx="134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Vertex</a:t>
            </a:r>
            <a:r>
              <a:rPr lang="en-US" sz="2000" b="1" dirty="0">
                <a:solidFill>
                  <a:srgbClr val="00B0F0"/>
                </a:solidFill>
              </a:rPr>
              <a:t> 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237662-79B8-4AE9-8245-5C7BE2CFFB1F}"/>
              </a:ext>
            </a:extLst>
          </p:cNvPr>
          <p:cNvSpPr txBox="1"/>
          <p:nvPr/>
        </p:nvSpPr>
        <p:spPr>
          <a:xfrm>
            <a:off x="4048218" y="2026177"/>
            <a:ext cx="2432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Complementary</a:t>
            </a:r>
            <a:r>
              <a:rPr lang="en-US" sz="2000" b="1" dirty="0">
                <a:solidFill>
                  <a:srgbClr val="00B0F0"/>
                </a:solidFill>
              </a:rPr>
              <a:t> 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3FBB88-2CEF-4556-9FCF-4277A11F788C}"/>
              </a:ext>
            </a:extLst>
          </p:cNvPr>
          <p:cNvSpPr txBox="1"/>
          <p:nvPr/>
        </p:nvSpPr>
        <p:spPr>
          <a:xfrm>
            <a:off x="4335259" y="3012846"/>
            <a:ext cx="2317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Supplementary</a:t>
            </a:r>
            <a:r>
              <a:rPr lang="en-US" sz="2000" b="1" dirty="0">
                <a:solidFill>
                  <a:srgbClr val="00B0F0"/>
                </a:solidFill>
              </a:rPr>
              <a:t> 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EA371-EDE1-4E75-8A29-5C2852192637}"/>
              </a:ext>
            </a:extLst>
          </p:cNvPr>
          <p:cNvSpPr txBox="1"/>
          <p:nvPr/>
        </p:nvSpPr>
        <p:spPr>
          <a:xfrm>
            <a:off x="1998954" y="3937960"/>
            <a:ext cx="1658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Revolution</a:t>
            </a:r>
            <a:r>
              <a:rPr lang="en-US" sz="2000" b="1" dirty="0">
                <a:solidFill>
                  <a:srgbClr val="00B0F0"/>
                </a:solidFill>
              </a:rPr>
              <a:t> 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DCF52E-C776-4EB1-8489-8301480207FD}"/>
              </a:ext>
            </a:extLst>
          </p:cNvPr>
          <p:cNvSpPr txBox="1"/>
          <p:nvPr/>
        </p:nvSpPr>
        <p:spPr>
          <a:xfrm>
            <a:off x="5131293" y="3999515"/>
            <a:ext cx="134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360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3DD97-5D97-41C4-9752-FC80BE3C19D1}"/>
              </a:ext>
            </a:extLst>
          </p:cNvPr>
          <p:cNvSpPr txBox="1"/>
          <p:nvPr/>
        </p:nvSpPr>
        <p:spPr>
          <a:xfrm>
            <a:off x="328473" y="4857566"/>
            <a:ext cx="1670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Vertically 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C4F748-F5CD-4D69-A254-66B4588763F3}"/>
              </a:ext>
            </a:extLst>
          </p:cNvPr>
          <p:cNvSpPr txBox="1"/>
          <p:nvPr/>
        </p:nvSpPr>
        <p:spPr>
          <a:xfrm>
            <a:off x="1865789" y="5240785"/>
            <a:ext cx="1670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Equal  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21C80-8DD9-4084-A23D-F699EA733DEE}"/>
              </a:ext>
            </a:extLst>
          </p:cNvPr>
          <p:cNvSpPr txBox="1"/>
          <p:nvPr/>
        </p:nvSpPr>
        <p:spPr>
          <a:xfrm>
            <a:off x="116147" y="6085669"/>
            <a:ext cx="2095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Perpendicular  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3153DA-A008-4C2A-9F8D-F638229F6BA7}"/>
              </a:ext>
            </a:extLst>
          </p:cNvPr>
          <p:cNvSpPr txBox="1"/>
          <p:nvPr/>
        </p:nvSpPr>
        <p:spPr>
          <a:xfrm>
            <a:off x="5894774" y="6130005"/>
            <a:ext cx="1670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90 </a:t>
            </a:r>
            <a:r>
              <a:rPr lang="en-US" sz="2000" b="1" dirty="0">
                <a:solidFill>
                  <a:srgbClr val="00B0F0"/>
                </a:solidFill>
              </a:rPr>
              <a:t> </a:t>
            </a:r>
            <a:endParaRPr lang="en-AU" sz="2000" b="1" dirty="0">
              <a:solidFill>
                <a:srgbClr val="00B0F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AE852-6EC9-48AD-870D-236DF6480DCF}"/>
              </a:ext>
            </a:extLst>
          </p:cNvPr>
          <p:cNvSpPr txBox="1"/>
          <p:nvPr/>
        </p:nvSpPr>
        <p:spPr>
          <a:xfrm>
            <a:off x="7111014" y="2166151"/>
            <a:ext cx="4128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many degrees in a right angle?</a:t>
            </a:r>
          </a:p>
          <a:p>
            <a:endParaRPr lang="en-US" sz="2400" b="1" dirty="0"/>
          </a:p>
          <a:p>
            <a:r>
              <a:rPr lang="en-US" sz="2400" b="1" dirty="0"/>
              <a:t>How many degrees in a straight line?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76623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AF1D5D6-937A-4079-8296-A3F9954B2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165" y="266330"/>
                <a:ext cx="11896078" cy="644518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dirty="0"/>
                  <a:t>Key ideas for angles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________ angles are side by side and share a ______ and an arm.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Angles in a </a:t>
                </a:r>
                <a:r>
                  <a:rPr lang="en-US" i="1" dirty="0"/>
                  <a:t>right</a:t>
                </a:r>
                <a:r>
                  <a:rPr lang="en-US" dirty="0"/>
                  <a:t> angles are ___________.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Angles on a </a:t>
                </a:r>
                <a:r>
                  <a:rPr lang="en-US" i="1" dirty="0"/>
                  <a:t>straight</a:t>
                </a:r>
                <a:r>
                  <a:rPr lang="en-US" dirty="0"/>
                  <a:t> line are ____________.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Angles in a __________ sum to _____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_________ opposite angles are formed when two lines intersect. The opposite angles are _______.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__________ lines meet at right angles (___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AF1D5D6-937A-4079-8296-A3F9954B2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165" y="266330"/>
                <a:ext cx="11896078" cy="6445188"/>
              </a:xfrm>
              <a:blipFill>
                <a:blip r:embed="rId2"/>
                <a:stretch>
                  <a:fillRect l="-1076" t="-2176" b="-20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83AE852-6EC9-48AD-870D-236DF6480DCF}"/>
              </a:ext>
            </a:extLst>
          </p:cNvPr>
          <p:cNvSpPr txBox="1"/>
          <p:nvPr/>
        </p:nvSpPr>
        <p:spPr>
          <a:xfrm>
            <a:off x="7111014" y="2166151"/>
            <a:ext cx="41281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many degrees in a right angle?</a:t>
            </a:r>
          </a:p>
          <a:p>
            <a:endParaRPr lang="en-US" sz="2400" b="1" dirty="0"/>
          </a:p>
          <a:p>
            <a:r>
              <a:rPr lang="en-US" sz="2400" b="1" dirty="0"/>
              <a:t>How many degrees in a straight line?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71433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3551-4BDB-9D59-A76A-67E8D4FD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28182-E0AC-9DAE-AAAE-2114B1B2BB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3600" dirty="0">
                    <a:solidFill>
                      <a:srgbClr val="FF0000"/>
                    </a:solidFill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3600" b="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sz="36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AU" sz="36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3600" dirty="0">
                    <a:solidFill>
                      <a:srgbClr val="FF0000"/>
                    </a:solidFill>
                  </a:rPr>
                  <a:t>Supplementary angles add up to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F28182-E0AC-9DAE-AAAE-2114B1B2B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3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4926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501-EE30-456F-AE12-447FAE18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ready!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DB8F6-50D3-4029-AD63-CC8AFCD3B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Complementary angles add up to 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Supplementary angles add up to 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Vertically opposite angles are e_______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985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904" y="0"/>
            <a:ext cx="12215904" cy="1327114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Complementary Angles add up to 90</a:t>
            </a:r>
            <a:r>
              <a:rPr lang="en-AU" b="1" baseline="30000" dirty="0">
                <a:solidFill>
                  <a:srgbClr val="FF0000"/>
                </a:solidFill>
              </a:rPr>
              <a:t>o</a:t>
            </a:r>
            <a:br>
              <a:rPr lang="en-AU" b="1" baseline="30000" dirty="0">
                <a:solidFill>
                  <a:srgbClr val="FF0000"/>
                </a:solidFill>
              </a:rPr>
            </a:br>
            <a:r>
              <a:rPr lang="en-AU" b="1" baseline="30000" dirty="0">
                <a:solidFill>
                  <a:srgbClr val="FF0000"/>
                </a:solidFill>
              </a:rPr>
              <a:t>Which is not a pair of complementary angles?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37" y="1491413"/>
            <a:ext cx="2512260" cy="25122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519" y="1391189"/>
            <a:ext cx="2908985" cy="22587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28580" r="29716"/>
          <a:stretch/>
        </p:blipFill>
        <p:spPr>
          <a:xfrm>
            <a:off x="8587941" y="4003673"/>
            <a:ext cx="2025869" cy="1900238"/>
          </a:xfrm>
          <a:prstGeom prst="rect">
            <a:avLst/>
          </a:prstGeom>
        </p:spPr>
      </p:pic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4524270" y="1560181"/>
            <a:ext cx="1956896" cy="1956896"/>
            <a:chOff x="5849417" y="4025461"/>
            <a:chExt cx="2609194" cy="260919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5849417" y="4025461"/>
              <a:ext cx="2609194" cy="260919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7007443" y="5862473"/>
              <a:ext cx="735672" cy="5539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2100" dirty="0">
                  <a:solidFill>
                    <a:prstClr val="black"/>
                  </a:solidFill>
                  <a:latin typeface="Calibri"/>
                </a:rPr>
                <a:t>60</a:t>
              </a:r>
              <a:r>
                <a:rPr lang="en-AU" sz="21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21107" y="4866107"/>
              <a:ext cx="735672" cy="55399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2100" dirty="0">
                  <a:solidFill>
                    <a:prstClr val="black"/>
                  </a:solidFill>
                  <a:latin typeface="Calibri"/>
                </a:rPr>
                <a:t>31</a:t>
              </a:r>
              <a:r>
                <a:rPr lang="en-AU" sz="21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13" name="Isosceles Triangle 12"/>
            <p:cNvSpPr/>
            <p:nvPr/>
          </p:nvSpPr>
          <p:spPr>
            <a:xfrm rot="10800000">
              <a:off x="7619937" y="5315574"/>
              <a:ext cx="535187" cy="914400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39068" y="3877322"/>
            <a:ext cx="2059283" cy="1992941"/>
            <a:chOff x="4803697" y="3867590"/>
            <a:chExt cx="2745711" cy="265725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15623" r="40101"/>
            <a:stretch/>
          </p:blipFill>
          <p:spPr>
            <a:xfrm rot="10800000">
              <a:off x="4803697" y="3867590"/>
              <a:ext cx="2745711" cy="2657255"/>
            </a:xfrm>
            <a:prstGeom prst="rect">
              <a:avLst/>
            </a:prstGeom>
          </p:spPr>
        </p:pic>
        <p:sp>
          <p:nvSpPr>
            <p:cNvPr id="19" name="Isosceles Triangle 18"/>
            <p:cNvSpPr/>
            <p:nvPr/>
          </p:nvSpPr>
          <p:spPr>
            <a:xfrm rot="10800000" flipV="1">
              <a:off x="6521891" y="4619617"/>
              <a:ext cx="849028" cy="1464525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9" t="39941" r="81640" b="46709"/>
            <a:stretch/>
          </p:blipFill>
          <p:spPr>
            <a:xfrm>
              <a:off x="6707612" y="5663728"/>
              <a:ext cx="725214" cy="420414"/>
            </a:xfrm>
            <a:prstGeom prst="rect">
              <a:avLst/>
            </a:prstGeom>
          </p:spPr>
        </p:pic>
        <p:sp>
          <p:nvSpPr>
            <p:cNvPr id="20" name="Isosceles Triangle 19"/>
            <p:cNvSpPr/>
            <p:nvPr/>
          </p:nvSpPr>
          <p:spPr>
            <a:xfrm rot="10800000" flipV="1">
              <a:off x="7220434" y="5773939"/>
              <a:ext cx="212392" cy="395633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18" t="78990" r="74761" b="7660"/>
            <a:stretch/>
          </p:blipFill>
          <p:spPr>
            <a:xfrm>
              <a:off x="6368376" y="4087817"/>
              <a:ext cx="725214" cy="420414"/>
            </a:xfrm>
            <a:prstGeom prst="rect">
              <a:avLst/>
            </a:prstGeom>
          </p:spPr>
        </p:pic>
      </p:grpSp>
      <p:sp>
        <p:nvSpPr>
          <p:cNvPr id="22" name="Rectangle 21"/>
          <p:cNvSpPr/>
          <p:nvPr/>
        </p:nvSpPr>
        <p:spPr>
          <a:xfrm>
            <a:off x="8807498" y="5554926"/>
            <a:ext cx="153059" cy="15476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60246" y="3517078"/>
            <a:ext cx="281743" cy="2756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56487" y="3967019"/>
            <a:ext cx="281743" cy="27563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0428" y="3131912"/>
            <a:ext cx="201661" cy="1983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2" t="39352" r="37619" b="18123"/>
          <a:stretch/>
        </p:blipFill>
        <p:spPr>
          <a:xfrm>
            <a:off x="1745040" y="4242652"/>
            <a:ext cx="1876425" cy="1511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377438" y="5219777"/>
            <a:ext cx="6067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alibri"/>
              </a:rPr>
              <a:t>??</a:t>
            </a:r>
          </a:p>
        </p:txBody>
      </p:sp>
      <p:sp>
        <p:nvSpPr>
          <p:cNvPr id="30" name="TextBox 29"/>
          <p:cNvSpPr txBox="1"/>
          <p:nvPr/>
        </p:nvSpPr>
        <p:spPr>
          <a:xfrm rot="5400000">
            <a:off x="5915620" y="1887652"/>
            <a:ext cx="101822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0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5388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6" grpId="0" animBg="1"/>
      <p:bldP spid="29" grpId="0" animBg="1"/>
      <p:bldP spid="29" grpId="1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3904" y="-1"/>
            <a:ext cx="12215904" cy="1347997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Supplementary Angles add up to 180</a:t>
            </a:r>
            <a:r>
              <a:rPr lang="en-AU" b="1" baseline="30000" dirty="0">
                <a:solidFill>
                  <a:srgbClr val="FF0000"/>
                </a:solidFill>
              </a:rPr>
              <a:t>o</a:t>
            </a:r>
            <a:br>
              <a:rPr lang="en-AU" b="1" baseline="30000" dirty="0">
                <a:solidFill>
                  <a:srgbClr val="FF0000"/>
                </a:solidFill>
              </a:rPr>
            </a:br>
            <a:r>
              <a:rPr lang="en-AU" b="1" baseline="30000" dirty="0">
                <a:solidFill>
                  <a:srgbClr val="FF0000"/>
                </a:solidFill>
              </a:rPr>
              <a:t>Which is not supplementary? </a:t>
            </a: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49" y="3411034"/>
            <a:ext cx="2465486" cy="126830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1423843"/>
            <a:ext cx="2745956" cy="12603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523" y="1436371"/>
            <a:ext cx="3326349" cy="12987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441" y="2759990"/>
            <a:ext cx="3093520" cy="1813006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9167338" y="2916401"/>
            <a:ext cx="1388534" cy="2549843"/>
            <a:chOff x="10539344" y="3566160"/>
            <a:chExt cx="1456582" cy="257048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6"/>
            <a:srcRect l="15191" r="22253"/>
            <a:stretch/>
          </p:blipFill>
          <p:spPr>
            <a:xfrm rot="16200000">
              <a:off x="9982395" y="4123109"/>
              <a:ext cx="2570480" cy="1456582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6"/>
            <a:srcRect l="36915" t="52053" r="49980" b="13070"/>
            <a:stretch/>
          </p:blipFill>
          <p:spPr>
            <a:xfrm>
              <a:off x="11247120" y="4704080"/>
              <a:ext cx="538480" cy="508000"/>
            </a:xfrm>
            <a:prstGeom prst="rect">
              <a:avLst/>
            </a:prstGeom>
          </p:spPr>
        </p:pic>
        <p:sp>
          <p:nvSpPr>
            <p:cNvPr id="13" name="Isosceles Triangle 12"/>
            <p:cNvSpPr/>
            <p:nvPr/>
          </p:nvSpPr>
          <p:spPr>
            <a:xfrm rot="10800000">
              <a:off x="11236703" y="3919220"/>
              <a:ext cx="579250" cy="734059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white"/>
                </a:solidFill>
                <a:latin typeface="Calibri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6"/>
            <a:srcRect l="57561" t="73142" r="34185" b="12732"/>
            <a:stretch/>
          </p:blipFill>
          <p:spPr>
            <a:xfrm>
              <a:off x="11446511" y="4004310"/>
              <a:ext cx="339089" cy="205740"/>
            </a:xfrm>
            <a:prstGeom prst="rect">
              <a:avLst/>
            </a:prstGeom>
          </p:spPr>
        </p:pic>
      </p:grpSp>
      <p:grpSp>
        <p:nvGrpSpPr>
          <p:cNvPr id="26" name="Group 25"/>
          <p:cNvGrpSpPr/>
          <p:nvPr/>
        </p:nvGrpSpPr>
        <p:grpSpPr>
          <a:xfrm>
            <a:off x="4752294" y="1423843"/>
            <a:ext cx="2311490" cy="1841010"/>
            <a:chOff x="4304391" y="755457"/>
            <a:chExt cx="3081987" cy="245468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4304391" y="755457"/>
              <a:ext cx="3081987" cy="245468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7"/>
            <a:srcRect l="54613" t="62158" r="27783" b="27412"/>
            <a:stretch/>
          </p:blipFill>
          <p:spPr>
            <a:xfrm>
              <a:off x="5108971" y="1467642"/>
              <a:ext cx="542545" cy="256032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"/>
            <a:srcRect l="23756" t="62158" r="58640" b="27412"/>
            <a:stretch/>
          </p:blipFill>
          <p:spPr>
            <a:xfrm>
              <a:off x="6109414" y="1446088"/>
              <a:ext cx="542545" cy="256032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7865172" y="4000701"/>
            <a:ext cx="5453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prstClr val="black"/>
                </a:solidFill>
                <a:latin typeface="Calibri"/>
              </a:rPr>
              <a:t>140</a:t>
            </a:r>
            <a:r>
              <a:rPr lang="en-AU" sz="1500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0520" y="4108504"/>
            <a:ext cx="3642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prstClr val="black"/>
                </a:solidFill>
                <a:latin typeface="Calibri"/>
              </a:rPr>
              <a:t>??</a:t>
            </a:r>
            <a:endParaRPr lang="en-AU" sz="1500" baseline="30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64283" y="4091107"/>
            <a:ext cx="447558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1500" dirty="0">
                <a:solidFill>
                  <a:prstClr val="black"/>
                </a:solidFill>
                <a:latin typeface="Calibri"/>
              </a:rPr>
              <a:t>40</a:t>
            </a:r>
            <a:r>
              <a:rPr lang="en-AU" sz="1500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918273" y="3666493"/>
            <a:ext cx="1226789" cy="2093262"/>
            <a:chOff x="4525695" y="3745657"/>
            <a:chExt cx="1635719" cy="2791016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3948047" y="4323305"/>
              <a:ext cx="2791016" cy="163571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5076494" y="4484816"/>
              <a:ext cx="72712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500" dirty="0">
                  <a:solidFill>
                    <a:prstClr val="black"/>
                  </a:solidFill>
                  <a:latin typeface="Calibri"/>
                </a:rPr>
                <a:t>100</a:t>
              </a:r>
              <a:r>
                <a:rPr lang="en-AU" sz="15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81672" y="5534304"/>
              <a:ext cx="59674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500" dirty="0">
                  <a:solidFill>
                    <a:prstClr val="black"/>
                  </a:solidFill>
                  <a:latin typeface="Calibri"/>
                </a:rPr>
                <a:t>81</a:t>
              </a:r>
              <a:r>
                <a:rPr lang="en-AU" sz="1500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 rot="5400000">
            <a:off x="5071245" y="3594354"/>
            <a:ext cx="101822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0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0745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Vertically Opposite angles are Equal</a:t>
            </a:r>
          </a:p>
        </p:txBody>
      </p:sp>
      <p:pic>
        <p:nvPicPr>
          <p:cNvPr id="47" name="Content Placeholder 4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234" y="3804030"/>
            <a:ext cx="1853786" cy="1934973"/>
          </a:xfrm>
        </p:spPr>
      </p:pic>
      <p:grpSp>
        <p:nvGrpSpPr>
          <p:cNvPr id="4" name="Group 3"/>
          <p:cNvGrpSpPr/>
          <p:nvPr/>
        </p:nvGrpSpPr>
        <p:grpSpPr>
          <a:xfrm rot="19967892">
            <a:off x="2866198" y="2210005"/>
            <a:ext cx="2092124" cy="566231"/>
            <a:chOff x="1040446" y="4777190"/>
            <a:chExt cx="2114947" cy="545164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1040446" y="5047111"/>
              <a:ext cx="2114947" cy="2661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rc 5"/>
            <p:cNvSpPr/>
            <p:nvPr/>
          </p:nvSpPr>
          <p:spPr>
            <a:xfrm rot="16200000">
              <a:off x="1806652" y="4751268"/>
              <a:ext cx="545164" cy="597008"/>
            </a:xfrm>
            <a:prstGeom prst="arc">
              <a:avLst>
                <a:gd name="adj1" fmla="val 16200000"/>
                <a:gd name="adj2" fmla="val 54268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7" name="Straight Connector 6"/>
          <p:cNvCxnSpPr/>
          <p:nvPr/>
        </p:nvCxnSpPr>
        <p:spPr>
          <a:xfrm>
            <a:off x="2977426" y="2236756"/>
            <a:ext cx="946874" cy="254312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26575" y="189050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152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2933" y="2368982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28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4015" y="2250478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28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3415" y="270886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152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19" name="Arc 18"/>
          <p:cNvSpPr/>
          <p:nvPr/>
        </p:nvSpPr>
        <p:spPr>
          <a:xfrm rot="3814723">
            <a:off x="3618836" y="2210801"/>
            <a:ext cx="566231" cy="590566"/>
          </a:xfrm>
          <a:prstGeom prst="arc">
            <a:avLst>
              <a:gd name="adj1" fmla="val 15995177"/>
              <a:gd name="adj2" fmla="val 182858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Arc 19"/>
          <p:cNvSpPr/>
          <p:nvPr/>
        </p:nvSpPr>
        <p:spPr>
          <a:xfrm rot="3814723">
            <a:off x="3618212" y="2201772"/>
            <a:ext cx="566231" cy="590566"/>
          </a:xfrm>
          <a:prstGeom prst="arc">
            <a:avLst>
              <a:gd name="adj1" fmla="val 18570168"/>
              <a:gd name="adj2" fmla="val 53445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923869" y="2491890"/>
            <a:ext cx="1163603" cy="30846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 rot="19967892">
            <a:off x="7376759" y="2054953"/>
            <a:ext cx="2092124" cy="566231"/>
            <a:chOff x="1040446" y="4777190"/>
            <a:chExt cx="2114947" cy="545164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1040446" y="5047111"/>
              <a:ext cx="2114947" cy="2661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Arc 25"/>
            <p:cNvSpPr/>
            <p:nvPr/>
          </p:nvSpPr>
          <p:spPr>
            <a:xfrm rot="16200000">
              <a:off x="1806652" y="4751268"/>
              <a:ext cx="545164" cy="597008"/>
            </a:xfrm>
            <a:prstGeom prst="arc">
              <a:avLst>
                <a:gd name="adj1" fmla="val 16200000"/>
                <a:gd name="adj2" fmla="val 54268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</p:grpSp>
      <p:cxnSp>
        <p:nvCxnSpPr>
          <p:cNvPr id="27" name="Straight Connector 26"/>
          <p:cNvCxnSpPr/>
          <p:nvPr/>
        </p:nvCxnSpPr>
        <p:spPr>
          <a:xfrm>
            <a:off x="7487987" y="2081704"/>
            <a:ext cx="946874" cy="254312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37136" y="1735455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3494" y="221393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4576" y="2095426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976" y="255381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140</a:t>
            </a:r>
            <a:r>
              <a:rPr lang="en-AU" baseline="30000" dirty="0">
                <a:solidFill>
                  <a:prstClr val="black"/>
                </a:solidFill>
                <a:latin typeface="Calibri"/>
              </a:rPr>
              <a:t>o</a:t>
            </a:r>
          </a:p>
        </p:txBody>
      </p:sp>
      <p:sp>
        <p:nvSpPr>
          <p:cNvPr id="32" name="Arc 31"/>
          <p:cNvSpPr/>
          <p:nvPr/>
        </p:nvSpPr>
        <p:spPr>
          <a:xfrm rot="3814723">
            <a:off x="8129397" y="2055749"/>
            <a:ext cx="566231" cy="590566"/>
          </a:xfrm>
          <a:prstGeom prst="arc">
            <a:avLst>
              <a:gd name="adj1" fmla="val 15995177"/>
              <a:gd name="adj2" fmla="val 1828580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Arc 32"/>
          <p:cNvSpPr/>
          <p:nvPr/>
        </p:nvSpPr>
        <p:spPr>
          <a:xfrm rot="3814723">
            <a:off x="8128773" y="2046720"/>
            <a:ext cx="566231" cy="590566"/>
          </a:xfrm>
          <a:prstGeom prst="arc">
            <a:avLst>
              <a:gd name="adj1" fmla="val 18570168"/>
              <a:gd name="adj2" fmla="val 53445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135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8434430" y="2336838"/>
            <a:ext cx="1163603" cy="308460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 rot="3179872">
            <a:off x="5006240" y="3689675"/>
            <a:ext cx="2221273" cy="1544305"/>
            <a:chOff x="6557233" y="4022162"/>
            <a:chExt cx="2961697" cy="2059072"/>
          </a:xfrm>
        </p:grpSpPr>
        <p:grpSp>
          <p:nvGrpSpPr>
            <p:cNvPr id="35" name="Group 34"/>
            <p:cNvGrpSpPr/>
            <p:nvPr/>
          </p:nvGrpSpPr>
          <p:grpSpPr>
            <a:xfrm rot="19967892">
              <a:off x="6557233" y="4644936"/>
              <a:ext cx="2789499" cy="754974"/>
              <a:chOff x="1040446" y="4777190"/>
              <a:chExt cx="2114947" cy="545164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flipH="1">
                <a:off x="1040446" y="5047111"/>
                <a:ext cx="2114947" cy="2661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Arc 36"/>
              <p:cNvSpPr/>
              <p:nvPr/>
            </p:nvSpPr>
            <p:spPr>
              <a:xfrm rot="16200000">
                <a:off x="1806652" y="4751268"/>
                <a:ext cx="545164" cy="597008"/>
              </a:xfrm>
              <a:prstGeom prst="arc">
                <a:avLst>
                  <a:gd name="adj1" fmla="val 16200000"/>
                  <a:gd name="adj2" fmla="val 54268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cxnSp>
          <p:nvCxnSpPr>
            <p:cNvPr id="38" name="Straight Connector 37"/>
            <p:cNvCxnSpPr/>
            <p:nvPr/>
          </p:nvCxnSpPr>
          <p:spPr>
            <a:xfrm>
              <a:off x="6705538" y="4680605"/>
              <a:ext cx="1262498" cy="339083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 rot="18420128">
              <a:off x="7570784" y="4187591"/>
              <a:ext cx="82330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150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 rot="18420128">
              <a:off x="6899369" y="4825773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30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 rot="18420128">
              <a:off x="8354144" y="4667768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30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 rot="18420128">
              <a:off x="7606680" y="5423361"/>
              <a:ext cx="82330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150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43" name="Arc 42"/>
            <p:cNvSpPr/>
            <p:nvPr/>
          </p:nvSpPr>
          <p:spPr>
            <a:xfrm rot="3814723">
              <a:off x="7560750" y="4645998"/>
              <a:ext cx="754974" cy="787421"/>
            </a:xfrm>
            <a:prstGeom prst="arc">
              <a:avLst>
                <a:gd name="adj1" fmla="val 15995177"/>
                <a:gd name="adj2" fmla="val 1828580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Arc 43"/>
            <p:cNvSpPr/>
            <p:nvPr/>
          </p:nvSpPr>
          <p:spPr>
            <a:xfrm rot="3814723">
              <a:off x="7559918" y="4633960"/>
              <a:ext cx="754974" cy="787421"/>
            </a:xfrm>
            <a:prstGeom prst="arc">
              <a:avLst>
                <a:gd name="adj1" fmla="val 18570168"/>
                <a:gd name="adj2" fmla="val 534454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45" name="Straight Connector 44"/>
            <p:cNvCxnSpPr/>
            <p:nvPr/>
          </p:nvCxnSpPr>
          <p:spPr>
            <a:xfrm>
              <a:off x="7967460" y="5020784"/>
              <a:ext cx="1551470" cy="411280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 rot="3179872">
            <a:off x="7828020" y="3802275"/>
            <a:ext cx="2277344" cy="1544305"/>
            <a:chOff x="6532733" y="4022162"/>
            <a:chExt cx="3036459" cy="2059073"/>
          </a:xfrm>
        </p:grpSpPr>
        <p:grpSp>
          <p:nvGrpSpPr>
            <p:cNvPr id="49" name="Group 48"/>
            <p:cNvGrpSpPr/>
            <p:nvPr/>
          </p:nvGrpSpPr>
          <p:grpSpPr>
            <a:xfrm rot="19967892">
              <a:off x="6557233" y="4644936"/>
              <a:ext cx="2789499" cy="754974"/>
              <a:chOff x="1040446" y="4777190"/>
              <a:chExt cx="2114947" cy="545164"/>
            </a:xfrm>
          </p:grpSpPr>
          <p:cxnSp>
            <p:nvCxnSpPr>
              <p:cNvPr id="58" name="Straight Connector 57"/>
              <p:cNvCxnSpPr/>
              <p:nvPr/>
            </p:nvCxnSpPr>
            <p:spPr>
              <a:xfrm flipH="1">
                <a:off x="1040446" y="5047111"/>
                <a:ext cx="2114947" cy="2661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Arc 58"/>
              <p:cNvSpPr/>
              <p:nvPr/>
            </p:nvSpPr>
            <p:spPr>
              <a:xfrm rot="16200000">
                <a:off x="1806652" y="4751268"/>
                <a:ext cx="545164" cy="597008"/>
              </a:xfrm>
              <a:prstGeom prst="arc">
                <a:avLst>
                  <a:gd name="adj1" fmla="val 16200000"/>
                  <a:gd name="adj2" fmla="val 5426809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cxnSp>
          <p:nvCxnSpPr>
            <p:cNvPr id="50" name="Straight Connector 49"/>
            <p:cNvCxnSpPr/>
            <p:nvPr/>
          </p:nvCxnSpPr>
          <p:spPr>
            <a:xfrm rot="18420128" flipH="1">
              <a:off x="7970631" y="3590857"/>
              <a:ext cx="160663" cy="3036459"/>
            </a:xfrm>
            <a:prstGeom prst="line">
              <a:avLst/>
            </a:prstGeom>
            <a:ln w="1905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 rot="18420128">
              <a:off x="7570786" y="4187592"/>
              <a:ext cx="82330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120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 rot="18420128">
              <a:off x="7039518" y="4731183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60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 rot="18420128">
              <a:off x="8301486" y="4773634"/>
              <a:ext cx="66727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59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 rot="18420128">
              <a:off x="7606682" y="5423362"/>
              <a:ext cx="823303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>
                  <a:solidFill>
                    <a:prstClr val="black"/>
                  </a:solidFill>
                  <a:latin typeface="Calibri"/>
                </a:rPr>
                <a:t>121</a:t>
              </a:r>
              <a:r>
                <a:rPr lang="en-AU" baseline="30000" dirty="0">
                  <a:solidFill>
                    <a:prstClr val="black"/>
                  </a:solidFill>
                  <a:latin typeface="Calibri"/>
                </a:rPr>
                <a:t>o</a:t>
              </a:r>
            </a:p>
          </p:txBody>
        </p:sp>
        <p:sp>
          <p:nvSpPr>
            <p:cNvPr id="55" name="Arc 54"/>
            <p:cNvSpPr/>
            <p:nvPr/>
          </p:nvSpPr>
          <p:spPr>
            <a:xfrm rot="3814723">
              <a:off x="7560750" y="4645998"/>
              <a:ext cx="754974" cy="787421"/>
            </a:xfrm>
            <a:prstGeom prst="arc">
              <a:avLst>
                <a:gd name="adj1" fmla="val 15995177"/>
                <a:gd name="adj2" fmla="val 1828580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Arc 55"/>
            <p:cNvSpPr/>
            <p:nvPr/>
          </p:nvSpPr>
          <p:spPr>
            <a:xfrm rot="3814723">
              <a:off x="7559918" y="4633960"/>
              <a:ext cx="754974" cy="787421"/>
            </a:xfrm>
            <a:prstGeom prst="arc">
              <a:avLst>
                <a:gd name="adj1" fmla="val 18570168"/>
                <a:gd name="adj2" fmla="val 5344543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 rot="5400000">
            <a:off x="8716850" y="3489229"/>
            <a:ext cx="1018227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0" dirty="0">
                <a:solidFill>
                  <a:srgbClr val="FF0000"/>
                </a:solidFill>
                <a:latin typeface="Calibri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8897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9" grpId="0" animBg="1"/>
      <p:bldP spid="20" grpId="0" animBg="1"/>
      <p:bldP spid="29" grpId="0"/>
      <p:bldP spid="30" grpId="0"/>
      <p:bldP spid="31" grpId="0"/>
      <p:bldP spid="32" grpId="0" animBg="1"/>
      <p:bldP spid="33" grpId="0" animBg="1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>
            <a:off x="2933332" y="2606228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98CB14-33D7-4593-8508-8591B3360E95}"/>
              </a:ext>
            </a:extLst>
          </p:cNvPr>
          <p:cNvCxnSpPr>
            <a:cxnSpLocks/>
          </p:cNvCxnSpPr>
          <p:nvPr/>
        </p:nvCxnSpPr>
        <p:spPr>
          <a:xfrm flipH="1">
            <a:off x="2933332" y="6427308"/>
            <a:ext cx="527851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209683-13CC-4BFC-B10D-A1DBFAA8C19C}"/>
                  </a:ext>
                </a:extLst>
              </p:cNvPr>
              <p:cNvSpPr txBox="1"/>
              <p:nvPr/>
            </p:nvSpPr>
            <p:spPr>
              <a:xfrm>
                <a:off x="3215566" y="5046879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209683-13CC-4BFC-B10D-A1DBFAA8C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566" y="5046879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69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DEB2E9-EDAE-48D9-9A75-C9DA3A293DF1}"/>
              </a:ext>
            </a:extLst>
          </p:cNvPr>
          <p:cNvCxnSpPr>
            <a:cxnSpLocks/>
          </p:cNvCxnSpPr>
          <p:nvPr/>
        </p:nvCxnSpPr>
        <p:spPr>
          <a:xfrm flipH="1">
            <a:off x="2933331" y="4128117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DE7D72-18E0-4199-A7DB-606707C55667}"/>
                  </a:ext>
                </a:extLst>
              </p:cNvPr>
              <p:cNvSpPr txBox="1"/>
              <p:nvPr/>
            </p:nvSpPr>
            <p:spPr>
              <a:xfrm>
                <a:off x="4375956" y="585023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30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DE7D72-18E0-4199-A7DB-606707C55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956" y="5850235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9F003F7-A300-4EE3-898A-C252519C12D3}"/>
                  </a:ext>
                </a:extLst>
              </p14:cNvPr>
              <p14:cNvContentPartPr/>
              <p14:nvPr/>
            </p14:nvContentPartPr>
            <p14:xfrm>
              <a:off x="2920593" y="6036148"/>
              <a:ext cx="33660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9F003F7-A300-4EE3-898A-C252519C12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4593" y="6000508"/>
                <a:ext cx="408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62785D4-FDC4-4D87-A075-CAA524739906}"/>
                  </a:ext>
                </a:extLst>
              </p14:cNvPr>
              <p14:cNvContentPartPr/>
              <p14:nvPr/>
            </p14:nvContentPartPr>
            <p14:xfrm>
              <a:off x="3266553" y="6036148"/>
              <a:ext cx="360" cy="372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62785D4-FDC4-4D87-A075-CAA5247399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30553" y="6000508"/>
                <a:ext cx="72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9A63AE-0787-4D3D-9984-5A6F8B12173B}"/>
                  </a:ext>
                </a:extLst>
              </p:cNvPr>
              <p:cNvSpPr txBox="1"/>
              <p:nvPr/>
            </p:nvSpPr>
            <p:spPr>
              <a:xfrm>
                <a:off x="9658905" y="1100831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9A63AE-0787-4D3D-9984-5A6F8B121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905" y="1100831"/>
                <a:ext cx="2130640" cy="1015663"/>
              </a:xfrm>
              <a:prstGeom prst="rect">
                <a:avLst/>
              </a:prstGeom>
              <a:blipFill>
                <a:blip r:embed="rId8"/>
                <a:stretch>
                  <a:fillRect l="-2857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049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1822FF-B14F-4D1E-93CD-458CA7639661}"/>
              </a:ext>
            </a:extLst>
          </p:cNvPr>
          <p:cNvCxnSpPr>
            <a:cxnSpLocks/>
          </p:cNvCxnSpPr>
          <p:nvPr/>
        </p:nvCxnSpPr>
        <p:spPr>
          <a:xfrm>
            <a:off x="3430482" y="2355883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FC76F1-41EE-4FD4-AB1D-645B03A3BEB0}"/>
              </a:ext>
            </a:extLst>
          </p:cNvPr>
          <p:cNvCxnSpPr>
            <a:cxnSpLocks/>
          </p:cNvCxnSpPr>
          <p:nvPr/>
        </p:nvCxnSpPr>
        <p:spPr>
          <a:xfrm flipH="1">
            <a:off x="3430482" y="6176963"/>
            <a:ext cx="527851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D7AF56-3B47-45C3-8812-BD8FD0ACB5D4}"/>
                  </a:ext>
                </a:extLst>
              </p:cNvPr>
              <p:cNvSpPr txBox="1"/>
              <p:nvPr/>
            </p:nvSpPr>
            <p:spPr>
              <a:xfrm>
                <a:off x="5017733" y="555491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D7AF56-3B47-45C3-8812-BD8FD0ACB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733" y="555491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E880EB-18D7-494C-89ED-6FDC55E7B2CC}"/>
              </a:ext>
            </a:extLst>
          </p:cNvPr>
          <p:cNvCxnSpPr>
            <a:cxnSpLocks/>
          </p:cNvCxnSpPr>
          <p:nvPr/>
        </p:nvCxnSpPr>
        <p:spPr>
          <a:xfrm flipH="1">
            <a:off x="3430481" y="3877772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31D8151-90AB-44EA-AFC5-6AEC96DAB772}"/>
                  </a:ext>
                </a:extLst>
              </p14:cNvPr>
              <p14:cNvContentPartPr/>
              <p14:nvPr/>
            </p14:nvContentPartPr>
            <p14:xfrm>
              <a:off x="3417743" y="5785803"/>
              <a:ext cx="3366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31D8151-90AB-44EA-AFC5-6AEC96DAB7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743" y="5750163"/>
                <a:ext cx="408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89DE83D-D4D5-429D-8ADB-23597261E9EA}"/>
                  </a:ext>
                </a:extLst>
              </p14:cNvPr>
              <p14:cNvContentPartPr/>
              <p14:nvPr/>
            </p14:nvContentPartPr>
            <p14:xfrm>
              <a:off x="3763703" y="5785803"/>
              <a:ext cx="360" cy="37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89DE83D-D4D5-429D-8ADB-23597261E9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703" y="5750163"/>
                <a:ext cx="72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991F9-A843-41CE-86E1-8272BCBDE557}"/>
                  </a:ext>
                </a:extLst>
              </p:cNvPr>
              <p:cNvSpPr txBox="1"/>
              <p:nvPr/>
            </p:nvSpPr>
            <p:spPr>
              <a:xfrm>
                <a:off x="3847363" y="4565702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75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991F9-A843-41CE-86E1-8272BCBDE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363" y="4565702"/>
                <a:ext cx="1305018" cy="461665"/>
              </a:xfrm>
              <a:prstGeom prst="rect">
                <a:avLst/>
              </a:prstGeom>
              <a:blipFill>
                <a:blip r:embed="rId7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01FC6-562D-42AF-ACC7-6541844ECE4C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01FC6-562D-42AF-ACC7-6541844EC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8"/>
                <a:stretch>
                  <a:fillRect l="-3152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802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275CC3-5B50-4D39-B175-6482DCD9A8D7}"/>
              </a:ext>
            </a:extLst>
          </p:cNvPr>
          <p:cNvCxnSpPr>
            <a:cxnSpLocks/>
          </p:cNvCxnSpPr>
          <p:nvPr/>
        </p:nvCxnSpPr>
        <p:spPr>
          <a:xfrm>
            <a:off x="3430482" y="2355883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D812AC-AC61-4EB1-B178-7ADA51520AF7}"/>
              </a:ext>
            </a:extLst>
          </p:cNvPr>
          <p:cNvCxnSpPr>
            <a:cxnSpLocks/>
          </p:cNvCxnSpPr>
          <p:nvPr/>
        </p:nvCxnSpPr>
        <p:spPr>
          <a:xfrm flipH="1">
            <a:off x="3430482" y="6176963"/>
            <a:ext cx="527851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59DE3-A7AC-4784-A8D1-E6B52A3BA04B}"/>
                  </a:ext>
                </a:extLst>
              </p:cNvPr>
              <p:cNvSpPr txBox="1"/>
              <p:nvPr/>
            </p:nvSpPr>
            <p:spPr>
              <a:xfrm>
                <a:off x="4318250" y="540743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59DE3-A7AC-4784-A8D1-E6B52A3B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250" y="540743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9E3082-5091-4E28-B6A9-71C5F6E26022}"/>
              </a:ext>
            </a:extLst>
          </p:cNvPr>
          <p:cNvCxnSpPr>
            <a:cxnSpLocks/>
          </p:cNvCxnSpPr>
          <p:nvPr/>
        </p:nvCxnSpPr>
        <p:spPr>
          <a:xfrm flipH="1">
            <a:off x="3430482" y="2441359"/>
            <a:ext cx="892943" cy="37356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EEE05C-0233-4411-AD2F-33D90380670A}"/>
                  </a:ext>
                </a:extLst>
              </p14:cNvPr>
              <p14:cNvContentPartPr/>
              <p14:nvPr/>
            </p14:nvContentPartPr>
            <p14:xfrm>
              <a:off x="3417743" y="5785803"/>
              <a:ext cx="3366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EEE05C-0233-4411-AD2F-33D9038067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743" y="5750163"/>
                <a:ext cx="408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BD57B1-4A69-452D-862F-6795F4787F9A}"/>
                  </a:ext>
                </a:extLst>
              </p14:cNvPr>
              <p14:cNvContentPartPr/>
              <p14:nvPr/>
            </p14:nvContentPartPr>
            <p14:xfrm>
              <a:off x="3763703" y="5785803"/>
              <a:ext cx="360" cy="37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BD57B1-4A69-452D-862F-6795F4787F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703" y="5750163"/>
                <a:ext cx="72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628AA1-77C8-4E44-8DE7-A889725F9BF7}"/>
                  </a:ext>
                </a:extLst>
              </p:cNvPr>
              <p:cNvSpPr txBox="1"/>
              <p:nvPr/>
            </p:nvSpPr>
            <p:spPr>
              <a:xfrm>
                <a:off x="3443222" y="338569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628AA1-77C8-4E44-8DE7-A889725F9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222" y="3385696"/>
                <a:ext cx="1305018" cy="461665"/>
              </a:xfrm>
              <a:prstGeom prst="rect">
                <a:avLst/>
              </a:prstGeom>
              <a:blipFill>
                <a:blip r:embed="rId7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A88E0B-11B8-43CE-9BAE-253AF88BF836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A88E0B-11B8-43CE-9BAE-253AF88BF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8"/>
                <a:stretch>
                  <a:fillRect l="-3152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76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1" y="3586579"/>
            <a:ext cx="2299315" cy="25016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6451107" y="550268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107" y="550268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/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140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0CEB2-40D7-4A42-8978-D1601E986C50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0CEB2-40D7-4A42-8978-D1601E986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857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>
            <a:off x="4101483" y="3346882"/>
            <a:ext cx="1500329" cy="27413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5739229" y="5559052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29" y="5559052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69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/>
              <p:nvPr/>
            </p:nvSpPr>
            <p:spPr>
              <a:xfrm>
                <a:off x="4553875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70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75" y="5626521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B716BB-5CA1-4D51-B2B0-FC66184A7017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B716BB-5CA1-4D51-B2B0-FC66184A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262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2" y="2823099"/>
            <a:ext cx="310716" cy="326508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5912528" y="5559052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528" y="5559052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/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95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62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 and y.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335047" y="2840856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8" y="3169328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377046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100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377046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80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D04816-CD7C-4DA5-8DC5-CA06C17905EC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Vertically opposite angles are equal.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0423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 and y.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335047" y="2840856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8" y="3169328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4717898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140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4717898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40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695025" y="3977184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025" y="3977184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6014F08-71CA-4EFA-A739-38DDE816DFDF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Vertically opposite angles are equal.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8857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x, y and z.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335047" y="2840856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8" y="3169328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3837057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130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3837057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z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5DB55CD-FB30-4089-806C-41C162F01CDD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Vertically opposite angles are equal. </a:t>
            </a:r>
            <a:endParaRPr lang="en-AU" sz="2000" b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B9766B-B578-4808-AE59-E95D21051C7C}"/>
                  </a:ext>
                </a:extLst>
              </p:cNvPr>
              <p:cNvSpPr txBox="1"/>
              <p:nvPr/>
            </p:nvSpPr>
            <p:spPr>
              <a:xfrm>
                <a:off x="9738804" y="2233890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B9766B-B578-4808-AE59-E95D21051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2233890"/>
                <a:ext cx="2130640" cy="1015663"/>
              </a:xfrm>
              <a:prstGeom prst="rect">
                <a:avLst/>
              </a:prstGeom>
              <a:blipFill>
                <a:blip r:embed="rId6"/>
                <a:stretch>
                  <a:fillRect l="-3152" t="-2994" b="-9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8057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x, y and z.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160450" y="2840856"/>
            <a:ext cx="5113539" cy="313381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9" y="3169329"/>
            <a:ext cx="5853339" cy="253901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3727950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150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3727950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347534" y="3977170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z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534" y="3977170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767526" y="438109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526" y="4381091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167174" y="404726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y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174" y="4047266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5DB55CD-FB30-4089-806C-41C162F01CDD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Vertically opposite angles are equal. </a:t>
            </a:r>
            <a:endParaRPr lang="en-AU" sz="2000" b="1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B9766B-B578-4808-AE59-E95D21051C7C}"/>
                  </a:ext>
                </a:extLst>
              </p:cNvPr>
              <p:cNvSpPr txBox="1"/>
              <p:nvPr/>
            </p:nvSpPr>
            <p:spPr>
              <a:xfrm>
                <a:off x="9738804" y="2233890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B9766B-B578-4808-AE59-E95D21051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2233890"/>
                <a:ext cx="2130640" cy="1015663"/>
              </a:xfrm>
              <a:prstGeom prst="rect">
                <a:avLst/>
              </a:prstGeom>
              <a:blipFill>
                <a:blip r:embed="rId6"/>
                <a:stretch>
                  <a:fillRect l="-3152" t="-2994" b="-9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65804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2F0F-F713-4A86-8591-DC8A0874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E9454-0AA5-483D-842A-2357DAF37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the task sheet provided. </a:t>
            </a:r>
          </a:p>
          <a:p>
            <a:pPr marL="0" indent="0" algn="ctr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51212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3F3B-FD1C-457E-BBD3-0EBD83E8A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five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0DBF-B556-4F0C-A400-237D0D0A2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b="1" dirty="0"/>
              <a:t>Aim: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sz="3600" b="1" dirty="0"/>
              <a:t> To be able to identify and describe complementary and supplementary angles.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3009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4" y="3160538"/>
            <a:ext cx="455717" cy="292764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D6B949-3AC6-4DB6-B8A1-526B70EA173D}"/>
              </a:ext>
            </a:extLst>
          </p:cNvPr>
          <p:cNvCxnSpPr>
            <a:cxnSpLocks/>
          </p:cNvCxnSpPr>
          <p:nvPr/>
        </p:nvCxnSpPr>
        <p:spPr>
          <a:xfrm>
            <a:off x="3338004" y="4163627"/>
            <a:ext cx="2263808" cy="192455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/>
              <p:nvPr/>
            </p:nvSpPr>
            <p:spPr>
              <a:xfrm>
                <a:off x="5086169" y="508303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55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169" y="508303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/>
              <p:nvPr/>
            </p:nvSpPr>
            <p:spPr>
              <a:xfrm>
                <a:off x="4469908" y="5633477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45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908" y="5633477"/>
                <a:ext cx="1305018" cy="461665"/>
              </a:xfrm>
              <a:prstGeom prst="rect">
                <a:avLst/>
              </a:prstGeom>
              <a:blipFill>
                <a:blip r:embed="rId6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776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2" y="3258105"/>
            <a:ext cx="1997473" cy="283008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531" y="562652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highlight>
                      <a:srgbClr val="FFFF00"/>
                    </a:highlight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b="1" dirty="0">
                    <a:highlight>
                      <a:srgbClr val="FFFF00"/>
                    </a:highlight>
                  </a:rPr>
                  <a:t> </a:t>
                </a:r>
                <a:endParaRPr lang="en-AU" sz="2000" b="1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D6B949-3AC6-4DB6-B8A1-526B70EA173D}"/>
              </a:ext>
            </a:extLst>
          </p:cNvPr>
          <p:cNvCxnSpPr>
            <a:cxnSpLocks/>
          </p:cNvCxnSpPr>
          <p:nvPr/>
        </p:nvCxnSpPr>
        <p:spPr>
          <a:xfrm>
            <a:off x="4083728" y="3577701"/>
            <a:ext cx="1518083" cy="251048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/>
              <p:nvPr/>
            </p:nvSpPr>
            <p:spPr>
              <a:xfrm>
                <a:off x="5381347" y="500861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EC3557-10BC-4D73-83BC-2A9EDF49B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347" y="5008611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/>
              <p:nvPr/>
            </p:nvSpPr>
            <p:spPr>
              <a:xfrm>
                <a:off x="4744375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x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DAA4ABD-A6A3-4A69-9D48-C9580F16E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75" y="5626521"/>
                <a:ext cx="1305018" cy="461665"/>
              </a:xfrm>
              <a:prstGeom prst="rect">
                <a:avLst/>
              </a:prstGeom>
              <a:blipFill>
                <a:blip r:embed="rId6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965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Lesson">
      <a:dk1>
        <a:sysClr val="windowText" lastClr="000000"/>
      </a:dk1>
      <a:lt1>
        <a:srgbClr val="FFF0D1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893</Words>
  <Application>Microsoft Office PowerPoint</Application>
  <PresentationFormat>Widescreen</PresentationFormat>
  <Paragraphs>255</Paragraphs>
  <Slides>31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Wingdings</vt:lpstr>
      <vt:lpstr>Office Theme</vt:lpstr>
      <vt:lpstr>2_Office Theme</vt:lpstr>
      <vt:lpstr>1_Office Theme</vt:lpstr>
      <vt:lpstr>Lesson objective </vt:lpstr>
      <vt:lpstr>Daily review </vt:lpstr>
      <vt:lpstr>PowerPoint Presentation</vt:lpstr>
      <vt:lpstr>Guess the size of the angles:</vt:lpstr>
      <vt:lpstr>Using equations to find angles</vt:lpstr>
      <vt:lpstr>Another one </vt:lpstr>
      <vt:lpstr>Whiteboards </vt:lpstr>
      <vt:lpstr>Whiteboards </vt:lpstr>
      <vt:lpstr>Whiteboards </vt:lpstr>
      <vt:lpstr>Whiteboards </vt:lpstr>
      <vt:lpstr>PowerPoint Presentation</vt:lpstr>
      <vt:lpstr>PowerPoint Presentation</vt:lpstr>
      <vt:lpstr>Choral response </vt:lpstr>
      <vt:lpstr>Whiteboards ready!</vt:lpstr>
      <vt:lpstr>Complementary Angles add up to 90o Which is not a pair of complementary angles? </vt:lpstr>
      <vt:lpstr>Supplementary Angles add up to 180o Which is not supplementary? </vt:lpstr>
      <vt:lpstr>Vertically Opposite angles are Equal</vt:lpstr>
      <vt:lpstr>Whiteboards </vt:lpstr>
      <vt:lpstr>Whiteboards </vt:lpstr>
      <vt:lpstr>Whiteboards </vt:lpstr>
      <vt:lpstr>Whiteboards </vt:lpstr>
      <vt:lpstr>Whiteboards </vt:lpstr>
      <vt:lpstr>Whiteboards </vt:lpstr>
      <vt:lpstr>Whiteboards </vt:lpstr>
      <vt:lpstr>Whiteboards </vt:lpstr>
      <vt:lpstr>Whiteboards </vt:lpstr>
      <vt:lpstr>Whiteboards </vt:lpstr>
      <vt:lpstr>Individual practice </vt:lpstr>
      <vt:lpstr>Fist to five </vt:lpstr>
      <vt:lpstr>Whiteboards </vt:lpstr>
      <vt:lpstr>Whiteboards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23</cp:revision>
  <cp:lastPrinted>2022-09-06T23:56:48Z</cp:lastPrinted>
  <dcterms:created xsi:type="dcterms:W3CDTF">2021-09-19T08:44:53Z</dcterms:created>
  <dcterms:modified xsi:type="dcterms:W3CDTF">2023-08-29T07:10:57Z</dcterms:modified>
</cp:coreProperties>
</file>