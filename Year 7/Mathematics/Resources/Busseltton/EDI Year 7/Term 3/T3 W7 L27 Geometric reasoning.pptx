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8" r:id="rId3"/>
    <p:sldId id="320" r:id="rId4"/>
    <p:sldId id="321" r:id="rId5"/>
    <p:sldId id="322" r:id="rId6"/>
    <p:sldId id="333" r:id="rId7"/>
    <p:sldId id="347" r:id="rId8"/>
    <p:sldId id="337" r:id="rId9"/>
    <p:sldId id="336" r:id="rId10"/>
    <p:sldId id="257" r:id="rId11"/>
    <p:sldId id="338" r:id="rId12"/>
    <p:sldId id="339" r:id="rId13"/>
    <p:sldId id="258" r:id="rId14"/>
    <p:sldId id="340" r:id="rId15"/>
    <p:sldId id="341" r:id="rId16"/>
    <p:sldId id="342" r:id="rId17"/>
    <p:sldId id="343" r:id="rId18"/>
    <p:sldId id="344" r:id="rId19"/>
    <p:sldId id="346" r:id="rId20"/>
    <p:sldId id="3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6:52.356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0,'-6'0,"-1"0,1 1,0-1,0 1,0 0,0 1,0-1,0 1,0 1,0-1,1 1,-1 0,1 0,-1 0,1 1,-8 7,8-5,1 0,-1 0,2 0,-1 0,0 1,1-1,0 1,1 0,0 0,0 0,0 0,1 0,-1 15,1 128,3-75,-2-71,0 0,0-1,0 1,0-1,1 1,-1-1,1 1,0-1,0 0,1 1,-1-1,1 0,-1 0,5 5,-4-6,1 1,-1-2,1 1,0 0,0 0,0-1,-1 1,2-1,-1 0,0 0,0 0,0-1,0 1,1-1,-1 1,4-1,5 1,-1-1,1 0,-1-1,0 0,1-1,-1 0,0 0,12-5,-19 5,0 0,0 0,-1 0,1 0,0-1,-1 0,1 0,-1 0,0 0,0 0,0 0,-1-1,1 1,-1-1,0 0,0 0,0 0,0 0,-1 0,1 0,-1-1,0 1,0-8,0 5,-1-1,-1 1,1-1,-1 1,0 0,-1-1,0 1,0 0,0 0,-1 0,0 0,0 0,-1 1,0-1,0 1,-1 0,1 0,-1 1,-1-1,1 1,-11-8,11 10,1 0,-1 0,0 1,0-1,0 1,0 0,0 1,0-1,-1 1,1 0,0 0,-1 1,1-1,-1 1,-4 1,7-1,0 0,0 1,0-1,0 1,0-1,1 1,-1 0,0 0,1 0,-1 1,0-1,1 1,0-1,-1 1,1 0,0 0,0 0,0 0,0 0,0 0,0 1,1-1,-1 0,1 1,0 0,0-1,0 1,-2 5,2-1,0 0,0 0,0 0,1 0,0 0,0 0,1 0,0 0,0 0,3 10,-3-15,1 1,-1-1,0 1,1-1,-1 0,1 1,0-1,0 0,0 0,0 0,0 0,0-1,0 1,1 0,-1-1,1 0,-1 1,1-1,-1 0,1 0,0-1,-1 1,1 0,0-1,0 0,0 0,-1 0,5 0,-4 0,-1 0,0-1,1 1,-1 0,1-1,-1 0,0 0,0 1,1-1,-1 0,0-1,0 1,0 0,2-2,8-9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6:55.341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279 201,'-7'0,"0"0,0 0,0 0,0 1,-1 0,1 0,-7 2,12-2,0 0,0 0,0 1,0-1,0 0,0 1,0-1,0 1,1 0,-1-1,0 1,1 0,0 0,-1 0,1 0,0 0,0 0,0 1,0-1,1 0,-1 0,0 4,-2 18,0 0,2 0,1 1,0-1,6 28,-6-50,0 1,0-1,1 1,0-1,-1 0,1 1,0-1,0 0,0 0,0 0,1 0,-1 0,1 0,-1 0,1 0,0 0,-1-1,1 1,0 0,0-1,0 0,0 0,0 1,1-1,-1 0,0-1,1 1,-1 0,0-1,1 1,-1-1,1 0,3 0,-2 0,0 0,1 0,-1-1,0 1,1-1,-1 0,0-1,0 1,0-1,0 0,0 0,0 0,0 0,-1-1,1 0,-1 1,0-1,4-5,4-4,-1-2,-1 1,-1-1,0-1,0 1,-2-1,0-1,0 1,-1-1,-1 0,-1 0,-1 0,0 0,-1-1,-1-25,-1 37,0 0,-1 0,0 0,1 1,-2-1,1 1,-1-1,1 1,-1 0,0 0,-1 0,1 0,-1 1,1-1,-1 1,0 0,0 0,-6-2,0-2,-1 1,0 1,-1 0,1 1,-1 0,-18-4,3 5,-1 0,1 2,0 1,-33 4,57-3,-1-1,1 1,-1 0,0 0,1 0,0 0,-1 1,1 0,0-1,0 1,0 0,0 0,0 1,0-1,1 1,-1-1,1 1,-1 0,1 0,0 0,0 0,0 0,1 0,-1 1,1-1,0 1,0-1,0 1,0-1,0 5,-1 8,1 1,0 0,1 0,1 0,4 20,-5-34,1 1,0-1,0 0,0 1,0-1,0 0,1 1,-1-1,1 0,0 0,0 0,0-1,0 1,1 0,-1-1,1 1,0-1,-1 0,1 0,0 0,0 0,0-1,1 1,-1-1,0 1,1-1,5 1,7 1,1-1,-1-1,1 0,26-3,-21 2,-17 0,-1 0,0 0,0-1,0 1,0-1,0 1,0-1,0-1,-1 1,1 0,0-1,-1 0,1 0,-1 0,1 0,-1-1,0 1,0-1,0 0,0 0,0 0,-1 0,1 0,-1-1,0 1,0-1,0 1,-1-1,1 0,-1 0,0 0,0 1,0-1,-1 0,1-8,0-3,0 0,-1 0,-1-1,0 1,-1 0,-1 0,0 0,-10-26,11 36,0 1,0 0,0 0,-1 1,0-1,0 0,0 1,0 0,0 0,-7-6,-4-3,0-1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01.26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450 55,'0'-2,"-1"1,0-1,0 0,1 1,-1 0,0-1,0 1,-1-1,1 1,0 0,0 0,-1 0,1 0,0 0,-1 0,1 0,-4-1,-27-13,10 10,0 1,0 1,0 1,-1 1,1 0,-27 4,-11 0,51-3,0 0,0 1,0 0,0 0,1 1,-1 0,0 1,-15 7,20-8,1 0,-1 0,1 1,-1 0,1 0,0 0,0 0,0 0,0 0,0 1,1-1,0 1,0 0,0 0,0 0,0 0,1 0,0 0,-1 0,1 6,-1-3,1 1,0-1,1 1,-1-1,2 1,-1-1,1 1,0-1,0 1,1-1,0 0,1 0,-1 0,1 0,1 0,-1 0,1-1,0 0,1 1,-1-2,1 1,1 0,-1-1,1 0,0 0,0-1,0 0,0 0,13 6,-5-2,-1-1,1 0,0-1,1 0,-1-2,1 1,0-2,1 0,28 2,-33-5,0 0,0-1,0 0,0 0,0-1,-1-1,1 0,10-5,-16 6,-1 0,0 0,0-1,0 0,-1 0,1 0,-1 0,1 0,-1-1,0 0,-1 1,1-1,0 0,-1 0,0-1,0 1,0 0,-1-1,1 1,-1-1,1-6,0-3,0 1,-1-1,0 0,-1 0,-4-25,3 34,0 0,0-1,-1 1,0 1,0-1,0 0,0 0,-1 1,0-1,0 1,0 0,-1 0,1 0,-1 0,0 1,0-1,0 1,-6-3,-5-3,-1 1,-1 0,0 1,-32-8,39 13,0 0,-1 0,1 1,0 0,-1 1,1 0,-1 1,1 0,-18 4,12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03.9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51,'-14'0,"3"0,-1 0,1 0,-1 1,1 1,-18 4,26-5,0 0,0 0,0 1,0-1,1 1,-1 0,1-1,-1 1,1 0,0 1,0-1,0 0,0 1,0-1,0 1,1-1,-1 1,1 0,0 0,0 0,0 0,0 0,0 0,1 0,-1 5,0 2,1-1,0 1,1 0,0-1,0 1,1 0,1-1,-1 0,1 1,1-1,0 0,0-1,1 1,0-1,0 0,1 0,0 0,1-1,-1 0,1 0,13 9,-11-11,-1 0,1-1,0 0,1 0,-1-1,14 3,60 9,-37-11,1-2,81-7,-126 5,0 0,0-1,1 1,-1-1,0 0,0 1,0-1,0 0,0 0,0 0,0-1,0 1,0 0,0-1,-1 1,1-1,-1 0,3-3,-2 2,1-1,-1-1,-1 1,1 0,0 0,-1-1,0 1,0 0,0-6,0-1,-1-1,0 0,-1 1,0-1,-1 0,-5-20,5 24,-1 0,0 1,0-1,-1 0,0 1,0 0,-1 0,0 0,0 0,0 1,-1 0,0 0,0 1,-1-1,0 1,0 1,0-1,0 1,-12-5,-27-16,35 18,0 0,-1 1,0 1,0-1,-25-6,34 12,0 0,1-1,-1 1,0 0,0 0,0 1,0-1,0 1,0-1,0 1,0 0,0 0,1 0,-1 0,0 1,1-1,-1 1,1 0,-1-1,1 1,0 0,0 0,0 1,0-1,0 0,0 1,1-1,-1 1,1 0,0-1,-2 5,-4 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11.770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1 325,'17'1,"1"-1,0-1,-1-1,1-1,-1 0,0-1,27-11,-35 9,0 0,0-1,-1 0,0-1,-1 1,0-2,9-11,11-12,-25 30,-1 1,1-1,0 0,-1 0,0 0,1 0,-1 0,0 0,0 0,0 0,0 0,-1 0,1-1,0 1,-1 0,0 0,1-1,-1-2,-1 3,1 1,-1 0,0-1,1 1,-1-1,0 1,0 0,0 0,0-1,0 1,-1 0,1 0,0 0,0 0,-1 0,1 0,0 1,-1-1,1 0,-1 1,1-1,-1 1,1 0,-1-1,0 1,1 0,-3 0,-2-1,-1 0,1 0,0 1,-1 0,1 0,0 1,0 0,-1 0,1 0,0 1,0 0,0 0,0 0,0 1,1 0,-1 0,1 1,-8 5,8-4,0 0,0 1,0 0,1 0,0 0,0 0,0 1,1-1,0 1,0 0,1 0,0 0,0 0,1 1,-2 11,3-12,-1 1,1-1,0 0,0 0,1 1,2 12,-2-18,0 1,0-1,0 0,0 0,0 0,1 0,-1 0,0 0,1 0,0-1,-1 1,1 0,0-1,0 1,0-1,0 0,0 0,0 0,0 0,1 0,-1 0,0 0,0-1,5 1,9 2,0-1,0-1,1 0,-1-1,1-1,-1-1,0 0,0-1,0-1,0 0,0-1,-1-1,0 0,20-12,-27 13,1 0,-1-1,0 0,0-1,-1 0,9-9,-13 11,0 0,0 0,0 0,0 0,-1 0,0-1,0 1,-1-1,1 0,-1 1,0-1,0-8,0-5,0-1,-1 0,-2 0,-2-21,3 37,0 0,1 0,-1 1,-1-1,1 0,0 0,-1 1,0-1,0 1,0-1,0 1,0 0,-1 0,0 0,1 0,-1 1,0-1,0 0,-1 1,1 0,0 0,-1 0,1 0,-1 1,0 0,1-1,-6 0,2 1,1 0,-1 0,1 1,-1 0,1 0,-1 1,1 0,-10 2,-1 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14.406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451 3,'-105'-2,"-113"4,213-1,-1-1,1 1,-1 0,1 0,-1 0,1 1,0 0,0 0,0 1,0-1,0 1,1 0,-1 0,1 0,0 1,-1 0,-4 6,5-4,0 0,1 0,0 1,0 0,0 0,1 0,0 0,0 0,1 0,-1 0,2 1,-1 10,0 8,-1-5,2-1,0 1,1-1,1 0,6 27,-7-44,0 0,0 0,1 0,-1-1,1 1,-1 0,1-1,0 1,0-1,0 0,0 0,1 1,-1-2,1 1,-1 0,6 3,-3-3,1 0,0 0,-1-1,1 1,0-1,0 0,0-1,8 1,1-2,-1 0,1-1,-1 0,0-1,0-1,21-8,-4-3,-1-2,-1 0,37-30,-43 31,-18 11,1 0,0 0,-1 0,0-1,0 1,-1-1,0 0,0-1,0 1,0-1,-1 0,-1 0,3-8,-4 12,0 0,0 0,-1 0,1 0,-1 0,0 0,0-1,0 1,0 0,-1 0,1 0,-1 0,0 0,0 0,0 0,0 0,0 1,-1-1,1 0,-1 1,0-1,1 1,-1-1,-1 1,1 0,0 0,0 0,-1 0,1 0,-1 0,0 1,1-1,-6-1,-2 0,0-1,0 2,-1-1,0 1,1 1,-17 0,-69 4,32 1,43-4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22.777"/>
    </inkml:context>
    <inkml:brush xml:id="br0">
      <inkml:brushProperty name="width" value="0.2" units="cm"/>
      <inkml:brushProperty name="height" value="0.4" units="cm"/>
      <inkml:brushProperty name="color" value="#1010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254 3,'-43'-1,"24"0,0 0,-1 2,1 0,0 1,0 1,-30 8,46-10,0 1,0-1,1 1,-1 0,0 0,1 0,0 0,-1 0,1 1,0-1,0 1,1-1,-1 1,0 0,1-1,-1 1,1 0,0 0,0 0,0 0,1 0,-1 0,0 5,0 9,0 0,1 0,2 21,0-9,-1-24,-1 1,1-1,0 0,0 1,1-1,-1 0,1 0,0 0,1-1,-1 1,1 0,0-1,0 1,0-1,1 0,0 0,-1-1,1 1,1-1,-1 0,0 0,1 0,-1 0,1-1,0 0,0 0,0 0,0 0,6 0,15 6,0-1,1-1,0-1,0-1,0-2,36-1,-61-1,0 0,1-1,-1 1,0-1,0 0,0 1,0-1,1 0,-1 0,-1 0,1-1,0 1,0 0,0-1,-1 1,1-1,0 0,1-2,-1 0,1 0,-1 0,-1 0,1 0,-1 0,1 0,-1-1,0 1,0-5,0-3,-1 0,0 0,-1 0,0 0,-1 0,-4-16,4 22,-1 0,0 0,0 1,0-1,-1 1,1-1,-2 1,1 0,0 1,-1-1,-8-6,1 2,-1 0,0 1,-26-12,-57-29,78 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26.119"/>
    </inkml:context>
    <inkml:brush xml:id="br0">
      <inkml:brushProperty name="width" value="0.2" units="cm"/>
      <inkml:brushProperty name="height" value="0.4" units="cm"/>
      <inkml:brushProperty name="color" value="#1010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204 1,'-6'-1,"0"1,0 0,0 0,0 1,0 0,0 0,0 0,0 1,1 0,-1 0,0 0,1 1,0 0,-1 0,1 0,0 1,1 0,-1 0,1 0,-6 7,0 1,0 2,2-1,-1 1,2 1,0-1,1 1,0 0,1 1,1-1,0 1,1 0,1 0,0 0,2 0,-1 1,2-1,4 26,-5-38,1 0,0-1,0 1,0 0,1 0,-1-1,1 1,0-1,0 1,0-1,1 0,-1 1,1-1,-1 0,6 3,-3-2,1 0,-1 0,1-1,0 0,1 0,-1-1,0 0,10 2,9 1,0-2,0-1,45-2,-62-1,14 1,-13 1,0-1,-1 0,1-1,0 0,11-3,-18 3,0 0,0 1,1-1,-1-1,0 1,0 0,-1 0,1-1,0 1,0-1,-1 1,1-1,-1 0,1 0,-1 0,0 0,1 0,-1 0,0 0,0 0,-1 0,1 0,0-1,0-3,1-5,-1 1,0 0,0-1,-1 1,-1-1,0 1,0 0,-1-1,-3-9,3 13,0 1,-1 0,0 0,0 0,-1 0,1 0,-1 1,-1 0,1 0,-1 0,1 0,-2 1,1-1,-11-6,6 5,0 0,0 0,-1 0,0 2,0-1,0 1,0 1,-19-4,35 8,1-1,0 0,-1 0,1 0,-1-1,1 1,-1-2,1 1,-1 0,1-1,-1 0,0-1,0 1,0-1,0 0,0 0,-1 0,1-1,-1 1,0-1,0 0,-1 0,1-1,-1 1,0-1,4-6,0-9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33.054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451 174,'-17'-14,"0"0,-1 1,0 1,-1 1,-20-10,12 8,-43-31,66 41,-1-1,0 1,1 0,-1 0,0 0,-1 1,1 0,0 0,-1 0,1 1,-1 0,1 0,-1 0,0 1,1-1,-1 1,0 1,1-1,-1 1,1 0,-1 0,1 1,-1-1,1 1,0 1,0-1,-1 1,2 0,-1 0,0 0,1 0,-1 1,1 0,0 0,0 0,1 0,-1 1,1 0,0-1,0 1,1 0,-1 1,-2 9,0 6,1 0,1 1,1-1,0 1,2 0,1 0,5 32,-5-49,1-1,-1 1,1-1,0 0,0 1,1-1,-1 0,1 0,0 0,0-1,0 1,0-1,1 1,0-1,-1 0,1-1,0 1,6 2,4 3,2 0,-1-1,31 9,-17-10,0-2,0 0,1-2,-1-2,40-3,2 0,-61 3,1 1,0-1,0-1,-1 0,16-4,-25 5,0 0,0 0,0 0,0-1,1 1,-1-1,0 1,0-1,0 1,0-1,0 1,-1-1,1 0,0 0,0 1,0-1,0 0,-1 0,1 0,0 0,-1 0,1 0,-1 0,1 0,-1 0,0 0,1 0,-1 0,0-1,0 1,0 0,0 0,0 0,0 0,0 0,0-1,0 1,0 0,-1 0,1 0,0 0,-1 0,1 0,-1 0,1 0,-1 0,0 0,1 0,-1 0,0 0,-1-1,-8-10,-1 0,-1 0,0 1,0 1,-1 0,-1 0,0 1,-21-10,-8-6,6 3,19 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36.43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77,'-28'-1,"17"0,0 0,0 1,0 1,-19 3,27-4,1 1,0 0,-1 0,1 0,-1 0,1 0,0 0,0 1,0-1,0 1,0-1,0 1,0 0,0 0,1 0,-1 0,1 0,-1 0,1 0,0 0,0 1,0-1,0 0,0 1,0 3,-2 15,1 0,1 0,1 0,1 0,4 22,-4-35,1-1,0 0,0 1,1-1,0 0,1 0,-1 0,1-1,1 1,-1-1,1 0,0 0,1 0,6 5,11 8,0-2,34 21,-49-34,4 3,0-1,1 0,0-1,0-1,1 0,-1-1,1 0,27 2,-4-4,1-2,39-4,-73 4,-1 1,1-1,-1 1,0-1,1 0,-1 0,0 0,0-1,0 1,0-1,0 0,0 0,0 0,0 0,-1 0,1-1,-1 1,0-1,1 1,-1-1,0 0,-1 0,1 0,1-5,-1 2,0 0,-1 0,1 0,-2-1,1 1,-1 0,0-1,0 1,0-1,-1 1,0 0,-3-10,2 10,-1 0,1 0,-1 0,0 0,-1 1,1-1,-1 1,0 0,0 0,-9-8,-6-3,-32-21,5 5,37 25,0 1,-1 0,0 1,0 0,0 0,-1 1,0 1,1 0,-1 0,0 1,-1 0,1 1,0 0,0 1,-15 1,22 0,-1-1,1 0,0-1,0 1,0-1,0 0,0 0,0 0,0 0,0-1,-4-2,7 4,0-1,0 0,1 1,-1-1,0 0,1 1,-1-1,0 0,1 0,-1 0,1 1,-1-1,1 0,0 0,-1 0,1 0,0 0,0 0,-1-2,2 1,-1 0,0 0,1 0,-1-1,1 1,0 0,-1 0,1 0,0 0,0 0,0 1,3-4,2-2,0-1,0 1,1 0,0 1,1 0,0 0,0 0,0 1,0 0,1 1,0 0,-1 0,2 1,-1 0,0 1,1 0,-1 0,1 1,-1 0,1 1,15 1,-21 0,0 0,-1 0,1 0,-1 1,1-1,-1 1,0 0,0 0,0 0,0 1,0-1,0 1,-1-1,1 1,-1 0,1 0,2 5,2 3,-1 0,0 0,-1 1,4 11,0 5,-1 0,7 56,-13-65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46.867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400 52,'0'-2,"0"0,-1 0,1 0,-1 0,0 1,0-1,0 0,1 0,-2 0,1 1,0-1,0 0,0 1,-1-1,1 1,-1 0,1-1,-1 1,0 0,1 0,-1 0,0 0,0 0,0 1,0-1,0 0,-2 0,-5-1,-1-1,0 1,-19-1,17 2,0 0,-1 1,1 1,0 0,0 0,0 1,-20 7,25-7,1 2,-1-1,1 1,-1 0,1 0,0 0,0 1,1 0,0 0,0 1,0 0,0-1,-6 12,-8 13,2 1,-18 44,29-58,1-1,0 1,2 0,0-1,0 2,1 32,2-5,-2-27,2-1,1 1,0-1,1 1,4 20,-4-35,-1 0,1 0,0 0,-1 0,1 0,0 0,1-1,-1 1,0-1,1 1,0-1,-1 0,1 0,0 0,0-1,0 1,0-1,0 1,1-1,-1 0,0 0,0 0,7 0,7 1,1 0,1-2,22-1,-21 0,42 0,61-3,-118 4,-1 0,0-1,0 0,0 0,0 0,0 0,0-1,0 1,0-1,0 0,-1 0,1-1,-1 1,1-1,-1 0,0 0,0 0,0 0,0 0,-1 0,0-1,1 0,-1 1,0-1,-1 0,1 0,1-4,0-5,-1 0,0 0,0 0,-1 0,-1 0,0 0,-4-21,3 27,-1 0,0-1,-1 1,0 0,0 0,0 1,-1-1,0 0,0 1,-1 0,0 0,0 1,0-1,-1 1,1 0,-1 1,-10-7,10 7,-1 0,1 0,-1 1,0-1,0 1,0 1,-1 0,1 0,-1 0,1 1,-1 0,1 0,-1 1,0 0,1 1,-1-1,-9 3,13-1,0 0,1 0,-1 0,1 1,0-1,-1 1,1 0,1-1,-1 2,0-1,1 0,-1 0,1 1,0-1,0 1,1 0,-1 0,1 0,-1-1,1 1,0 0,1 1,-1-1,1 4,-1-1,0 0,1 0,0-1,0 1,0 0,1 0,0 0,1 0,-1-1,1 1,1 0,-1-1,7 11,-6-13,1-1,-1 0,1 0,0 0,-1 0,1-1,1 1,-1-1,0 0,1 0,-1-1,1 1,-1-1,1 0,0 0,-1-1,1 0,7 0,0 1,0-2,-1 0,1 0,0-1,-1-1,16-5,-24 7,1-1,-1 0,0 1,0-2,0 1,0 0,0-1,0 1,-1-1,1 0,-1 0,1 0,-1 0,0 0,-1 0,1-1,0 1,-1-1,0 1,0-1,0 1,0-1,0-4,1-10,-1-1,0 1,-4-29,1 17,-1-80,3 88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1T12:17:49.82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80,'-7'0,"-1"0,0 0,0 1,1 0,-1 0,0 1,-13 5,18-5,0-1,0 1,0 0,0 1,0-1,0 0,1 1,-1 0,1-1,0 1,0 0,0 0,0 0,0 1,1-1,0 0,-1 1,1-1,-1 5,-2 16,2-1,0 1,1-1,4 46,0-5,-3-61,0 1,0 0,0-1,0 1,1-1,0 1,0-1,0 1,0-1,0 1,1-1,-1 0,1 0,3 5,-2-6,-1 0,1 0,0 0,-1 0,1 0,0-1,0 1,0-1,0 0,1 0,-1 0,0 0,0-1,1 0,-1 1,5-1,7 1,0 0,1-2,-1 1,1-2,-1 0,0-1,0 0,0-1,0-1,-1 0,0-1,0-1,0 0,22-17,84-69,-116 89,0 0,-1-1,1 1,-1-1,0 1,0-1,-1 0,1 0,-1 0,0 0,0-1,-1 1,0 0,0-1,0 1,0-1,-1 0,0 1,0-1,-1 1,1-1,-1 1,0-1,-4-8,3 4,-1 1,-1-1,0 1,0 0,-1 1,0-1,-1 1,1 0,-2 0,1 0,-1 1,0 0,-9-6,8 8,-1 0,0 1,0 0,0 0,-1 1,0 1,1 0,-1 0,0 1,-13-1,-9 2,-59 6,82-5,0 0,1 1,0 0,-1 1,1 0,0 0,0 1,1 0,-1 0,1 1,0 0,0 0,0 1,1 0,0 0,0 0,1 1,-1 0,1 0,1 0,-1 1,2-1,-1 1,1 0,0 0,0 0,1 1,-2 13,3-8,-1 0,1 1,1 0,0 0,1 0,1-1,6 28,-6-39,0 0,0 1,0-1,1 0,-1-1,1 1,0 0,0-1,0 1,0-1,0 0,0 0,1 0,-1-1,0 1,1-1,0 0,-1 1,5-1,6 2,1 0,0-1,21 0,-14-2,154-3,-171 3,-1 0,0-1,1 0,-1 0,0 0,1 0,-1-1,0 0,0 0,0 0,0 0,0-1,-1 1,1-1,-1 0,0 0,0 0,0-1,0 1,0-1,-1 1,1-1,-1 0,0 0,3-8,-2 2,-1 0,0 0,-1 0,0 0,0-1,-1 1,-1 0,1 0,-2-1,-2-13,1 13,-1 1,0-1,0 1,-8-13,3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232B-B676-4FEF-B9E2-D164B72FD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DE0FD-EC95-40B2-A264-5A74B80AB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318F-0E6F-4609-AC45-9E5222C9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C194-ECAE-40AF-BB45-1183CDDB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09B74-2E99-4496-95A6-DF46A404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BA04-937F-49AB-AB7E-1E1368F7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1896-923F-4335-8BB6-8F33BA347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C21BD-778C-4C14-B650-7E576463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80E1D-BFA2-4965-8F85-E33C0D54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3124-2156-4817-8B5E-3C017D8A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1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0B6C-2CB3-426F-B55A-B9B18C68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08A23-79B7-4523-83FC-5AF655CCA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A5258-A8C1-4679-85DF-EE8AB09B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0C8A-A86D-46A9-AFCD-CAD80E59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5041A-E9B4-43E0-9F0F-125C9BFE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497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C8478-9F7F-4397-8C67-675DDF50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0B5B-2442-458C-B7C9-871616910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77EF-B8B8-447C-9FCF-5DBE513D0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8FE78-E5D6-48A9-8A01-5CAAAAB4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16814-6C38-4329-BB42-19C9C774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A7A6D-C1DE-4964-9336-71E74B6E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26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26DD-ADC8-436C-988F-6375B566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C39F5-6AD6-481E-81AB-930CD1D4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2CFA8-B58F-4CBD-ACE5-BDE3C08F5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6E9D5-E54F-4F7F-BD87-66EC6BFBE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7FD7F-DD85-46A8-9C22-F25AC6D70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FEBC3-6245-40E1-8332-E662B0EB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42D1BA-9D0B-4A86-B037-F2566E52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75EB3-CDCB-4A94-A389-4577032C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38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82DF-5BC8-4953-BEB2-B50493C6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274BA-09F5-4D63-8801-D8AD1700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DCB3B-282C-424F-8C5A-5DAB1A77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9F9C3-D490-4B99-99D7-698ADE59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946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A33C8-5136-426B-8C67-18BA3ABA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DB955-CC8B-4FC5-B0F4-F1D9EBC7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A3570-6A8C-4190-A7A7-358FCD14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86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F061-33CB-4DD0-97F7-B424C645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0A0D3-8A08-4198-96BB-ACA1A8077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5AAC0-D8A7-4E5D-80A4-65914B156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27837-5F7F-4796-B807-4AA8FEE4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B31ED-A3D5-4D8A-9298-B7BACE4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AD217-3563-42AF-954F-E53C4AB2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74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5F87-9A5C-4FCE-AE8D-F04AD027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5965F-9840-4CF5-BD40-E5827C58D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B61FF-6A3C-4C6F-8F8B-88903F349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EF9FE-B2FE-46CA-965E-6760E3A7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27FE4-D513-48E2-B4BF-2FB460B4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60B4D-D034-468B-A2AF-6490A49D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46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85E2-DED5-4438-91BD-693BC805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104C5-AF0F-4DB0-840E-17AB26859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9AECA-2C15-4B7D-A6DB-950B9B11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54352-DA35-40BC-8F1B-2BF53B8E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9F018-50AB-44B8-8871-3CA9F0B2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66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ED515-4B92-4501-9193-908A88292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030A0-B903-45C8-8F82-9B266502C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64744-4A9C-477E-81E0-AC62392D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73B2D-45B1-48F8-934A-D04BC1BB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2271E-6F38-4BFA-A5B6-D9D2672A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5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B3833-6535-4599-AE77-4565543E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8D20C-D97F-4CC3-8A2B-2DAFE6B4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C8F82-96EA-4D88-A1E0-6E7A3AB77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C8894-24A2-4B37-B959-D44F092DCC9F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DBFD-38EA-44F6-9066-2114BFF41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04C4D-9EC4-42D8-9C3F-45FA43E05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64539-72BB-4A71-8238-DCF130897B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48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4.png"/><Relationship Id="rId18" Type="http://schemas.openxmlformats.org/officeDocument/2006/relationships/customXml" Target="../ink/ink9.xml"/><Relationship Id="rId3" Type="http://schemas.openxmlformats.org/officeDocument/2006/relationships/image" Target="../media/image90.png"/><Relationship Id="rId21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3.png"/><Relationship Id="rId24" Type="http://schemas.openxmlformats.org/officeDocument/2006/relationships/customXml" Target="../ink/ink12.xml"/><Relationship Id="rId5" Type="http://schemas.openxmlformats.org/officeDocument/2006/relationships/image" Target="../media/image10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10" Type="http://schemas.openxmlformats.org/officeDocument/2006/relationships/customXml" Target="../ink/ink5.xml"/><Relationship Id="rId19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12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54E7B0-9145-482E-B4F7-3944EA8F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3C9A18-F74C-4496-AACA-43584347A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Geometric reasoning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Be able to use geometric reasoning to solve questions with triangles, straight lines and vertically opposite angles.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Daily review: VO angles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Exploring concepts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Practice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C8E53-FF80-4486-A24B-605175E91C0D}"/>
              </a:ext>
            </a:extLst>
          </p:cNvPr>
          <p:cNvSpPr txBox="1"/>
          <p:nvPr/>
        </p:nvSpPr>
        <p:spPr>
          <a:xfrm>
            <a:off x="4393614" y="2351935"/>
            <a:ext cx="5588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 and calculators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B0120-AB84-0967-2D1B-F8C888F64E6F}"/>
              </a:ext>
            </a:extLst>
          </p:cNvPr>
          <p:cNvSpPr txBox="1"/>
          <p:nvPr/>
        </p:nvSpPr>
        <p:spPr>
          <a:xfrm>
            <a:off x="8648904" y="1219308"/>
            <a:ext cx="3108741" cy="942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0992"/>
            <a:r>
              <a:rPr lang="en-US" sz="1842" b="1" dirty="0" err="1">
                <a:solidFill>
                  <a:prstClr val="black"/>
                </a:solidFill>
                <a:highlight>
                  <a:srgbClr val="00FF00"/>
                </a:highlight>
                <a:latin typeface="Century Gothic" panose="020B0502020202020204"/>
              </a:rPr>
              <a:t>PBiS</a:t>
            </a:r>
            <a:r>
              <a:rPr lang="en-US" sz="1842" b="1" dirty="0">
                <a:solidFill>
                  <a:prstClr val="black"/>
                </a:solidFill>
                <a:highlight>
                  <a:srgbClr val="00FF00"/>
                </a:highlight>
                <a:latin typeface="Century Gothic" panose="020B0502020202020204"/>
              </a:rPr>
              <a:t> Focus: Achieve</a:t>
            </a:r>
          </a:p>
          <a:p>
            <a:pPr defTabSz="350992"/>
            <a:r>
              <a:rPr lang="en-US" sz="1842" b="1" dirty="0">
                <a:solidFill>
                  <a:prstClr val="black"/>
                </a:solidFill>
                <a:highlight>
                  <a:srgbClr val="00FF00"/>
                </a:highlight>
                <a:latin typeface="Century Gothic" panose="020B0502020202020204"/>
              </a:rPr>
              <a:t>Understand the lesson objective </a:t>
            </a:r>
            <a:endParaRPr lang="en-AU" sz="1842" b="1" dirty="0">
              <a:solidFill>
                <a:prstClr val="black"/>
              </a:solidFill>
              <a:highlight>
                <a:srgbClr val="00FF00"/>
              </a:highlight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7301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3551-4BDB-9D59-A76A-67E8D4FD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28182-E0AC-9DAE-AAAE-2114B1B2B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dirty="0">
                    <a:solidFill>
                      <a:srgbClr val="FF0000"/>
                    </a:solidFill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36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sz="36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AU" sz="36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3600" dirty="0">
                    <a:solidFill>
                      <a:srgbClr val="FF0000"/>
                    </a:solidFill>
                  </a:rPr>
                  <a:t>Supplementary angles add up to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28182-E0AC-9DAE-AAAE-2114B1B2B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92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04" y="0"/>
            <a:ext cx="12215904" cy="132711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Complementary Angles add up to 90</a:t>
            </a:r>
            <a:r>
              <a:rPr lang="en-AU" b="1" baseline="30000" dirty="0">
                <a:solidFill>
                  <a:srgbClr val="FF0000"/>
                </a:solidFill>
              </a:rPr>
              <a:t>o</a:t>
            </a:r>
            <a:br>
              <a:rPr lang="en-AU" b="1" baseline="30000" dirty="0">
                <a:solidFill>
                  <a:srgbClr val="FF0000"/>
                </a:solidFill>
              </a:rPr>
            </a:br>
            <a:r>
              <a:rPr lang="en-AU" b="1" baseline="30000" dirty="0">
                <a:solidFill>
                  <a:srgbClr val="FF0000"/>
                </a:solidFill>
              </a:rPr>
              <a:t>Which is not a pair of complementary angles?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37" y="1491413"/>
            <a:ext cx="2512260" cy="25122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519" y="1391189"/>
            <a:ext cx="2908985" cy="2258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8580" r="29716"/>
          <a:stretch/>
        </p:blipFill>
        <p:spPr>
          <a:xfrm>
            <a:off x="8587941" y="4003673"/>
            <a:ext cx="2025869" cy="1900238"/>
          </a:xfrm>
          <a:prstGeom prst="rect">
            <a:avLst/>
          </a:prstGeom>
        </p:spPr>
      </p:pic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4524270" y="1560181"/>
            <a:ext cx="1956896" cy="1956896"/>
            <a:chOff x="5849417" y="4025461"/>
            <a:chExt cx="2609194" cy="260919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5849417" y="4025461"/>
              <a:ext cx="2609194" cy="260919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007443" y="5862473"/>
              <a:ext cx="735672" cy="553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2100" dirty="0">
                  <a:solidFill>
                    <a:prstClr val="black"/>
                  </a:solidFill>
                  <a:latin typeface="Calibri"/>
                </a:rPr>
                <a:t>60</a:t>
              </a:r>
              <a:r>
                <a:rPr lang="en-AU" sz="21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21107" y="4866107"/>
              <a:ext cx="735672" cy="553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2100" dirty="0">
                  <a:solidFill>
                    <a:prstClr val="black"/>
                  </a:solidFill>
                  <a:latin typeface="Calibri"/>
                </a:rPr>
                <a:t>31</a:t>
              </a:r>
              <a:r>
                <a:rPr lang="en-AU" sz="21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7619937" y="5315574"/>
              <a:ext cx="535187" cy="914400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39068" y="3877322"/>
            <a:ext cx="2059283" cy="1992941"/>
            <a:chOff x="4803697" y="3867590"/>
            <a:chExt cx="2745711" cy="265725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5623" r="40101"/>
            <a:stretch/>
          </p:blipFill>
          <p:spPr>
            <a:xfrm rot="10800000">
              <a:off x="4803697" y="3867590"/>
              <a:ext cx="2745711" cy="2657255"/>
            </a:xfrm>
            <a:prstGeom prst="rect">
              <a:avLst/>
            </a:prstGeom>
          </p:spPr>
        </p:pic>
        <p:sp>
          <p:nvSpPr>
            <p:cNvPr id="19" name="Isosceles Triangle 18"/>
            <p:cNvSpPr/>
            <p:nvPr/>
          </p:nvSpPr>
          <p:spPr>
            <a:xfrm rot="10800000" flipV="1">
              <a:off x="6521891" y="4619617"/>
              <a:ext cx="849028" cy="14645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" t="39941" r="81640" b="46709"/>
            <a:stretch/>
          </p:blipFill>
          <p:spPr>
            <a:xfrm>
              <a:off x="6707612" y="5663728"/>
              <a:ext cx="725214" cy="420414"/>
            </a:xfrm>
            <a:prstGeom prst="rect">
              <a:avLst/>
            </a:prstGeom>
          </p:spPr>
        </p:pic>
        <p:sp>
          <p:nvSpPr>
            <p:cNvPr id="20" name="Isosceles Triangle 19"/>
            <p:cNvSpPr/>
            <p:nvPr/>
          </p:nvSpPr>
          <p:spPr>
            <a:xfrm rot="10800000" flipV="1">
              <a:off x="7220434" y="5773939"/>
              <a:ext cx="212392" cy="39563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18" t="78990" r="74761" b="7660"/>
            <a:stretch/>
          </p:blipFill>
          <p:spPr>
            <a:xfrm>
              <a:off x="6368376" y="4087817"/>
              <a:ext cx="725214" cy="420414"/>
            </a:xfrm>
            <a:prstGeom prst="rect">
              <a:avLst/>
            </a:prstGeom>
          </p:spPr>
        </p:pic>
      </p:grpSp>
      <p:sp>
        <p:nvSpPr>
          <p:cNvPr id="22" name="Rectangle 21"/>
          <p:cNvSpPr/>
          <p:nvPr/>
        </p:nvSpPr>
        <p:spPr>
          <a:xfrm>
            <a:off x="8807498" y="5554926"/>
            <a:ext cx="153059" cy="1547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60246" y="3517078"/>
            <a:ext cx="281743" cy="2756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56487" y="3967019"/>
            <a:ext cx="281743" cy="2756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0428" y="3131912"/>
            <a:ext cx="201661" cy="1983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2" t="39352" r="37619" b="18123"/>
          <a:stretch/>
        </p:blipFill>
        <p:spPr>
          <a:xfrm>
            <a:off x="1745040" y="4242652"/>
            <a:ext cx="1876425" cy="1511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377438" y="5219777"/>
            <a:ext cx="6067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??</a:t>
            </a:r>
          </a:p>
        </p:txBody>
      </p:sp>
      <p:sp>
        <p:nvSpPr>
          <p:cNvPr id="30" name="TextBox 29"/>
          <p:cNvSpPr txBox="1"/>
          <p:nvPr/>
        </p:nvSpPr>
        <p:spPr>
          <a:xfrm rot="5400000">
            <a:off x="5915620" y="1887652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5388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 animBg="1"/>
      <p:bldP spid="29" grpId="0" animBg="1"/>
      <p:bldP spid="29" grpId="1" animBg="1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04" y="-1"/>
            <a:ext cx="12215904" cy="1347997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Supplementary Angles add up to 180</a:t>
            </a:r>
            <a:r>
              <a:rPr lang="en-AU" b="1" baseline="30000" dirty="0">
                <a:solidFill>
                  <a:srgbClr val="FF0000"/>
                </a:solidFill>
              </a:rPr>
              <a:t>o</a:t>
            </a:r>
            <a:br>
              <a:rPr lang="en-AU" b="1" baseline="30000" dirty="0">
                <a:solidFill>
                  <a:srgbClr val="FF0000"/>
                </a:solidFill>
              </a:rPr>
            </a:br>
            <a:r>
              <a:rPr lang="en-AU" b="1" baseline="30000" dirty="0">
                <a:solidFill>
                  <a:srgbClr val="FF0000"/>
                </a:solidFill>
              </a:rPr>
              <a:t>Which is not supplementary? 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49" y="3411034"/>
            <a:ext cx="2465486" cy="126830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423843"/>
            <a:ext cx="2745956" cy="12603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523" y="1436371"/>
            <a:ext cx="3326349" cy="12987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441" y="2759990"/>
            <a:ext cx="3093520" cy="1813006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9167338" y="2916401"/>
            <a:ext cx="1388534" cy="2549843"/>
            <a:chOff x="10539344" y="3566160"/>
            <a:chExt cx="1456582" cy="257048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6"/>
            <a:srcRect l="15191" r="22253"/>
            <a:stretch/>
          </p:blipFill>
          <p:spPr>
            <a:xfrm rot="16200000">
              <a:off x="9982395" y="4123109"/>
              <a:ext cx="2570480" cy="145658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6"/>
            <a:srcRect l="36915" t="52053" r="49980" b="13070"/>
            <a:stretch/>
          </p:blipFill>
          <p:spPr>
            <a:xfrm>
              <a:off x="11247120" y="4704080"/>
              <a:ext cx="538480" cy="508000"/>
            </a:xfrm>
            <a:prstGeom prst="rect">
              <a:avLst/>
            </a:prstGeom>
          </p:spPr>
        </p:pic>
        <p:sp>
          <p:nvSpPr>
            <p:cNvPr id="13" name="Isosceles Triangle 12"/>
            <p:cNvSpPr/>
            <p:nvPr/>
          </p:nvSpPr>
          <p:spPr>
            <a:xfrm rot="10800000">
              <a:off x="11236703" y="3919220"/>
              <a:ext cx="579250" cy="734059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6"/>
            <a:srcRect l="57561" t="73142" r="34185" b="12732"/>
            <a:stretch/>
          </p:blipFill>
          <p:spPr>
            <a:xfrm>
              <a:off x="11446511" y="4004310"/>
              <a:ext cx="339089" cy="205740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4752294" y="1423843"/>
            <a:ext cx="2311490" cy="1841010"/>
            <a:chOff x="4304391" y="755457"/>
            <a:chExt cx="3081987" cy="245468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4304391" y="755457"/>
              <a:ext cx="3081987" cy="245468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7"/>
            <a:srcRect l="54613" t="62158" r="27783" b="27412"/>
            <a:stretch/>
          </p:blipFill>
          <p:spPr>
            <a:xfrm>
              <a:off x="5108971" y="1467642"/>
              <a:ext cx="542545" cy="256032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/>
            <a:srcRect l="23756" t="62158" r="58640" b="27412"/>
            <a:stretch/>
          </p:blipFill>
          <p:spPr>
            <a:xfrm>
              <a:off x="6109414" y="1446088"/>
              <a:ext cx="542545" cy="256032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7865172" y="4000701"/>
            <a:ext cx="5453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sz="1500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0520" y="4108504"/>
            <a:ext cx="3642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??</a:t>
            </a:r>
            <a:endParaRPr lang="en-AU" sz="15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64283" y="4091107"/>
            <a:ext cx="447558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sz="1500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918273" y="3666493"/>
            <a:ext cx="1226789" cy="2093262"/>
            <a:chOff x="4525695" y="3745657"/>
            <a:chExt cx="1635719" cy="279101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3948047" y="4323305"/>
              <a:ext cx="2791016" cy="163571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5076494" y="4484816"/>
              <a:ext cx="72712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500" dirty="0">
                  <a:solidFill>
                    <a:prstClr val="black"/>
                  </a:solidFill>
                  <a:latin typeface="Calibri"/>
                </a:rPr>
                <a:t>100</a:t>
              </a:r>
              <a:r>
                <a:rPr lang="en-AU" sz="15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81672" y="5534304"/>
              <a:ext cx="59674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500" dirty="0">
                  <a:solidFill>
                    <a:prstClr val="black"/>
                  </a:solidFill>
                  <a:latin typeface="Calibri"/>
                </a:rPr>
                <a:t>81</a:t>
              </a:r>
              <a:r>
                <a:rPr lang="en-AU" sz="15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 rot="5400000">
            <a:off x="5071245" y="3594354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0745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Vertically Opposite angles are Equal</a:t>
            </a:r>
          </a:p>
        </p:txBody>
      </p:sp>
      <p:pic>
        <p:nvPicPr>
          <p:cNvPr id="47" name="Content Placeholder 4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34" y="3804030"/>
            <a:ext cx="1853786" cy="1934973"/>
          </a:xfrm>
        </p:spPr>
      </p:pic>
      <p:grpSp>
        <p:nvGrpSpPr>
          <p:cNvPr id="4" name="Group 3"/>
          <p:cNvGrpSpPr/>
          <p:nvPr/>
        </p:nvGrpSpPr>
        <p:grpSpPr>
          <a:xfrm rot="19967892">
            <a:off x="2866198" y="2210005"/>
            <a:ext cx="2092124" cy="566231"/>
            <a:chOff x="1040446" y="4777190"/>
            <a:chExt cx="2114947" cy="545164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1040446" y="5047111"/>
              <a:ext cx="2114947" cy="2661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c 5"/>
            <p:cNvSpPr/>
            <p:nvPr/>
          </p:nvSpPr>
          <p:spPr>
            <a:xfrm rot="16200000">
              <a:off x="1806652" y="4751268"/>
              <a:ext cx="545164" cy="597008"/>
            </a:xfrm>
            <a:prstGeom prst="arc">
              <a:avLst>
                <a:gd name="adj1" fmla="val 16200000"/>
                <a:gd name="adj2" fmla="val 54268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7" name="Straight Connector 6"/>
          <p:cNvCxnSpPr/>
          <p:nvPr/>
        </p:nvCxnSpPr>
        <p:spPr>
          <a:xfrm>
            <a:off x="2977426" y="2236756"/>
            <a:ext cx="946874" cy="254312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26575" y="189050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152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2933" y="236898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28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4015" y="2250478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28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3415" y="27088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152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9" name="Arc 18"/>
          <p:cNvSpPr/>
          <p:nvPr/>
        </p:nvSpPr>
        <p:spPr>
          <a:xfrm rot="3814723">
            <a:off x="3618836" y="2210801"/>
            <a:ext cx="566231" cy="590566"/>
          </a:xfrm>
          <a:prstGeom prst="arc">
            <a:avLst>
              <a:gd name="adj1" fmla="val 15995177"/>
              <a:gd name="adj2" fmla="val 182858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Arc 19"/>
          <p:cNvSpPr/>
          <p:nvPr/>
        </p:nvSpPr>
        <p:spPr>
          <a:xfrm rot="3814723">
            <a:off x="3618212" y="2201772"/>
            <a:ext cx="566231" cy="590566"/>
          </a:xfrm>
          <a:prstGeom prst="arc">
            <a:avLst>
              <a:gd name="adj1" fmla="val 18570168"/>
              <a:gd name="adj2" fmla="val 53445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923869" y="2491890"/>
            <a:ext cx="1163603" cy="30846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 rot="19967892">
            <a:off x="7376759" y="2054953"/>
            <a:ext cx="2092124" cy="566231"/>
            <a:chOff x="1040446" y="4777190"/>
            <a:chExt cx="2114947" cy="545164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1040446" y="5047111"/>
              <a:ext cx="2114947" cy="2661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rc 25"/>
            <p:cNvSpPr/>
            <p:nvPr/>
          </p:nvSpPr>
          <p:spPr>
            <a:xfrm rot="16200000">
              <a:off x="1806652" y="4751268"/>
              <a:ext cx="545164" cy="597008"/>
            </a:xfrm>
            <a:prstGeom prst="arc">
              <a:avLst>
                <a:gd name="adj1" fmla="val 16200000"/>
                <a:gd name="adj2" fmla="val 54268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7487987" y="2081704"/>
            <a:ext cx="946874" cy="254312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37136" y="173545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3494" y="221393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4576" y="209542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976" y="255381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2" name="Arc 31"/>
          <p:cNvSpPr/>
          <p:nvPr/>
        </p:nvSpPr>
        <p:spPr>
          <a:xfrm rot="3814723">
            <a:off x="8129397" y="2055749"/>
            <a:ext cx="566231" cy="590566"/>
          </a:xfrm>
          <a:prstGeom prst="arc">
            <a:avLst>
              <a:gd name="adj1" fmla="val 15995177"/>
              <a:gd name="adj2" fmla="val 182858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Arc 32"/>
          <p:cNvSpPr/>
          <p:nvPr/>
        </p:nvSpPr>
        <p:spPr>
          <a:xfrm rot="3814723">
            <a:off x="8128773" y="2046720"/>
            <a:ext cx="566231" cy="590566"/>
          </a:xfrm>
          <a:prstGeom prst="arc">
            <a:avLst>
              <a:gd name="adj1" fmla="val 18570168"/>
              <a:gd name="adj2" fmla="val 53445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8434430" y="2336838"/>
            <a:ext cx="1163603" cy="30846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 rot="3179872">
            <a:off x="5006240" y="3689675"/>
            <a:ext cx="2221273" cy="1544305"/>
            <a:chOff x="6557233" y="4022162"/>
            <a:chExt cx="2961697" cy="2059072"/>
          </a:xfrm>
        </p:grpSpPr>
        <p:grpSp>
          <p:nvGrpSpPr>
            <p:cNvPr id="35" name="Group 34"/>
            <p:cNvGrpSpPr/>
            <p:nvPr/>
          </p:nvGrpSpPr>
          <p:grpSpPr>
            <a:xfrm rot="19967892">
              <a:off x="6557233" y="4644936"/>
              <a:ext cx="2789499" cy="754974"/>
              <a:chOff x="1040446" y="4777190"/>
              <a:chExt cx="2114947" cy="545164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H="1">
                <a:off x="1040446" y="5047111"/>
                <a:ext cx="2114947" cy="2661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Arc 36"/>
              <p:cNvSpPr/>
              <p:nvPr/>
            </p:nvSpPr>
            <p:spPr>
              <a:xfrm rot="16200000">
                <a:off x="1806652" y="4751268"/>
                <a:ext cx="545164" cy="597008"/>
              </a:xfrm>
              <a:prstGeom prst="arc">
                <a:avLst>
                  <a:gd name="adj1" fmla="val 16200000"/>
                  <a:gd name="adj2" fmla="val 54268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cxnSp>
          <p:nvCxnSpPr>
            <p:cNvPr id="38" name="Straight Connector 37"/>
            <p:cNvCxnSpPr/>
            <p:nvPr/>
          </p:nvCxnSpPr>
          <p:spPr>
            <a:xfrm>
              <a:off x="6705538" y="4680605"/>
              <a:ext cx="1262498" cy="339083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 rot="18420128">
              <a:off x="7570784" y="4187591"/>
              <a:ext cx="82330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150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 rot="18420128">
              <a:off x="6899369" y="4825773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30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 rot="18420128">
              <a:off x="8354144" y="4667768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30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 rot="18420128">
              <a:off x="7606680" y="5423361"/>
              <a:ext cx="82330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150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3" name="Arc 42"/>
            <p:cNvSpPr/>
            <p:nvPr/>
          </p:nvSpPr>
          <p:spPr>
            <a:xfrm rot="3814723">
              <a:off x="7560750" y="4645998"/>
              <a:ext cx="754974" cy="787421"/>
            </a:xfrm>
            <a:prstGeom prst="arc">
              <a:avLst>
                <a:gd name="adj1" fmla="val 15995177"/>
                <a:gd name="adj2" fmla="val 182858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Arc 43"/>
            <p:cNvSpPr/>
            <p:nvPr/>
          </p:nvSpPr>
          <p:spPr>
            <a:xfrm rot="3814723">
              <a:off x="7559918" y="4633960"/>
              <a:ext cx="754974" cy="787421"/>
            </a:xfrm>
            <a:prstGeom prst="arc">
              <a:avLst>
                <a:gd name="adj1" fmla="val 18570168"/>
                <a:gd name="adj2" fmla="val 534454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7967460" y="5020784"/>
              <a:ext cx="1551470" cy="4112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3179872">
            <a:off x="7828020" y="3802275"/>
            <a:ext cx="2277344" cy="1544305"/>
            <a:chOff x="6532733" y="4022162"/>
            <a:chExt cx="3036459" cy="2059073"/>
          </a:xfrm>
        </p:grpSpPr>
        <p:grpSp>
          <p:nvGrpSpPr>
            <p:cNvPr id="49" name="Group 48"/>
            <p:cNvGrpSpPr/>
            <p:nvPr/>
          </p:nvGrpSpPr>
          <p:grpSpPr>
            <a:xfrm rot="19967892">
              <a:off x="6557233" y="4644936"/>
              <a:ext cx="2789499" cy="754974"/>
              <a:chOff x="1040446" y="4777190"/>
              <a:chExt cx="2114947" cy="545164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 flipH="1">
                <a:off x="1040446" y="5047111"/>
                <a:ext cx="2114947" cy="2661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Arc 58"/>
              <p:cNvSpPr/>
              <p:nvPr/>
            </p:nvSpPr>
            <p:spPr>
              <a:xfrm rot="16200000">
                <a:off x="1806652" y="4751268"/>
                <a:ext cx="545164" cy="597008"/>
              </a:xfrm>
              <a:prstGeom prst="arc">
                <a:avLst>
                  <a:gd name="adj1" fmla="val 16200000"/>
                  <a:gd name="adj2" fmla="val 54268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cxnSp>
          <p:nvCxnSpPr>
            <p:cNvPr id="50" name="Straight Connector 49"/>
            <p:cNvCxnSpPr/>
            <p:nvPr/>
          </p:nvCxnSpPr>
          <p:spPr>
            <a:xfrm rot="18420128" flipH="1">
              <a:off x="7970631" y="3590857"/>
              <a:ext cx="160663" cy="3036459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 rot="18420128">
              <a:off x="7570786" y="4187592"/>
              <a:ext cx="82330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120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18420128">
              <a:off x="7039518" y="4731183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60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 rot="18420128">
              <a:off x="8301486" y="4773634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59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 rot="18420128">
              <a:off x="7606682" y="5423362"/>
              <a:ext cx="82330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121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5" name="Arc 54"/>
            <p:cNvSpPr/>
            <p:nvPr/>
          </p:nvSpPr>
          <p:spPr>
            <a:xfrm rot="3814723">
              <a:off x="7560750" y="4645998"/>
              <a:ext cx="754974" cy="787421"/>
            </a:xfrm>
            <a:prstGeom prst="arc">
              <a:avLst>
                <a:gd name="adj1" fmla="val 15995177"/>
                <a:gd name="adj2" fmla="val 182858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Arc 55"/>
            <p:cNvSpPr/>
            <p:nvPr/>
          </p:nvSpPr>
          <p:spPr>
            <a:xfrm rot="3814723">
              <a:off x="7559918" y="4633960"/>
              <a:ext cx="754974" cy="787421"/>
            </a:xfrm>
            <a:prstGeom prst="arc">
              <a:avLst>
                <a:gd name="adj1" fmla="val 18570168"/>
                <a:gd name="adj2" fmla="val 534454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 rot="5400000">
            <a:off x="8716850" y="3489229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8897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9" grpId="0" animBg="1"/>
      <p:bldP spid="20" grpId="0" animBg="1"/>
      <p:bldP spid="29" grpId="0"/>
      <p:bldP spid="30" grpId="0"/>
      <p:bldP spid="31" grpId="0"/>
      <p:bldP spid="32" grpId="0" animBg="1"/>
      <p:bldP spid="33" grpId="0" animBg="1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501-EE30-456F-AE12-447FAE18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B8F6-50D3-4029-AD63-CC8AFCD3B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Complementary angles add up to 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Supplementary angles add up to 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Vertically opposite angles are e_______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many degrees in a straight line?</a:t>
            </a:r>
          </a:p>
          <a:p>
            <a:pPr marL="0" indent="0">
              <a:buNone/>
            </a:pPr>
            <a:r>
              <a:rPr lang="en-US" dirty="0"/>
              <a:t>How many degrees in a triangle?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985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4E5B-4D68-D94F-6CD5-610C8442C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0A13-323A-768F-E10A-AC9BBF16FD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“find the complement to…”</a:t>
            </a:r>
          </a:p>
          <a:p>
            <a:pPr marL="0" indent="0">
              <a:buNone/>
            </a:pPr>
            <a:r>
              <a:rPr lang="en-US" dirty="0"/>
              <a:t>“Find the supplement to…”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064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4" y="3160538"/>
            <a:ext cx="455717" cy="29276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105942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6B949-3AC6-4DB6-B8A1-526B70EA173D}"/>
              </a:ext>
            </a:extLst>
          </p:cNvPr>
          <p:cNvCxnSpPr>
            <a:cxnSpLocks/>
          </p:cNvCxnSpPr>
          <p:nvPr/>
        </p:nvCxnSpPr>
        <p:spPr>
          <a:xfrm>
            <a:off x="3338004" y="4163627"/>
            <a:ext cx="2263808" cy="192455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/>
              <p:nvPr/>
            </p:nvSpPr>
            <p:spPr>
              <a:xfrm>
                <a:off x="5086169" y="508303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55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169" y="508303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/>
              <p:nvPr/>
            </p:nvSpPr>
            <p:spPr>
              <a:xfrm>
                <a:off x="4469908" y="5633477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45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908" y="5633477"/>
                <a:ext cx="1305018" cy="461665"/>
              </a:xfrm>
              <a:prstGeom prst="rect">
                <a:avLst/>
              </a:prstGeom>
              <a:blipFill>
                <a:blip r:embed="rId6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1D2D3CF-6B21-4370-AC2F-4AEADF34E62F}"/>
              </a:ext>
            </a:extLst>
          </p:cNvPr>
          <p:cNvSpPr txBox="1"/>
          <p:nvPr/>
        </p:nvSpPr>
        <p:spPr>
          <a:xfrm>
            <a:off x="8104578" y="3160538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+ 45 + 55 = 180 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82EE5-8DBA-43EB-BE8B-AA7F8B3D9C17}"/>
              </a:ext>
            </a:extLst>
          </p:cNvPr>
          <p:cNvSpPr txBox="1"/>
          <p:nvPr/>
        </p:nvSpPr>
        <p:spPr>
          <a:xfrm>
            <a:off x="8451544" y="4170997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+ 100 = 180 </a:t>
            </a:r>
            <a:endParaRPr lang="en-AU" sz="2000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C203A65-39A1-447B-B16E-E497151A1417}"/>
              </a:ext>
            </a:extLst>
          </p:cNvPr>
          <p:cNvSpPr/>
          <p:nvPr/>
        </p:nvSpPr>
        <p:spPr>
          <a:xfrm>
            <a:off x="8762261" y="3560648"/>
            <a:ext cx="455717" cy="5434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77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2" y="3258105"/>
            <a:ext cx="1997473" cy="283008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6B949-3AC6-4DB6-B8A1-526B70EA173D}"/>
              </a:ext>
            </a:extLst>
          </p:cNvPr>
          <p:cNvCxnSpPr>
            <a:cxnSpLocks/>
          </p:cNvCxnSpPr>
          <p:nvPr/>
        </p:nvCxnSpPr>
        <p:spPr>
          <a:xfrm>
            <a:off x="4083728" y="3577701"/>
            <a:ext cx="1518083" cy="25104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/>
              <p:nvPr/>
            </p:nvSpPr>
            <p:spPr>
              <a:xfrm>
                <a:off x="5381347" y="500861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47" y="5008611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/>
              <p:nvPr/>
            </p:nvSpPr>
            <p:spPr>
              <a:xfrm>
                <a:off x="4744375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75" y="5626521"/>
                <a:ext cx="1305018" cy="461665"/>
              </a:xfrm>
              <a:prstGeom prst="rect">
                <a:avLst/>
              </a:prstGeom>
              <a:blipFill>
                <a:blip r:embed="rId6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96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CE07-6B34-4E71-A589-9DB4036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D2778-FF1F-42BA-956F-074F4FCB2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missing angle.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369A19-A6CB-48BC-A7B1-BB3E6E54D356}"/>
              </a:ext>
            </a:extLst>
          </p:cNvPr>
          <p:cNvSpPr/>
          <p:nvPr/>
        </p:nvSpPr>
        <p:spPr>
          <a:xfrm>
            <a:off x="4083728" y="2521258"/>
            <a:ext cx="5060272" cy="3655705"/>
          </a:xfrm>
          <a:prstGeom prst="triangle">
            <a:avLst>
              <a:gd name="adj" fmla="val 7614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/>
              <p:nvPr/>
            </p:nvSpPr>
            <p:spPr>
              <a:xfrm>
                <a:off x="7554897" y="2920754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2920754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5650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/>
              <p:nvPr/>
            </p:nvSpPr>
            <p:spPr>
              <a:xfrm>
                <a:off x="4536489" y="5655075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50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489" y="5655075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10DA100-6217-42BD-81C9-92899FF19CE6}"/>
              </a:ext>
            </a:extLst>
          </p:cNvPr>
          <p:cNvSpPr txBox="1"/>
          <p:nvPr/>
        </p:nvSpPr>
        <p:spPr>
          <a:xfrm>
            <a:off x="2357021" y="2895726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+ 80 + 50 = 180 </a:t>
            </a:r>
            <a:endParaRPr lang="en-A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9AC80-70A1-439E-9D2F-BF8E09F6B670}"/>
              </a:ext>
            </a:extLst>
          </p:cNvPr>
          <p:cNvSpPr txBox="1"/>
          <p:nvPr/>
        </p:nvSpPr>
        <p:spPr>
          <a:xfrm>
            <a:off x="2587840" y="3985459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+ 130 = 180 </a:t>
            </a:r>
            <a:endParaRPr lang="en-AU" sz="2000" b="1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D5B3543-92C3-40C9-BEA9-1E39ACF38145}"/>
              </a:ext>
            </a:extLst>
          </p:cNvPr>
          <p:cNvSpPr/>
          <p:nvPr/>
        </p:nvSpPr>
        <p:spPr>
          <a:xfrm>
            <a:off x="2954045" y="3260614"/>
            <a:ext cx="532660" cy="7368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89C5A3-7178-40B9-9593-3EB45AF620B6}"/>
                  </a:ext>
                </a:extLst>
              </p:cNvPr>
              <p:cNvSpPr txBox="1"/>
              <p:nvPr/>
            </p:nvSpPr>
            <p:spPr>
              <a:xfrm>
                <a:off x="8629095" y="5715298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89C5A3-7178-40B9-9593-3EB45AF62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095" y="5715298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004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CE07-6B34-4E71-A589-9DB4036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D2778-FF1F-42BA-956F-074F4FCB2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missing angle.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369A19-A6CB-48BC-A7B1-BB3E6E54D356}"/>
              </a:ext>
            </a:extLst>
          </p:cNvPr>
          <p:cNvSpPr/>
          <p:nvPr/>
        </p:nvSpPr>
        <p:spPr>
          <a:xfrm>
            <a:off x="4083728" y="2521258"/>
            <a:ext cx="5060272" cy="3655705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/>
              <p:nvPr/>
            </p:nvSpPr>
            <p:spPr>
              <a:xfrm>
                <a:off x="8522563" y="5655075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90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5655075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/>
              <p:nvPr/>
            </p:nvSpPr>
            <p:spPr>
              <a:xfrm>
                <a:off x="4536489" y="5776853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65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489" y="5776853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10DA100-6217-42BD-81C9-92899FF19CE6}"/>
              </a:ext>
            </a:extLst>
          </p:cNvPr>
          <p:cNvSpPr txBox="1"/>
          <p:nvPr/>
        </p:nvSpPr>
        <p:spPr>
          <a:xfrm>
            <a:off x="2357021" y="2895726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+ 65 + 90 = 180 </a:t>
            </a:r>
            <a:endParaRPr lang="en-A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9AC80-70A1-439E-9D2F-BF8E09F6B670}"/>
              </a:ext>
            </a:extLst>
          </p:cNvPr>
          <p:cNvSpPr txBox="1"/>
          <p:nvPr/>
        </p:nvSpPr>
        <p:spPr>
          <a:xfrm>
            <a:off x="2587840" y="3985459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 + 155 = 180 </a:t>
            </a:r>
            <a:endParaRPr lang="en-AU" sz="2000" b="1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D5B3543-92C3-40C9-BEA9-1E39ACF38145}"/>
              </a:ext>
            </a:extLst>
          </p:cNvPr>
          <p:cNvSpPr/>
          <p:nvPr/>
        </p:nvSpPr>
        <p:spPr>
          <a:xfrm>
            <a:off x="2954045" y="3260614"/>
            <a:ext cx="532660" cy="7368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C95E81-0F84-4F89-8F15-FB75EC436D70}"/>
                  </a:ext>
                </a:extLst>
              </p:cNvPr>
              <p:cNvSpPr txBox="1"/>
              <p:nvPr/>
            </p:nvSpPr>
            <p:spPr>
              <a:xfrm>
                <a:off x="8717872" y="2798949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C95E81-0F84-4F89-8F15-FB75EC436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872" y="2798949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156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CE07-6B34-4E71-A589-9DB4036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D2778-FF1F-42BA-956F-074F4FCB2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missing angle.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369A19-A6CB-48BC-A7B1-BB3E6E54D356}"/>
              </a:ext>
            </a:extLst>
          </p:cNvPr>
          <p:cNvSpPr/>
          <p:nvPr/>
        </p:nvSpPr>
        <p:spPr>
          <a:xfrm>
            <a:off x="4083728" y="2521258"/>
            <a:ext cx="5060272" cy="3655705"/>
          </a:xfrm>
          <a:prstGeom prst="triangle">
            <a:avLst>
              <a:gd name="adj" fmla="val 7614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/>
              <p:nvPr/>
            </p:nvSpPr>
            <p:spPr>
              <a:xfrm>
                <a:off x="7554897" y="2920754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94CBF-9862-4730-97F2-B77E9F1E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2920754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5650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/>
              <p:nvPr/>
            </p:nvSpPr>
            <p:spPr>
              <a:xfrm>
                <a:off x="4536489" y="5655075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50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C48D0-B3CB-42A9-9664-D76E489BE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489" y="5655075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10DA100-6217-42BD-81C9-92899FF19CE6}"/>
              </a:ext>
            </a:extLst>
          </p:cNvPr>
          <p:cNvSpPr txBox="1"/>
          <p:nvPr/>
        </p:nvSpPr>
        <p:spPr>
          <a:xfrm>
            <a:off x="2357021" y="2895726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 + 80 + 50 = 180 </a:t>
            </a:r>
            <a:endParaRPr lang="en-A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9AC80-70A1-439E-9D2F-BF8E09F6B670}"/>
              </a:ext>
            </a:extLst>
          </p:cNvPr>
          <p:cNvSpPr txBox="1"/>
          <p:nvPr/>
        </p:nvSpPr>
        <p:spPr>
          <a:xfrm>
            <a:off x="2587840" y="3985459"/>
            <a:ext cx="271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 + 130 = 180 </a:t>
            </a:r>
            <a:endParaRPr lang="en-AU" sz="2000" b="1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D5B3543-92C3-40C9-BEA9-1E39ACF38145}"/>
              </a:ext>
            </a:extLst>
          </p:cNvPr>
          <p:cNvSpPr/>
          <p:nvPr/>
        </p:nvSpPr>
        <p:spPr>
          <a:xfrm>
            <a:off x="2954045" y="3260614"/>
            <a:ext cx="532660" cy="7368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84C463-05EC-4329-96A6-D80A314C26E6}"/>
              </a:ext>
            </a:extLst>
          </p:cNvPr>
          <p:cNvCxnSpPr>
            <a:stCxn id="4" idx="3"/>
          </p:cNvCxnSpPr>
          <p:nvPr/>
        </p:nvCxnSpPr>
        <p:spPr>
          <a:xfrm>
            <a:off x="7936619" y="6176963"/>
            <a:ext cx="38351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310049-D94C-4969-80DE-3D969158F680}"/>
                  </a:ext>
                </a:extLst>
              </p:cNvPr>
              <p:cNvSpPr txBox="1"/>
              <p:nvPr/>
            </p:nvSpPr>
            <p:spPr>
              <a:xfrm>
                <a:off x="9201695" y="565507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310049-D94C-4969-80DE-3D969158F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695" y="5655075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69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D60AD-0E7B-4E90-8AA4-A7DD8D9312AE}"/>
                  </a:ext>
                </a:extLst>
              </p:cNvPr>
              <p:cNvSpPr txBox="1"/>
              <p:nvPr/>
            </p:nvSpPr>
            <p:spPr>
              <a:xfrm>
                <a:off x="8549186" y="565507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D60AD-0E7B-4E90-8AA4-A7DD8D931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186" y="565507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69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187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12E0-B298-4806-A9D9-4C64EF27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going to have the same angles?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A17A47-50F7-4E2F-8C35-3ADAC537E9E2}"/>
              </a:ext>
            </a:extLst>
          </p:cNvPr>
          <p:cNvCxnSpPr>
            <a:cxnSpLocks/>
          </p:cNvCxnSpPr>
          <p:nvPr/>
        </p:nvCxnSpPr>
        <p:spPr>
          <a:xfrm flipH="1">
            <a:off x="568171" y="2145221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9B49E5-9ED1-49D1-ABEF-E119982D0DF1}"/>
              </a:ext>
            </a:extLst>
          </p:cNvPr>
          <p:cNvCxnSpPr/>
          <p:nvPr/>
        </p:nvCxnSpPr>
        <p:spPr>
          <a:xfrm>
            <a:off x="3133818" y="2145221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FCC1AD-ABFF-4AFA-A062-810579769373}"/>
              </a:ext>
            </a:extLst>
          </p:cNvPr>
          <p:cNvCxnSpPr/>
          <p:nvPr/>
        </p:nvCxnSpPr>
        <p:spPr>
          <a:xfrm>
            <a:off x="568171" y="5149048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0AC262-0734-42BB-B4F0-E9189A7870CD}"/>
                  </a:ext>
                </a:extLst>
              </p14:cNvPr>
              <p14:cNvContentPartPr/>
              <p14:nvPr/>
            </p14:nvContentPartPr>
            <p14:xfrm>
              <a:off x="3479397" y="2787064"/>
              <a:ext cx="90360" cy="162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0AC262-0734-42BB-B4F0-E9189A7870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3397" y="2715064"/>
                <a:ext cx="1620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110764-A978-4EC5-877C-9172532C2EE4}"/>
                  </a:ext>
                </a:extLst>
              </p14:cNvPr>
              <p14:cNvContentPartPr/>
              <p14:nvPr/>
            </p14:nvContentPartPr>
            <p14:xfrm>
              <a:off x="3450597" y="2173264"/>
              <a:ext cx="146160" cy="171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110764-A978-4EC5-877C-9172532C2E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4597" y="2101624"/>
                <a:ext cx="2178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AA44B3-CD29-4A5A-AF83-917B9F536E9D}"/>
                  </a:ext>
                </a:extLst>
              </p14:cNvPr>
              <p14:cNvContentPartPr/>
              <p14:nvPr/>
            </p14:nvContentPartPr>
            <p14:xfrm>
              <a:off x="3042357" y="2536864"/>
              <a:ext cx="164160" cy="127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AA44B3-CD29-4A5A-AF83-917B9F536E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6357" y="2464864"/>
                <a:ext cx="2358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3FC28C-B62E-4735-8008-CB1CAEA5463B}"/>
                  </a:ext>
                </a:extLst>
              </p14:cNvPr>
              <p14:cNvContentPartPr/>
              <p14:nvPr/>
            </p14:nvContentPartPr>
            <p14:xfrm>
              <a:off x="3780357" y="2564944"/>
              <a:ext cx="190800" cy="135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3FC28C-B62E-4735-8008-CB1CAEA546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44717" y="2492944"/>
                <a:ext cx="2624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F775F5F-71E0-4028-9540-B99424F04FFA}"/>
                  </a:ext>
                </a:extLst>
              </p14:cNvPr>
              <p14:cNvContentPartPr/>
              <p14:nvPr/>
            </p14:nvContentPartPr>
            <p14:xfrm>
              <a:off x="1464477" y="4845184"/>
              <a:ext cx="171000" cy="138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F775F5F-71E0-4028-9540-B99424F04F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8837" y="4773184"/>
                <a:ext cx="2426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E3F5F2-6681-487C-B6A3-040A881228A5}"/>
                  </a:ext>
                </a:extLst>
              </p14:cNvPr>
              <p14:cNvContentPartPr/>
              <p14:nvPr/>
            </p14:nvContentPartPr>
            <p14:xfrm>
              <a:off x="476637" y="5325424"/>
              <a:ext cx="171000" cy="136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E3F5F2-6681-487C-B6A3-040A881228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0997" y="5253784"/>
                <a:ext cx="2426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F4E7A8-94CF-477F-B418-528C93839DB1}"/>
                  </a:ext>
                </a:extLst>
              </p14:cNvPr>
              <p14:cNvContentPartPr/>
              <p14:nvPr/>
            </p14:nvContentPartPr>
            <p14:xfrm>
              <a:off x="911517" y="4819624"/>
              <a:ext cx="138600" cy="125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F4E7A8-94CF-477F-B418-528C93839D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5877" y="4747624"/>
                <a:ext cx="2102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1F139D5-9039-434D-900D-FACE6F488E2A}"/>
                  </a:ext>
                </a:extLst>
              </p14:cNvPr>
              <p14:cNvContentPartPr/>
              <p14:nvPr/>
            </p14:nvContentPartPr>
            <p14:xfrm>
              <a:off x="1133637" y="5326144"/>
              <a:ext cx="138240" cy="16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1F139D5-9039-434D-900D-FACE6F488E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7637" y="5254144"/>
                <a:ext cx="2098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66DE0A-A78F-456C-907C-D775C50DB1CB}"/>
                  </a:ext>
                </a:extLst>
              </p14:cNvPr>
              <p14:cNvContentPartPr/>
              <p14:nvPr/>
            </p14:nvContentPartPr>
            <p14:xfrm>
              <a:off x="5012997" y="4801984"/>
              <a:ext cx="196560" cy="154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66DE0A-A78F-456C-907C-D775C50DB1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76997" y="4729984"/>
                <a:ext cx="2682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D081903-C9FB-45E1-8C0B-8A90763A7FBA}"/>
                  </a:ext>
                </a:extLst>
              </p14:cNvPr>
              <p14:cNvContentPartPr/>
              <p14:nvPr/>
            </p14:nvContentPartPr>
            <p14:xfrm>
              <a:off x="6203157" y="5316424"/>
              <a:ext cx="199440" cy="180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D081903-C9FB-45E1-8C0B-8A90763A7FB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67157" y="5244784"/>
                <a:ext cx="27108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C20D77-E4BA-4A16-ADF6-46EB235EC18A}"/>
                  </a:ext>
                </a:extLst>
              </p14:cNvPr>
              <p14:cNvContentPartPr/>
              <p14:nvPr/>
            </p14:nvContentPartPr>
            <p14:xfrm>
              <a:off x="5430957" y="5281144"/>
              <a:ext cx="172800" cy="21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C20D77-E4BA-4A16-ADF6-46EB235EC18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94957" y="5209144"/>
                <a:ext cx="244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455794-A7F2-4F20-8E68-43639838AA3E}"/>
                  </a:ext>
                </a:extLst>
              </p14:cNvPr>
              <p14:cNvContentPartPr/>
              <p14:nvPr/>
            </p14:nvContentPartPr>
            <p14:xfrm>
              <a:off x="5794557" y="4764904"/>
              <a:ext cx="182880" cy="164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455794-A7F2-4F20-8E68-43639838AA3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58557" y="4693264"/>
                <a:ext cx="254520" cy="3081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1B4E4C3-A7CB-413C-B302-C6FB0036D84C}"/>
              </a:ext>
            </a:extLst>
          </p:cNvPr>
          <p:cNvSpPr txBox="1"/>
          <p:nvPr/>
        </p:nvSpPr>
        <p:spPr>
          <a:xfrm>
            <a:off x="7315200" y="1690688"/>
            <a:ext cx="46851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Matching </a:t>
            </a:r>
            <a:r>
              <a:rPr lang="en-US" sz="2400" b="1" dirty="0" err="1"/>
              <a:t>colours</a:t>
            </a:r>
            <a:r>
              <a:rPr lang="en-US" sz="2400" b="1" dirty="0"/>
              <a:t> are equal because they are……..</a:t>
            </a:r>
          </a:p>
          <a:p>
            <a:endParaRPr lang="en-US" sz="2400" b="1" dirty="0"/>
          </a:p>
          <a:p>
            <a:r>
              <a:rPr lang="en-US" sz="2400" b="1" dirty="0"/>
              <a:t>What should 1 red and 1 yellow equal if together they form a straight line?</a:t>
            </a:r>
          </a:p>
          <a:p>
            <a:endParaRPr lang="en-US" sz="2400" b="1" dirty="0"/>
          </a:p>
          <a:p>
            <a:r>
              <a:rPr lang="en-US" sz="2400" b="1" dirty="0"/>
              <a:t>1 orange and 1 green? </a:t>
            </a:r>
          </a:p>
          <a:p>
            <a:endParaRPr lang="en-US" sz="2400" b="1" dirty="0"/>
          </a:p>
          <a:p>
            <a:r>
              <a:rPr lang="en-US" sz="2400" b="1" dirty="0"/>
              <a:t>1 black and 1 blue? </a:t>
            </a:r>
          </a:p>
          <a:p>
            <a:endParaRPr lang="en-US" sz="2400" b="1" dirty="0"/>
          </a:p>
          <a:p>
            <a:r>
              <a:rPr lang="en-US" sz="2400" b="1" dirty="0"/>
              <a:t>What will 1 red, plus 1 green and 1 blue equal? Why?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081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9296-2003-4F85-81BB-1CB8734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missing angles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B0B100-0419-4DAB-9C50-F686426F1C62}"/>
              </a:ext>
            </a:extLst>
          </p:cNvPr>
          <p:cNvCxnSpPr>
            <a:cxnSpLocks/>
          </p:cNvCxnSpPr>
          <p:nvPr/>
        </p:nvCxnSpPr>
        <p:spPr>
          <a:xfrm flipH="1">
            <a:off x="3089429" y="2171854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3F409-9B0B-4256-98FC-0EDFC308B218}"/>
              </a:ext>
            </a:extLst>
          </p:cNvPr>
          <p:cNvCxnSpPr/>
          <p:nvPr/>
        </p:nvCxnSpPr>
        <p:spPr>
          <a:xfrm>
            <a:off x="5655076" y="2171854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939717-B0EA-431E-AA7A-EE9516EA4A73}"/>
              </a:ext>
            </a:extLst>
          </p:cNvPr>
          <p:cNvCxnSpPr/>
          <p:nvPr/>
        </p:nvCxnSpPr>
        <p:spPr>
          <a:xfrm>
            <a:off x="3089429" y="5175681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C26295-4E47-41ED-B832-F76BAF429781}"/>
                  </a:ext>
                </a:extLst>
              </p:cNvPr>
              <p:cNvSpPr txBox="1"/>
              <p:nvPr/>
            </p:nvSpPr>
            <p:spPr>
              <a:xfrm>
                <a:off x="5788240" y="2823099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50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C26295-4E47-41ED-B832-F76BAF429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240" y="2823099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6250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6454C-B6B5-429C-87D4-E8705DEE37D6}"/>
                  </a:ext>
                </a:extLst>
              </p:cNvPr>
              <p:cNvSpPr txBox="1"/>
              <p:nvPr/>
            </p:nvSpPr>
            <p:spPr>
              <a:xfrm>
                <a:off x="3704947" y="4775571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6454C-B6B5-429C-87D4-E8705DEE3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947" y="4775571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067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7326-8128-410C-A650-F9112B6D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try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684F9D-A669-4B77-A4CD-EB597ACEE3E2}"/>
              </a:ext>
            </a:extLst>
          </p:cNvPr>
          <p:cNvCxnSpPr>
            <a:cxnSpLocks/>
          </p:cNvCxnSpPr>
          <p:nvPr/>
        </p:nvCxnSpPr>
        <p:spPr>
          <a:xfrm flipH="1">
            <a:off x="3258105" y="1941035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BCE1CB-3DAA-4096-9388-710E3E380A7C}"/>
              </a:ext>
            </a:extLst>
          </p:cNvPr>
          <p:cNvCxnSpPr/>
          <p:nvPr/>
        </p:nvCxnSpPr>
        <p:spPr>
          <a:xfrm>
            <a:off x="5823752" y="1941035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3FA554-19BF-4B4F-A648-171C92566CC4}"/>
              </a:ext>
            </a:extLst>
          </p:cNvPr>
          <p:cNvCxnSpPr/>
          <p:nvPr/>
        </p:nvCxnSpPr>
        <p:spPr>
          <a:xfrm>
            <a:off x="3258105" y="4944862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FB982-E463-4769-A4EA-A0FD014F6C56}"/>
                  </a:ext>
                </a:extLst>
              </p:cNvPr>
              <p:cNvSpPr txBox="1"/>
              <p:nvPr/>
            </p:nvSpPr>
            <p:spPr>
              <a:xfrm>
                <a:off x="5948038" y="2592279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60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FB982-E463-4769-A4EA-A0FD014F6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038" y="2592279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6250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3B4F1A-E1B5-4934-895B-CE1050202521}"/>
                  </a:ext>
                </a:extLst>
              </p:cNvPr>
              <p:cNvSpPr txBox="1"/>
              <p:nvPr/>
            </p:nvSpPr>
            <p:spPr>
              <a:xfrm>
                <a:off x="4208016" y="4482608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70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3B4F1A-E1B5-4934-895B-CE105020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016" y="4482608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50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918D878-5F32-43A0-9264-273A376BF025}"/>
              </a:ext>
            </a:extLst>
          </p:cNvPr>
          <p:cNvSpPr txBox="1"/>
          <p:nvPr/>
        </p:nvSpPr>
        <p:spPr>
          <a:xfrm>
            <a:off x="470517" y="1367161"/>
            <a:ext cx="3113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 the triangle with extra lines. We will be using this often, </a:t>
            </a:r>
            <a:r>
              <a:rPr lang="en-US" b="1" u="sng" dirty="0"/>
              <a:t>so don’t BIN the triangle.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69122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65E-EB8E-4292-A8B2-39983CE2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try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EB7855-A24A-47D8-A86A-22893E37C235}"/>
              </a:ext>
            </a:extLst>
          </p:cNvPr>
          <p:cNvCxnSpPr>
            <a:cxnSpLocks/>
          </p:cNvCxnSpPr>
          <p:nvPr/>
        </p:nvCxnSpPr>
        <p:spPr>
          <a:xfrm flipH="1">
            <a:off x="3258105" y="2100833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A34C2-39A6-48BD-A724-9B7277CED54A}"/>
              </a:ext>
            </a:extLst>
          </p:cNvPr>
          <p:cNvCxnSpPr/>
          <p:nvPr/>
        </p:nvCxnSpPr>
        <p:spPr>
          <a:xfrm>
            <a:off x="5823752" y="2100833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E1933-8B05-468F-AC14-6B51CB6BFE84}"/>
              </a:ext>
            </a:extLst>
          </p:cNvPr>
          <p:cNvCxnSpPr/>
          <p:nvPr/>
        </p:nvCxnSpPr>
        <p:spPr>
          <a:xfrm>
            <a:off x="3258105" y="5104660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CCAB5-B1B5-462A-9818-30EB9071F495}"/>
                  </a:ext>
                </a:extLst>
              </p:cNvPr>
              <p:cNvSpPr txBox="1"/>
              <p:nvPr/>
            </p:nvSpPr>
            <p:spPr>
              <a:xfrm>
                <a:off x="5921405" y="2797509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45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CCAB5-B1B5-462A-9818-30EB9071F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05" y="2797509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5650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6C27C-EEE1-4254-8593-18EFEA110166}"/>
                  </a:ext>
                </a:extLst>
              </p:cNvPr>
              <p:cNvSpPr txBox="1"/>
              <p:nvPr/>
            </p:nvSpPr>
            <p:spPr>
              <a:xfrm>
                <a:off x="4145871" y="4642406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60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6C27C-EEE1-4254-8593-18EFEA110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71" y="4642406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51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65E-EB8E-4292-A8B2-39983CE2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try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EB7855-A24A-47D8-A86A-22893E37C235}"/>
              </a:ext>
            </a:extLst>
          </p:cNvPr>
          <p:cNvCxnSpPr>
            <a:cxnSpLocks/>
          </p:cNvCxnSpPr>
          <p:nvPr/>
        </p:nvCxnSpPr>
        <p:spPr>
          <a:xfrm flipH="1">
            <a:off x="3258105" y="2100833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A34C2-39A6-48BD-A724-9B7277CED54A}"/>
              </a:ext>
            </a:extLst>
          </p:cNvPr>
          <p:cNvCxnSpPr/>
          <p:nvPr/>
        </p:nvCxnSpPr>
        <p:spPr>
          <a:xfrm>
            <a:off x="5823752" y="2100833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E1933-8B05-468F-AC14-6B51CB6BFE84}"/>
              </a:ext>
            </a:extLst>
          </p:cNvPr>
          <p:cNvCxnSpPr/>
          <p:nvPr/>
        </p:nvCxnSpPr>
        <p:spPr>
          <a:xfrm>
            <a:off x="3258105" y="5104660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CCAB5-B1B5-462A-9818-30EB9071F495}"/>
                  </a:ext>
                </a:extLst>
              </p:cNvPr>
              <p:cNvSpPr txBox="1"/>
              <p:nvPr/>
            </p:nvSpPr>
            <p:spPr>
              <a:xfrm>
                <a:off x="5921405" y="2797509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65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CCAB5-B1B5-462A-9818-30EB9071F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05" y="2797509"/>
                <a:ext cx="1074198" cy="400110"/>
              </a:xfrm>
              <a:prstGeom prst="rect">
                <a:avLst/>
              </a:prstGeom>
              <a:blipFill>
                <a:blip r:embed="rId2"/>
                <a:stretch>
                  <a:fillRect l="-5650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6C27C-EEE1-4254-8593-18EFEA110166}"/>
                  </a:ext>
                </a:extLst>
              </p:cNvPr>
              <p:cNvSpPr txBox="1"/>
              <p:nvPr/>
            </p:nvSpPr>
            <p:spPr>
              <a:xfrm>
                <a:off x="4145871" y="4642406"/>
                <a:ext cx="10741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70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6C27C-EEE1-4254-8593-18EFEA110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71" y="4642406"/>
                <a:ext cx="1074198" cy="400110"/>
              </a:xfrm>
              <a:prstGeom prst="rect">
                <a:avLst/>
              </a:prstGeom>
              <a:blipFill>
                <a:blip r:embed="rId3"/>
                <a:stretch>
                  <a:fillRect l="-568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28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65E-EB8E-4292-A8B2-39983CE2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try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EB7855-A24A-47D8-A86A-22893E37C235}"/>
              </a:ext>
            </a:extLst>
          </p:cNvPr>
          <p:cNvCxnSpPr>
            <a:cxnSpLocks/>
          </p:cNvCxnSpPr>
          <p:nvPr/>
        </p:nvCxnSpPr>
        <p:spPr>
          <a:xfrm flipH="1">
            <a:off x="3258105" y="2100833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A34C2-39A6-48BD-A724-9B7277CED54A}"/>
              </a:ext>
            </a:extLst>
          </p:cNvPr>
          <p:cNvCxnSpPr/>
          <p:nvPr/>
        </p:nvCxnSpPr>
        <p:spPr>
          <a:xfrm>
            <a:off x="5823752" y="2100833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E1933-8B05-468F-AC14-6B51CB6BFE84}"/>
              </a:ext>
            </a:extLst>
          </p:cNvPr>
          <p:cNvCxnSpPr/>
          <p:nvPr/>
        </p:nvCxnSpPr>
        <p:spPr>
          <a:xfrm>
            <a:off x="3258105" y="5104660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2CCAB5-B1B5-462A-9818-30EB9071F495}"/>
              </a:ext>
            </a:extLst>
          </p:cNvPr>
          <p:cNvSpPr txBox="1"/>
          <p:nvPr/>
        </p:nvSpPr>
        <p:spPr>
          <a:xfrm>
            <a:off x="6043474" y="2700251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1D766-E805-4442-9F62-5A068E66FFA6}"/>
              </a:ext>
            </a:extLst>
          </p:cNvPr>
          <p:cNvSpPr txBox="1"/>
          <p:nvPr/>
        </p:nvSpPr>
        <p:spPr>
          <a:xfrm>
            <a:off x="4129595" y="464240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B9AFD-9206-4E19-A345-8B404C5C256B}"/>
              </a:ext>
            </a:extLst>
          </p:cNvPr>
          <p:cNvSpPr txBox="1"/>
          <p:nvPr/>
        </p:nvSpPr>
        <p:spPr>
          <a:xfrm>
            <a:off x="7689541" y="465954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71A29-7558-401C-8718-52DAD8E13C2B}"/>
              </a:ext>
            </a:extLst>
          </p:cNvPr>
          <p:cNvSpPr txBox="1"/>
          <p:nvPr/>
        </p:nvSpPr>
        <p:spPr>
          <a:xfrm>
            <a:off x="6089342" y="190077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27F8-312A-4283-820E-2A9EF0BEE3F0}"/>
              </a:ext>
            </a:extLst>
          </p:cNvPr>
          <p:cNvSpPr txBox="1"/>
          <p:nvPr/>
        </p:nvSpPr>
        <p:spPr>
          <a:xfrm>
            <a:off x="6371208" y="2333310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33409-65C4-4953-8EB6-5946C9FC9D6C}"/>
              </a:ext>
            </a:extLst>
          </p:cNvPr>
          <p:cNvSpPr txBox="1"/>
          <p:nvPr/>
        </p:nvSpPr>
        <p:spPr>
          <a:xfrm>
            <a:off x="5742373" y="234085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</a:t>
            </a:r>
            <a:endParaRPr lang="en-A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0CA63-6B92-4134-B807-EE58F30A2EA9}"/>
              </a:ext>
            </a:extLst>
          </p:cNvPr>
          <p:cNvSpPr txBox="1"/>
          <p:nvPr/>
        </p:nvSpPr>
        <p:spPr>
          <a:xfrm>
            <a:off x="3583620" y="464240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7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338FF-4B47-4E09-87FA-3531F92C0C4A}"/>
              </a:ext>
            </a:extLst>
          </p:cNvPr>
          <p:cNvSpPr txBox="1"/>
          <p:nvPr/>
        </p:nvSpPr>
        <p:spPr>
          <a:xfrm>
            <a:off x="3144174" y="505965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8</a:t>
            </a:r>
            <a:endParaRPr lang="en-AU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5F8BB-47D1-4817-8576-D495783D9AF7}"/>
              </a:ext>
            </a:extLst>
          </p:cNvPr>
          <p:cNvSpPr txBox="1"/>
          <p:nvPr/>
        </p:nvSpPr>
        <p:spPr>
          <a:xfrm>
            <a:off x="3764133" y="5161441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9</a:t>
            </a:r>
            <a:endParaRPr lang="en-AU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91B0E-8227-4ED3-BE6B-C2931B547425}"/>
              </a:ext>
            </a:extLst>
          </p:cNvPr>
          <p:cNvSpPr txBox="1"/>
          <p:nvPr/>
        </p:nvSpPr>
        <p:spPr>
          <a:xfrm>
            <a:off x="8285086" y="467347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</a:t>
            </a:r>
            <a:endParaRPr lang="en-AU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D76B4-D83F-47B4-A473-4FCAAFEC0D19}"/>
              </a:ext>
            </a:extLst>
          </p:cNvPr>
          <p:cNvSpPr txBox="1"/>
          <p:nvPr/>
        </p:nvSpPr>
        <p:spPr>
          <a:xfrm>
            <a:off x="8074241" y="5123713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11</a:t>
            </a:r>
            <a:endParaRPr lang="en-AU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B4F4F-70EF-4ADF-BAD7-55926F192B18}"/>
              </a:ext>
            </a:extLst>
          </p:cNvPr>
          <p:cNvSpPr txBox="1"/>
          <p:nvPr/>
        </p:nvSpPr>
        <p:spPr>
          <a:xfrm>
            <a:off x="8763739" y="5123713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A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45951-1AF6-4351-921E-1708C74AA035}"/>
              </a:ext>
            </a:extLst>
          </p:cNvPr>
          <p:cNvSpPr txBox="1"/>
          <p:nvPr/>
        </p:nvSpPr>
        <p:spPr>
          <a:xfrm>
            <a:off x="488272" y="1828800"/>
            <a:ext cx="2149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 we know? </a:t>
            </a:r>
          </a:p>
          <a:p>
            <a:endParaRPr lang="en-US" dirty="0"/>
          </a:p>
          <a:p>
            <a:r>
              <a:rPr lang="en-US" dirty="0"/>
              <a:t>This is the geometric reasoning part.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5285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65E-EB8E-4292-A8B2-39983CE2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try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EB7855-A24A-47D8-A86A-22893E37C235}"/>
              </a:ext>
            </a:extLst>
          </p:cNvPr>
          <p:cNvCxnSpPr>
            <a:cxnSpLocks/>
          </p:cNvCxnSpPr>
          <p:nvPr/>
        </p:nvCxnSpPr>
        <p:spPr>
          <a:xfrm flipH="1">
            <a:off x="3258105" y="2100833"/>
            <a:ext cx="3379433" cy="35453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A34C2-39A6-48BD-A724-9B7277CED54A}"/>
              </a:ext>
            </a:extLst>
          </p:cNvPr>
          <p:cNvCxnSpPr/>
          <p:nvPr/>
        </p:nvCxnSpPr>
        <p:spPr>
          <a:xfrm>
            <a:off x="5823752" y="2100833"/>
            <a:ext cx="3053918" cy="3607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E1933-8B05-468F-AC14-6B51CB6BFE84}"/>
              </a:ext>
            </a:extLst>
          </p:cNvPr>
          <p:cNvCxnSpPr/>
          <p:nvPr/>
        </p:nvCxnSpPr>
        <p:spPr>
          <a:xfrm>
            <a:off x="3258105" y="5104660"/>
            <a:ext cx="61611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2CCAB5-B1B5-462A-9818-30EB9071F495}"/>
              </a:ext>
            </a:extLst>
          </p:cNvPr>
          <p:cNvSpPr txBox="1"/>
          <p:nvPr/>
        </p:nvSpPr>
        <p:spPr>
          <a:xfrm>
            <a:off x="6043474" y="2700251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1D766-E805-4442-9F62-5A068E66FFA6}"/>
              </a:ext>
            </a:extLst>
          </p:cNvPr>
          <p:cNvSpPr txBox="1"/>
          <p:nvPr/>
        </p:nvSpPr>
        <p:spPr>
          <a:xfrm>
            <a:off x="4129595" y="464240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B9AFD-9206-4E19-A345-8B404C5C256B}"/>
              </a:ext>
            </a:extLst>
          </p:cNvPr>
          <p:cNvSpPr txBox="1"/>
          <p:nvPr/>
        </p:nvSpPr>
        <p:spPr>
          <a:xfrm>
            <a:off x="7689541" y="465954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71A29-7558-401C-8718-52DAD8E13C2B}"/>
              </a:ext>
            </a:extLst>
          </p:cNvPr>
          <p:cNvSpPr txBox="1"/>
          <p:nvPr/>
        </p:nvSpPr>
        <p:spPr>
          <a:xfrm>
            <a:off x="6089342" y="190077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27F8-312A-4283-820E-2A9EF0BEE3F0}"/>
              </a:ext>
            </a:extLst>
          </p:cNvPr>
          <p:cNvSpPr txBox="1"/>
          <p:nvPr/>
        </p:nvSpPr>
        <p:spPr>
          <a:xfrm>
            <a:off x="6371208" y="2333310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33409-65C4-4953-8EB6-5946C9FC9D6C}"/>
              </a:ext>
            </a:extLst>
          </p:cNvPr>
          <p:cNvSpPr txBox="1"/>
          <p:nvPr/>
        </p:nvSpPr>
        <p:spPr>
          <a:xfrm>
            <a:off x="5742373" y="234085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</a:t>
            </a:r>
            <a:endParaRPr lang="en-A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0CA63-6B92-4134-B807-EE58F30A2EA9}"/>
              </a:ext>
            </a:extLst>
          </p:cNvPr>
          <p:cNvSpPr txBox="1"/>
          <p:nvPr/>
        </p:nvSpPr>
        <p:spPr>
          <a:xfrm>
            <a:off x="3583620" y="464240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7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338FF-4B47-4E09-87FA-3531F92C0C4A}"/>
              </a:ext>
            </a:extLst>
          </p:cNvPr>
          <p:cNvSpPr txBox="1"/>
          <p:nvPr/>
        </p:nvSpPr>
        <p:spPr>
          <a:xfrm>
            <a:off x="3144174" y="5059656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8</a:t>
            </a:r>
            <a:endParaRPr lang="en-AU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5F8BB-47D1-4817-8576-D495783D9AF7}"/>
              </a:ext>
            </a:extLst>
          </p:cNvPr>
          <p:cNvSpPr txBox="1"/>
          <p:nvPr/>
        </p:nvSpPr>
        <p:spPr>
          <a:xfrm>
            <a:off x="3764133" y="5161441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9</a:t>
            </a:r>
            <a:endParaRPr lang="en-AU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91B0E-8227-4ED3-BE6B-C2931B547425}"/>
              </a:ext>
            </a:extLst>
          </p:cNvPr>
          <p:cNvSpPr txBox="1"/>
          <p:nvPr/>
        </p:nvSpPr>
        <p:spPr>
          <a:xfrm>
            <a:off x="8285086" y="4673478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</a:t>
            </a:r>
            <a:endParaRPr lang="en-AU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D76B4-D83F-47B4-A473-4FCAAFEC0D19}"/>
              </a:ext>
            </a:extLst>
          </p:cNvPr>
          <p:cNvSpPr txBox="1"/>
          <p:nvPr/>
        </p:nvSpPr>
        <p:spPr>
          <a:xfrm>
            <a:off x="8074241" y="5123713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11</a:t>
            </a:r>
            <a:endParaRPr lang="en-AU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B4F4F-70EF-4ADF-BAD7-55926F192B18}"/>
              </a:ext>
            </a:extLst>
          </p:cNvPr>
          <p:cNvSpPr txBox="1"/>
          <p:nvPr/>
        </p:nvSpPr>
        <p:spPr>
          <a:xfrm>
            <a:off x="8763739" y="5123713"/>
            <a:ext cx="1074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AU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AF920A-DD96-4CDB-BE94-E56CC386882E}"/>
                  </a:ext>
                </a:extLst>
              </p:cNvPr>
              <p:cNvSpPr txBox="1"/>
              <p:nvPr/>
            </p:nvSpPr>
            <p:spPr>
              <a:xfrm>
                <a:off x="612559" y="1690688"/>
                <a:ext cx="21040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∠1 is 80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AU" sz="2400" b="1" dirty="0"/>
                  <a:t>What is </a:t>
                </a:r>
                <a:r>
                  <a:rPr lang="en-AU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∠6?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AF920A-DD96-4CDB-BE94-E56CC3868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59" y="1690688"/>
                <a:ext cx="2104008" cy="830997"/>
              </a:xfrm>
              <a:prstGeom prst="rect">
                <a:avLst/>
              </a:prstGeom>
              <a:blipFill>
                <a:blip r:embed="rId2"/>
                <a:stretch>
                  <a:fillRect l="-4335" t="-656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20B825-19D7-4CC1-AC01-CD20C3963793}"/>
                  </a:ext>
                </a:extLst>
              </p:cNvPr>
              <p:cNvSpPr txBox="1"/>
              <p:nvPr/>
            </p:nvSpPr>
            <p:spPr>
              <a:xfrm>
                <a:off x="656207" y="2900306"/>
                <a:ext cx="21040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∠3 is 45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AU" sz="2400" b="1" dirty="0"/>
                  <a:t>What is </a:t>
                </a:r>
                <a:r>
                  <a:rPr lang="en-AU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∠12?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20B825-19D7-4CC1-AC01-CD20C3963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07" y="2900306"/>
                <a:ext cx="2104008" cy="830997"/>
              </a:xfrm>
              <a:prstGeom prst="rect">
                <a:avLst/>
              </a:prstGeom>
              <a:blipFill>
                <a:blip r:embed="rId3"/>
                <a:stretch>
                  <a:fillRect l="-4638" t="-6618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D88428-3ADF-49ED-A515-BB2CD1E917A2}"/>
                  </a:ext>
                </a:extLst>
              </p:cNvPr>
              <p:cNvSpPr txBox="1"/>
              <p:nvPr/>
            </p:nvSpPr>
            <p:spPr>
              <a:xfrm>
                <a:off x="508987" y="4242296"/>
                <a:ext cx="21040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∠1 is 80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/>
                  <a:t> </a:t>
                </a:r>
                <a:r>
                  <a:rPr lang="en-AU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∠2 is 50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  <a:p>
                <a:r>
                  <a:rPr lang="en-AU" sz="2400" b="1" dirty="0"/>
                  <a:t>What is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∠3? 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D88428-3ADF-49ED-A515-BB2CD1E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87" y="4242296"/>
                <a:ext cx="2104008" cy="1200329"/>
              </a:xfrm>
              <a:prstGeom prst="rect">
                <a:avLst/>
              </a:prstGeom>
              <a:blipFill>
                <a:blip r:embed="rId4"/>
                <a:stretch>
                  <a:fillRect l="-4335" t="-4569" r="-6358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7234D7-26D2-4091-8B32-F3F10C8CA786}"/>
                  </a:ext>
                </a:extLst>
              </p:cNvPr>
              <p:cNvSpPr txBox="1"/>
              <p:nvPr/>
            </p:nvSpPr>
            <p:spPr>
              <a:xfrm>
                <a:off x="9484311" y="1195569"/>
                <a:ext cx="21040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∠5 is 70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AU" sz="2400" b="1" dirty="0"/>
                  <a:t>What is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∠1?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7234D7-26D2-4091-8B32-F3F10C8CA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311" y="1195569"/>
                <a:ext cx="2104008" cy="830997"/>
              </a:xfrm>
              <a:prstGeom prst="rect">
                <a:avLst/>
              </a:prstGeom>
              <a:blipFill>
                <a:blip r:embed="rId5"/>
                <a:stretch>
                  <a:fillRect l="-4638" t="-6618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015E78-40AF-4F72-80A3-0E8C634EAFD5}"/>
                  </a:ext>
                </a:extLst>
              </p:cNvPr>
              <p:cNvSpPr txBox="1"/>
              <p:nvPr/>
            </p:nvSpPr>
            <p:spPr>
              <a:xfrm>
                <a:off x="9497629" y="2644611"/>
                <a:ext cx="21040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∠3 is 70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∠2 is 70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What is </a:t>
                </a:r>
                <a:r>
                  <a:rPr lang="en-US" sz="24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∠1?</a:t>
                </a:r>
                <a:endParaRPr lang="en-US" sz="2400" b="1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015E78-40AF-4F72-80A3-0E8C634EA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29" y="2644611"/>
                <a:ext cx="2104008" cy="1200329"/>
              </a:xfrm>
              <a:prstGeom prst="rect">
                <a:avLst/>
              </a:prstGeom>
              <a:blipFill>
                <a:blip r:embed="rId6"/>
                <a:stretch>
                  <a:fillRect l="-4348" t="-4569" b="-111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91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271B-BD10-4090-98C6-F70762966F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34D2D-4844-4BB3-9428-C7DB91448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“who’s who?” </a:t>
            </a:r>
          </a:p>
          <a:p>
            <a:pPr marL="0" indent="0" algn="ctr">
              <a:buNone/>
            </a:pPr>
            <a:r>
              <a:rPr lang="en-US" dirty="0"/>
              <a:t>“what is the definition of a mermaid?”</a:t>
            </a:r>
          </a:p>
        </p:txBody>
      </p:sp>
    </p:spTree>
    <p:extLst>
      <p:ext uri="{BB962C8B-B14F-4D97-AF65-F5344CB8AC3E}">
        <p14:creationId xmlns:p14="http://schemas.microsoft.com/office/powerpoint/2010/main" val="303516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539</Words>
  <Application>Microsoft Office PowerPoint</Application>
  <PresentationFormat>Widescreen</PresentationFormat>
  <Paragraphs>161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Century Gothic</vt:lpstr>
      <vt:lpstr>Segoe UI Symbol</vt:lpstr>
      <vt:lpstr>Wingdings</vt:lpstr>
      <vt:lpstr>Office Theme</vt:lpstr>
      <vt:lpstr>Lesson objective </vt:lpstr>
      <vt:lpstr>Choral response </vt:lpstr>
      <vt:lpstr>Complementary Angles add up to 90o Which is not a pair of complementary angles? </vt:lpstr>
      <vt:lpstr>Supplementary Angles add up to 180o Which is not supplementary? </vt:lpstr>
      <vt:lpstr>Vertically Opposite angles are Equal</vt:lpstr>
      <vt:lpstr>Daily review</vt:lpstr>
      <vt:lpstr>Individual practice </vt:lpstr>
      <vt:lpstr>Whiteboards </vt:lpstr>
      <vt:lpstr>Whiteboards </vt:lpstr>
      <vt:lpstr>Whiteboards</vt:lpstr>
      <vt:lpstr>Whiteboards</vt:lpstr>
      <vt:lpstr>Whiteboards</vt:lpstr>
      <vt:lpstr>What is going to have the same angles? </vt:lpstr>
      <vt:lpstr>Solving missing angles</vt:lpstr>
      <vt:lpstr>We try </vt:lpstr>
      <vt:lpstr>Whiteboards: you try </vt:lpstr>
      <vt:lpstr>Whiteboards: you try </vt:lpstr>
      <vt:lpstr>Whiteboards: you try </vt:lpstr>
      <vt:lpstr>Whiteboards: you try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dcterms:created xsi:type="dcterms:W3CDTF">2021-09-21T12:14:09Z</dcterms:created>
  <dcterms:modified xsi:type="dcterms:W3CDTF">2023-08-30T00:52:24Z</dcterms:modified>
</cp:coreProperties>
</file>