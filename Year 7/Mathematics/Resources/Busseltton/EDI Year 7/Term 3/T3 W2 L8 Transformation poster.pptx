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80BB-6FEB-4A16-97B3-87060B3D1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0B731-9326-4CD0-9020-D0C294AE9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00418-EE33-4D42-B82A-0C9D2E4C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DAB8-6475-4FBD-A245-FFF013A5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46DE9-0461-4BCF-BCBB-8877F8D1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41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CAC8-82EA-4536-A2E2-5B8B61BD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66426-33D2-4D33-9DAE-16E84F015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273C5-EE6B-4D67-B816-6C9E2768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DB6CA-487E-49E1-A2F2-BC1B6EEF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CDDEB-BC41-47C0-9A26-D6D8C025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61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A8F9-24DA-4D29-B67E-E01322042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FD57A-255D-4726-BAB2-54CABE45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4DBF8-C1E2-4A59-8785-453B6309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8E399-02CF-406D-824C-E78DD7F0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14540-50E9-4E63-B7C2-5EFFD395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594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99DE-6CA1-4C8A-99AD-87B45117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A49ED-CE7F-4E86-B59B-FD150AAAA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5BD55-8A7E-4872-B7F1-EA396DAA6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1700E-3B1F-4EF2-B7EB-4A52A489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A591D-CB8D-4AA3-A24D-0818703A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D965B-2F0D-4FE7-AA49-395F2084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95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485C-DAE8-45FD-ABE2-F327932A2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5ECCE-E84D-4777-8AAA-8B84B7DAB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34A5B-A419-4571-863D-BADF253F2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7B434-8D38-494C-B377-47FFC6E7D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CFE97-5302-423A-928A-96A5AF59A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C476B-1046-4049-9942-D5C89262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6746C4-C4E3-48D3-9E66-9FD74900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B6CE8-0970-4766-B66F-92279242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64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D07E-7F9D-4BC4-807F-94AB272B8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B899B-1E4C-499F-A1FD-C0E1D7E4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B5EEE-5D8C-4A01-842C-609FEE42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20057-A396-4840-B458-9CC4F88D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3618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6C641-EA0B-4740-9D51-C144AA4B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CBB34-9022-402D-A16A-A10F1384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E26C8-6B8D-4D24-ABEB-E30615CE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0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7957-A8C8-4B46-B063-457121EA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CA9E2-BB14-4172-84A9-078127CF5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ED562-5D3A-45A6-A80F-68379C59D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038F3-29C7-4471-BFED-3922912F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B2133-3C92-44C2-97ED-7CFE65634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C5253-2470-4600-A45C-D6C3D1F8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83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36A23-BD2F-4407-B297-5930D1A1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2F039-8D10-481F-8E2C-02A5FDD5E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928E0-3719-4C28-8A88-08F0CBE0D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2FEE3-7F3E-4423-A8D7-CADA1349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B2830-207E-4073-8D39-4E7E7A08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429E5-EEAF-4AF7-94EE-ECDAE1D4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52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5F81-A8EA-4216-B194-BF7AC568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F6CB0-E061-4781-8BD0-053102D2A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97AAB-EC48-47FE-B18F-3E2C80DE9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9765B-3C9E-4B3E-966E-B7BBCBF1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3FA8E-DE6D-4150-A9B6-1FB35BDB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964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513F1-4631-43DD-AFEA-073EACD7D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3DF8D-AA58-4150-8385-047CA8B46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AFF84-591E-4F15-8576-BFC798717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C47F6-1845-42EE-BF51-30CEF7F6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3714A-884F-44A3-8606-0D84AE07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63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858CB-FCCA-43D7-B340-43989C7D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E3643-37C5-466B-AE73-6E5B51710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AC865-6866-4EA9-B512-ED1DD424F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96F17-A179-4728-8E1B-02CEE25D868E}" type="datetimeFigureOut">
              <a:rPr lang="en-AU" smtClean="0"/>
              <a:t>28/07/2023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91479-199E-45F3-B6BD-77AE3D98D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F29FE-97FD-4AF4-8254-953552BAD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325F8-0720-4083-A229-AA9D702D32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21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EB1A42-E031-448E-AB19-6D044DAB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2758B0-5846-4651-970C-4F65793BF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Title</a:t>
            </a:r>
            <a:r>
              <a:rPr lang="en-US" dirty="0"/>
              <a:t>: </a:t>
            </a:r>
            <a:r>
              <a:rPr lang="en-US" dirty="0">
                <a:solidFill>
                  <a:srgbClr val="00B0F0"/>
                </a:solidFill>
              </a:rPr>
              <a:t>Topic review </a:t>
            </a:r>
          </a:p>
          <a:p>
            <a:pPr marL="0" indent="0" algn="ctr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Create a transformation poster that helps revise the entire topic so far.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Start poster </a:t>
            </a:r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8A8E7-8D20-CAFD-9EAE-ACE15B6FE251}"/>
              </a:ext>
            </a:extLst>
          </p:cNvPr>
          <p:cNvSpPr txBox="1"/>
          <p:nvPr/>
        </p:nvSpPr>
        <p:spPr>
          <a:xfrm>
            <a:off x="9108489" y="2450237"/>
            <a:ext cx="1997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Test Wednesday </a:t>
            </a:r>
          </a:p>
          <a:p>
            <a:r>
              <a:rPr lang="en-US" dirty="0">
                <a:solidFill>
                  <a:schemeClr val="bg1"/>
                </a:solidFill>
              </a:rPr>
              <a:t>Revision Friday and Tuesday.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69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E1C8-2D94-40D6-863B-AA0FBA29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Transformation poster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1055D-CDF4-41A2-AA57-B3CD6B986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Create a revision poster.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Try to use </a:t>
            </a:r>
            <a:r>
              <a:rPr lang="en-US" b="1" i="1" u="sng" dirty="0">
                <a:solidFill>
                  <a:schemeClr val="bg1"/>
                </a:solidFill>
              </a:rPr>
              <a:t>everything</a:t>
            </a:r>
            <a:r>
              <a:rPr lang="en-US" dirty="0">
                <a:solidFill>
                  <a:schemeClr val="bg1"/>
                </a:solidFill>
              </a:rPr>
              <a:t> somewhere in your poster (BE CREATIVE)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Check list: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Translations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Reflections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Rotations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3 ways we draw shapes (Oblique, Orthogonal and isometric)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Hints, tricks and tips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Coordinates after a transformation </a:t>
            </a:r>
          </a:p>
        </p:txBody>
      </p:sp>
    </p:spTree>
    <p:extLst>
      <p:ext uri="{BB962C8B-B14F-4D97-AF65-F5344CB8AC3E}">
        <p14:creationId xmlns:p14="http://schemas.microsoft.com/office/powerpoint/2010/main" val="387373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0603" y="473793"/>
            <a:ext cx="6201304" cy="630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5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165" y="603023"/>
            <a:ext cx="6780400" cy="527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3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2E94A8-D3C6-40AE-B762-89700957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591" y="278984"/>
            <a:ext cx="9144000" cy="1150320"/>
          </a:xfrm>
        </p:spPr>
        <p:txBody>
          <a:bodyPr/>
          <a:lstStyle/>
          <a:p>
            <a:r>
              <a:rPr lang="en-US" dirty="0"/>
              <a:t>Start</a:t>
            </a:r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46EA6-D199-4014-BF12-EB1474383A25}"/>
              </a:ext>
            </a:extLst>
          </p:cNvPr>
          <p:cNvSpPr/>
          <p:nvPr/>
        </p:nvSpPr>
        <p:spPr>
          <a:xfrm>
            <a:off x="769398" y="1784411"/>
            <a:ext cx="10972800" cy="49537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3DF5F-743F-466F-B56D-60D95418CF9D}"/>
              </a:ext>
            </a:extLst>
          </p:cNvPr>
          <p:cNvSpPr txBox="1"/>
          <p:nvPr/>
        </p:nvSpPr>
        <p:spPr>
          <a:xfrm>
            <a:off x="1408591" y="1979720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653E4-C040-4119-91FA-C7FC0BA4F0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914721" y="2660445"/>
            <a:ext cx="2838734" cy="1537110"/>
          </a:xfrm>
          <a:prstGeom prst="rect">
            <a:avLst/>
          </a:prstGeom>
        </p:spPr>
      </p:pic>
      <p:sp>
        <p:nvSpPr>
          <p:cNvPr id="6" name="Freeform 10">
            <a:extLst>
              <a:ext uri="{FF2B5EF4-FFF2-40B4-BE49-F238E27FC236}">
                <a16:creationId xmlns:a16="http://schemas.microsoft.com/office/drawing/2014/main" id="{44B357BC-762B-4852-90CD-0541F40E7740}"/>
              </a:ext>
            </a:extLst>
          </p:cNvPr>
          <p:cNvSpPr/>
          <p:nvPr/>
        </p:nvSpPr>
        <p:spPr>
          <a:xfrm>
            <a:off x="1207982" y="2886259"/>
            <a:ext cx="686937" cy="955343"/>
          </a:xfrm>
          <a:custGeom>
            <a:avLst/>
            <a:gdLst>
              <a:gd name="connsiteX0" fmla="*/ 682388 w 686937"/>
              <a:gd name="connsiteY0" fmla="*/ 0 h 955343"/>
              <a:gd name="connsiteX1" fmla="*/ 686937 w 686937"/>
              <a:gd name="connsiteY1" fmla="*/ 955343 h 955343"/>
              <a:gd name="connsiteX2" fmla="*/ 0 w 686937"/>
              <a:gd name="connsiteY2" fmla="*/ 191069 h 955343"/>
              <a:gd name="connsiteX3" fmla="*/ 682388 w 686937"/>
              <a:gd name="connsiteY3" fmla="*/ 0 h 955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37" h="955343">
                <a:moveTo>
                  <a:pt x="682388" y="0"/>
                </a:moveTo>
                <a:cubicBezTo>
                  <a:pt x="683904" y="318448"/>
                  <a:pt x="685421" y="636895"/>
                  <a:pt x="686937" y="955343"/>
                </a:cubicBezTo>
                <a:lnTo>
                  <a:pt x="0" y="191069"/>
                </a:lnTo>
                <a:lnTo>
                  <a:pt x="682388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F5677-0C4F-458B-B5F9-B988F7C40BED}"/>
              </a:ext>
            </a:extLst>
          </p:cNvPr>
          <p:cNvSpPr txBox="1"/>
          <p:nvPr/>
        </p:nvSpPr>
        <p:spPr>
          <a:xfrm>
            <a:off x="914721" y="4254092"/>
            <a:ext cx="2946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shape R5, U1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F1945B3A-FA8E-4D55-ABE1-D79012D990CF}"/>
              </a:ext>
            </a:extLst>
          </p:cNvPr>
          <p:cNvSpPr/>
          <p:nvPr/>
        </p:nvSpPr>
        <p:spPr>
          <a:xfrm>
            <a:off x="2334088" y="2704159"/>
            <a:ext cx="686937" cy="955343"/>
          </a:xfrm>
          <a:custGeom>
            <a:avLst/>
            <a:gdLst>
              <a:gd name="connsiteX0" fmla="*/ 682388 w 686937"/>
              <a:gd name="connsiteY0" fmla="*/ 0 h 955343"/>
              <a:gd name="connsiteX1" fmla="*/ 686937 w 686937"/>
              <a:gd name="connsiteY1" fmla="*/ 955343 h 955343"/>
              <a:gd name="connsiteX2" fmla="*/ 0 w 686937"/>
              <a:gd name="connsiteY2" fmla="*/ 191069 h 955343"/>
              <a:gd name="connsiteX3" fmla="*/ 682388 w 686937"/>
              <a:gd name="connsiteY3" fmla="*/ 0 h 955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37" h="955343">
                <a:moveTo>
                  <a:pt x="682388" y="0"/>
                </a:moveTo>
                <a:cubicBezTo>
                  <a:pt x="683904" y="318448"/>
                  <a:pt x="685421" y="636895"/>
                  <a:pt x="686937" y="955343"/>
                </a:cubicBezTo>
                <a:lnTo>
                  <a:pt x="0" y="191069"/>
                </a:lnTo>
                <a:lnTo>
                  <a:pt x="682388" y="0"/>
                </a:lnTo>
                <a:close/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tx1"/>
                </a:solidFill>
              </a:rPr>
              <a:t>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5BB297-F22E-4460-B028-BB463926A3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7" t="27822" r="15428"/>
          <a:stretch/>
        </p:blipFill>
        <p:spPr>
          <a:xfrm>
            <a:off x="4528517" y="2721882"/>
            <a:ext cx="2838734" cy="1537110"/>
          </a:xfrm>
          <a:prstGeom prst="rect">
            <a:avLst/>
          </a:prstGeom>
        </p:spPr>
      </p:pic>
      <p:sp>
        <p:nvSpPr>
          <p:cNvPr id="10" name="Freeform 23">
            <a:extLst>
              <a:ext uri="{FF2B5EF4-FFF2-40B4-BE49-F238E27FC236}">
                <a16:creationId xmlns:a16="http://schemas.microsoft.com/office/drawing/2014/main" id="{B8875551-9218-42EC-9F8E-CD2F99BAADFC}"/>
              </a:ext>
            </a:extLst>
          </p:cNvPr>
          <p:cNvSpPr/>
          <p:nvPr/>
        </p:nvSpPr>
        <p:spPr>
          <a:xfrm>
            <a:off x="4808297" y="3324658"/>
            <a:ext cx="1137313" cy="386687"/>
          </a:xfrm>
          <a:custGeom>
            <a:avLst/>
            <a:gdLst>
              <a:gd name="connsiteX0" fmla="*/ 0 w 1150961"/>
              <a:gd name="connsiteY0" fmla="*/ 382138 h 386687"/>
              <a:gd name="connsiteX1" fmla="*/ 459475 w 1150961"/>
              <a:gd name="connsiteY1" fmla="*/ 4550 h 386687"/>
              <a:gd name="connsiteX2" fmla="*/ 1150961 w 1150961"/>
              <a:gd name="connsiteY2" fmla="*/ 0 h 386687"/>
              <a:gd name="connsiteX3" fmla="*/ 691487 w 1150961"/>
              <a:gd name="connsiteY3" fmla="*/ 386687 h 386687"/>
              <a:gd name="connsiteX4" fmla="*/ 0 w 1150961"/>
              <a:gd name="connsiteY4" fmla="*/ 382138 h 38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961" h="386687">
                <a:moveTo>
                  <a:pt x="0" y="382138"/>
                </a:moveTo>
                <a:lnTo>
                  <a:pt x="459475" y="4550"/>
                </a:lnTo>
                <a:lnTo>
                  <a:pt x="1150961" y="0"/>
                </a:lnTo>
                <a:lnTo>
                  <a:pt x="691487" y="386687"/>
                </a:lnTo>
                <a:lnTo>
                  <a:pt x="0" y="38213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0A18D-0AB2-45D3-B923-42368FBF3822}"/>
              </a:ext>
            </a:extLst>
          </p:cNvPr>
          <p:cNvSpPr txBox="1"/>
          <p:nvPr/>
        </p:nvSpPr>
        <p:spPr>
          <a:xfrm>
            <a:off x="5376953" y="2114885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Reflection  </a:t>
            </a:r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A52F7F-3B8D-46AA-8D04-2E0636F32BC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661" y="2467529"/>
            <a:ext cx="2218905" cy="21611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73173A-BD53-4F1E-A8EB-87D804EF814D}"/>
              </a:ext>
            </a:extLst>
          </p:cNvPr>
          <p:cNvSpPr txBox="1"/>
          <p:nvPr/>
        </p:nvSpPr>
        <p:spPr>
          <a:xfrm>
            <a:off x="9735843" y="1979720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Rotation   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89C57-ED89-4079-AF3B-D554CD9FE66F}"/>
              </a:ext>
            </a:extLst>
          </p:cNvPr>
          <p:cNvSpPr txBox="1"/>
          <p:nvPr/>
        </p:nvSpPr>
        <p:spPr>
          <a:xfrm>
            <a:off x="1746827" y="5054489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Isometric   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BEFBC5-4C39-4DE3-ABC4-4EDFFC84FF4B}"/>
              </a:ext>
            </a:extLst>
          </p:cNvPr>
          <p:cNvSpPr txBox="1"/>
          <p:nvPr/>
        </p:nvSpPr>
        <p:spPr>
          <a:xfrm>
            <a:off x="5400628" y="5091329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Oblique    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32471A-7BA4-4418-8D68-C1989B441879}"/>
              </a:ext>
            </a:extLst>
          </p:cNvPr>
          <p:cNvSpPr txBox="1"/>
          <p:nvPr/>
        </p:nvSpPr>
        <p:spPr>
          <a:xfrm>
            <a:off x="9505025" y="5054489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Orthogonal    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D03DA-184C-4478-8692-F0E98189AD25}"/>
              </a:ext>
            </a:extLst>
          </p:cNvPr>
          <p:cNvSpPr txBox="1"/>
          <p:nvPr/>
        </p:nvSpPr>
        <p:spPr>
          <a:xfrm>
            <a:off x="982635" y="4507604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 is …….    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735817-9245-43BB-AD1C-FB676D8905E3}"/>
              </a:ext>
            </a:extLst>
          </p:cNvPr>
          <p:cNvSpPr txBox="1"/>
          <p:nvPr/>
        </p:nvSpPr>
        <p:spPr>
          <a:xfrm>
            <a:off x="4650592" y="4507604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Reflection is …….    </a:t>
            </a:r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BA0846-8B1D-4C11-83C4-A9A32FA49DF6}"/>
              </a:ext>
            </a:extLst>
          </p:cNvPr>
          <p:cNvSpPr txBox="1"/>
          <p:nvPr/>
        </p:nvSpPr>
        <p:spPr>
          <a:xfrm>
            <a:off x="9114234" y="4656896"/>
            <a:ext cx="20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Rotation is …….  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856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103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Lesson objective </vt:lpstr>
      <vt:lpstr>Transformation poster </vt:lpstr>
      <vt:lpstr>PowerPoint Presentation</vt:lpstr>
      <vt:lpstr>PowerPoint Presentation</vt:lpstr>
      <vt:lpstr>Start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8</cp:revision>
  <dcterms:created xsi:type="dcterms:W3CDTF">2021-08-02T12:15:27Z</dcterms:created>
  <dcterms:modified xsi:type="dcterms:W3CDTF">2023-07-28T05:25:01Z</dcterms:modified>
</cp:coreProperties>
</file>