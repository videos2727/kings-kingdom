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57" r:id="rId4"/>
    <p:sldId id="292" r:id="rId5"/>
    <p:sldId id="293" r:id="rId6"/>
    <p:sldId id="295" r:id="rId7"/>
    <p:sldId id="286" r:id="rId8"/>
    <p:sldId id="287" r:id="rId9"/>
    <p:sldId id="288" r:id="rId10"/>
    <p:sldId id="289" r:id="rId11"/>
    <p:sldId id="296" r:id="rId12"/>
    <p:sldId id="297" r:id="rId13"/>
    <p:sldId id="298" r:id="rId14"/>
    <p:sldId id="299" r:id="rId15"/>
    <p:sldId id="300" r:id="rId16"/>
    <p:sldId id="304" r:id="rId17"/>
    <p:sldId id="305" r:id="rId18"/>
    <p:sldId id="301" r:id="rId19"/>
    <p:sldId id="30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1E06-6237-4938-89EA-69D93B98B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8F8E0-136F-45F6-8408-C624C0C75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7F464-A515-4229-8278-16DDCDD7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6BF03-715C-494F-A1AA-7398EB5A5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27FC4-1551-4BC5-9E55-733F6126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80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5627-C69A-4417-B829-734F84AE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3D27-384A-4EEA-9F9C-81B77213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2094-DFA0-4779-B487-51DE76EF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01A8D-9B37-424C-B1C7-11EC0F14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4E1B-27C7-49D0-B240-BC627BB3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381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ADAE-FE5F-4315-AACC-773A6CD50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79F01-3487-4266-9D9D-B24902A77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9F519-74FB-4FE5-981D-CB96003B9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CB15-9725-4E56-85D1-031C837E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5AC33-846F-437B-977A-B88477E9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22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B5F0-98AD-42EC-98F8-A58C6E85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9FD63-2023-4DEC-B232-BF57629B6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D8427-E642-4C11-9E2D-2FB64A7C4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DDFBA-3F8C-4077-AD41-1AB288B7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D7E01-7771-470D-B359-CF2582C84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C627F-AA48-4B7D-971F-47D7BE5BC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6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CFEE1-8BF9-4B49-A4E3-BADF3387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6E140-5F80-4C7B-8C09-AE352D0F0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6044F-CAE1-47B2-B3A9-EF3E654EF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24D53-5448-45CC-9ED1-7A1B22456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8562F-C354-4070-BE5D-914D6A63F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22525-E526-4D68-B690-A7D8B737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B36D7-E4F0-4BFF-9726-D14972C5B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0A6D47-B25A-4248-9094-D834FF8A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821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EFF2D-0C1F-4843-8265-BBA54B69D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B24CF9-2768-4676-BBA9-7715261A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667FE-0D3B-4D4E-890B-87E456E7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9BEBE-0F95-4A46-AD3A-8A493801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754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1548E-0C68-4E3E-BBC2-E4D75631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470BB-52B9-48A2-B5A8-C3D73A5F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A764E-50F0-4D98-896B-CACB0897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6854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8F95-0BCC-4169-B983-30B94B887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1731-5E11-4AB9-AD77-B2E392928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83D4C-28A8-459D-B7B8-1C61D2D68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3316E-C950-4FC5-B30A-22AC9256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F3704-06DA-49AB-9E03-B46E4CFD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A014E-1197-4EB9-B8EF-5B96B9DB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512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016F-8B9B-4F5F-8BB5-E01AEF0A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1082BB-7899-47F1-A0F5-24B6CB3EF6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17C21-445C-41E9-AA6D-60A9C9B79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62450-4DC3-4CAE-BAC7-0D040F2B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89490-4519-42ED-93B0-0A132E574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45437-8605-4929-BD88-2FDB91DC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587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A921-F79E-4338-8783-88CF00CB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8E631-C803-4B8D-AEF2-9DAF719F1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F5DD-5CDB-43E1-85C2-CFB86B2D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C62CF-7572-4DAC-80AB-0F5D4650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A8DA-B262-4156-8623-2DE24B01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9843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26C44-FBC5-4E64-B0AA-B478963D9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82F01-4C17-4843-A42D-28F6E77D9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29FF4-0F80-4003-9837-9D5E7086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ECED-2D3F-42FA-BA5E-D401C69E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44B73-B4CD-4DA3-848B-72C29C26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82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05B25-2417-49BA-945F-0D54E1E4E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97292-AC1E-4AED-A4FA-ABDDA7349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AFE28-476B-4996-A5B8-61AF10046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EBC72-21D5-44DE-B0EF-40FF48DAA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85BA9-9921-47DD-91D8-F63D73AED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74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0E313D-8CCB-472A-9C53-F293F3569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57F0FCB-9CF7-43DB-A98D-2FE30B2D8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Title: </a:t>
                </a:r>
                <a:r>
                  <a:rPr lang="en-AU" dirty="0">
                    <a:solidFill>
                      <a:srgbClr val="00B0F0"/>
                    </a:solidFill>
                  </a:rPr>
                  <a:t>Translation and Rotation </a:t>
                </a: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Aim – Be able to: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AU" dirty="0">
                    <a:solidFill>
                      <a:srgbClr val="00B0F0"/>
                    </a:solidFill>
                  </a:rPr>
                  <a:t> Rotate 2D shapes on a cartesian plane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180°</m:t>
                    </m:r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AU" dirty="0">
                    <a:solidFill>
                      <a:srgbClr val="00B0F0"/>
                    </a:solidFill>
                  </a:rPr>
                  <a:t> Describe congruence in relation to 2D and 3D shapes</a:t>
                </a: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Plan: </a:t>
                </a:r>
              </a:p>
              <a:p>
                <a:pPr>
                  <a:buFontTx/>
                  <a:buChar char="-"/>
                </a:pPr>
                <a:r>
                  <a:rPr lang="en-AU" dirty="0">
                    <a:solidFill>
                      <a:srgbClr val="00B0F0"/>
                    </a:solidFill>
                  </a:rPr>
                  <a:t>Review translation </a:t>
                </a:r>
              </a:p>
              <a:p>
                <a:pPr>
                  <a:buFontTx/>
                  <a:buChar char="-"/>
                </a:pPr>
                <a:r>
                  <a:rPr lang="en-AU" dirty="0">
                    <a:solidFill>
                      <a:srgbClr val="00B0F0"/>
                    </a:solidFill>
                  </a:rPr>
                  <a:t>Rotating shapes on a cartesian plane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57F0FCB-9CF7-43DB-A98D-2FE30B2D8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7AD1A1C-B68D-2B6F-0CA3-FCECA6E8AC67}"/>
              </a:ext>
            </a:extLst>
          </p:cNvPr>
          <p:cNvSpPr txBox="1"/>
          <p:nvPr/>
        </p:nvSpPr>
        <p:spPr>
          <a:xfrm>
            <a:off x="8957569" y="497150"/>
            <a:ext cx="2929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Finished lesson objective? – finish translation activity from yesterday. </a:t>
            </a:r>
            <a:endParaRPr lang="en-AU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148C2-3827-19DC-EB3D-B83A1859FCF9}"/>
              </a:ext>
            </a:extLst>
          </p:cNvPr>
          <p:cNvSpPr txBox="1"/>
          <p:nvPr/>
        </p:nvSpPr>
        <p:spPr>
          <a:xfrm>
            <a:off x="7173157" y="2015231"/>
            <a:ext cx="23081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Need whiteboards - STARTING</a:t>
            </a:r>
            <a:r>
              <a:rPr lang="en-US" sz="2000" b="1" dirty="0">
                <a:solidFill>
                  <a:schemeClr val="bg1"/>
                </a:solidFill>
                <a:highlight>
                  <a:srgbClr val="00FF00"/>
                </a:highlight>
              </a:rPr>
              <a:t> </a:t>
            </a:r>
            <a:endParaRPr lang="en-AU" sz="2000" b="1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F5DC5-F93E-8859-7A81-916FFB9A42B4}"/>
              </a:ext>
            </a:extLst>
          </p:cNvPr>
          <p:cNvSpPr txBox="1"/>
          <p:nvPr/>
        </p:nvSpPr>
        <p:spPr>
          <a:xfrm>
            <a:off x="7839721" y="4955220"/>
            <a:ext cx="3283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highlight>
                  <a:srgbClr val="00FF00"/>
                </a:highlight>
              </a:rPr>
              <a:t>PBiS</a:t>
            </a:r>
            <a:r>
              <a:rPr lang="en-US" sz="2000" b="1" dirty="0">
                <a:solidFill>
                  <a:schemeClr val="bg1"/>
                </a:solidFill>
                <a:highlight>
                  <a:srgbClr val="00FF00"/>
                </a:highlight>
              </a:rPr>
              <a:t> focus: Learn</a:t>
            </a:r>
          </a:p>
          <a:p>
            <a:r>
              <a:rPr lang="en-US" sz="2000" b="1" dirty="0">
                <a:solidFill>
                  <a:schemeClr val="bg1"/>
                </a:solidFill>
                <a:highlight>
                  <a:srgbClr val="00FF00"/>
                </a:highlight>
              </a:rPr>
              <a:t>By asking for feedback</a:t>
            </a:r>
            <a:endParaRPr lang="en-AU" sz="2000" b="1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19291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E3DD-F820-41DF-A44A-E8843E48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Types of 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E4EA-E8DB-4586-BC30-9FC60BA7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14" y="5335479"/>
            <a:ext cx="2956265" cy="6036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Oblique (Flat face) </a:t>
            </a:r>
            <a:endParaRPr lang="en-AU" dirty="0"/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B13B218-D606-4480-98E0-3FA30F1D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86" y="1604390"/>
            <a:ext cx="11496821" cy="347778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1CCBA6-13FD-4C2E-B22E-F6A96D70C98D}"/>
              </a:ext>
            </a:extLst>
          </p:cNvPr>
          <p:cNvSpPr txBox="1">
            <a:spLocks/>
          </p:cNvSpPr>
          <p:nvPr/>
        </p:nvSpPr>
        <p:spPr>
          <a:xfrm>
            <a:off x="4492663" y="5335479"/>
            <a:ext cx="3301931" cy="878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Isometric (diagonals) 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CD2EAB-DC31-4E8D-9154-CB0232CB30B2}"/>
              </a:ext>
            </a:extLst>
          </p:cNvPr>
          <p:cNvSpPr txBox="1">
            <a:spLocks/>
          </p:cNvSpPr>
          <p:nvPr/>
        </p:nvSpPr>
        <p:spPr>
          <a:xfrm>
            <a:off x="8373121" y="5363591"/>
            <a:ext cx="3558467" cy="957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Orthogonal (top, front and view)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821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315C-4D18-4990-B2E8-EBCA3168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Whiteboards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3638-558A-422E-A535-2AE1DCE6B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38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Draw oblique: 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1026" name="Picture 2" descr="Prisms are the first introduction your child has to 3d geometry.">
            <a:extLst>
              <a:ext uri="{FF2B5EF4-FFF2-40B4-BE49-F238E27FC236}">
                <a16:creationId xmlns:a16="http://schemas.microsoft.com/office/drawing/2014/main" id="{B0E53CF9-1A2C-437A-97F1-46FEA3831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651" y="1476576"/>
            <a:ext cx="5016299" cy="501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30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315C-4D18-4990-B2E8-EBCA3168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Whiteboards</a:t>
            </a:r>
            <a:r>
              <a:rPr lang="en-AU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3638-558A-422E-A535-2AE1DCE6B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38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Draw isometric: 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2050" name="Picture 2" descr="Make an oblique sketch for each one of the given isometric shapes: - Wired  Faculty">
            <a:extLst>
              <a:ext uri="{FF2B5EF4-FFF2-40B4-BE49-F238E27FC236}">
                <a16:creationId xmlns:a16="http://schemas.microsoft.com/office/drawing/2014/main" id="{48BC648C-B243-4A7A-99C6-F11FD2BA7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63" y="1590676"/>
            <a:ext cx="8190035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6339C0-32B8-4B51-99AC-931489E02D78}"/>
              </a:ext>
            </a:extLst>
          </p:cNvPr>
          <p:cNvSpPr/>
          <p:nvPr/>
        </p:nvSpPr>
        <p:spPr>
          <a:xfrm>
            <a:off x="7833580" y="1209675"/>
            <a:ext cx="4305300" cy="528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968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315C-4D18-4990-B2E8-EBCA3168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Whiteboards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3638-558A-422E-A535-2AE1DCE6B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38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Draw Orthogonal: 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3074" name="Picture 2" descr="Isometric Drawing - Simplified - YouTube">
            <a:extLst>
              <a:ext uri="{FF2B5EF4-FFF2-40B4-BE49-F238E27FC236}">
                <a16:creationId xmlns:a16="http://schemas.microsoft.com/office/drawing/2014/main" id="{FEF8E2FF-8BFB-4AFE-B593-B8F8C56A5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334" y="1788604"/>
            <a:ext cx="7060521" cy="3953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6C3690-162F-4EA9-9687-5F5F1F85384B}"/>
              </a:ext>
            </a:extLst>
          </p:cNvPr>
          <p:cNvSpPr/>
          <p:nvPr/>
        </p:nvSpPr>
        <p:spPr>
          <a:xfrm>
            <a:off x="3322838" y="1444363"/>
            <a:ext cx="4305300" cy="48138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A02AD-199D-4987-B4F6-F47FE528830D}"/>
              </a:ext>
            </a:extLst>
          </p:cNvPr>
          <p:cNvSpPr txBox="1"/>
          <p:nvPr/>
        </p:nvSpPr>
        <p:spPr>
          <a:xfrm>
            <a:off x="1029810" y="3027285"/>
            <a:ext cx="51490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TOP VIEW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FRONT VIEW 			RIGHT VIEW</a:t>
            </a:r>
            <a:endParaRPr lang="en-AU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F1F587-8665-41ED-A436-8B59B154BE2C}"/>
              </a:ext>
            </a:extLst>
          </p:cNvPr>
          <p:cNvCxnSpPr/>
          <p:nvPr/>
        </p:nvCxnSpPr>
        <p:spPr>
          <a:xfrm flipV="1">
            <a:off x="6178858" y="5628443"/>
            <a:ext cx="1334980" cy="97654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07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7A1B-BD2F-4A9D-B6F3-200F7C7C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Translation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3965B-F628-4D64-9390-8D981F9D0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00"/>
                </a:solidFill>
              </a:rPr>
              <a:t>Translation </a:t>
            </a:r>
          </a:p>
          <a:p>
            <a:pPr>
              <a:buFontTx/>
              <a:buChar char="-"/>
            </a:pPr>
            <a:r>
              <a:rPr lang="en-AU" sz="4000" b="1" dirty="0">
                <a:solidFill>
                  <a:srgbClr val="FFFF00"/>
                </a:solidFill>
              </a:rPr>
              <a:t>Is just a slide</a:t>
            </a:r>
          </a:p>
          <a:p>
            <a:pPr>
              <a:buFontTx/>
              <a:buChar char="-"/>
            </a:pPr>
            <a:endParaRPr lang="en-US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FF00"/>
                </a:solidFill>
              </a:rPr>
              <a:t>Describing a translation involves saying how many units a shape is shifted left, right, up or down.</a:t>
            </a:r>
            <a:endParaRPr lang="en-US" sz="4800" b="1" dirty="0">
              <a:solidFill>
                <a:srgbClr val="FFFF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77CE9F-226F-446F-8282-6DB9EAF1CB59}"/>
              </a:ext>
            </a:extLst>
          </p:cNvPr>
          <p:cNvSpPr/>
          <p:nvPr/>
        </p:nvSpPr>
        <p:spPr>
          <a:xfrm>
            <a:off x="2831977" y="2539013"/>
            <a:ext cx="976543" cy="497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A7BBC-2AF6-45EB-9794-84A8A1E259DD}"/>
              </a:ext>
            </a:extLst>
          </p:cNvPr>
          <p:cNvSpPr/>
          <p:nvPr/>
        </p:nvSpPr>
        <p:spPr>
          <a:xfrm>
            <a:off x="5310327" y="4223236"/>
            <a:ext cx="4401844" cy="497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directions?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479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46BD-1323-4708-99F0-D17695F3C9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F010-229B-4333-B32A-F441D2D5BF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Exercise A (Design a logo) pg. 97 &amp; 98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3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B44C-4998-48A4-B4F2-A9A7EEA8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Rotation</a:t>
            </a:r>
            <a:r>
              <a:rPr lang="en-AU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937FA-D71D-4296-BE3B-4AC8D1E30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What sort of movement do you think is involved for rotation?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Rotation occurs around a single point.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We need to know: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Clockwise 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Anti clockwise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Degrees</a:t>
            </a:r>
          </a:p>
          <a:p>
            <a:pPr marL="0" indent="0" algn="ctr">
              <a:buNone/>
            </a:pPr>
            <a:r>
              <a:rPr lang="en-AU" dirty="0">
                <a:solidFill>
                  <a:schemeClr val="bg1"/>
                </a:solidFill>
              </a:rPr>
              <a:t>Simon says: degrees game.  </a:t>
            </a:r>
          </a:p>
        </p:txBody>
      </p:sp>
    </p:spTree>
    <p:extLst>
      <p:ext uri="{BB962C8B-B14F-4D97-AF65-F5344CB8AC3E}">
        <p14:creationId xmlns:p14="http://schemas.microsoft.com/office/powerpoint/2010/main" val="699594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99D9-C738-4E30-B850-EF6433F7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Rotation</a:t>
            </a:r>
            <a:r>
              <a:rPr lang="en-AU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45E68-77BB-4849-B630-4EFE2A154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When we turned, we didn’t get bigger or smaller. We stayed the same size.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When we rotate an object it does not change size, the initial shape and the final shape are </a:t>
            </a:r>
            <a:r>
              <a:rPr lang="en-AU" b="1" i="1" dirty="0">
                <a:solidFill>
                  <a:schemeClr val="bg1"/>
                </a:solidFill>
              </a:rPr>
              <a:t>congruent </a:t>
            </a:r>
            <a:r>
              <a:rPr lang="en-AU" i="1" dirty="0">
                <a:solidFill>
                  <a:schemeClr val="bg1"/>
                </a:solidFill>
              </a:rPr>
              <a:t>(means they are the exact same).</a:t>
            </a:r>
            <a:endParaRPr lang="en-AU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Rotation happens around a single point. Sometimes that rotation point is the </a:t>
            </a:r>
            <a:r>
              <a:rPr lang="en-AU" b="1" i="1" dirty="0">
                <a:solidFill>
                  <a:schemeClr val="bg1"/>
                </a:solidFill>
              </a:rPr>
              <a:t>origin</a:t>
            </a:r>
            <a:r>
              <a:rPr lang="en-AU" dirty="0">
                <a:solidFill>
                  <a:schemeClr val="bg1"/>
                </a:solidFill>
              </a:rPr>
              <a:t> of the cartesian plane (0, 0).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987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2A9A-9D3D-4318-8C2A-395D421B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Quick</a:t>
            </a:r>
            <a:r>
              <a:rPr lang="en-AU" dirty="0"/>
              <a:t> </a:t>
            </a:r>
            <a:r>
              <a:rPr lang="en-AU" dirty="0">
                <a:solidFill>
                  <a:schemeClr val="bg1"/>
                </a:solidFill>
              </a:rPr>
              <a:t>method</a:t>
            </a:r>
            <a:r>
              <a:rPr lang="en-AU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4968E-FFD7-48AA-891F-77150E40C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825625"/>
            <a:ext cx="11390051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AU" dirty="0"/>
          </a:p>
          <a:p>
            <a:pPr marL="0" indent="0">
              <a:buNone/>
            </a:pPr>
            <a:r>
              <a:rPr lang="en-AU" sz="3200" b="1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sz="3200" b="1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sz="3200" b="1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sz="3200" b="1" dirty="0">
                <a:solidFill>
                  <a:srgbClr val="00B0F0"/>
                </a:solidFill>
              </a:rPr>
              <a:t>Step 4: sketch the new shape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749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 DO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BD2D1F-3F30-4AFA-BA39-5CA58CAC14F1}"/>
              </a:ext>
            </a:extLst>
          </p:cNvPr>
          <p:cNvSpPr/>
          <p:nvPr/>
        </p:nvSpPr>
        <p:spPr>
          <a:xfrm>
            <a:off x="5029194" y="1802167"/>
            <a:ext cx="1066806" cy="390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F50A99-C0EE-408F-854C-53B8DF9FA1FF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036163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</a:rPr>
                  <a:t>Rotate the rectangle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F50A99-C0EE-408F-854C-53B8DF9FA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036163" cy="1384995"/>
              </a:xfrm>
              <a:prstGeom prst="rect">
                <a:avLst/>
              </a:prstGeom>
              <a:blipFill>
                <a:blip r:embed="rId3"/>
                <a:stretch>
                  <a:fillRect l="-4217" t="-3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141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263"/>
            <a:ext cx="870529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 DO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32CAFE-A9E1-4281-8B7A-0B5446EB13A2}"/>
              </a:ext>
            </a:extLst>
          </p:cNvPr>
          <p:cNvSpPr/>
          <p:nvPr/>
        </p:nvSpPr>
        <p:spPr>
          <a:xfrm rot="5400000">
            <a:off x="5248913" y="1589103"/>
            <a:ext cx="812313" cy="125175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0361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Rotate the triangle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𝑎𝑛𝑡𝑖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036163" cy="830997"/>
              </a:xfrm>
              <a:prstGeom prst="rect">
                <a:avLst/>
              </a:prstGeom>
              <a:blipFill>
                <a:blip r:embed="rId3"/>
                <a:stretch>
                  <a:fillRect l="-3213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4217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263"/>
            <a:ext cx="870529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YOU DO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32CAFE-A9E1-4281-8B7A-0B5446EB13A2}"/>
              </a:ext>
            </a:extLst>
          </p:cNvPr>
          <p:cNvSpPr/>
          <p:nvPr/>
        </p:nvSpPr>
        <p:spPr>
          <a:xfrm rot="5400000">
            <a:off x="5248913" y="1589103"/>
            <a:ext cx="812313" cy="125175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71086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Rotate the triangle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𝑎𝑛𝑡𝑖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710866" cy="830997"/>
              </a:xfrm>
              <a:prstGeom prst="rect">
                <a:avLst/>
              </a:prstGeom>
              <a:blipFill>
                <a:blip r:embed="rId3"/>
                <a:stretch>
                  <a:fillRect l="-2627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521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263"/>
            <a:ext cx="870529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YOU DO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32CAFE-A9E1-4281-8B7A-0B5446EB13A2}"/>
              </a:ext>
            </a:extLst>
          </p:cNvPr>
          <p:cNvSpPr/>
          <p:nvPr/>
        </p:nvSpPr>
        <p:spPr>
          <a:xfrm rot="5400000">
            <a:off x="5248913" y="1589103"/>
            <a:ext cx="812313" cy="125175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71086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Rotate the triangle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710866" cy="830997"/>
              </a:xfrm>
              <a:prstGeom prst="rect">
                <a:avLst/>
              </a:prstGeom>
              <a:blipFill>
                <a:blip r:embed="rId3"/>
                <a:stretch>
                  <a:fillRect l="-2627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61EB568-5976-48D8-AF0A-FA22749119C6}"/>
              </a:ext>
            </a:extLst>
          </p:cNvPr>
          <p:cNvSpPr txBox="1"/>
          <p:nvPr/>
        </p:nvSpPr>
        <p:spPr>
          <a:xfrm>
            <a:off x="8313383" y="4271639"/>
            <a:ext cx="3710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What did we notice? </a:t>
            </a:r>
            <a:endParaRPr lang="en-AU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8E727B-37A0-7C10-1A96-9C6565CAF7D1}"/>
                  </a:ext>
                </a:extLst>
              </p:cNvPr>
              <p:cNvSpPr txBox="1"/>
              <p:nvPr/>
            </p:nvSpPr>
            <p:spPr>
              <a:xfrm>
                <a:off x="8260129" y="5363086"/>
                <a:ext cx="371086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Challenge: rotate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400" dirty="0">
                    <a:solidFill>
                      <a:schemeClr val="bg1"/>
                    </a:solidFill>
                  </a:rPr>
                  <a:t> anti clockwise.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8E727B-37A0-7C10-1A96-9C6565CAF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129" y="5363086"/>
                <a:ext cx="3710866" cy="830997"/>
              </a:xfrm>
              <a:prstGeom prst="rect">
                <a:avLst/>
              </a:prstGeom>
              <a:blipFill>
                <a:blip r:embed="rId4"/>
                <a:stretch>
                  <a:fillRect l="-2463" t="-588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789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D0D03-D25D-4285-8206-D54A11F63E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Individual task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28AAF-DAEA-43DF-87EA-E6AF90146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Exercise B (designing a logo) pg. 99 - 103.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72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263"/>
            <a:ext cx="8705295" cy="1325563"/>
          </a:xfrm>
        </p:spPr>
        <p:txBody>
          <a:bodyPr/>
          <a:lstStyle/>
          <a:p>
            <a:r>
              <a:rPr lang="en-US" dirty="0"/>
              <a:t>YOU DO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32CAFE-A9E1-4281-8B7A-0B5446EB13A2}"/>
              </a:ext>
            </a:extLst>
          </p:cNvPr>
          <p:cNvSpPr/>
          <p:nvPr/>
        </p:nvSpPr>
        <p:spPr>
          <a:xfrm rot="5400000">
            <a:off x="5248913" y="1589103"/>
            <a:ext cx="812313" cy="125175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71086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Rotate the triangle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𝑎𝑛𝑡𝑖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710866" cy="830997"/>
              </a:xfrm>
              <a:prstGeom prst="rect">
                <a:avLst/>
              </a:prstGeom>
              <a:blipFill>
                <a:blip r:embed="rId3"/>
                <a:stretch>
                  <a:fillRect l="-2627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005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263"/>
            <a:ext cx="8705295" cy="1325563"/>
          </a:xfrm>
        </p:spPr>
        <p:txBody>
          <a:bodyPr/>
          <a:lstStyle/>
          <a:p>
            <a:r>
              <a:rPr lang="en-US" dirty="0"/>
              <a:t>YOU DO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32CAFE-A9E1-4281-8B7A-0B5446EB13A2}"/>
              </a:ext>
            </a:extLst>
          </p:cNvPr>
          <p:cNvSpPr/>
          <p:nvPr/>
        </p:nvSpPr>
        <p:spPr>
          <a:xfrm rot="5400000">
            <a:off x="5248913" y="1589103"/>
            <a:ext cx="812313" cy="125175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71086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Rotate the triangle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710866" cy="830997"/>
              </a:xfrm>
              <a:prstGeom prst="rect">
                <a:avLst/>
              </a:prstGeom>
              <a:blipFill>
                <a:blip r:embed="rId3"/>
                <a:stretch>
                  <a:fillRect l="-2627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EB568-5976-48D8-AF0A-FA22749119C6}"/>
                  </a:ext>
                </a:extLst>
              </p:cNvPr>
              <p:cNvSpPr txBox="1"/>
              <p:nvPr/>
            </p:nvSpPr>
            <p:spPr>
              <a:xfrm>
                <a:off x="8260129" y="5363086"/>
                <a:ext cx="371086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Challenge: rotate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400" dirty="0"/>
                  <a:t> anti clockwise.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EB568-5976-48D8-AF0A-FA2274911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129" y="5363086"/>
                <a:ext cx="3710866" cy="830997"/>
              </a:xfrm>
              <a:prstGeom prst="rect">
                <a:avLst/>
              </a:prstGeom>
              <a:blipFill>
                <a:blip r:embed="rId4"/>
                <a:stretch>
                  <a:fillRect l="-2463" t="-588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28F7EA1-7672-1206-7B83-292E3D229AF5}"/>
              </a:ext>
            </a:extLst>
          </p:cNvPr>
          <p:cNvSpPr txBox="1"/>
          <p:nvPr/>
        </p:nvSpPr>
        <p:spPr>
          <a:xfrm>
            <a:off x="8300066" y="3720289"/>
            <a:ext cx="3710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did we notice?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2002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2CFAC-7A29-4282-937B-1DE6A92EE69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11532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dirty="0"/>
                  <a:t>Which shows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</m:oMath>
                </a14:m>
                <a:r>
                  <a:rPr lang="en-AU" dirty="0"/>
                  <a:t>Clockwise?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2CFAC-7A29-4282-937B-1DE6A92EE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11532"/>
              </a:xfrm>
              <a:blipFill>
                <a:blip r:embed="rId2"/>
                <a:stretch>
                  <a:fillRect t="-30000" b="-46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9603241-7D98-4A58-BBB1-8A7A5B26C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88" y="976657"/>
            <a:ext cx="5905512" cy="5881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71C2A-0FDA-4819-ACA8-FB386F93B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88" y="976656"/>
            <a:ext cx="5905512" cy="58813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7A68B6-0D7F-484E-8F33-46E1753327E4}"/>
              </a:ext>
            </a:extLst>
          </p:cNvPr>
          <p:cNvSpPr/>
          <p:nvPr/>
        </p:nvSpPr>
        <p:spPr>
          <a:xfrm>
            <a:off x="3143244" y="1393794"/>
            <a:ext cx="1082527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787FD-E577-4BA7-88F9-4CE3E6867E2D}"/>
              </a:ext>
            </a:extLst>
          </p:cNvPr>
          <p:cNvSpPr/>
          <p:nvPr/>
        </p:nvSpPr>
        <p:spPr>
          <a:xfrm rot="5400000">
            <a:off x="4951415" y="4289918"/>
            <a:ext cx="1082527" cy="35510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421E95-42A6-44AC-BFC1-50C086FC5001}"/>
              </a:ext>
            </a:extLst>
          </p:cNvPr>
          <p:cNvSpPr/>
          <p:nvPr/>
        </p:nvSpPr>
        <p:spPr>
          <a:xfrm>
            <a:off x="9239244" y="1393793"/>
            <a:ext cx="1082527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4AE82C-2E39-46EE-9431-647D2581126A}"/>
              </a:ext>
            </a:extLst>
          </p:cNvPr>
          <p:cNvSpPr/>
          <p:nvPr/>
        </p:nvSpPr>
        <p:spPr>
          <a:xfrm rot="5400000">
            <a:off x="6293423" y="4289918"/>
            <a:ext cx="1082527" cy="35510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  <a:endParaRPr lang="en-A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307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2CFAC-7A29-4282-937B-1DE6A92EE69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11532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dirty="0"/>
                  <a:t>Which </a:t>
                </a:r>
                <a:r>
                  <a:rPr lang="en-US" b="1" i="1" dirty="0"/>
                  <a:t>does not </a:t>
                </a:r>
                <a:r>
                  <a:rPr lang="en-US" dirty="0"/>
                  <a:t>show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</m:oMath>
                </a14:m>
                <a:r>
                  <a:rPr lang="en-AU" dirty="0"/>
                  <a:t>rotation?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2CFAC-7A29-4282-937B-1DE6A92EE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11532"/>
              </a:xfrm>
              <a:blipFill>
                <a:blip r:embed="rId2"/>
                <a:stretch>
                  <a:fillRect t="-30000" b="-46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9603241-7D98-4A58-BBB1-8A7A5B26C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88" y="976657"/>
            <a:ext cx="5905512" cy="5881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71C2A-0FDA-4819-ACA8-FB386F93B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565" y="976657"/>
            <a:ext cx="5905512" cy="58813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7A68B6-0D7F-484E-8F33-46E1753327E4}"/>
              </a:ext>
            </a:extLst>
          </p:cNvPr>
          <p:cNvSpPr/>
          <p:nvPr/>
        </p:nvSpPr>
        <p:spPr>
          <a:xfrm>
            <a:off x="3143244" y="1393794"/>
            <a:ext cx="1082527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787FD-E577-4BA7-88F9-4CE3E6867E2D}"/>
              </a:ext>
            </a:extLst>
          </p:cNvPr>
          <p:cNvSpPr/>
          <p:nvPr/>
        </p:nvSpPr>
        <p:spPr>
          <a:xfrm>
            <a:off x="3143244" y="6102255"/>
            <a:ext cx="1082527" cy="35510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421E95-42A6-44AC-BFC1-50C086FC5001}"/>
              </a:ext>
            </a:extLst>
          </p:cNvPr>
          <p:cNvSpPr/>
          <p:nvPr/>
        </p:nvSpPr>
        <p:spPr>
          <a:xfrm>
            <a:off x="9239244" y="1393793"/>
            <a:ext cx="1082527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4AE82C-2E39-46EE-9431-647D2581126A}"/>
              </a:ext>
            </a:extLst>
          </p:cNvPr>
          <p:cNvSpPr/>
          <p:nvPr/>
        </p:nvSpPr>
        <p:spPr>
          <a:xfrm>
            <a:off x="8153794" y="6102255"/>
            <a:ext cx="1082527" cy="35510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  <a:endParaRPr lang="en-AU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487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698</Words>
  <Application>Microsoft Office PowerPoint</Application>
  <PresentationFormat>Widescreen</PresentationFormat>
  <Paragraphs>118</Paragraphs>
  <Slides>19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Types of view </vt:lpstr>
      <vt:lpstr>Whiteboards  </vt:lpstr>
      <vt:lpstr>Whiteboards  </vt:lpstr>
      <vt:lpstr>Whiteboards  </vt:lpstr>
      <vt:lpstr>Translation </vt:lpstr>
      <vt:lpstr>Individual practice </vt:lpstr>
      <vt:lpstr>Rotation </vt:lpstr>
      <vt:lpstr>Rotation </vt:lpstr>
      <vt:lpstr>Quick method </vt:lpstr>
      <vt:lpstr>I DO</vt:lpstr>
      <vt:lpstr>We DO</vt:lpstr>
      <vt:lpstr>YOU DO</vt:lpstr>
      <vt:lpstr>YOU DO</vt:lpstr>
      <vt:lpstr>Individual task </vt:lpstr>
      <vt:lpstr>YOU DO</vt:lpstr>
      <vt:lpstr>YOU DO</vt:lpstr>
      <vt:lpstr>Which shows 90° Clockwise? </vt:lpstr>
      <vt:lpstr>Which does not show 180° rotation?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Rhys DAVIES</dc:creator>
  <cp:lastModifiedBy>DAVIES Rhys [Busselton Senior High School]</cp:lastModifiedBy>
  <cp:revision>24</cp:revision>
  <dcterms:created xsi:type="dcterms:W3CDTF">2021-06-24T13:31:29Z</dcterms:created>
  <dcterms:modified xsi:type="dcterms:W3CDTF">2023-07-20T00:35:19Z</dcterms:modified>
</cp:coreProperties>
</file>