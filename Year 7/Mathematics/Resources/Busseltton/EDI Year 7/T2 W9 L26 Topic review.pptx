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9" r:id="rId5"/>
    <p:sldId id="270" r:id="rId6"/>
    <p:sldId id="271" r:id="rId7"/>
    <p:sldId id="272" r:id="rId8"/>
    <p:sldId id="257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B132-8712-F96F-D872-89F730726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88624-B34C-411D-C75B-862500FA2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E6B48-251A-EFBA-D0A7-2FAC4966B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E1934-A019-0092-73A1-9B716BEF8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E5E9B-89A2-83C1-ADAE-30D523DD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743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E6969-B65E-4E7C-C5EB-37808F8F2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1C122-514F-9B7A-DA82-9C7458B2A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99E74-7448-7471-8D0C-79EE7FA8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23231-9440-E60F-EFA9-1E26DBE21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A57E1-922D-9A9B-D8FC-3F26803C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781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F81B-4EA7-CCDA-3104-7CCE98EE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43DBF-3F6E-8F17-11C0-C1BB63BC4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555E9-9F1E-32F5-4E3D-97362B33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B1A02-CE3C-E0B0-F935-B37C1B672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6767A-C023-9A79-9240-91BF752C6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62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08A5-0695-0D50-9D59-87DD8309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B8A62-411B-C648-CA10-C3B8D41B2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0D396-2369-658B-9C28-7DD24D48A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96DF6-7A00-E6F5-7207-0E46FAC4D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D3F37-E1AC-5E60-1EE5-0796EB881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ED4B8-6B14-6196-45C4-020A3975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711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550E2-77FC-E5C1-044C-EC9DC60F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25CB7-26B4-D650-6190-9EC0DA60A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C13CF-46F6-09D7-EB48-EE6C87E07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147A6-F50C-DE22-300E-BA8447F20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C94F78-3927-C027-0865-518233A4C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C2C2D4-567F-81B6-EEF9-F870E6EC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C79A4-10F3-257A-0BB7-51D537D0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F3083-D5D7-F782-A20D-9BA7C2F3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31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72DD2-8FFB-045D-58E2-2DF11D22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7F7B6E-6AA4-FCCA-2767-6D851C546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CFC6F-A779-2D8B-325B-C368B4B4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AB1EE-0875-1451-3835-D53492F2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746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AFE89C-1142-C03C-8FCC-30269599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C2639-6E73-CFB8-F2D9-3DE71787E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F48F6-C963-9A91-844D-F8B13D07B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329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947B-13D7-F8C3-01C1-A677D622D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4FB05-8C9A-70DC-A265-76411087A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E19BE-93B4-C5F0-051C-6C97CDB36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A09E5-9E2F-3E9D-5319-40A56CA1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E6153-A57B-B48E-EDD2-4F55D3E81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85625-4472-D1D2-3A0D-58FF8408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706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2968D-21C7-EF87-C461-7EAD07FA9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A8DB76-13A6-6ED9-E465-491B7B86B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24A605-79C3-D806-0405-DC48D7B37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6AE64-3892-05F3-C8B3-AE0913350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9F7AC-FE69-F731-02C3-38EAC1B1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85800-B7BD-A033-DC86-5DFD6571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448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6517-7C9E-8118-A047-D9AFD8A40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6E79C-D4BB-C478-F385-A074160A4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D073E-C6F4-80A1-BDC8-AF9054FD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09B8D-B5DB-F438-D096-B270A3F4C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5AE4A-A89F-A942-3093-1A7493796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99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EB8A9F-A2C1-694C-673D-FF94932F9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6BC9B-764F-E885-88FD-EB946E2DA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D2CAB-CD7A-E04F-35C0-8735ECB5F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65376-233C-9FA1-5CE5-65630BF2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E5261-E29D-EA05-360A-5500EFEF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52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2CBBB-8CFF-6172-24FD-B806BB61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CC32-0CFB-BEC0-8028-79FB2044C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CECFA-5B6D-9DEC-879D-D92280A01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BCFEE-D5ED-4ACB-A8FD-2E0F1DE4FFE9}" type="datetimeFigureOut">
              <a:rPr lang="en-AU" smtClean="0"/>
              <a:t>20/06/2023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BE2CE-526F-4D83-55EB-B7E518664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32D20-3C04-CE90-AA01-5AEADD708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0D3C6-1741-434B-8A36-90F3CA4F21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482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9E0F0-ED76-AAF3-3C0A-737A4450D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AB7379-6B5A-386C-DB56-51A699B6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Test preparations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Recognize common fractions as a percentage and decimal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Understand and calculate commission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percent of amounts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Common fractions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Revision booklet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E0A5C-F823-8FA5-1D4A-F2379B51D82D}"/>
              </a:ext>
            </a:extLst>
          </p:cNvPr>
          <p:cNvSpPr txBox="1"/>
          <p:nvPr/>
        </p:nvSpPr>
        <p:spPr>
          <a:xfrm>
            <a:off x="5220070" y="1960562"/>
            <a:ext cx="3968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calculators and whiteboards.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B2225-6ED9-A6D4-B92C-48BF58B1BF2E}"/>
              </a:ext>
            </a:extLst>
          </p:cNvPr>
          <p:cNvSpPr txBox="1"/>
          <p:nvPr/>
        </p:nvSpPr>
        <p:spPr>
          <a:xfrm>
            <a:off x="7130248" y="265538"/>
            <a:ext cx="4890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Respect – following instructions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Learn – complete tasks </a:t>
            </a:r>
          </a:p>
        </p:txBody>
      </p:sp>
    </p:spTree>
    <p:extLst>
      <p:ext uri="{BB962C8B-B14F-4D97-AF65-F5344CB8AC3E}">
        <p14:creationId xmlns:p14="http://schemas.microsoft.com/office/powerpoint/2010/main" val="4272990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033A-C6FC-5B15-6253-C485FA34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A6AF-1B2A-CD0F-1F6B-7EF36B509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3600" dirty="0"/>
              <a:t>43% of 560L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95% of 350m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32% of $76.40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150% of 230 </a:t>
            </a:r>
            <a:endParaRPr lang="en-AU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6BE56-316C-9BAA-E960-E4391F374C60}"/>
              </a:ext>
            </a:extLst>
          </p:cNvPr>
          <p:cNvSpPr txBox="1"/>
          <p:nvPr/>
        </p:nvSpPr>
        <p:spPr>
          <a:xfrm>
            <a:off x="8575829" y="497150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 percent to decimal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OF to multiplication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decimal to amount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9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A83D-401A-3598-80C3-0B48C1DB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8F55-3A4E-29A7-D212-5E96C36A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buAutoNum type="alphaLcParenR"/>
            </a:pPr>
            <a:r>
              <a:rPr lang="en-US" sz="3600" b="1" dirty="0"/>
              <a:t>30 % of 560L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21% of 87m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92% of $70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400% of 58cm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2.5% of 320mm </a:t>
            </a:r>
            <a:endParaRPr lang="en-A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7F21D-A259-2A06-890D-D5EFC7D711BC}"/>
              </a:ext>
            </a:extLst>
          </p:cNvPr>
          <p:cNvSpPr txBox="1"/>
          <p:nvPr/>
        </p:nvSpPr>
        <p:spPr>
          <a:xfrm>
            <a:off x="8575829" y="497150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 percent to decimal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OF to multiplication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decimal to amount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80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CB924-DF1D-0933-78A6-DBAD07265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Worded questions - 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47630-CA23-C95A-BCFC-BCEE6671E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Sally has a chocolate bar that weighs 600g, if she eats 40% of it, how much chocolate does she have left?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Mr. Davies wants to buy a new fishing rod; it costs $450 BUT its on sale for 30% off. How much is the fishing rod?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7672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B57CA-49C5-58DF-326E-61596A18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8AFF3-6C88-A2A5-F862-D1BF01C36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963" y="1825625"/>
            <a:ext cx="1158535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Commission is </a:t>
            </a:r>
            <a:r>
              <a:rPr lang="en-AU" b="0" i="0" dirty="0">
                <a:solidFill>
                  <a:srgbClr val="FF0000"/>
                </a:solidFill>
                <a:effectLst/>
                <a:latin typeface="Google Sans"/>
              </a:rPr>
              <a:t>a </a:t>
            </a:r>
            <a:r>
              <a:rPr lang="en-AU" b="1" i="0" u="sng" dirty="0">
                <a:solidFill>
                  <a:srgbClr val="FF0000"/>
                </a:solidFill>
                <a:effectLst/>
                <a:latin typeface="Google Sans"/>
              </a:rPr>
              <a:t>percentage</a:t>
            </a:r>
            <a:r>
              <a:rPr lang="en-AU" b="0" i="0" dirty="0">
                <a:solidFill>
                  <a:srgbClr val="FF0000"/>
                </a:solidFill>
                <a:effectLst/>
                <a:latin typeface="Google Sans"/>
              </a:rPr>
              <a:t> of the money received </a:t>
            </a:r>
            <a:r>
              <a:rPr lang="en-AU" b="1" i="0" u="sng" dirty="0">
                <a:solidFill>
                  <a:srgbClr val="FF0000"/>
                </a:solidFill>
                <a:effectLst/>
                <a:latin typeface="Google Sans"/>
              </a:rPr>
              <a:t>from a total </a:t>
            </a:r>
            <a:r>
              <a:rPr lang="en-AU" b="0" i="0" dirty="0">
                <a:solidFill>
                  <a:srgbClr val="FF0000"/>
                </a:solidFill>
                <a:effectLst/>
                <a:latin typeface="Google Sans"/>
              </a:rPr>
              <a:t>paid during a transaction. 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  <a:latin typeface="Google San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Commission is </a:t>
            </a:r>
            <a:r>
              <a:rPr lang="en-AU" dirty="0">
                <a:solidFill>
                  <a:srgbClr val="FF0000"/>
                </a:solidFill>
                <a:latin typeface="Google Sans"/>
              </a:rPr>
              <a:t>a </a:t>
            </a:r>
            <a:r>
              <a:rPr lang="en-AU" b="1" u="sng" dirty="0">
                <a:solidFill>
                  <a:srgbClr val="FF0000"/>
                </a:solidFill>
                <a:latin typeface="Google Sans"/>
              </a:rPr>
              <a:t>_________</a:t>
            </a:r>
            <a:r>
              <a:rPr lang="en-AU" dirty="0">
                <a:solidFill>
                  <a:srgbClr val="FF0000"/>
                </a:solidFill>
                <a:latin typeface="Google Sans"/>
              </a:rPr>
              <a:t> of the money received </a:t>
            </a:r>
            <a:r>
              <a:rPr lang="en-AU" b="1" u="sng" dirty="0">
                <a:solidFill>
                  <a:srgbClr val="FF0000"/>
                </a:solidFill>
                <a:latin typeface="Google Sans"/>
              </a:rPr>
              <a:t>from a total </a:t>
            </a:r>
            <a:r>
              <a:rPr lang="en-AU" dirty="0">
                <a:solidFill>
                  <a:srgbClr val="FF0000"/>
                </a:solidFill>
                <a:latin typeface="Google Sans"/>
              </a:rPr>
              <a:t>paid during a transaction. </a:t>
            </a: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Commission is </a:t>
            </a:r>
            <a:r>
              <a:rPr lang="en-AU" dirty="0">
                <a:solidFill>
                  <a:srgbClr val="FF0000"/>
                </a:solidFill>
                <a:latin typeface="Google Sans"/>
              </a:rPr>
              <a:t>a _________ of the money received </a:t>
            </a:r>
            <a:r>
              <a:rPr lang="en-AU" b="1" u="sng" dirty="0">
                <a:solidFill>
                  <a:srgbClr val="FF0000"/>
                </a:solidFill>
                <a:latin typeface="Google Sans"/>
              </a:rPr>
              <a:t>__________ </a:t>
            </a:r>
            <a:r>
              <a:rPr lang="en-AU" dirty="0">
                <a:solidFill>
                  <a:srgbClr val="FF0000"/>
                </a:solidFill>
                <a:latin typeface="Google Sans"/>
              </a:rPr>
              <a:t>paid during a transaction. </a:t>
            </a: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24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3BA8-90B0-95FF-4CCB-14A8F9444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B1D45-2516-7039-8467-C6899578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John sells cars as a job. Every time he sells a car he gets 2% commission. Determine how much he would get after selling cars worth: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$5000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$45 000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$1 500 000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0BBC7-2773-3057-97A5-030D41C362E1}"/>
              </a:ext>
            </a:extLst>
          </p:cNvPr>
          <p:cNvSpPr txBox="1"/>
          <p:nvPr/>
        </p:nvSpPr>
        <p:spPr>
          <a:xfrm>
            <a:off x="4607511" y="3311371"/>
            <a:ext cx="65872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Real-estate agents and other salespeople get a retainer – a weekly wage too. </a:t>
            </a:r>
          </a:p>
          <a:p>
            <a:endParaRPr lang="en-US" sz="2000" dirty="0"/>
          </a:p>
          <a:p>
            <a:r>
              <a:rPr lang="en-US" sz="2000" dirty="0"/>
              <a:t>If John earns $200 a week and after 7 weeks sold $55 000 worth of cars, how much money has he earned? 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74427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DFA4-7B80-84F9-3BBC-9DB6BEC2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Sally sells houses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A050C-3BC7-45C1-A55A-5D3F5232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Sally gets $250 a week plus 4% commission on houses she sells. Work out how much money Sally earns after 7 weeks if she sold houses worth: </a:t>
            </a:r>
          </a:p>
          <a:p>
            <a:pPr marL="514350" indent="-514350">
              <a:buAutoNum type="alphaLcParenR"/>
            </a:pPr>
            <a:r>
              <a:rPr lang="en-US" dirty="0"/>
              <a:t>$450 000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$2 560 000 </a:t>
            </a:r>
          </a:p>
        </p:txBody>
      </p:sp>
    </p:spTree>
    <p:extLst>
      <p:ext uri="{BB962C8B-B14F-4D97-AF65-F5344CB8AC3E}">
        <p14:creationId xmlns:p14="http://schemas.microsoft.com/office/powerpoint/2010/main" val="303382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2A74-D949-4078-CA8F-C27F925C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Common fractions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2F4A4-801C-0BEC-F247-693DEC674C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=45% 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? 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2F4A4-801C-0BEC-F247-693DEC674C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2721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2A74-D949-4078-CA8F-C27F925C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Common fractions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2F4A4-801C-0BEC-F247-693DEC674C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    % </m:t>
                      </m:r>
                    </m:oMath>
                  </m:oMathPara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   %  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      %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2F4A4-801C-0BEC-F247-693DEC674C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1412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2A74-D949-4078-CA8F-C27F925C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Common fractions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2F4A4-801C-0BEC-F247-693DEC674C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        %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             % 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              %</m:t>
                      </m:r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2F4A4-801C-0BEC-F247-693DEC674C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66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525B5-F8DF-277E-CAE4-CA00EB3A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Turn into percent </a:t>
            </a:r>
            <a:r>
              <a:rPr lang="en-US" dirty="0">
                <a:sym typeface="Wingdings" panose="05000000000000000000" pitchFamily="2" charset="2"/>
              </a:rPr>
              <a:t> 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1632EB-8D10-2881-45E3-D6A5312D78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      %</m:t>
                      </m:r>
                    </m:oMath>
                  </m:oMathPara>
                </a14:m>
                <a:endParaRPr lang="en-US" sz="4000" b="0" dirty="0"/>
              </a:p>
              <a:p>
                <a:pPr marL="0" indent="0" algn="ctr">
                  <a:buNone/>
                </a:pPr>
                <a:endParaRPr lang="en-AU" sz="4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           %</m:t>
                      </m:r>
                    </m:oMath>
                  </m:oMathPara>
                </a14:m>
                <a:endParaRPr lang="en-US" sz="4000" b="0" dirty="0"/>
              </a:p>
              <a:p>
                <a:pPr marL="0" indent="0" algn="ctr">
                  <a:buNone/>
                </a:pPr>
                <a:endParaRPr lang="en-AU" sz="4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         %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1632EB-8D10-2881-45E3-D6A5312D78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0102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4DFC6-5E01-FE24-569D-65235FAA6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Worded questions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C8F54-07FB-209D-CF76-56EAD22D9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dirty="0"/>
              <a:t>Sally score 40 on her test. If the test was out of 60, what is her percent?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Tom scored 21 out of 25 free throws in the first half, he then scored 12 out of 30 in the second half. What is his overall success as a percent?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AU" sz="3600" dirty="0"/>
              <a:t>If he had 250 free throws, how many would you expect him to score? </a:t>
            </a:r>
          </a:p>
        </p:txBody>
      </p:sp>
    </p:spTree>
    <p:extLst>
      <p:ext uri="{BB962C8B-B14F-4D97-AF65-F5344CB8AC3E}">
        <p14:creationId xmlns:p14="http://schemas.microsoft.com/office/powerpoint/2010/main" val="429468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438309-2650-B94B-3E30-CB1E1E0662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Revision booklet</a:t>
            </a:r>
            <a:endParaRPr lang="en-A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1597F3-184B-5681-C9D4-0798D6623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Test tomorrow </a:t>
            </a:r>
          </a:p>
          <a:p>
            <a:r>
              <a:rPr lang="en-US" dirty="0"/>
              <a:t>What you do not finish, is homework.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5729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493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Google Sans</vt:lpstr>
      <vt:lpstr>Wingdings</vt:lpstr>
      <vt:lpstr>Office Theme</vt:lpstr>
      <vt:lpstr>Lesson objective </vt:lpstr>
      <vt:lpstr>We do </vt:lpstr>
      <vt:lpstr>Whiteboards </vt:lpstr>
      <vt:lpstr>Worded questions - whiteboards</vt:lpstr>
      <vt:lpstr>Choral response </vt:lpstr>
      <vt:lpstr>How it works </vt:lpstr>
      <vt:lpstr>Sally sells houses </vt:lpstr>
      <vt:lpstr>Common fractions </vt:lpstr>
      <vt:lpstr>Common fractions </vt:lpstr>
      <vt:lpstr>Common fractions </vt:lpstr>
      <vt:lpstr>Turn into percent  whiteboards </vt:lpstr>
      <vt:lpstr>Worded questions </vt:lpstr>
      <vt:lpstr>Revision booklet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3</cp:revision>
  <dcterms:created xsi:type="dcterms:W3CDTF">2022-08-11T00:21:43Z</dcterms:created>
  <dcterms:modified xsi:type="dcterms:W3CDTF">2023-06-20T00:26:56Z</dcterms:modified>
</cp:coreProperties>
</file>