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F78812-A422-425F-B38C-1EDC7E5F0A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69D31AC-EA4D-4F14-876F-A4D5B554B9C2}">
      <dgm:prSet/>
      <dgm:spPr/>
      <dgm:t>
        <a:bodyPr/>
        <a:lstStyle/>
        <a:p>
          <a:r>
            <a:rPr lang="en-AU" dirty="0"/>
            <a:t>Page 292 – Skills ladder  </a:t>
          </a:r>
          <a:endParaRPr lang="en-US" dirty="0"/>
        </a:p>
      </dgm:t>
    </dgm:pt>
    <dgm:pt modelId="{14680A92-E0C6-4008-BC41-9FD9EA254187}" type="parTrans" cxnId="{32BEF5DF-6298-41F2-A562-1FE424509E21}">
      <dgm:prSet/>
      <dgm:spPr/>
      <dgm:t>
        <a:bodyPr/>
        <a:lstStyle/>
        <a:p>
          <a:endParaRPr lang="en-US"/>
        </a:p>
      </dgm:t>
    </dgm:pt>
    <dgm:pt modelId="{3F0A3D12-7A16-4C47-982F-7666BF7C2081}" type="sibTrans" cxnId="{32BEF5DF-6298-41F2-A562-1FE424509E21}">
      <dgm:prSet/>
      <dgm:spPr/>
      <dgm:t>
        <a:bodyPr/>
        <a:lstStyle/>
        <a:p>
          <a:endParaRPr lang="en-US"/>
        </a:p>
      </dgm:t>
    </dgm:pt>
    <dgm:pt modelId="{3C90E0DF-1789-414E-A784-97543AACF316}">
      <dgm:prSet/>
      <dgm:spPr/>
      <dgm:t>
        <a:bodyPr/>
        <a:lstStyle/>
        <a:p>
          <a:r>
            <a:rPr lang="en-AU" dirty="0"/>
            <a:t>Questions 6 - 11 </a:t>
          </a:r>
          <a:endParaRPr lang="en-US" dirty="0"/>
        </a:p>
      </dgm:t>
    </dgm:pt>
    <dgm:pt modelId="{B509CD04-55B1-4C91-9228-224E242DB2FB}" type="parTrans" cxnId="{6052E3F5-6812-484B-9FFE-4F48C3E59F26}">
      <dgm:prSet/>
      <dgm:spPr/>
      <dgm:t>
        <a:bodyPr/>
        <a:lstStyle/>
        <a:p>
          <a:endParaRPr lang="en-US"/>
        </a:p>
      </dgm:t>
    </dgm:pt>
    <dgm:pt modelId="{B5E4739F-0C14-4629-AF6A-6CA4C1E8A40A}" type="sibTrans" cxnId="{6052E3F5-6812-484B-9FFE-4F48C3E59F26}">
      <dgm:prSet/>
      <dgm:spPr/>
      <dgm:t>
        <a:bodyPr/>
        <a:lstStyle/>
        <a:p>
          <a:endParaRPr lang="en-US"/>
        </a:p>
      </dgm:t>
    </dgm:pt>
    <dgm:pt modelId="{4A4412BA-F6A9-4118-BCDF-928531BE8B36}">
      <dgm:prSet/>
      <dgm:spPr/>
      <dgm:t>
        <a:bodyPr/>
        <a:lstStyle/>
        <a:p>
          <a:r>
            <a:rPr lang="en-AU" dirty="0"/>
            <a:t>If you have finished early go to page 297, questions 9 -13 </a:t>
          </a:r>
          <a:endParaRPr lang="en-US" dirty="0"/>
        </a:p>
      </dgm:t>
    </dgm:pt>
    <dgm:pt modelId="{43C839ED-2C69-426C-8291-291518ED5EC1}" type="parTrans" cxnId="{51A9D546-42FD-4DEB-9C1C-7758E4E59E35}">
      <dgm:prSet/>
      <dgm:spPr/>
      <dgm:t>
        <a:bodyPr/>
        <a:lstStyle/>
        <a:p>
          <a:endParaRPr lang="en-US"/>
        </a:p>
      </dgm:t>
    </dgm:pt>
    <dgm:pt modelId="{23F5B3AA-708F-4547-8591-3C612A66023B}" type="sibTrans" cxnId="{51A9D546-42FD-4DEB-9C1C-7758E4E59E35}">
      <dgm:prSet/>
      <dgm:spPr/>
      <dgm:t>
        <a:bodyPr/>
        <a:lstStyle/>
        <a:p>
          <a:endParaRPr lang="en-US"/>
        </a:p>
      </dgm:t>
    </dgm:pt>
    <dgm:pt modelId="{0BF5CA20-5471-4894-8949-210FF4D8D9C8}" type="pres">
      <dgm:prSet presAssocID="{C6F78812-A422-425F-B38C-1EDC7E5F0A09}" presName="root" presStyleCnt="0">
        <dgm:presLayoutVars>
          <dgm:dir/>
          <dgm:resizeHandles val="exact"/>
        </dgm:presLayoutVars>
      </dgm:prSet>
      <dgm:spPr/>
    </dgm:pt>
    <dgm:pt modelId="{24FE0F6B-E492-43DF-829A-5302C2B8D5B6}" type="pres">
      <dgm:prSet presAssocID="{F69D31AC-EA4D-4F14-876F-A4D5B554B9C2}" presName="compNode" presStyleCnt="0"/>
      <dgm:spPr/>
    </dgm:pt>
    <dgm:pt modelId="{D8FDB866-A0E5-41EC-96CE-1EF4F06E0913}" type="pres">
      <dgm:prSet presAssocID="{F69D31AC-EA4D-4F14-876F-A4D5B554B9C2}" presName="bgRect" presStyleLbl="bgShp" presStyleIdx="0" presStyleCnt="3"/>
      <dgm:spPr/>
    </dgm:pt>
    <dgm:pt modelId="{1095CD89-8B7D-4985-AEC2-F2F54058A649}" type="pres">
      <dgm:prSet presAssocID="{F69D31AC-EA4D-4F14-876F-A4D5B554B9C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263B6B2-438C-4E3B-936F-D903E84162C4}" type="pres">
      <dgm:prSet presAssocID="{F69D31AC-EA4D-4F14-876F-A4D5B554B9C2}" presName="spaceRect" presStyleCnt="0"/>
      <dgm:spPr/>
    </dgm:pt>
    <dgm:pt modelId="{AA2EA099-F465-4C27-8060-716BC5AD7763}" type="pres">
      <dgm:prSet presAssocID="{F69D31AC-EA4D-4F14-876F-A4D5B554B9C2}" presName="parTx" presStyleLbl="revTx" presStyleIdx="0" presStyleCnt="3">
        <dgm:presLayoutVars>
          <dgm:chMax val="0"/>
          <dgm:chPref val="0"/>
        </dgm:presLayoutVars>
      </dgm:prSet>
      <dgm:spPr/>
    </dgm:pt>
    <dgm:pt modelId="{359F003B-AB2C-4C5C-931B-5059D76A267C}" type="pres">
      <dgm:prSet presAssocID="{3F0A3D12-7A16-4C47-982F-7666BF7C2081}" presName="sibTrans" presStyleCnt="0"/>
      <dgm:spPr/>
    </dgm:pt>
    <dgm:pt modelId="{014B93E7-0DFF-4960-8324-FC4315F13500}" type="pres">
      <dgm:prSet presAssocID="{3C90E0DF-1789-414E-A784-97543AACF316}" presName="compNode" presStyleCnt="0"/>
      <dgm:spPr/>
    </dgm:pt>
    <dgm:pt modelId="{FEFED805-A982-4FB5-9924-19C2DCCF027B}" type="pres">
      <dgm:prSet presAssocID="{3C90E0DF-1789-414E-A784-97543AACF316}" presName="bgRect" presStyleLbl="bgShp" presStyleIdx="1" presStyleCnt="3"/>
      <dgm:spPr/>
    </dgm:pt>
    <dgm:pt modelId="{FE1EDE44-F96D-479A-8685-7F05312BF035}" type="pres">
      <dgm:prSet presAssocID="{3C90E0DF-1789-414E-A784-97543AACF31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68850E5C-E979-4AEA-8CEA-C3C63A332D29}" type="pres">
      <dgm:prSet presAssocID="{3C90E0DF-1789-414E-A784-97543AACF316}" presName="spaceRect" presStyleCnt="0"/>
      <dgm:spPr/>
    </dgm:pt>
    <dgm:pt modelId="{6922B9FF-7D22-44B4-90FB-6A13BC891CE8}" type="pres">
      <dgm:prSet presAssocID="{3C90E0DF-1789-414E-A784-97543AACF316}" presName="parTx" presStyleLbl="revTx" presStyleIdx="1" presStyleCnt="3">
        <dgm:presLayoutVars>
          <dgm:chMax val="0"/>
          <dgm:chPref val="0"/>
        </dgm:presLayoutVars>
      </dgm:prSet>
      <dgm:spPr/>
    </dgm:pt>
    <dgm:pt modelId="{B59EC6D0-48D8-458B-9046-7C6DC2B0430C}" type="pres">
      <dgm:prSet presAssocID="{B5E4739F-0C14-4629-AF6A-6CA4C1E8A40A}" presName="sibTrans" presStyleCnt="0"/>
      <dgm:spPr/>
    </dgm:pt>
    <dgm:pt modelId="{A9F2815A-154A-42F6-9A3D-6B561C40BED3}" type="pres">
      <dgm:prSet presAssocID="{4A4412BA-F6A9-4118-BCDF-928531BE8B36}" presName="compNode" presStyleCnt="0"/>
      <dgm:spPr/>
    </dgm:pt>
    <dgm:pt modelId="{0A5DFFA9-20A3-4EAD-8C2C-8067DAE3FFF5}" type="pres">
      <dgm:prSet presAssocID="{4A4412BA-F6A9-4118-BCDF-928531BE8B36}" presName="bgRect" presStyleLbl="bgShp" presStyleIdx="2" presStyleCnt="3"/>
      <dgm:spPr/>
    </dgm:pt>
    <dgm:pt modelId="{06681C5A-F61C-46D3-86BF-A8456DCAF9E5}" type="pres">
      <dgm:prSet presAssocID="{4A4412BA-F6A9-4118-BCDF-928531BE8B3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ight Pointing Backhand Index"/>
        </a:ext>
      </dgm:extLst>
    </dgm:pt>
    <dgm:pt modelId="{383B6107-83B6-4328-97BC-348325C6944F}" type="pres">
      <dgm:prSet presAssocID="{4A4412BA-F6A9-4118-BCDF-928531BE8B36}" presName="spaceRect" presStyleCnt="0"/>
      <dgm:spPr/>
    </dgm:pt>
    <dgm:pt modelId="{EC0C8A44-9676-4B01-8BB7-F97E5D33A11A}" type="pres">
      <dgm:prSet presAssocID="{4A4412BA-F6A9-4118-BCDF-928531BE8B3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1A9D546-42FD-4DEB-9C1C-7758E4E59E35}" srcId="{C6F78812-A422-425F-B38C-1EDC7E5F0A09}" destId="{4A4412BA-F6A9-4118-BCDF-928531BE8B36}" srcOrd="2" destOrd="0" parTransId="{43C839ED-2C69-426C-8291-291518ED5EC1}" sibTransId="{23F5B3AA-708F-4547-8591-3C612A66023B}"/>
    <dgm:cxn modelId="{558CE77A-1AE8-4B2A-855E-21DE27E6EBCD}" type="presOf" srcId="{F69D31AC-EA4D-4F14-876F-A4D5B554B9C2}" destId="{AA2EA099-F465-4C27-8060-716BC5AD7763}" srcOrd="0" destOrd="0" presId="urn:microsoft.com/office/officeart/2018/2/layout/IconVerticalSolidList"/>
    <dgm:cxn modelId="{32C68590-ADDD-4697-8929-8687108FF14D}" type="presOf" srcId="{4A4412BA-F6A9-4118-BCDF-928531BE8B36}" destId="{EC0C8A44-9676-4B01-8BB7-F97E5D33A11A}" srcOrd="0" destOrd="0" presId="urn:microsoft.com/office/officeart/2018/2/layout/IconVerticalSolidList"/>
    <dgm:cxn modelId="{1B3B56C0-47B1-4FAA-A457-B3500BA01303}" type="presOf" srcId="{3C90E0DF-1789-414E-A784-97543AACF316}" destId="{6922B9FF-7D22-44B4-90FB-6A13BC891CE8}" srcOrd="0" destOrd="0" presId="urn:microsoft.com/office/officeart/2018/2/layout/IconVerticalSolidList"/>
    <dgm:cxn modelId="{32BEF5DF-6298-41F2-A562-1FE424509E21}" srcId="{C6F78812-A422-425F-B38C-1EDC7E5F0A09}" destId="{F69D31AC-EA4D-4F14-876F-A4D5B554B9C2}" srcOrd="0" destOrd="0" parTransId="{14680A92-E0C6-4008-BC41-9FD9EA254187}" sibTransId="{3F0A3D12-7A16-4C47-982F-7666BF7C2081}"/>
    <dgm:cxn modelId="{EE9664EA-A753-4E8B-9C42-29CD8D301F70}" type="presOf" srcId="{C6F78812-A422-425F-B38C-1EDC7E5F0A09}" destId="{0BF5CA20-5471-4894-8949-210FF4D8D9C8}" srcOrd="0" destOrd="0" presId="urn:microsoft.com/office/officeart/2018/2/layout/IconVerticalSolidList"/>
    <dgm:cxn modelId="{6052E3F5-6812-484B-9FFE-4F48C3E59F26}" srcId="{C6F78812-A422-425F-B38C-1EDC7E5F0A09}" destId="{3C90E0DF-1789-414E-A784-97543AACF316}" srcOrd="1" destOrd="0" parTransId="{B509CD04-55B1-4C91-9228-224E242DB2FB}" sibTransId="{B5E4739F-0C14-4629-AF6A-6CA4C1E8A40A}"/>
    <dgm:cxn modelId="{25FF2147-52CB-4FCC-9D52-982DC53C62FA}" type="presParOf" srcId="{0BF5CA20-5471-4894-8949-210FF4D8D9C8}" destId="{24FE0F6B-E492-43DF-829A-5302C2B8D5B6}" srcOrd="0" destOrd="0" presId="urn:microsoft.com/office/officeart/2018/2/layout/IconVerticalSolidList"/>
    <dgm:cxn modelId="{C1A0069A-3229-4CDF-BC13-0B60BD410D4C}" type="presParOf" srcId="{24FE0F6B-E492-43DF-829A-5302C2B8D5B6}" destId="{D8FDB866-A0E5-41EC-96CE-1EF4F06E0913}" srcOrd="0" destOrd="0" presId="urn:microsoft.com/office/officeart/2018/2/layout/IconVerticalSolidList"/>
    <dgm:cxn modelId="{8B26FEB9-E3A3-4DCA-8F1E-41D0B906FFEB}" type="presParOf" srcId="{24FE0F6B-E492-43DF-829A-5302C2B8D5B6}" destId="{1095CD89-8B7D-4985-AEC2-F2F54058A649}" srcOrd="1" destOrd="0" presId="urn:microsoft.com/office/officeart/2018/2/layout/IconVerticalSolidList"/>
    <dgm:cxn modelId="{0A505CEC-F839-489B-87AB-22AFA0918523}" type="presParOf" srcId="{24FE0F6B-E492-43DF-829A-5302C2B8D5B6}" destId="{A263B6B2-438C-4E3B-936F-D903E84162C4}" srcOrd="2" destOrd="0" presId="urn:microsoft.com/office/officeart/2018/2/layout/IconVerticalSolidList"/>
    <dgm:cxn modelId="{8E85D6F4-1BFB-439F-A75C-72020733C650}" type="presParOf" srcId="{24FE0F6B-E492-43DF-829A-5302C2B8D5B6}" destId="{AA2EA099-F465-4C27-8060-716BC5AD7763}" srcOrd="3" destOrd="0" presId="urn:microsoft.com/office/officeart/2018/2/layout/IconVerticalSolidList"/>
    <dgm:cxn modelId="{D68860B6-D532-428D-9F64-31208BE91480}" type="presParOf" srcId="{0BF5CA20-5471-4894-8949-210FF4D8D9C8}" destId="{359F003B-AB2C-4C5C-931B-5059D76A267C}" srcOrd="1" destOrd="0" presId="urn:microsoft.com/office/officeart/2018/2/layout/IconVerticalSolidList"/>
    <dgm:cxn modelId="{BE755734-8172-49D4-912B-9F1C49D550EB}" type="presParOf" srcId="{0BF5CA20-5471-4894-8949-210FF4D8D9C8}" destId="{014B93E7-0DFF-4960-8324-FC4315F13500}" srcOrd="2" destOrd="0" presId="urn:microsoft.com/office/officeart/2018/2/layout/IconVerticalSolidList"/>
    <dgm:cxn modelId="{8329963D-1382-498A-B3EF-5D3C4A928329}" type="presParOf" srcId="{014B93E7-0DFF-4960-8324-FC4315F13500}" destId="{FEFED805-A982-4FB5-9924-19C2DCCF027B}" srcOrd="0" destOrd="0" presId="urn:microsoft.com/office/officeart/2018/2/layout/IconVerticalSolidList"/>
    <dgm:cxn modelId="{20FE331C-0E9C-4FE6-850C-B3563D85375C}" type="presParOf" srcId="{014B93E7-0DFF-4960-8324-FC4315F13500}" destId="{FE1EDE44-F96D-479A-8685-7F05312BF035}" srcOrd="1" destOrd="0" presId="urn:microsoft.com/office/officeart/2018/2/layout/IconVerticalSolidList"/>
    <dgm:cxn modelId="{5654968A-255A-4AD2-BB5B-8C81D84E1083}" type="presParOf" srcId="{014B93E7-0DFF-4960-8324-FC4315F13500}" destId="{68850E5C-E979-4AEA-8CEA-C3C63A332D29}" srcOrd="2" destOrd="0" presId="urn:microsoft.com/office/officeart/2018/2/layout/IconVerticalSolidList"/>
    <dgm:cxn modelId="{E311FFC8-2D90-4399-B24D-294067A03A8E}" type="presParOf" srcId="{014B93E7-0DFF-4960-8324-FC4315F13500}" destId="{6922B9FF-7D22-44B4-90FB-6A13BC891CE8}" srcOrd="3" destOrd="0" presId="urn:microsoft.com/office/officeart/2018/2/layout/IconVerticalSolidList"/>
    <dgm:cxn modelId="{6C5216F8-4B52-478C-AB26-FFBEA3447658}" type="presParOf" srcId="{0BF5CA20-5471-4894-8949-210FF4D8D9C8}" destId="{B59EC6D0-48D8-458B-9046-7C6DC2B0430C}" srcOrd="3" destOrd="0" presId="urn:microsoft.com/office/officeart/2018/2/layout/IconVerticalSolidList"/>
    <dgm:cxn modelId="{1FDD5296-EF7A-4859-8173-E1CC87C11546}" type="presParOf" srcId="{0BF5CA20-5471-4894-8949-210FF4D8D9C8}" destId="{A9F2815A-154A-42F6-9A3D-6B561C40BED3}" srcOrd="4" destOrd="0" presId="urn:microsoft.com/office/officeart/2018/2/layout/IconVerticalSolidList"/>
    <dgm:cxn modelId="{B4EF9FDD-9B2C-421A-A2A0-E7BDD68674EE}" type="presParOf" srcId="{A9F2815A-154A-42F6-9A3D-6B561C40BED3}" destId="{0A5DFFA9-20A3-4EAD-8C2C-8067DAE3FFF5}" srcOrd="0" destOrd="0" presId="urn:microsoft.com/office/officeart/2018/2/layout/IconVerticalSolidList"/>
    <dgm:cxn modelId="{DC11CF0A-C23E-4208-9DC7-D12D35B2EA7B}" type="presParOf" srcId="{A9F2815A-154A-42F6-9A3D-6B561C40BED3}" destId="{06681C5A-F61C-46D3-86BF-A8456DCAF9E5}" srcOrd="1" destOrd="0" presId="urn:microsoft.com/office/officeart/2018/2/layout/IconVerticalSolidList"/>
    <dgm:cxn modelId="{9E5200E6-4337-405B-96C7-83839C5AE10D}" type="presParOf" srcId="{A9F2815A-154A-42F6-9A3D-6B561C40BED3}" destId="{383B6107-83B6-4328-97BC-348325C6944F}" srcOrd="2" destOrd="0" presId="urn:microsoft.com/office/officeart/2018/2/layout/IconVerticalSolidList"/>
    <dgm:cxn modelId="{3FAD6444-0A61-44A6-9C00-268959FD3C9F}" type="presParOf" srcId="{A9F2815A-154A-42F6-9A3D-6B561C40BED3}" destId="{EC0C8A44-9676-4B01-8BB7-F97E5D33A11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FDB866-A0E5-41EC-96CE-1EF4F06E0913}">
      <dsp:nvSpPr>
        <dsp:cNvPr id="0" name=""/>
        <dsp:cNvSpPr/>
      </dsp:nvSpPr>
      <dsp:spPr>
        <a:xfrm>
          <a:off x="0" y="673"/>
          <a:ext cx="6594475" cy="15766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95CD89-8B7D-4985-AEC2-F2F54058A649}">
      <dsp:nvSpPr>
        <dsp:cNvPr id="0" name=""/>
        <dsp:cNvSpPr/>
      </dsp:nvSpPr>
      <dsp:spPr>
        <a:xfrm>
          <a:off x="476946" y="355427"/>
          <a:ext cx="867175" cy="8671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EA099-F465-4C27-8060-716BC5AD7763}">
      <dsp:nvSpPr>
        <dsp:cNvPr id="0" name=""/>
        <dsp:cNvSpPr/>
      </dsp:nvSpPr>
      <dsp:spPr>
        <a:xfrm>
          <a:off x="1821068" y="673"/>
          <a:ext cx="4773406" cy="1576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866" tIns="166866" rIns="166866" bIns="1668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/>
            <a:t>Page 292 – Skills ladder  </a:t>
          </a:r>
          <a:endParaRPr lang="en-US" sz="2500" kern="1200" dirty="0"/>
        </a:p>
      </dsp:txBody>
      <dsp:txXfrm>
        <a:off x="1821068" y="673"/>
        <a:ext cx="4773406" cy="1576682"/>
      </dsp:txXfrm>
    </dsp:sp>
    <dsp:sp modelId="{FEFED805-A982-4FB5-9924-19C2DCCF027B}">
      <dsp:nvSpPr>
        <dsp:cNvPr id="0" name=""/>
        <dsp:cNvSpPr/>
      </dsp:nvSpPr>
      <dsp:spPr>
        <a:xfrm>
          <a:off x="0" y="1971527"/>
          <a:ext cx="6594475" cy="15766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1EDE44-F96D-479A-8685-7F05312BF035}">
      <dsp:nvSpPr>
        <dsp:cNvPr id="0" name=""/>
        <dsp:cNvSpPr/>
      </dsp:nvSpPr>
      <dsp:spPr>
        <a:xfrm>
          <a:off x="476946" y="2326281"/>
          <a:ext cx="867175" cy="8671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2B9FF-7D22-44B4-90FB-6A13BC891CE8}">
      <dsp:nvSpPr>
        <dsp:cNvPr id="0" name=""/>
        <dsp:cNvSpPr/>
      </dsp:nvSpPr>
      <dsp:spPr>
        <a:xfrm>
          <a:off x="1821068" y="1971527"/>
          <a:ext cx="4773406" cy="1576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866" tIns="166866" rIns="166866" bIns="1668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/>
            <a:t>Questions 6 - 11 </a:t>
          </a:r>
          <a:endParaRPr lang="en-US" sz="2500" kern="1200" dirty="0"/>
        </a:p>
      </dsp:txBody>
      <dsp:txXfrm>
        <a:off x="1821068" y="1971527"/>
        <a:ext cx="4773406" cy="1576682"/>
      </dsp:txXfrm>
    </dsp:sp>
    <dsp:sp modelId="{0A5DFFA9-20A3-4EAD-8C2C-8067DAE3FFF5}">
      <dsp:nvSpPr>
        <dsp:cNvPr id="0" name=""/>
        <dsp:cNvSpPr/>
      </dsp:nvSpPr>
      <dsp:spPr>
        <a:xfrm>
          <a:off x="0" y="3942381"/>
          <a:ext cx="6594475" cy="157668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81C5A-F61C-46D3-86BF-A8456DCAF9E5}">
      <dsp:nvSpPr>
        <dsp:cNvPr id="0" name=""/>
        <dsp:cNvSpPr/>
      </dsp:nvSpPr>
      <dsp:spPr>
        <a:xfrm>
          <a:off x="476946" y="4297134"/>
          <a:ext cx="867175" cy="8671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C8A44-9676-4B01-8BB7-F97E5D33A11A}">
      <dsp:nvSpPr>
        <dsp:cNvPr id="0" name=""/>
        <dsp:cNvSpPr/>
      </dsp:nvSpPr>
      <dsp:spPr>
        <a:xfrm>
          <a:off x="1821068" y="3942381"/>
          <a:ext cx="4773406" cy="1576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866" tIns="166866" rIns="166866" bIns="16686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500" kern="1200" dirty="0"/>
            <a:t>If you have finished early go to page 297, questions 9 -13 </a:t>
          </a:r>
          <a:endParaRPr lang="en-US" sz="2500" kern="1200" dirty="0"/>
        </a:p>
      </dsp:txBody>
      <dsp:txXfrm>
        <a:off x="1821068" y="3942381"/>
        <a:ext cx="4773406" cy="15766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1C728-2D81-4515-87B1-BDFA5F169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DDA609-5788-47F1-802D-98889F8AE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C810F-B5FD-4CA4-BB0D-D0F309DDB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A08BA-7BF5-429A-8D1B-1FD089131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BB4A4-5398-490E-96F2-3FD7BCB39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649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ACEF-4C58-42DD-91AD-89779F482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C3F94-D2F7-47C8-856A-791DA6CD3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975AE-398A-4A08-9FD7-20E9A4DD6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162E8-4B0A-41CF-9D63-F7EFC6E68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BF9F4-A846-4C0A-8CF8-8918FC149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4340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A36F6-029D-4949-81F1-4AEA9EE00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B4EB6-BABB-49B3-90BC-0CD7984B2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C7C69-C799-43A6-8223-5B6837DC1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12B43-9984-41A6-B57C-CD4A0A7C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3E040-E005-4829-A94C-0786869F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4066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AF7B-3293-4508-8D25-A2EFF5960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985A8-FC41-4803-A14C-E44CFC927C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FAEBB4-BA39-4931-80D0-A53545059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37EE6-26C7-44CE-8FAD-92C39335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6DDC0-6CE2-4189-AF34-C1EA3358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B52F6-5860-4AA3-9AFB-427E83CFD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646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2AFCE-9B6B-4B57-840E-CFDD1669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F036F-2871-4D0F-B6EB-8C0C09866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3158B-8AE1-4528-B9A8-1C968B61A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C97A75-BC7B-45B4-9E5B-FDE456622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A54E16-84A2-4DB9-B76A-24320086F7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6DA4A5-6E3E-4FD1-B167-C3404C23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BF503E-CFAC-4613-BCB7-D66A419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3C7240-A222-441D-A5F7-311424F50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7529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178D4-7207-4CB6-B9EA-B27F274EF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05A31-9F7D-4387-B4E4-1754E6D1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DE4BEA-C85C-4A20-9D89-853CC3ABE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A1F2FF-4F1D-4F61-983B-298CE46C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935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C5265A-D307-4F60-98F8-088789F3C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85818-1566-4A58-9D0F-A18C18943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77A27-BE9A-41EA-81EC-A86639D76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589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FFB1B-03EC-47C2-9763-FB993627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F4093-8012-4BEC-8852-07601E885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29BF12-A9D7-4367-9154-CE00ADC66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C739A-18B6-403C-B1FD-2F4CB0F82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E6C2C-E99D-48C5-A1EC-1B6EFAC3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42BCF-F35E-420B-8B77-CB1CC2076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324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0DEE-5E92-4EAC-946C-DABED9C4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F5CDCC-70C6-4AAD-B68B-6C2A45A7F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6392AC-9147-4FCC-9411-477FC3784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E2928-4941-45CE-8362-03C282F69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CE7414-7AF7-4EED-A290-01CAA3ED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B41FC-39D7-47C5-8853-BC064D2B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927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D49F5-D6E6-4457-BF74-6007D284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1B98E-7B63-4D1C-BA7F-3A976DD1B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9614-AFC9-4F84-95BA-7D3EBCA92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15382-587E-4F77-BFEB-0EBA583C7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F4D16-E402-4EC3-9219-68471BD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3015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A82EF6-8CE2-49CB-8BCC-EED3EE6C7B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0210F-252F-46FC-A445-2E1380CF5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C3D7C-40A0-41F9-B15D-884112790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EAFEE-F10D-4098-A57F-56FBE987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96B53-8665-40B4-9F92-5CA70597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689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06104-A211-4069-9D78-8DEC31B6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2237D-C04D-4BE6-91BF-6698E7D1B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CAB924-AC16-414D-BB15-8712C4A91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00460-1B4E-432A-B0E7-3929FFB44E92}" type="datetimeFigureOut">
              <a:rPr lang="en-AU" smtClean="0"/>
              <a:t>15/02/2023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A1FED-55A4-41D1-B17A-C41AB79FD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9EE61-6186-40E6-A5E8-E70584DA1E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A7C56-F599-401B-B440-ECAFFC9031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1746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29D379-9B7F-4C4D-8A7D-7170542F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B26F60-3749-495F-8A1E-F630F8E80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chemeClr val="accent1"/>
                </a:solidFill>
              </a:rPr>
              <a:t>Integers review </a:t>
            </a:r>
          </a:p>
          <a:p>
            <a:pPr marL="0" indent="0">
              <a:buNone/>
            </a:pPr>
            <a:endParaRPr lang="en-AU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chemeClr val="accent1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accent1"/>
                </a:solidFill>
              </a:rPr>
              <a:t> be able to add and subtract positive and negative integers</a:t>
            </a:r>
          </a:p>
          <a:p>
            <a:pPr marL="0" indent="0">
              <a:buNone/>
            </a:pPr>
            <a:r>
              <a:rPr lang="en-AU" dirty="0">
                <a:solidFill>
                  <a:schemeClr val="accent1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accent1"/>
                </a:solidFill>
              </a:rPr>
              <a:t>Daily review 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accent1"/>
                </a:solidFill>
              </a:rPr>
              <a:t>Worded questions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chemeClr val="accent1"/>
                </a:solidFill>
              </a:rPr>
              <a:t>Skills practice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0B9A50-5D10-49C9-A332-2CB1E3B24F78}"/>
              </a:ext>
            </a:extLst>
          </p:cNvPr>
          <p:cNvSpPr txBox="1"/>
          <p:nvPr/>
        </p:nvSpPr>
        <p:spPr>
          <a:xfrm>
            <a:off x="9694416" y="497150"/>
            <a:ext cx="2228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Test Friday. </a:t>
            </a:r>
            <a:endParaRPr lang="en-AU" sz="24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704A86-05CC-41B7-B7EA-CEC2654EC62E}"/>
              </a:ext>
            </a:extLst>
          </p:cNvPr>
          <p:cNvSpPr txBox="1"/>
          <p:nvPr/>
        </p:nvSpPr>
        <p:spPr>
          <a:xfrm>
            <a:off x="7022237" y="4822055"/>
            <a:ext cx="29932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highlight>
                  <a:srgbClr val="FFFF00"/>
                </a:highlight>
              </a:rPr>
              <a:t>Need whiteboards.</a:t>
            </a:r>
            <a:endParaRPr lang="en-AU" sz="3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48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C5EA-7EBF-4BCF-A380-155CEF4F4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3363" y="365760"/>
            <a:ext cx="9367203" cy="1188720"/>
          </a:xfrm>
        </p:spPr>
        <p:txBody>
          <a:bodyPr>
            <a:normAutofit/>
          </a:bodyPr>
          <a:lstStyle/>
          <a:p>
            <a:r>
              <a:rPr lang="en-AU" dirty="0"/>
              <a:t>Daily review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CB4857B-ED7C-444D-9F04-2F885114A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764099" cy="1558212"/>
          </a:xfrm>
          <a:custGeom>
            <a:avLst/>
            <a:gdLst>
              <a:gd name="connsiteX0" fmla="*/ 0 w 1764099"/>
              <a:gd name="connsiteY0" fmla="*/ 0 h 1558212"/>
              <a:gd name="connsiteX1" fmla="*/ 1764099 w 1764099"/>
              <a:gd name="connsiteY1" fmla="*/ 0 h 1558212"/>
              <a:gd name="connsiteX2" fmla="*/ 1042087 w 1764099"/>
              <a:gd name="connsiteY2" fmla="*/ 1558212 h 1558212"/>
              <a:gd name="connsiteX3" fmla="*/ 0 w 1764099"/>
              <a:gd name="connsiteY3" fmla="*/ 1558212 h 1558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64099" h="1558212">
                <a:moveTo>
                  <a:pt x="0" y="0"/>
                </a:moveTo>
                <a:lnTo>
                  <a:pt x="1764099" y="0"/>
                </a:lnTo>
                <a:lnTo>
                  <a:pt x="1042087" y="1558212"/>
                </a:lnTo>
                <a:lnTo>
                  <a:pt x="0" y="155821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18046FB-44EA-4FD8-A585-EA09A319B2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12191999" cy="5166360"/>
          </a:xfrm>
          <a:custGeom>
            <a:avLst/>
            <a:gdLst>
              <a:gd name="connsiteX0" fmla="*/ 0 w 12191999"/>
              <a:gd name="connsiteY0" fmla="*/ 0 h 5166360"/>
              <a:gd name="connsiteX1" fmla="*/ 1822388 w 12191999"/>
              <a:gd name="connsiteY1" fmla="*/ 0 h 5166360"/>
              <a:gd name="connsiteX2" fmla="*/ 6468290 w 12191999"/>
              <a:gd name="connsiteY2" fmla="*/ 0 h 5166360"/>
              <a:gd name="connsiteX3" fmla="*/ 7796394 w 12191999"/>
              <a:gd name="connsiteY3" fmla="*/ 0 h 5166360"/>
              <a:gd name="connsiteX4" fmla="*/ 8376834 w 12191999"/>
              <a:gd name="connsiteY4" fmla="*/ 0 h 5166360"/>
              <a:gd name="connsiteX5" fmla="*/ 9704938 w 12191999"/>
              <a:gd name="connsiteY5" fmla="*/ 0 h 5166360"/>
              <a:gd name="connsiteX6" fmla="*/ 9704938 w 12191999"/>
              <a:gd name="connsiteY6" fmla="*/ 2 h 5166360"/>
              <a:gd name="connsiteX7" fmla="*/ 10283456 w 12191999"/>
              <a:gd name="connsiteY7" fmla="*/ 2 h 5166360"/>
              <a:gd name="connsiteX8" fmla="*/ 10863897 w 12191999"/>
              <a:gd name="connsiteY8" fmla="*/ 2 h 5166360"/>
              <a:gd name="connsiteX9" fmla="*/ 12191999 w 12191999"/>
              <a:gd name="connsiteY9" fmla="*/ 2 h 5166360"/>
              <a:gd name="connsiteX10" fmla="*/ 12191999 w 12191999"/>
              <a:gd name="connsiteY10" fmla="*/ 5166360 h 5166360"/>
              <a:gd name="connsiteX11" fmla="*/ 0 w 12191999"/>
              <a:gd name="connsiteY11" fmla="*/ 5166360 h 5166360"/>
              <a:gd name="connsiteX12" fmla="*/ 0 w 12191999"/>
              <a:gd name="connsiteY12" fmla="*/ 2604436 h 5166360"/>
              <a:gd name="connsiteX13" fmla="*/ 862341 w 12191999"/>
              <a:gd name="connsiteY13" fmla="*/ 743371 h 5166360"/>
              <a:gd name="connsiteX14" fmla="*/ 0 w 12191999"/>
              <a:gd name="connsiteY14" fmla="*/ 743371 h 5166360"/>
              <a:gd name="connsiteX15" fmla="*/ 0 w 12191999"/>
              <a:gd name="connsiteY15" fmla="*/ 742508 h 5166360"/>
              <a:gd name="connsiteX16" fmla="*/ 92826 w 12191999"/>
              <a:gd name="connsiteY16" fmla="*/ 742508 h 5166360"/>
              <a:gd name="connsiteX17" fmla="*/ 406486 w 12191999"/>
              <a:gd name="connsiteY17" fmla="*/ 742508 h 5166360"/>
              <a:gd name="connsiteX18" fmla="*/ 406486 w 12191999"/>
              <a:gd name="connsiteY18" fmla="*/ 742507 h 5166360"/>
              <a:gd name="connsiteX19" fmla="*/ 862741 w 12191999"/>
              <a:gd name="connsiteY19" fmla="*/ 742507 h 5166360"/>
              <a:gd name="connsiteX20" fmla="*/ 1206388 w 12191999"/>
              <a:gd name="connsiteY20" fmla="*/ 864 h 5166360"/>
              <a:gd name="connsiteX21" fmla="*/ 748500 w 12191999"/>
              <a:gd name="connsiteY21" fmla="*/ 864 h 5166360"/>
              <a:gd name="connsiteX22" fmla="*/ 0 w 12191999"/>
              <a:gd name="connsiteY22" fmla="*/ 864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2191999" h="5166360">
                <a:moveTo>
                  <a:pt x="0" y="0"/>
                </a:moveTo>
                <a:lnTo>
                  <a:pt x="1822388" y="0"/>
                </a:lnTo>
                <a:lnTo>
                  <a:pt x="6468290" y="0"/>
                </a:lnTo>
                <a:lnTo>
                  <a:pt x="7796394" y="0"/>
                </a:lnTo>
                <a:lnTo>
                  <a:pt x="8376834" y="0"/>
                </a:lnTo>
                <a:lnTo>
                  <a:pt x="9704938" y="0"/>
                </a:lnTo>
                <a:lnTo>
                  <a:pt x="9704938" y="2"/>
                </a:lnTo>
                <a:lnTo>
                  <a:pt x="10283456" y="2"/>
                </a:lnTo>
                <a:lnTo>
                  <a:pt x="10863897" y="2"/>
                </a:lnTo>
                <a:lnTo>
                  <a:pt x="12191999" y="2"/>
                </a:lnTo>
                <a:lnTo>
                  <a:pt x="12191999" y="5166360"/>
                </a:lnTo>
                <a:lnTo>
                  <a:pt x="0" y="5166360"/>
                </a:lnTo>
                <a:lnTo>
                  <a:pt x="0" y="2604436"/>
                </a:lnTo>
                <a:lnTo>
                  <a:pt x="862341" y="743371"/>
                </a:lnTo>
                <a:lnTo>
                  <a:pt x="0" y="743371"/>
                </a:lnTo>
                <a:lnTo>
                  <a:pt x="0" y="742508"/>
                </a:lnTo>
                <a:lnTo>
                  <a:pt x="92826" y="742508"/>
                </a:lnTo>
                <a:lnTo>
                  <a:pt x="406486" y="742508"/>
                </a:lnTo>
                <a:lnTo>
                  <a:pt x="406486" y="742507"/>
                </a:lnTo>
                <a:lnTo>
                  <a:pt x="862741" y="742507"/>
                </a:lnTo>
                <a:lnTo>
                  <a:pt x="1206388" y="864"/>
                </a:lnTo>
                <a:lnTo>
                  <a:pt x="748500" y="864"/>
                </a:lnTo>
                <a:lnTo>
                  <a:pt x="0" y="864"/>
                </a:lnTo>
                <a:close/>
              </a:path>
            </a:pathLst>
          </a:custGeom>
          <a:solidFill>
            <a:srgbClr val="A6A6A6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79F5F2B-8B58-4140-AE6A-51F6C67B1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1"/>
            <a:ext cx="971654" cy="2096979"/>
          </a:xfrm>
          <a:custGeom>
            <a:avLst/>
            <a:gdLst>
              <a:gd name="connsiteX0" fmla="*/ 0 w 971654"/>
              <a:gd name="connsiteY0" fmla="*/ 0 h 2096979"/>
              <a:gd name="connsiteX1" fmla="*/ 971654 w 971654"/>
              <a:gd name="connsiteY1" fmla="*/ 0 h 2096979"/>
              <a:gd name="connsiteX2" fmla="*/ 0 w 971654"/>
              <a:gd name="connsiteY2" fmla="*/ 2096979 h 209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654" h="2096979">
                <a:moveTo>
                  <a:pt x="0" y="0"/>
                </a:moveTo>
                <a:lnTo>
                  <a:pt x="971654" y="0"/>
                </a:lnTo>
                <a:lnTo>
                  <a:pt x="0" y="2096979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A7913-279D-4B3C-9E3A-AC3A977CA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3363" y="2176272"/>
            <a:ext cx="9367204" cy="40416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AU" dirty="0"/>
              <a:t>On your whiteboards show using </a:t>
            </a:r>
            <a:r>
              <a:rPr lang="en-AU" dirty="0">
                <a:sym typeface="Wingdings" panose="05000000000000000000" pitchFamily="2" charset="2"/>
              </a:rPr>
              <a:t> &amp;  that….</a:t>
            </a:r>
          </a:p>
          <a:p>
            <a:pPr marL="0" indent="0">
              <a:buNone/>
            </a:pP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5 + -7 = </a:t>
            </a:r>
          </a:p>
          <a:p>
            <a:pPr marL="0" indent="0">
              <a:buNone/>
            </a:pP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-9 + -9 = </a:t>
            </a:r>
          </a:p>
          <a:p>
            <a:pPr marL="0" indent="0">
              <a:buNone/>
            </a:pPr>
            <a:endParaRPr lang="en-AU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AU" dirty="0">
                <a:sym typeface="Wingdings" panose="05000000000000000000" pitchFamily="2" charset="2"/>
              </a:rPr>
              <a:t>14 + -6 =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336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Color Cover">
            <a:extLst>
              <a:ext uri="{FF2B5EF4-FFF2-40B4-BE49-F238E27FC236}">
                <a16:creationId xmlns:a16="http://schemas.microsoft.com/office/drawing/2014/main" id="{34DE9D20-D6C2-4834-9EE9-EC583F3FE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D2BEE71A-353E-49B4-9F8D-D2E784E50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6064235" cy="6858000"/>
            <a:chOff x="651279" y="598259"/>
            <a:chExt cx="10889442" cy="5680742"/>
          </a:xfrm>
        </p:grpSpPr>
        <p:sp>
          <p:nvSpPr>
            <p:cNvPr id="34" name="Color">
              <a:extLst>
                <a:ext uri="{FF2B5EF4-FFF2-40B4-BE49-F238E27FC236}">
                  <a16:creationId xmlns:a16="http://schemas.microsoft.com/office/drawing/2014/main" id="{0C9DD877-6006-4DF4-90EE-97EB9CA6B6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Color">
              <a:extLst>
                <a:ext uri="{FF2B5EF4-FFF2-40B4-BE49-F238E27FC236}">
                  <a16:creationId xmlns:a16="http://schemas.microsoft.com/office/drawing/2014/main" id="{380AA621-5EB1-4034-A9BE-9FD3CEC58B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0" name="Picture 19" descr="Icon&#10;&#10;Description automatically generated">
            <a:extLst>
              <a:ext uri="{FF2B5EF4-FFF2-40B4-BE49-F238E27FC236}">
                <a16:creationId xmlns:a16="http://schemas.microsoft.com/office/drawing/2014/main" id="{C5AE1405-131F-4B22-AAF8-DB0A9C90A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212" y="1239904"/>
            <a:ext cx="4999274" cy="575055"/>
          </a:xfrm>
          <a:prstGeom prst="rect">
            <a:avLst/>
          </a:prstGeom>
        </p:spPr>
      </p:pic>
      <p:pic>
        <p:nvPicPr>
          <p:cNvPr id="22" name="Picture 21" descr="Icon&#10;&#10;Description automatically generated">
            <a:extLst>
              <a:ext uri="{FF2B5EF4-FFF2-40B4-BE49-F238E27FC236}">
                <a16:creationId xmlns:a16="http://schemas.microsoft.com/office/drawing/2014/main" id="{01202F62-EE1B-457C-8C68-487DA8A05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543" y="3159059"/>
            <a:ext cx="4999274" cy="575055"/>
          </a:xfrm>
          <a:prstGeom prst="rect">
            <a:avLst/>
          </a:prstGeom>
        </p:spPr>
      </p:pic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382514A2-8BC0-48F9-B1E2-DE2647E773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078215"/>
            <a:ext cx="6092949" cy="575055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8385E6-04DA-4C61-930A-6B747106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9"/>
            <a:ext cx="4827936" cy="2587751"/>
          </a:xfrm>
        </p:spPr>
        <p:txBody>
          <a:bodyPr anchor="b">
            <a:normAutofit/>
          </a:bodyPr>
          <a:lstStyle/>
          <a:p>
            <a:r>
              <a:rPr lang="en-AU" sz="4800">
                <a:solidFill>
                  <a:schemeClr val="bg1"/>
                </a:solidFill>
              </a:rPr>
              <a:t>Number lines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0A901-6670-4A25-9B3E-FB8EA1DA0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471176"/>
            <a:ext cx="4827936" cy="2710168"/>
          </a:xfrm>
        </p:spPr>
        <p:txBody>
          <a:bodyPr anchor="t">
            <a:normAutofit/>
          </a:bodyPr>
          <a:lstStyle/>
          <a:p>
            <a:pPr>
              <a:buFontTx/>
              <a:buChar char="-"/>
            </a:pPr>
            <a:r>
              <a:rPr lang="en-AU" sz="1800" dirty="0">
                <a:solidFill>
                  <a:schemeClr val="bg1"/>
                </a:solidFill>
              </a:rPr>
              <a:t>Useful for adding and subtracting</a:t>
            </a:r>
          </a:p>
          <a:p>
            <a:pPr>
              <a:buFontTx/>
              <a:buChar char="-"/>
            </a:pPr>
            <a:endParaRPr lang="en-AU" sz="18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en-AU" sz="2400" dirty="0">
                <a:highlight>
                  <a:srgbClr val="FFFF00"/>
                </a:highlight>
              </a:rPr>
              <a:t>Write the missing numbers </a:t>
            </a:r>
            <a:endParaRPr lang="en-AU" sz="1800" dirty="0">
              <a:highlight>
                <a:srgbClr val="FFFF00"/>
              </a:highlight>
            </a:endParaRPr>
          </a:p>
          <a:p>
            <a:pPr>
              <a:buFontTx/>
              <a:buChar char="-"/>
            </a:pPr>
            <a:endParaRPr lang="en-AU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AU" sz="18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848E08-2C3C-41E3-83B9-DF0FE8703EB3}"/>
              </a:ext>
            </a:extLst>
          </p:cNvPr>
          <p:cNvSpPr txBox="1"/>
          <p:nvPr/>
        </p:nvSpPr>
        <p:spPr>
          <a:xfrm>
            <a:off x="6842115" y="1769663"/>
            <a:ext cx="4805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     -4 -3  -2  -1  0       2  3      5 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41F666-F072-4767-B53D-7C27243078CC}"/>
              </a:ext>
            </a:extLst>
          </p:cNvPr>
          <p:cNvSpPr txBox="1"/>
          <p:nvPr/>
        </p:nvSpPr>
        <p:spPr>
          <a:xfrm>
            <a:off x="6849091" y="3701634"/>
            <a:ext cx="4805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-9  -8      -6 -5 -4  -3 -2       0  1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A7283C-BD4C-4D40-8562-DA3BB9CF1CFC}"/>
              </a:ext>
            </a:extLst>
          </p:cNvPr>
          <p:cNvSpPr txBox="1"/>
          <p:nvPr/>
        </p:nvSpPr>
        <p:spPr>
          <a:xfrm>
            <a:off x="6325187" y="5576364"/>
            <a:ext cx="6040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  -10 -8       -4           0    2       6    8 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CD0FE-D62D-062F-82A1-41E97C6AFDF6}"/>
              </a:ext>
            </a:extLst>
          </p:cNvPr>
          <p:cNvSpPr txBox="1"/>
          <p:nvPr/>
        </p:nvSpPr>
        <p:spPr>
          <a:xfrm>
            <a:off x="6013626" y="1314883"/>
            <a:ext cx="748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A)</a:t>
            </a:r>
            <a:endParaRPr lang="en-AU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544E79D-189C-0F7E-3248-79A570AE0FBB}"/>
              </a:ext>
            </a:extLst>
          </p:cNvPr>
          <p:cNvSpPr txBox="1"/>
          <p:nvPr/>
        </p:nvSpPr>
        <p:spPr>
          <a:xfrm>
            <a:off x="5989913" y="3205871"/>
            <a:ext cx="748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B)</a:t>
            </a:r>
            <a:endParaRPr lang="en-AU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5B6E69-88B2-0B76-3AC3-46D7EFFEDF2C}"/>
              </a:ext>
            </a:extLst>
          </p:cNvPr>
          <p:cNvSpPr txBox="1"/>
          <p:nvPr/>
        </p:nvSpPr>
        <p:spPr>
          <a:xfrm>
            <a:off x="6093857" y="4688018"/>
            <a:ext cx="748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C)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19083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E2FE4-A9DB-48B9-A56C-9CED1FB61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8111" y="116257"/>
            <a:ext cx="10515600" cy="1325563"/>
          </a:xfrm>
        </p:spPr>
        <p:txBody>
          <a:bodyPr/>
          <a:lstStyle/>
          <a:p>
            <a:r>
              <a:rPr lang="en-AU" dirty="0"/>
              <a:t>Review of + &amp; - (in exercise books) 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09F260B-C134-4262-947A-3CBA48DBD7F1}"/>
              </a:ext>
            </a:extLst>
          </p:cNvPr>
          <p:cNvSpPr/>
          <p:nvPr/>
        </p:nvSpPr>
        <p:spPr>
          <a:xfrm>
            <a:off x="185195" y="1282044"/>
            <a:ext cx="3553428" cy="5459699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C7B7959-7584-4D38-8CE6-DD849E33D598}"/>
              </a:ext>
            </a:extLst>
          </p:cNvPr>
          <p:cNvSpPr/>
          <p:nvPr/>
        </p:nvSpPr>
        <p:spPr>
          <a:xfrm>
            <a:off x="4249838" y="1351192"/>
            <a:ext cx="3553428" cy="5459700"/>
          </a:xfrm>
          <a:prstGeom prst="roundRect">
            <a:avLst/>
          </a:prstGeom>
          <a:ln w="762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DA150B-7B11-49CB-B8DC-8AD8857AAB3C}"/>
              </a:ext>
            </a:extLst>
          </p:cNvPr>
          <p:cNvSpPr/>
          <p:nvPr/>
        </p:nvSpPr>
        <p:spPr>
          <a:xfrm>
            <a:off x="8314481" y="1282042"/>
            <a:ext cx="3553428" cy="5459701"/>
          </a:xfrm>
          <a:prstGeom prst="roundRect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897B01-D5F8-4BD6-8DC1-EB1328026F95}"/>
                  </a:ext>
                </a:extLst>
              </p:cNvPr>
              <p:cNvSpPr txBox="1"/>
              <p:nvPr/>
            </p:nvSpPr>
            <p:spPr>
              <a:xfrm>
                <a:off x="8644519" y="1957383"/>
                <a:ext cx="3223390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45+ ……. =89 </m:t>
                      </m:r>
                    </m:oMath>
                  </m:oMathPara>
                </a14:m>
                <a:endParaRPr lang="en-AU" sz="2000" b="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−75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− ……. =−50 </m:t>
                      </m:r>
                    </m:oMath>
                  </m:oMathPara>
                </a14:m>
                <a:endParaRPr lang="en-AU" sz="2000" b="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81 ….. 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−19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=100 </m:t>
                      </m:r>
                    </m:oMath>
                  </m:oMathPara>
                </a14:m>
                <a:endParaRPr lang="en-AU" sz="2000" b="0" dirty="0"/>
              </a:p>
              <a:p>
                <a:endParaRPr lang="en-AU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….. +</m:t>
                      </m:r>
                      <m:d>
                        <m:dPr>
                          <m:ctrlPr>
                            <a:rPr lang="en-AU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0" i="1" smtClean="0">
                              <a:latin typeface="Cambria Math" panose="02040503050406030204" pitchFamily="18" charset="0"/>
                            </a:rPr>
                            <m:t>−21</m:t>
                          </m:r>
                        </m:e>
                      </m:d>
                      <m:r>
                        <a:rPr lang="en-AU" sz="2000" b="0" i="1" smtClean="0">
                          <a:latin typeface="Cambria Math" panose="02040503050406030204" pitchFamily="18" charset="0"/>
                        </a:rPr>
                        <m:t>=−45 </m:t>
                      </m:r>
                    </m:oMath>
                  </m:oMathPara>
                </a14:m>
                <a:endParaRPr lang="en-AU" sz="2000" b="0" dirty="0"/>
              </a:p>
              <a:p>
                <a:endParaRPr lang="en-AU" sz="2000" dirty="0"/>
              </a:p>
              <a:p>
                <a:r>
                  <a:rPr lang="en-AU" sz="2000" dirty="0"/>
                  <a:t>What is the difference between 1450 and (-85)?</a:t>
                </a:r>
              </a:p>
              <a:p>
                <a:endParaRPr lang="en-AU" sz="2000" dirty="0"/>
              </a:p>
              <a:p>
                <a:r>
                  <a:rPr lang="en-AU" sz="2000" dirty="0"/>
                  <a:t>What is the difference between (-125) and (-80)?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897B01-D5F8-4BD6-8DC1-EB1328026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4519" y="1957383"/>
                <a:ext cx="3223390" cy="4093428"/>
              </a:xfrm>
              <a:prstGeom prst="rect">
                <a:avLst/>
              </a:prstGeom>
              <a:blipFill>
                <a:blip r:embed="rId2"/>
                <a:stretch>
                  <a:fillRect l="-1890" b="-16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E39133-D840-42C4-82CE-E760AFE8935A}"/>
                  </a:ext>
                </a:extLst>
              </p:cNvPr>
              <p:cNvSpPr txBox="1"/>
              <p:nvPr/>
            </p:nvSpPr>
            <p:spPr>
              <a:xfrm>
                <a:off x="4414857" y="1957383"/>
                <a:ext cx="3223390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27+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−41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−105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−42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142 −150=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−47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−46=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81 −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−52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E39133-D840-42C4-82CE-E760AFE89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4857" y="1957383"/>
                <a:ext cx="3223390" cy="39703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F27CED-3C43-4AD4-8199-BA84A1A785DF}"/>
                  </a:ext>
                </a:extLst>
              </p:cNvPr>
              <p:cNvSpPr txBox="1"/>
              <p:nvPr/>
            </p:nvSpPr>
            <p:spPr>
              <a:xfrm>
                <a:off x="476491" y="2120523"/>
                <a:ext cx="322339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16 −20=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−8+5=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− 21 −6= 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−13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9 −</m:t>
                      </m:r>
                      <m:d>
                        <m:dPr>
                          <m:ctrlPr>
                            <a:rPr lang="en-AU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e>
                      </m:d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AU" sz="2800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FF27CED-3C43-4AD4-8199-BA84A1A78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491" y="2120523"/>
                <a:ext cx="3223390" cy="424731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651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2C62B-34FC-494E-A4F1-91763AF7E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Working in small groups (people next to you)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B792A-AA96-47EB-BB58-E4F08D799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Identify important information and complete: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1. A steak starts at 10°C and is dunked in liquid nitrogen (-215°C). It took 3 seconds for the steak to reach -215°C, what was the decrease per second?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2. It was predicted that a large piece of cooked chicken would decrease at the same rate. If the chicken started at 160°C, how long would it take to reach -215°C?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D5B874-78B4-4437-955A-CAA5B831C87E}"/>
              </a:ext>
            </a:extLst>
          </p:cNvPr>
          <p:cNvSpPr txBox="1"/>
          <p:nvPr/>
        </p:nvSpPr>
        <p:spPr>
          <a:xfrm>
            <a:off x="5007006" y="5942568"/>
            <a:ext cx="3238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1. 75°C		2. 5 seconds </a:t>
            </a:r>
          </a:p>
        </p:txBody>
      </p:sp>
    </p:spTree>
    <p:extLst>
      <p:ext uri="{BB962C8B-B14F-4D97-AF65-F5344CB8AC3E}">
        <p14:creationId xmlns:p14="http://schemas.microsoft.com/office/powerpoint/2010/main" val="131401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7" y="321731"/>
            <a:ext cx="4142096" cy="6213425"/>
          </a:xfrm>
          <a:prstGeom prst="rect">
            <a:avLst/>
          </a:pr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DD4BBC-EEA6-4A98-B216-4569B0B2E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583616"/>
            <a:ext cx="3722141" cy="5520579"/>
          </a:xfrm>
        </p:spPr>
        <p:txBody>
          <a:bodyPr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Individual practice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503" y="321732"/>
            <a:ext cx="7240765" cy="621453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42F929-4093-4417-89FB-3348863A3E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6109015"/>
              </p:ext>
            </p:extLst>
          </p:nvPr>
        </p:nvGraphicFramePr>
        <p:xfrm>
          <a:off x="4933950" y="584200"/>
          <a:ext cx="6594475" cy="5519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7908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9EBA-DD74-424B-B79C-5C5DDE3AF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How did we go?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094A4-0A42-48BA-B0AA-46E68515B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>
                <a:solidFill>
                  <a:schemeClr val="accent1"/>
                </a:solidFill>
              </a:rPr>
              <a:t>Success criteria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AU" dirty="0">
                <a:solidFill>
                  <a:schemeClr val="accent1"/>
                </a:solidFill>
              </a:rPr>
              <a:t> Be able to add and subtract positive and negative integers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9936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</TotalTime>
  <Words>363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Wingdings</vt:lpstr>
      <vt:lpstr>Office Theme</vt:lpstr>
      <vt:lpstr>Lesson objective </vt:lpstr>
      <vt:lpstr>Daily review </vt:lpstr>
      <vt:lpstr>Number lines </vt:lpstr>
      <vt:lpstr>Review of + &amp; - (in exercise books) </vt:lpstr>
      <vt:lpstr>Working in small groups (people next to you)</vt:lpstr>
      <vt:lpstr>Individual practice </vt:lpstr>
      <vt:lpstr>How did we go?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25</cp:revision>
  <dcterms:created xsi:type="dcterms:W3CDTF">2021-02-21T01:24:20Z</dcterms:created>
  <dcterms:modified xsi:type="dcterms:W3CDTF">2023-02-15T00:38:14Z</dcterms:modified>
</cp:coreProperties>
</file>