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60" r:id="rId4"/>
    <p:sldId id="261" r:id="rId5"/>
    <p:sldId id="262" r:id="rId6"/>
    <p:sldId id="263" r:id="rId7"/>
    <p:sldId id="265" r:id="rId8"/>
    <p:sldId id="264" r:id="rId9"/>
    <p:sldId id="259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6" d="100"/>
          <a:sy n="86" d="100"/>
        </p:scale>
        <p:origin x="562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ADB77A-385D-4430-9EA0-40C0199AA12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F6309DE-1A50-4328-AD40-14CE97E8995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37B5F0-C6C1-4DCA-9E24-7507D6C446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932175-81C6-4D6E-9114-F85DBC1FB6DE}" type="datetimeFigureOut">
              <a:rPr lang="en-AU" smtClean="0"/>
              <a:t>3/02/2023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14ACA2-8FA2-4778-BD08-EF90A700AC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6A9273-FA3F-4D98-AD2C-820655B944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9A29E1-FE17-4942-8046-6E659E507F1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365840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FF0A40-1942-4C3B-B917-530EFE79B6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64429F-7B90-421C-ACBB-C78CEA1134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8192E4-48F4-4326-B6BD-F410BFB2AE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932175-81C6-4D6E-9114-F85DBC1FB6DE}" type="datetimeFigureOut">
              <a:rPr lang="en-AU" smtClean="0"/>
              <a:t>3/02/2023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72BFC0-7307-4CBB-ACBD-34FA175C6D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014FE9-4CA5-444E-9DC9-ECEB6E5F79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9A29E1-FE17-4942-8046-6E659E507F1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5738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3BDA93-38AB-4B2D-A6D8-627FC40AE9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149E5E4-7571-4E85-A13D-4EA79189F7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F6508F-5426-4BAF-AE80-FD7AB7B3F4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932175-81C6-4D6E-9114-F85DBC1FB6DE}" type="datetimeFigureOut">
              <a:rPr lang="en-AU" smtClean="0"/>
              <a:t>3/02/2023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179F00-DE38-4973-89F8-2E47A8EA2E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957C3A-1846-484F-BB42-683A976308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9A29E1-FE17-4942-8046-6E659E507F1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24720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7C5499-CCFE-45CF-B65E-FADF21FD98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AA5FB5-9B37-4894-B09B-93D64B248B6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44A849E-66A6-4432-BBD6-AE11885D70E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BE8112B-C130-4155-BA83-F05F705ADF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932175-81C6-4D6E-9114-F85DBC1FB6DE}" type="datetimeFigureOut">
              <a:rPr lang="en-AU" smtClean="0"/>
              <a:t>3/02/2023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6CF7358-EE4B-4858-AF18-7385B6ED9B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4DA03F5-027F-464E-BB80-338C861A76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9A29E1-FE17-4942-8046-6E659E507F1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395845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70A586-79BC-408C-8060-8174B052E6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E44C213-01B4-4858-B7F3-27BCEF3796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E01FA02-D6BE-4F64-81FB-3B6DBF5690D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58DC4F8-40A4-48AB-91D6-9A9A5C08FCA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DA315B2-5B25-43D9-828D-1A52D926061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EAB03AD-51FD-4E97-8CBC-F173BA9B05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932175-81C6-4D6E-9114-F85DBC1FB6DE}" type="datetimeFigureOut">
              <a:rPr lang="en-AU" smtClean="0"/>
              <a:t>3/02/2023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DCC96F2-30B3-43AB-919E-F00B2703AB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51BFE22-DA55-4117-87C8-1647C1BD4E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9A29E1-FE17-4942-8046-6E659E507F1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385996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A32C66-2098-46DF-866F-400FBDF5C1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DC041FD-C4A3-4F3A-9F04-5CD5C2A5CE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932175-81C6-4D6E-9114-F85DBC1FB6DE}" type="datetimeFigureOut">
              <a:rPr lang="en-AU" smtClean="0"/>
              <a:t>3/02/2023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42E53A4-9677-457F-AAF7-06F7F54B15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5EA7834-8212-41FC-8ED2-73FA76E32D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9A29E1-FE17-4942-8046-6E659E507F1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508717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7808383-2518-4314-ACBD-3E09C1E521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932175-81C6-4D6E-9114-F85DBC1FB6DE}" type="datetimeFigureOut">
              <a:rPr lang="en-AU" smtClean="0"/>
              <a:t>3/02/2023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3EB4AED-6C51-4198-9C02-1151410C99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FA9A01-189A-48CC-914E-8CFF251112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9A29E1-FE17-4942-8046-6E659E507F1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409262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863F46-7B5C-4EB6-AAD6-D73CAB54E6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7CD000-9531-4F69-9F7A-E8D8637315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D388DEA-E829-4C80-9711-C5FAE044A9D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DD1B154-6457-4D1B-9EB0-3EF7A522B1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932175-81C6-4D6E-9114-F85DBC1FB6DE}" type="datetimeFigureOut">
              <a:rPr lang="en-AU" smtClean="0"/>
              <a:t>3/02/2023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0375676-0540-4873-8C98-8DADCB6267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0B1C6C-8747-4639-AD39-E668D64FE4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9A29E1-FE17-4942-8046-6E659E507F1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119498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ECB77E-C2D6-42CC-B095-B7798C989F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42DA6EA-7E69-4D26-9A40-4A21ABC5AAA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6B33A96-F5B2-4955-A7ED-F13E9AD3A81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DF57D8B-F573-4C97-ACE7-7C7F46282A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932175-81C6-4D6E-9114-F85DBC1FB6DE}" type="datetimeFigureOut">
              <a:rPr lang="en-AU" smtClean="0"/>
              <a:t>3/02/2023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EF383F0-20DF-40DF-BA8F-C3D62F7939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11E3B61-F50F-4F1D-B003-3BC2836822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9A29E1-FE17-4942-8046-6E659E507F1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339392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A67F53-04EB-4F23-BB91-D17807157D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62626CE-0F4B-418E-AE1A-09A3191B79A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54DFE3-6BD8-4A0E-AC3A-E891082D83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932175-81C6-4D6E-9114-F85DBC1FB6DE}" type="datetimeFigureOut">
              <a:rPr lang="en-AU" smtClean="0"/>
              <a:t>3/02/2023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85775D-8166-4D09-A44B-5CBEB94658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02EC9C-C377-4961-8D06-3E3FC67C34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9A29E1-FE17-4942-8046-6E659E507F1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649616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82FF891-780E-4408-8D7C-89DA7D7D958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75BFF0A-7581-4DB6-9A77-66DA15B7ADB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ABDB66-DBC9-44DE-ADF0-096FC04CD1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932175-81C6-4D6E-9114-F85DBC1FB6DE}" type="datetimeFigureOut">
              <a:rPr lang="en-AU" smtClean="0"/>
              <a:t>3/02/2023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6379B0-5A80-47D5-BD95-F64D4C975F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F37FD4-ADE7-4F0F-B1AD-D617344899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9A29E1-FE17-4942-8046-6E659E507F1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730450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CE2A567-9C62-4744-913A-B607E15EFE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0714F7A-2D3E-44FE-8BDC-D0E0A6E43C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FF1E19-AFCC-495C-BA0D-90E4040634D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A932175-81C6-4D6E-9114-F85DBC1FB6DE}" type="datetimeFigureOut">
              <a:rPr lang="en-AU" smtClean="0"/>
              <a:t>3/02/2023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90B726-BC7E-4D42-A28C-3C012980541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131B04-0888-40F1-BD50-4A7E23D249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89A29E1-FE17-4942-8046-6E659E507F1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15839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54B304-F030-407C-B223-49CDF14A2E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Lesson objective 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FAFFA1-37BE-48E8-B98A-CF3DC11926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Title: </a:t>
            </a:r>
            <a:r>
              <a:rPr lang="en-US" dirty="0">
                <a:solidFill>
                  <a:srgbClr val="00B0F0"/>
                </a:solidFill>
              </a:rPr>
              <a:t>Addition and subtraction of large numbers </a:t>
            </a:r>
          </a:p>
          <a:p>
            <a:pPr marL="0" indent="0">
              <a:buNone/>
            </a:pPr>
            <a:endParaRPr lang="en-US" dirty="0">
              <a:solidFill>
                <a:srgbClr val="00B0F0"/>
              </a:solidFill>
            </a:endParaRPr>
          </a:p>
          <a:p>
            <a:pPr marL="0" indent="0">
              <a:buNone/>
            </a:pPr>
            <a:r>
              <a:rPr lang="en-US" dirty="0">
                <a:solidFill>
                  <a:srgbClr val="00B0F0"/>
                </a:solidFill>
              </a:rPr>
              <a:t>Aim: 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>
                <a:solidFill>
                  <a:srgbClr val="00B0F0"/>
                </a:solidFill>
              </a:rPr>
              <a:t> Use algorithms to add and subtract large numbers.</a:t>
            </a:r>
          </a:p>
          <a:p>
            <a:pPr marL="0" indent="0">
              <a:buNone/>
            </a:pPr>
            <a:r>
              <a:rPr lang="en-US" dirty="0">
                <a:solidFill>
                  <a:srgbClr val="00B0F0"/>
                </a:solidFill>
              </a:rPr>
              <a:t>Plan:</a:t>
            </a:r>
          </a:p>
          <a:p>
            <a:pPr>
              <a:buFontTx/>
              <a:buChar char="-"/>
            </a:pPr>
            <a:r>
              <a:rPr lang="en-US" dirty="0">
                <a:solidFill>
                  <a:srgbClr val="00B0F0"/>
                </a:solidFill>
              </a:rPr>
              <a:t>Daily review </a:t>
            </a:r>
          </a:p>
          <a:p>
            <a:pPr>
              <a:buFontTx/>
              <a:buChar char="-"/>
            </a:pPr>
            <a:r>
              <a:rPr lang="en-US" dirty="0">
                <a:solidFill>
                  <a:srgbClr val="00B0F0"/>
                </a:solidFill>
              </a:rPr>
              <a:t>Algorithms </a:t>
            </a:r>
          </a:p>
          <a:p>
            <a:pPr>
              <a:buFontTx/>
              <a:buChar char="-"/>
            </a:pPr>
            <a:r>
              <a:rPr lang="en-US" dirty="0">
                <a:solidFill>
                  <a:srgbClr val="00B0F0"/>
                </a:solidFill>
              </a:rPr>
              <a:t>Partitioning </a:t>
            </a:r>
          </a:p>
          <a:p>
            <a:pPr>
              <a:buFontTx/>
              <a:buChar char="-"/>
            </a:pPr>
            <a:r>
              <a:rPr lang="en-US" dirty="0">
                <a:solidFill>
                  <a:srgbClr val="00B0F0"/>
                </a:solidFill>
              </a:rPr>
              <a:t>Skills practice </a:t>
            </a:r>
            <a:endParaRPr lang="en-AU" dirty="0">
              <a:solidFill>
                <a:srgbClr val="00B0F0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50730EF-1323-7A2B-CAF4-58E0903B655D}"/>
              </a:ext>
            </a:extLst>
          </p:cNvPr>
          <p:cNvSpPr txBox="1"/>
          <p:nvPr/>
        </p:nvSpPr>
        <p:spPr>
          <a:xfrm>
            <a:off x="5228947" y="4250631"/>
            <a:ext cx="37900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highlight>
                  <a:srgbClr val="FFFF00"/>
                </a:highlight>
              </a:rPr>
              <a:t>Need whiteboards!</a:t>
            </a:r>
            <a:endParaRPr lang="en-AU" sz="2400" b="1" dirty="0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26943408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E56D39-823E-4DAC-88C5-5376D82508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Daily review 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F679CA-0671-40E7-8479-64E7FDE433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  <a:p>
            <a:pPr>
              <a:buFontTx/>
              <a:buChar char="-"/>
            </a:pPr>
            <a:r>
              <a:rPr lang="en-AU" dirty="0"/>
              <a:t>What does ascending mean? </a:t>
            </a:r>
          </a:p>
          <a:p>
            <a:pPr marL="0" indent="0">
              <a:buNone/>
            </a:pPr>
            <a:endParaRPr lang="en-AU" dirty="0"/>
          </a:p>
          <a:p>
            <a:pPr marL="0" indent="0" algn="ctr">
              <a:buNone/>
            </a:pPr>
            <a:r>
              <a:rPr lang="en-AU" dirty="0"/>
              <a:t>Place these numbers in ascending order </a:t>
            </a:r>
          </a:p>
          <a:p>
            <a:pPr marL="0" indent="0">
              <a:buNone/>
            </a:pPr>
            <a:endParaRPr lang="en-AU" dirty="0"/>
          </a:p>
          <a:p>
            <a:pPr marL="0" indent="0" algn="ctr">
              <a:buNone/>
            </a:pPr>
            <a:r>
              <a:rPr lang="en-AU" dirty="0"/>
              <a:t>10, 3, 0, -3, 11, -2, -9, 15, 2, -10 </a:t>
            </a:r>
          </a:p>
        </p:txBody>
      </p:sp>
    </p:spTree>
    <p:extLst>
      <p:ext uri="{BB962C8B-B14F-4D97-AF65-F5344CB8AC3E}">
        <p14:creationId xmlns:p14="http://schemas.microsoft.com/office/powerpoint/2010/main" val="22877549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C5E6CFF1-2F42-4E10-9A97-F116F46F53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" name="Picture 4" descr="Close-up of a calculator keypad">
            <a:extLst>
              <a:ext uri="{FF2B5EF4-FFF2-40B4-BE49-F238E27FC236}">
                <a16:creationId xmlns:a16="http://schemas.microsoft.com/office/drawing/2014/main" id="{FCAB67D5-63E5-498A-A89E-256EC1CD0C8A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35000"/>
          </a:blip>
          <a:srcRect b="15094"/>
          <a:stretch/>
        </p:blipFill>
        <p:spPr>
          <a:xfrm>
            <a:off x="20" y="1"/>
            <a:ext cx="12191980" cy="685799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715B634-6089-487B-911A-C2614731D7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1065862"/>
            <a:ext cx="3313164" cy="4726276"/>
          </a:xfrm>
        </p:spPr>
        <p:txBody>
          <a:bodyPr>
            <a:normAutofit/>
          </a:bodyPr>
          <a:lstStyle/>
          <a:p>
            <a:pPr algn="r"/>
            <a:r>
              <a:rPr lang="en-AU" sz="4000">
                <a:solidFill>
                  <a:srgbClr val="FFFFFF"/>
                </a:solidFill>
              </a:rPr>
              <a:t>What is an Algorithm?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67182200-4859-4C8D-BCBB-55B245C28B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53372" y="2286000"/>
            <a:ext cx="0" cy="2286000"/>
          </a:xfrm>
          <a:prstGeom prst="line">
            <a:avLst/>
          </a:prstGeom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A33E52-4656-43F5-91A3-A747A6165B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55379" y="1065862"/>
            <a:ext cx="5744685" cy="4726276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AU" sz="2000">
                <a:solidFill>
                  <a:srgbClr val="FFFFFF"/>
                </a:solidFill>
              </a:rPr>
              <a:t>An algorithm is a process or a set of rules to be followed in calculations or other problem-solving operations.</a:t>
            </a:r>
          </a:p>
          <a:p>
            <a:pPr marL="0" indent="0">
              <a:buNone/>
            </a:pPr>
            <a:endParaRPr lang="en-AU" sz="2000">
              <a:solidFill>
                <a:srgbClr val="FFFFFF"/>
              </a:solidFill>
            </a:endParaRPr>
          </a:p>
          <a:p>
            <a:pPr marL="0" indent="0">
              <a:buNone/>
            </a:pPr>
            <a:r>
              <a:rPr lang="en-AU" sz="2000">
                <a:solidFill>
                  <a:srgbClr val="FFFFFF"/>
                </a:solidFill>
              </a:rPr>
              <a:t>We do it when we add, subtract, divide and multiply in mathematics and, computers do it when they perform functions. </a:t>
            </a:r>
          </a:p>
        </p:txBody>
      </p:sp>
    </p:spTree>
    <p:extLst>
      <p:ext uri="{BB962C8B-B14F-4D97-AF65-F5344CB8AC3E}">
        <p14:creationId xmlns:p14="http://schemas.microsoft.com/office/powerpoint/2010/main" val="253773619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8F53C4-DEB1-4C18-9795-F2DD45FFAB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03632" y="184336"/>
            <a:ext cx="9283781" cy="1405965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5000"/>
              <a:t>Large number algorithm </a:t>
            </a:r>
          </a:p>
        </p:txBody>
      </p:sp>
      <p:pic>
        <p:nvPicPr>
          <p:cNvPr id="5" name="Content Placeholder 4" descr="Graphical user interface, text&#10;&#10;Description automatically generated with medium confidence">
            <a:extLst>
              <a:ext uri="{FF2B5EF4-FFF2-40B4-BE49-F238E27FC236}">
                <a16:creationId xmlns:a16="http://schemas.microsoft.com/office/drawing/2014/main" id="{A86352B5-C602-46E9-A16D-081CEFE713E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r="-1" b="2542"/>
          <a:stretch/>
        </p:blipFill>
        <p:spPr>
          <a:xfrm>
            <a:off x="-1078" y="3076855"/>
            <a:ext cx="12188952" cy="3118224"/>
          </a:xfrm>
          <a:prstGeom prst="rect">
            <a:avLst/>
          </a:prstGeo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0AF7CDF7-05CA-4FF5-8139-030836CFB5C1}"/>
              </a:ext>
            </a:extLst>
          </p:cNvPr>
          <p:cNvCxnSpPr/>
          <p:nvPr/>
        </p:nvCxnSpPr>
        <p:spPr>
          <a:xfrm>
            <a:off x="1633491" y="4350058"/>
            <a:ext cx="0" cy="2050742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EBBDEC4F-DE9B-469E-81DC-38E82B5EEA8E}"/>
              </a:ext>
            </a:extLst>
          </p:cNvPr>
          <p:cNvCxnSpPr/>
          <p:nvPr/>
        </p:nvCxnSpPr>
        <p:spPr>
          <a:xfrm>
            <a:off x="2087732" y="4350058"/>
            <a:ext cx="0" cy="2050742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06E7A0CE-9C7D-4F4D-9EF2-A4CA99B0DABB}"/>
              </a:ext>
            </a:extLst>
          </p:cNvPr>
          <p:cNvCxnSpPr/>
          <p:nvPr/>
        </p:nvCxnSpPr>
        <p:spPr>
          <a:xfrm>
            <a:off x="3889899" y="4350058"/>
            <a:ext cx="0" cy="2050742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6361B3B5-5727-42BE-9011-EB48C2ABD5F0}"/>
              </a:ext>
            </a:extLst>
          </p:cNvPr>
          <p:cNvCxnSpPr/>
          <p:nvPr/>
        </p:nvCxnSpPr>
        <p:spPr>
          <a:xfrm>
            <a:off x="4307149" y="4350058"/>
            <a:ext cx="0" cy="2050742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09A8A09C-9800-4878-8274-C3802C89DBA6}"/>
              </a:ext>
            </a:extLst>
          </p:cNvPr>
          <p:cNvSpPr txBox="1"/>
          <p:nvPr/>
        </p:nvSpPr>
        <p:spPr>
          <a:xfrm>
            <a:off x="5770485" y="4199138"/>
            <a:ext cx="453649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highlight>
                  <a:srgbClr val="FFFF00"/>
                </a:highlight>
              </a:rPr>
              <a:t>** very important that we </a:t>
            </a:r>
            <a:r>
              <a:rPr lang="en-US" sz="2400" b="1" i="1" dirty="0">
                <a:highlight>
                  <a:srgbClr val="FFFF00"/>
                </a:highlight>
              </a:rPr>
              <a:t>always</a:t>
            </a:r>
            <a:r>
              <a:rPr lang="en-US" sz="2400" b="1" dirty="0">
                <a:highlight>
                  <a:srgbClr val="FFFF00"/>
                </a:highlight>
              </a:rPr>
              <a:t> line up our ones correctly** </a:t>
            </a:r>
            <a:endParaRPr lang="en-AU" sz="2400" b="1" dirty="0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9626305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87EF213-8BCC-4CE3-8B86-2303BD7550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Addition algorithm </a:t>
            </a:r>
            <a:endParaRPr lang="en-AU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61E6446-4F0B-4BF9-B538-EFF0E9BD837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ctr"/>
            <a:r>
              <a:rPr lang="en-US" dirty="0"/>
              <a:t>I do </a:t>
            </a:r>
            <a:endParaRPr lang="en-AU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177F024-DC1C-49C7-876B-35AD098DC7D5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	125</a:t>
            </a:r>
          </a:p>
          <a:p>
            <a:pPr marL="0" indent="0">
              <a:buNone/>
            </a:pPr>
            <a:r>
              <a:rPr lang="en-US" u="sng" dirty="0"/>
              <a:t>+	241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	387</a:t>
            </a:r>
          </a:p>
          <a:p>
            <a:pPr marL="0" indent="0">
              <a:buNone/>
            </a:pPr>
            <a:r>
              <a:rPr lang="en-US" u="sng" dirty="0"/>
              <a:t>+	225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A0571087-F9CB-4EF8-860D-3B5B36E6804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algn="ctr"/>
            <a:r>
              <a:rPr lang="en-US" dirty="0"/>
              <a:t>You do (copy into your exercise book)</a:t>
            </a:r>
            <a:endParaRPr lang="en-AU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46079E0F-9E84-4420-8DCF-6D0D6F31D1B2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	155</a:t>
            </a:r>
          </a:p>
          <a:p>
            <a:pPr marL="0" indent="0">
              <a:buNone/>
            </a:pPr>
            <a:r>
              <a:rPr lang="en-US" u="sng" dirty="0"/>
              <a:t>+ 	232</a:t>
            </a:r>
          </a:p>
          <a:p>
            <a:pPr marL="0" indent="0">
              <a:buNone/>
            </a:pPr>
            <a:endParaRPr lang="en-US" u="sng" dirty="0"/>
          </a:p>
          <a:p>
            <a:pPr marL="0" indent="0">
              <a:buNone/>
            </a:pPr>
            <a:endParaRPr lang="en-US" u="sng" dirty="0"/>
          </a:p>
          <a:p>
            <a:pPr marL="0" indent="0">
              <a:buNone/>
            </a:pPr>
            <a:r>
              <a:rPr lang="en-US" dirty="0"/>
              <a:t>	547</a:t>
            </a:r>
          </a:p>
          <a:p>
            <a:pPr marL="0" indent="0">
              <a:buNone/>
            </a:pPr>
            <a:r>
              <a:rPr lang="en-US" u="sng" dirty="0"/>
              <a:t>+	234</a:t>
            </a:r>
            <a:endParaRPr lang="en-AU" u="sng" dirty="0"/>
          </a:p>
        </p:txBody>
      </p:sp>
    </p:spTree>
    <p:extLst>
      <p:ext uri="{BB962C8B-B14F-4D97-AF65-F5344CB8AC3E}">
        <p14:creationId xmlns:p14="http://schemas.microsoft.com/office/powerpoint/2010/main" val="28958982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E141AB-AA27-4A81-A6F4-FAE4E11F2F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Subtraction algorithm </a:t>
            </a:r>
            <a:endParaRPr lang="en-AU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A144090-4EDD-4C12-89F3-444A38F979D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ctr"/>
            <a:r>
              <a:rPr lang="en-US" dirty="0"/>
              <a:t>I do </a:t>
            </a:r>
            <a:endParaRPr lang="en-AU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DA28DD4-2E0B-449A-8165-D0B1536CB1C7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	548</a:t>
            </a:r>
          </a:p>
          <a:p>
            <a:pPr marL="0" indent="0">
              <a:buNone/>
            </a:pPr>
            <a:r>
              <a:rPr lang="en-US" u="sng" dirty="0"/>
              <a:t>- 	234 </a:t>
            </a:r>
            <a:endParaRPr lang="en-US" dirty="0"/>
          </a:p>
          <a:p>
            <a:pPr marL="0" indent="0">
              <a:buNone/>
            </a:pPr>
            <a:endParaRPr lang="en-AU" u="sng" dirty="0"/>
          </a:p>
          <a:p>
            <a:pPr marL="0" indent="0">
              <a:buNone/>
            </a:pPr>
            <a:endParaRPr lang="en-AU" u="sng" dirty="0"/>
          </a:p>
          <a:p>
            <a:pPr marL="0" indent="0">
              <a:buNone/>
            </a:pPr>
            <a:r>
              <a:rPr lang="en-AU" dirty="0"/>
              <a:t>	972</a:t>
            </a:r>
          </a:p>
          <a:p>
            <a:pPr marL="0" indent="0">
              <a:buNone/>
            </a:pPr>
            <a:r>
              <a:rPr lang="en-AU" u="sng" dirty="0"/>
              <a:t>-	457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C8667E8-229E-4D64-BC13-E0F15F2F042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algn="ctr"/>
            <a:r>
              <a:rPr lang="en-US" dirty="0"/>
              <a:t>You do (copy into your exercise book) </a:t>
            </a:r>
            <a:endParaRPr lang="en-AU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B3999AA-B281-4546-A0D9-C10C7D0D4674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	345	</a:t>
            </a:r>
          </a:p>
          <a:p>
            <a:pPr marL="0" indent="0">
              <a:buNone/>
            </a:pPr>
            <a:r>
              <a:rPr lang="en-US" u="sng" dirty="0"/>
              <a:t>- 	213</a:t>
            </a:r>
            <a:endParaRPr lang="en-US" dirty="0"/>
          </a:p>
          <a:p>
            <a:pPr marL="0" indent="0">
              <a:buNone/>
            </a:pPr>
            <a:endParaRPr lang="en-AU" u="sng" dirty="0"/>
          </a:p>
          <a:p>
            <a:pPr marL="0" indent="0">
              <a:buNone/>
            </a:pPr>
            <a:endParaRPr lang="en-AU" u="sng" dirty="0"/>
          </a:p>
          <a:p>
            <a:pPr marL="0" indent="0">
              <a:buNone/>
            </a:pPr>
            <a:r>
              <a:rPr lang="en-AU" dirty="0"/>
              <a:t>	822	</a:t>
            </a:r>
          </a:p>
          <a:p>
            <a:pPr marL="0" indent="0">
              <a:buNone/>
            </a:pPr>
            <a:r>
              <a:rPr lang="en-AU" u="sng" dirty="0"/>
              <a:t>- 	433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272B121-9F3E-4927-AD73-AA27EBC1426C}"/>
              </a:ext>
            </a:extLst>
          </p:cNvPr>
          <p:cNvSpPr txBox="1"/>
          <p:nvPr/>
        </p:nvSpPr>
        <p:spPr>
          <a:xfrm>
            <a:off x="3696072" y="5868140"/>
            <a:ext cx="279646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highlight>
                  <a:srgbClr val="FFFF00"/>
                </a:highlight>
              </a:rPr>
              <a:t>1001 – 52 </a:t>
            </a:r>
            <a:endParaRPr lang="en-AU" sz="2400" b="1" dirty="0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782240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E0CA8E0D-10A2-454C-8F2A-226425E62F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Whiteboards </a:t>
            </a:r>
            <a:endParaRPr lang="en-AU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9364E5BC-8904-431E-8E68-05A2D48A4E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Evaluate these:</a:t>
            </a:r>
          </a:p>
          <a:p>
            <a:pPr marL="0" indent="0">
              <a:buNone/>
            </a:pPr>
            <a:endParaRPr lang="en-US" dirty="0"/>
          </a:p>
          <a:p>
            <a:pPr marL="514350" indent="-514350">
              <a:buAutoNum type="alphaLcParenR"/>
            </a:pPr>
            <a:r>
              <a:rPr lang="en-US" dirty="0"/>
              <a:t>245 + 125 </a:t>
            </a:r>
          </a:p>
          <a:p>
            <a:pPr marL="514350" indent="-514350">
              <a:buAutoNum type="alphaLcParenR"/>
            </a:pPr>
            <a:r>
              <a:rPr lang="en-US" dirty="0"/>
              <a:t>347 + 832 </a:t>
            </a:r>
          </a:p>
          <a:p>
            <a:pPr marL="514350" indent="-514350">
              <a:buAutoNum type="alphaLcParenR"/>
            </a:pPr>
            <a:r>
              <a:rPr lang="en-US" dirty="0"/>
              <a:t>932 – 213 </a:t>
            </a:r>
          </a:p>
          <a:p>
            <a:pPr marL="514350" indent="-514350">
              <a:buAutoNum type="alphaLcParenR"/>
            </a:pPr>
            <a:r>
              <a:rPr lang="en-US" dirty="0"/>
              <a:t>1002 – 43 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0877372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B0AAF301-B799-4912-BC9C-0DBD700D54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Practice </a:t>
            </a:r>
            <a:endParaRPr lang="en-AU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5FF119FE-DF2F-4F5C-BEF6-F991151FE6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Today we are going to do a few questions from our textbook.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Exercise 1C</a:t>
            </a:r>
          </a:p>
          <a:p>
            <a:pPr marL="0" indent="0">
              <a:buNone/>
            </a:pPr>
            <a:r>
              <a:rPr lang="en-US" dirty="0"/>
              <a:t>Page 11 </a:t>
            </a:r>
          </a:p>
          <a:p>
            <a:pPr marL="0" indent="0">
              <a:buNone/>
            </a:pPr>
            <a:r>
              <a:rPr lang="en-US" dirty="0"/>
              <a:t>Questions 3 – 12 (try to finish as many as you can) 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4647312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2855FC2-92EB-4BC5-8AC9-F3D3058AEBF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74428" y="954620"/>
            <a:ext cx="10843143" cy="2474380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E8C91F1-7326-4CF2-B118-8E3B06502F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415" y="3838575"/>
            <a:ext cx="12023169" cy="27765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62684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55</TotalTime>
  <Words>252</Words>
  <Application>Microsoft Office PowerPoint</Application>
  <PresentationFormat>Widescreen</PresentationFormat>
  <Paragraphs>68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Calibri</vt:lpstr>
      <vt:lpstr>Calibri Light</vt:lpstr>
      <vt:lpstr>Wingdings</vt:lpstr>
      <vt:lpstr>Office Theme</vt:lpstr>
      <vt:lpstr>Lesson objective </vt:lpstr>
      <vt:lpstr>Daily review </vt:lpstr>
      <vt:lpstr>What is an Algorithm?</vt:lpstr>
      <vt:lpstr>Large number algorithm </vt:lpstr>
      <vt:lpstr>Addition algorithm </vt:lpstr>
      <vt:lpstr>Subtraction algorithm </vt:lpstr>
      <vt:lpstr>Whiteboards </vt:lpstr>
      <vt:lpstr>Practice 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Lesson objective </dc:title>
  <dc:creator>DAVIES Rhys [Busselton Senior High School]</dc:creator>
  <cp:lastModifiedBy>DAVIES Rhys [Busselton Senior High School]</cp:lastModifiedBy>
  <cp:revision>8</cp:revision>
  <dcterms:created xsi:type="dcterms:W3CDTF">2022-02-02T13:12:14Z</dcterms:created>
  <dcterms:modified xsi:type="dcterms:W3CDTF">2023-02-03T00:08:07Z</dcterms:modified>
</cp:coreProperties>
</file>