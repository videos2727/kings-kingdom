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6" r:id="rId2"/>
    <p:sldId id="259" r:id="rId3"/>
    <p:sldId id="279" r:id="rId4"/>
    <p:sldId id="293" r:id="rId5"/>
    <p:sldId id="280" r:id="rId6"/>
    <p:sldId id="281" r:id="rId7"/>
    <p:sldId id="294" r:id="rId8"/>
    <p:sldId id="295" r:id="rId9"/>
    <p:sldId id="296" r:id="rId10"/>
    <p:sldId id="297" r:id="rId11"/>
    <p:sldId id="298" r:id="rId12"/>
    <p:sldId id="301" r:id="rId13"/>
    <p:sldId id="300" r:id="rId14"/>
  </p:sldIdLst>
  <p:sldSz cx="12192000" cy="6858000"/>
  <p:notesSz cx="6794500" cy="9931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0" d="100"/>
          <a:sy n="80" d="100"/>
        </p:scale>
        <p:origin x="58" y="1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944283" cy="49829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48645" y="0"/>
            <a:ext cx="2944283" cy="49829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E4AFAF2-886C-437E-828C-8E18B1D68075}" type="datetimeFigureOut">
              <a:rPr lang="en-AU" smtClean="0"/>
              <a:t>22/02/2023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19100" y="1241425"/>
            <a:ext cx="5956300" cy="33512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450" y="4779486"/>
            <a:ext cx="5435600" cy="3910489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433108"/>
            <a:ext cx="2944283" cy="49829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48645" y="9433108"/>
            <a:ext cx="2944283" cy="49829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5777941-C95A-40D0-BC29-5FDC45D0536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396144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Worksheet 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4C0753-0B2E-422D-ADAB-A49118212793}" type="slidenum">
              <a:rPr lang="en-AU" smtClean="0"/>
              <a:t>3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6812205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Worksheet 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4C0753-0B2E-422D-ADAB-A49118212793}" type="slidenum">
              <a:rPr lang="en-AU" smtClean="0"/>
              <a:t>4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078193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AAC2B6-5EBA-4D77-ACAC-C8CD6747E5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164E29C-DE6F-4A6F-B7A7-A9137568BF7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44EB71-1C0D-4C92-BFB4-F6BE654C26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1E7DED-1674-4C82-8FEB-7CD2B5696A37}" type="datetimeFigureOut">
              <a:rPr lang="en-AU" smtClean="0"/>
              <a:t>22/02/2023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6FE49B-48D2-4C69-8348-6BB5389C6A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D9C6F2-3B21-4C7F-8D78-B83B48FAF1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963777-B700-4EC7-8597-6A41D45284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007801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8A6585-69DB-40F5-BEB6-53C787301A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3820D1-AD48-465A-BE4E-0118E25E19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931605-23FA-470A-B607-F71629F591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1E7DED-1674-4C82-8FEB-7CD2B5696A37}" type="datetimeFigureOut">
              <a:rPr lang="en-AU" smtClean="0"/>
              <a:t>22/02/2023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300040-C781-47D7-9FDE-D4BE440905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2D9A1D-BF13-4418-8D1E-92531DA5D5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963777-B700-4EC7-8597-6A41D45284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81014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DC4E39-E35A-4A4C-B273-81120307AB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94EE09-26FB-4574-97FE-91FD1AB2DF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462104-C5BF-4404-8A64-5953DB01BB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1E7DED-1674-4C82-8FEB-7CD2B5696A37}" type="datetimeFigureOut">
              <a:rPr lang="en-AU" smtClean="0"/>
              <a:t>22/02/2023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76910D-DDB3-4312-9E18-57BAA84972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57E6D2-E31D-4E7A-B313-AA0D5250AE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963777-B700-4EC7-8597-6A41D45284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689908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C7B9F7-87EE-44AF-9AFC-4D58B4DB94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BCD7A9-9AFE-4FC4-9E2D-800C763E983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34E3394-C95D-41F5-8AC6-98F17647D2E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26C9B5F-B6A7-4EB9-9377-EE8D42AD29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1E7DED-1674-4C82-8FEB-7CD2B5696A37}" type="datetimeFigureOut">
              <a:rPr lang="en-AU" smtClean="0"/>
              <a:t>22/02/2023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1C9B40C-75F6-4172-AE40-47DA55B006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E449A3-9177-427B-9912-B76A7A9722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963777-B700-4EC7-8597-6A41D45284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414521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215D1E-FAF0-45E0-B37C-3A191B1CDD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05EA6E-1631-4AB6-8E83-099420683B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B2608D2-807D-437B-BD37-3B0A0937F6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632CA39-A0F7-45E3-ACF4-9B3A0DD7982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2FF0E41-4B0F-4929-BD78-E7FAD7C8D30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AB2B83B-A41C-49B9-A802-9E935B653D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1E7DED-1674-4C82-8FEB-7CD2B5696A37}" type="datetimeFigureOut">
              <a:rPr lang="en-AU" smtClean="0"/>
              <a:t>22/02/2023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9BAC64D-B9B6-4C42-A3DF-0F51945AF4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4568E82-45A0-4325-A2C0-91C6C24366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963777-B700-4EC7-8597-6A41D45284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850050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CB5BC6-8968-40B1-8BF1-9D93ED28F4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89220D9-FB3B-40AE-AD36-4865EA3CC8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1E7DED-1674-4C82-8FEB-7CD2B5696A37}" type="datetimeFigureOut">
              <a:rPr lang="en-AU" smtClean="0"/>
              <a:t>22/02/2023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F181FAC-A3FA-4A46-ABCC-B6F0D9B29C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2F605E3-E294-4A1C-A6EB-5EC4A87A6D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963777-B700-4EC7-8597-6A41D45284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875517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DBA9378-8CED-4CB3-B681-EB66FBABDF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1E7DED-1674-4C82-8FEB-7CD2B5696A37}" type="datetimeFigureOut">
              <a:rPr lang="en-AU" smtClean="0"/>
              <a:t>22/02/2023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A82C453-EE61-4B1B-BE95-8A9196030B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D79D7D-933F-4B40-BA40-696F5CF718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963777-B700-4EC7-8597-6A41D45284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272089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650E9D-7C5B-4987-8E77-769E16C115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017563-43F2-448A-AC6E-B330B33F12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E6EA9E4-45CE-4C90-8A22-F62EE564F84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A6A0D4B-371C-4C76-9AF3-470CBB601B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1E7DED-1674-4C82-8FEB-7CD2B5696A37}" type="datetimeFigureOut">
              <a:rPr lang="en-AU" smtClean="0"/>
              <a:t>22/02/2023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21B260-A93F-4E35-87AB-E8832826FA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B9ACED9-87AF-4EF8-AC15-8BC8DA0B93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963777-B700-4EC7-8597-6A41D45284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519949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F62208-41A3-4540-AA1B-75EEF4BCE9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28A56EE-97E1-459B-B275-C3BD928A07E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18BC6FA-43A1-46E0-8DFD-AFD4801AE03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82E69A-13AF-4E89-AA3C-E11C1E930E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1E7DED-1674-4C82-8FEB-7CD2B5696A37}" type="datetimeFigureOut">
              <a:rPr lang="en-AU" smtClean="0"/>
              <a:t>22/02/2023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E8ABBEA-BA8A-41FE-A9E6-D8F1BB8D16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CB2D86-B3B2-47F0-8AE8-53C94CA9D5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963777-B700-4EC7-8597-6A41D45284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980403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58B2B0-C890-4153-A5E5-DB0C182E08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A199FDE-86C2-40B8-A3D7-25C15032B2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17E7EF-92AB-496E-B5D0-F39EFD1C00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1E7DED-1674-4C82-8FEB-7CD2B5696A37}" type="datetimeFigureOut">
              <a:rPr lang="en-AU" smtClean="0"/>
              <a:t>22/02/2023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E0D550-DB43-4FE5-B19F-5265C3AD83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3AFF67-B7D9-449A-BAEE-9DD4949461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963777-B700-4EC7-8597-6A41D45284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736082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5579A1B-4A99-42B1-965A-9830DC98A85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FB56227-63F5-4AFB-87B1-194A30CE7C7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26D336-A465-4123-87C5-9D5B99C7B9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1E7DED-1674-4C82-8FEB-7CD2B5696A37}" type="datetimeFigureOut">
              <a:rPr lang="en-AU" smtClean="0"/>
              <a:t>22/02/2023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357CCF-4964-4FE3-B014-8EC3507333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323757-4931-49A7-8345-A6E019A619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963777-B700-4EC7-8597-6A41D45284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412300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4505119-0137-41D8-A60C-4259BC44E6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7B66DC-4D66-4447-A813-66B0984111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2B29BA-413E-4BC2-8AEB-7060EB1421C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1E7DED-1674-4C82-8FEB-7CD2B5696A37}" type="datetimeFigureOut">
              <a:rPr lang="en-AU" smtClean="0"/>
              <a:t>22/02/2023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B2C764-3B31-4C53-B332-1728942184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EE58E8-DFEB-4D17-AA69-0F5D463E90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963777-B700-4EC7-8597-6A41D45284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247214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B22D52B-BDBF-4029-A864-1B30AAA093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Lesson objective </a:t>
            </a:r>
            <a:endParaRPr lang="en-AU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A2CDF4A-03FA-4A3B-B287-23219FAEC3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Title: </a:t>
            </a:r>
            <a:r>
              <a:rPr lang="en-US" dirty="0">
                <a:solidFill>
                  <a:srgbClr val="00B0F0"/>
                </a:solidFill>
              </a:rPr>
              <a:t>Substitution </a:t>
            </a:r>
          </a:p>
          <a:p>
            <a:pPr marL="0" indent="0">
              <a:buNone/>
            </a:pPr>
            <a:endParaRPr lang="en-US" dirty="0">
              <a:solidFill>
                <a:srgbClr val="00B0F0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rgbClr val="00B0F0"/>
                </a:solidFill>
              </a:rPr>
              <a:t>Aim: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solidFill>
                  <a:srgbClr val="00B0F0"/>
                </a:solidFill>
              </a:rPr>
              <a:t>Identify and describe a pronumeral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solidFill>
                  <a:srgbClr val="00B0F0"/>
                </a:solidFill>
              </a:rPr>
              <a:t>Substitute and evaluate equations </a:t>
            </a:r>
          </a:p>
          <a:p>
            <a:pPr marL="0" indent="0">
              <a:buNone/>
            </a:pPr>
            <a:r>
              <a:rPr lang="en-US" dirty="0">
                <a:solidFill>
                  <a:srgbClr val="00B0F0"/>
                </a:solidFill>
              </a:rPr>
              <a:t>Plan:</a:t>
            </a:r>
          </a:p>
          <a:p>
            <a:pPr>
              <a:buFontTx/>
              <a:buChar char="-"/>
            </a:pPr>
            <a:r>
              <a:rPr lang="en-US" dirty="0">
                <a:solidFill>
                  <a:srgbClr val="00B0F0"/>
                </a:solidFill>
              </a:rPr>
              <a:t>Review </a:t>
            </a:r>
          </a:p>
          <a:p>
            <a:pPr>
              <a:buFontTx/>
              <a:buChar char="-"/>
            </a:pPr>
            <a:r>
              <a:rPr lang="en-US" dirty="0">
                <a:solidFill>
                  <a:srgbClr val="00B0F0"/>
                </a:solidFill>
              </a:rPr>
              <a:t>Terminology</a:t>
            </a:r>
          </a:p>
          <a:p>
            <a:pPr>
              <a:buFontTx/>
              <a:buChar char="-"/>
            </a:pPr>
            <a:r>
              <a:rPr lang="en-US" dirty="0">
                <a:solidFill>
                  <a:srgbClr val="00B0F0"/>
                </a:solidFill>
              </a:rPr>
              <a:t>Substitution </a:t>
            </a:r>
            <a:endParaRPr lang="en-AU" dirty="0">
              <a:solidFill>
                <a:srgbClr val="00B0F0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C581B41-4DB7-C5DF-B833-C04F05C4811A}"/>
              </a:ext>
            </a:extLst>
          </p:cNvPr>
          <p:cNvSpPr txBox="1"/>
          <p:nvPr/>
        </p:nvSpPr>
        <p:spPr>
          <a:xfrm>
            <a:off x="4758431" y="1562470"/>
            <a:ext cx="294738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highlight>
                  <a:srgbClr val="FFFF00"/>
                </a:highlight>
              </a:rPr>
              <a:t>Need whiteboards</a:t>
            </a:r>
            <a:endParaRPr lang="en-AU" sz="3200" dirty="0">
              <a:highlight>
                <a:srgbClr val="FFFF00"/>
              </a:highlight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4F4DFD0-D4A9-067F-AA66-4CF15AEC8953}"/>
              </a:ext>
            </a:extLst>
          </p:cNvPr>
          <p:cNvSpPr txBox="1"/>
          <p:nvPr/>
        </p:nvSpPr>
        <p:spPr>
          <a:xfrm>
            <a:off x="7022237" y="4742155"/>
            <a:ext cx="4156229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err="1">
                <a:highlight>
                  <a:srgbClr val="00FF00"/>
                </a:highlight>
              </a:rPr>
              <a:t>PBiS</a:t>
            </a:r>
            <a:r>
              <a:rPr lang="en-US" sz="3200" dirty="0">
                <a:highlight>
                  <a:srgbClr val="00FF00"/>
                </a:highlight>
              </a:rPr>
              <a:t> focus:</a:t>
            </a:r>
          </a:p>
          <a:p>
            <a:r>
              <a:rPr lang="en-US" sz="3200" dirty="0">
                <a:highlight>
                  <a:srgbClr val="00FF00"/>
                </a:highlight>
              </a:rPr>
              <a:t>Respect – hands up</a:t>
            </a:r>
            <a:endParaRPr lang="en-AU" sz="3200" dirty="0">
              <a:highlight>
                <a:srgbClr val="00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31361025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AU" dirty="0"/>
              <a:t>Can you solve this in 45 seconds?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91544" y="5949281"/>
            <a:ext cx="8229600" cy="894179"/>
          </a:xfrm>
        </p:spPr>
        <p:txBody>
          <a:bodyPr/>
          <a:lstStyle/>
          <a:p>
            <a:pPr marL="0" indent="0" algn="ctr">
              <a:buNone/>
            </a:pPr>
            <a:r>
              <a:rPr lang="en-AU" dirty="0"/>
              <a:t>Write down your answer if you can!</a:t>
            </a:r>
          </a:p>
        </p:txBody>
      </p:sp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47728" y="1534354"/>
            <a:ext cx="4572000" cy="38884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8" name="Oval 33"/>
          <p:cNvSpPr>
            <a:spLocks noChangeArrowheads="1"/>
          </p:cNvSpPr>
          <p:nvPr/>
        </p:nvSpPr>
        <p:spPr bwMode="auto">
          <a:xfrm>
            <a:off x="8904313" y="2250653"/>
            <a:ext cx="1235075" cy="1235075"/>
          </a:xfrm>
          <a:prstGeom prst="ellipse">
            <a:avLst/>
          </a:prstGeom>
          <a:solidFill>
            <a:srgbClr val="FFFF00"/>
          </a:solidFill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GB" sz="4400" dirty="0"/>
              <a:t>End</a:t>
            </a:r>
          </a:p>
        </p:txBody>
      </p:sp>
      <p:sp>
        <p:nvSpPr>
          <p:cNvPr id="69" name="Oval 32"/>
          <p:cNvSpPr>
            <a:spLocks noChangeArrowheads="1"/>
          </p:cNvSpPr>
          <p:nvPr/>
        </p:nvSpPr>
        <p:spPr bwMode="auto">
          <a:xfrm>
            <a:off x="8904313" y="2250653"/>
            <a:ext cx="1235075" cy="1235075"/>
          </a:xfrm>
          <a:prstGeom prst="ellipse">
            <a:avLst/>
          </a:prstGeom>
          <a:solidFill>
            <a:srgbClr val="FFFF00"/>
          </a:solidFill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GB" sz="4400"/>
              <a:t>1</a:t>
            </a:r>
          </a:p>
        </p:txBody>
      </p:sp>
      <p:sp>
        <p:nvSpPr>
          <p:cNvPr id="70" name="Oval 31"/>
          <p:cNvSpPr>
            <a:spLocks noChangeArrowheads="1"/>
          </p:cNvSpPr>
          <p:nvPr/>
        </p:nvSpPr>
        <p:spPr bwMode="auto">
          <a:xfrm>
            <a:off x="8904313" y="2250653"/>
            <a:ext cx="1235075" cy="1235075"/>
          </a:xfrm>
          <a:prstGeom prst="ellipse">
            <a:avLst/>
          </a:prstGeom>
          <a:solidFill>
            <a:srgbClr val="FFFF00"/>
          </a:solidFill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GB" sz="4400"/>
              <a:t>2</a:t>
            </a:r>
          </a:p>
        </p:txBody>
      </p:sp>
      <p:sp>
        <p:nvSpPr>
          <p:cNvPr id="71" name="Oval 30"/>
          <p:cNvSpPr>
            <a:spLocks noChangeArrowheads="1"/>
          </p:cNvSpPr>
          <p:nvPr/>
        </p:nvSpPr>
        <p:spPr bwMode="auto">
          <a:xfrm>
            <a:off x="8904313" y="2250653"/>
            <a:ext cx="1235075" cy="1235075"/>
          </a:xfrm>
          <a:prstGeom prst="ellipse">
            <a:avLst/>
          </a:prstGeom>
          <a:solidFill>
            <a:srgbClr val="FFFF00"/>
          </a:solidFill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GB" sz="4400"/>
              <a:t>3</a:t>
            </a:r>
          </a:p>
        </p:txBody>
      </p:sp>
      <p:sp>
        <p:nvSpPr>
          <p:cNvPr id="72" name="Oval 29"/>
          <p:cNvSpPr>
            <a:spLocks noChangeArrowheads="1"/>
          </p:cNvSpPr>
          <p:nvPr/>
        </p:nvSpPr>
        <p:spPr bwMode="auto">
          <a:xfrm>
            <a:off x="8904313" y="2250653"/>
            <a:ext cx="1235075" cy="1235075"/>
          </a:xfrm>
          <a:prstGeom prst="ellipse">
            <a:avLst/>
          </a:prstGeom>
          <a:solidFill>
            <a:srgbClr val="FFFF00"/>
          </a:solidFill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GB" sz="4400"/>
              <a:t>4</a:t>
            </a:r>
          </a:p>
        </p:txBody>
      </p:sp>
      <p:sp>
        <p:nvSpPr>
          <p:cNvPr id="73" name="Oval 28"/>
          <p:cNvSpPr>
            <a:spLocks noChangeArrowheads="1"/>
          </p:cNvSpPr>
          <p:nvPr/>
        </p:nvSpPr>
        <p:spPr bwMode="auto">
          <a:xfrm>
            <a:off x="8904313" y="2250653"/>
            <a:ext cx="1235075" cy="1235075"/>
          </a:xfrm>
          <a:prstGeom prst="ellipse">
            <a:avLst/>
          </a:prstGeom>
          <a:solidFill>
            <a:srgbClr val="FFFF00"/>
          </a:solidFill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GB" sz="4400"/>
              <a:t>5</a:t>
            </a:r>
          </a:p>
        </p:txBody>
      </p:sp>
      <p:sp>
        <p:nvSpPr>
          <p:cNvPr id="74" name="Oval 27"/>
          <p:cNvSpPr>
            <a:spLocks noChangeArrowheads="1"/>
          </p:cNvSpPr>
          <p:nvPr/>
        </p:nvSpPr>
        <p:spPr bwMode="auto">
          <a:xfrm>
            <a:off x="8904313" y="2250653"/>
            <a:ext cx="1235075" cy="1235075"/>
          </a:xfrm>
          <a:prstGeom prst="ellipse">
            <a:avLst/>
          </a:prstGeom>
          <a:solidFill>
            <a:srgbClr val="FFFF00"/>
          </a:solidFill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GB" sz="4400"/>
              <a:t>6</a:t>
            </a:r>
          </a:p>
        </p:txBody>
      </p:sp>
      <p:sp>
        <p:nvSpPr>
          <p:cNvPr id="75" name="Oval 26"/>
          <p:cNvSpPr>
            <a:spLocks noChangeArrowheads="1"/>
          </p:cNvSpPr>
          <p:nvPr/>
        </p:nvSpPr>
        <p:spPr bwMode="auto">
          <a:xfrm>
            <a:off x="8904313" y="2250653"/>
            <a:ext cx="1235075" cy="1235075"/>
          </a:xfrm>
          <a:prstGeom prst="ellipse">
            <a:avLst/>
          </a:prstGeom>
          <a:solidFill>
            <a:srgbClr val="FFFF00"/>
          </a:solidFill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GB" sz="4400"/>
              <a:t>7</a:t>
            </a:r>
          </a:p>
        </p:txBody>
      </p:sp>
      <p:sp>
        <p:nvSpPr>
          <p:cNvPr id="76" name="Oval 25"/>
          <p:cNvSpPr>
            <a:spLocks noChangeArrowheads="1"/>
          </p:cNvSpPr>
          <p:nvPr/>
        </p:nvSpPr>
        <p:spPr bwMode="auto">
          <a:xfrm>
            <a:off x="8904313" y="2250653"/>
            <a:ext cx="1235075" cy="1235075"/>
          </a:xfrm>
          <a:prstGeom prst="ellipse">
            <a:avLst/>
          </a:prstGeom>
          <a:solidFill>
            <a:srgbClr val="FFFF00"/>
          </a:solidFill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GB" sz="4400"/>
              <a:t>8</a:t>
            </a:r>
          </a:p>
        </p:txBody>
      </p:sp>
      <p:sp>
        <p:nvSpPr>
          <p:cNvPr id="77" name="Oval 24"/>
          <p:cNvSpPr>
            <a:spLocks noChangeArrowheads="1"/>
          </p:cNvSpPr>
          <p:nvPr/>
        </p:nvSpPr>
        <p:spPr bwMode="auto">
          <a:xfrm>
            <a:off x="8904313" y="2250653"/>
            <a:ext cx="1235075" cy="1235075"/>
          </a:xfrm>
          <a:prstGeom prst="ellipse">
            <a:avLst/>
          </a:prstGeom>
          <a:solidFill>
            <a:srgbClr val="FFFF00"/>
          </a:solidFill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GB" sz="4400"/>
              <a:t>9</a:t>
            </a:r>
          </a:p>
        </p:txBody>
      </p:sp>
      <p:sp>
        <p:nvSpPr>
          <p:cNvPr id="78" name="Oval 23"/>
          <p:cNvSpPr>
            <a:spLocks noChangeArrowheads="1"/>
          </p:cNvSpPr>
          <p:nvPr/>
        </p:nvSpPr>
        <p:spPr bwMode="auto">
          <a:xfrm>
            <a:off x="8904313" y="2250653"/>
            <a:ext cx="1235075" cy="1235075"/>
          </a:xfrm>
          <a:prstGeom prst="ellipse">
            <a:avLst/>
          </a:prstGeom>
          <a:solidFill>
            <a:srgbClr val="FFFF00"/>
          </a:solidFill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GB" sz="4400"/>
              <a:t>10</a:t>
            </a:r>
          </a:p>
        </p:txBody>
      </p:sp>
      <p:sp>
        <p:nvSpPr>
          <p:cNvPr id="79" name="Oval 22"/>
          <p:cNvSpPr>
            <a:spLocks noChangeArrowheads="1"/>
          </p:cNvSpPr>
          <p:nvPr/>
        </p:nvSpPr>
        <p:spPr bwMode="auto">
          <a:xfrm>
            <a:off x="8904313" y="2250653"/>
            <a:ext cx="1235075" cy="1235075"/>
          </a:xfrm>
          <a:prstGeom prst="ellipse">
            <a:avLst/>
          </a:prstGeom>
          <a:solidFill>
            <a:srgbClr val="FFFF00"/>
          </a:solidFill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GB" sz="4400"/>
              <a:t>11</a:t>
            </a:r>
          </a:p>
        </p:txBody>
      </p:sp>
      <p:sp>
        <p:nvSpPr>
          <p:cNvPr id="80" name="Oval 21"/>
          <p:cNvSpPr>
            <a:spLocks noChangeArrowheads="1"/>
          </p:cNvSpPr>
          <p:nvPr/>
        </p:nvSpPr>
        <p:spPr bwMode="auto">
          <a:xfrm>
            <a:off x="8904313" y="2250653"/>
            <a:ext cx="1235075" cy="1235075"/>
          </a:xfrm>
          <a:prstGeom prst="ellipse">
            <a:avLst/>
          </a:prstGeom>
          <a:solidFill>
            <a:srgbClr val="FFFF00"/>
          </a:solidFill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GB" sz="4400"/>
              <a:t>12</a:t>
            </a:r>
          </a:p>
        </p:txBody>
      </p:sp>
      <p:sp>
        <p:nvSpPr>
          <p:cNvPr id="81" name="Oval 20"/>
          <p:cNvSpPr>
            <a:spLocks noChangeArrowheads="1"/>
          </p:cNvSpPr>
          <p:nvPr/>
        </p:nvSpPr>
        <p:spPr bwMode="auto">
          <a:xfrm>
            <a:off x="8904313" y="2250653"/>
            <a:ext cx="1235075" cy="1235075"/>
          </a:xfrm>
          <a:prstGeom prst="ellipse">
            <a:avLst/>
          </a:prstGeom>
          <a:solidFill>
            <a:srgbClr val="FFFF00"/>
          </a:solidFill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GB" sz="4400"/>
              <a:t>13</a:t>
            </a:r>
          </a:p>
        </p:txBody>
      </p:sp>
      <p:sp>
        <p:nvSpPr>
          <p:cNvPr id="82" name="Oval 19"/>
          <p:cNvSpPr>
            <a:spLocks noChangeArrowheads="1"/>
          </p:cNvSpPr>
          <p:nvPr/>
        </p:nvSpPr>
        <p:spPr bwMode="auto">
          <a:xfrm>
            <a:off x="8904313" y="2250653"/>
            <a:ext cx="1235075" cy="1235075"/>
          </a:xfrm>
          <a:prstGeom prst="ellipse">
            <a:avLst/>
          </a:prstGeom>
          <a:solidFill>
            <a:srgbClr val="FFFF00"/>
          </a:solidFill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GB" sz="4400"/>
              <a:t>14</a:t>
            </a:r>
          </a:p>
        </p:txBody>
      </p:sp>
      <p:sp>
        <p:nvSpPr>
          <p:cNvPr id="83" name="Oval 18"/>
          <p:cNvSpPr>
            <a:spLocks noChangeArrowheads="1"/>
          </p:cNvSpPr>
          <p:nvPr/>
        </p:nvSpPr>
        <p:spPr bwMode="auto">
          <a:xfrm>
            <a:off x="8904313" y="2250653"/>
            <a:ext cx="1235075" cy="1235075"/>
          </a:xfrm>
          <a:prstGeom prst="ellipse">
            <a:avLst/>
          </a:prstGeom>
          <a:solidFill>
            <a:srgbClr val="FFFF00"/>
          </a:solidFill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GB" sz="4400"/>
              <a:t>15</a:t>
            </a:r>
          </a:p>
        </p:txBody>
      </p:sp>
      <p:sp>
        <p:nvSpPr>
          <p:cNvPr id="84" name="Oval 17"/>
          <p:cNvSpPr>
            <a:spLocks noChangeArrowheads="1"/>
          </p:cNvSpPr>
          <p:nvPr/>
        </p:nvSpPr>
        <p:spPr bwMode="auto">
          <a:xfrm>
            <a:off x="8904313" y="2250653"/>
            <a:ext cx="1235075" cy="1235075"/>
          </a:xfrm>
          <a:prstGeom prst="ellipse">
            <a:avLst/>
          </a:prstGeom>
          <a:solidFill>
            <a:srgbClr val="FFFF00"/>
          </a:solidFill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GB" sz="4400"/>
              <a:t>16</a:t>
            </a:r>
          </a:p>
        </p:txBody>
      </p:sp>
      <p:sp>
        <p:nvSpPr>
          <p:cNvPr id="85" name="Oval 16"/>
          <p:cNvSpPr>
            <a:spLocks noChangeArrowheads="1"/>
          </p:cNvSpPr>
          <p:nvPr/>
        </p:nvSpPr>
        <p:spPr bwMode="auto">
          <a:xfrm>
            <a:off x="8904313" y="2250653"/>
            <a:ext cx="1235075" cy="1235075"/>
          </a:xfrm>
          <a:prstGeom prst="ellipse">
            <a:avLst/>
          </a:prstGeom>
          <a:solidFill>
            <a:srgbClr val="FFFF00"/>
          </a:solidFill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GB" sz="4400"/>
              <a:t>17</a:t>
            </a:r>
          </a:p>
        </p:txBody>
      </p:sp>
      <p:sp>
        <p:nvSpPr>
          <p:cNvPr id="86" name="Oval 15"/>
          <p:cNvSpPr>
            <a:spLocks noChangeArrowheads="1"/>
          </p:cNvSpPr>
          <p:nvPr/>
        </p:nvSpPr>
        <p:spPr bwMode="auto">
          <a:xfrm>
            <a:off x="8904313" y="2250653"/>
            <a:ext cx="1235075" cy="1235075"/>
          </a:xfrm>
          <a:prstGeom prst="ellipse">
            <a:avLst/>
          </a:prstGeom>
          <a:solidFill>
            <a:srgbClr val="FFFF00"/>
          </a:solidFill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GB" sz="4400"/>
              <a:t>18</a:t>
            </a:r>
          </a:p>
        </p:txBody>
      </p:sp>
      <p:sp>
        <p:nvSpPr>
          <p:cNvPr id="87" name="Oval 14"/>
          <p:cNvSpPr>
            <a:spLocks noChangeArrowheads="1"/>
          </p:cNvSpPr>
          <p:nvPr/>
        </p:nvSpPr>
        <p:spPr bwMode="auto">
          <a:xfrm>
            <a:off x="8904313" y="2250653"/>
            <a:ext cx="1235075" cy="1235075"/>
          </a:xfrm>
          <a:prstGeom prst="ellipse">
            <a:avLst/>
          </a:prstGeom>
          <a:solidFill>
            <a:srgbClr val="FFFF00"/>
          </a:solidFill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GB" sz="4400"/>
              <a:t>19</a:t>
            </a:r>
          </a:p>
        </p:txBody>
      </p:sp>
      <p:sp>
        <p:nvSpPr>
          <p:cNvPr id="88" name="Oval 13"/>
          <p:cNvSpPr>
            <a:spLocks noChangeArrowheads="1"/>
          </p:cNvSpPr>
          <p:nvPr/>
        </p:nvSpPr>
        <p:spPr bwMode="auto">
          <a:xfrm>
            <a:off x="8904313" y="2250653"/>
            <a:ext cx="1235075" cy="1235075"/>
          </a:xfrm>
          <a:prstGeom prst="ellipse">
            <a:avLst/>
          </a:prstGeom>
          <a:solidFill>
            <a:srgbClr val="FFFF00"/>
          </a:solidFill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GB" sz="4400"/>
              <a:t>20</a:t>
            </a:r>
          </a:p>
        </p:txBody>
      </p:sp>
      <p:sp>
        <p:nvSpPr>
          <p:cNvPr id="89" name="Oval 12"/>
          <p:cNvSpPr>
            <a:spLocks noChangeArrowheads="1"/>
          </p:cNvSpPr>
          <p:nvPr/>
        </p:nvSpPr>
        <p:spPr bwMode="auto">
          <a:xfrm>
            <a:off x="8904313" y="2250653"/>
            <a:ext cx="1235075" cy="1235075"/>
          </a:xfrm>
          <a:prstGeom prst="ellipse">
            <a:avLst/>
          </a:prstGeom>
          <a:solidFill>
            <a:srgbClr val="FFFF00"/>
          </a:solidFill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GB" sz="4400"/>
              <a:t>21</a:t>
            </a:r>
          </a:p>
        </p:txBody>
      </p:sp>
      <p:sp>
        <p:nvSpPr>
          <p:cNvPr id="90" name="Oval 11"/>
          <p:cNvSpPr>
            <a:spLocks noChangeArrowheads="1"/>
          </p:cNvSpPr>
          <p:nvPr/>
        </p:nvSpPr>
        <p:spPr bwMode="auto">
          <a:xfrm>
            <a:off x="8904313" y="2250653"/>
            <a:ext cx="1235075" cy="1235075"/>
          </a:xfrm>
          <a:prstGeom prst="ellipse">
            <a:avLst/>
          </a:prstGeom>
          <a:solidFill>
            <a:srgbClr val="FFFF00"/>
          </a:solidFill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GB" sz="4400"/>
              <a:t>22</a:t>
            </a:r>
          </a:p>
        </p:txBody>
      </p:sp>
      <p:sp>
        <p:nvSpPr>
          <p:cNvPr id="91" name="Oval 10"/>
          <p:cNvSpPr>
            <a:spLocks noChangeArrowheads="1"/>
          </p:cNvSpPr>
          <p:nvPr/>
        </p:nvSpPr>
        <p:spPr bwMode="auto">
          <a:xfrm>
            <a:off x="8904313" y="2250653"/>
            <a:ext cx="1235075" cy="1235075"/>
          </a:xfrm>
          <a:prstGeom prst="ellipse">
            <a:avLst/>
          </a:prstGeom>
          <a:solidFill>
            <a:srgbClr val="FFFF00"/>
          </a:solidFill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GB" sz="4400"/>
              <a:t>23</a:t>
            </a:r>
          </a:p>
        </p:txBody>
      </p:sp>
      <p:sp>
        <p:nvSpPr>
          <p:cNvPr id="92" name="Oval 9"/>
          <p:cNvSpPr>
            <a:spLocks noChangeArrowheads="1"/>
          </p:cNvSpPr>
          <p:nvPr/>
        </p:nvSpPr>
        <p:spPr bwMode="auto">
          <a:xfrm>
            <a:off x="8904313" y="2250653"/>
            <a:ext cx="1235075" cy="1235075"/>
          </a:xfrm>
          <a:prstGeom prst="ellipse">
            <a:avLst/>
          </a:prstGeom>
          <a:solidFill>
            <a:srgbClr val="FFFF00"/>
          </a:solidFill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GB" sz="4400"/>
              <a:t>24</a:t>
            </a:r>
          </a:p>
        </p:txBody>
      </p:sp>
      <p:sp>
        <p:nvSpPr>
          <p:cNvPr id="93" name="Oval 8"/>
          <p:cNvSpPr>
            <a:spLocks noChangeArrowheads="1"/>
          </p:cNvSpPr>
          <p:nvPr/>
        </p:nvSpPr>
        <p:spPr bwMode="auto">
          <a:xfrm>
            <a:off x="8904313" y="2250653"/>
            <a:ext cx="1235075" cy="1235075"/>
          </a:xfrm>
          <a:prstGeom prst="ellipse">
            <a:avLst/>
          </a:prstGeom>
          <a:solidFill>
            <a:srgbClr val="FFFF00"/>
          </a:solidFill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GB" sz="4400"/>
              <a:t>25</a:t>
            </a:r>
          </a:p>
        </p:txBody>
      </p:sp>
      <p:sp>
        <p:nvSpPr>
          <p:cNvPr id="94" name="Oval 7"/>
          <p:cNvSpPr>
            <a:spLocks noChangeArrowheads="1"/>
          </p:cNvSpPr>
          <p:nvPr/>
        </p:nvSpPr>
        <p:spPr bwMode="auto">
          <a:xfrm>
            <a:off x="8904313" y="2250653"/>
            <a:ext cx="1235075" cy="1235075"/>
          </a:xfrm>
          <a:prstGeom prst="ellipse">
            <a:avLst/>
          </a:prstGeom>
          <a:solidFill>
            <a:srgbClr val="FFFF00"/>
          </a:solidFill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GB" sz="4400"/>
              <a:t>26</a:t>
            </a:r>
          </a:p>
        </p:txBody>
      </p:sp>
      <p:sp>
        <p:nvSpPr>
          <p:cNvPr id="95" name="Oval 6"/>
          <p:cNvSpPr>
            <a:spLocks noChangeArrowheads="1"/>
          </p:cNvSpPr>
          <p:nvPr/>
        </p:nvSpPr>
        <p:spPr bwMode="auto">
          <a:xfrm>
            <a:off x="8904313" y="2250653"/>
            <a:ext cx="1235075" cy="1235075"/>
          </a:xfrm>
          <a:prstGeom prst="ellipse">
            <a:avLst/>
          </a:prstGeom>
          <a:solidFill>
            <a:srgbClr val="FFFF00"/>
          </a:solidFill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GB" sz="4400"/>
              <a:t>27</a:t>
            </a:r>
          </a:p>
        </p:txBody>
      </p:sp>
      <p:sp>
        <p:nvSpPr>
          <p:cNvPr id="96" name="Oval 5"/>
          <p:cNvSpPr>
            <a:spLocks noChangeArrowheads="1"/>
          </p:cNvSpPr>
          <p:nvPr/>
        </p:nvSpPr>
        <p:spPr bwMode="auto">
          <a:xfrm>
            <a:off x="8904313" y="2250653"/>
            <a:ext cx="1235075" cy="1235075"/>
          </a:xfrm>
          <a:prstGeom prst="ellipse">
            <a:avLst/>
          </a:prstGeom>
          <a:solidFill>
            <a:srgbClr val="FFFF00"/>
          </a:solidFill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GB" sz="4400"/>
              <a:t>28</a:t>
            </a:r>
          </a:p>
        </p:txBody>
      </p:sp>
      <p:sp>
        <p:nvSpPr>
          <p:cNvPr id="97" name="Oval 4"/>
          <p:cNvSpPr>
            <a:spLocks noChangeArrowheads="1"/>
          </p:cNvSpPr>
          <p:nvPr/>
        </p:nvSpPr>
        <p:spPr bwMode="auto">
          <a:xfrm>
            <a:off x="8904313" y="2250653"/>
            <a:ext cx="1235075" cy="1235075"/>
          </a:xfrm>
          <a:prstGeom prst="ellipse">
            <a:avLst/>
          </a:prstGeom>
          <a:solidFill>
            <a:srgbClr val="FFFF00"/>
          </a:solidFill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GB" sz="4400"/>
              <a:t>29</a:t>
            </a:r>
          </a:p>
        </p:txBody>
      </p:sp>
      <p:sp>
        <p:nvSpPr>
          <p:cNvPr id="98" name="Oval 3"/>
          <p:cNvSpPr>
            <a:spLocks noChangeArrowheads="1"/>
          </p:cNvSpPr>
          <p:nvPr/>
        </p:nvSpPr>
        <p:spPr bwMode="auto">
          <a:xfrm>
            <a:off x="8904313" y="2250653"/>
            <a:ext cx="1235075" cy="1235075"/>
          </a:xfrm>
          <a:prstGeom prst="ellipse">
            <a:avLst/>
          </a:prstGeom>
          <a:solidFill>
            <a:srgbClr val="FFFF00"/>
          </a:solidFill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GB" sz="4400"/>
              <a:t>30</a:t>
            </a:r>
          </a:p>
        </p:txBody>
      </p:sp>
      <p:sp>
        <p:nvSpPr>
          <p:cNvPr id="99" name="Oval 32"/>
          <p:cNvSpPr>
            <a:spLocks noChangeArrowheads="1"/>
          </p:cNvSpPr>
          <p:nvPr/>
        </p:nvSpPr>
        <p:spPr bwMode="auto">
          <a:xfrm>
            <a:off x="8904313" y="2250653"/>
            <a:ext cx="1235075" cy="1235075"/>
          </a:xfrm>
          <a:prstGeom prst="ellipse">
            <a:avLst/>
          </a:prstGeom>
          <a:solidFill>
            <a:srgbClr val="FFFF00"/>
          </a:solidFill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GB" sz="4400" dirty="0"/>
              <a:t>31</a:t>
            </a:r>
          </a:p>
        </p:txBody>
      </p:sp>
      <p:sp>
        <p:nvSpPr>
          <p:cNvPr id="100" name="Oval 31"/>
          <p:cNvSpPr>
            <a:spLocks noChangeArrowheads="1"/>
          </p:cNvSpPr>
          <p:nvPr/>
        </p:nvSpPr>
        <p:spPr bwMode="auto">
          <a:xfrm>
            <a:off x="8904313" y="2250653"/>
            <a:ext cx="1235075" cy="1235075"/>
          </a:xfrm>
          <a:prstGeom prst="ellipse">
            <a:avLst/>
          </a:prstGeom>
          <a:solidFill>
            <a:srgbClr val="FFFF00"/>
          </a:solidFill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GB" sz="4400" dirty="0"/>
              <a:t>32</a:t>
            </a:r>
          </a:p>
        </p:txBody>
      </p:sp>
      <p:sp>
        <p:nvSpPr>
          <p:cNvPr id="101" name="Oval 30"/>
          <p:cNvSpPr>
            <a:spLocks noChangeArrowheads="1"/>
          </p:cNvSpPr>
          <p:nvPr/>
        </p:nvSpPr>
        <p:spPr bwMode="auto">
          <a:xfrm>
            <a:off x="8904313" y="2250653"/>
            <a:ext cx="1235075" cy="1235075"/>
          </a:xfrm>
          <a:prstGeom prst="ellipse">
            <a:avLst/>
          </a:prstGeom>
          <a:solidFill>
            <a:srgbClr val="FFFF00"/>
          </a:solidFill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GB" sz="4400" dirty="0"/>
              <a:t>33</a:t>
            </a:r>
          </a:p>
        </p:txBody>
      </p:sp>
      <p:sp>
        <p:nvSpPr>
          <p:cNvPr id="102" name="Oval 29"/>
          <p:cNvSpPr>
            <a:spLocks noChangeArrowheads="1"/>
          </p:cNvSpPr>
          <p:nvPr/>
        </p:nvSpPr>
        <p:spPr bwMode="auto">
          <a:xfrm>
            <a:off x="8904313" y="2250653"/>
            <a:ext cx="1235075" cy="1235075"/>
          </a:xfrm>
          <a:prstGeom prst="ellipse">
            <a:avLst/>
          </a:prstGeom>
          <a:solidFill>
            <a:srgbClr val="FFFF00"/>
          </a:solidFill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GB" sz="4400" dirty="0"/>
              <a:t>34</a:t>
            </a:r>
          </a:p>
        </p:txBody>
      </p:sp>
      <p:sp>
        <p:nvSpPr>
          <p:cNvPr id="103" name="Oval 28"/>
          <p:cNvSpPr>
            <a:spLocks noChangeArrowheads="1"/>
          </p:cNvSpPr>
          <p:nvPr/>
        </p:nvSpPr>
        <p:spPr bwMode="auto">
          <a:xfrm>
            <a:off x="8904313" y="2250653"/>
            <a:ext cx="1235075" cy="1235075"/>
          </a:xfrm>
          <a:prstGeom prst="ellipse">
            <a:avLst/>
          </a:prstGeom>
          <a:solidFill>
            <a:srgbClr val="FFFF00"/>
          </a:solidFill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GB" sz="4400" dirty="0"/>
              <a:t>35</a:t>
            </a:r>
          </a:p>
        </p:txBody>
      </p:sp>
      <p:sp>
        <p:nvSpPr>
          <p:cNvPr id="104" name="Oval 27"/>
          <p:cNvSpPr>
            <a:spLocks noChangeArrowheads="1"/>
          </p:cNvSpPr>
          <p:nvPr/>
        </p:nvSpPr>
        <p:spPr bwMode="auto">
          <a:xfrm>
            <a:off x="8904313" y="2250653"/>
            <a:ext cx="1235075" cy="1235075"/>
          </a:xfrm>
          <a:prstGeom prst="ellipse">
            <a:avLst/>
          </a:prstGeom>
          <a:solidFill>
            <a:srgbClr val="FFFF00"/>
          </a:solidFill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GB" sz="4400" dirty="0"/>
              <a:t>36</a:t>
            </a:r>
          </a:p>
        </p:txBody>
      </p:sp>
      <p:sp>
        <p:nvSpPr>
          <p:cNvPr id="105" name="Oval 26"/>
          <p:cNvSpPr>
            <a:spLocks noChangeArrowheads="1"/>
          </p:cNvSpPr>
          <p:nvPr/>
        </p:nvSpPr>
        <p:spPr bwMode="auto">
          <a:xfrm>
            <a:off x="8904313" y="2250653"/>
            <a:ext cx="1235075" cy="1235075"/>
          </a:xfrm>
          <a:prstGeom prst="ellipse">
            <a:avLst/>
          </a:prstGeom>
          <a:solidFill>
            <a:srgbClr val="FFFF00"/>
          </a:solidFill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GB" sz="4400" dirty="0"/>
              <a:t>37</a:t>
            </a:r>
          </a:p>
        </p:txBody>
      </p:sp>
      <p:sp>
        <p:nvSpPr>
          <p:cNvPr id="106" name="Oval 25"/>
          <p:cNvSpPr>
            <a:spLocks noChangeArrowheads="1"/>
          </p:cNvSpPr>
          <p:nvPr/>
        </p:nvSpPr>
        <p:spPr bwMode="auto">
          <a:xfrm>
            <a:off x="8904313" y="2250653"/>
            <a:ext cx="1235075" cy="1235075"/>
          </a:xfrm>
          <a:prstGeom prst="ellipse">
            <a:avLst/>
          </a:prstGeom>
          <a:solidFill>
            <a:srgbClr val="FFFF00"/>
          </a:solidFill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GB" sz="4400" dirty="0"/>
              <a:t>38</a:t>
            </a:r>
          </a:p>
        </p:txBody>
      </p:sp>
      <p:sp>
        <p:nvSpPr>
          <p:cNvPr id="107" name="Oval 24"/>
          <p:cNvSpPr>
            <a:spLocks noChangeArrowheads="1"/>
          </p:cNvSpPr>
          <p:nvPr/>
        </p:nvSpPr>
        <p:spPr bwMode="auto">
          <a:xfrm>
            <a:off x="8904313" y="2250653"/>
            <a:ext cx="1235075" cy="1235075"/>
          </a:xfrm>
          <a:prstGeom prst="ellipse">
            <a:avLst/>
          </a:prstGeom>
          <a:solidFill>
            <a:srgbClr val="FFFF00"/>
          </a:solidFill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GB" sz="4400" dirty="0"/>
              <a:t>39</a:t>
            </a:r>
          </a:p>
        </p:txBody>
      </p:sp>
      <p:sp>
        <p:nvSpPr>
          <p:cNvPr id="108" name="Oval 23"/>
          <p:cNvSpPr>
            <a:spLocks noChangeArrowheads="1"/>
          </p:cNvSpPr>
          <p:nvPr/>
        </p:nvSpPr>
        <p:spPr bwMode="auto">
          <a:xfrm>
            <a:off x="8904313" y="2250653"/>
            <a:ext cx="1235075" cy="1235075"/>
          </a:xfrm>
          <a:prstGeom prst="ellipse">
            <a:avLst/>
          </a:prstGeom>
          <a:solidFill>
            <a:srgbClr val="FFFF00"/>
          </a:solidFill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GB" sz="4400" dirty="0"/>
              <a:t>40</a:t>
            </a:r>
          </a:p>
        </p:txBody>
      </p:sp>
      <p:sp>
        <p:nvSpPr>
          <p:cNvPr id="109" name="Oval 22"/>
          <p:cNvSpPr>
            <a:spLocks noChangeArrowheads="1"/>
          </p:cNvSpPr>
          <p:nvPr/>
        </p:nvSpPr>
        <p:spPr bwMode="auto">
          <a:xfrm>
            <a:off x="8904313" y="2250653"/>
            <a:ext cx="1235075" cy="1235075"/>
          </a:xfrm>
          <a:prstGeom prst="ellipse">
            <a:avLst/>
          </a:prstGeom>
          <a:solidFill>
            <a:srgbClr val="FFFF00"/>
          </a:solidFill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GB" sz="4400" dirty="0"/>
              <a:t>41</a:t>
            </a:r>
          </a:p>
        </p:txBody>
      </p:sp>
      <p:sp>
        <p:nvSpPr>
          <p:cNvPr id="110" name="Oval 21"/>
          <p:cNvSpPr>
            <a:spLocks noChangeArrowheads="1"/>
          </p:cNvSpPr>
          <p:nvPr/>
        </p:nvSpPr>
        <p:spPr bwMode="auto">
          <a:xfrm>
            <a:off x="8904313" y="2250653"/>
            <a:ext cx="1235075" cy="1235075"/>
          </a:xfrm>
          <a:prstGeom prst="ellipse">
            <a:avLst/>
          </a:prstGeom>
          <a:solidFill>
            <a:srgbClr val="FFFF00"/>
          </a:solidFill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GB" sz="4400" dirty="0"/>
              <a:t>42</a:t>
            </a:r>
          </a:p>
        </p:txBody>
      </p:sp>
      <p:sp>
        <p:nvSpPr>
          <p:cNvPr id="111" name="Oval 20"/>
          <p:cNvSpPr>
            <a:spLocks noChangeArrowheads="1"/>
          </p:cNvSpPr>
          <p:nvPr/>
        </p:nvSpPr>
        <p:spPr bwMode="auto">
          <a:xfrm>
            <a:off x="8904313" y="2250653"/>
            <a:ext cx="1235075" cy="1235075"/>
          </a:xfrm>
          <a:prstGeom prst="ellipse">
            <a:avLst/>
          </a:prstGeom>
          <a:solidFill>
            <a:srgbClr val="FFFF00"/>
          </a:solidFill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GB" sz="4400" dirty="0"/>
              <a:t>43</a:t>
            </a:r>
          </a:p>
        </p:txBody>
      </p:sp>
      <p:sp>
        <p:nvSpPr>
          <p:cNvPr id="112" name="Oval 19"/>
          <p:cNvSpPr>
            <a:spLocks noChangeArrowheads="1"/>
          </p:cNvSpPr>
          <p:nvPr/>
        </p:nvSpPr>
        <p:spPr bwMode="auto">
          <a:xfrm>
            <a:off x="8904313" y="2250653"/>
            <a:ext cx="1235075" cy="1235075"/>
          </a:xfrm>
          <a:prstGeom prst="ellipse">
            <a:avLst/>
          </a:prstGeom>
          <a:solidFill>
            <a:srgbClr val="FFFF00"/>
          </a:solidFill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GB" sz="4400" dirty="0"/>
              <a:t>44</a:t>
            </a:r>
          </a:p>
        </p:txBody>
      </p:sp>
      <p:sp>
        <p:nvSpPr>
          <p:cNvPr id="113" name="Oval 18"/>
          <p:cNvSpPr>
            <a:spLocks noChangeArrowheads="1"/>
          </p:cNvSpPr>
          <p:nvPr/>
        </p:nvSpPr>
        <p:spPr bwMode="auto">
          <a:xfrm>
            <a:off x="8904313" y="2250653"/>
            <a:ext cx="1235075" cy="1235075"/>
          </a:xfrm>
          <a:prstGeom prst="ellipse">
            <a:avLst/>
          </a:prstGeom>
          <a:solidFill>
            <a:srgbClr val="FFFF00"/>
          </a:solidFill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GB" sz="4400" dirty="0"/>
              <a:t>45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3728EFF-66C0-4C0B-81EC-8FBA2137137C}"/>
              </a:ext>
            </a:extLst>
          </p:cNvPr>
          <p:cNvSpPr txBox="1"/>
          <p:nvPr/>
        </p:nvSpPr>
        <p:spPr>
          <a:xfrm>
            <a:off x="719091" y="1997476"/>
            <a:ext cx="2104008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highlight>
                  <a:srgbClr val="FFFF00"/>
                </a:highlight>
              </a:rPr>
              <a:t>Write your answer on the top of your page and we will come back to it. </a:t>
            </a:r>
            <a:endParaRPr lang="en-AU" sz="2400" b="1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20811340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1000"/>
                            </p:stCondLst>
                            <p:childTnLst>
                              <p:par>
                                <p:cTn id="8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2000"/>
                            </p:stCondLst>
                            <p:childTnLst>
                              <p:par>
                                <p:cTn id="11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3000"/>
                            </p:stCondLst>
                            <p:childTnLst>
                              <p:par>
                                <p:cTn id="14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4000"/>
                            </p:stCondLst>
                            <p:childTnLst>
                              <p:par>
                                <p:cTn id="17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0"/>
                            </p:stCondLst>
                            <p:childTnLst>
                              <p:par>
                                <p:cTn id="20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6000"/>
                            </p:stCondLst>
                            <p:childTnLst>
                              <p:par>
                                <p:cTn id="23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7000"/>
                            </p:stCondLst>
                            <p:childTnLst>
                              <p:par>
                                <p:cTn id="26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8000"/>
                            </p:stCondLst>
                            <p:childTnLst>
                              <p:par>
                                <p:cTn id="29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9000"/>
                            </p:stCondLst>
                            <p:childTnLst>
                              <p:par>
                                <p:cTn id="32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0000"/>
                            </p:stCondLst>
                            <p:childTnLst>
                              <p:par>
                                <p:cTn id="35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1000"/>
                            </p:stCondLst>
                            <p:childTnLst>
                              <p:par>
                                <p:cTn id="38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2000"/>
                            </p:stCondLst>
                            <p:childTnLst>
                              <p:par>
                                <p:cTn id="41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13000"/>
                            </p:stCondLst>
                            <p:childTnLst>
                              <p:par>
                                <p:cTn id="44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14000"/>
                            </p:stCondLst>
                            <p:childTnLst>
                              <p:par>
                                <p:cTn id="47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15000"/>
                            </p:stCondLst>
                            <p:childTnLst>
                              <p:par>
                                <p:cTn id="50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16000"/>
                            </p:stCondLst>
                            <p:childTnLst>
                              <p:par>
                                <p:cTn id="53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17000"/>
                            </p:stCondLst>
                            <p:childTnLst>
                              <p:par>
                                <p:cTn id="56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18000"/>
                            </p:stCondLst>
                            <p:childTnLst>
                              <p:par>
                                <p:cTn id="59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19000"/>
                            </p:stCondLst>
                            <p:childTnLst>
                              <p:par>
                                <p:cTn id="62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20000"/>
                            </p:stCondLst>
                            <p:childTnLst>
                              <p:par>
                                <p:cTn id="65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21000"/>
                            </p:stCondLst>
                            <p:childTnLst>
                              <p:par>
                                <p:cTn id="68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22000"/>
                            </p:stCondLst>
                            <p:childTnLst>
                              <p:par>
                                <p:cTn id="71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23000"/>
                            </p:stCondLst>
                            <p:childTnLst>
                              <p:par>
                                <p:cTn id="74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24000"/>
                            </p:stCondLst>
                            <p:childTnLst>
                              <p:par>
                                <p:cTn id="77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25000"/>
                            </p:stCondLst>
                            <p:childTnLst>
                              <p:par>
                                <p:cTn id="80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26000"/>
                            </p:stCondLst>
                            <p:childTnLst>
                              <p:par>
                                <p:cTn id="83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27000"/>
                            </p:stCondLst>
                            <p:childTnLst>
                              <p:par>
                                <p:cTn id="86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28000"/>
                            </p:stCondLst>
                            <p:childTnLst>
                              <p:par>
                                <p:cTn id="89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>
                            <p:stCondLst>
                              <p:cond delay="29000"/>
                            </p:stCondLst>
                            <p:childTnLst>
                              <p:par>
                                <p:cTn id="92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>
                            <p:stCondLst>
                              <p:cond delay="30000"/>
                            </p:stCondLst>
                            <p:childTnLst>
                              <p:par>
                                <p:cTn id="95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>
                            <p:stCondLst>
                              <p:cond delay="31000"/>
                            </p:stCondLst>
                            <p:childTnLst>
                              <p:par>
                                <p:cTn id="98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>
                            <p:stCondLst>
                              <p:cond delay="32000"/>
                            </p:stCondLst>
                            <p:childTnLst>
                              <p:par>
                                <p:cTn id="101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3" fill="hold">
                            <p:stCondLst>
                              <p:cond delay="33000"/>
                            </p:stCondLst>
                            <p:childTnLst>
                              <p:par>
                                <p:cTn id="104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6" fill="hold">
                            <p:stCondLst>
                              <p:cond delay="34000"/>
                            </p:stCondLst>
                            <p:childTnLst>
                              <p:par>
                                <p:cTn id="107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9" fill="hold">
                            <p:stCondLst>
                              <p:cond delay="35000"/>
                            </p:stCondLst>
                            <p:childTnLst>
                              <p:par>
                                <p:cTn id="110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2" fill="hold">
                            <p:stCondLst>
                              <p:cond delay="36000"/>
                            </p:stCondLst>
                            <p:childTnLst>
                              <p:par>
                                <p:cTn id="113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5" fill="hold">
                            <p:stCondLst>
                              <p:cond delay="37000"/>
                            </p:stCondLst>
                            <p:childTnLst>
                              <p:par>
                                <p:cTn id="116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8" fill="hold">
                            <p:stCondLst>
                              <p:cond delay="38000"/>
                            </p:stCondLst>
                            <p:childTnLst>
                              <p:par>
                                <p:cTn id="119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1" fill="hold">
                            <p:stCondLst>
                              <p:cond delay="39000"/>
                            </p:stCondLst>
                            <p:childTnLst>
                              <p:par>
                                <p:cTn id="122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4" fill="hold">
                            <p:stCondLst>
                              <p:cond delay="40000"/>
                            </p:stCondLst>
                            <p:childTnLst>
                              <p:par>
                                <p:cTn id="125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7" fill="hold">
                            <p:stCondLst>
                              <p:cond delay="41000"/>
                            </p:stCondLst>
                            <p:childTnLst>
                              <p:par>
                                <p:cTn id="128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0" fill="hold">
                            <p:stCondLst>
                              <p:cond delay="42000"/>
                            </p:stCondLst>
                            <p:childTnLst>
                              <p:par>
                                <p:cTn id="131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3" fill="hold">
                            <p:stCondLst>
                              <p:cond delay="43000"/>
                            </p:stCondLst>
                            <p:childTnLst>
                              <p:par>
                                <p:cTn id="134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6" fill="hold">
                            <p:stCondLst>
                              <p:cond delay="44000"/>
                            </p:stCondLst>
                            <p:childTnLst>
                              <p:par>
                                <p:cTn id="137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3"/>
                  </p:tgtEl>
                </p:cond>
              </p:nextCondLst>
            </p:seq>
          </p:childTnLst>
        </p:cTn>
      </p:par>
    </p:tnLst>
    <p:bldLst>
      <p:bldP spid="69" grpId="0" animBg="1"/>
      <p:bldP spid="70" grpId="0" animBg="1"/>
      <p:bldP spid="71" grpId="0" animBg="1"/>
      <p:bldP spid="72" grpId="0" animBg="1"/>
      <p:bldP spid="73" grpId="0" animBg="1"/>
      <p:bldP spid="74" grpId="0" animBg="1"/>
      <p:bldP spid="75" grpId="0" animBg="1"/>
      <p:bldP spid="76" grpId="0" animBg="1"/>
      <p:bldP spid="77" grpId="0" animBg="1"/>
      <p:bldP spid="78" grpId="0" animBg="1"/>
      <p:bldP spid="79" grpId="0" animBg="1"/>
      <p:bldP spid="80" grpId="0" animBg="1"/>
      <p:bldP spid="81" grpId="0" animBg="1"/>
      <p:bldP spid="82" grpId="0" animBg="1"/>
      <p:bldP spid="83" grpId="0" animBg="1"/>
      <p:bldP spid="84" grpId="0" animBg="1"/>
      <p:bldP spid="85" grpId="0" animBg="1"/>
      <p:bldP spid="86" grpId="0" animBg="1"/>
      <p:bldP spid="87" grpId="0" animBg="1"/>
      <p:bldP spid="88" grpId="0" animBg="1"/>
      <p:bldP spid="89" grpId="0" animBg="1"/>
      <p:bldP spid="90" grpId="0" animBg="1"/>
      <p:bldP spid="91" grpId="0" animBg="1"/>
      <p:bldP spid="92" grpId="0" animBg="1"/>
      <p:bldP spid="93" grpId="0" animBg="1"/>
      <p:bldP spid="94" grpId="0" animBg="1"/>
      <p:bldP spid="95" grpId="0" animBg="1"/>
      <p:bldP spid="96" grpId="0" animBg="1"/>
      <p:bldP spid="97" grpId="0" animBg="1"/>
      <p:bldP spid="98" grpId="0" animBg="1"/>
      <p:bldP spid="99" grpId="0" animBg="1"/>
      <p:bldP spid="100" grpId="0" animBg="1"/>
      <p:bldP spid="101" grpId="0" animBg="1"/>
      <p:bldP spid="102" grpId="0" animBg="1"/>
      <p:bldP spid="103" grpId="0" animBg="1"/>
      <p:bldP spid="104" grpId="0" animBg="1"/>
      <p:bldP spid="105" grpId="0" animBg="1"/>
      <p:bldP spid="106" grpId="0" animBg="1"/>
      <p:bldP spid="107" grpId="0" animBg="1"/>
      <p:bldP spid="108" grpId="0" animBg="1"/>
      <p:bldP spid="109" grpId="0" animBg="1"/>
      <p:bldP spid="110" grpId="0" animBg="1"/>
      <p:bldP spid="111" grpId="0" animBg="1"/>
      <p:bldP spid="112" grpId="0" animBg="1"/>
      <p:bldP spid="113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2E0CF51-6FDC-45E0-B19F-6C5DAA199E49}"/>
              </a:ext>
            </a:extLst>
          </p:cNvPr>
          <p:cNvSpPr txBox="1"/>
          <p:nvPr/>
        </p:nvSpPr>
        <p:spPr>
          <a:xfrm>
            <a:off x="5283199" y="378692"/>
            <a:ext cx="2641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200" dirty="0"/>
              <a:t>BIMDAS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3AE3DF2-508D-4309-9668-41D86CEF4E0F}"/>
              </a:ext>
            </a:extLst>
          </p:cNvPr>
          <p:cNvSpPr txBox="1"/>
          <p:nvPr/>
        </p:nvSpPr>
        <p:spPr>
          <a:xfrm>
            <a:off x="2419928" y="1160444"/>
            <a:ext cx="3288145" cy="30777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  <a:tabLst>
                <a:tab pos="534988" algn="l"/>
              </a:tabLst>
            </a:pPr>
            <a:r>
              <a:rPr lang="en-AU" sz="2400" dirty="0"/>
              <a:t>B:	______________</a:t>
            </a:r>
          </a:p>
          <a:p>
            <a:pPr>
              <a:spcAft>
                <a:spcPts val="1200"/>
              </a:spcAft>
              <a:tabLst>
                <a:tab pos="534988" algn="l"/>
              </a:tabLst>
            </a:pPr>
            <a:r>
              <a:rPr lang="en-AU" sz="2400" dirty="0"/>
              <a:t>I:	______________</a:t>
            </a:r>
          </a:p>
          <a:p>
            <a:pPr>
              <a:spcAft>
                <a:spcPts val="1200"/>
              </a:spcAft>
              <a:tabLst>
                <a:tab pos="534988" algn="l"/>
              </a:tabLst>
            </a:pPr>
            <a:r>
              <a:rPr lang="en-AU" sz="2400" dirty="0"/>
              <a:t>M:	______________</a:t>
            </a:r>
          </a:p>
          <a:p>
            <a:pPr>
              <a:spcAft>
                <a:spcPts val="1200"/>
              </a:spcAft>
              <a:tabLst>
                <a:tab pos="534988" algn="l"/>
              </a:tabLst>
            </a:pPr>
            <a:r>
              <a:rPr lang="en-AU" sz="2400" dirty="0"/>
              <a:t>D:	______________</a:t>
            </a:r>
          </a:p>
          <a:p>
            <a:pPr>
              <a:spcAft>
                <a:spcPts val="1200"/>
              </a:spcAft>
              <a:tabLst>
                <a:tab pos="534988" algn="l"/>
              </a:tabLst>
            </a:pPr>
            <a:r>
              <a:rPr lang="en-AU" sz="2400" dirty="0"/>
              <a:t>A:	______________</a:t>
            </a:r>
          </a:p>
          <a:p>
            <a:pPr>
              <a:spcAft>
                <a:spcPts val="1200"/>
              </a:spcAft>
              <a:tabLst>
                <a:tab pos="534988" algn="l"/>
              </a:tabLst>
            </a:pPr>
            <a:r>
              <a:rPr lang="en-AU" sz="2400" dirty="0"/>
              <a:t>S:	______________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4BD319D-C2AC-4353-85BB-F96832E5A616}"/>
              </a:ext>
            </a:extLst>
          </p:cNvPr>
          <p:cNvSpPr txBox="1"/>
          <p:nvPr/>
        </p:nvSpPr>
        <p:spPr>
          <a:xfrm>
            <a:off x="5708073" y="1625600"/>
            <a:ext cx="6206837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en-AU" dirty="0"/>
              <a:t>When only m__________________ and  d_____________ </a:t>
            </a:r>
          </a:p>
          <a:p>
            <a:pPr>
              <a:spcAft>
                <a:spcPts val="1200"/>
              </a:spcAft>
            </a:pPr>
            <a:r>
              <a:rPr lang="en-AU" dirty="0"/>
              <a:t>work _________ to __________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36E27B0-9D6A-4269-A4D0-1D195E96B8F9}"/>
              </a:ext>
            </a:extLst>
          </p:cNvPr>
          <p:cNvSpPr txBox="1"/>
          <p:nvPr/>
        </p:nvSpPr>
        <p:spPr>
          <a:xfrm>
            <a:off x="5708073" y="3028890"/>
            <a:ext cx="6206837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en-AU" dirty="0"/>
              <a:t>When only a__________________ and  s_____________ </a:t>
            </a:r>
          </a:p>
          <a:p>
            <a:pPr>
              <a:spcAft>
                <a:spcPts val="1200"/>
              </a:spcAft>
            </a:pPr>
            <a:r>
              <a:rPr lang="en-AU" dirty="0"/>
              <a:t>work _________ to __________</a:t>
            </a:r>
          </a:p>
        </p:txBody>
      </p:sp>
    </p:spTree>
    <p:extLst>
      <p:ext uri="{BB962C8B-B14F-4D97-AF65-F5344CB8AC3E}">
        <p14:creationId xmlns:p14="http://schemas.microsoft.com/office/powerpoint/2010/main" val="15640549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2E0CF51-6FDC-45E0-B19F-6C5DAA199E49}"/>
              </a:ext>
            </a:extLst>
          </p:cNvPr>
          <p:cNvSpPr txBox="1"/>
          <p:nvPr/>
        </p:nvSpPr>
        <p:spPr>
          <a:xfrm>
            <a:off x="5283199" y="378692"/>
            <a:ext cx="2641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200" dirty="0"/>
              <a:t>BIMDAS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3AE3DF2-508D-4309-9668-41D86CEF4E0F}"/>
              </a:ext>
            </a:extLst>
          </p:cNvPr>
          <p:cNvSpPr txBox="1"/>
          <p:nvPr/>
        </p:nvSpPr>
        <p:spPr>
          <a:xfrm>
            <a:off x="2419928" y="1160444"/>
            <a:ext cx="3288145" cy="30777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  <a:tabLst>
                <a:tab pos="534988" algn="l"/>
              </a:tabLst>
            </a:pPr>
            <a:r>
              <a:rPr lang="en-AU" sz="2400" dirty="0"/>
              <a:t>B:	______________</a:t>
            </a:r>
          </a:p>
          <a:p>
            <a:pPr>
              <a:spcAft>
                <a:spcPts val="1200"/>
              </a:spcAft>
              <a:tabLst>
                <a:tab pos="534988" algn="l"/>
              </a:tabLst>
            </a:pPr>
            <a:r>
              <a:rPr lang="en-AU" sz="2400" dirty="0"/>
              <a:t>I:	______________</a:t>
            </a:r>
          </a:p>
          <a:p>
            <a:pPr>
              <a:spcAft>
                <a:spcPts val="1200"/>
              </a:spcAft>
              <a:tabLst>
                <a:tab pos="534988" algn="l"/>
              </a:tabLst>
            </a:pPr>
            <a:r>
              <a:rPr lang="en-AU" sz="2400" dirty="0"/>
              <a:t>M:	______________</a:t>
            </a:r>
          </a:p>
          <a:p>
            <a:pPr>
              <a:spcAft>
                <a:spcPts val="1200"/>
              </a:spcAft>
              <a:tabLst>
                <a:tab pos="534988" algn="l"/>
              </a:tabLst>
            </a:pPr>
            <a:r>
              <a:rPr lang="en-AU" sz="2400" dirty="0"/>
              <a:t>D:	______________</a:t>
            </a:r>
          </a:p>
          <a:p>
            <a:pPr>
              <a:spcAft>
                <a:spcPts val="1200"/>
              </a:spcAft>
              <a:tabLst>
                <a:tab pos="534988" algn="l"/>
              </a:tabLst>
            </a:pPr>
            <a:r>
              <a:rPr lang="en-AU" sz="2400" dirty="0"/>
              <a:t>A:	______________</a:t>
            </a:r>
          </a:p>
          <a:p>
            <a:pPr>
              <a:spcAft>
                <a:spcPts val="1200"/>
              </a:spcAft>
              <a:tabLst>
                <a:tab pos="534988" algn="l"/>
              </a:tabLst>
            </a:pPr>
            <a:r>
              <a:rPr lang="en-AU" sz="2400" dirty="0"/>
              <a:t>S:	______________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4BD319D-C2AC-4353-85BB-F96832E5A616}"/>
              </a:ext>
            </a:extLst>
          </p:cNvPr>
          <p:cNvSpPr txBox="1"/>
          <p:nvPr/>
        </p:nvSpPr>
        <p:spPr>
          <a:xfrm>
            <a:off x="5708073" y="1625600"/>
            <a:ext cx="6206837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en-AU" dirty="0"/>
              <a:t>When only m__________________ and  d_____________ </a:t>
            </a:r>
          </a:p>
          <a:p>
            <a:pPr>
              <a:spcAft>
                <a:spcPts val="1200"/>
              </a:spcAft>
            </a:pPr>
            <a:r>
              <a:rPr lang="en-AU" dirty="0"/>
              <a:t>work _________ to __________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36E27B0-9D6A-4269-A4D0-1D195E96B8F9}"/>
              </a:ext>
            </a:extLst>
          </p:cNvPr>
          <p:cNvSpPr txBox="1"/>
          <p:nvPr/>
        </p:nvSpPr>
        <p:spPr>
          <a:xfrm>
            <a:off x="5708073" y="3028890"/>
            <a:ext cx="6206837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en-AU" dirty="0"/>
              <a:t>When only a__________________ and  s_____________ </a:t>
            </a:r>
          </a:p>
          <a:p>
            <a:pPr>
              <a:spcAft>
                <a:spcPts val="1200"/>
              </a:spcAft>
            </a:pPr>
            <a:r>
              <a:rPr lang="en-AU" dirty="0"/>
              <a:t>work _________ to __________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4C2896E-F388-41B8-8FCB-A09D86A9D89E}"/>
              </a:ext>
            </a:extLst>
          </p:cNvPr>
          <p:cNvSpPr txBox="1"/>
          <p:nvPr/>
        </p:nvSpPr>
        <p:spPr>
          <a:xfrm>
            <a:off x="3366654" y="1080655"/>
            <a:ext cx="16567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00B0F0"/>
                </a:solidFill>
              </a:rPr>
              <a:t>(Brackets)</a:t>
            </a:r>
            <a:endParaRPr lang="en-AU" sz="2000" b="1" dirty="0">
              <a:solidFill>
                <a:srgbClr val="00B0F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2C241FEC-19F2-42C0-A33E-7BD651641275}"/>
                  </a:ext>
                </a:extLst>
              </p:cNvPr>
              <p:cNvSpPr txBox="1"/>
              <p:nvPr/>
            </p:nvSpPr>
            <p:spPr>
              <a:xfrm>
                <a:off x="3235615" y="1625600"/>
                <a:ext cx="1656772" cy="4070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2000" b="1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b="1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𝑰𝒏𝒅𝒊𝒄𝒊𝒆𝒔</m:t>
                          </m:r>
                        </m:e>
                        <m:sup>
                          <m:r>
                            <a:rPr lang="en-US" sz="2000" b="1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en-AU" sz="2000" b="1" dirty="0">
                  <a:solidFill>
                    <a:srgbClr val="00B0F0"/>
                  </a:solidFill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2C241FEC-19F2-42C0-A33E-7BD6516412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5615" y="1625600"/>
                <a:ext cx="1656772" cy="40709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DBF9FCEE-40FE-4517-8F71-D63512CD7387}"/>
              </a:ext>
            </a:extLst>
          </p:cNvPr>
          <p:cNvSpPr txBox="1"/>
          <p:nvPr/>
        </p:nvSpPr>
        <p:spPr>
          <a:xfrm>
            <a:off x="3235615" y="2142835"/>
            <a:ext cx="197889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00B0F0"/>
                </a:solidFill>
              </a:rPr>
              <a:t>Multiplication</a:t>
            </a:r>
            <a:r>
              <a:rPr lang="en-US" sz="2000" dirty="0">
                <a:solidFill>
                  <a:srgbClr val="00B0F0"/>
                </a:solidFill>
              </a:rPr>
              <a:t> </a:t>
            </a:r>
            <a:endParaRPr lang="en-AU" sz="2000" dirty="0">
              <a:solidFill>
                <a:srgbClr val="00B0F0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597706D-8E97-4D11-8FF5-8883C550F554}"/>
              </a:ext>
            </a:extLst>
          </p:cNvPr>
          <p:cNvSpPr txBox="1"/>
          <p:nvPr/>
        </p:nvSpPr>
        <p:spPr>
          <a:xfrm>
            <a:off x="3548495" y="2673287"/>
            <a:ext cx="197889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00B0F0"/>
                </a:solidFill>
              </a:rPr>
              <a:t>Division</a:t>
            </a:r>
            <a:r>
              <a:rPr lang="en-US" sz="2000" dirty="0">
                <a:solidFill>
                  <a:srgbClr val="00B0F0"/>
                </a:solidFill>
              </a:rPr>
              <a:t>  </a:t>
            </a:r>
            <a:endParaRPr lang="en-AU" sz="2000" dirty="0">
              <a:solidFill>
                <a:srgbClr val="00B0F0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966AA5A-B1F7-4A99-8F29-CFEB35644976}"/>
              </a:ext>
            </a:extLst>
          </p:cNvPr>
          <p:cNvSpPr txBox="1"/>
          <p:nvPr/>
        </p:nvSpPr>
        <p:spPr>
          <a:xfrm>
            <a:off x="3205595" y="3177822"/>
            <a:ext cx="197889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00B0F0"/>
                </a:solidFill>
              </a:rPr>
              <a:t>Addition</a:t>
            </a:r>
            <a:r>
              <a:rPr lang="en-US" sz="2000" dirty="0">
                <a:solidFill>
                  <a:srgbClr val="00B0F0"/>
                </a:solidFill>
              </a:rPr>
              <a:t> </a:t>
            </a:r>
            <a:endParaRPr lang="en-AU" sz="2000" dirty="0">
              <a:solidFill>
                <a:srgbClr val="00B0F0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A17B774-91A4-4E78-88F7-C00FB5EC99AC}"/>
              </a:ext>
            </a:extLst>
          </p:cNvPr>
          <p:cNvSpPr txBox="1"/>
          <p:nvPr/>
        </p:nvSpPr>
        <p:spPr>
          <a:xfrm>
            <a:off x="3304309" y="3690258"/>
            <a:ext cx="197889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00B0F0"/>
                </a:solidFill>
              </a:rPr>
              <a:t>Subtraction</a:t>
            </a:r>
            <a:r>
              <a:rPr lang="en-US" sz="2000" dirty="0">
                <a:solidFill>
                  <a:srgbClr val="00B0F0"/>
                </a:solidFill>
              </a:rPr>
              <a:t>  </a:t>
            </a:r>
            <a:endParaRPr lang="en-AU" sz="2000" dirty="0">
              <a:solidFill>
                <a:srgbClr val="00B0F0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97EE2B8-79ED-4571-8047-7D53F5B2BE0C}"/>
              </a:ext>
            </a:extLst>
          </p:cNvPr>
          <p:cNvSpPr txBox="1"/>
          <p:nvPr/>
        </p:nvSpPr>
        <p:spPr>
          <a:xfrm>
            <a:off x="7191087" y="1597055"/>
            <a:ext cx="197889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err="1">
                <a:solidFill>
                  <a:srgbClr val="00B0F0"/>
                </a:solidFill>
              </a:rPr>
              <a:t>ultiplication</a:t>
            </a:r>
            <a:r>
              <a:rPr lang="en-US" sz="2000" dirty="0">
                <a:solidFill>
                  <a:srgbClr val="00B0F0"/>
                </a:solidFill>
              </a:rPr>
              <a:t> </a:t>
            </a:r>
            <a:endParaRPr lang="en-AU" sz="2000" dirty="0">
              <a:solidFill>
                <a:srgbClr val="00B0F0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71A506D-1FA0-403C-8704-FC87646991BD}"/>
              </a:ext>
            </a:extLst>
          </p:cNvPr>
          <p:cNvSpPr txBox="1"/>
          <p:nvPr/>
        </p:nvSpPr>
        <p:spPr>
          <a:xfrm>
            <a:off x="10034732" y="1588972"/>
            <a:ext cx="197889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err="1">
                <a:solidFill>
                  <a:srgbClr val="00B0F0"/>
                </a:solidFill>
              </a:rPr>
              <a:t>ivision</a:t>
            </a:r>
            <a:r>
              <a:rPr lang="en-US" sz="2000" dirty="0">
                <a:solidFill>
                  <a:srgbClr val="00B0F0"/>
                </a:solidFill>
              </a:rPr>
              <a:t> </a:t>
            </a:r>
            <a:endParaRPr lang="en-AU" sz="2000" dirty="0">
              <a:solidFill>
                <a:srgbClr val="00B0F0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D0DE18B-7487-48B9-B28D-D771354BF08E}"/>
              </a:ext>
            </a:extLst>
          </p:cNvPr>
          <p:cNvSpPr txBox="1"/>
          <p:nvPr/>
        </p:nvSpPr>
        <p:spPr>
          <a:xfrm>
            <a:off x="6560127" y="1989082"/>
            <a:ext cx="197889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00B0F0"/>
                </a:solidFill>
              </a:rPr>
              <a:t>left</a:t>
            </a:r>
            <a:r>
              <a:rPr lang="en-US" sz="2000" dirty="0">
                <a:solidFill>
                  <a:srgbClr val="00B0F0"/>
                </a:solidFill>
              </a:rPr>
              <a:t> </a:t>
            </a:r>
            <a:endParaRPr lang="en-AU" sz="2000" dirty="0">
              <a:solidFill>
                <a:srgbClr val="00B0F0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BF70D8F-71B0-4877-B71F-544D6120EE25}"/>
              </a:ext>
            </a:extLst>
          </p:cNvPr>
          <p:cNvSpPr txBox="1"/>
          <p:nvPr/>
        </p:nvSpPr>
        <p:spPr>
          <a:xfrm>
            <a:off x="7896225" y="1979940"/>
            <a:ext cx="197889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00B0F0"/>
                </a:solidFill>
              </a:rPr>
              <a:t>right</a:t>
            </a:r>
            <a:r>
              <a:rPr lang="en-US" sz="2000" dirty="0">
                <a:solidFill>
                  <a:srgbClr val="00B0F0"/>
                </a:solidFill>
              </a:rPr>
              <a:t> </a:t>
            </a:r>
            <a:endParaRPr lang="en-AU" sz="2000" dirty="0">
              <a:solidFill>
                <a:srgbClr val="00B0F0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69D574D-0558-4B40-B8A4-8255ED34B5AB}"/>
              </a:ext>
            </a:extLst>
          </p:cNvPr>
          <p:cNvSpPr txBox="1"/>
          <p:nvPr/>
        </p:nvSpPr>
        <p:spPr>
          <a:xfrm>
            <a:off x="7106516" y="2992263"/>
            <a:ext cx="197889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err="1">
                <a:solidFill>
                  <a:srgbClr val="00B0F0"/>
                </a:solidFill>
              </a:rPr>
              <a:t>ddition</a:t>
            </a:r>
            <a:r>
              <a:rPr lang="en-US" sz="2000" dirty="0">
                <a:solidFill>
                  <a:srgbClr val="00B0F0"/>
                </a:solidFill>
              </a:rPr>
              <a:t> </a:t>
            </a:r>
            <a:endParaRPr lang="en-AU" sz="2000" dirty="0">
              <a:solidFill>
                <a:srgbClr val="00B0F0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FE75E96-DD9E-4157-B9D2-73AB5C60675B}"/>
              </a:ext>
            </a:extLst>
          </p:cNvPr>
          <p:cNvSpPr txBox="1"/>
          <p:nvPr/>
        </p:nvSpPr>
        <p:spPr>
          <a:xfrm>
            <a:off x="9936020" y="2977767"/>
            <a:ext cx="197889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err="1">
                <a:solidFill>
                  <a:srgbClr val="00B0F0"/>
                </a:solidFill>
              </a:rPr>
              <a:t>ubtraction</a:t>
            </a:r>
            <a:r>
              <a:rPr lang="en-US" sz="2000" dirty="0">
                <a:solidFill>
                  <a:srgbClr val="00B0F0"/>
                </a:solidFill>
              </a:rPr>
              <a:t> </a:t>
            </a:r>
            <a:endParaRPr lang="en-AU" sz="2000" dirty="0">
              <a:solidFill>
                <a:srgbClr val="00B0F0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6A2F751-9F53-4349-B248-47E24FD27A5E}"/>
              </a:ext>
            </a:extLst>
          </p:cNvPr>
          <p:cNvSpPr txBox="1"/>
          <p:nvPr/>
        </p:nvSpPr>
        <p:spPr>
          <a:xfrm>
            <a:off x="6603999" y="3385440"/>
            <a:ext cx="197889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00B0F0"/>
                </a:solidFill>
              </a:rPr>
              <a:t>left</a:t>
            </a:r>
            <a:r>
              <a:rPr lang="en-US" sz="2000" dirty="0">
                <a:solidFill>
                  <a:srgbClr val="00B0F0"/>
                </a:solidFill>
              </a:rPr>
              <a:t> </a:t>
            </a:r>
            <a:endParaRPr lang="en-AU" sz="2000" dirty="0">
              <a:solidFill>
                <a:srgbClr val="00B0F0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A264250-4DC8-40F4-AB0C-6C0015FB4BBE}"/>
              </a:ext>
            </a:extLst>
          </p:cNvPr>
          <p:cNvSpPr txBox="1"/>
          <p:nvPr/>
        </p:nvSpPr>
        <p:spPr>
          <a:xfrm>
            <a:off x="8006773" y="3388907"/>
            <a:ext cx="197889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00B0F0"/>
                </a:solidFill>
              </a:rPr>
              <a:t>right</a:t>
            </a:r>
            <a:r>
              <a:rPr lang="en-US" sz="2000" dirty="0">
                <a:solidFill>
                  <a:srgbClr val="00B0F0"/>
                </a:solidFill>
              </a:rPr>
              <a:t> </a:t>
            </a:r>
            <a:endParaRPr lang="en-AU" sz="2000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749971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0761612-B30C-4BD1-B57A-D1A22540263D}"/>
              </a:ext>
            </a:extLst>
          </p:cNvPr>
          <p:cNvSpPr txBox="1"/>
          <p:nvPr/>
        </p:nvSpPr>
        <p:spPr>
          <a:xfrm>
            <a:off x="775855" y="166254"/>
            <a:ext cx="27161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FF0000"/>
                </a:solidFill>
              </a:rPr>
              <a:t>I do/</a:t>
            </a:r>
            <a:r>
              <a:rPr lang="en-AU" b="1" dirty="0">
                <a:solidFill>
                  <a:srgbClr val="92D050"/>
                </a:solidFill>
              </a:rPr>
              <a:t>we do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D1BD52F9-680A-4D20-A6A7-D58FE9789FD6}"/>
                  </a:ext>
                </a:extLst>
              </p:cNvPr>
              <p:cNvSpPr txBox="1"/>
              <p:nvPr/>
            </p:nvSpPr>
            <p:spPr>
              <a:xfrm>
                <a:off x="489080" y="1311384"/>
                <a:ext cx="2912918" cy="80021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defTabSz="534988">
                  <a:spcAft>
                    <a:spcPts val="1200"/>
                  </a:spcAft>
                </a:pPr>
                <a:r>
                  <a:rPr lang="en-AU" b="1" dirty="0">
                    <a:solidFill>
                      <a:srgbClr val="FF0000"/>
                    </a:solidFill>
                  </a:rPr>
                  <a:t>1.</a:t>
                </a:r>
                <a:r>
                  <a:rPr lang="en-AU" dirty="0"/>
                  <a:t>	2 </a:t>
                </a:r>
                <a14:m>
                  <m:oMath xmlns:m="http://schemas.openxmlformats.org/officeDocument/2006/math">
                    <m:r>
                      <a:rPr lang="en-AU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AU" dirty="0"/>
                  <a:t> 3 – 3 </a:t>
                </a:r>
                <a14:m>
                  <m:oMath xmlns:m="http://schemas.openxmlformats.org/officeDocument/2006/math">
                    <m:r>
                      <a:rPr lang="en-AU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AU" dirty="0"/>
                  <a:t> 2</a:t>
                </a:r>
              </a:p>
              <a:p>
                <a:pPr defTabSz="534988">
                  <a:spcAft>
                    <a:spcPts val="1200"/>
                  </a:spcAft>
                </a:pPr>
                <a:r>
                  <a:rPr lang="en-AU" dirty="0"/>
                  <a:t>	</a:t>
                </a:r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D1BD52F9-680A-4D20-A6A7-D58FE9789F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9080" y="1311384"/>
                <a:ext cx="2912918" cy="800219"/>
              </a:xfrm>
              <a:prstGeom prst="rect">
                <a:avLst/>
              </a:prstGeom>
              <a:blipFill>
                <a:blip r:embed="rId2"/>
                <a:stretch>
                  <a:fillRect l="-1674" t="-381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5E48AA98-0931-4263-A589-971FD939B8DA}"/>
              </a:ext>
            </a:extLst>
          </p:cNvPr>
          <p:cNvSpPr txBox="1"/>
          <p:nvPr/>
        </p:nvSpPr>
        <p:spPr>
          <a:xfrm>
            <a:off x="8700002" y="166254"/>
            <a:ext cx="3686175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FF0000"/>
              </a:buClr>
              <a:buAutoNum type="arabicPeriod"/>
            </a:pPr>
            <a:r>
              <a:rPr lang="en-AU" dirty="0"/>
              <a:t>Brackets and indices.</a:t>
            </a:r>
          </a:p>
          <a:p>
            <a:pPr marL="342900" indent="-342900">
              <a:buClr>
                <a:srgbClr val="FF0000"/>
              </a:buClr>
              <a:buAutoNum type="arabicPeriod"/>
            </a:pPr>
            <a:r>
              <a:rPr lang="en-AU" dirty="0"/>
              <a:t>Identify the multiplication and division.</a:t>
            </a:r>
          </a:p>
          <a:p>
            <a:pPr marL="342900" indent="-342900">
              <a:buClr>
                <a:srgbClr val="FF0000"/>
              </a:buClr>
              <a:buAutoNum type="arabicPeriod"/>
            </a:pPr>
            <a:r>
              <a:rPr lang="en-AU" dirty="0"/>
              <a:t>Do the multiplication and division.</a:t>
            </a:r>
          </a:p>
          <a:p>
            <a:pPr marL="342900" indent="-342900">
              <a:buClr>
                <a:srgbClr val="FF0000"/>
              </a:buClr>
              <a:buAutoNum type="arabicPeriod"/>
            </a:pPr>
            <a:r>
              <a:rPr lang="en-AU" dirty="0"/>
              <a:t>Deal with double signs.</a:t>
            </a:r>
          </a:p>
          <a:p>
            <a:pPr marL="342900" indent="-342900">
              <a:buClr>
                <a:srgbClr val="FF0000"/>
              </a:buClr>
              <a:buAutoNum type="arabicPeriod"/>
            </a:pPr>
            <a:r>
              <a:rPr lang="en-AU" dirty="0"/>
              <a:t>Complete the addition / subtraction (left to right).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654C5F51-8E7A-455B-A1DF-868CD2E8FB88}"/>
                  </a:ext>
                </a:extLst>
              </p:cNvPr>
              <p:cNvSpPr txBox="1"/>
              <p:nvPr/>
            </p:nvSpPr>
            <p:spPr>
              <a:xfrm>
                <a:off x="489080" y="3217970"/>
                <a:ext cx="2912918" cy="80021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defTabSz="534988">
                  <a:spcAft>
                    <a:spcPts val="1200"/>
                  </a:spcAft>
                </a:pPr>
                <a:r>
                  <a:rPr lang="en-AU" b="1" dirty="0">
                    <a:solidFill>
                      <a:srgbClr val="FF0000"/>
                    </a:solidFill>
                  </a:rPr>
                  <a:t>2.</a:t>
                </a:r>
                <a:r>
                  <a:rPr lang="en-AU" dirty="0"/>
                  <a:t>	12 </a:t>
                </a:r>
                <a14:m>
                  <m:oMath xmlns:m="http://schemas.openxmlformats.org/officeDocument/2006/math">
                    <m:r>
                      <a:rPr lang="en-AU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÷</m:t>
                    </m:r>
                  </m:oMath>
                </a14:m>
                <a:r>
                  <a:rPr lang="en-AU" dirty="0"/>
                  <a:t> 3 – 5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</m:oMath>
                </a14:m>
                <a:r>
                  <a:rPr lang="en-AU" dirty="0"/>
                  <a:t> (-2)</a:t>
                </a:r>
              </a:p>
              <a:p>
                <a:pPr defTabSz="534988">
                  <a:spcAft>
                    <a:spcPts val="1200"/>
                  </a:spcAft>
                </a:pPr>
                <a:r>
                  <a:rPr lang="en-AU" dirty="0"/>
                  <a:t>	</a:t>
                </a:r>
              </a:p>
            </p:txBody>
          </p:sp>
        </mc:Choice>
        <mc:Fallback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654C5F51-8E7A-455B-A1DF-868CD2E8FB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9080" y="3217970"/>
                <a:ext cx="2912918" cy="800219"/>
              </a:xfrm>
              <a:prstGeom prst="rect">
                <a:avLst/>
              </a:prstGeom>
              <a:blipFill>
                <a:blip r:embed="rId3"/>
                <a:stretch>
                  <a:fillRect l="-1674" t="-458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81395B58-4DBF-F82B-1977-4E26B1DCAE4A}"/>
                  </a:ext>
                </a:extLst>
              </p:cNvPr>
              <p:cNvSpPr txBox="1"/>
              <p:nvPr/>
            </p:nvSpPr>
            <p:spPr>
              <a:xfrm>
                <a:off x="4323425" y="1262192"/>
                <a:ext cx="3229034" cy="80021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defTabSz="534988">
                  <a:spcAft>
                    <a:spcPts val="1200"/>
                  </a:spcAft>
                </a:pPr>
                <a:r>
                  <a:rPr lang="en-AU" b="1" dirty="0">
                    <a:solidFill>
                      <a:srgbClr val="92D050"/>
                    </a:solidFill>
                  </a:rPr>
                  <a:t>3.</a:t>
                </a:r>
                <a:r>
                  <a:rPr lang="en-AU" dirty="0"/>
                  <a:t>	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4 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×5 −3 ÷3+(−2)</m:t>
                    </m:r>
                  </m:oMath>
                </a14:m>
                <a:endParaRPr lang="en-AU" dirty="0"/>
              </a:p>
              <a:p>
                <a:pPr defTabSz="534988">
                  <a:spcAft>
                    <a:spcPts val="1200"/>
                  </a:spcAft>
                </a:pPr>
                <a:r>
                  <a:rPr lang="en-AU" dirty="0"/>
                  <a:t>	</a:t>
                </a:r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81395B58-4DBF-F82B-1977-4E26B1DCAE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23425" y="1262192"/>
                <a:ext cx="3229034" cy="800219"/>
              </a:xfrm>
              <a:prstGeom prst="rect">
                <a:avLst/>
              </a:prstGeom>
              <a:blipFill>
                <a:blip r:embed="rId4"/>
                <a:stretch>
                  <a:fillRect l="-1509" t="-381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8AB3DEF7-9741-0BF3-B1CC-9CF7F05E5F1B}"/>
                  </a:ext>
                </a:extLst>
              </p:cNvPr>
              <p:cNvSpPr txBox="1"/>
              <p:nvPr/>
            </p:nvSpPr>
            <p:spPr>
              <a:xfrm>
                <a:off x="4157969" y="3217969"/>
                <a:ext cx="3559946" cy="80021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defTabSz="534988">
                  <a:spcAft>
                    <a:spcPts val="1200"/>
                  </a:spcAft>
                </a:pPr>
                <a:r>
                  <a:rPr lang="en-AU" b="1" dirty="0">
                    <a:solidFill>
                      <a:srgbClr val="92D050"/>
                    </a:solidFill>
                  </a:rPr>
                  <a:t>4.</a:t>
                </a:r>
                <a:r>
                  <a:rPr lang="en-AU" dirty="0"/>
                  <a:t>	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25+2 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10 ÷5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−12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endParaRPr lang="en-AU" dirty="0"/>
              </a:p>
              <a:p>
                <a:pPr defTabSz="534988">
                  <a:spcAft>
                    <a:spcPts val="1200"/>
                  </a:spcAft>
                </a:pPr>
                <a:r>
                  <a:rPr lang="en-AU" dirty="0"/>
                  <a:t>	</a:t>
                </a:r>
              </a:p>
            </p:txBody>
          </p:sp>
        </mc:Choice>
        <mc:Fallback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8AB3DEF7-9741-0BF3-B1CC-9CF7F05E5F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57969" y="3217969"/>
                <a:ext cx="3559946" cy="800219"/>
              </a:xfrm>
              <a:prstGeom prst="rect">
                <a:avLst/>
              </a:prstGeom>
              <a:blipFill>
                <a:blip r:embed="rId5"/>
                <a:stretch>
                  <a:fillRect l="-1370" t="-458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736056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7F9713-D4D4-42E8-A7F1-25549084B6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26571"/>
          </a:xfrm>
        </p:spPr>
        <p:txBody>
          <a:bodyPr/>
          <a:lstStyle/>
          <a:p>
            <a:pPr algn="ctr"/>
            <a:r>
              <a:rPr lang="en-US" dirty="0"/>
              <a:t>BIMDAS practice: exercise books </a:t>
            </a:r>
            <a:endParaRPr lang="en-AU" dirty="0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ABC755BE-450C-4956-8AEA-F91001EB6500}"/>
              </a:ext>
            </a:extLst>
          </p:cNvPr>
          <p:cNvSpPr/>
          <p:nvPr/>
        </p:nvSpPr>
        <p:spPr>
          <a:xfrm>
            <a:off x="185195" y="1282044"/>
            <a:ext cx="3553428" cy="5459699"/>
          </a:xfrm>
          <a:prstGeom prst="roundRect">
            <a:avLst/>
          </a:prstGeom>
          <a:ln w="7620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741F6841-05E1-491D-A15A-B1EE6F9D8B2F}"/>
              </a:ext>
            </a:extLst>
          </p:cNvPr>
          <p:cNvSpPr/>
          <p:nvPr/>
        </p:nvSpPr>
        <p:spPr>
          <a:xfrm>
            <a:off x="4249838" y="1351192"/>
            <a:ext cx="3553428" cy="5459700"/>
          </a:xfrm>
          <a:prstGeom prst="roundRect">
            <a:avLst/>
          </a:prstGeom>
          <a:ln w="7620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24712D4F-9ED1-4AF6-87EE-401FD3ACCC9D}"/>
              </a:ext>
            </a:extLst>
          </p:cNvPr>
          <p:cNvSpPr/>
          <p:nvPr/>
        </p:nvSpPr>
        <p:spPr>
          <a:xfrm>
            <a:off x="8314481" y="1282042"/>
            <a:ext cx="3553428" cy="5459701"/>
          </a:xfrm>
          <a:prstGeom prst="roundRect">
            <a:avLst/>
          </a:prstGeom>
          <a:ln w="76200">
            <a:solidFill>
              <a:srgbClr val="C0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CC37D26-FCBB-4F23-B7C0-545F964883CD}"/>
                  </a:ext>
                </a:extLst>
              </p:cNvPr>
              <p:cNvSpPr txBox="1"/>
              <p:nvPr/>
            </p:nvSpPr>
            <p:spPr>
              <a:xfrm>
                <a:off x="461639" y="1580225"/>
                <a:ext cx="2858610" cy="58070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AutoNum type="alphaLcParenR"/>
                </a:pPr>
                <a:r>
                  <a:rPr lang="en-US" sz="2800" dirty="0"/>
                  <a:t>3 x 4 + 5 = </a:t>
                </a:r>
              </a:p>
              <a:p>
                <a:pPr marL="342900" indent="-342900">
                  <a:buAutoNum type="alphaLcParenR"/>
                </a:pPr>
                <a:endParaRPr lang="en-US" sz="2800" dirty="0"/>
              </a:p>
              <a:p>
                <a:pPr marL="342900" indent="-342900">
                  <a:buAutoNum type="alphaLcParenR"/>
                </a:pP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18 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÷2 −5= </m:t>
                    </m:r>
                  </m:oMath>
                </a14:m>
                <a:endParaRPr lang="en-US" sz="2800" b="0" dirty="0">
                  <a:ea typeface="Cambria Math" panose="02040503050406030204" pitchFamily="18" charset="0"/>
                </a:endParaRPr>
              </a:p>
              <a:p>
                <a:pPr marL="342900" indent="-342900">
                  <a:buAutoNum type="alphaLcParenR"/>
                </a:pPr>
                <a:endParaRPr lang="en-AU" sz="2800" dirty="0"/>
              </a:p>
              <a:p>
                <a:pPr marL="342900" indent="-342900">
                  <a:buAutoNum type="alphaLcParenR"/>
                </a:pP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2 −5 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÷5=</m:t>
                    </m:r>
                  </m:oMath>
                </a14:m>
                <a:endParaRPr lang="en-US" sz="2800" b="0" dirty="0">
                  <a:ea typeface="Cambria Math" panose="02040503050406030204" pitchFamily="18" charset="0"/>
                </a:endParaRPr>
              </a:p>
              <a:p>
                <a:pPr marL="342900" indent="-342900">
                  <a:buAutoNum type="alphaLcParenR"/>
                </a:pPr>
                <a:endParaRPr lang="en-US" sz="2800" b="0" dirty="0"/>
              </a:p>
              <a:p>
                <a:pPr marL="342900" indent="-342900">
                  <a:buAutoNum type="alphaLcParenR"/>
                </a:pPr>
                <a:r>
                  <a:rPr lang="en-US" sz="2800" dirty="0"/>
                  <a:t>2 x 4 + 11 = </a:t>
                </a:r>
              </a:p>
              <a:p>
                <a:pPr marL="342900" indent="-342900">
                  <a:buAutoNum type="alphaLcParenR"/>
                </a:pPr>
                <a:endParaRPr lang="en-US" sz="2800" b="0" dirty="0"/>
              </a:p>
              <a:p>
                <a:pPr marL="342900" indent="-342900">
                  <a:buAutoNum type="alphaLcParenR"/>
                </a:pPr>
                <a:r>
                  <a:rPr lang="en-US" sz="2800" dirty="0"/>
                  <a:t>2 + 3 x 6 = </a:t>
                </a:r>
              </a:p>
              <a:p>
                <a:pPr marL="342900" indent="-342900">
                  <a:buAutoNum type="alphaLcParenR"/>
                </a:pPr>
                <a:endParaRPr lang="en-US" sz="2800" b="0" dirty="0"/>
              </a:p>
              <a:p>
                <a:pPr marL="342900" indent="-342900">
                  <a:buAutoNum type="alphaLcParenR"/>
                </a:pP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10+15 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÷5= </m:t>
                    </m:r>
                  </m:oMath>
                </a14:m>
                <a:endParaRPr lang="en-US" sz="2800" b="0" dirty="0"/>
              </a:p>
              <a:p>
                <a:pPr marL="342900" indent="-342900">
                  <a:buAutoNum type="alphaLcParenR"/>
                </a:pPr>
                <a:endParaRPr lang="en-AU" dirty="0"/>
              </a:p>
              <a:p>
                <a:pPr marL="342900" indent="-342900">
                  <a:buAutoNum type="alphaLcParenR"/>
                </a:pPr>
                <a:endParaRPr lang="en-AU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CC37D26-FCBB-4F23-B7C0-545F964883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1639" y="1580225"/>
                <a:ext cx="2858610" cy="5807039"/>
              </a:xfrm>
              <a:prstGeom prst="rect">
                <a:avLst/>
              </a:prstGeom>
              <a:blipFill>
                <a:blip r:embed="rId2"/>
                <a:stretch>
                  <a:fillRect l="-4478" t="-1154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26A2A717-B64B-4DE5-BFBA-BC78A074495A}"/>
                  </a:ext>
                </a:extLst>
              </p:cNvPr>
              <p:cNvSpPr txBox="1"/>
              <p:nvPr/>
            </p:nvSpPr>
            <p:spPr>
              <a:xfrm>
                <a:off x="4429957" y="1563949"/>
                <a:ext cx="3215197" cy="53860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AutoNum type="alphaLcParenR"/>
                </a:pP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20 −10 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 2=</m:t>
                    </m:r>
                  </m:oMath>
                </a14:m>
                <a:r>
                  <a:rPr lang="en-US" sz="2800" dirty="0"/>
                  <a:t> </a:t>
                </a:r>
              </a:p>
              <a:p>
                <a:pPr marL="342900" indent="-342900">
                  <a:buAutoNum type="alphaLcParenR"/>
                </a:pPr>
                <a:endParaRPr lang="en-US" sz="2800" dirty="0"/>
              </a:p>
              <a:p>
                <a:pPr marL="342900" indent="-342900">
                  <a:buAutoNum type="alphaLcParenR"/>
                </a:pP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1 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 20 ÷5= </m:t>
                    </m:r>
                  </m:oMath>
                </a14:m>
                <a:endParaRPr lang="en-US" sz="2800" b="0" dirty="0">
                  <a:ea typeface="Cambria Math" panose="02040503050406030204" pitchFamily="18" charset="0"/>
                </a:endParaRPr>
              </a:p>
              <a:p>
                <a:pPr marL="342900" indent="-342900">
                  <a:buAutoNum type="alphaLcParenR"/>
                </a:pPr>
                <a:endParaRPr lang="en-AU" sz="2800" dirty="0"/>
              </a:p>
              <a:p>
                <a:pPr marL="342900" indent="-342900">
                  <a:buAutoNum type="alphaLcParenR"/>
                </a:pP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15 −7 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 3=</m:t>
                    </m:r>
                  </m:oMath>
                </a14:m>
                <a:endParaRPr lang="en-US" sz="2800" b="0" dirty="0">
                  <a:ea typeface="Cambria Math" panose="02040503050406030204" pitchFamily="18" charset="0"/>
                </a:endParaRPr>
              </a:p>
              <a:p>
                <a:pPr marL="342900" indent="-342900">
                  <a:buAutoNum type="alphaLcParenR"/>
                </a:pPr>
                <a:endParaRPr lang="en-US" sz="2800" b="0" dirty="0"/>
              </a:p>
              <a:p>
                <a:pPr marL="342900" indent="-342900">
                  <a:buAutoNum type="alphaLcParenR"/>
                </a:pP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 18 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÷</m:t>
                    </m:r>
                    <m:d>
                      <m:dPr>
                        <m:ctrlP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2+5</m:t>
                        </m:r>
                      </m:e>
                    </m:d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2800" dirty="0"/>
                  <a:t> </a:t>
                </a:r>
              </a:p>
              <a:p>
                <a:pPr marL="342900" indent="-342900">
                  <a:buAutoNum type="alphaLcParenR"/>
                </a:pPr>
                <a:endParaRPr lang="en-US" sz="2800" b="0" dirty="0"/>
              </a:p>
              <a:p>
                <a:pPr marL="342900" indent="-342900">
                  <a:buAutoNum type="alphaLcParenR"/>
                </a:pPr>
                <a14:m>
                  <m:oMath xmlns:m="http://schemas.openxmlformats.org/officeDocument/2006/math">
                    <m:d>
                      <m:d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11 −9</m:t>
                        </m:r>
                      </m:e>
                    </m:d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 5= </m:t>
                    </m:r>
                  </m:oMath>
                </a14:m>
                <a:r>
                  <a:rPr lang="en-US" sz="2800" dirty="0"/>
                  <a:t> </a:t>
                </a:r>
              </a:p>
              <a:p>
                <a:pPr marL="342900" indent="-342900">
                  <a:buAutoNum type="alphaLcParenR"/>
                </a:pPr>
                <a:endParaRPr lang="en-US" sz="2800" b="0" dirty="0"/>
              </a:p>
              <a:p>
                <a:pPr marL="342900" indent="-342900">
                  <a:buAutoNum type="alphaLcParenR"/>
                </a:pP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19 −10</m:t>
                        </m:r>
                      </m:e>
                    </m:d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÷3=</m:t>
                    </m:r>
                  </m:oMath>
                </a14:m>
                <a:endParaRPr lang="en-US" sz="2800" b="0" dirty="0"/>
              </a:p>
              <a:p>
                <a:pPr marL="342900" indent="-342900">
                  <a:buAutoNum type="alphaLcParenR"/>
                </a:pPr>
                <a:endParaRPr lang="en-AU" dirty="0"/>
              </a:p>
              <a:p>
                <a:pPr marL="342900" indent="-342900">
                  <a:buAutoNum type="alphaLcParenR"/>
                </a:pPr>
                <a:endParaRPr lang="en-AU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26A2A717-B64B-4DE5-BFBA-BC78A07449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29957" y="1563949"/>
                <a:ext cx="3215197" cy="538609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6CF4581F-212A-44C2-8E3A-A38F589FD326}"/>
                  </a:ext>
                </a:extLst>
              </p:cNvPr>
              <p:cNvSpPr txBox="1"/>
              <p:nvPr/>
            </p:nvSpPr>
            <p:spPr>
              <a:xfrm>
                <a:off x="8314481" y="1563949"/>
                <a:ext cx="3553428" cy="479817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AutoNum type="alphaLcParenR"/>
                </a:pPr>
                <a14:m>
                  <m:oMath xmlns:m="http://schemas.openxmlformats.org/officeDocument/2006/math"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10 −8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 (10 ÷2)</m:t>
                    </m:r>
                  </m:oMath>
                </a14:m>
                <a:r>
                  <a:rPr lang="en-US" sz="2400" dirty="0"/>
                  <a:t>= </a:t>
                </a:r>
              </a:p>
              <a:p>
                <a:pPr marL="342900" indent="-342900">
                  <a:buAutoNum type="alphaLcParenR"/>
                </a:pPr>
                <a:endParaRPr lang="en-US" sz="2400" dirty="0"/>
              </a:p>
              <a:p>
                <a:pPr marL="342900" indent="-342900">
                  <a:buAutoNum type="alphaLcParenR"/>
                </a:pP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18 −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10 ÷2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3=</m:t>
                    </m:r>
                  </m:oMath>
                </a14:m>
                <a:endParaRPr lang="en-US" sz="2400" b="0" dirty="0">
                  <a:ea typeface="Cambria Math" panose="02040503050406030204" pitchFamily="18" charset="0"/>
                </a:endParaRPr>
              </a:p>
              <a:p>
                <a:pPr marL="342900" indent="-342900">
                  <a:buAutoNum type="alphaLcParenR"/>
                </a:pPr>
                <a:endParaRPr lang="en-AU" sz="2400" dirty="0"/>
              </a:p>
              <a:p>
                <a:pPr marL="342900" indent="-342900">
                  <a:buAutoNum type="alphaLcParenR"/>
                </a:pP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25 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÷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11 −6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4=</m:t>
                    </m:r>
                  </m:oMath>
                </a14:m>
                <a:endParaRPr lang="en-US" sz="2400" b="0" dirty="0">
                  <a:ea typeface="Cambria Math" panose="02040503050406030204" pitchFamily="18" charset="0"/>
                </a:endParaRPr>
              </a:p>
              <a:p>
                <a:pPr marL="342900" indent="-342900">
                  <a:buAutoNum type="alphaLcParenR"/>
                </a:pPr>
                <a:endParaRPr lang="en-US" sz="2400" b="0" dirty="0"/>
              </a:p>
              <a:p>
                <a:pPr marL="342900" indent="-342900">
                  <a:buAutoNum type="alphaLcParenR"/>
                </a:pP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 2+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18 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÷9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−8=</m:t>
                    </m:r>
                  </m:oMath>
                </a14:m>
                <a:r>
                  <a:rPr lang="en-US" sz="2400" dirty="0"/>
                  <a:t> </a:t>
                </a:r>
              </a:p>
              <a:p>
                <a:pPr marL="342900" indent="-342900">
                  <a:buAutoNum type="alphaLcParenR"/>
                </a:pPr>
                <a:endParaRPr lang="en-US" sz="2400" b="0" dirty="0"/>
              </a:p>
              <a:p>
                <a:pPr marL="342900" indent="-342900">
                  <a:buAutoNum type="alphaLcParenR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11 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 2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−7= </m:t>
                    </m:r>
                  </m:oMath>
                </a14:m>
                <a:r>
                  <a:rPr lang="en-US" sz="2400" dirty="0"/>
                  <a:t> </a:t>
                </a:r>
              </a:p>
              <a:p>
                <a:pPr marL="342900" indent="-342900">
                  <a:buAutoNum type="alphaLcParenR"/>
                </a:pPr>
                <a:endParaRPr lang="en-US" sz="2400" b="0" dirty="0"/>
              </a:p>
              <a:p>
                <a:pPr marL="342900" indent="-342900">
                  <a:buAutoNum type="alphaLcParenR"/>
                </a:pP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22 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÷</m:t>
                    </m:r>
                    <m:d>
                      <m:dPr>
                        <m:begChr m:val="["/>
                        <m:endChr m:val="]"/>
                        <m:ctrlP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2+5</m:t>
                            </m:r>
                          </m:e>
                        </m:d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+4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 </m:t>
                    </m:r>
                  </m:oMath>
                </a14:m>
                <a:endParaRPr lang="en-US" sz="2400" b="0" dirty="0"/>
              </a:p>
              <a:p>
                <a:pPr marL="342900" indent="-342900">
                  <a:buAutoNum type="alphaLcParenR"/>
                </a:pPr>
                <a:endParaRPr lang="en-AU" dirty="0"/>
              </a:p>
              <a:p>
                <a:pPr marL="342900" indent="-342900">
                  <a:buAutoNum type="alphaLcParenR"/>
                </a:pPr>
                <a:endParaRPr lang="en-AU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6CF4581F-212A-44C2-8E3A-A38F589FD3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14481" y="1563949"/>
                <a:ext cx="3553428" cy="4798173"/>
              </a:xfrm>
              <a:prstGeom prst="rect">
                <a:avLst/>
              </a:prstGeom>
              <a:blipFill>
                <a:blip r:embed="rId4"/>
                <a:stretch>
                  <a:fillRect l="-2573" t="-1144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55406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D29E3F-7C17-438B-9756-32100B3B7B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The word is 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D26412-2303-4862-BF17-BB22553933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4000" b="1" dirty="0"/>
              <a:t>Pronumeral</a:t>
            </a:r>
            <a:r>
              <a:rPr lang="en-US" sz="4000" dirty="0"/>
              <a:t>:</a:t>
            </a:r>
          </a:p>
          <a:p>
            <a:pPr marL="0" indent="0">
              <a:buNone/>
            </a:pPr>
            <a:endParaRPr lang="en-AU" sz="4000" dirty="0"/>
          </a:p>
          <a:p>
            <a:pPr marL="0" indent="0">
              <a:buNone/>
            </a:pPr>
            <a:r>
              <a:rPr lang="en-AU" sz="4000" dirty="0"/>
              <a:t>A letter or symbol used to represent a number. </a:t>
            </a:r>
          </a:p>
        </p:txBody>
      </p:sp>
    </p:spTree>
    <p:extLst>
      <p:ext uri="{BB962C8B-B14F-4D97-AF65-F5344CB8AC3E}">
        <p14:creationId xmlns:p14="http://schemas.microsoft.com/office/powerpoint/2010/main" val="33490691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394CB8-0704-4770-B9CE-27E6E1B3FD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The word is 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466CDF-5A05-426F-8862-CA57CA9B89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4000" b="1" dirty="0"/>
              <a:t>Evaluate</a:t>
            </a:r>
            <a:r>
              <a:rPr lang="en-US" sz="4000" dirty="0"/>
              <a:t>: </a:t>
            </a:r>
          </a:p>
          <a:p>
            <a:pPr marL="0" indent="0">
              <a:buNone/>
            </a:pPr>
            <a:endParaRPr lang="en-US" sz="4000" dirty="0"/>
          </a:p>
          <a:p>
            <a:pPr marL="0" indent="0">
              <a:buNone/>
            </a:pPr>
            <a:r>
              <a:rPr lang="en-US" sz="4000" dirty="0"/>
              <a:t>To evaluate an expression or to substitute values means to </a:t>
            </a:r>
            <a:r>
              <a:rPr lang="en-US" sz="4000" u="sng" dirty="0"/>
              <a:t>replace each pronumeral in an expression with a number to obtain a final value</a:t>
            </a:r>
            <a:r>
              <a:rPr lang="en-US" sz="4000" dirty="0"/>
              <a:t>.</a:t>
            </a:r>
            <a:endParaRPr lang="en-AU" sz="4000" dirty="0"/>
          </a:p>
        </p:txBody>
      </p:sp>
    </p:spTree>
    <p:extLst>
      <p:ext uri="{BB962C8B-B14F-4D97-AF65-F5344CB8AC3E}">
        <p14:creationId xmlns:p14="http://schemas.microsoft.com/office/powerpoint/2010/main" val="33446017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833F78-BA3C-4014-9F68-277FBD0A5D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031AEC-BE9F-4F2D-97AE-3FBC8C56E3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AU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ECDEF0E-38BC-4A41-ADC1-7BE072BAC1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00805"/>
            <a:ext cx="10515600" cy="665639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431867E3-0FDA-4CBB-904B-6263534BFB72}"/>
              </a:ext>
            </a:extLst>
          </p:cNvPr>
          <p:cNvSpPr/>
          <p:nvPr/>
        </p:nvSpPr>
        <p:spPr>
          <a:xfrm>
            <a:off x="4092606" y="594804"/>
            <a:ext cx="1029810" cy="57704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00B3728-4F60-4F59-9489-AFF93632DFF3}"/>
              </a:ext>
            </a:extLst>
          </p:cNvPr>
          <p:cNvSpPr/>
          <p:nvPr/>
        </p:nvSpPr>
        <p:spPr>
          <a:xfrm>
            <a:off x="7499411" y="594804"/>
            <a:ext cx="1573567" cy="57704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5527F00-B88C-42C2-AC12-C6C09B6EEC5F}"/>
              </a:ext>
            </a:extLst>
          </p:cNvPr>
          <p:cNvSpPr/>
          <p:nvPr/>
        </p:nvSpPr>
        <p:spPr>
          <a:xfrm>
            <a:off x="933636" y="3339484"/>
            <a:ext cx="1871708" cy="133904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F6EE0BC-624C-4CA4-BC3D-04AA176DB432}"/>
              </a:ext>
            </a:extLst>
          </p:cNvPr>
          <p:cNvSpPr/>
          <p:nvPr/>
        </p:nvSpPr>
        <p:spPr>
          <a:xfrm>
            <a:off x="6198093" y="3525914"/>
            <a:ext cx="4854606" cy="133904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1B4B440-7B6E-4723-B65C-22476E449F2C}"/>
              </a:ext>
            </a:extLst>
          </p:cNvPr>
          <p:cNvSpPr/>
          <p:nvPr/>
        </p:nvSpPr>
        <p:spPr>
          <a:xfrm>
            <a:off x="933635" y="5121467"/>
            <a:ext cx="2706209" cy="137140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7C43C76-E733-4147-8050-E4D265255CE9}"/>
              </a:ext>
            </a:extLst>
          </p:cNvPr>
          <p:cNvSpPr/>
          <p:nvPr/>
        </p:nvSpPr>
        <p:spPr>
          <a:xfrm>
            <a:off x="6304625" y="5230122"/>
            <a:ext cx="4748073" cy="10817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452658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D277D0A-A069-40F8-9482-9EF7E40C5C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Substitution </a:t>
            </a:r>
            <a:endParaRPr lang="en-AU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1A76CB4-FC95-491C-BFC8-231A11CE09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ctr"/>
            <a:r>
              <a:rPr lang="en-US" dirty="0"/>
              <a:t>I do 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077C2BAE-48FE-4274-8FBF-FCE99E46EECC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/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en-US" dirty="0"/>
                  <a:t>Given than x = 6 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514350" indent="-514350">
                  <a:buAutoNum type="alphaLcParenR"/>
                </a:pPr>
                <a:r>
                  <a:rPr lang="en-US" dirty="0"/>
                  <a:t>X + 20 = </a:t>
                </a:r>
              </a:p>
              <a:p>
                <a:pPr marL="514350" indent="-514350">
                  <a:buAutoNum type="alphaLcParenR"/>
                </a:pPr>
                <a:endParaRPr lang="en-US" dirty="0"/>
              </a:p>
              <a:p>
                <a:pPr marL="514350" indent="-514350">
                  <a:buAutoNum type="alphaLcParenR"/>
                </a:pPr>
                <a:r>
                  <a:rPr lang="en-US" dirty="0"/>
                  <a:t>5x = </a:t>
                </a:r>
              </a:p>
              <a:p>
                <a:pPr marL="514350" indent="-514350">
                  <a:buAutoNum type="alphaLcParenR"/>
                </a:pPr>
                <a:endParaRPr lang="en-US" dirty="0"/>
              </a:p>
              <a:p>
                <a:pPr marL="514350" indent="-514350">
                  <a:buAutoNum type="alphaLcParenR"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20 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÷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+7= </m:t>
                    </m:r>
                  </m:oMath>
                </a14:m>
                <a:endParaRPr lang="en-AU" dirty="0"/>
              </a:p>
            </p:txBody>
          </p:sp>
        </mc:Choice>
        <mc:Fallback xmlns="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077C2BAE-48FE-4274-8FBF-FCE99E46EEC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blipFill>
                <a:blip r:embed="rId2"/>
                <a:stretch>
                  <a:fillRect l="-2482" t="-3808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FDA6BB5-F9CB-4A2E-9FAD-A8A08EE0662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algn="ctr"/>
            <a:r>
              <a:rPr lang="en-US" dirty="0"/>
              <a:t>We do 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Content Placeholder 7">
                <a:extLst>
                  <a:ext uri="{FF2B5EF4-FFF2-40B4-BE49-F238E27FC236}">
                    <a16:creationId xmlns:a16="http://schemas.microsoft.com/office/drawing/2014/main" id="{BC410212-0D4B-4F41-AFE0-5D9B1BDCD2E2}"/>
                  </a:ext>
                </a:extLst>
              </p:cNvPr>
              <p:cNvSpPr>
                <a:spLocks noGrp="1"/>
              </p:cNvSpPr>
              <p:nvPr>
                <p:ph sz="quarter" idx="4"/>
              </p:nvPr>
            </p:nvSpPr>
            <p:spPr/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en-US" dirty="0"/>
                  <a:t>Given that y = 4 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514350" indent="-514350">
                  <a:buAutoNum type="alphaLcParenR"/>
                </a:pPr>
                <a:r>
                  <a:rPr lang="en-US" dirty="0"/>
                  <a:t>10 – y = </a:t>
                </a:r>
              </a:p>
              <a:p>
                <a:pPr marL="514350" indent="-514350">
                  <a:buAutoNum type="alphaLcParenR"/>
                </a:pPr>
                <a:endParaRPr lang="en-US" dirty="0"/>
              </a:p>
              <a:p>
                <a:pPr marL="514350" indent="-514350">
                  <a:buAutoNum type="alphaLcParenR"/>
                </a:pPr>
                <a:r>
                  <a:rPr lang="en-US" dirty="0"/>
                  <a:t>3y = </a:t>
                </a:r>
              </a:p>
              <a:p>
                <a:pPr marL="514350" indent="-514350">
                  <a:buAutoNum type="alphaLcParenR"/>
                </a:pPr>
                <a:endParaRPr lang="en-US" dirty="0"/>
              </a:p>
              <a:p>
                <a:pPr marL="514350" indent="-514350">
                  <a:buAutoNum type="alphaLcParenR"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AU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+10= </m:t>
                    </m:r>
                  </m:oMath>
                </a14:m>
                <a:endParaRPr lang="en-AU" dirty="0"/>
              </a:p>
            </p:txBody>
          </p:sp>
        </mc:Choice>
        <mc:Fallback xmlns="">
          <p:sp>
            <p:nvSpPr>
              <p:cNvPr id="8" name="Content Placeholder 7">
                <a:extLst>
                  <a:ext uri="{FF2B5EF4-FFF2-40B4-BE49-F238E27FC236}">
                    <a16:creationId xmlns:a16="http://schemas.microsoft.com/office/drawing/2014/main" id="{BC410212-0D4B-4F41-AFE0-5D9B1BDCD2E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4"/>
              </p:nvPr>
            </p:nvSpPr>
            <p:spPr>
              <a:blipFill>
                <a:blip r:embed="rId3"/>
                <a:stretch>
                  <a:fillRect l="-2471" t="-3808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992479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uiExpand="1" build="p"/>
      <p:bldP spid="8" grpId="0" uiExpand="1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FDB5FB-D65C-4F77-ACD1-74091D9761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You do: whiteboards 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D430CC33-3F23-4724-89A7-8CFAD1D08759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Given</a:t>
                </a:r>
                <a:r>
                  <a:rPr lang="en-AU" dirty="0"/>
                  <a:t> that </a:t>
                </a:r>
                <a14:m>
                  <m:oMath xmlns:m="http://schemas.openxmlformats.org/officeDocument/2006/math">
                    <m:r>
                      <a:rPr lang="en-AU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∎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=8, </m:t>
                    </m:r>
                  </m:oMath>
                </a14:m>
                <a:r>
                  <a:rPr lang="en-US" b="0" dirty="0">
                    <a:ea typeface="Cambria Math" panose="02040503050406030204" pitchFamily="18" charset="0"/>
                  </a:rPr>
                  <a:t>evaluate:</a:t>
                </a:r>
              </a:p>
              <a:p>
                <a:pPr marL="0" indent="0">
                  <a:buNone/>
                </a:pPr>
                <a:endParaRPr lang="en-US" dirty="0">
                  <a:ea typeface="Cambria Math" panose="02040503050406030204" pitchFamily="18" charset="0"/>
                </a:endParaRPr>
              </a:p>
              <a:p>
                <a:pPr marL="514350" indent="-514350">
                  <a:buAutoNum type="alphaLcParenR"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∎+20= </m:t>
                    </m:r>
                  </m:oMath>
                </a14:m>
                <a:endParaRPr lang="en-US" b="0" dirty="0">
                  <a:ea typeface="Cambria Math" panose="02040503050406030204" pitchFamily="18" charset="0"/>
                </a:endParaRPr>
              </a:p>
              <a:p>
                <a:pPr marL="514350" indent="-514350">
                  <a:buAutoNum type="alphaLcParenR"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2∎= </m:t>
                    </m:r>
                  </m:oMath>
                </a14:m>
                <a:endParaRPr lang="en-US" b="0" dirty="0">
                  <a:ea typeface="Cambria Math" panose="02040503050406030204" pitchFamily="18" charset="0"/>
                </a:endParaRPr>
              </a:p>
              <a:p>
                <a:pPr marL="514350" indent="-514350">
                  <a:buAutoNum type="alphaLcParenR"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16 ÷∎+4= </m:t>
                    </m:r>
                  </m:oMath>
                </a14:m>
                <a:endParaRPr lang="en-US" b="0" dirty="0">
                  <a:ea typeface="Cambria Math" panose="02040503050406030204" pitchFamily="18" charset="0"/>
                </a:endParaRPr>
              </a:p>
              <a:p>
                <a:pPr marL="514350" indent="-514350">
                  <a:buAutoNum type="alphaLcParenR"/>
                </a:pPr>
                <a14:m>
                  <m:oMath xmlns:m="http://schemas.openxmlformats.org/officeDocument/2006/math"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∎ −5 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4= </m:t>
                    </m:r>
                  </m:oMath>
                </a14:m>
                <a:endParaRPr lang="en-US" b="0" dirty="0"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D430CC33-3F23-4724-89A7-8CFAD1D0875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>
                <a:blip r:embed="rId2"/>
                <a:stretch>
                  <a:fillRect l="-2471" t="-224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Content Placeholder 7">
                <a:extLst>
                  <a:ext uri="{FF2B5EF4-FFF2-40B4-BE49-F238E27FC236}">
                    <a16:creationId xmlns:a16="http://schemas.microsoft.com/office/drawing/2014/main" id="{EC1066D8-6CF1-4DFC-AD4A-8E89525439B4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Given that h = 3, evaluate: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514350" indent="-514350">
                  <a:buAutoNum type="alphaLcParenR"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+11= </m:t>
                    </m:r>
                  </m:oMath>
                </a14:m>
                <a:endParaRPr lang="en-US" b="0" dirty="0"/>
              </a:p>
              <a:p>
                <a:pPr marL="514350" indent="-514350">
                  <a:buAutoNum type="alphaLcParenR"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5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 </m:t>
                    </m:r>
                  </m:oMath>
                </a14:m>
                <a:endParaRPr lang="en-US" b="0" dirty="0"/>
              </a:p>
              <a:p>
                <a:pPr marL="514350" indent="-514350">
                  <a:buAutoNum type="alphaLcParenR"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+5= </m:t>
                    </m:r>
                  </m:oMath>
                </a14:m>
                <a:endParaRPr lang="en-US" b="0" dirty="0"/>
              </a:p>
              <a:p>
                <a:pPr marL="514350" indent="-514350">
                  <a:buAutoNum type="alphaLcParenR"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18 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÷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h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+6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 </m:t>
                    </m:r>
                  </m:oMath>
                </a14:m>
                <a:endParaRPr lang="en-AU" dirty="0"/>
              </a:p>
            </p:txBody>
          </p:sp>
        </mc:Choice>
        <mc:Fallback xmlns="">
          <p:sp>
            <p:nvSpPr>
              <p:cNvPr id="8" name="Content Placeholder 7">
                <a:extLst>
                  <a:ext uri="{FF2B5EF4-FFF2-40B4-BE49-F238E27FC236}">
                    <a16:creationId xmlns:a16="http://schemas.microsoft.com/office/drawing/2014/main" id="{EC1066D8-6CF1-4DFC-AD4A-8E89525439B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blipFill>
                <a:blip r:embed="rId3"/>
                <a:stretch>
                  <a:fillRect l="-2471" t="-224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698702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uiExpand="1" build="p"/>
      <p:bldP spid="8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49065733-2A85-053D-D654-7008908DF4E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Individual practice</a:t>
            </a:r>
            <a:endParaRPr lang="en-AU" dirty="0"/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AD11BAF2-03F4-CCCB-6115-CACDD2E5E75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Sum fun </a:t>
            </a:r>
          </a:p>
          <a:p>
            <a:r>
              <a:rPr lang="en-US" dirty="0"/>
              <a:t>“interesting facts” – 10 </a:t>
            </a:r>
          </a:p>
          <a:p>
            <a:r>
              <a:rPr lang="en-US" dirty="0"/>
              <a:t>“order in the court” – 32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7199485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7D696A-345A-470B-89FE-27044F9344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Reflection 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DB2DBF-8980-44EF-87BE-A055E7909E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4000" b="1" dirty="0"/>
              <a:t>Aim: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4000" b="1" dirty="0"/>
              <a:t>Identify and describe a pronumeral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4000" b="1" dirty="0"/>
              <a:t>Substitute and evaluate equations </a:t>
            </a:r>
          </a:p>
          <a:p>
            <a:pPr marL="0" indent="0">
              <a:buNone/>
            </a:pP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2979371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1120</TotalTime>
  <Words>583</Words>
  <Application>Microsoft Office PowerPoint</Application>
  <PresentationFormat>Widescreen</PresentationFormat>
  <Paragraphs>196</Paragraphs>
  <Slides>13</Slides>
  <Notes>2</Notes>
  <HiddenSlides>1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Arial</vt:lpstr>
      <vt:lpstr>Calibri</vt:lpstr>
      <vt:lpstr>Calibri Light</vt:lpstr>
      <vt:lpstr>Cambria Math</vt:lpstr>
      <vt:lpstr>Wingdings</vt:lpstr>
      <vt:lpstr>Office Theme</vt:lpstr>
      <vt:lpstr>Lesson objective </vt:lpstr>
      <vt:lpstr>Can you solve this in 45 seconds?</vt:lpstr>
      <vt:lpstr>PowerPoint Presentation</vt:lpstr>
      <vt:lpstr>PowerPoint Presentation</vt:lpstr>
      <vt:lpstr>PowerPoint Presentation</vt:lpstr>
      <vt:lpstr>BIMDAS practice: exercise books </vt:lpstr>
      <vt:lpstr>The word is </vt:lpstr>
      <vt:lpstr>The word is </vt:lpstr>
      <vt:lpstr>PowerPoint Presentation</vt:lpstr>
      <vt:lpstr>Substitution </vt:lpstr>
      <vt:lpstr>You do: whiteboards </vt:lpstr>
      <vt:lpstr>Individual practice</vt:lpstr>
      <vt:lpstr>Reflection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Lesson objective</dc:title>
  <dc:creator>DAVIES Rhys [Busselton Senior High School]</dc:creator>
  <cp:lastModifiedBy>DAVIES Rhys [Busselton Senior High School]</cp:lastModifiedBy>
  <cp:revision>18</cp:revision>
  <cp:lastPrinted>2023-02-22T00:10:28Z</cp:lastPrinted>
  <dcterms:created xsi:type="dcterms:W3CDTF">2022-02-21T09:12:05Z</dcterms:created>
  <dcterms:modified xsi:type="dcterms:W3CDTF">2023-02-22T00:12:13Z</dcterms:modified>
</cp:coreProperties>
</file>