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79" r:id="rId4"/>
    <p:sldId id="276" r:id="rId5"/>
    <p:sldId id="277" r:id="rId6"/>
    <p:sldId id="298" r:id="rId7"/>
    <p:sldId id="299" r:id="rId8"/>
    <p:sldId id="300" r:id="rId9"/>
    <p:sldId id="304" r:id="rId10"/>
    <p:sldId id="305" r:id="rId11"/>
    <p:sldId id="306" r:id="rId12"/>
    <p:sldId id="307" r:id="rId13"/>
    <p:sldId id="30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FD90D-84C2-4875-878E-FEAD880B0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E6900F-4DFC-4DB4-B256-63CA9CD19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DDE3F-A6B8-43BB-A9D9-0103F9C3C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5CA7-3302-4129-80AF-765059F14B23}" type="datetimeFigureOut">
              <a:rPr lang="en-AU" smtClean="0"/>
              <a:t>22/03/2023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38B22-D552-4EED-AD51-1EC31441A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59FB4-A7B6-4F33-B7C8-D6312702E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51C8-2BCD-4805-8DF1-BE9572752C2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6652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EE79E-7000-4933-920C-E63B32897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A45AF-03F4-4CE2-866E-479B7DEDB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8D16C-F7C0-44C3-8689-102914F3B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5CA7-3302-4129-80AF-765059F14B23}" type="datetimeFigureOut">
              <a:rPr lang="en-AU" smtClean="0"/>
              <a:t>22/03/2023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AF257-798E-4CA7-998F-35E8C1C22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747C0-B5EE-4685-84DC-683810085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51C8-2BCD-4805-8DF1-BE9572752C2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9984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23591-3A04-4853-980C-65469609F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71837-542B-4889-BAAA-1CBC831B8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0546D-8A79-46DF-9A43-CAC99EFC9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5CA7-3302-4129-80AF-765059F14B23}" type="datetimeFigureOut">
              <a:rPr lang="en-AU" smtClean="0"/>
              <a:t>22/03/2023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EF25A-AE2E-44A0-A6DC-0C209B67B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1FE55-1C14-4B65-97C4-55B445F9E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51C8-2BCD-4805-8DF1-BE9572752C2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4032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84F53-4369-45E1-ACD6-CB292841F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B5A31-ECC4-4E23-A4B2-889731B7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F8F316-EFFC-4924-A875-D1BF4A3AD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943C3-D27C-42AE-95B6-A6A2F93CD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5CA7-3302-4129-80AF-765059F14B23}" type="datetimeFigureOut">
              <a:rPr lang="en-AU" smtClean="0"/>
              <a:t>22/03/2023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AC6FF-AF87-4048-A2E4-E0EFD460E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DD980-82CF-4581-94C0-A7465AC7A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51C8-2BCD-4805-8DF1-BE9572752C2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3443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D6614-70E7-46A0-862C-BBBFD616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CAA1A-1CE5-4E2B-A96A-76E28186F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639B40-46A4-4DCC-8825-183B79ECC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559CDC-8E3F-4E5E-B4B5-10E95A0348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209D74-5781-466F-B7A3-087A5B1A99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4FC5EC-A123-4157-AAA9-2346DACC0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5CA7-3302-4129-80AF-765059F14B23}" type="datetimeFigureOut">
              <a:rPr lang="en-AU" smtClean="0"/>
              <a:t>22/03/2023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DE0C44-560F-484E-9FF6-7EFCA0B3B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7795FD-F18E-4632-9CE8-A605B0C3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51C8-2BCD-4805-8DF1-BE9572752C2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0415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AC72B-94FD-4286-83AB-34BF8E2EF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D769FD-FE50-46F7-834D-81B651193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5CA7-3302-4129-80AF-765059F14B23}" type="datetimeFigureOut">
              <a:rPr lang="en-AU" smtClean="0"/>
              <a:t>22/03/2023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FF427C-1014-40F5-B690-96D2C9F93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227A2D-6A49-49E6-913D-D8ECE91BD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51C8-2BCD-4805-8DF1-BE9572752C2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675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4A8301-23C2-4119-BDCB-32076F95A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5CA7-3302-4129-80AF-765059F14B23}" type="datetimeFigureOut">
              <a:rPr lang="en-AU" smtClean="0"/>
              <a:t>22/03/2023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2719DC-442C-4273-96F8-D98DE9FF1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AA084-C768-4CEF-BB5D-A46FBB165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51C8-2BCD-4805-8DF1-BE9572752C2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7553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DC574-4170-4809-B7DA-5B86E0F0F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28939-40E5-47E7-935B-DFC4529CA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0AEA02-CAD4-4AD4-98DE-F0528FCE0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5BEC94-EF28-4839-918E-DA0984225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5CA7-3302-4129-80AF-765059F14B23}" type="datetimeFigureOut">
              <a:rPr lang="en-AU" smtClean="0"/>
              <a:t>22/03/2023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2CD020-B7A8-4CBA-A7FD-3F9D5BD43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10D24-DF61-4FB2-93EF-EBDC284DC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51C8-2BCD-4805-8DF1-BE9572752C2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1064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9EA91-2810-43D2-81E9-EBF95E6A2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BB62E-EA10-4855-9065-B0A9C492B0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377FE0-5979-452E-B8EA-AF5ECA79C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C6802-5D21-40EB-962F-8E3840E78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5CA7-3302-4129-80AF-765059F14B23}" type="datetimeFigureOut">
              <a:rPr lang="en-AU" smtClean="0"/>
              <a:t>22/03/2023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B1D53-C145-412A-B9A5-1E8AE106F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86A3C-1182-4CF1-BC3A-FCBD1BE5B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51C8-2BCD-4805-8DF1-BE9572752C2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1984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E20DE-FCC1-4B24-B8D3-5CADF0F88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958D04-11C6-46A2-A822-7AB8EC5099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C7EB5-49FD-4276-AF71-DCAB61711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5CA7-3302-4129-80AF-765059F14B23}" type="datetimeFigureOut">
              <a:rPr lang="en-AU" smtClean="0"/>
              <a:t>22/03/2023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01EB2-B136-460D-9650-98240E87B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1E1F7-7BAD-4D07-AC9B-0015723A3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51C8-2BCD-4805-8DF1-BE9572752C2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067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1B8875-B577-45F3-A02E-56F4E83705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335F93-5CCF-4792-89CA-E31FF425D7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4DF99-3157-4817-9573-05E794241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5CA7-3302-4129-80AF-765059F14B23}" type="datetimeFigureOut">
              <a:rPr lang="en-AU" smtClean="0"/>
              <a:t>22/03/2023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1ABA3-BF30-48F8-ACA2-48715A483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C6CB1-C62E-4B96-B49E-FFE8FDFF1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451C8-2BCD-4805-8DF1-BE9572752C2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24432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E270-BD8E-46DB-9644-94AC2AD18A86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8113-1BE5-41A9-9E6D-17AF143A5E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0237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E270-BD8E-46DB-9644-94AC2AD18A86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8113-1BE5-41A9-9E6D-17AF143A5E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5573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E270-BD8E-46DB-9644-94AC2AD18A86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8113-1BE5-41A9-9E6D-17AF143A5E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715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E270-BD8E-46DB-9644-94AC2AD18A86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8113-1BE5-41A9-9E6D-17AF143A5E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84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E270-BD8E-46DB-9644-94AC2AD18A86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8113-1BE5-41A9-9E6D-17AF143A5E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0195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E270-BD8E-46DB-9644-94AC2AD18A86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8113-1BE5-41A9-9E6D-17AF143A5E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4272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E270-BD8E-46DB-9644-94AC2AD18A86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8113-1BE5-41A9-9E6D-17AF143A5E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132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E270-BD8E-46DB-9644-94AC2AD18A86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8113-1BE5-41A9-9E6D-17AF143A5E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8325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E270-BD8E-46DB-9644-94AC2AD18A86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8113-1BE5-41A9-9E6D-17AF143A5E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485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E270-BD8E-46DB-9644-94AC2AD18A86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8113-1BE5-41A9-9E6D-17AF143A5E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052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E270-BD8E-46DB-9644-94AC2AD18A86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8113-1BE5-41A9-9E6D-17AF143A5E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631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473188-BBCA-4A1D-BD14-6EB6DFE1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13B93-F77A-435F-98CE-80136734C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17467-9CAF-4B95-B5CF-9EDFB50ACE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D5CA7-3302-4129-80AF-765059F14B23}" type="datetimeFigureOut">
              <a:rPr lang="en-AU" smtClean="0"/>
              <a:t>22/03/2023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5404C-5D48-415E-9AD0-066065B94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75A06-6B72-4D1F-96D4-B2D0E93C62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D451C8-2BCD-4805-8DF1-BE9572752C2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96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EFE270-BD8E-46DB-9644-94AC2AD18A86}" type="datetimeFigureOut">
              <a:rPr lang="en-US" smtClean="0"/>
              <a:pPr/>
              <a:t>3/22/2023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28113-1BE5-41A9-9E6D-17AF143A5E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57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57E1EB-C4DE-48BF-88E3-1B1A1FEFB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37CE9B-3B56-42E0-9204-16E6C030E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b="1" dirty="0">
                <a:solidFill>
                  <a:srgbClr val="00B0F0"/>
                </a:solidFill>
              </a:rPr>
              <a:t>Product of primes </a:t>
            </a:r>
          </a:p>
          <a:p>
            <a:pPr marL="0" indent="0">
              <a:buNone/>
            </a:pPr>
            <a:endParaRPr lang="en-US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Aim: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Represent numbers as a product of it’s primes 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Calculate dimensions of squares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Daily review </a:t>
            </a:r>
          </a:p>
          <a:p>
            <a:pPr lvl="1"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Substitution 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Prime factor form 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Area of squares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AE6826-FE28-4F35-A8F1-D1D4F7235158}"/>
              </a:ext>
            </a:extLst>
          </p:cNvPr>
          <p:cNvSpPr txBox="1"/>
          <p:nvPr/>
        </p:nvSpPr>
        <p:spPr>
          <a:xfrm>
            <a:off x="9179511" y="142043"/>
            <a:ext cx="194421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0000"/>
                </a:highlight>
              </a:rPr>
              <a:t>Need whiteboard markers</a:t>
            </a:r>
            <a:endParaRPr lang="en-AU" sz="2800" b="1" dirty="0"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47275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2C4B4-0B26-4691-94B5-2E19A7790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Prime factor form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48932-DFD3-4FF6-85BA-58305C4FF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Representing numbers as a product of it’s primes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Product </a:t>
            </a:r>
          </a:p>
          <a:p>
            <a:pPr>
              <a:buFontTx/>
              <a:buChar char="-"/>
            </a:pPr>
            <a:r>
              <a:rPr lang="en-US" dirty="0"/>
              <a:t>Means multiplication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Prime</a:t>
            </a:r>
          </a:p>
          <a:p>
            <a:pPr marL="0" indent="0">
              <a:buNone/>
            </a:pPr>
            <a:r>
              <a:rPr lang="en-US" dirty="0"/>
              <a:t>- A number that’s only divisible by 1 and itself </a:t>
            </a:r>
          </a:p>
        </p:txBody>
      </p:sp>
    </p:spTree>
    <p:extLst>
      <p:ext uri="{BB962C8B-B14F-4D97-AF65-F5344CB8AC3E}">
        <p14:creationId xmlns:p14="http://schemas.microsoft.com/office/powerpoint/2010/main" val="1306397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GB" dirty="0"/>
              <a:t>Express 36 as a product of primes: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1544" y="1499084"/>
            <a:ext cx="8229600" cy="4968552"/>
          </a:xfr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400" dirty="0"/>
              <a:t>36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1864" y="2348880"/>
            <a:ext cx="914400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3728" y="2348880"/>
            <a:ext cx="914400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black"/>
                </a:solidFill>
                <a:latin typeface="Calibri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591944" y="3356992"/>
            <a:ext cx="914400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7053808" y="3356992"/>
            <a:ext cx="914400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black"/>
                </a:solidFill>
                <a:latin typeface="Calibri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6312024" y="4386808"/>
            <a:ext cx="914400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3888" y="4386808"/>
            <a:ext cx="914400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5606244" y="2204864"/>
            <a:ext cx="360040" cy="457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6204142" y="2204864"/>
            <a:ext cx="323906" cy="457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6312024" y="3068960"/>
            <a:ext cx="360040" cy="457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909922" y="3068960"/>
            <a:ext cx="323906" cy="457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7046404" y="4077072"/>
            <a:ext cx="360040" cy="457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7644302" y="4077072"/>
            <a:ext cx="323906" cy="457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015880" y="2492896"/>
            <a:ext cx="648072" cy="6480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5735960" y="3501008"/>
            <a:ext cx="648072" cy="6480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6456040" y="4509120"/>
            <a:ext cx="648072" cy="6480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896200" y="4509120"/>
            <a:ext cx="648072" cy="6480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35560" y="4932458"/>
            <a:ext cx="30243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prstClr val="black"/>
                </a:solidFill>
                <a:latin typeface="Calibri"/>
              </a:rPr>
              <a:t>2 x 2 x 3 x 3 = 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5560" y="5724545"/>
            <a:ext cx="30243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prstClr val="black"/>
                </a:solidFill>
                <a:latin typeface="Calibri"/>
              </a:rPr>
              <a:t>2² x 3² = 36</a:t>
            </a:r>
          </a:p>
        </p:txBody>
      </p:sp>
    </p:spTree>
    <p:extLst>
      <p:ext uri="{BB962C8B-B14F-4D97-AF65-F5344CB8AC3E}">
        <p14:creationId xmlns:p14="http://schemas.microsoft.com/office/powerpoint/2010/main" val="3911858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9" grpId="0" animBg="1"/>
      <p:bldP spid="20" grpId="0" animBg="1"/>
      <p:bldP spid="21" grpId="0" animBg="1"/>
      <p:bldP spid="22" grpId="0" animBg="1"/>
      <p:bldP spid="23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GB" dirty="0"/>
              <a:t>Express 24 as a product of primes: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1544" y="1499084"/>
            <a:ext cx="8229600" cy="4968552"/>
          </a:xfr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400" dirty="0"/>
              <a:t>24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1864" y="2348880"/>
            <a:ext cx="914400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3728" y="2348880"/>
            <a:ext cx="914400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black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591944" y="3356992"/>
            <a:ext cx="914400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7053808" y="3356992"/>
            <a:ext cx="914400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12024" y="4386808"/>
            <a:ext cx="914400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3888" y="4386808"/>
            <a:ext cx="914400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5606244" y="2204864"/>
            <a:ext cx="360040" cy="457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6204142" y="2204864"/>
            <a:ext cx="323906" cy="457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6312024" y="3068960"/>
            <a:ext cx="360040" cy="457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909922" y="3068960"/>
            <a:ext cx="323906" cy="457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7046404" y="4077072"/>
            <a:ext cx="360040" cy="457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7644302" y="4077072"/>
            <a:ext cx="323906" cy="457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015880" y="2492896"/>
            <a:ext cx="648072" cy="6480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5735960" y="3501008"/>
            <a:ext cx="648072" cy="6480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6456040" y="4509120"/>
            <a:ext cx="648072" cy="6480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896200" y="4509120"/>
            <a:ext cx="648072" cy="6480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35560" y="4932458"/>
            <a:ext cx="30243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prstClr val="black"/>
                </a:solidFill>
                <a:latin typeface="Calibri"/>
              </a:rPr>
              <a:t>2 x 2 x 2 x 3 = 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5560" y="5724545"/>
            <a:ext cx="30243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prstClr val="black"/>
                </a:solidFill>
                <a:latin typeface="Calibri"/>
              </a:rPr>
              <a:t>2³ x 3 = 24</a:t>
            </a:r>
          </a:p>
        </p:txBody>
      </p:sp>
    </p:spTree>
    <p:extLst>
      <p:ext uri="{BB962C8B-B14F-4D97-AF65-F5344CB8AC3E}">
        <p14:creationId xmlns:p14="http://schemas.microsoft.com/office/powerpoint/2010/main" val="495436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9" grpId="0" animBg="1"/>
      <p:bldP spid="20" grpId="0" animBg="1"/>
      <p:bldP spid="21" grpId="0" animBg="1"/>
      <p:bldP spid="22" grpId="0" animBg="1"/>
      <p:bldP spid="23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7EB93-2336-48E2-B47A-A6E879730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Prime factors – I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39D73-80CA-4D44-A898-810AE63CE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3136777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48</a:t>
            </a:r>
            <a:endParaRPr lang="en-A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6EF7E4-DF30-4E29-9954-2D67B7FE567B}"/>
              </a:ext>
            </a:extLst>
          </p:cNvPr>
          <p:cNvSpPr txBox="1">
            <a:spLocks/>
          </p:cNvSpPr>
          <p:nvPr/>
        </p:nvSpPr>
        <p:spPr>
          <a:xfrm>
            <a:off x="4011227" y="1600201"/>
            <a:ext cx="313677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dirty="0"/>
              <a:t>100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8DF05F3-9CA9-466E-8EE7-98813663E122}"/>
              </a:ext>
            </a:extLst>
          </p:cNvPr>
          <p:cNvSpPr txBox="1">
            <a:spLocks/>
          </p:cNvSpPr>
          <p:nvPr/>
        </p:nvSpPr>
        <p:spPr>
          <a:xfrm>
            <a:off x="8077200" y="1600200"/>
            <a:ext cx="313677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dirty="0"/>
              <a:t>75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61015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BDB68-8101-4E49-8FB5-A5959B4C8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Prime factors – we do </a:t>
            </a:r>
            <a:endParaRPr lang="en-A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D94D858-0BAA-4198-93DA-9014A5001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3136777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32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971CFCA-3B2E-4C95-8ED6-23E070CEC0B7}"/>
              </a:ext>
            </a:extLst>
          </p:cNvPr>
          <p:cNvSpPr txBox="1">
            <a:spLocks/>
          </p:cNvSpPr>
          <p:nvPr/>
        </p:nvSpPr>
        <p:spPr>
          <a:xfrm>
            <a:off x="4117759" y="1600201"/>
            <a:ext cx="313677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dirty="0"/>
              <a:t>200</a:t>
            </a:r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9EBE8F9-3515-4131-B060-1074ED3D270F}"/>
              </a:ext>
            </a:extLst>
          </p:cNvPr>
          <p:cNvSpPr txBox="1">
            <a:spLocks/>
          </p:cNvSpPr>
          <p:nvPr/>
        </p:nvSpPr>
        <p:spPr>
          <a:xfrm>
            <a:off x="8183732" y="1600200"/>
            <a:ext cx="313677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dirty="0"/>
              <a:t>44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2243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8024A-C0EE-4883-A103-C6F6EF088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Prime factors – you do (whiteboards)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0616E-140C-4DF2-8B81-D5068DCD6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US" dirty="0"/>
              <a:t>70 </a:t>
            </a:r>
          </a:p>
          <a:p>
            <a:pPr marL="514350" indent="-514350">
              <a:buAutoNum type="alphaLcParenR"/>
            </a:pPr>
            <a:r>
              <a:rPr lang="en-US" dirty="0"/>
              <a:t>45</a:t>
            </a:r>
          </a:p>
          <a:p>
            <a:pPr marL="514350" indent="-514350">
              <a:buAutoNum type="alphaLcParenR"/>
            </a:pPr>
            <a:r>
              <a:rPr lang="en-US" dirty="0"/>
              <a:t>28 </a:t>
            </a:r>
          </a:p>
          <a:p>
            <a:pPr marL="514350" indent="-514350">
              <a:buAutoNum type="alphaLcParenR"/>
            </a:pPr>
            <a:r>
              <a:rPr lang="en-US" dirty="0"/>
              <a:t>400</a:t>
            </a:r>
          </a:p>
          <a:p>
            <a:pPr marL="514350" indent="-514350">
              <a:buAutoNum type="alphaLcParenR"/>
            </a:pPr>
            <a:r>
              <a:rPr lang="en-US" dirty="0"/>
              <a:t>48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32061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D9C76-3159-FF51-7AA5-85CF0F6FE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 of squares </a:t>
            </a:r>
            <a:endParaRPr lang="en-AU" dirty="0"/>
          </a:p>
        </p:txBody>
      </p:sp>
      <p:pic>
        <p:nvPicPr>
          <p:cNvPr id="1028" name="Picture 4" descr="Area of Square Formula: Definition, Formulas and Examples">
            <a:extLst>
              <a:ext uri="{FF2B5EF4-FFF2-40B4-BE49-F238E27FC236}">
                <a16:creationId xmlns:a16="http://schemas.microsoft.com/office/drawing/2014/main" id="{EF3F4FA0-E594-D0EB-D1D6-F83FA4D64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440" y="2228223"/>
            <a:ext cx="2799425" cy="3591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hat is the area of a square with a length of 4cm?">
            <a:extLst>
              <a:ext uri="{FF2B5EF4-FFF2-40B4-BE49-F238E27FC236}">
                <a16:creationId xmlns:a16="http://schemas.microsoft.com/office/drawing/2014/main" id="{3DF2B7B2-5463-2B03-A380-99B0514A4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4" y="1819747"/>
            <a:ext cx="4410075" cy="3790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1.1 Let's be clear: What do we mean by AREA? | G'Day Math">
            <a:extLst>
              <a:ext uri="{FF2B5EF4-FFF2-40B4-BE49-F238E27FC236}">
                <a16:creationId xmlns:a16="http://schemas.microsoft.com/office/drawing/2014/main" id="{2036ED89-42DD-06F8-8EAB-000506B09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572" y="2686286"/>
            <a:ext cx="2219325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34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2EA4B-2FCC-3BA8-8FA1-8E34B758C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 of squares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81337-431E-7970-69A6-B846EC8ED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56595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/>
              <a:t>I do / we do / you do 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60DE33-FB54-FE3D-BEC5-9975216821FB}"/>
              </a:ext>
            </a:extLst>
          </p:cNvPr>
          <p:cNvSpPr/>
          <p:nvPr/>
        </p:nvSpPr>
        <p:spPr>
          <a:xfrm>
            <a:off x="905522" y="2701031"/>
            <a:ext cx="2494625" cy="22371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4B403F-FFFB-B6EB-883C-09C5D452D76F}"/>
              </a:ext>
            </a:extLst>
          </p:cNvPr>
          <p:cNvSpPr/>
          <p:nvPr/>
        </p:nvSpPr>
        <p:spPr>
          <a:xfrm>
            <a:off x="4830931" y="2701031"/>
            <a:ext cx="2494625" cy="22371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64C152-530B-DA09-AF94-A5B1611FBECF}"/>
              </a:ext>
            </a:extLst>
          </p:cNvPr>
          <p:cNvSpPr/>
          <p:nvPr/>
        </p:nvSpPr>
        <p:spPr>
          <a:xfrm>
            <a:off x="8755641" y="2701031"/>
            <a:ext cx="2494625" cy="22371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64513F-69DC-FAB5-E3D4-659C8895A6F1}"/>
              </a:ext>
            </a:extLst>
          </p:cNvPr>
          <p:cNvSpPr txBox="1"/>
          <p:nvPr/>
        </p:nvSpPr>
        <p:spPr>
          <a:xfrm>
            <a:off x="1793601" y="2239366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7cm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1A6983-9C12-191C-77FA-B2A0B81E61DF}"/>
              </a:ext>
            </a:extLst>
          </p:cNvPr>
          <p:cNvSpPr txBox="1"/>
          <p:nvPr/>
        </p:nvSpPr>
        <p:spPr>
          <a:xfrm>
            <a:off x="5803818" y="2239366"/>
            <a:ext cx="745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10m</a:t>
            </a:r>
            <a:endParaRPr lang="en-AU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43F5DF-7B7B-3839-47BE-60F84517A6E9}"/>
              </a:ext>
            </a:extLst>
          </p:cNvPr>
          <p:cNvSpPr txBox="1"/>
          <p:nvPr/>
        </p:nvSpPr>
        <p:spPr>
          <a:xfrm>
            <a:off x="9645552" y="2239366"/>
            <a:ext cx="840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3mm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316951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07958-C869-A5A1-6705-1EC842DBA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 of squares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FE60F-BDA9-6D3C-E4B0-0E8BAFA97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are the dimensions?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2F8162A-A0C2-A01E-C7C7-5E238DE33779}"/>
                  </a:ext>
                </a:extLst>
              </p:cNvPr>
              <p:cNvSpPr/>
              <p:nvPr/>
            </p:nvSpPr>
            <p:spPr>
              <a:xfrm>
                <a:off x="852256" y="2744595"/>
                <a:ext cx="2494625" cy="223717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81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2F8162A-A0C2-A01E-C7C7-5E238DE337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256" y="2744595"/>
                <a:ext cx="2494625" cy="22371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C947A8D-1BEF-54C5-57AF-D7E0943438DE}"/>
                  </a:ext>
                </a:extLst>
              </p:cNvPr>
              <p:cNvSpPr/>
              <p:nvPr/>
            </p:nvSpPr>
            <p:spPr>
              <a:xfrm>
                <a:off x="4848687" y="2744595"/>
                <a:ext cx="2494625" cy="223717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C947A8D-1BEF-54C5-57AF-D7E0943438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8687" y="2744595"/>
                <a:ext cx="2494625" cy="22371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B994A0D-3721-E9B4-12EF-A89461551407}"/>
                  </a:ext>
                </a:extLst>
              </p:cNvPr>
              <p:cNvSpPr/>
              <p:nvPr/>
            </p:nvSpPr>
            <p:spPr>
              <a:xfrm>
                <a:off x="9223899" y="2744594"/>
                <a:ext cx="2494625" cy="223717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49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B994A0D-3721-E9B4-12EF-A894615514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3899" y="2744594"/>
                <a:ext cx="2494625" cy="22371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0885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BD253-ACE3-88F4-1B21-AF7B7592F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Worded questions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B8E083-FE7F-34E7-04AA-8B2D02E569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James has 5 squares that all have the same area. If the TOTAL area of these 5 squares was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180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what are the dimensions of the squares?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B8E083-FE7F-34E7-04AA-8B2D02E569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17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8669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55398-ACE9-4112-BC11-82821A36B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Prime factor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1F69F-0314-43BF-B911-B5AA87F41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Page 105</a:t>
            </a:r>
          </a:p>
          <a:p>
            <a:pPr marL="0" indent="0">
              <a:buNone/>
            </a:pPr>
            <a:r>
              <a:rPr lang="en-US" dirty="0"/>
              <a:t>Questions 4 – 8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Then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Page 207 </a:t>
            </a:r>
          </a:p>
          <a:p>
            <a:pPr marL="0" indent="0">
              <a:buNone/>
            </a:pPr>
            <a:r>
              <a:rPr lang="en-AU" dirty="0"/>
              <a:t>Questions 6 – 9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031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224</Words>
  <Application>Microsoft Office PowerPoint</Application>
  <PresentationFormat>Widescreen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1_Office Theme</vt:lpstr>
      <vt:lpstr>Lesson objective </vt:lpstr>
      <vt:lpstr>Prime factor form</vt:lpstr>
      <vt:lpstr>Express 36 as a product of primes:</vt:lpstr>
      <vt:lpstr>Express 24 as a product of primes:</vt:lpstr>
      <vt:lpstr>Prime factors – I do </vt:lpstr>
      <vt:lpstr>Prime factors – we do </vt:lpstr>
      <vt:lpstr>Prime factors – you do (whiteboards)</vt:lpstr>
      <vt:lpstr>Area of squares </vt:lpstr>
      <vt:lpstr>Area of squares </vt:lpstr>
      <vt:lpstr>Area of squares </vt:lpstr>
      <vt:lpstr>Worded questions </vt:lpstr>
      <vt:lpstr>Prime factor practice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8</cp:revision>
  <dcterms:created xsi:type="dcterms:W3CDTF">2022-03-15T23:27:45Z</dcterms:created>
  <dcterms:modified xsi:type="dcterms:W3CDTF">2023-03-22T05:20:53Z</dcterms:modified>
</cp:coreProperties>
</file>