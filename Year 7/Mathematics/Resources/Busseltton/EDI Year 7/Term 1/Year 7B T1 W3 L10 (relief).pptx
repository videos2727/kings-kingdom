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F78812-A422-425F-B38C-1EDC7E5F0A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9D31AC-EA4D-4F14-876F-A4D5B554B9C2}">
      <dgm:prSet/>
      <dgm:spPr/>
      <dgm:t>
        <a:bodyPr/>
        <a:lstStyle/>
        <a:p>
          <a:r>
            <a:rPr lang="en-AU" dirty="0"/>
            <a:t>Page 292 – Skills ladder  </a:t>
          </a:r>
          <a:endParaRPr lang="en-US" dirty="0"/>
        </a:p>
      </dgm:t>
    </dgm:pt>
    <dgm:pt modelId="{14680A92-E0C6-4008-BC41-9FD9EA254187}" type="parTrans" cxnId="{32BEF5DF-6298-41F2-A562-1FE424509E21}">
      <dgm:prSet/>
      <dgm:spPr/>
      <dgm:t>
        <a:bodyPr/>
        <a:lstStyle/>
        <a:p>
          <a:endParaRPr lang="en-US"/>
        </a:p>
      </dgm:t>
    </dgm:pt>
    <dgm:pt modelId="{3F0A3D12-7A16-4C47-982F-7666BF7C2081}" type="sibTrans" cxnId="{32BEF5DF-6298-41F2-A562-1FE424509E21}">
      <dgm:prSet/>
      <dgm:spPr/>
      <dgm:t>
        <a:bodyPr/>
        <a:lstStyle/>
        <a:p>
          <a:endParaRPr lang="en-US"/>
        </a:p>
      </dgm:t>
    </dgm:pt>
    <dgm:pt modelId="{3C90E0DF-1789-414E-A784-97543AACF316}">
      <dgm:prSet/>
      <dgm:spPr/>
      <dgm:t>
        <a:bodyPr/>
        <a:lstStyle/>
        <a:p>
          <a:r>
            <a:rPr lang="en-AU" dirty="0"/>
            <a:t>Questions 6 - 11 </a:t>
          </a:r>
          <a:endParaRPr lang="en-US" dirty="0"/>
        </a:p>
      </dgm:t>
    </dgm:pt>
    <dgm:pt modelId="{B509CD04-55B1-4C91-9228-224E242DB2FB}" type="parTrans" cxnId="{6052E3F5-6812-484B-9FFE-4F48C3E59F26}">
      <dgm:prSet/>
      <dgm:spPr/>
      <dgm:t>
        <a:bodyPr/>
        <a:lstStyle/>
        <a:p>
          <a:endParaRPr lang="en-US"/>
        </a:p>
      </dgm:t>
    </dgm:pt>
    <dgm:pt modelId="{B5E4739F-0C14-4629-AF6A-6CA4C1E8A40A}" type="sibTrans" cxnId="{6052E3F5-6812-484B-9FFE-4F48C3E59F26}">
      <dgm:prSet/>
      <dgm:spPr/>
      <dgm:t>
        <a:bodyPr/>
        <a:lstStyle/>
        <a:p>
          <a:endParaRPr lang="en-US"/>
        </a:p>
      </dgm:t>
    </dgm:pt>
    <dgm:pt modelId="{4A4412BA-F6A9-4118-BCDF-928531BE8B36}">
      <dgm:prSet/>
      <dgm:spPr/>
      <dgm:t>
        <a:bodyPr/>
        <a:lstStyle/>
        <a:p>
          <a:r>
            <a:rPr lang="en-AU" dirty="0"/>
            <a:t>If you have finished early go to page 297, questions 9 -13 </a:t>
          </a:r>
          <a:endParaRPr lang="en-US" dirty="0"/>
        </a:p>
      </dgm:t>
    </dgm:pt>
    <dgm:pt modelId="{43C839ED-2C69-426C-8291-291518ED5EC1}" type="parTrans" cxnId="{51A9D546-42FD-4DEB-9C1C-7758E4E59E35}">
      <dgm:prSet/>
      <dgm:spPr/>
      <dgm:t>
        <a:bodyPr/>
        <a:lstStyle/>
        <a:p>
          <a:endParaRPr lang="en-US"/>
        </a:p>
      </dgm:t>
    </dgm:pt>
    <dgm:pt modelId="{23F5B3AA-708F-4547-8591-3C612A66023B}" type="sibTrans" cxnId="{51A9D546-42FD-4DEB-9C1C-7758E4E59E35}">
      <dgm:prSet/>
      <dgm:spPr/>
      <dgm:t>
        <a:bodyPr/>
        <a:lstStyle/>
        <a:p>
          <a:endParaRPr lang="en-US"/>
        </a:p>
      </dgm:t>
    </dgm:pt>
    <dgm:pt modelId="{0BF5CA20-5471-4894-8949-210FF4D8D9C8}" type="pres">
      <dgm:prSet presAssocID="{C6F78812-A422-425F-B38C-1EDC7E5F0A09}" presName="root" presStyleCnt="0">
        <dgm:presLayoutVars>
          <dgm:dir/>
          <dgm:resizeHandles val="exact"/>
        </dgm:presLayoutVars>
      </dgm:prSet>
      <dgm:spPr/>
    </dgm:pt>
    <dgm:pt modelId="{24FE0F6B-E492-43DF-829A-5302C2B8D5B6}" type="pres">
      <dgm:prSet presAssocID="{F69D31AC-EA4D-4F14-876F-A4D5B554B9C2}" presName="compNode" presStyleCnt="0"/>
      <dgm:spPr/>
    </dgm:pt>
    <dgm:pt modelId="{D8FDB866-A0E5-41EC-96CE-1EF4F06E0913}" type="pres">
      <dgm:prSet presAssocID="{F69D31AC-EA4D-4F14-876F-A4D5B554B9C2}" presName="bgRect" presStyleLbl="bgShp" presStyleIdx="0" presStyleCnt="3"/>
      <dgm:spPr/>
    </dgm:pt>
    <dgm:pt modelId="{1095CD89-8B7D-4985-AEC2-F2F54058A649}" type="pres">
      <dgm:prSet presAssocID="{F69D31AC-EA4D-4F14-876F-A4D5B554B9C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263B6B2-438C-4E3B-936F-D903E84162C4}" type="pres">
      <dgm:prSet presAssocID="{F69D31AC-EA4D-4F14-876F-A4D5B554B9C2}" presName="spaceRect" presStyleCnt="0"/>
      <dgm:spPr/>
    </dgm:pt>
    <dgm:pt modelId="{AA2EA099-F465-4C27-8060-716BC5AD7763}" type="pres">
      <dgm:prSet presAssocID="{F69D31AC-EA4D-4F14-876F-A4D5B554B9C2}" presName="parTx" presStyleLbl="revTx" presStyleIdx="0" presStyleCnt="3">
        <dgm:presLayoutVars>
          <dgm:chMax val="0"/>
          <dgm:chPref val="0"/>
        </dgm:presLayoutVars>
      </dgm:prSet>
      <dgm:spPr/>
    </dgm:pt>
    <dgm:pt modelId="{359F003B-AB2C-4C5C-931B-5059D76A267C}" type="pres">
      <dgm:prSet presAssocID="{3F0A3D12-7A16-4C47-982F-7666BF7C2081}" presName="sibTrans" presStyleCnt="0"/>
      <dgm:spPr/>
    </dgm:pt>
    <dgm:pt modelId="{014B93E7-0DFF-4960-8324-FC4315F13500}" type="pres">
      <dgm:prSet presAssocID="{3C90E0DF-1789-414E-A784-97543AACF316}" presName="compNode" presStyleCnt="0"/>
      <dgm:spPr/>
    </dgm:pt>
    <dgm:pt modelId="{FEFED805-A982-4FB5-9924-19C2DCCF027B}" type="pres">
      <dgm:prSet presAssocID="{3C90E0DF-1789-414E-A784-97543AACF316}" presName="bgRect" presStyleLbl="bgShp" presStyleIdx="1" presStyleCnt="3"/>
      <dgm:spPr/>
    </dgm:pt>
    <dgm:pt modelId="{FE1EDE44-F96D-479A-8685-7F05312BF035}" type="pres">
      <dgm:prSet presAssocID="{3C90E0DF-1789-414E-A784-97543AACF3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68850E5C-E979-4AEA-8CEA-C3C63A332D29}" type="pres">
      <dgm:prSet presAssocID="{3C90E0DF-1789-414E-A784-97543AACF316}" presName="spaceRect" presStyleCnt="0"/>
      <dgm:spPr/>
    </dgm:pt>
    <dgm:pt modelId="{6922B9FF-7D22-44B4-90FB-6A13BC891CE8}" type="pres">
      <dgm:prSet presAssocID="{3C90E0DF-1789-414E-A784-97543AACF316}" presName="parTx" presStyleLbl="revTx" presStyleIdx="1" presStyleCnt="3">
        <dgm:presLayoutVars>
          <dgm:chMax val="0"/>
          <dgm:chPref val="0"/>
        </dgm:presLayoutVars>
      </dgm:prSet>
      <dgm:spPr/>
    </dgm:pt>
    <dgm:pt modelId="{B59EC6D0-48D8-458B-9046-7C6DC2B0430C}" type="pres">
      <dgm:prSet presAssocID="{B5E4739F-0C14-4629-AF6A-6CA4C1E8A40A}" presName="sibTrans" presStyleCnt="0"/>
      <dgm:spPr/>
    </dgm:pt>
    <dgm:pt modelId="{A9F2815A-154A-42F6-9A3D-6B561C40BED3}" type="pres">
      <dgm:prSet presAssocID="{4A4412BA-F6A9-4118-BCDF-928531BE8B36}" presName="compNode" presStyleCnt="0"/>
      <dgm:spPr/>
    </dgm:pt>
    <dgm:pt modelId="{0A5DFFA9-20A3-4EAD-8C2C-8067DAE3FFF5}" type="pres">
      <dgm:prSet presAssocID="{4A4412BA-F6A9-4118-BCDF-928531BE8B36}" presName="bgRect" presStyleLbl="bgShp" presStyleIdx="2" presStyleCnt="3"/>
      <dgm:spPr/>
    </dgm:pt>
    <dgm:pt modelId="{06681C5A-F61C-46D3-86BF-A8456DCAF9E5}" type="pres">
      <dgm:prSet presAssocID="{4A4412BA-F6A9-4118-BCDF-928531BE8B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383B6107-83B6-4328-97BC-348325C6944F}" type="pres">
      <dgm:prSet presAssocID="{4A4412BA-F6A9-4118-BCDF-928531BE8B36}" presName="spaceRect" presStyleCnt="0"/>
      <dgm:spPr/>
    </dgm:pt>
    <dgm:pt modelId="{EC0C8A44-9676-4B01-8BB7-F97E5D33A11A}" type="pres">
      <dgm:prSet presAssocID="{4A4412BA-F6A9-4118-BCDF-928531BE8B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A9D546-42FD-4DEB-9C1C-7758E4E59E35}" srcId="{C6F78812-A422-425F-B38C-1EDC7E5F0A09}" destId="{4A4412BA-F6A9-4118-BCDF-928531BE8B36}" srcOrd="2" destOrd="0" parTransId="{43C839ED-2C69-426C-8291-291518ED5EC1}" sibTransId="{23F5B3AA-708F-4547-8591-3C612A66023B}"/>
    <dgm:cxn modelId="{558CE77A-1AE8-4B2A-855E-21DE27E6EBCD}" type="presOf" srcId="{F69D31AC-EA4D-4F14-876F-A4D5B554B9C2}" destId="{AA2EA099-F465-4C27-8060-716BC5AD7763}" srcOrd="0" destOrd="0" presId="urn:microsoft.com/office/officeart/2018/2/layout/IconVerticalSolidList"/>
    <dgm:cxn modelId="{32C68590-ADDD-4697-8929-8687108FF14D}" type="presOf" srcId="{4A4412BA-F6A9-4118-BCDF-928531BE8B36}" destId="{EC0C8A44-9676-4B01-8BB7-F97E5D33A11A}" srcOrd="0" destOrd="0" presId="urn:microsoft.com/office/officeart/2018/2/layout/IconVerticalSolidList"/>
    <dgm:cxn modelId="{1B3B56C0-47B1-4FAA-A457-B3500BA01303}" type="presOf" srcId="{3C90E0DF-1789-414E-A784-97543AACF316}" destId="{6922B9FF-7D22-44B4-90FB-6A13BC891CE8}" srcOrd="0" destOrd="0" presId="urn:microsoft.com/office/officeart/2018/2/layout/IconVerticalSolidList"/>
    <dgm:cxn modelId="{32BEF5DF-6298-41F2-A562-1FE424509E21}" srcId="{C6F78812-A422-425F-B38C-1EDC7E5F0A09}" destId="{F69D31AC-EA4D-4F14-876F-A4D5B554B9C2}" srcOrd="0" destOrd="0" parTransId="{14680A92-E0C6-4008-BC41-9FD9EA254187}" sibTransId="{3F0A3D12-7A16-4C47-982F-7666BF7C2081}"/>
    <dgm:cxn modelId="{EE9664EA-A753-4E8B-9C42-29CD8D301F70}" type="presOf" srcId="{C6F78812-A422-425F-B38C-1EDC7E5F0A09}" destId="{0BF5CA20-5471-4894-8949-210FF4D8D9C8}" srcOrd="0" destOrd="0" presId="urn:microsoft.com/office/officeart/2018/2/layout/IconVerticalSolidList"/>
    <dgm:cxn modelId="{6052E3F5-6812-484B-9FFE-4F48C3E59F26}" srcId="{C6F78812-A422-425F-B38C-1EDC7E5F0A09}" destId="{3C90E0DF-1789-414E-A784-97543AACF316}" srcOrd="1" destOrd="0" parTransId="{B509CD04-55B1-4C91-9228-224E242DB2FB}" sibTransId="{B5E4739F-0C14-4629-AF6A-6CA4C1E8A40A}"/>
    <dgm:cxn modelId="{25FF2147-52CB-4FCC-9D52-982DC53C62FA}" type="presParOf" srcId="{0BF5CA20-5471-4894-8949-210FF4D8D9C8}" destId="{24FE0F6B-E492-43DF-829A-5302C2B8D5B6}" srcOrd="0" destOrd="0" presId="urn:microsoft.com/office/officeart/2018/2/layout/IconVerticalSolidList"/>
    <dgm:cxn modelId="{C1A0069A-3229-4CDF-BC13-0B60BD410D4C}" type="presParOf" srcId="{24FE0F6B-E492-43DF-829A-5302C2B8D5B6}" destId="{D8FDB866-A0E5-41EC-96CE-1EF4F06E0913}" srcOrd="0" destOrd="0" presId="urn:microsoft.com/office/officeart/2018/2/layout/IconVerticalSolidList"/>
    <dgm:cxn modelId="{8B26FEB9-E3A3-4DCA-8F1E-41D0B906FFEB}" type="presParOf" srcId="{24FE0F6B-E492-43DF-829A-5302C2B8D5B6}" destId="{1095CD89-8B7D-4985-AEC2-F2F54058A649}" srcOrd="1" destOrd="0" presId="urn:microsoft.com/office/officeart/2018/2/layout/IconVerticalSolidList"/>
    <dgm:cxn modelId="{0A505CEC-F839-489B-87AB-22AFA0918523}" type="presParOf" srcId="{24FE0F6B-E492-43DF-829A-5302C2B8D5B6}" destId="{A263B6B2-438C-4E3B-936F-D903E84162C4}" srcOrd="2" destOrd="0" presId="urn:microsoft.com/office/officeart/2018/2/layout/IconVerticalSolidList"/>
    <dgm:cxn modelId="{8E85D6F4-1BFB-439F-A75C-72020733C650}" type="presParOf" srcId="{24FE0F6B-E492-43DF-829A-5302C2B8D5B6}" destId="{AA2EA099-F465-4C27-8060-716BC5AD7763}" srcOrd="3" destOrd="0" presId="urn:microsoft.com/office/officeart/2018/2/layout/IconVerticalSolidList"/>
    <dgm:cxn modelId="{D68860B6-D532-428D-9F64-31208BE91480}" type="presParOf" srcId="{0BF5CA20-5471-4894-8949-210FF4D8D9C8}" destId="{359F003B-AB2C-4C5C-931B-5059D76A267C}" srcOrd="1" destOrd="0" presId="urn:microsoft.com/office/officeart/2018/2/layout/IconVerticalSolidList"/>
    <dgm:cxn modelId="{BE755734-8172-49D4-912B-9F1C49D550EB}" type="presParOf" srcId="{0BF5CA20-5471-4894-8949-210FF4D8D9C8}" destId="{014B93E7-0DFF-4960-8324-FC4315F13500}" srcOrd="2" destOrd="0" presId="urn:microsoft.com/office/officeart/2018/2/layout/IconVerticalSolidList"/>
    <dgm:cxn modelId="{8329963D-1382-498A-B3EF-5D3C4A928329}" type="presParOf" srcId="{014B93E7-0DFF-4960-8324-FC4315F13500}" destId="{FEFED805-A982-4FB5-9924-19C2DCCF027B}" srcOrd="0" destOrd="0" presId="urn:microsoft.com/office/officeart/2018/2/layout/IconVerticalSolidList"/>
    <dgm:cxn modelId="{20FE331C-0E9C-4FE6-850C-B3563D85375C}" type="presParOf" srcId="{014B93E7-0DFF-4960-8324-FC4315F13500}" destId="{FE1EDE44-F96D-479A-8685-7F05312BF035}" srcOrd="1" destOrd="0" presId="urn:microsoft.com/office/officeart/2018/2/layout/IconVerticalSolidList"/>
    <dgm:cxn modelId="{5654968A-255A-4AD2-BB5B-8C81D84E1083}" type="presParOf" srcId="{014B93E7-0DFF-4960-8324-FC4315F13500}" destId="{68850E5C-E979-4AEA-8CEA-C3C63A332D29}" srcOrd="2" destOrd="0" presId="urn:microsoft.com/office/officeart/2018/2/layout/IconVerticalSolidList"/>
    <dgm:cxn modelId="{E311FFC8-2D90-4399-B24D-294067A03A8E}" type="presParOf" srcId="{014B93E7-0DFF-4960-8324-FC4315F13500}" destId="{6922B9FF-7D22-44B4-90FB-6A13BC891CE8}" srcOrd="3" destOrd="0" presId="urn:microsoft.com/office/officeart/2018/2/layout/IconVerticalSolidList"/>
    <dgm:cxn modelId="{6C5216F8-4B52-478C-AB26-FFBEA3447658}" type="presParOf" srcId="{0BF5CA20-5471-4894-8949-210FF4D8D9C8}" destId="{B59EC6D0-48D8-458B-9046-7C6DC2B0430C}" srcOrd="3" destOrd="0" presId="urn:microsoft.com/office/officeart/2018/2/layout/IconVerticalSolidList"/>
    <dgm:cxn modelId="{1FDD5296-EF7A-4859-8173-E1CC87C11546}" type="presParOf" srcId="{0BF5CA20-5471-4894-8949-210FF4D8D9C8}" destId="{A9F2815A-154A-42F6-9A3D-6B561C40BED3}" srcOrd="4" destOrd="0" presId="urn:microsoft.com/office/officeart/2018/2/layout/IconVerticalSolidList"/>
    <dgm:cxn modelId="{B4EF9FDD-9B2C-421A-A2A0-E7BDD68674EE}" type="presParOf" srcId="{A9F2815A-154A-42F6-9A3D-6B561C40BED3}" destId="{0A5DFFA9-20A3-4EAD-8C2C-8067DAE3FFF5}" srcOrd="0" destOrd="0" presId="urn:microsoft.com/office/officeart/2018/2/layout/IconVerticalSolidList"/>
    <dgm:cxn modelId="{DC11CF0A-C23E-4208-9DC7-D12D35B2EA7B}" type="presParOf" srcId="{A9F2815A-154A-42F6-9A3D-6B561C40BED3}" destId="{06681C5A-F61C-46D3-86BF-A8456DCAF9E5}" srcOrd="1" destOrd="0" presId="urn:microsoft.com/office/officeart/2018/2/layout/IconVerticalSolidList"/>
    <dgm:cxn modelId="{9E5200E6-4337-405B-96C7-83839C5AE10D}" type="presParOf" srcId="{A9F2815A-154A-42F6-9A3D-6B561C40BED3}" destId="{383B6107-83B6-4328-97BC-348325C6944F}" srcOrd="2" destOrd="0" presId="urn:microsoft.com/office/officeart/2018/2/layout/IconVerticalSolidList"/>
    <dgm:cxn modelId="{3FAD6444-0A61-44A6-9C00-268959FD3C9F}" type="presParOf" srcId="{A9F2815A-154A-42F6-9A3D-6B561C40BED3}" destId="{EC0C8A44-9676-4B01-8BB7-F97E5D33A1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DB866-A0E5-41EC-96CE-1EF4F06E0913}">
      <dsp:nvSpPr>
        <dsp:cNvPr id="0" name=""/>
        <dsp:cNvSpPr/>
      </dsp:nvSpPr>
      <dsp:spPr>
        <a:xfrm>
          <a:off x="0" y="673"/>
          <a:ext cx="6594475" cy="15766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5CD89-8B7D-4985-AEC2-F2F54058A649}">
      <dsp:nvSpPr>
        <dsp:cNvPr id="0" name=""/>
        <dsp:cNvSpPr/>
      </dsp:nvSpPr>
      <dsp:spPr>
        <a:xfrm>
          <a:off x="476946" y="355427"/>
          <a:ext cx="867175" cy="8671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EA099-F465-4C27-8060-716BC5AD7763}">
      <dsp:nvSpPr>
        <dsp:cNvPr id="0" name=""/>
        <dsp:cNvSpPr/>
      </dsp:nvSpPr>
      <dsp:spPr>
        <a:xfrm>
          <a:off x="1821068" y="673"/>
          <a:ext cx="4773406" cy="1576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66" tIns="166866" rIns="166866" bIns="1668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Page 292 – Skills ladder  </a:t>
          </a:r>
          <a:endParaRPr lang="en-US" sz="2500" kern="1200" dirty="0"/>
        </a:p>
      </dsp:txBody>
      <dsp:txXfrm>
        <a:off x="1821068" y="673"/>
        <a:ext cx="4773406" cy="1576682"/>
      </dsp:txXfrm>
    </dsp:sp>
    <dsp:sp modelId="{FEFED805-A982-4FB5-9924-19C2DCCF027B}">
      <dsp:nvSpPr>
        <dsp:cNvPr id="0" name=""/>
        <dsp:cNvSpPr/>
      </dsp:nvSpPr>
      <dsp:spPr>
        <a:xfrm>
          <a:off x="0" y="1971527"/>
          <a:ext cx="6594475" cy="15766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EDE44-F96D-479A-8685-7F05312BF035}">
      <dsp:nvSpPr>
        <dsp:cNvPr id="0" name=""/>
        <dsp:cNvSpPr/>
      </dsp:nvSpPr>
      <dsp:spPr>
        <a:xfrm>
          <a:off x="476946" y="2326281"/>
          <a:ext cx="867175" cy="8671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2B9FF-7D22-44B4-90FB-6A13BC891CE8}">
      <dsp:nvSpPr>
        <dsp:cNvPr id="0" name=""/>
        <dsp:cNvSpPr/>
      </dsp:nvSpPr>
      <dsp:spPr>
        <a:xfrm>
          <a:off x="1821068" y="1971527"/>
          <a:ext cx="4773406" cy="1576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66" tIns="166866" rIns="166866" bIns="1668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Questions 6 - 11 </a:t>
          </a:r>
          <a:endParaRPr lang="en-US" sz="2500" kern="1200" dirty="0"/>
        </a:p>
      </dsp:txBody>
      <dsp:txXfrm>
        <a:off x="1821068" y="1971527"/>
        <a:ext cx="4773406" cy="1576682"/>
      </dsp:txXfrm>
    </dsp:sp>
    <dsp:sp modelId="{0A5DFFA9-20A3-4EAD-8C2C-8067DAE3FFF5}">
      <dsp:nvSpPr>
        <dsp:cNvPr id="0" name=""/>
        <dsp:cNvSpPr/>
      </dsp:nvSpPr>
      <dsp:spPr>
        <a:xfrm>
          <a:off x="0" y="3942381"/>
          <a:ext cx="6594475" cy="15766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81C5A-F61C-46D3-86BF-A8456DCAF9E5}">
      <dsp:nvSpPr>
        <dsp:cNvPr id="0" name=""/>
        <dsp:cNvSpPr/>
      </dsp:nvSpPr>
      <dsp:spPr>
        <a:xfrm>
          <a:off x="476946" y="4297134"/>
          <a:ext cx="867175" cy="8671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C8A44-9676-4B01-8BB7-F97E5D33A11A}">
      <dsp:nvSpPr>
        <dsp:cNvPr id="0" name=""/>
        <dsp:cNvSpPr/>
      </dsp:nvSpPr>
      <dsp:spPr>
        <a:xfrm>
          <a:off x="1821068" y="3942381"/>
          <a:ext cx="4773406" cy="1576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66" tIns="166866" rIns="166866" bIns="1668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If you have finished early go to page 297, questions 9 -13 </a:t>
          </a:r>
          <a:endParaRPr lang="en-US" sz="2500" kern="1200" dirty="0"/>
        </a:p>
      </dsp:txBody>
      <dsp:txXfrm>
        <a:off x="1821068" y="3942381"/>
        <a:ext cx="4773406" cy="15766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7869-BF16-4B7E-86B1-E5B5CA70F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4D8E5-24D8-4D66-8A32-4FF40AF5B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A3FC4-B33F-4FB2-8FD7-0AB97196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FC60-7D99-4C59-B0D1-A5A25F37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983DD-6559-4C73-94BA-FF91BD49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9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9F51-2CD4-41A8-8888-9F3DFE3BA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8E0EA-5908-4BFD-BF8E-E287721EA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7B71D-B437-40F6-8095-DC1C7595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1AC1E-F2DB-4E48-A949-A8217798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6828-0107-4ABF-A649-E0BED211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120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6517-808B-402D-972B-4F799E62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13141-72AC-4FC9-AF4B-A32AB2F34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C3A4-BCC4-40FE-B5AE-6301CC14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BF90E-AEC8-4EE6-B616-006337CD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D054D-F86D-4B24-9AB4-AFF52CC0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35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FBA7-327C-4E38-9A29-05267A5F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F4899-B382-4B57-B892-9988480E1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372C8-C78A-4F76-AE7B-83C606CF6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DBD3-0D7F-4ABD-822B-2F3AC810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37E78-C804-4632-94B1-029F98ED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17CBF-A9DB-44AE-9BA2-87250340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5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B75D-49F7-4D0B-9A7B-7DF8841B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A6F4A-75B8-4B42-9408-4B9F33E7C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F5EEA-C16C-40B4-AE0B-C35C0700C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BCA714-A2E8-44E5-87FD-46E954D1E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8B362-4450-4B85-B45D-8E7319601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43363-6B68-480D-AED9-C30D0D93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7060B-0A1B-41ED-A7F6-8EF5F089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ED21A-BAB2-47CC-98A5-1D63542D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12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DD1C-5957-429A-BFE6-18E24DAD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5AFF0-B14D-43C0-9C47-6FF952EC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FB6D9A-9F28-49CA-A5C7-462B3086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E7FA8-7673-4E07-846A-B4966AAD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05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A7AA02-CBE9-4918-9A49-CAEF2DE9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7F45A-2A39-47F7-BF0B-FC1182B2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2199F-0EDB-49BF-ADD1-ABC33E9B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67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C652-7E5B-4F3D-AC79-DD98EF1F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3FDF-3FB2-4A03-9DCB-54B8D26A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5F42D-8957-4741-8B4D-A4913811E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237A2-E636-4223-BD8F-EAE66CFF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5162C-9550-4DF3-8064-8EFEF72E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D224A-E508-4CFC-A2EF-2CDC74B3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10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5815-F8FB-48DA-843B-B24656C8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B97AB-C724-46BD-B8F6-2B2BD42B8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B1F8A-7737-4FAB-B56D-B71E672D4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03C64-B806-4737-B768-EE3053E5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3A3B8-5C38-4729-B7E3-9D3BE3D1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7D6AF-452F-4140-ACBB-7FA23BBC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91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CF99-267D-4D8A-B53F-37F21C87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082EC-C51A-41A2-B613-EC0E4E5C9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1AFEA-8EE9-4A29-ABBC-A3D1A0DE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B6179-97AC-46F1-8D73-450E2B25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ADA6D-4F17-43E4-B4D8-BF462D40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57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3E68AF-EA2E-4A7B-9649-C718B59B0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052CF-E926-43E4-A081-552A5BB6C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28205-7D5B-4CB4-ABC2-09D7D060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B86F8-9B3C-4075-88C1-A731E52D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F3D2A-3686-4A5B-8B6B-95182A5B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78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753BF0-7B3B-4920-888D-8D154BA8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0ED2A-BB36-444E-9DB6-99C8FEA9D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D2F5-65B4-48FD-89F5-DF4475DE9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11EC7-7B6F-4EB2-9159-10C907599091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5CA4F-B64C-41DF-A639-7F3D2AFEE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81616-BACD-4EF3-BFCA-CE84E5571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30482-F71E-4ADE-BD9A-1091F1D332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579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ECCE95-3A47-4953-BAB2-F8DC6415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B36F2C-FE61-4101-BCDF-2EA3122CE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Topic review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Be able to add and subtract integers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Skills practice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Adding integers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Subtracting integers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23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6CF1-2A34-4EEE-8256-38A69FBA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BAA6E-082A-4BE3-AB06-35884330D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30 seconds, help the person next you complete the sentence: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Adding a negative number is the same as _________.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_______ a Negative number is the same as adding.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20 + (-7) = </a:t>
            </a:r>
          </a:p>
          <a:p>
            <a:pPr marL="514350" indent="-514350">
              <a:buAutoNum type="alphaLcParenR"/>
            </a:pPr>
            <a:r>
              <a:rPr lang="en-US" dirty="0"/>
              <a:t>20 – (-7)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820C6-8A1B-492B-AE16-0E146DA217E9}"/>
              </a:ext>
            </a:extLst>
          </p:cNvPr>
          <p:cNvSpPr txBox="1"/>
          <p:nvPr/>
        </p:nvSpPr>
        <p:spPr>
          <a:xfrm>
            <a:off x="1180730" y="3770461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Subtracting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B1341-202E-433C-A143-ECB544650779}"/>
              </a:ext>
            </a:extLst>
          </p:cNvPr>
          <p:cNvSpPr txBox="1"/>
          <p:nvPr/>
        </p:nvSpPr>
        <p:spPr>
          <a:xfrm>
            <a:off x="7405457" y="2806824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Subtracting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4928D-ADEF-46DC-966C-DF74E470DBAC}"/>
              </a:ext>
            </a:extLst>
          </p:cNvPr>
          <p:cNvSpPr txBox="1"/>
          <p:nvPr/>
        </p:nvSpPr>
        <p:spPr>
          <a:xfrm>
            <a:off x="3187084" y="4856086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13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F9DA2-82E2-4F67-9BB9-33CBEB80F41C}"/>
              </a:ext>
            </a:extLst>
          </p:cNvPr>
          <p:cNvSpPr txBox="1"/>
          <p:nvPr/>
        </p:nvSpPr>
        <p:spPr>
          <a:xfrm>
            <a:off x="3187084" y="5427854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27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4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7258-25BD-4FFC-8963-0264A82E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19453-8496-434A-9785-73A8794D4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ticks and crosses to show your answers.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Means positive 1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× means negative 1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10 + (-5) = </a:t>
            </a:r>
          </a:p>
          <a:p>
            <a:pPr marL="514350" indent="-514350">
              <a:buAutoNum type="alphaLcParenR"/>
            </a:pPr>
            <a:r>
              <a:rPr lang="en-US" dirty="0"/>
              <a:t>(-6) + (-6) = </a:t>
            </a:r>
          </a:p>
          <a:p>
            <a:pPr marL="514350" indent="-514350">
              <a:buAutoNum type="alphaLcParenR"/>
            </a:pPr>
            <a:r>
              <a:rPr lang="en-US" dirty="0"/>
              <a:t>9 + (-8) = </a:t>
            </a:r>
          </a:p>
          <a:p>
            <a:pPr marL="514350" indent="-514350">
              <a:buAutoNum type="alphaLcParenR"/>
            </a:pPr>
            <a:r>
              <a:rPr lang="en-US" dirty="0"/>
              <a:t>(-11) + 12 = </a:t>
            </a:r>
          </a:p>
          <a:p>
            <a:pPr marL="514350" indent="-514350">
              <a:buAutoNum type="alphaL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123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2FE4-A9DB-48B9-A56C-9CED1FB6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8111" y="116257"/>
            <a:ext cx="10515600" cy="1325563"/>
          </a:xfrm>
        </p:spPr>
        <p:txBody>
          <a:bodyPr/>
          <a:lstStyle/>
          <a:p>
            <a:r>
              <a:rPr lang="en-AU" dirty="0"/>
              <a:t>Review of + &amp; - (in exercise books)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09F260B-C134-4262-947A-3CBA48DBD7F1}"/>
              </a:ext>
            </a:extLst>
          </p:cNvPr>
          <p:cNvSpPr/>
          <p:nvPr/>
        </p:nvSpPr>
        <p:spPr>
          <a:xfrm>
            <a:off x="185195" y="1282044"/>
            <a:ext cx="3553428" cy="545969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7B7959-7584-4D38-8CE6-DD849E33D598}"/>
              </a:ext>
            </a:extLst>
          </p:cNvPr>
          <p:cNvSpPr/>
          <p:nvPr/>
        </p:nvSpPr>
        <p:spPr>
          <a:xfrm>
            <a:off x="4249838" y="1351192"/>
            <a:ext cx="3553428" cy="5459700"/>
          </a:xfrm>
          <a:prstGeom prst="round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DA150B-7B11-49CB-B8DC-8AD8857AAB3C}"/>
              </a:ext>
            </a:extLst>
          </p:cNvPr>
          <p:cNvSpPr/>
          <p:nvPr/>
        </p:nvSpPr>
        <p:spPr>
          <a:xfrm>
            <a:off x="8314481" y="1282042"/>
            <a:ext cx="3553428" cy="5459701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897B01-D5F8-4BD6-8DC1-EB1328026F95}"/>
                  </a:ext>
                </a:extLst>
              </p:cNvPr>
              <p:cNvSpPr txBox="1"/>
              <p:nvPr/>
            </p:nvSpPr>
            <p:spPr>
              <a:xfrm>
                <a:off x="8644519" y="1957383"/>
                <a:ext cx="322339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 ……. 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79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000" b="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 ……. =−50 </m:t>
                      </m:r>
                    </m:oMath>
                  </m:oMathPara>
                </a14:m>
                <a:endParaRPr lang="en-AU" sz="2000" b="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….. 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=100 </m:t>
                      </m:r>
                    </m:oMath>
                  </m:oMathPara>
                </a14:m>
                <a:endParaRPr lang="en-AU" sz="2000" b="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….. +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=−45 </m:t>
                      </m:r>
                    </m:oMath>
                  </m:oMathPara>
                </a14:m>
                <a:endParaRPr lang="en-AU" sz="2000" b="0" dirty="0"/>
              </a:p>
              <a:p>
                <a:endParaRPr lang="en-AU" sz="2000" dirty="0"/>
              </a:p>
              <a:p>
                <a:r>
                  <a:rPr lang="en-AU" sz="2000" dirty="0"/>
                  <a:t>What is the difference between 10 and (-200)?</a:t>
                </a:r>
              </a:p>
              <a:p>
                <a:endParaRPr lang="en-AU" sz="2000" dirty="0"/>
              </a:p>
              <a:p>
                <a:r>
                  <a:rPr lang="en-AU" sz="2000" dirty="0"/>
                  <a:t>What is the difference between (-100) and (-80)?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897B01-D5F8-4BD6-8DC1-EB1328026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4519" y="1957383"/>
                <a:ext cx="3223390" cy="4093428"/>
              </a:xfrm>
              <a:prstGeom prst="rect">
                <a:avLst/>
              </a:prstGeom>
              <a:blipFill>
                <a:blip r:embed="rId2"/>
                <a:stretch>
                  <a:fillRect l="-1890" b="-16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E39133-D840-42C4-82CE-E760AFE8935A}"/>
                  </a:ext>
                </a:extLst>
              </p:cNvPr>
              <p:cNvSpPr txBox="1"/>
              <p:nvPr/>
            </p:nvSpPr>
            <p:spPr>
              <a:xfrm>
                <a:off x="4414857" y="1957383"/>
                <a:ext cx="322339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−41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86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E39133-D840-42C4-82CE-E760AFE89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857" y="1957383"/>
                <a:ext cx="3223390" cy="39703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F27CED-3C43-4AD4-8199-BA84A1A785DF}"/>
                  </a:ext>
                </a:extLst>
              </p:cNvPr>
              <p:cNvSpPr txBox="1"/>
              <p:nvPr/>
            </p:nvSpPr>
            <p:spPr>
              <a:xfrm>
                <a:off x="476491" y="2120523"/>
                <a:ext cx="322339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+(−10)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F27CED-3C43-4AD4-8199-BA84A1A78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91" y="2120523"/>
                <a:ext cx="3223390" cy="4247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6A1858C-6A7B-4192-9F58-ACA7FF79D1C4}"/>
              </a:ext>
            </a:extLst>
          </p:cNvPr>
          <p:cNvSpPr txBox="1"/>
          <p:nvPr/>
        </p:nvSpPr>
        <p:spPr>
          <a:xfrm>
            <a:off x="3017021" y="2145942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-20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44F1B-ED1B-4338-A9B0-BA775060B47E}"/>
              </a:ext>
            </a:extLst>
          </p:cNvPr>
          <p:cNvSpPr txBox="1"/>
          <p:nvPr/>
        </p:nvSpPr>
        <p:spPr>
          <a:xfrm>
            <a:off x="3065484" y="3047222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-3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81767-EA3F-42E8-9F96-FBE74D196CDB}"/>
              </a:ext>
            </a:extLst>
          </p:cNvPr>
          <p:cNvSpPr txBox="1"/>
          <p:nvPr/>
        </p:nvSpPr>
        <p:spPr>
          <a:xfrm>
            <a:off x="3017021" y="3885701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-21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B6AF00-0B8E-4CA7-B18D-E4659188DD35}"/>
              </a:ext>
            </a:extLst>
          </p:cNvPr>
          <p:cNvSpPr txBox="1"/>
          <p:nvPr/>
        </p:nvSpPr>
        <p:spPr>
          <a:xfrm>
            <a:off x="3156073" y="4583419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-20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CA26F0-7A1C-4CA6-B4BF-4CC2D664E831}"/>
              </a:ext>
            </a:extLst>
          </p:cNvPr>
          <p:cNvSpPr txBox="1"/>
          <p:nvPr/>
        </p:nvSpPr>
        <p:spPr>
          <a:xfrm>
            <a:off x="3081642" y="5524263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17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9693B7-ED67-4BF9-8C3E-7F6DCCE1F355}"/>
              </a:ext>
            </a:extLst>
          </p:cNvPr>
          <p:cNvSpPr txBox="1"/>
          <p:nvPr/>
        </p:nvSpPr>
        <p:spPr>
          <a:xfrm>
            <a:off x="7130127" y="1957383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5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25E7BE-24EC-48F0-9701-BC64029E2A24}"/>
              </a:ext>
            </a:extLst>
          </p:cNvPr>
          <p:cNvSpPr txBox="1"/>
          <p:nvPr/>
        </p:nvSpPr>
        <p:spPr>
          <a:xfrm>
            <a:off x="7045911" y="3112545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-127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2300AA-0A93-4D10-BFDE-A573A13BDF02}"/>
              </a:ext>
            </a:extLst>
          </p:cNvPr>
          <p:cNvSpPr txBox="1"/>
          <p:nvPr/>
        </p:nvSpPr>
        <p:spPr>
          <a:xfrm>
            <a:off x="6965108" y="3700325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-20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421AD-B6A8-4101-89F5-0C28CAA91363}"/>
              </a:ext>
            </a:extLst>
          </p:cNvPr>
          <p:cNvSpPr txBox="1"/>
          <p:nvPr/>
        </p:nvSpPr>
        <p:spPr>
          <a:xfrm>
            <a:off x="7130127" y="4509162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-106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D09A9C-1207-4BD7-8F4A-5AED0567FAC3}"/>
              </a:ext>
            </a:extLst>
          </p:cNvPr>
          <p:cNvSpPr txBox="1"/>
          <p:nvPr/>
        </p:nvSpPr>
        <p:spPr>
          <a:xfrm>
            <a:off x="7131452" y="5387427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114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B461A0-692F-4497-BFEB-36B44E2E53BD}"/>
              </a:ext>
            </a:extLst>
          </p:cNvPr>
          <p:cNvSpPr txBox="1"/>
          <p:nvPr/>
        </p:nvSpPr>
        <p:spPr>
          <a:xfrm>
            <a:off x="10000451" y="1801192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42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3F2C42-DED9-4CA2-8D0D-2DED31268479}"/>
              </a:ext>
            </a:extLst>
          </p:cNvPr>
          <p:cNvSpPr txBox="1"/>
          <p:nvPr/>
        </p:nvSpPr>
        <p:spPr>
          <a:xfrm>
            <a:off x="10000451" y="2484773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-5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0C153D-D4F6-4276-B159-4BCF196B9660}"/>
                  </a:ext>
                </a:extLst>
              </p:cNvPr>
              <p:cNvSpPr txBox="1"/>
              <p:nvPr/>
            </p:nvSpPr>
            <p:spPr>
              <a:xfrm>
                <a:off x="8709688" y="3024412"/>
                <a:ext cx="200635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0C153D-D4F6-4276-B159-4BCF196B9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688" y="3024412"/>
                <a:ext cx="200635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153B32B8-AFB0-485C-A33A-B9298A3129D6}"/>
              </a:ext>
            </a:extLst>
          </p:cNvPr>
          <p:cNvSpPr txBox="1"/>
          <p:nvPr/>
        </p:nvSpPr>
        <p:spPr>
          <a:xfrm>
            <a:off x="8997274" y="3654868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-10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973910-35C3-448A-B1B1-73F34C5E0FA5}"/>
              </a:ext>
            </a:extLst>
          </p:cNvPr>
          <p:cNvSpPr txBox="1"/>
          <p:nvPr/>
        </p:nvSpPr>
        <p:spPr>
          <a:xfrm>
            <a:off x="9931003" y="4951076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210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6445E-FEEA-4601-AF69-B6B74E379C47}"/>
              </a:ext>
            </a:extLst>
          </p:cNvPr>
          <p:cNvSpPr txBox="1"/>
          <p:nvPr/>
        </p:nvSpPr>
        <p:spPr>
          <a:xfrm>
            <a:off x="10115505" y="5993760"/>
            <a:ext cx="200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20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65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4142096" cy="6213425"/>
          </a:xfrm>
          <a:prstGeom prst="rect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DD4BBC-EEA6-4A98-B216-4569B0B2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583616"/>
            <a:ext cx="3722141" cy="5520579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Individual practice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503" y="321732"/>
            <a:ext cx="7240765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2F929-4093-4417-89FB-3348863A3E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33950" y="584200"/>
          <a:ext cx="6594475" cy="5519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790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3288-7E00-4360-B492-637FD5CE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E559A-8FF0-43D0-82F7-1841B8E8D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/>
              <a:t>Start </a:t>
            </a:r>
            <a:r>
              <a:rPr lang="en-US" dirty="0"/>
              <a:t>on the side: What do vampires do </a:t>
            </a:r>
            <a:r>
              <a:rPr lang="en-US"/>
              <a:t>on Halloween?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431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286</Words>
  <Application>Microsoft Office PowerPoint</Application>
  <PresentationFormat>Widescreen</PresentationFormat>
  <Paragraphs>86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Whiteboards </vt:lpstr>
      <vt:lpstr>Review of + &amp; - (in exercise books) </vt:lpstr>
      <vt:lpstr>Individual practice 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5</cp:revision>
  <dcterms:created xsi:type="dcterms:W3CDTF">2022-02-16T03:58:05Z</dcterms:created>
  <dcterms:modified xsi:type="dcterms:W3CDTF">2023-02-16T00:34:53Z</dcterms:modified>
</cp:coreProperties>
</file>