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4" r:id="rId3"/>
    <p:sldId id="296" r:id="rId4"/>
    <p:sldId id="258" r:id="rId5"/>
    <p:sldId id="297" r:id="rId6"/>
    <p:sldId id="298" r:id="rId7"/>
    <p:sldId id="299" r:id="rId8"/>
    <p:sldId id="30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29C9C-F122-40AF-BB6B-D8B23915C3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C43B60-31FC-4ED5-B460-C04D888EA4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0DF09-16AE-4F37-B79D-A4ECC82F8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94C1C-DADB-4062-A32E-92E2C49CAB1C}" type="datetimeFigureOut">
              <a:rPr lang="en-AU" smtClean="0"/>
              <a:t>24/02/2023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BA72A-F702-4320-B411-1C0823F1F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5E790-FBEE-4D54-96F2-2C92E7252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20213-3353-466D-A0E5-8D06A77E10F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2909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CD28D-634B-41A0-B97D-937C061A2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C3BAF-BE3A-4887-B989-90B9EA9A30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97AC57-D298-489F-A067-170A06FEF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94C1C-DADB-4062-A32E-92E2C49CAB1C}" type="datetimeFigureOut">
              <a:rPr lang="en-AU" smtClean="0"/>
              <a:t>24/02/2023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2BD88-8AA6-4AE7-951F-60D81D266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464EB-2FCF-454E-AAC5-5014D43EC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20213-3353-466D-A0E5-8D06A77E10F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8976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3E4CC-5529-41D3-9FF3-75F58CEBE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319153-E4B2-4F3B-80AA-D435A6369C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F82EB-8DBA-4B30-B642-8DE9C73F0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94C1C-DADB-4062-A32E-92E2C49CAB1C}" type="datetimeFigureOut">
              <a:rPr lang="en-AU" smtClean="0"/>
              <a:t>24/02/2023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E92C2B-F1B7-4836-8E23-3FF2433C4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EA80B-C966-4515-956A-F225CDCDD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20213-3353-466D-A0E5-8D06A77E10F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82683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483C2-4516-44F2-8F85-E6C232682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89842-6AA5-4F33-9F23-5C0766BDCD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CE6C27-891E-4741-ACEC-042D00EAAA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6D7A3D-58DC-4E9E-A90F-4CD3326C1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94C1C-DADB-4062-A32E-92E2C49CAB1C}" type="datetimeFigureOut">
              <a:rPr lang="en-AU" smtClean="0"/>
              <a:t>24/02/2023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4DC83C-775A-4A6E-B1F1-5365CBC55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01EA3A-E92D-4E7F-B299-2E07EE09A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20213-3353-466D-A0E5-8D06A77E10F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4503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06593-0EC9-44EB-9693-7ADD0BAF7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E4F936-08BC-4760-A1F9-7F3DAEB3B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A4DF3E-7102-4BD5-AD66-122A2821B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A683F3-D388-4674-98F2-A9586C1560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2786DB-31BD-4F36-B261-3845A04D3F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A24152-4DD6-4BE6-8C13-71B2193B7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94C1C-DADB-4062-A32E-92E2C49CAB1C}" type="datetimeFigureOut">
              <a:rPr lang="en-AU" smtClean="0"/>
              <a:t>24/02/2023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822E1A-4F78-42A8-84A2-6BD46854F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4BB4F6-3A25-4D10-989C-C57D55174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20213-3353-466D-A0E5-8D06A77E10F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7689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3AB53-D1E9-4E31-9268-DA1CBDA2A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0F5DFE-2221-4851-8E1E-628DF8A51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94C1C-DADB-4062-A32E-92E2C49CAB1C}" type="datetimeFigureOut">
              <a:rPr lang="en-AU" smtClean="0"/>
              <a:t>24/02/2023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22BED6-FF76-4549-AA03-E8BB83BF8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257453-33CB-40C9-81AC-30F7D7B51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20213-3353-466D-A0E5-8D06A77E10F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5160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D46BF4-302F-4357-AD6E-7BDED0265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94C1C-DADB-4062-A32E-92E2C49CAB1C}" type="datetimeFigureOut">
              <a:rPr lang="en-AU" smtClean="0"/>
              <a:t>24/02/2023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CDB264-4322-4C2C-AC21-AD0EEA143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9D142-1708-4A7B-89E5-29D74FF34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20213-3353-466D-A0E5-8D06A77E10F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0684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03305-2C54-48C3-881C-D677B4847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B6097-0299-455B-B698-9CEDA80FE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A0F271-4639-4618-A131-C72D69BE1D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EB4107-A3B3-46C1-B4CC-D0B3E423B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94C1C-DADB-4062-A32E-92E2C49CAB1C}" type="datetimeFigureOut">
              <a:rPr lang="en-AU" smtClean="0"/>
              <a:t>24/02/2023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8350CC-34A5-4BDC-85B7-82EB47F48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3F9017-16C9-4AAA-A6BE-AA5E15A87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20213-3353-466D-A0E5-8D06A77E10F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4817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FDF14-5D40-4AD2-B1CD-DB7A44978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931A72-F5F4-445B-86B1-862DFC5B61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F74B09-CCE9-489F-A5FF-D61F60787F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9C0E22-0141-41B4-A71E-88027CD36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94C1C-DADB-4062-A32E-92E2C49CAB1C}" type="datetimeFigureOut">
              <a:rPr lang="en-AU" smtClean="0"/>
              <a:t>24/02/2023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6D78ED-0261-4541-84DB-D9BE1B51D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9995ED-9C02-4FD9-8B81-135E9CE47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20213-3353-466D-A0E5-8D06A77E10F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39586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FBFA4-0CDF-4C13-B735-1FBDC32E9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EC6B98-32F5-42F5-B063-E6ECE3DA4A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F40E3-2489-41F4-B9B0-BE7B36A13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94C1C-DADB-4062-A32E-92E2C49CAB1C}" type="datetimeFigureOut">
              <a:rPr lang="en-AU" smtClean="0"/>
              <a:t>24/02/2023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D0A8F9-9AD9-4408-8DF5-144EC794C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18AC3-0E72-4A22-8270-837941BA6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20213-3353-466D-A0E5-8D06A77E10F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66573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6C45EC-AC37-4984-B89A-9C3948CA2A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CA9D1D-3382-4E23-9776-ADB8670196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B7267-7593-4D2D-8A64-4B91EDB74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94C1C-DADB-4062-A32E-92E2C49CAB1C}" type="datetimeFigureOut">
              <a:rPr lang="en-AU" smtClean="0"/>
              <a:t>24/02/2023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84CC11-B480-4F17-9432-A6E434332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C9E3F-DF5E-4C43-A47F-32D590E16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20213-3353-466D-A0E5-8D06A77E10F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4160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11E2F4-5414-445F-83CA-CB30B110B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F97600-3580-4050-A951-6E878A4E5C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6C3507-D404-4AF0-9BA2-6768D8F1AD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A94C1C-DADB-4062-A32E-92E2C49CAB1C}" type="datetimeFigureOut">
              <a:rPr lang="en-AU" smtClean="0"/>
              <a:t>24/02/2023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F5D372-A57F-437A-A63A-3B225C5C20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32FF9-157F-4090-95A9-6E25875C9C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920213-3353-466D-A0E5-8D06A77E10F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6740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C088B11-1E74-4825-BFC7-06AE7EC03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9366E3C-2AA0-4A5A-9A62-721E6F8C2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Title:</a:t>
            </a:r>
            <a:r>
              <a:rPr lang="en-US" dirty="0">
                <a:solidFill>
                  <a:srgbClr val="00B0F0"/>
                </a:solidFill>
              </a:rPr>
              <a:t> Algebra descriptions 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>
                <a:solidFill>
                  <a:srgbClr val="00B0F0"/>
                </a:solidFill>
              </a:rPr>
              <a:t> Be </a:t>
            </a:r>
            <a:r>
              <a:rPr lang="en-US" dirty="0">
                <a:solidFill>
                  <a:srgbClr val="00B0F0"/>
                </a:solidFill>
              </a:rPr>
              <a:t>able to write expressions from word descriptions 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Plan: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Daily review 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Terminology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Writing from descriptions </a:t>
            </a:r>
          </a:p>
          <a:p>
            <a:pPr>
              <a:buFontTx/>
              <a:buChar char="-"/>
            </a:pP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FE5D55-1B13-47FF-A856-CFC973C60E97}"/>
              </a:ext>
            </a:extLst>
          </p:cNvPr>
          <p:cNvSpPr txBox="1"/>
          <p:nvPr/>
        </p:nvSpPr>
        <p:spPr>
          <a:xfrm>
            <a:off x="7448365" y="5246703"/>
            <a:ext cx="2823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Need Whiteboards </a:t>
            </a:r>
            <a:endParaRPr lang="en-AU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564014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29E3F-7C17-438B-9756-32100B3B7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 word is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26412-2303-4862-BF17-BB2255393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Pronumeral</a:t>
            </a:r>
            <a:r>
              <a:rPr lang="en-US" sz="4000" dirty="0"/>
              <a:t>:</a:t>
            </a:r>
          </a:p>
          <a:p>
            <a:pPr marL="0" indent="0">
              <a:buNone/>
            </a:pPr>
            <a:endParaRPr lang="en-AU" sz="4000" dirty="0"/>
          </a:p>
          <a:p>
            <a:pPr marL="0" indent="0">
              <a:buNone/>
            </a:pPr>
            <a:r>
              <a:rPr lang="en-AU" sz="4000" dirty="0"/>
              <a:t>A letter or symbol used to represent a number.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4FFD5C-BD33-4ED6-8E42-F2D6171C1F96}"/>
              </a:ext>
            </a:extLst>
          </p:cNvPr>
          <p:cNvSpPr/>
          <p:nvPr/>
        </p:nvSpPr>
        <p:spPr>
          <a:xfrm>
            <a:off x="710213" y="1825625"/>
            <a:ext cx="3000652" cy="8128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317A2E-078D-4140-8D84-5AE2AACAC15A}"/>
              </a:ext>
            </a:extLst>
          </p:cNvPr>
          <p:cNvSpPr/>
          <p:nvPr/>
        </p:nvSpPr>
        <p:spPr>
          <a:xfrm>
            <a:off x="710213" y="3016251"/>
            <a:ext cx="10031767" cy="8128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9069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94CB8-0704-4770-B9CE-27E6E1B3F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 word is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66CDF-5A05-426F-8862-CA57CA9B8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Coefficient</a:t>
            </a:r>
            <a:r>
              <a:rPr lang="en-US" sz="4000" dirty="0"/>
              <a:t>: </a:t>
            </a:r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r>
              <a:rPr lang="en-US" sz="4000" dirty="0"/>
              <a:t>A number placed before a pronumeral.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E38DB1-DC82-400A-B20B-3E127AD924E7}"/>
              </a:ext>
            </a:extLst>
          </p:cNvPr>
          <p:cNvSpPr/>
          <p:nvPr/>
        </p:nvSpPr>
        <p:spPr>
          <a:xfrm>
            <a:off x="710213" y="1729560"/>
            <a:ext cx="3000652" cy="8128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81D37F-D46B-433B-9C29-91D6392B5852}"/>
              </a:ext>
            </a:extLst>
          </p:cNvPr>
          <p:cNvSpPr/>
          <p:nvPr/>
        </p:nvSpPr>
        <p:spPr>
          <a:xfrm>
            <a:off x="710213" y="3016251"/>
            <a:ext cx="10031767" cy="8128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3643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B2DA5-EC50-4FD3-A881-7C35A20A5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3CD030-B2D5-4026-8A6C-8457B1DEC0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00025"/>
            <a:ext cx="12279762" cy="5934075"/>
          </a:xfrm>
        </p:spPr>
      </p:pic>
    </p:spTree>
    <p:extLst>
      <p:ext uri="{BB962C8B-B14F-4D97-AF65-F5344CB8AC3E}">
        <p14:creationId xmlns:p14="http://schemas.microsoft.com/office/powerpoint/2010/main" val="4239987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83F9E-AB58-415B-8907-2BDC95762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B696A-5597-45F1-87EE-28B8DA36C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1A6E25-6C1E-46BD-B99E-DF027E820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675" y="509588"/>
            <a:ext cx="12145493" cy="462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515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7D7BD-0CC7-4690-A327-E8163F552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45650-C477-4D11-AEA6-FB4829357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Write a mathematical expression for: 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7 is multiplied to f </a:t>
            </a:r>
          </a:p>
          <a:p>
            <a:pPr marL="514350" indent="-514350">
              <a:buAutoNum type="alphaLcParenR"/>
            </a:pPr>
            <a:r>
              <a:rPr lang="en-US" dirty="0"/>
              <a:t>the sum of 9 and g </a:t>
            </a:r>
          </a:p>
          <a:p>
            <a:pPr marL="514350" indent="-514350">
              <a:buAutoNum type="alphaLcParenR"/>
            </a:pPr>
            <a:r>
              <a:rPr lang="en-US" dirty="0"/>
              <a:t>t is subtracted from 12 </a:t>
            </a:r>
          </a:p>
          <a:p>
            <a:pPr marL="514350" indent="-514350">
              <a:buAutoNum type="alphaLcParenR"/>
            </a:pPr>
            <a:r>
              <a:rPr lang="en-US" dirty="0"/>
              <a:t>8 is divided by h  </a:t>
            </a:r>
          </a:p>
          <a:p>
            <a:pPr marL="514350" indent="-514350">
              <a:buAutoNum type="alphaLcParenR"/>
            </a:pPr>
            <a:r>
              <a:rPr lang="en-AU" dirty="0"/>
              <a:t>F is multiplied to 20 </a:t>
            </a:r>
          </a:p>
        </p:txBody>
      </p:sp>
    </p:spTree>
    <p:extLst>
      <p:ext uri="{BB962C8B-B14F-4D97-AF65-F5344CB8AC3E}">
        <p14:creationId xmlns:p14="http://schemas.microsoft.com/office/powerpoint/2010/main" val="3145894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A738E-8A0B-4488-BCF5-8ED60D430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Individual practice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4CD80-14BC-4ED6-93BB-6F368F2D0D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Page 206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Questions 4 – 10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56689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DE5DC-EE87-479F-8138-D5C45BB3B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Reflection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0D607-4CA6-4BC7-B810-2DAD16C4C3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Aim:</a:t>
            </a:r>
          </a:p>
          <a:p>
            <a:pPr>
              <a:buFontTx/>
              <a:buChar char="-"/>
            </a:pPr>
            <a:r>
              <a:rPr lang="en-US" sz="3600" dirty="0"/>
              <a:t>Be able to write expressions from word descriptions</a:t>
            </a: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2749402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955</TotalTime>
  <Words>106</Words>
  <Application>Microsoft Office PowerPoint</Application>
  <PresentationFormat>Widescreen</PresentationFormat>
  <Paragraphs>33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Wingdings</vt:lpstr>
      <vt:lpstr>Office Theme</vt:lpstr>
      <vt:lpstr>Lesson objective </vt:lpstr>
      <vt:lpstr>The word is </vt:lpstr>
      <vt:lpstr>The word is </vt:lpstr>
      <vt:lpstr>PowerPoint Presentation</vt:lpstr>
      <vt:lpstr>PowerPoint Presentation</vt:lpstr>
      <vt:lpstr>Whiteboards </vt:lpstr>
      <vt:lpstr>Individual practice </vt:lpstr>
      <vt:lpstr>Reflection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</dc:title>
  <dc:creator>DAVIES Rhys [Busselton Senior High School]</dc:creator>
  <cp:lastModifiedBy>DAVIES Rhys [Busselton Senior High School]</cp:lastModifiedBy>
  <cp:revision>8</cp:revision>
  <dcterms:created xsi:type="dcterms:W3CDTF">2022-02-23T13:09:10Z</dcterms:created>
  <dcterms:modified xsi:type="dcterms:W3CDTF">2023-02-24T00:02:04Z</dcterms:modified>
</cp:coreProperties>
</file>