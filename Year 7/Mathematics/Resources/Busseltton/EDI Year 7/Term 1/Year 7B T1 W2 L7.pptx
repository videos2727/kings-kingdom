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1" r:id="rId4"/>
    <p:sldId id="262" r:id="rId5"/>
    <p:sldId id="263" r:id="rId6"/>
    <p:sldId id="259" r:id="rId7"/>
    <p:sldId id="260" r:id="rId8"/>
    <p:sldId id="258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AB69-40EB-424D-84A6-9E9BD236F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DFC042-5BB3-4877-98C2-798AE5C06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9C73F-797C-4A2B-B8D4-D79DC502AE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B259E-380C-4D87-973D-BEFF51836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077F1B-F43C-411D-A1D1-CDF015D42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0168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B6ABF1-BB15-45D7-923B-2CC7D1FB6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162DC8-FB9C-4FCD-B2A8-49CEEDE17D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855B6-0D57-479C-9523-290A6812A6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6EEF6C-DC7C-4C6A-ABB3-84D9C0298F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C0E27F-E20C-415B-BEE9-81952E428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34282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85341-544C-4120-A3A2-2AFAEFF06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27E3B-FA27-4A24-97C1-054D802AF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582BA-9F84-47C4-9300-D11AC1E027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72AFD-F05C-4D30-BA3D-BA9670209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0F0EF-5E06-4F70-A6FF-34565695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2820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451B4-BC15-462C-9DD4-C95B2A48D8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2EB06-A0FD-4A85-9813-D8C5119D6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B64E17-9440-4C56-AE67-D3A86EC8C1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A55542-71FB-425E-9B80-E0D7B7173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21A44E-8E4C-4A6E-A6BB-2134BD03F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B6EF8-E305-4060-BDD0-394F3148B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8820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7B954-8B76-4B3C-AE82-C370D3AF3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83F08D-2D1A-41ED-8B31-F419A3569C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45825-D8C5-4EDE-B97D-A3EB2617FF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940832-97A3-4188-9EC0-224C1F8742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B5E345-0BD3-4BFB-9B83-B59829DE14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656BAA-44CC-465C-87A9-66989A25F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09EE69-55C3-4244-A593-E6B84CB4A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912C41-BD89-4937-A6AF-808726CE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82145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8C36C-4D19-4CCC-AF33-6C8E6B50CB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3EEB0C9-154C-46EE-9CA5-817CDAF4EC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E11210-EF88-4C71-A692-E77BDEB25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93E9C-66D4-4B0A-8315-B530E5B4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55731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BA2B1B2-6977-4C73-9962-E5144523A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C16F9F-74D0-4554-BA06-17156030C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146194-B436-46A7-8C61-49A4778D2B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35896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D50E69-B215-4370-903B-C743E6896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F05031-9BCD-41CC-8E92-BC389E664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4D4B31-519F-4CC7-9CA2-7E0D24C9C6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8E0DC3-9FBB-4A43-A1D6-A4C24AF86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A8B41-CD45-4019-9B1B-5768D37FB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939C8C-CC4B-41AD-81C9-B4D326107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80307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6141E-1BC1-4310-A761-352B6936C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68F0BA-79E6-479F-A13C-3AF8406F34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958BDA1-98C7-4FC5-A908-B2047517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390BC0-4AA5-4755-AFE6-CF70D22C2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319751-B53C-467B-AA5F-A602A46F5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CEEA59-4912-4B9A-B89C-256EF233A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730371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9B116-A8B5-4676-9B6E-FB0893624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47FB3B-85A0-4373-BE24-B156FC57F3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2E67DB-50E7-4E16-BB7C-C5C42479D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4BF059-5294-434D-9EDF-C23BCD72D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2D5391-DAED-44B8-9939-39AD4DF6C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35142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55AA2F-DC86-4EF2-AD8F-D3AC83AED6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259091-99FE-4F2B-9AD2-D15EEF911B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4A60B9-A202-43DC-914E-A7E068FC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550E9B-B0F2-4C29-A941-D39310527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B4E6A-07CC-4968-8C06-8C972E7FB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7330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FF88CE-5355-4446-B4E8-3D9E616F6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F4A63-D6C6-495F-AFE8-B308C43695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52D475-052E-485E-A7C4-AC576FF985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D83392-688E-4571-86D8-B9D96244D0D3}" type="datetimeFigureOut">
              <a:rPr lang="en-AU" smtClean="0"/>
              <a:t>10/02/2023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FA436-EAAA-4F1A-94B1-B4C4CE6A2E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1DB68B-E321-4B29-8676-F39107DF88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06AF25-F5FA-4D04-9B30-8EE2F7675272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9376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72ED4B-D7E3-4FC6-9136-EF9585499C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Lesson objective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5EEB564-C407-4A92-AA6C-A7005B86C8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4408" y="1825625"/>
            <a:ext cx="10963183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Title: </a:t>
            </a:r>
            <a:r>
              <a:rPr lang="en-US" dirty="0">
                <a:solidFill>
                  <a:srgbClr val="00B0F0"/>
                </a:solidFill>
              </a:rPr>
              <a:t>Direct number </a:t>
            </a:r>
          </a:p>
          <a:p>
            <a:pPr marL="0" indent="0">
              <a:buNone/>
            </a:pP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rgbClr val="00B0F0"/>
                </a:solidFill>
              </a:rPr>
              <a:t>Aim: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solidFill>
                  <a:srgbClr val="00B0F0"/>
                </a:solidFill>
              </a:rPr>
              <a:t>Understand commutive law.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AU" dirty="0">
                <a:solidFill>
                  <a:srgbClr val="00B0F0"/>
                </a:solidFill>
              </a:rPr>
              <a:t>Demonstrate mental strategies to add and subtract negative numbers.</a:t>
            </a:r>
          </a:p>
          <a:p>
            <a:pPr marL="0" indent="0">
              <a:buNone/>
            </a:pPr>
            <a:r>
              <a:rPr lang="en-AU" dirty="0">
                <a:solidFill>
                  <a:srgbClr val="00B0F0"/>
                </a:solidFill>
              </a:rPr>
              <a:t>Plan: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Daily review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Mathspace review </a:t>
            </a:r>
          </a:p>
          <a:p>
            <a:pPr>
              <a:buFontTx/>
              <a:buChar char="-"/>
            </a:pPr>
            <a:r>
              <a:rPr lang="en-AU" dirty="0">
                <a:solidFill>
                  <a:srgbClr val="00B0F0"/>
                </a:solidFill>
              </a:rPr>
              <a:t>Skills practice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966825-C5F5-4AA1-9574-19C775172AD2}"/>
              </a:ext>
            </a:extLst>
          </p:cNvPr>
          <p:cNvSpPr txBox="1"/>
          <p:nvPr/>
        </p:nvSpPr>
        <p:spPr>
          <a:xfrm>
            <a:off x="10132381" y="226658"/>
            <a:ext cx="20596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09/02/2023</a:t>
            </a:r>
            <a:endParaRPr lang="en-A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9BDBAE-2387-440C-A959-931619F41B4B}"/>
              </a:ext>
            </a:extLst>
          </p:cNvPr>
          <p:cNvSpPr txBox="1"/>
          <p:nvPr/>
        </p:nvSpPr>
        <p:spPr>
          <a:xfrm>
            <a:off x="8398276" y="5335480"/>
            <a:ext cx="2459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whiteboards</a:t>
            </a:r>
            <a:r>
              <a:rPr lang="en-US" b="1" dirty="0"/>
              <a:t>.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396406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A6B84E-7AB2-4581-9EA6-73DD24655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Daily review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77CDE-3FA2-4B07-8D6F-E3075EFB4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AU" dirty="0"/>
              <a:t>________ a ________ number is the same as subtracting.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________ a ________ number is the same as adding.</a:t>
            </a:r>
          </a:p>
          <a:p>
            <a:pPr marL="0" indent="0">
              <a:buNone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4 – (-5) = </a:t>
            </a:r>
          </a:p>
          <a:p>
            <a:pPr marL="514350" indent="-514350">
              <a:buAutoNum type="alphaLcParenR"/>
            </a:pPr>
            <a:r>
              <a:rPr lang="en-AU" dirty="0"/>
              <a:t>11 + (-3) = </a:t>
            </a:r>
          </a:p>
          <a:p>
            <a:pPr marL="514350" indent="-514350">
              <a:buAutoNum type="alphaLcParenR"/>
            </a:pPr>
            <a:r>
              <a:rPr lang="en-AU" dirty="0"/>
              <a:t>(-43) + 21 =  </a:t>
            </a:r>
          </a:p>
        </p:txBody>
      </p:sp>
    </p:spTree>
    <p:extLst>
      <p:ext uri="{BB962C8B-B14F-4D97-AF65-F5344CB8AC3E}">
        <p14:creationId xmlns:p14="http://schemas.microsoft.com/office/powerpoint/2010/main" val="3795925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A333-B178-4B6A-A139-93FF5D9D0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Commutative law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B99F22-E382-4C79-8FA3-FABA7667BB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4459" y="1834502"/>
            <a:ext cx="11043082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</a:rPr>
              <a:t>Changing the order of </a:t>
            </a:r>
            <a:r>
              <a:rPr lang="en-US" b="1" dirty="0">
                <a:solidFill>
                  <a:srgbClr val="FF0000"/>
                </a:solidFill>
              </a:rPr>
              <a:t>adding</a:t>
            </a:r>
            <a:r>
              <a:rPr lang="en-US" dirty="0">
                <a:solidFill>
                  <a:srgbClr val="FF0000"/>
                </a:solidFill>
              </a:rPr>
              <a:t> or multiplication does </a:t>
            </a:r>
            <a:r>
              <a:rPr lang="en-US" b="1" dirty="0">
                <a:solidFill>
                  <a:srgbClr val="FF0000"/>
                </a:solidFill>
              </a:rPr>
              <a:t>not</a:t>
            </a:r>
            <a:r>
              <a:rPr lang="en-US" dirty="0">
                <a:solidFill>
                  <a:srgbClr val="FF0000"/>
                </a:solidFill>
              </a:rPr>
              <a:t> change the </a:t>
            </a:r>
            <a:r>
              <a:rPr lang="en-US" b="1" dirty="0">
                <a:solidFill>
                  <a:srgbClr val="FF0000"/>
                </a:solidFill>
              </a:rPr>
              <a:t>result</a:t>
            </a:r>
            <a:r>
              <a:rPr lang="en-US" dirty="0">
                <a:solidFill>
                  <a:srgbClr val="FF0000"/>
                </a:solidFill>
              </a:rPr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Changing the order of </a:t>
            </a:r>
            <a:r>
              <a:rPr lang="en-US" b="1" dirty="0"/>
              <a:t>_____</a:t>
            </a:r>
            <a:r>
              <a:rPr lang="en-US" dirty="0"/>
              <a:t> or multiplication does </a:t>
            </a:r>
            <a:r>
              <a:rPr lang="en-US" b="1" dirty="0"/>
              <a:t>not</a:t>
            </a:r>
            <a:r>
              <a:rPr lang="en-US" dirty="0"/>
              <a:t> change the </a:t>
            </a:r>
            <a:r>
              <a:rPr lang="en-US" b="1" dirty="0"/>
              <a:t>result</a:t>
            </a:r>
            <a:r>
              <a:rPr lang="en-US" dirty="0"/>
              <a:t>.</a:t>
            </a:r>
            <a:endParaRPr lang="en-A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Changing the order of </a:t>
            </a:r>
            <a:r>
              <a:rPr lang="en-US" b="1" dirty="0"/>
              <a:t>_____</a:t>
            </a:r>
            <a:r>
              <a:rPr lang="en-US" dirty="0"/>
              <a:t> or multiplication does </a:t>
            </a:r>
            <a:r>
              <a:rPr lang="en-US" b="1" dirty="0"/>
              <a:t>___</a:t>
            </a:r>
            <a:r>
              <a:rPr lang="en-US" dirty="0"/>
              <a:t> change the </a:t>
            </a:r>
            <a:r>
              <a:rPr lang="en-US" b="1" dirty="0"/>
              <a:t>result</a:t>
            </a:r>
            <a:r>
              <a:rPr lang="en-US" dirty="0"/>
              <a:t>.</a:t>
            </a:r>
            <a:endParaRPr lang="en-A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Changing the order of </a:t>
            </a:r>
            <a:r>
              <a:rPr lang="en-US" b="1" dirty="0"/>
              <a:t>_____</a:t>
            </a:r>
            <a:r>
              <a:rPr lang="en-US" dirty="0"/>
              <a:t> or multiplication does </a:t>
            </a:r>
            <a:r>
              <a:rPr lang="en-US" b="1" dirty="0"/>
              <a:t>___</a:t>
            </a:r>
            <a:r>
              <a:rPr lang="en-US" dirty="0"/>
              <a:t> change the </a:t>
            </a:r>
            <a:r>
              <a:rPr lang="en-US" b="1" dirty="0"/>
              <a:t>_____</a:t>
            </a:r>
            <a:r>
              <a:rPr lang="en-US" dirty="0"/>
              <a:t>.</a:t>
            </a:r>
            <a:endParaRPr lang="en-AU" dirty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798921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46935-897D-4ECB-9DBC-2A8BDAB98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Commutative law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89939B-31DE-4068-B9D5-D96FD451F2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dirty="0"/>
              <a:t>2 + 3 + 4 = 9 </a:t>
            </a:r>
          </a:p>
          <a:p>
            <a:pPr marL="514350" indent="-514350">
              <a:buAutoNum type="alphaLcParenR"/>
            </a:pPr>
            <a:r>
              <a:rPr lang="en-AU" dirty="0"/>
              <a:t>3 + 2 + 4 = 9</a:t>
            </a:r>
          </a:p>
          <a:p>
            <a:pPr marL="514350" indent="-514350">
              <a:buAutoNum type="alphaLcParenR"/>
            </a:pPr>
            <a:r>
              <a:rPr lang="en-AU" dirty="0"/>
              <a:t>4 + 2 + 3 = 9 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70112D-3AF1-4141-B127-CCBE3F77EFF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dirty="0"/>
              <a:t>2 x 3 x 4 = 24 </a:t>
            </a:r>
          </a:p>
          <a:p>
            <a:pPr marL="514350" indent="-514350">
              <a:buAutoNum type="alphaLcParenR"/>
            </a:pPr>
            <a:r>
              <a:rPr lang="en-AU" dirty="0"/>
              <a:t>3 x 2 x 4 = 24</a:t>
            </a:r>
          </a:p>
          <a:p>
            <a:pPr marL="514350" indent="-514350">
              <a:buAutoNum type="alphaLcParenR"/>
            </a:pPr>
            <a:r>
              <a:rPr lang="en-AU" dirty="0"/>
              <a:t>4 x 2 x 3 = 24 </a:t>
            </a:r>
          </a:p>
        </p:txBody>
      </p:sp>
    </p:spTree>
    <p:extLst>
      <p:ext uri="{BB962C8B-B14F-4D97-AF65-F5344CB8AC3E}">
        <p14:creationId xmlns:p14="http://schemas.microsoft.com/office/powerpoint/2010/main" val="1325126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CB6988-5DB4-457D-A7B8-DDE771453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does this help? </a:t>
            </a:r>
            <a:endParaRPr lang="en-AU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A9B9C5-1880-48A8-B4B5-E7C23CD8E8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AU" dirty="0"/>
              <a:t>12 + (-3) =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(-29) + 18 = </a:t>
            </a:r>
          </a:p>
          <a:p>
            <a:pPr marL="514350" indent="-514350">
              <a:buAutoNum type="alphaLcParenR"/>
            </a:pPr>
            <a:endParaRPr lang="en-AU" dirty="0"/>
          </a:p>
          <a:p>
            <a:pPr marL="514350" indent="-514350">
              <a:buAutoNum type="alphaLcParenR"/>
            </a:pPr>
            <a:r>
              <a:rPr lang="en-AU" dirty="0"/>
              <a:t>12 + - 8  = </a:t>
            </a:r>
          </a:p>
        </p:txBody>
      </p:sp>
    </p:spTree>
    <p:extLst>
      <p:ext uri="{BB962C8B-B14F-4D97-AF65-F5344CB8AC3E}">
        <p14:creationId xmlns:p14="http://schemas.microsoft.com/office/powerpoint/2010/main" val="1613893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0F986-5699-4344-9F06-F340A1754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F171A52-1BBE-439D-B98D-0EB13F9297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6387" y="2008584"/>
            <a:ext cx="9364718" cy="175339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A37C87-DAA7-45AA-8557-498C19EB2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3112" y="495301"/>
            <a:ext cx="9190638" cy="1823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664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30171A-282E-4BDF-9EC6-0A22EDA76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BC16C3-F048-4389-9B9A-258F6BB6D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65C9A9-D81A-42F3-B4A1-209C48BF8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675" y="209208"/>
            <a:ext cx="12192000" cy="296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23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423C8-038E-4F38-A86C-584F8203F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Whiteboards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5BE15C-39D7-457B-9AD0-941CC495E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you can, rearrange the question.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lphaLcParenR"/>
            </a:pPr>
            <a:r>
              <a:rPr lang="en-US" dirty="0"/>
              <a:t>4 + (-5) = </a:t>
            </a:r>
          </a:p>
          <a:p>
            <a:pPr marL="514350" indent="-514350">
              <a:buAutoNum type="alphaLcParenR"/>
            </a:pPr>
            <a:r>
              <a:rPr lang="en-US" dirty="0"/>
              <a:t>18 + (-10) = </a:t>
            </a:r>
          </a:p>
          <a:p>
            <a:pPr marL="514350" indent="-514350">
              <a:buAutoNum type="alphaLcParenR"/>
            </a:pPr>
            <a:r>
              <a:rPr lang="en-US" dirty="0"/>
              <a:t>(-21) + 11 = </a:t>
            </a:r>
          </a:p>
          <a:p>
            <a:pPr marL="514350" indent="-514350">
              <a:buAutoNum type="alphaLcParenR"/>
            </a:pPr>
            <a:r>
              <a:rPr lang="en-US" dirty="0"/>
              <a:t>34 + (-45) =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315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C2C6D-300F-4BC2-9484-5126E652A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D019C-0796-4D4A-8263-CFB392B96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2 worksheets to complete from your folder: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“do you know the names of these people?”</a:t>
            </a:r>
          </a:p>
          <a:p>
            <a:pPr marL="514350" indent="-514350">
              <a:buAutoNum type="arabicPeriod"/>
            </a:pPr>
            <a:r>
              <a:rPr lang="en-US" dirty="0"/>
              <a:t>“Why do ghouls and ghosts get along?” 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Page 295 Questions 2 – </a:t>
            </a:r>
            <a:r>
              <a:rPr lang="en-US"/>
              <a:t>10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597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261</Words>
  <Application>Microsoft Office PowerPoint</Application>
  <PresentationFormat>Widescreen</PresentationFormat>
  <Paragraphs>59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Wingdings</vt:lpstr>
      <vt:lpstr>Office Theme</vt:lpstr>
      <vt:lpstr>Lesson objective </vt:lpstr>
      <vt:lpstr>Daily review </vt:lpstr>
      <vt:lpstr>Commutative law </vt:lpstr>
      <vt:lpstr>Commutative law </vt:lpstr>
      <vt:lpstr>How does this help? </vt:lpstr>
      <vt:lpstr>PowerPoint Presentation</vt:lpstr>
      <vt:lpstr>PowerPoint Presentation</vt:lpstr>
      <vt:lpstr>Whiteboards </vt:lpstr>
      <vt:lpstr>Individual practice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 </dc:title>
  <dc:creator>DAVIES Rhys [Busselton Senior High School]</dc:creator>
  <cp:lastModifiedBy>DAVIES Rhys [Busselton Senior High School]</cp:lastModifiedBy>
  <cp:revision>10</cp:revision>
  <dcterms:created xsi:type="dcterms:W3CDTF">2022-02-10T23:37:27Z</dcterms:created>
  <dcterms:modified xsi:type="dcterms:W3CDTF">2023-02-10T00:23:08Z</dcterms:modified>
</cp:coreProperties>
</file>