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11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305" r:id="rId15"/>
    <p:sldId id="306" r:id="rId16"/>
    <p:sldId id="265" r:id="rId17"/>
    <p:sldId id="307" r:id="rId18"/>
    <p:sldId id="308" r:id="rId19"/>
    <p:sldId id="309" r:id="rId20"/>
    <p:sldId id="3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FAE41-B466-4EFB-9D1D-F54DFAD8D21F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34A1C-3E52-4FB1-81BB-83D9C064D8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653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E1DE-68DF-4CFF-BEBD-31CE3222F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CBDB6-E78E-423F-A74E-D34194ADE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039A5-9C08-4E37-9E3D-A25F3D98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D650-9696-4E13-BC37-C49F22BA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E7CF-E5D6-4B1F-875A-87BF2CD6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89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CC21-4876-4DBA-B0EA-C972A8335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4232-559C-46AC-913C-841FE223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0199F-0752-42A5-8B78-AFA72192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9F6C-A165-4A51-AE5B-2B8C840C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6B9CC-B8AD-42B0-96B7-444AD77E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54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52E9-E154-449E-9AA4-0240808C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BE5F6-6319-475D-890B-AB2893F1C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CE56F-CA57-42D5-9F9D-D66D52FB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DD378-5E5F-4BA6-BCEB-1AD5E433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9496F-BD07-4BD9-BC33-3775EE3C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06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88A43-CFE4-44AB-9842-9F46FC7F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1279-9817-4A93-A3DA-D2D2F9EA7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5BEF2-CF72-48F7-B2EB-3D8E2EA54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7D518-AF53-4660-94CF-066420CC3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B4622-3285-4940-AEB1-2389A680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E98F2-3654-4AF6-88FA-94A49390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24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9E8B-F8AF-4992-81F7-90BDD534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42226-71EA-4A7B-B77F-D1EABF717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F9B96-101C-4266-B031-85069AA4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8E39B-0AB8-4493-B415-AACD4F641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4BDB3-8BB4-4252-8C19-B6C687011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AE91D-8CCA-4F70-A3FD-6F5935B5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DE8D8-7441-41D5-BE77-EF2E63FB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94C21-8AF7-4C35-BBBA-9885360B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4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1008-C8F2-4C1C-9F7A-0A3BB915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A5336-1C03-4F5B-80C7-A6CFD1A3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82047-8C67-48F6-A4A0-A4C0D055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9E162-D88F-437A-9980-2DA1825D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53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E0CC0-F3C8-40D8-A41F-DEC4476E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0B6E8-770E-45BA-A853-67265B7D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C83AD-F939-4FF3-AC7E-45C6BBD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11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6B86-7CAE-4545-9FFE-05826F3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5CDC7-FF86-4081-A992-D70B0F3A3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2F87E-06AC-4E72-8D57-A41028D9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2B516-AFF6-40C2-9459-D71E2E47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9A10E-7A78-41DF-95B7-2CC91A06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2FDC7-E70F-405C-8760-C50FDEA0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70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29F5-D454-448D-BC01-7734691D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31566-4DE2-409A-97E9-6F8BA2E4D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66F5E-1FDD-4AA8-911B-CA217C0F3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7AF4D-D4B8-481A-8882-25A55D31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6DDF6-AA04-4B3A-A2EC-CF35D156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2D519-49CA-42D3-84BD-61AE582E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106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4B13-F215-443A-A765-25693697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E4EA5-5C53-46E7-86AF-F25176165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B8A2A-8F3E-41A6-8486-3EE80245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75D5D-A0DF-4A13-9DAF-DB8FB3A8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90DFA-D16D-4F80-89A6-3F84AC63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55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2222F-9700-4E78-A3E7-8F9DC951C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2CD59-82CC-415D-AA68-FEE6F73BB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092E8-20C5-4B89-B883-FBF84663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2AD44-8BA8-47A6-A6D0-923B573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15818-6FD8-4CAC-87F5-C04446DD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749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25BAD-FD86-4B47-8ECF-E783EB13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4E4BA-8BA3-4798-AC5B-024440AC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1519-050B-4743-A3AF-C7525BEBA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F5A1A-EEB7-41D7-8CC1-139844EDD601}" type="datetimeFigureOut">
              <a:rPr lang="en-AU" smtClean="0"/>
              <a:t>21/03/2023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FA09D-B9A2-4247-806A-D2FDFCD1C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CC35-45D5-460B-9560-18798E476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5125-044A-40BD-B01F-BF69EC9E32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78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0D9695-D119-418A-9179-397EDDE2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E1B7F9-E37F-4EC3-81E9-768CAC23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Write expressions involving indices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Evaluate powers of 10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Writing expressions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indices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Indices and expressions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Evaluating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17E41-D925-43D6-A201-7C3686A97547}"/>
              </a:ext>
            </a:extLst>
          </p:cNvPr>
          <p:cNvSpPr txBox="1"/>
          <p:nvPr/>
        </p:nvSpPr>
        <p:spPr>
          <a:xfrm>
            <a:off x="8123068" y="1977863"/>
            <a:ext cx="2352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7679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B576-0A3E-440D-5B68-BFFF0262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</a:t>
            </a:r>
            <a:r>
              <a:rPr lang="en-US" dirty="0" err="1"/>
              <a:t>maths</a:t>
            </a:r>
            <a:r>
              <a:rPr lang="en-US" dirty="0"/>
              <a:t>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3D3EF8-0993-E205-0D40-E91F151240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663" y="2020934"/>
                <a:ext cx="3325426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5+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−11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15 −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12 −20=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3D3EF8-0993-E205-0D40-E91F15124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663" y="2020934"/>
                <a:ext cx="332542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01E43D-CB2F-AEBA-1748-BC064583D2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23914" y="2020934"/>
                <a:ext cx="332542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600" dirty="0"/>
                  <a:t>a = 3, b = 8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600" dirty="0"/>
                  <a:t>a + b =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600" dirty="0"/>
                  <a:t>4b – a =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01E43D-CB2F-AEBA-1748-BC064583D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14" y="2020934"/>
                <a:ext cx="3325426" cy="4351338"/>
              </a:xfrm>
              <a:prstGeom prst="rect">
                <a:avLst/>
              </a:prstGeom>
              <a:blipFill>
                <a:blip r:embed="rId3"/>
                <a:stretch>
                  <a:fillRect l="-5495" t="-44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61725-7AD3-217E-ACD1-471B28C87210}"/>
              </a:ext>
            </a:extLst>
          </p:cNvPr>
          <p:cNvSpPr txBox="1">
            <a:spLocks/>
          </p:cNvSpPr>
          <p:nvPr/>
        </p:nvSpPr>
        <p:spPr>
          <a:xfrm>
            <a:off x="8190391" y="2020934"/>
            <a:ext cx="33254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Write an expression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 is multiplied by 8 and 3 is added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There are d students in a class, but 9 are away.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086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/>
              </a:p>
              <a:p>
                <a:endParaRPr lang="en-US" sz="2800" dirty="0"/>
              </a:p>
              <a:p>
                <a:pPr algn="ctr"/>
                <a:r>
                  <a:rPr lang="en-US" sz="2800" dirty="0"/>
                  <a:t>3g + 3h </a:t>
                </a:r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dirty="0"/>
                  <a:t>5 + h 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B19A0B5-EDAC-44A7-984A-D96D14AB616C}"/>
              </a:ext>
            </a:extLst>
          </p:cNvPr>
          <p:cNvSpPr/>
          <p:nvPr/>
        </p:nvSpPr>
        <p:spPr>
          <a:xfrm>
            <a:off x="5035119" y="2929631"/>
            <a:ext cx="912921" cy="579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C2A786-D9F0-4894-AA55-BFB589DE259B}"/>
              </a:ext>
            </a:extLst>
          </p:cNvPr>
          <p:cNvSpPr/>
          <p:nvPr/>
        </p:nvSpPr>
        <p:spPr>
          <a:xfrm>
            <a:off x="6022019" y="3782680"/>
            <a:ext cx="1157056" cy="579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8FDC9-E9EF-43C4-B198-DC4FF62E3C47}"/>
              </a:ext>
            </a:extLst>
          </p:cNvPr>
          <p:cNvSpPr/>
          <p:nvPr/>
        </p:nvSpPr>
        <p:spPr>
          <a:xfrm>
            <a:off x="5035119" y="4591027"/>
            <a:ext cx="912921" cy="579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33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AC89-E86E-4E93-910D-53C99DED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A73D1-42BF-453F-A584-E5D0EEFCC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u="sng" dirty="0"/>
              <a:t>Like terms</a:t>
            </a:r>
          </a:p>
          <a:p>
            <a:pPr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Same pronumeral AND same power (can be collected) </a:t>
            </a:r>
            <a:endParaRPr lang="en-US" sz="2800" b="1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Which of the following is NOT a like term?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6DEDAA-8498-416D-9A6A-309C9F9D99EB}"/>
                  </a:ext>
                </a:extLst>
              </p:cNvPr>
              <p:cNvSpPr txBox="1"/>
              <p:nvPr/>
            </p:nvSpPr>
            <p:spPr>
              <a:xfrm>
                <a:off x="2521258" y="4480680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6DEDAA-8498-416D-9A6A-309C9F9D9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58" y="4480680"/>
                <a:ext cx="17222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138F76-C7A0-4E7C-B345-5E476AD9E185}"/>
                  </a:ext>
                </a:extLst>
              </p:cNvPr>
              <p:cNvSpPr txBox="1"/>
              <p:nvPr/>
            </p:nvSpPr>
            <p:spPr>
              <a:xfrm>
                <a:off x="5234866" y="4480680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138F76-C7A0-4E7C-B345-5E476AD9E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866" y="4480680"/>
                <a:ext cx="17222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E8838-1F50-4AB6-BCA6-1051624E2A40}"/>
                  </a:ext>
                </a:extLst>
              </p:cNvPr>
              <p:cNvSpPr txBox="1"/>
              <p:nvPr/>
            </p:nvSpPr>
            <p:spPr>
              <a:xfrm>
                <a:off x="3596936" y="5460481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E8838-1F50-4AB6-BCA6-1051624E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936" y="5460481"/>
                <a:ext cx="172226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15D585-05CB-4CB6-A534-4F6B0433EA63}"/>
                  </a:ext>
                </a:extLst>
              </p:cNvPr>
              <p:cNvSpPr txBox="1"/>
              <p:nvPr/>
            </p:nvSpPr>
            <p:spPr>
              <a:xfrm>
                <a:off x="7971040" y="4480680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15D585-05CB-4CB6-A534-4F6B0433E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040" y="4480680"/>
                <a:ext cx="172226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AD77D4-7C05-40AE-97BE-A6BABD4CE215}"/>
                  </a:ext>
                </a:extLst>
              </p:cNvPr>
              <p:cNvSpPr txBox="1"/>
              <p:nvPr/>
            </p:nvSpPr>
            <p:spPr>
              <a:xfrm>
                <a:off x="6096000" y="5451164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𝑓𝑔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AD77D4-7C05-40AE-97BE-A6BABD4CE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51164"/>
                <a:ext cx="17222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7E7010-3F9E-4AFA-BCB5-836D1FF2FFE3}"/>
                  </a:ext>
                </a:extLst>
              </p:cNvPr>
              <p:cNvSpPr txBox="1"/>
              <p:nvPr/>
            </p:nvSpPr>
            <p:spPr>
              <a:xfrm>
                <a:off x="1356434" y="5451164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7E7010-3F9E-4AFA-BCB5-836D1FF2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434" y="5451164"/>
                <a:ext cx="17222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F8ACD3-1FDF-4BC5-A193-9CAA8FD3251D}"/>
                  </a:ext>
                </a:extLst>
              </p:cNvPr>
              <p:cNvSpPr txBox="1"/>
              <p:nvPr/>
            </p:nvSpPr>
            <p:spPr>
              <a:xfrm>
                <a:off x="8481134" y="5459602"/>
                <a:ext cx="1722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F8ACD3-1FDF-4BC5-A193-9CAA8FD3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134" y="5459602"/>
                <a:ext cx="172226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F27F96A-7007-4655-A28B-A53EF9A62163}"/>
              </a:ext>
            </a:extLst>
          </p:cNvPr>
          <p:cNvSpPr/>
          <p:nvPr/>
        </p:nvSpPr>
        <p:spPr>
          <a:xfrm>
            <a:off x="1160015" y="2282355"/>
            <a:ext cx="8072761" cy="579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45636-425E-4850-B988-A590D02E9A14}"/>
              </a:ext>
            </a:extLst>
          </p:cNvPr>
          <p:cNvSpPr/>
          <p:nvPr/>
        </p:nvSpPr>
        <p:spPr>
          <a:xfrm>
            <a:off x="838201" y="1662253"/>
            <a:ext cx="1683058" cy="579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BA7F5D-DD71-4662-B7A4-AFE5415EF2DB}"/>
              </a:ext>
            </a:extLst>
          </p:cNvPr>
          <p:cNvSpPr/>
          <p:nvPr/>
        </p:nvSpPr>
        <p:spPr>
          <a:xfrm>
            <a:off x="838199" y="3368775"/>
            <a:ext cx="10196745" cy="2808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85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254E-75CD-49E6-9876-8288747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expression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1BBE-3034-4B0C-AA7B-9CE181EF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perimeter of a shape is the total length of the boarder forming the shape.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the perimeter of this square is….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EBB03-3E3C-41AF-8594-F2E9CB4A15EF}"/>
              </a:ext>
            </a:extLst>
          </p:cNvPr>
          <p:cNvSpPr/>
          <p:nvPr/>
        </p:nvSpPr>
        <p:spPr>
          <a:xfrm>
            <a:off x="7608164" y="3169328"/>
            <a:ext cx="3133817" cy="2787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20325-DBC4-44EA-A8EB-DCA840EA42F6}"/>
              </a:ext>
            </a:extLst>
          </p:cNvPr>
          <p:cNvSpPr txBox="1"/>
          <p:nvPr/>
        </p:nvSpPr>
        <p:spPr>
          <a:xfrm>
            <a:off x="8797771" y="2687672"/>
            <a:ext cx="158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5cm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62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254E-75CD-49E6-9876-8288747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expression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1BBE-3034-4B0C-AA7B-9CE181EF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Expressions are used when we don’t know the value of something.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the perimeter of this square is….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EBB03-3E3C-41AF-8594-F2E9CB4A15EF}"/>
              </a:ext>
            </a:extLst>
          </p:cNvPr>
          <p:cNvSpPr/>
          <p:nvPr/>
        </p:nvSpPr>
        <p:spPr>
          <a:xfrm>
            <a:off x="7608164" y="3169328"/>
            <a:ext cx="3133817" cy="2787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20325-DBC4-44EA-A8EB-DCA840EA42F6}"/>
              </a:ext>
            </a:extLst>
          </p:cNvPr>
          <p:cNvSpPr txBox="1"/>
          <p:nvPr/>
        </p:nvSpPr>
        <p:spPr>
          <a:xfrm>
            <a:off x="8797771" y="2687672"/>
            <a:ext cx="158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2g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85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E74-1F1A-45B0-9F56-8A9EC6D6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of rectangles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D03BA-0524-4A2E-B89D-D3E18BCD619F}"/>
              </a:ext>
            </a:extLst>
          </p:cNvPr>
          <p:cNvSpPr/>
          <p:nvPr/>
        </p:nvSpPr>
        <p:spPr>
          <a:xfrm>
            <a:off x="921799" y="1690688"/>
            <a:ext cx="3595456" cy="104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B4BDC-4C53-47F7-A0F5-A7C091952E74}"/>
              </a:ext>
            </a:extLst>
          </p:cNvPr>
          <p:cNvSpPr/>
          <p:nvPr/>
        </p:nvSpPr>
        <p:spPr>
          <a:xfrm>
            <a:off x="8605422" y="2214470"/>
            <a:ext cx="2601157" cy="3808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6A964-35B4-41AE-806A-E2093F85731B}"/>
              </a:ext>
            </a:extLst>
          </p:cNvPr>
          <p:cNvSpPr/>
          <p:nvPr/>
        </p:nvSpPr>
        <p:spPr>
          <a:xfrm>
            <a:off x="838200" y="5208350"/>
            <a:ext cx="4625266" cy="85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FDC39-2DD5-435F-8259-367D97B1CE98}"/>
              </a:ext>
            </a:extLst>
          </p:cNvPr>
          <p:cNvSpPr txBox="1"/>
          <p:nvPr/>
        </p:nvSpPr>
        <p:spPr>
          <a:xfrm>
            <a:off x="4600854" y="1952860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2f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1499B-41AB-4481-803D-E017920F1FA8}"/>
              </a:ext>
            </a:extLst>
          </p:cNvPr>
          <p:cNvSpPr txBox="1"/>
          <p:nvPr/>
        </p:nvSpPr>
        <p:spPr>
          <a:xfrm>
            <a:off x="2569346" y="2781501"/>
            <a:ext cx="123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3f +1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F8A00-0B20-46B5-A56E-4607F72A1277}"/>
              </a:ext>
            </a:extLst>
          </p:cNvPr>
          <p:cNvSpPr txBox="1"/>
          <p:nvPr/>
        </p:nvSpPr>
        <p:spPr>
          <a:xfrm>
            <a:off x="2719527" y="4688428"/>
            <a:ext cx="123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5g +2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D24F3-3FC7-4F0A-A5AB-C74DC5900120}"/>
              </a:ext>
            </a:extLst>
          </p:cNvPr>
          <p:cNvSpPr txBox="1"/>
          <p:nvPr/>
        </p:nvSpPr>
        <p:spPr>
          <a:xfrm>
            <a:off x="5510814" y="5372868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2g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FA45F-93FF-429C-B17A-ACC14B1E8B6D}"/>
              </a:ext>
            </a:extLst>
          </p:cNvPr>
          <p:cNvSpPr txBox="1"/>
          <p:nvPr/>
        </p:nvSpPr>
        <p:spPr>
          <a:xfrm>
            <a:off x="9339678" y="1691250"/>
            <a:ext cx="113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2g + f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35008-0450-41A2-B610-A8878B6CE7FC}"/>
              </a:ext>
            </a:extLst>
          </p:cNvPr>
          <p:cNvSpPr txBox="1"/>
          <p:nvPr/>
        </p:nvSpPr>
        <p:spPr>
          <a:xfrm>
            <a:off x="7410636" y="3857120"/>
            <a:ext cx="1194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5g + 2f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51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square: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FE28C-1B89-48DC-A6D2-89556701CDD3}"/>
              </a:ext>
            </a:extLst>
          </p:cNvPr>
          <p:cNvSpPr/>
          <p:nvPr/>
        </p:nvSpPr>
        <p:spPr>
          <a:xfrm>
            <a:off x="4524652" y="3036163"/>
            <a:ext cx="3142695" cy="2876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5FA02-9764-4E59-B8A9-3F129FFDE3B4}"/>
              </a:ext>
            </a:extLst>
          </p:cNvPr>
          <p:cNvSpPr txBox="1"/>
          <p:nvPr/>
        </p:nvSpPr>
        <p:spPr>
          <a:xfrm>
            <a:off x="7738373" y="4001294"/>
            <a:ext cx="1139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3d + 1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87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85DBB-0505-46F0-B19E-C8BE7519BA6E}"/>
              </a:ext>
            </a:extLst>
          </p:cNvPr>
          <p:cNvSpPr/>
          <p:nvPr/>
        </p:nvSpPr>
        <p:spPr>
          <a:xfrm>
            <a:off x="3246268" y="3515558"/>
            <a:ext cx="5699464" cy="2263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0C116-01ED-4403-86CF-903ED1F70873}"/>
              </a:ext>
            </a:extLst>
          </p:cNvPr>
          <p:cNvSpPr txBox="1"/>
          <p:nvPr/>
        </p:nvSpPr>
        <p:spPr>
          <a:xfrm>
            <a:off x="5682078" y="5852543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5h + 4 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93C1-977A-4CB0-B432-6523F776741A}"/>
              </a:ext>
            </a:extLst>
          </p:cNvPr>
          <p:cNvSpPr txBox="1"/>
          <p:nvPr/>
        </p:nvSpPr>
        <p:spPr>
          <a:xfrm>
            <a:off x="9035432" y="4236409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3h 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557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A57D1-6EDA-43F6-BE53-74433908B906}"/>
              </a:ext>
            </a:extLst>
          </p:cNvPr>
          <p:cNvSpPr/>
          <p:nvPr/>
        </p:nvSpPr>
        <p:spPr>
          <a:xfrm>
            <a:off x="3284738" y="3242121"/>
            <a:ext cx="4785064" cy="2450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DDAAF-D880-4A87-A0F2-F5C0F3189EC7}"/>
              </a:ext>
            </a:extLst>
          </p:cNvPr>
          <p:cNvSpPr txBox="1"/>
          <p:nvPr/>
        </p:nvSpPr>
        <p:spPr>
          <a:xfrm>
            <a:off x="8069802" y="4205629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2g + 2 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B6149-1090-4A19-AF10-081387978010}"/>
              </a:ext>
            </a:extLst>
          </p:cNvPr>
          <p:cNvSpPr txBox="1"/>
          <p:nvPr/>
        </p:nvSpPr>
        <p:spPr>
          <a:xfrm>
            <a:off x="5226913" y="2718901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5g   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95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63409-229A-45F7-8331-481618F77BBB}"/>
              </a:ext>
            </a:extLst>
          </p:cNvPr>
          <p:cNvSpPr/>
          <p:nvPr/>
        </p:nvSpPr>
        <p:spPr>
          <a:xfrm>
            <a:off x="3808521" y="3613212"/>
            <a:ext cx="5166804" cy="2024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D7C47-7604-4785-BCA5-C86F2C564E4A}"/>
              </a:ext>
            </a:extLst>
          </p:cNvPr>
          <p:cNvSpPr txBox="1"/>
          <p:nvPr/>
        </p:nvSpPr>
        <p:spPr>
          <a:xfrm>
            <a:off x="2529026" y="4363656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3f + g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01BCE-DB4C-4373-B19E-B384BCEC1E9B}"/>
              </a:ext>
            </a:extLst>
          </p:cNvPr>
          <p:cNvSpPr txBox="1"/>
          <p:nvPr/>
        </p:nvSpPr>
        <p:spPr>
          <a:xfrm>
            <a:off x="5921775" y="5661954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2f + 3g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67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The perimeter </a:t>
            </a:r>
            <a:r>
              <a:rPr lang="en-US" dirty="0"/>
              <a:t>of this rectangle is 4 times it’s height…. 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63409-229A-45F7-8331-481618F77BBB}"/>
              </a:ext>
            </a:extLst>
          </p:cNvPr>
          <p:cNvSpPr/>
          <p:nvPr/>
        </p:nvSpPr>
        <p:spPr>
          <a:xfrm>
            <a:off x="3808521" y="3613212"/>
            <a:ext cx="5166804" cy="2024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D7C47-7604-4785-BCA5-C86F2C564E4A}"/>
              </a:ext>
            </a:extLst>
          </p:cNvPr>
          <p:cNvSpPr txBox="1"/>
          <p:nvPr/>
        </p:nvSpPr>
        <p:spPr>
          <a:xfrm>
            <a:off x="3026175" y="4363656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H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529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8A89-CA90-4CDC-9F73-2B8232CF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C95E-437D-496E-8FCE-8CFCEA1EA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215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Questions:</a:t>
            </a:r>
          </a:p>
          <a:p>
            <a:pPr marL="0" indent="0" algn="ctr">
              <a:buNone/>
            </a:pPr>
            <a:r>
              <a:rPr lang="en-US" dirty="0"/>
              <a:t>1 – 3 and 7 – 10 and 12 </a:t>
            </a:r>
          </a:p>
          <a:p>
            <a:pPr marL="0" indent="0" algn="ctr">
              <a:buNone/>
            </a:pPr>
            <a:r>
              <a:rPr lang="en-US" dirty="0"/>
              <a:t>Challenge question 14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45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82CD-5A31-4E67-A9A6-93D073B1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 types of power problems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9DB62-1150-4845-B891-386215B51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24922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Expanding indices </a:t>
            </a:r>
          </a:p>
          <a:p>
            <a:pPr marL="514350" indent="-514350">
              <a:buAutoNum type="arabicPeriod"/>
            </a:pPr>
            <a:r>
              <a:rPr lang="en-US" dirty="0"/>
              <a:t>Simplifying </a:t>
            </a:r>
          </a:p>
          <a:p>
            <a:pPr marL="514350" indent="-514350">
              <a:buAutoNum type="arabicPeriod"/>
            </a:pPr>
            <a:r>
              <a:rPr lang="en-AU" dirty="0"/>
              <a:t>How to say </a:t>
            </a:r>
          </a:p>
          <a:p>
            <a:pPr marL="514350" indent="-514350">
              <a:buAutoNum type="arabicPeriod"/>
            </a:pPr>
            <a:r>
              <a:rPr lang="en-AU" dirty="0"/>
              <a:t>Evaluating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3A7410-6EB3-4BFB-89D0-EF607E7504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5185" y="1825625"/>
                <a:ext cx="37249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3 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×3 ×3 ×3 ×3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sup>
                    </m:sSup>
                  </m:oMath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</m:oMath>
                </a14:m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3A7410-6EB3-4BFB-89D0-EF607E750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85" y="1825625"/>
                <a:ext cx="3724922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17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22-D370-4870-A3E2-CD58391D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8C1E3-2EB0-4694-B1E2-5BAEC78142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245541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Expand indices: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8C1E3-2EB0-4694-B1E2-5BAEC7814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2455416" cy="4351338"/>
              </a:xfrm>
              <a:blipFill>
                <a:blip r:embed="rId2"/>
                <a:stretch>
                  <a:fillRect l="-5224" t="-2241" r="-34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496567-4C78-44F6-9AA1-946EB09FE9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1052" y="1825625"/>
                <a:ext cx="348374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Simplify: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 ×2</m:t>
                    </m:r>
                  </m:oMath>
                </a14:m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:r>
                  <a:rPr lang="en-US" dirty="0"/>
                  <a:t>5 x 5 x 5 x 5 x 5 x 5 </a:t>
                </a:r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:r>
                  <a:rPr lang="en-AU" dirty="0"/>
                  <a:t>9 x 9 x 9 x 9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496567-4C78-44F6-9AA1-946EB09FE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52" y="1825625"/>
                <a:ext cx="3483744" cy="4351338"/>
              </a:xfrm>
              <a:prstGeom prst="rect">
                <a:avLst/>
              </a:prstGeom>
              <a:blipFill>
                <a:blip r:embed="rId3"/>
                <a:stretch>
                  <a:fillRect l="-3678" t="-2241" r="-24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5FC1002-8D0B-40E0-94CD-F6AC265D4D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92231" y="1825625"/>
                <a:ext cx="245541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Evaluate indices: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5FC1002-8D0B-40E0-94CD-F6AC265D4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231" y="1825625"/>
                <a:ext cx="2455416" cy="4351338"/>
              </a:xfrm>
              <a:prstGeom prst="rect">
                <a:avLst/>
              </a:prstGeom>
              <a:blipFill>
                <a:blip r:embed="rId4"/>
                <a:stretch>
                  <a:fillRect l="-4963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85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3C66-FE3E-419A-8174-58061055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 with indices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B949-73F4-4F9B-BB34-9B4E4C30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 and A grade level questions: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THINK: how could I write this in numbers?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 started with 4 hats, every year the number of hats doubles. So, after 2 years Sam has 8 hats, after 3 year = 16 hats. How many hats will Sam have after 7 years?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does this look like just using numbers?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7041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FC36-B8CC-4C99-9AAC-B074EDF8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THINK: what do the numbers represent?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4057D-5217-4FC9-9D4E-F9C161AB5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John starts with 10 bees. Every month they double. After 2 months there are 20 bees, after 3 months there are 40.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Explain how the expression: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can be used to calculate the number of bees each month.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4057D-5217-4FC9-9D4E-F9C161AB5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517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122-DC9E-4581-BAD3-52D6B8B4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Powers of 10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FA7D3-69A7-4CFC-9340-3ED232CC2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×10=100 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 ×10=1000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 ×10 ×10=10000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dirty="0"/>
              </a:p>
              <a:p>
                <a:pPr marL="0" indent="0">
                  <a:buNone/>
                </a:pPr>
                <a:r>
                  <a:rPr lang="en-US" sz="3600" dirty="0"/>
                  <a:t>What do you think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? </m:t>
                    </m:r>
                  </m:oMath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:r>
                  <a:rPr lang="en-AU" sz="3600" dirty="0"/>
                  <a:t>Evaluate: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FA7D3-69A7-4CFC-9340-3ED232CC2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b="-50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80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CFEA-8BD6-48B7-8541-46C14A83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practice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891AF0-ACA2-ADAC-B9A3-D641E14C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5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25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8565-62C2-B7D7-D596-E8109ECE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198D-020C-B780-348F-D4FB4F02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4D8CA-8781-B6A3-3BCA-E9CAEAF0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4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7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583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Quick maths </vt:lpstr>
      <vt:lpstr>Terminology</vt:lpstr>
      <vt:lpstr>Review </vt:lpstr>
      <vt:lpstr>Writing expression </vt:lpstr>
      <vt:lpstr>Writing expression </vt:lpstr>
      <vt:lpstr>Perimeter of rectangles </vt:lpstr>
      <vt:lpstr>Whiteboards</vt:lpstr>
      <vt:lpstr>Whiteboards</vt:lpstr>
      <vt:lpstr>Whiteboards</vt:lpstr>
      <vt:lpstr>Whiteboards</vt:lpstr>
      <vt:lpstr>Whiteboards</vt:lpstr>
      <vt:lpstr>Individual practice </vt:lpstr>
      <vt:lpstr>4 types of power problems </vt:lpstr>
      <vt:lpstr>Whiteboards </vt:lpstr>
      <vt:lpstr>Expressions with indices </vt:lpstr>
      <vt:lpstr>THINK: what do the numbers represent?</vt:lpstr>
      <vt:lpstr>Powers of 10 </vt:lpstr>
      <vt:lpstr>Substitution practice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18</cp:revision>
  <dcterms:created xsi:type="dcterms:W3CDTF">2022-03-14T08:48:44Z</dcterms:created>
  <dcterms:modified xsi:type="dcterms:W3CDTF">2023-03-20T23:51:59Z</dcterms:modified>
</cp:coreProperties>
</file>