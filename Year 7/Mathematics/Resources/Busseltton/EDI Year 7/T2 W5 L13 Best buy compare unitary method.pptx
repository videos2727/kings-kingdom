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82" r:id="rId4"/>
    <p:sldId id="283" r:id="rId5"/>
    <p:sldId id="284" r:id="rId6"/>
    <p:sldId id="285" r:id="rId7"/>
    <p:sldId id="286" r:id="rId8"/>
    <p:sldId id="28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AA480-336E-278F-40C3-05E5186BA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E558B2-01D5-09BD-2031-BA419794DD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4E18C-3107-65D2-C568-7C8A2987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F6265-C786-483A-B9E4-C549414B0822}" type="datetimeFigureOut">
              <a:rPr lang="en-AU" smtClean="0"/>
              <a:t>22/05/2023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BE6A7-21EE-81B2-76E2-9B7A9F74E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00033-6A91-7BE0-1B86-E01A3C8B1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FFB4-5C38-4129-98CE-E5AE9F2B6D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9902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75960-A55F-0328-7CD1-D86FA688D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681B0-66C7-9893-1417-D50DE596F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B0F0B-6CF5-C0B6-A429-A50CCF6B8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F6265-C786-483A-B9E4-C549414B0822}" type="datetimeFigureOut">
              <a:rPr lang="en-AU" smtClean="0"/>
              <a:t>22/05/2023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84943-856D-D517-0325-E3FAA45FD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9E8C9-30DB-3AEA-3A63-368A8D40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FFB4-5C38-4129-98CE-E5AE9F2B6D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8044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14A3A-DBDB-ECCA-8E63-00E4262F3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1B3B0-B49D-96B0-02FE-E602EB66B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1A05C-2693-8430-5B15-46AF785A8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F6265-C786-483A-B9E4-C549414B0822}" type="datetimeFigureOut">
              <a:rPr lang="en-AU" smtClean="0"/>
              <a:t>22/05/2023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BA493-6E0B-BA6A-763D-4D6DAF872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0EA67-2C46-6C8D-29A8-93DD0C738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FFB4-5C38-4129-98CE-E5AE9F2B6D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6563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09DE9-40AA-49B4-B371-64AF9B6B7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19112-A83D-8A97-14F6-9B73F7CF9B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26F60-88A9-C250-2895-0B974D1B3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290D4-8EDB-E5D7-E75D-7D8014B9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F6265-C786-483A-B9E4-C549414B0822}" type="datetimeFigureOut">
              <a:rPr lang="en-AU" smtClean="0"/>
              <a:t>22/05/2023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6DCE0-4D08-FB07-3B44-B28E36E7B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ADE6F-52DD-5EBD-5526-A00ED2FC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FFB4-5C38-4129-98CE-E5AE9F2B6D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2211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03207-7898-6DC2-653C-286248A8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7B096-1857-7B25-81C2-276B63DA2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A57C5-B2CF-7E43-6DBA-B0FEE8D2A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E15081-76EF-99BD-94F3-B52ABF03F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8A1CC3-FD25-CCFE-C319-F7128FB42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7CA9BD-888F-7F70-F521-7A42A16BC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F6265-C786-483A-B9E4-C549414B0822}" type="datetimeFigureOut">
              <a:rPr lang="en-AU" smtClean="0"/>
              <a:t>22/05/2023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89436B-A412-70C5-4F2D-1AE717E3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197C61-B0F7-DCFD-B4D7-D015A272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FFB4-5C38-4129-98CE-E5AE9F2B6D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2599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0BCC6-B9E8-74A0-5629-219121AF4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7A577E-9DDD-327A-7082-892C15C94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F6265-C786-483A-B9E4-C549414B0822}" type="datetimeFigureOut">
              <a:rPr lang="en-AU" smtClean="0"/>
              <a:t>22/05/2023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BBD22E-8B72-D349-0584-F268567AB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CE080-35CA-23A5-5E1C-5118CE15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FFB4-5C38-4129-98CE-E5AE9F2B6D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4716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6CB43-CA2E-3D99-0DD7-0C5C43324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F6265-C786-483A-B9E4-C549414B0822}" type="datetimeFigureOut">
              <a:rPr lang="en-AU" smtClean="0"/>
              <a:t>22/05/2023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7C4F7-9AD2-3DED-C551-E92F83873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EEE3C-93B6-1B1A-B9DF-0AFEB022E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FFB4-5C38-4129-98CE-E5AE9F2B6D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5384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961EC-F9FB-4A71-E72D-291FFF910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C9CA1-523F-E2EA-1882-6CB2C60AD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0BDC31-924A-1950-B1F4-4FC52E75C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D10AF-47A7-5673-5A93-FD6B4E21C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F6265-C786-483A-B9E4-C549414B0822}" type="datetimeFigureOut">
              <a:rPr lang="en-AU" smtClean="0"/>
              <a:t>22/05/2023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B2B56-5E2A-BA45-73C0-4E9924AF7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89360-6F9F-EB7B-E48C-C137E43FD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FFB4-5C38-4129-98CE-E5AE9F2B6D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2158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F5321-FE30-278D-271E-7B0C38F70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B329ED-AC45-EA3C-441F-16A5EE945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BDCE37-889A-B865-0813-AF9287E2D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5A788-1E0C-8E47-ED77-AE4669392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F6265-C786-483A-B9E4-C549414B0822}" type="datetimeFigureOut">
              <a:rPr lang="en-AU" smtClean="0"/>
              <a:t>22/05/2023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C52C4-ABB1-E539-5914-161B91846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53C36-2B7F-0041-E113-077149241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FFB4-5C38-4129-98CE-E5AE9F2B6D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675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52B5B-C0C6-15C2-191B-459FD3E2B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873EF6-855B-E129-EE5F-F368E217E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0F6B7-3C5B-AC05-38F1-0871FB437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F6265-C786-483A-B9E4-C549414B0822}" type="datetimeFigureOut">
              <a:rPr lang="en-AU" smtClean="0"/>
              <a:t>22/05/2023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6171F-50A6-C35B-8541-BE4493210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74DD3-B46F-8F92-8D1C-5BCD33DBC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FFB4-5C38-4129-98CE-E5AE9F2B6D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1454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B1B8A-0B46-81B9-72E2-1B362A17B8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AF55DD-F023-1695-F069-2CAC409FE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1F21E-2BDB-B2AE-866F-B09E30B42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F6265-C786-483A-B9E4-C549414B0822}" type="datetimeFigureOut">
              <a:rPr lang="en-AU" smtClean="0"/>
              <a:t>22/05/2023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32CAF-EE58-8762-A4BF-5794F111A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0FA32-80F6-E666-6373-BF7192A4E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FFB4-5C38-4129-98CE-E5AE9F2B6D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114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9003E8-C3BF-86CA-8297-0B19040D1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AE8DF-D34B-2534-629B-4EFCF0C0F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42C67-B180-F9ED-E9E1-734CCA0AA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F6265-C786-483A-B9E4-C549414B0822}" type="datetimeFigureOut">
              <a:rPr lang="en-AU" smtClean="0"/>
              <a:t>22/05/2023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39710-E632-A8F6-72A4-275C46D3E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48AF6-4F46-67AC-C25F-4CB0F7772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3FFB4-5C38-4129-98CE-E5AE9F2B6D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9516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718741-D98F-589C-3CD7-F4FAB486C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25E4B9-3409-3230-2962-508FD7FD1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Comparing the price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Use unitary methods to compare best buys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unitary method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Fluency 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6491CC-245F-E42C-06BD-C50C1FBCC4D9}"/>
              </a:ext>
            </a:extLst>
          </p:cNvPr>
          <p:cNvSpPr txBox="1"/>
          <p:nvPr/>
        </p:nvSpPr>
        <p:spPr>
          <a:xfrm>
            <a:off x="8735627" y="736847"/>
            <a:ext cx="3133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Need whiteboards and calculators. 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45868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1E1E-3FC1-4873-A78D-C9608B44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44517-B77B-4120-8D6E-0E3EDCB5B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Sally paid $11.50 for 400g of ham. How much was it for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100g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1kg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D6096-8939-4213-B58D-FB6889CF9F8E}"/>
              </a:ext>
            </a:extLst>
          </p:cNvPr>
          <p:cNvSpPr txBox="1"/>
          <p:nvPr/>
        </p:nvSpPr>
        <p:spPr>
          <a:xfrm flipH="1">
            <a:off x="8753382" y="124690"/>
            <a:ext cx="31160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 to get 100g cost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Times by 10 to get $ per kilo  </a:t>
            </a:r>
          </a:p>
        </p:txBody>
      </p:sp>
    </p:spTree>
    <p:extLst>
      <p:ext uri="{BB962C8B-B14F-4D97-AF65-F5344CB8AC3E}">
        <p14:creationId xmlns:p14="http://schemas.microsoft.com/office/powerpoint/2010/main" val="3373196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1E1E-3FC1-4873-A78D-C9608B44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44517-B77B-4120-8D6E-0E3EDCB5B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jar of Nutella costs $6.90 for 300g. How much is it per: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100g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1kg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D6096-8939-4213-B58D-FB6889CF9F8E}"/>
              </a:ext>
            </a:extLst>
          </p:cNvPr>
          <p:cNvSpPr txBox="1"/>
          <p:nvPr/>
        </p:nvSpPr>
        <p:spPr>
          <a:xfrm flipH="1">
            <a:off x="8753382" y="124690"/>
            <a:ext cx="31160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 to get 100g cost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Times by 10 to get $ per kilo  </a:t>
            </a:r>
          </a:p>
        </p:txBody>
      </p:sp>
    </p:spTree>
    <p:extLst>
      <p:ext uri="{BB962C8B-B14F-4D97-AF65-F5344CB8AC3E}">
        <p14:creationId xmlns:p14="http://schemas.microsoft.com/office/powerpoint/2010/main" val="2758554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1E1E-3FC1-4873-A78D-C9608B44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44517-B77B-4120-8D6E-0E3EDCB5B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Beans cost $9.25 for 500g. How much are they for: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100g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1kg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D6096-8939-4213-B58D-FB6889CF9F8E}"/>
              </a:ext>
            </a:extLst>
          </p:cNvPr>
          <p:cNvSpPr txBox="1"/>
          <p:nvPr/>
        </p:nvSpPr>
        <p:spPr>
          <a:xfrm flipH="1">
            <a:off x="8753382" y="124690"/>
            <a:ext cx="31160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 to get 100g cost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Times by 10 to get $ per kilo  </a:t>
            </a:r>
          </a:p>
        </p:txBody>
      </p:sp>
    </p:spTree>
    <p:extLst>
      <p:ext uri="{BB962C8B-B14F-4D97-AF65-F5344CB8AC3E}">
        <p14:creationId xmlns:p14="http://schemas.microsoft.com/office/powerpoint/2010/main" val="2519673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1E1E-3FC1-4873-A78D-C9608B44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B879E1-BC79-4D9B-A5C0-075B5A3A9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014" y="2505075"/>
            <a:ext cx="5157787" cy="823912"/>
          </a:xfrm>
        </p:spPr>
        <p:txBody>
          <a:bodyPr/>
          <a:lstStyle/>
          <a:p>
            <a:pPr algn="ctr"/>
            <a:r>
              <a:rPr lang="en-US" dirty="0"/>
              <a:t>Mr. Davies </a:t>
            </a:r>
            <a:r>
              <a:rPr lang="en-US" dirty="0" err="1"/>
              <a:t>favourite</a:t>
            </a:r>
            <a:r>
              <a:rPr lang="en-US" dirty="0"/>
              <a:t> chocolate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D5CDB2-E0F7-42B2-AB0A-FD5081F9E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3429000"/>
            <a:ext cx="5157787" cy="1250179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$8 for 200g.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E81A08-2767-4C92-AC9D-2653CE72AD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1788" y="2605088"/>
            <a:ext cx="5183188" cy="823912"/>
          </a:xfrm>
        </p:spPr>
        <p:txBody>
          <a:bodyPr/>
          <a:lstStyle/>
          <a:p>
            <a:pPr algn="ctr"/>
            <a:r>
              <a:rPr lang="en-US" dirty="0"/>
              <a:t>Some other chocolate </a:t>
            </a:r>
            <a:endParaRPr lang="en-A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85A245-2573-4B47-99A9-AB922B811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7603" y="3510462"/>
            <a:ext cx="5183188" cy="165855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$18 for 500g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D6096-8939-4213-B58D-FB6889CF9F8E}"/>
              </a:ext>
            </a:extLst>
          </p:cNvPr>
          <p:cNvSpPr txBox="1"/>
          <p:nvPr/>
        </p:nvSpPr>
        <p:spPr>
          <a:xfrm flipH="1">
            <a:off x="8753382" y="124690"/>
            <a:ext cx="31160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 to get 100g cost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Times by 10 to get $ per kilo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3D2A98-9120-448F-93FD-8C970C8E261C}"/>
              </a:ext>
            </a:extLst>
          </p:cNvPr>
          <p:cNvSpPr txBox="1"/>
          <p:nvPr/>
        </p:nvSpPr>
        <p:spPr>
          <a:xfrm>
            <a:off x="3045041" y="2031862"/>
            <a:ext cx="7182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Which is better value? Compare 100g prices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669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1288712-0223-4CE9-93C3-6DD1AB830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Comparing price: unitary method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CEE057E-4267-4F1A-B887-73C70617B6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52258"/>
                <a:ext cx="10515600" cy="4351338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𝑪𝒐𝒔𝒕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÷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𝒒𝒖𝒂𝒏𝒕𝒊𝒕𝒚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𝒖𝒏𝒊𝒕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𝒑𝒓𝒊𝒄𝒆</m:t>
                      </m:r>
                    </m:oMath>
                  </m:oMathPara>
                </a14:m>
                <a:endParaRPr lang="en-US" b="1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AU" dirty="0"/>
              </a:p>
              <a:p>
                <a:pPr marL="514350" indent="-514350">
                  <a:buAutoNum type="alphaLcParenR"/>
                </a:pPr>
                <a:r>
                  <a:rPr lang="en-AU" dirty="0"/>
                  <a:t>450g of cheese costs $5.50, but Coles has a special which is $8 for 600g. Which is better value for money? </a:t>
                </a:r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:r>
                  <a:rPr lang="en-AU" dirty="0"/>
                  <a:t>A bag of 140g chips costs $1.20. Or I can buy a 370g bag for $3.25. which is better value for money? </a:t>
                </a:r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:r>
                  <a:rPr lang="en-AU" dirty="0"/>
                  <a:t>Chocolate costs $5.70 for 225g. How much is it for 100g? 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CEE057E-4267-4F1A-B887-73C70617B6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52258"/>
                <a:ext cx="10515600" cy="4351338"/>
              </a:xfrm>
              <a:blipFill>
                <a:blip r:embed="rId2"/>
                <a:stretch>
                  <a:fillRect l="-1217" b="-30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40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CB6B2-EAEF-401D-9910-B982A937B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33AF1-1897-49F6-8053-0498F4D24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410g of bait costs $11.40. 1kg of bait costs $25.50. which is better value?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The movies sell Maltesers at $9.20 for 425g. Woolies sells a 600g bag for $12.50 – which is better value for money?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Vegemite costs $6.70 for 325g. How much is it for 100g? 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7D054B-0D3E-4383-A7CE-87C1B8796AB2}"/>
                  </a:ext>
                </a:extLst>
              </p:cNvPr>
              <p:cNvSpPr txBox="1"/>
              <p:nvPr/>
            </p:nvSpPr>
            <p:spPr>
              <a:xfrm>
                <a:off x="8948691" y="365125"/>
                <a:ext cx="2778711" cy="9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𝑪𝒐𝒔𝒕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÷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𝒒𝒖𝒂𝒏𝒕𝒊𝒕𝒚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𝒖𝒏𝒊𝒕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𝒑𝒓𝒊𝒄𝒆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7D054B-0D3E-4383-A7CE-87C1B8796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8691" y="365125"/>
                <a:ext cx="2778711" cy="9169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1872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F4BD4-F63F-4988-8BCD-CCB6284E4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Comparing best buys task sheet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20031-325D-4328-AA17-F416BDBA4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0552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312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Whiteboards </vt:lpstr>
      <vt:lpstr>Whiteboards </vt:lpstr>
      <vt:lpstr>Whiteboards </vt:lpstr>
      <vt:lpstr>Whiteboards </vt:lpstr>
      <vt:lpstr>Comparing price: unitary method </vt:lpstr>
      <vt:lpstr>We do  </vt:lpstr>
      <vt:lpstr>Comparing best buys task sheet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1</cp:revision>
  <dcterms:created xsi:type="dcterms:W3CDTF">2023-05-22T08:32:31Z</dcterms:created>
  <dcterms:modified xsi:type="dcterms:W3CDTF">2023-05-22T08:35:46Z</dcterms:modified>
</cp:coreProperties>
</file>