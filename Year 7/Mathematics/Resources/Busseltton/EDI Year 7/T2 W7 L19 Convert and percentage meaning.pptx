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7" r:id="rId3"/>
    <p:sldId id="264" r:id="rId4"/>
    <p:sldId id="258" r:id="rId5"/>
    <p:sldId id="265" r:id="rId6"/>
    <p:sldId id="263" r:id="rId7"/>
    <p:sldId id="260" r:id="rId8"/>
    <p:sldId id="271" r:id="rId9"/>
    <p:sldId id="270" r:id="rId10"/>
    <p:sldId id="262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59ECF-F663-4B57-9F6B-13280DB66F90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8BCC7-A6B7-44D8-AB86-1E8640190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884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319785-B2B2-4D26-A156-00237127659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945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5F4BC-CD54-B4E9-9933-2752E082C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BEA7F-F428-8E6F-E30F-2D5D2F574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09BBB-A302-E086-9302-00A5E1DA1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0CCD-DDF1-B13A-E967-2CB83F60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23FC-3610-58FE-E5E6-261654E9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943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E406-2B43-ED42-F71B-059892EE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3F020-63FE-C7F9-1016-0B3194EA1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0FA61-6E2A-7A48-A682-80598C3B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1F6ED-6EB1-60C2-63F1-00C24EC9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83C8-ACB8-1295-5DA7-B571C2A2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61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DF2E-4E2B-F463-CCF0-0346BB96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E9FBF-2571-27AE-60B5-B41F75538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30CA7-5D09-095E-576B-1A197856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903AE-BB54-6A1D-9440-1B0DE438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38CC4-59A2-0BFB-B518-100F38B1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478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5A7AD-9000-11CF-1CC7-38DA95FE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3E7AC-9BE9-5315-D540-57451914B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42DA5-6421-C2E2-29FE-D5DF770B4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3533A-D9A9-E05B-29A6-7DB21084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A3CA9-F4E7-A5A9-E634-0101B705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54DFD-2DA4-AFEC-5F0D-CA599424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65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3C6E-BB9C-2294-C90F-571E34858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55D66-4FA2-6E3C-32DD-EB79A7B0D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96272-B524-4BC7-A874-D8F11B9CF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27F1B-E948-FE6F-E24A-50BC5C3DF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629B7-B0CE-A7FE-01B2-6E20ACF7B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F01A64-723F-B5AA-0B0F-894DF178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A0BBD-866A-9A6A-87E8-861EBFC82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B204C-1991-9040-7763-960A1A62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140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CEE0-3A9E-0F6E-0EE4-A1E6AB9C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FEDB7-1B81-62FE-37C0-F706BA001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D272D-ADDE-7549-694A-34D57126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17E2D-E14F-162F-76CA-AFE30A66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8937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A10B01-B9BA-4A4A-D549-58A4C2FB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1035B-7486-A73B-CF47-9F6A5C6A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C07F8-FA7E-4DED-0DCD-427D8E6A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3016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68D1-ABA2-3F6C-729F-00AF2F41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90DD7-9581-51E6-EF9B-23873798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2EAB9-8F37-97DE-126B-4A38DE3C1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FBDBB-3DB6-5CE1-CD7C-6DCFB3D3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B9E92-B595-F875-5FC2-C047FE4B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D2612-272E-A414-37AB-0589516F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86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AAF7-315C-324B-7EAD-871835ED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1EA8BB-A107-32C6-094C-1EAE3D087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6E2DD-DE63-57F3-31DA-67AF58F1D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C5F48-4133-AB2C-F7BA-220B29F0A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E5EC8-D81E-5B2E-4262-166D21F3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CF028-A49C-A235-CDC4-C1E94708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1713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D898-B258-9F5C-7D35-D1F7D4B6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353CA-1864-C623-2C44-04AC26BCC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518E5-8A82-89D1-7D5D-C4BE6C3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B6B1-0C01-126E-64A6-CF359040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BF414-3AED-FD92-3613-C526DDF6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04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6B84CB-BA65-8EB4-2E57-14D036A71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82AB3-54A3-CB7D-A23A-0E6FF85EF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1628-FD86-AA7B-347D-F4D299859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29B56-AD83-0431-3CDD-255122501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2C10B-2EB5-BCF8-7954-89851879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0761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538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870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543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625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32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654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5759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045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467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0123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49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42AB21-9F8A-928E-0230-F9CD0D8B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2FB29-A285-763C-909A-8B41D9C61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B8CF4-1054-F828-01E5-6AEEF2853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EDF07-DDC3-4EC6-9C7E-245C0BF4FBAD}" type="datetimeFigureOut">
              <a:rPr lang="en-AU" smtClean="0"/>
              <a:t>7/06/2023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1C53A-30C4-AB66-9134-8040893CE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0A9F5-1F6C-1B65-2234-773DBD0FE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FB52E-60FA-4121-9B29-56F51ED28A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68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99">
            <a:alpha val="6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993FB-AE5D-4FBD-95D9-434C60B634DC}" type="datetimeFigureOut">
              <a:rPr lang="en-GB" smtClean="0"/>
              <a:t>07/06/2023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437E0-1732-47AD-B73A-AF4C2C0B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974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DP%20millionnaire.pp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09IOHCf9jU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EA70C4-FBAA-48C8-8185-04952EE2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19B340-E54E-4539-8753-7EA2105A0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283"/>
            <a:ext cx="10515600" cy="481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Understanding percentages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Describe the meaning of percentage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Convert and shade percentages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Notes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Converting and shading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EEE4F-B30E-DA0D-8D9B-B48A458575F8}"/>
              </a:ext>
            </a:extLst>
          </p:cNvPr>
          <p:cNvSpPr txBox="1"/>
          <p:nvPr/>
        </p:nvSpPr>
        <p:spPr>
          <a:xfrm>
            <a:off x="7202750" y="2102256"/>
            <a:ext cx="2805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Whiteboards and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DD4C0-C9B3-1612-F383-728E9A97A17D}"/>
              </a:ext>
            </a:extLst>
          </p:cNvPr>
          <p:cNvSpPr txBox="1"/>
          <p:nvPr/>
        </p:nvSpPr>
        <p:spPr>
          <a:xfrm>
            <a:off x="8859915" y="150920"/>
            <a:ext cx="2423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PBiS Focus </a:t>
            </a:r>
          </a:p>
          <a:p>
            <a:r>
              <a:rPr lang="en-US" b="1" dirty="0">
                <a:highlight>
                  <a:srgbClr val="00FF00"/>
                </a:highlight>
              </a:rPr>
              <a:t>Respect (listening)</a:t>
            </a:r>
          </a:p>
          <a:p>
            <a:r>
              <a:rPr lang="en-US" b="1" dirty="0">
                <a:highlight>
                  <a:srgbClr val="00FF00"/>
                </a:highlight>
              </a:rPr>
              <a:t>Learn (participation) </a:t>
            </a:r>
            <a:endParaRPr lang="en-AU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38870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785600" y="404665"/>
            <a:ext cx="8882400" cy="5509329"/>
            <a:chOff x="1080" y="340"/>
            <a:chExt cx="11650" cy="4651"/>
          </a:xfrm>
        </p:grpSpPr>
        <p:sp>
          <p:nvSpPr>
            <p:cNvPr id="1027" name="WordArt 3"/>
            <p:cNvSpPr>
              <a:spLocks noChangeArrowheads="1" noChangeShapeType="1" noTextEdit="1"/>
            </p:cNvSpPr>
            <p:nvPr/>
          </p:nvSpPr>
          <p:spPr bwMode="auto">
            <a:xfrm>
              <a:off x="1161" y="765"/>
              <a:ext cx="3684" cy="7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CCFF"/>
                  </a:solidFill>
                  <a:latin typeface="Arial Black"/>
                </a:rPr>
                <a:t>Fractions</a:t>
              </a:r>
            </a:p>
          </p:txBody>
        </p:sp>
        <p:sp>
          <p:nvSpPr>
            <p:cNvPr id="1028" name="WordArt 4"/>
            <p:cNvSpPr>
              <a:spLocks noChangeArrowheads="1" noChangeShapeType="1" noTextEdit="1"/>
            </p:cNvSpPr>
            <p:nvPr/>
          </p:nvSpPr>
          <p:spPr bwMode="auto">
            <a:xfrm>
              <a:off x="8528" y="766"/>
              <a:ext cx="3683" cy="7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CCFF"/>
                  </a:solidFill>
                  <a:latin typeface="Arial Black"/>
                </a:rPr>
                <a:t>Decimals</a:t>
              </a:r>
            </a:p>
          </p:txBody>
        </p:sp>
        <p:sp>
          <p:nvSpPr>
            <p:cNvPr id="1029" name="WordArt 5"/>
            <p:cNvSpPr>
              <a:spLocks noChangeArrowheads="1" noChangeShapeType="1" noTextEdit="1"/>
            </p:cNvSpPr>
            <p:nvPr/>
          </p:nvSpPr>
          <p:spPr bwMode="auto">
            <a:xfrm>
              <a:off x="6733" y="4169"/>
              <a:ext cx="5478" cy="82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CCFF"/>
                  </a:solidFill>
                  <a:latin typeface="Arial Black"/>
                </a:rPr>
                <a:t>Percentages</a:t>
              </a:r>
            </a:p>
          </p:txBody>
        </p:sp>
        <p:sp>
          <p:nvSpPr>
            <p:cNvPr id="1030" name="AutoShape 6"/>
            <p:cNvSpPr>
              <a:spLocks noChangeArrowheads="1"/>
            </p:cNvSpPr>
            <p:nvPr/>
          </p:nvSpPr>
          <p:spPr bwMode="auto">
            <a:xfrm>
              <a:off x="4939" y="340"/>
              <a:ext cx="3400" cy="169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2" name="AutoShape 8"/>
            <p:cNvSpPr>
              <a:spLocks noChangeArrowheads="1"/>
            </p:cNvSpPr>
            <p:nvPr/>
          </p:nvSpPr>
          <p:spPr bwMode="auto">
            <a:xfrm>
              <a:off x="9991" y="1738"/>
              <a:ext cx="2739" cy="2400"/>
            </a:xfrm>
            <a:prstGeom prst="downArrow">
              <a:avLst>
                <a:gd name="adj1" fmla="val 50000"/>
                <a:gd name="adj2" fmla="val 2678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4" name="AutoShape 10"/>
            <p:cNvSpPr>
              <a:spLocks noChangeArrowheads="1"/>
            </p:cNvSpPr>
            <p:nvPr/>
          </p:nvSpPr>
          <p:spPr bwMode="auto">
            <a:xfrm rot="10800000">
              <a:off x="7678" y="1616"/>
              <a:ext cx="2739" cy="2400"/>
            </a:xfrm>
            <a:prstGeom prst="downArrow">
              <a:avLst>
                <a:gd name="adj1" fmla="val 50000"/>
                <a:gd name="adj2" fmla="val 2678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6" name="AutoShape 12"/>
            <p:cNvSpPr>
              <a:spLocks noChangeArrowheads="1"/>
            </p:cNvSpPr>
            <p:nvPr/>
          </p:nvSpPr>
          <p:spPr bwMode="auto">
            <a:xfrm flipH="1">
              <a:off x="1080" y="1860"/>
              <a:ext cx="5340" cy="3100"/>
            </a:xfrm>
            <a:custGeom>
              <a:avLst/>
              <a:gdLst>
                <a:gd name="G0" fmla="+- 9257 0 0"/>
                <a:gd name="G1" fmla="+- 18514 0 0"/>
                <a:gd name="G2" fmla="+- 7200 0 0"/>
                <a:gd name="G3" fmla="*/ 9257 1 2"/>
                <a:gd name="G4" fmla="+- G3 10800 0"/>
                <a:gd name="G5" fmla="+- 21600 9257 18514"/>
                <a:gd name="G6" fmla="+- 18514 7200 0"/>
                <a:gd name="G7" fmla="*/ G6 1 2"/>
                <a:gd name="G8" fmla="*/ 18514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8514 1 2"/>
                <a:gd name="G15" fmla="+- G5 0 G4"/>
                <a:gd name="G16" fmla="+- G0 0 G4"/>
                <a:gd name="G17" fmla="*/ G2 G15 G16"/>
                <a:gd name="T0" fmla="*/ 15429 w 21600"/>
                <a:gd name="T1" fmla="*/ 0 h 21600"/>
                <a:gd name="T2" fmla="*/ 9257 w 21600"/>
                <a:gd name="T3" fmla="*/ 7200 h 21600"/>
                <a:gd name="T4" fmla="*/ 0 w 21600"/>
                <a:gd name="T5" fmla="*/ 18001 h 21600"/>
                <a:gd name="T6" fmla="*/ 9257 w 21600"/>
                <a:gd name="T7" fmla="*/ 21600 h 21600"/>
                <a:gd name="T8" fmla="*/ 18514 w 21600"/>
                <a:gd name="T9" fmla="*/ 15000 h 21600"/>
                <a:gd name="T10" fmla="*/ 21600 w 21600"/>
                <a:gd name="T11" fmla="*/ 720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7" name="Text Box 13"/>
            <p:cNvSpPr txBox="1">
              <a:spLocks noChangeArrowheads="1"/>
            </p:cNvSpPr>
            <p:nvPr/>
          </p:nvSpPr>
          <p:spPr bwMode="auto">
            <a:xfrm>
              <a:off x="1539" y="3987"/>
              <a:ext cx="5180" cy="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800" dirty="0">
                <a:ln>
                  <a:solidFill>
                    <a:srgbClr val="00B050"/>
                  </a:solidFill>
                </a:ln>
                <a:solidFill>
                  <a:prstClr val="black"/>
                </a:solidFill>
                <a:latin typeface="Calibri"/>
                <a:ea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871864" y="1052737"/>
            <a:ext cx="2088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n>
                  <a:solidFill>
                    <a:srgbClr val="00B050"/>
                  </a:solidFill>
                </a:ln>
                <a:solidFill>
                  <a:prstClr val="black"/>
                </a:solidFill>
                <a:latin typeface="Calibri"/>
              </a:rPr>
              <a:t>Numerator ÷ Denominator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4152" y="2852937"/>
            <a:ext cx="86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n>
                  <a:solidFill>
                    <a:srgbClr val="00B050"/>
                  </a:solidFill>
                </a:ln>
                <a:solidFill>
                  <a:prstClr val="black"/>
                </a:solidFill>
                <a:latin typeface="Calibri"/>
              </a:rPr>
              <a:t>÷ 100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2344" y="2780929"/>
            <a:ext cx="86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n>
                  <a:solidFill>
                    <a:srgbClr val="00B050"/>
                  </a:solidFill>
                </a:ln>
                <a:solidFill>
                  <a:prstClr val="black"/>
                </a:solidFill>
                <a:latin typeface="Calibri"/>
              </a:rPr>
              <a:t>x 100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03512" y="188640"/>
            <a:ext cx="8784976" cy="6480720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1543" y="6317456"/>
            <a:ext cx="273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prstClr val="black"/>
                </a:solidFill>
                <a:latin typeface="Calibri"/>
                <a:hlinkClick r:id="rId3" action="ppaction://hlinkpres?slideindex=1&amp;slidetitle="/>
              </a:rPr>
              <a:t>FDP millionnaire.ppt</a:t>
            </a:r>
            <a:endParaRPr lang="en-GB" sz="11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F2DCA-4E00-4C66-9FE2-06B1B273F354}"/>
              </a:ext>
            </a:extLst>
          </p:cNvPr>
          <p:cNvSpPr txBox="1"/>
          <p:nvPr/>
        </p:nvSpPr>
        <p:spPr>
          <a:xfrm>
            <a:off x="4367808" y="6055846"/>
            <a:ext cx="3695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  <a:latin typeface="Calibri"/>
              </a:rPr>
              <a:t>Draw diagram for notes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0C6C66-005B-C96D-7B0B-E1CA2846398C}"/>
              </a:ext>
            </a:extLst>
          </p:cNvPr>
          <p:cNvSpPr txBox="1"/>
          <p:nvPr/>
        </p:nvSpPr>
        <p:spPr>
          <a:xfrm>
            <a:off x="3788926" y="4677573"/>
            <a:ext cx="18778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alibri"/>
              </a:rPr>
              <a:t>Number over 100, simplify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5FB7-2B87-4834-8EE6-B21EDDBA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Daily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EF643-0184-4EE0-9969-E6C583FB6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524" y="2453396"/>
            <a:ext cx="2055920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Decimal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0.2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0.35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9CDC9-E835-A323-479A-6ABD7A9B0EE8}"/>
              </a:ext>
            </a:extLst>
          </p:cNvPr>
          <p:cNvSpPr txBox="1"/>
          <p:nvPr/>
        </p:nvSpPr>
        <p:spPr>
          <a:xfrm>
            <a:off x="585926" y="292963"/>
            <a:ext cx="11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Re-teach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578974-48DB-8BD9-49A1-0BB22688E64B}"/>
              </a:ext>
            </a:extLst>
          </p:cNvPr>
          <p:cNvSpPr txBox="1">
            <a:spLocks/>
          </p:cNvSpPr>
          <p:nvPr/>
        </p:nvSpPr>
        <p:spPr>
          <a:xfrm>
            <a:off x="1269376" y="2420423"/>
            <a:ext cx="2055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Fraction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95/100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  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BC105D-6ACE-4C66-9C2E-9909EABB4294}"/>
              </a:ext>
            </a:extLst>
          </p:cNvPr>
          <p:cNvSpPr txBox="1">
            <a:spLocks/>
          </p:cNvSpPr>
          <p:nvPr/>
        </p:nvSpPr>
        <p:spPr>
          <a:xfrm>
            <a:off x="9193567" y="2453396"/>
            <a:ext cx="2055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Percent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70%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35%  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6EA780-E4B9-0664-D547-7E4D19EC2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32" y="0"/>
            <a:ext cx="3935767" cy="221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8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0334-FE6E-4E49-F377-DA8647B2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30EA33-4009-343D-0AB1-743AC7BDC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36" y="2141537"/>
            <a:ext cx="2055920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Decimal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0.16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?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0.76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?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EC809E-8B33-E863-6DFF-609DBF47C851}"/>
              </a:ext>
            </a:extLst>
          </p:cNvPr>
          <p:cNvSpPr txBox="1">
            <a:spLocks/>
          </p:cNvSpPr>
          <p:nvPr/>
        </p:nvSpPr>
        <p:spPr>
          <a:xfrm>
            <a:off x="4317135" y="2141537"/>
            <a:ext cx="2055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Percent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55%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21%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CDE217-2B4F-6DD3-993E-EF0E5F8FA519}"/>
              </a:ext>
            </a:extLst>
          </p:cNvPr>
          <p:cNvCxnSpPr/>
          <p:nvPr/>
        </p:nvCxnSpPr>
        <p:spPr>
          <a:xfrm>
            <a:off x="2192785" y="3248087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9D0DF5-4485-18A0-79A1-3254FBFC296E}"/>
              </a:ext>
            </a:extLst>
          </p:cNvPr>
          <p:cNvCxnSpPr>
            <a:cxnSpLocks/>
          </p:cNvCxnSpPr>
          <p:nvPr/>
        </p:nvCxnSpPr>
        <p:spPr>
          <a:xfrm flipH="1">
            <a:off x="2192785" y="4171364"/>
            <a:ext cx="220166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F423B2-01D4-9DE3-02EE-C58A27CB79B4}"/>
              </a:ext>
            </a:extLst>
          </p:cNvPr>
          <p:cNvCxnSpPr/>
          <p:nvPr/>
        </p:nvCxnSpPr>
        <p:spPr>
          <a:xfrm>
            <a:off x="2192785" y="5131633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9F46C4-D1CC-605F-DD24-C66D230CCFC5}"/>
              </a:ext>
            </a:extLst>
          </p:cNvPr>
          <p:cNvCxnSpPr>
            <a:cxnSpLocks/>
          </p:cNvCxnSpPr>
          <p:nvPr/>
        </p:nvCxnSpPr>
        <p:spPr>
          <a:xfrm flipH="1">
            <a:off x="2192785" y="6028277"/>
            <a:ext cx="220166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4073A12-6264-1A55-F4D1-ACA6C7E1F977}"/>
              </a:ext>
            </a:extLst>
          </p:cNvPr>
          <p:cNvSpPr txBox="1">
            <a:spLocks/>
          </p:cNvSpPr>
          <p:nvPr/>
        </p:nvSpPr>
        <p:spPr>
          <a:xfrm>
            <a:off x="8469297" y="2143556"/>
            <a:ext cx="2055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Fraction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  </a:t>
            </a:r>
            <a:endParaRPr lang="en-AU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264901-A571-DFFD-EDD2-84E93E03B3A1}"/>
              </a:ext>
            </a:extLst>
          </p:cNvPr>
          <p:cNvCxnSpPr/>
          <p:nvPr/>
        </p:nvCxnSpPr>
        <p:spPr>
          <a:xfrm>
            <a:off x="6295748" y="3250106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BD4064-EF65-3637-1F48-48FC1B2F776E}"/>
              </a:ext>
            </a:extLst>
          </p:cNvPr>
          <p:cNvCxnSpPr/>
          <p:nvPr/>
        </p:nvCxnSpPr>
        <p:spPr>
          <a:xfrm>
            <a:off x="6295747" y="4173722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098936-C855-51DB-64D4-991F90DF6B05}"/>
              </a:ext>
            </a:extLst>
          </p:cNvPr>
          <p:cNvCxnSpPr/>
          <p:nvPr/>
        </p:nvCxnSpPr>
        <p:spPr>
          <a:xfrm>
            <a:off x="6295746" y="5133652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E212C0-B65E-4844-F216-3C55DBA1020F}"/>
              </a:ext>
            </a:extLst>
          </p:cNvPr>
          <p:cNvCxnSpPr/>
          <p:nvPr/>
        </p:nvCxnSpPr>
        <p:spPr>
          <a:xfrm>
            <a:off x="6295745" y="6101317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A36D7CE-7E1F-7958-7843-1FBF8A71DF4F}"/>
              </a:ext>
            </a:extLst>
          </p:cNvPr>
          <p:cNvSpPr/>
          <p:nvPr/>
        </p:nvSpPr>
        <p:spPr>
          <a:xfrm>
            <a:off x="1198485" y="3968318"/>
            <a:ext cx="9507985" cy="479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C294F7-3DB1-328E-CFEE-0F8C78284AC1}"/>
              </a:ext>
            </a:extLst>
          </p:cNvPr>
          <p:cNvSpPr/>
          <p:nvPr/>
        </p:nvSpPr>
        <p:spPr>
          <a:xfrm>
            <a:off x="1017232" y="4971065"/>
            <a:ext cx="9507985" cy="479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189A5F-0D25-E8C1-BAFB-0E824EF94D0B}"/>
              </a:ext>
            </a:extLst>
          </p:cNvPr>
          <p:cNvSpPr/>
          <p:nvPr/>
        </p:nvSpPr>
        <p:spPr>
          <a:xfrm>
            <a:off x="821184" y="5861621"/>
            <a:ext cx="9507985" cy="479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984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CF15-DFAD-4EBE-A814-D481CA96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Quick video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B3B8A-7AEF-4B3D-B2EB-324C82682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>
                <a:hlinkClick r:id="rId2"/>
              </a:rPr>
              <a:t>https://www.youtube.com/watch?v=09IOHCf9jUE</a:t>
            </a: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897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0EF9C58-7003-4E4B-8920-E3AD82E6C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52567"/>
            <a:ext cx="10905066" cy="455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90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462C-9BD7-E792-9F55-13AB3E7A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Percent means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A560E-71AD-F25E-0853-2802F1B73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AU" b="1" dirty="0">
                    <a:solidFill>
                      <a:srgbClr val="FF0000"/>
                    </a:solidFill>
                  </a:rPr>
                  <a:t>Percent means </a:t>
                </a:r>
                <a:r>
                  <a:rPr lang="en-AU" b="1" i="1" dirty="0">
                    <a:solidFill>
                      <a:srgbClr val="FF0000"/>
                    </a:solidFill>
                  </a:rPr>
                  <a:t>parts per 100 </a:t>
                </a:r>
              </a:p>
              <a:p>
                <a:pPr marL="0" indent="0" algn="ctr">
                  <a:buNone/>
                </a:pPr>
                <a:endParaRPr lang="en-AU" i="1" dirty="0"/>
              </a:p>
              <a:p>
                <a:pPr marL="0" indent="0" algn="ctr">
                  <a:buNone/>
                </a:pPr>
                <a:r>
                  <a:rPr lang="en-AU" dirty="0"/>
                  <a:t>23% means 23 parts per 100 </a:t>
                </a:r>
                <a:r>
                  <a:rPr lang="en-AU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:r>
                  <a:rPr lang="en-AU" dirty="0"/>
                  <a:t>76% means 76 parts per 100 </a:t>
                </a:r>
                <a:r>
                  <a:rPr lang="en-AU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:r>
                  <a:rPr lang="en-AU" dirty="0"/>
                  <a:t>15% means ……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A560E-71AD-F25E-0853-2802F1B73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435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F4B9-EA19-408B-A046-F0D5E151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71890-830B-4FB6-B7C8-DF4F39D63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Complete the following questions </a:t>
            </a:r>
          </a:p>
          <a:p>
            <a:pPr marL="0" indent="0" algn="ctr">
              <a:buNone/>
            </a:pPr>
            <a:r>
              <a:rPr lang="en-AU" dirty="0"/>
              <a:t>Use a calculator to assist</a:t>
            </a:r>
          </a:p>
        </p:txBody>
      </p:sp>
      <p:grpSp>
        <p:nvGrpSpPr>
          <p:cNvPr id="4" name="Group 165">
            <a:extLst>
              <a:ext uri="{FF2B5EF4-FFF2-40B4-BE49-F238E27FC236}">
                <a16:creationId xmlns:a16="http://schemas.microsoft.com/office/drawing/2014/main" id="{5F91FFB1-D929-A9C9-27E8-CDDB88D0775F}"/>
              </a:ext>
            </a:extLst>
          </p:cNvPr>
          <p:cNvGrpSpPr>
            <a:grpSpLocks/>
          </p:cNvGrpSpPr>
          <p:nvPr/>
        </p:nvGrpSpPr>
        <p:grpSpPr bwMode="auto">
          <a:xfrm>
            <a:off x="1919536" y="4305698"/>
            <a:ext cx="2286000" cy="2286000"/>
            <a:chOff x="864" y="2400"/>
            <a:chExt cx="1440" cy="1440"/>
          </a:xfrm>
        </p:grpSpPr>
        <p:sp>
          <p:nvSpPr>
            <p:cNvPr id="5" name="Rectangle 20">
              <a:extLst>
                <a:ext uri="{FF2B5EF4-FFF2-40B4-BE49-F238E27FC236}">
                  <a16:creationId xmlns:a16="http://schemas.microsoft.com/office/drawing/2014/main" id="{A8674EDD-76A9-835B-BED8-692DEFF82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00"/>
              <a:ext cx="144" cy="144"/>
            </a:xfrm>
            <a:prstGeom prst="rect">
              <a:avLst/>
            </a:prstGeom>
            <a:solidFill>
              <a:srgbClr val="FF66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Rectangle 51">
              <a:extLst>
                <a:ext uri="{FF2B5EF4-FFF2-40B4-BE49-F238E27FC236}">
                  <a16:creationId xmlns:a16="http://schemas.microsoft.com/office/drawing/2014/main" id="{20C0EAEC-D813-9843-7884-0F94D66E9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Rectangle 52">
              <a:extLst>
                <a:ext uri="{FF2B5EF4-FFF2-40B4-BE49-F238E27FC236}">
                  <a16:creationId xmlns:a16="http://schemas.microsoft.com/office/drawing/2014/main" id="{80888ABE-EF62-F472-1BF9-13E845757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Rectangle 53">
              <a:extLst>
                <a:ext uri="{FF2B5EF4-FFF2-40B4-BE49-F238E27FC236}">
                  <a16:creationId xmlns:a16="http://schemas.microsoft.com/office/drawing/2014/main" id="{9D50074B-BEE3-94EB-91CE-E33E13DE8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Rectangle 54">
              <a:extLst>
                <a:ext uri="{FF2B5EF4-FFF2-40B4-BE49-F238E27FC236}">
                  <a16:creationId xmlns:a16="http://schemas.microsoft.com/office/drawing/2014/main" id="{0BFBB6D3-8AAB-C892-A2F6-350362316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Rectangle 55">
              <a:extLst>
                <a:ext uri="{FF2B5EF4-FFF2-40B4-BE49-F238E27FC236}">
                  <a16:creationId xmlns:a16="http://schemas.microsoft.com/office/drawing/2014/main" id="{64BD0BC4-15E1-768C-6B38-DC5090D17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Rectangle 56">
              <a:extLst>
                <a:ext uri="{FF2B5EF4-FFF2-40B4-BE49-F238E27FC236}">
                  <a16:creationId xmlns:a16="http://schemas.microsoft.com/office/drawing/2014/main" id="{B8F2927B-7AAA-7C1F-197E-2125CFCAF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Rectangle 57">
              <a:extLst>
                <a:ext uri="{FF2B5EF4-FFF2-40B4-BE49-F238E27FC236}">
                  <a16:creationId xmlns:a16="http://schemas.microsoft.com/office/drawing/2014/main" id="{E40D4520-4492-1C67-F1E6-D6A805F53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Rectangle 58">
              <a:extLst>
                <a:ext uri="{FF2B5EF4-FFF2-40B4-BE49-F238E27FC236}">
                  <a16:creationId xmlns:a16="http://schemas.microsoft.com/office/drawing/2014/main" id="{698D8AD8-F54B-3F5E-133A-E52F2F494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Rectangle 59">
              <a:extLst>
                <a:ext uri="{FF2B5EF4-FFF2-40B4-BE49-F238E27FC236}">
                  <a16:creationId xmlns:a16="http://schemas.microsoft.com/office/drawing/2014/main" id="{17DACEF3-38D3-0C8F-A128-2C7D916CF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Rectangle 60">
              <a:extLst>
                <a:ext uri="{FF2B5EF4-FFF2-40B4-BE49-F238E27FC236}">
                  <a16:creationId xmlns:a16="http://schemas.microsoft.com/office/drawing/2014/main" id="{1DB9DF90-EA4E-4934-F31D-CB053BB52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Rectangle 61">
              <a:extLst>
                <a:ext uri="{FF2B5EF4-FFF2-40B4-BE49-F238E27FC236}">
                  <a16:creationId xmlns:a16="http://schemas.microsoft.com/office/drawing/2014/main" id="{3061F69C-EACA-A261-0BAF-F0EE91092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Rectangle 62">
              <a:extLst>
                <a:ext uri="{FF2B5EF4-FFF2-40B4-BE49-F238E27FC236}">
                  <a16:creationId xmlns:a16="http://schemas.microsoft.com/office/drawing/2014/main" id="{FFB4F98C-9275-1D38-362D-AE8FFE2F6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Rectangle 63">
              <a:extLst>
                <a:ext uri="{FF2B5EF4-FFF2-40B4-BE49-F238E27FC236}">
                  <a16:creationId xmlns:a16="http://schemas.microsoft.com/office/drawing/2014/main" id="{264D3DF3-5E59-679A-1C12-0E134881B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CCC5EB74-58B6-2344-D2BC-94B297CA2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Rectangle 65">
              <a:extLst>
                <a:ext uri="{FF2B5EF4-FFF2-40B4-BE49-F238E27FC236}">
                  <a16:creationId xmlns:a16="http://schemas.microsoft.com/office/drawing/2014/main" id="{91AA4EA3-3F73-B2E1-D34F-C7112CDC3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4E8F3EEE-3416-554D-82CD-3BECF4B82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Rectangle 67">
              <a:extLst>
                <a:ext uri="{FF2B5EF4-FFF2-40B4-BE49-F238E27FC236}">
                  <a16:creationId xmlns:a16="http://schemas.microsoft.com/office/drawing/2014/main" id="{74041D20-B644-5E5E-9BD6-20A08AAB1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Rectangle 68">
              <a:extLst>
                <a:ext uri="{FF2B5EF4-FFF2-40B4-BE49-F238E27FC236}">
                  <a16:creationId xmlns:a16="http://schemas.microsoft.com/office/drawing/2014/main" id="{37034EDD-AF28-43A5-9B69-0E798B27C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Rectangle 69">
              <a:extLst>
                <a:ext uri="{FF2B5EF4-FFF2-40B4-BE49-F238E27FC236}">
                  <a16:creationId xmlns:a16="http://schemas.microsoft.com/office/drawing/2014/main" id="{248EBFB6-0634-EFB8-0E9A-5E54AC47B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Rectangle 70">
              <a:extLst>
                <a:ext uri="{FF2B5EF4-FFF2-40B4-BE49-F238E27FC236}">
                  <a16:creationId xmlns:a16="http://schemas.microsoft.com/office/drawing/2014/main" id="{4B74083E-4788-D40B-E752-E54C70F4F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Rectangle 71">
              <a:extLst>
                <a:ext uri="{FF2B5EF4-FFF2-40B4-BE49-F238E27FC236}">
                  <a16:creationId xmlns:a16="http://schemas.microsoft.com/office/drawing/2014/main" id="{41BE9599-F5D7-4ED1-9CF1-156C38C8F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Rectangle 72">
              <a:extLst>
                <a:ext uri="{FF2B5EF4-FFF2-40B4-BE49-F238E27FC236}">
                  <a16:creationId xmlns:a16="http://schemas.microsoft.com/office/drawing/2014/main" id="{A805CEB6-F609-E287-BD98-C49BDA22C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Rectangle 73">
              <a:extLst>
                <a:ext uri="{FF2B5EF4-FFF2-40B4-BE49-F238E27FC236}">
                  <a16:creationId xmlns:a16="http://schemas.microsoft.com/office/drawing/2014/main" id="{8B6F58D4-15F2-6B12-727F-D29EE369D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Rectangle 74">
              <a:extLst>
                <a:ext uri="{FF2B5EF4-FFF2-40B4-BE49-F238E27FC236}">
                  <a16:creationId xmlns:a16="http://schemas.microsoft.com/office/drawing/2014/main" id="{0B75C039-A2D9-5FEC-EEDF-B116734EA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Rectangle 75">
              <a:extLst>
                <a:ext uri="{FF2B5EF4-FFF2-40B4-BE49-F238E27FC236}">
                  <a16:creationId xmlns:a16="http://schemas.microsoft.com/office/drawing/2014/main" id="{B51AFA0E-DF8D-456C-B6DA-F7FCAB980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Rectangle 76">
              <a:extLst>
                <a:ext uri="{FF2B5EF4-FFF2-40B4-BE49-F238E27FC236}">
                  <a16:creationId xmlns:a16="http://schemas.microsoft.com/office/drawing/2014/main" id="{50D6F32F-C6B1-E2A1-88DE-DBB434450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Rectangle 77">
              <a:extLst>
                <a:ext uri="{FF2B5EF4-FFF2-40B4-BE49-F238E27FC236}">
                  <a16:creationId xmlns:a16="http://schemas.microsoft.com/office/drawing/2014/main" id="{71BA286F-43A3-4D29-A276-8DA7731E4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Rectangle 78">
              <a:extLst>
                <a:ext uri="{FF2B5EF4-FFF2-40B4-BE49-F238E27FC236}">
                  <a16:creationId xmlns:a16="http://schemas.microsoft.com/office/drawing/2014/main" id="{0005848E-29D7-A61A-EF33-5B212E205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Rectangle 79">
              <a:extLst>
                <a:ext uri="{FF2B5EF4-FFF2-40B4-BE49-F238E27FC236}">
                  <a16:creationId xmlns:a16="http://schemas.microsoft.com/office/drawing/2014/main" id="{0BAA4B66-8AC4-5531-5936-21F7F61A3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Rectangle 80">
              <a:extLst>
                <a:ext uri="{FF2B5EF4-FFF2-40B4-BE49-F238E27FC236}">
                  <a16:creationId xmlns:a16="http://schemas.microsoft.com/office/drawing/2014/main" id="{EC3B200A-0D5D-66AA-162D-DC1889311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Rectangle 81">
              <a:extLst>
                <a:ext uri="{FF2B5EF4-FFF2-40B4-BE49-F238E27FC236}">
                  <a16:creationId xmlns:a16="http://schemas.microsoft.com/office/drawing/2014/main" id="{1018F6AA-6C17-D15E-5A19-748761685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Rectangle 82">
              <a:extLst>
                <a:ext uri="{FF2B5EF4-FFF2-40B4-BE49-F238E27FC236}">
                  <a16:creationId xmlns:a16="http://schemas.microsoft.com/office/drawing/2014/main" id="{7147B2A9-EDC9-F7A2-0E91-896FDA971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Rectangle 83">
              <a:extLst>
                <a:ext uri="{FF2B5EF4-FFF2-40B4-BE49-F238E27FC236}">
                  <a16:creationId xmlns:a16="http://schemas.microsoft.com/office/drawing/2014/main" id="{872A4AEF-2861-1C0F-85DE-988B83C8C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Rectangle 84">
              <a:extLst>
                <a:ext uri="{FF2B5EF4-FFF2-40B4-BE49-F238E27FC236}">
                  <a16:creationId xmlns:a16="http://schemas.microsoft.com/office/drawing/2014/main" id="{3CDB18BE-28DD-779B-2AE1-9C82A171D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Rectangle 85">
              <a:extLst>
                <a:ext uri="{FF2B5EF4-FFF2-40B4-BE49-F238E27FC236}">
                  <a16:creationId xmlns:a16="http://schemas.microsoft.com/office/drawing/2014/main" id="{9E5D982C-05AE-8BE5-BDE1-9408CE18C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Rectangle 86">
              <a:extLst>
                <a:ext uri="{FF2B5EF4-FFF2-40B4-BE49-F238E27FC236}">
                  <a16:creationId xmlns:a16="http://schemas.microsoft.com/office/drawing/2014/main" id="{23B02B02-3D81-31AC-1303-3CF5D400E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Rectangle 87">
              <a:extLst>
                <a:ext uri="{FF2B5EF4-FFF2-40B4-BE49-F238E27FC236}">
                  <a16:creationId xmlns:a16="http://schemas.microsoft.com/office/drawing/2014/main" id="{E8E5F4C2-9F7E-DFEA-8EFE-543240DF6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Rectangle 88">
              <a:extLst>
                <a:ext uri="{FF2B5EF4-FFF2-40B4-BE49-F238E27FC236}">
                  <a16:creationId xmlns:a16="http://schemas.microsoft.com/office/drawing/2014/main" id="{05E7FB4B-7788-77E5-F2F0-3F22B1BF3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Rectangle 89">
              <a:extLst>
                <a:ext uri="{FF2B5EF4-FFF2-40B4-BE49-F238E27FC236}">
                  <a16:creationId xmlns:a16="http://schemas.microsoft.com/office/drawing/2014/main" id="{CD3B9CD0-BE81-C1E3-6935-4564C01FD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Rectangle 90">
              <a:extLst>
                <a:ext uri="{FF2B5EF4-FFF2-40B4-BE49-F238E27FC236}">
                  <a16:creationId xmlns:a16="http://schemas.microsoft.com/office/drawing/2014/main" id="{0932EE9B-AAA6-CB08-A345-9346AB15F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Rectangle 91">
              <a:extLst>
                <a:ext uri="{FF2B5EF4-FFF2-40B4-BE49-F238E27FC236}">
                  <a16:creationId xmlns:a16="http://schemas.microsoft.com/office/drawing/2014/main" id="{9E812E57-0E41-45B1-8263-1B32E41CA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Rectangle 92">
              <a:extLst>
                <a:ext uri="{FF2B5EF4-FFF2-40B4-BE49-F238E27FC236}">
                  <a16:creationId xmlns:a16="http://schemas.microsoft.com/office/drawing/2014/main" id="{DA762946-5041-DE63-E6EE-6C694A268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Rectangle 93">
              <a:extLst>
                <a:ext uri="{FF2B5EF4-FFF2-40B4-BE49-F238E27FC236}">
                  <a16:creationId xmlns:a16="http://schemas.microsoft.com/office/drawing/2014/main" id="{D3AF60DD-508D-9838-C87E-6D622BB2C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Rectangle 94">
              <a:extLst>
                <a:ext uri="{FF2B5EF4-FFF2-40B4-BE49-F238E27FC236}">
                  <a16:creationId xmlns:a16="http://schemas.microsoft.com/office/drawing/2014/main" id="{96D40AEB-94DA-46C0-DE9C-014C5F8B3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Rectangle 95">
              <a:extLst>
                <a:ext uri="{FF2B5EF4-FFF2-40B4-BE49-F238E27FC236}">
                  <a16:creationId xmlns:a16="http://schemas.microsoft.com/office/drawing/2014/main" id="{86111E16-F5BB-C6B7-9E4F-CCDADC9ED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Rectangle 96">
              <a:extLst>
                <a:ext uri="{FF2B5EF4-FFF2-40B4-BE49-F238E27FC236}">
                  <a16:creationId xmlns:a16="http://schemas.microsoft.com/office/drawing/2014/main" id="{CD07F520-CF2B-6872-27CC-A2B23E4F4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Rectangle 97">
              <a:extLst>
                <a:ext uri="{FF2B5EF4-FFF2-40B4-BE49-F238E27FC236}">
                  <a16:creationId xmlns:a16="http://schemas.microsoft.com/office/drawing/2014/main" id="{14936DFE-DB25-F36D-FDD8-0275ADB5E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Rectangle 98">
              <a:extLst>
                <a:ext uri="{FF2B5EF4-FFF2-40B4-BE49-F238E27FC236}">
                  <a16:creationId xmlns:a16="http://schemas.microsoft.com/office/drawing/2014/main" id="{415FA0B7-5670-103F-2858-FA6280D92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Rectangle 99">
              <a:extLst>
                <a:ext uri="{FF2B5EF4-FFF2-40B4-BE49-F238E27FC236}">
                  <a16:creationId xmlns:a16="http://schemas.microsoft.com/office/drawing/2014/main" id="{A63CA952-60D4-6E46-A064-AC7008C3A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Rectangle 100">
              <a:extLst>
                <a:ext uri="{FF2B5EF4-FFF2-40B4-BE49-F238E27FC236}">
                  <a16:creationId xmlns:a16="http://schemas.microsoft.com/office/drawing/2014/main" id="{F561916D-0A7C-EE64-9AEC-862B5A7E1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Rectangle 101">
              <a:extLst>
                <a:ext uri="{FF2B5EF4-FFF2-40B4-BE49-F238E27FC236}">
                  <a16:creationId xmlns:a16="http://schemas.microsoft.com/office/drawing/2014/main" id="{4F712FC1-E24F-FA05-1EF7-D392864E3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Rectangle 102">
              <a:extLst>
                <a:ext uri="{FF2B5EF4-FFF2-40B4-BE49-F238E27FC236}">
                  <a16:creationId xmlns:a16="http://schemas.microsoft.com/office/drawing/2014/main" id="{4993CBD4-4248-D088-17A9-0342C211B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Rectangle 103">
              <a:extLst>
                <a:ext uri="{FF2B5EF4-FFF2-40B4-BE49-F238E27FC236}">
                  <a16:creationId xmlns:a16="http://schemas.microsoft.com/office/drawing/2014/main" id="{A58903D3-70BD-30E1-C8C6-C294EB480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Rectangle 104">
              <a:extLst>
                <a:ext uri="{FF2B5EF4-FFF2-40B4-BE49-F238E27FC236}">
                  <a16:creationId xmlns:a16="http://schemas.microsoft.com/office/drawing/2014/main" id="{668FA41A-3CC2-5460-F76C-F1741388B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Rectangle 105">
              <a:extLst>
                <a:ext uri="{FF2B5EF4-FFF2-40B4-BE49-F238E27FC236}">
                  <a16:creationId xmlns:a16="http://schemas.microsoft.com/office/drawing/2014/main" id="{095D4FEB-3A0B-9545-7FD8-D25413441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Rectangle 106">
              <a:extLst>
                <a:ext uri="{FF2B5EF4-FFF2-40B4-BE49-F238E27FC236}">
                  <a16:creationId xmlns:a16="http://schemas.microsoft.com/office/drawing/2014/main" id="{FD31C078-A8BF-0053-8873-6D63AA3CD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Rectangle 107">
              <a:extLst>
                <a:ext uri="{FF2B5EF4-FFF2-40B4-BE49-F238E27FC236}">
                  <a16:creationId xmlns:a16="http://schemas.microsoft.com/office/drawing/2014/main" id="{7B1D1241-DDB7-0B52-74E6-A0B6424D1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Rectangle 108">
              <a:extLst>
                <a:ext uri="{FF2B5EF4-FFF2-40B4-BE49-F238E27FC236}">
                  <a16:creationId xmlns:a16="http://schemas.microsoft.com/office/drawing/2014/main" id="{4359CD67-46C0-64DD-EAC7-6923DB774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Rectangle 109">
              <a:extLst>
                <a:ext uri="{FF2B5EF4-FFF2-40B4-BE49-F238E27FC236}">
                  <a16:creationId xmlns:a16="http://schemas.microsoft.com/office/drawing/2014/main" id="{8627071D-C767-AB8D-EE6A-00A905844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Rectangle 110">
              <a:extLst>
                <a:ext uri="{FF2B5EF4-FFF2-40B4-BE49-F238E27FC236}">
                  <a16:creationId xmlns:a16="http://schemas.microsoft.com/office/drawing/2014/main" id="{08A612E4-BF24-69FC-F845-D1C5BE7B5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Rectangle 111">
              <a:extLst>
                <a:ext uri="{FF2B5EF4-FFF2-40B4-BE49-F238E27FC236}">
                  <a16:creationId xmlns:a16="http://schemas.microsoft.com/office/drawing/2014/main" id="{819893D2-9382-4F1E-502C-107F1F2F9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Rectangle 112">
              <a:extLst>
                <a:ext uri="{FF2B5EF4-FFF2-40B4-BE49-F238E27FC236}">
                  <a16:creationId xmlns:a16="http://schemas.microsoft.com/office/drawing/2014/main" id="{4765C461-520B-BE2C-2424-20F4D33ED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Rectangle 113">
              <a:extLst>
                <a:ext uri="{FF2B5EF4-FFF2-40B4-BE49-F238E27FC236}">
                  <a16:creationId xmlns:a16="http://schemas.microsoft.com/office/drawing/2014/main" id="{0BDC6714-B616-AA87-2272-8F7FE12FA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Rectangle 114">
              <a:extLst>
                <a:ext uri="{FF2B5EF4-FFF2-40B4-BE49-F238E27FC236}">
                  <a16:creationId xmlns:a16="http://schemas.microsoft.com/office/drawing/2014/main" id="{E51AE69B-0DA6-33AC-BC7D-4D380F807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Rectangle 115">
              <a:extLst>
                <a:ext uri="{FF2B5EF4-FFF2-40B4-BE49-F238E27FC236}">
                  <a16:creationId xmlns:a16="http://schemas.microsoft.com/office/drawing/2014/main" id="{867EB3A4-7327-0690-18F9-EE8E748F2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Rectangle 116">
              <a:extLst>
                <a:ext uri="{FF2B5EF4-FFF2-40B4-BE49-F238E27FC236}">
                  <a16:creationId xmlns:a16="http://schemas.microsoft.com/office/drawing/2014/main" id="{E075A480-F9B1-651F-43EC-9EC489F40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Rectangle 117">
              <a:extLst>
                <a:ext uri="{FF2B5EF4-FFF2-40B4-BE49-F238E27FC236}">
                  <a16:creationId xmlns:a16="http://schemas.microsoft.com/office/drawing/2014/main" id="{B586A9DA-F0A6-56A6-2FB6-4B204DD4B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Rectangle 118">
              <a:extLst>
                <a:ext uri="{FF2B5EF4-FFF2-40B4-BE49-F238E27FC236}">
                  <a16:creationId xmlns:a16="http://schemas.microsoft.com/office/drawing/2014/main" id="{8974AFEA-CFF4-BEFC-9F6A-6FF541F7A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Rectangle 119">
              <a:extLst>
                <a:ext uri="{FF2B5EF4-FFF2-40B4-BE49-F238E27FC236}">
                  <a16:creationId xmlns:a16="http://schemas.microsoft.com/office/drawing/2014/main" id="{BA96E2A4-D4A8-1645-3D4D-DB1F3F331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Rectangle 120">
              <a:extLst>
                <a:ext uri="{FF2B5EF4-FFF2-40B4-BE49-F238E27FC236}">
                  <a16:creationId xmlns:a16="http://schemas.microsoft.com/office/drawing/2014/main" id="{EB2DF35D-54AA-F90D-AC3A-337C26D67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Rectangle 121">
              <a:extLst>
                <a:ext uri="{FF2B5EF4-FFF2-40B4-BE49-F238E27FC236}">
                  <a16:creationId xmlns:a16="http://schemas.microsoft.com/office/drawing/2014/main" id="{E7F2A441-D624-7111-F216-45357AA94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Rectangle 122">
              <a:extLst>
                <a:ext uri="{FF2B5EF4-FFF2-40B4-BE49-F238E27FC236}">
                  <a16:creationId xmlns:a16="http://schemas.microsoft.com/office/drawing/2014/main" id="{018731CC-DACE-08D0-8023-DEE4B8556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Rectangle 123">
              <a:extLst>
                <a:ext uri="{FF2B5EF4-FFF2-40B4-BE49-F238E27FC236}">
                  <a16:creationId xmlns:a16="http://schemas.microsoft.com/office/drawing/2014/main" id="{2C2A081F-6FDB-A32F-5766-20D9A766D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Rectangle 124">
              <a:extLst>
                <a:ext uri="{FF2B5EF4-FFF2-40B4-BE49-F238E27FC236}">
                  <a16:creationId xmlns:a16="http://schemas.microsoft.com/office/drawing/2014/main" id="{BFBB3BFE-4D2C-DD69-6292-4AF81F728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Rectangle 125">
              <a:extLst>
                <a:ext uri="{FF2B5EF4-FFF2-40B4-BE49-F238E27FC236}">
                  <a16:creationId xmlns:a16="http://schemas.microsoft.com/office/drawing/2014/main" id="{0A9B1D9B-0E3E-8AE4-DB93-C94F8B693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Rectangle 126">
              <a:extLst>
                <a:ext uri="{FF2B5EF4-FFF2-40B4-BE49-F238E27FC236}">
                  <a16:creationId xmlns:a16="http://schemas.microsoft.com/office/drawing/2014/main" id="{00370FB2-E645-98D5-0142-5F927583F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Rectangle 127">
              <a:extLst>
                <a:ext uri="{FF2B5EF4-FFF2-40B4-BE49-F238E27FC236}">
                  <a16:creationId xmlns:a16="http://schemas.microsoft.com/office/drawing/2014/main" id="{72BA343B-FE2A-8DB3-0F3E-9E66B02BA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Rectangle 128">
              <a:extLst>
                <a:ext uri="{FF2B5EF4-FFF2-40B4-BE49-F238E27FC236}">
                  <a16:creationId xmlns:a16="http://schemas.microsoft.com/office/drawing/2014/main" id="{82D2481F-2D68-0EBC-6939-B5CC724F1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Rectangle 129">
              <a:extLst>
                <a:ext uri="{FF2B5EF4-FFF2-40B4-BE49-F238E27FC236}">
                  <a16:creationId xmlns:a16="http://schemas.microsoft.com/office/drawing/2014/main" id="{D6F60332-F1F7-DE8C-2EA8-21480412E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Rectangle 130">
              <a:extLst>
                <a:ext uri="{FF2B5EF4-FFF2-40B4-BE49-F238E27FC236}">
                  <a16:creationId xmlns:a16="http://schemas.microsoft.com/office/drawing/2014/main" id="{488C3D15-9FB2-8BBB-FDA7-0205141FA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Rectangle 131">
              <a:extLst>
                <a:ext uri="{FF2B5EF4-FFF2-40B4-BE49-F238E27FC236}">
                  <a16:creationId xmlns:a16="http://schemas.microsoft.com/office/drawing/2014/main" id="{8F3AFDD3-EDB6-D1F8-2FB6-A5BF4EEE6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Rectangle 132">
              <a:extLst>
                <a:ext uri="{FF2B5EF4-FFF2-40B4-BE49-F238E27FC236}">
                  <a16:creationId xmlns:a16="http://schemas.microsoft.com/office/drawing/2014/main" id="{638B6B43-10C3-C59F-4166-D8D34A58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Rectangle 133">
              <a:extLst>
                <a:ext uri="{FF2B5EF4-FFF2-40B4-BE49-F238E27FC236}">
                  <a16:creationId xmlns:a16="http://schemas.microsoft.com/office/drawing/2014/main" id="{EFC78326-CD35-EACE-BE6C-D8C2A5C2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Rectangle 134">
              <a:extLst>
                <a:ext uri="{FF2B5EF4-FFF2-40B4-BE49-F238E27FC236}">
                  <a16:creationId xmlns:a16="http://schemas.microsoft.com/office/drawing/2014/main" id="{517A3D78-B88B-D643-3CE4-AB7D80ED4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Rectangle 135">
              <a:extLst>
                <a:ext uri="{FF2B5EF4-FFF2-40B4-BE49-F238E27FC236}">
                  <a16:creationId xmlns:a16="http://schemas.microsoft.com/office/drawing/2014/main" id="{D83835E4-ECA6-4475-C670-CE7BD5900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Rectangle 136">
              <a:extLst>
                <a:ext uri="{FF2B5EF4-FFF2-40B4-BE49-F238E27FC236}">
                  <a16:creationId xmlns:a16="http://schemas.microsoft.com/office/drawing/2014/main" id="{3AA46978-DA6B-D345-AC03-E2DC64B85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Rectangle 137">
              <a:extLst>
                <a:ext uri="{FF2B5EF4-FFF2-40B4-BE49-F238E27FC236}">
                  <a16:creationId xmlns:a16="http://schemas.microsoft.com/office/drawing/2014/main" id="{BD56C162-5438-4989-8BA1-BD876B3EA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Rectangle 138">
              <a:extLst>
                <a:ext uri="{FF2B5EF4-FFF2-40B4-BE49-F238E27FC236}">
                  <a16:creationId xmlns:a16="http://schemas.microsoft.com/office/drawing/2014/main" id="{B364BC62-F81A-8232-37B6-409617C17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Rectangle 139">
              <a:extLst>
                <a:ext uri="{FF2B5EF4-FFF2-40B4-BE49-F238E27FC236}">
                  <a16:creationId xmlns:a16="http://schemas.microsoft.com/office/drawing/2014/main" id="{D59787A5-D02D-8F1B-A686-AD1D0F11D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Rectangle 140">
              <a:extLst>
                <a:ext uri="{FF2B5EF4-FFF2-40B4-BE49-F238E27FC236}">
                  <a16:creationId xmlns:a16="http://schemas.microsoft.com/office/drawing/2014/main" id="{C30DC41B-B443-8702-065F-13B7E40E2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Rectangle 141">
              <a:extLst>
                <a:ext uri="{FF2B5EF4-FFF2-40B4-BE49-F238E27FC236}">
                  <a16:creationId xmlns:a16="http://schemas.microsoft.com/office/drawing/2014/main" id="{DF9F5F3D-6464-5832-1963-59AA6D641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Rectangle 142">
              <a:extLst>
                <a:ext uri="{FF2B5EF4-FFF2-40B4-BE49-F238E27FC236}">
                  <a16:creationId xmlns:a16="http://schemas.microsoft.com/office/drawing/2014/main" id="{8304F9E3-3262-7CFC-7CE0-9B01A9DA4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Rectangle 143">
              <a:extLst>
                <a:ext uri="{FF2B5EF4-FFF2-40B4-BE49-F238E27FC236}">
                  <a16:creationId xmlns:a16="http://schemas.microsoft.com/office/drawing/2014/main" id="{227998CB-56AD-F1AA-5DDF-CBCBBAED5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Rectangle 144">
              <a:extLst>
                <a:ext uri="{FF2B5EF4-FFF2-40B4-BE49-F238E27FC236}">
                  <a16:creationId xmlns:a16="http://schemas.microsoft.com/office/drawing/2014/main" id="{47F5F928-6135-6368-0BE3-EC868926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Rectangle 145">
              <a:extLst>
                <a:ext uri="{FF2B5EF4-FFF2-40B4-BE49-F238E27FC236}">
                  <a16:creationId xmlns:a16="http://schemas.microsoft.com/office/drawing/2014/main" id="{7168F51B-F764-F83A-1FA9-07115552B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Rectangle 146">
              <a:extLst>
                <a:ext uri="{FF2B5EF4-FFF2-40B4-BE49-F238E27FC236}">
                  <a16:creationId xmlns:a16="http://schemas.microsoft.com/office/drawing/2014/main" id="{CB846367-B11F-770A-4E8B-EA1320805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Rectangle 147">
              <a:extLst>
                <a:ext uri="{FF2B5EF4-FFF2-40B4-BE49-F238E27FC236}">
                  <a16:creationId xmlns:a16="http://schemas.microsoft.com/office/drawing/2014/main" id="{8BD4282A-0312-5E22-C6C6-EFC185FAF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Rectangle 148">
              <a:extLst>
                <a:ext uri="{FF2B5EF4-FFF2-40B4-BE49-F238E27FC236}">
                  <a16:creationId xmlns:a16="http://schemas.microsoft.com/office/drawing/2014/main" id="{5BC28BE5-F0BB-C87D-F246-A10134614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Rectangle 149">
              <a:extLst>
                <a:ext uri="{FF2B5EF4-FFF2-40B4-BE49-F238E27FC236}">
                  <a16:creationId xmlns:a16="http://schemas.microsoft.com/office/drawing/2014/main" id="{7779F569-CAED-021A-DBC2-E45056DE0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54737B95-30AD-47D7-E400-8206EF73A671}"/>
              </a:ext>
            </a:extLst>
          </p:cNvPr>
          <p:cNvSpPr txBox="1"/>
          <p:nvPr/>
        </p:nvSpPr>
        <p:spPr>
          <a:xfrm>
            <a:off x="2376736" y="3723026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Calibri"/>
              </a:rPr>
              <a:t>Shade 1% </a:t>
            </a:r>
            <a:endParaRPr lang="en-AU" sz="2000" b="1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06" name="Group 165">
            <a:extLst>
              <a:ext uri="{FF2B5EF4-FFF2-40B4-BE49-F238E27FC236}">
                <a16:creationId xmlns:a16="http://schemas.microsoft.com/office/drawing/2014/main" id="{00723F40-AEDE-E55D-DE16-0AAD966BB5CE}"/>
              </a:ext>
            </a:extLst>
          </p:cNvPr>
          <p:cNvGrpSpPr>
            <a:grpSpLocks/>
          </p:cNvGrpSpPr>
          <p:nvPr/>
        </p:nvGrpSpPr>
        <p:grpSpPr bwMode="auto">
          <a:xfrm>
            <a:off x="7757864" y="4419998"/>
            <a:ext cx="2286000" cy="2286000"/>
            <a:chOff x="864" y="2400"/>
            <a:chExt cx="1440" cy="1440"/>
          </a:xfrm>
        </p:grpSpPr>
        <p:sp>
          <p:nvSpPr>
            <p:cNvPr id="108" name="Rectangle 51">
              <a:extLst>
                <a:ext uri="{FF2B5EF4-FFF2-40B4-BE49-F238E27FC236}">
                  <a16:creationId xmlns:a16="http://schemas.microsoft.com/office/drawing/2014/main" id="{0F337908-6C65-6F4B-C38D-E4B17A3F4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" name="Rectangle 52">
              <a:extLst>
                <a:ext uri="{FF2B5EF4-FFF2-40B4-BE49-F238E27FC236}">
                  <a16:creationId xmlns:a16="http://schemas.microsoft.com/office/drawing/2014/main" id="{E3340223-CE2E-6933-6F1F-C8B7AD2A7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Rectangle 53">
              <a:extLst>
                <a:ext uri="{FF2B5EF4-FFF2-40B4-BE49-F238E27FC236}">
                  <a16:creationId xmlns:a16="http://schemas.microsoft.com/office/drawing/2014/main" id="{55985D62-A467-ED21-A585-C4567D2BC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" name="Rectangle 54">
              <a:extLst>
                <a:ext uri="{FF2B5EF4-FFF2-40B4-BE49-F238E27FC236}">
                  <a16:creationId xmlns:a16="http://schemas.microsoft.com/office/drawing/2014/main" id="{AF1B42AF-0164-8047-EA02-35735E341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Rectangle 55">
              <a:extLst>
                <a:ext uri="{FF2B5EF4-FFF2-40B4-BE49-F238E27FC236}">
                  <a16:creationId xmlns:a16="http://schemas.microsoft.com/office/drawing/2014/main" id="{9FF82C1D-B9AB-B1F2-FC16-721EFDA57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" name="Rectangle 56">
              <a:extLst>
                <a:ext uri="{FF2B5EF4-FFF2-40B4-BE49-F238E27FC236}">
                  <a16:creationId xmlns:a16="http://schemas.microsoft.com/office/drawing/2014/main" id="{A6484F5E-7CA3-B069-94E6-935598CA6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Rectangle 57">
              <a:extLst>
                <a:ext uri="{FF2B5EF4-FFF2-40B4-BE49-F238E27FC236}">
                  <a16:creationId xmlns:a16="http://schemas.microsoft.com/office/drawing/2014/main" id="{0A74D238-D5BE-48B4-4F70-0CE73A515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Rectangle 58">
              <a:extLst>
                <a:ext uri="{FF2B5EF4-FFF2-40B4-BE49-F238E27FC236}">
                  <a16:creationId xmlns:a16="http://schemas.microsoft.com/office/drawing/2014/main" id="{63A179B7-948E-C6A5-B68E-D2F4FE8CD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Rectangle 59">
              <a:extLst>
                <a:ext uri="{FF2B5EF4-FFF2-40B4-BE49-F238E27FC236}">
                  <a16:creationId xmlns:a16="http://schemas.microsoft.com/office/drawing/2014/main" id="{E7D5BFD1-705B-EFC8-DD38-0A3F35F05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" name="Rectangle 60">
              <a:extLst>
                <a:ext uri="{FF2B5EF4-FFF2-40B4-BE49-F238E27FC236}">
                  <a16:creationId xmlns:a16="http://schemas.microsoft.com/office/drawing/2014/main" id="{9E6163F3-2A48-8F0D-6F26-B2F9AB2AC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" name="Rectangle 61">
              <a:extLst>
                <a:ext uri="{FF2B5EF4-FFF2-40B4-BE49-F238E27FC236}">
                  <a16:creationId xmlns:a16="http://schemas.microsoft.com/office/drawing/2014/main" id="{0329DF6D-009E-DABD-01BB-C6450F03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" name="Rectangle 62">
              <a:extLst>
                <a:ext uri="{FF2B5EF4-FFF2-40B4-BE49-F238E27FC236}">
                  <a16:creationId xmlns:a16="http://schemas.microsoft.com/office/drawing/2014/main" id="{E5875F06-EBA8-3032-7563-A16767E31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Rectangle 63">
              <a:extLst>
                <a:ext uri="{FF2B5EF4-FFF2-40B4-BE49-F238E27FC236}">
                  <a16:creationId xmlns:a16="http://schemas.microsoft.com/office/drawing/2014/main" id="{3953EC09-59AA-4707-3273-32ED653C3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Rectangle 64">
              <a:extLst>
                <a:ext uri="{FF2B5EF4-FFF2-40B4-BE49-F238E27FC236}">
                  <a16:creationId xmlns:a16="http://schemas.microsoft.com/office/drawing/2014/main" id="{B2E78828-A65F-EA47-CCA2-BAD4CF36B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" name="Rectangle 65">
              <a:extLst>
                <a:ext uri="{FF2B5EF4-FFF2-40B4-BE49-F238E27FC236}">
                  <a16:creationId xmlns:a16="http://schemas.microsoft.com/office/drawing/2014/main" id="{C5C7CD40-2732-A4AF-1464-0F38DABB5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Rectangle 66">
              <a:extLst>
                <a:ext uri="{FF2B5EF4-FFF2-40B4-BE49-F238E27FC236}">
                  <a16:creationId xmlns:a16="http://schemas.microsoft.com/office/drawing/2014/main" id="{91D33C9D-AD0F-AE91-D217-B043C5B03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4" name="Rectangle 67">
              <a:extLst>
                <a:ext uri="{FF2B5EF4-FFF2-40B4-BE49-F238E27FC236}">
                  <a16:creationId xmlns:a16="http://schemas.microsoft.com/office/drawing/2014/main" id="{13E55F55-316D-0F17-C6D6-F6D0AFD05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Rectangle 68">
              <a:extLst>
                <a:ext uri="{FF2B5EF4-FFF2-40B4-BE49-F238E27FC236}">
                  <a16:creationId xmlns:a16="http://schemas.microsoft.com/office/drawing/2014/main" id="{753070A7-E17E-E358-FB58-A0922013F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Rectangle 69">
              <a:extLst>
                <a:ext uri="{FF2B5EF4-FFF2-40B4-BE49-F238E27FC236}">
                  <a16:creationId xmlns:a16="http://schemas.microsoft.com/office/drawing/2014/main" id="{5627EDEF-279B-ADF5-2407-AC6911971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7" name="Rectangle 70">
              <a:extLst>
                <a:ext uri="{FF2B5EF4-FFF2-40B4-BE49-F238E27FC236}">
                  <a16:creationId xmlns:a16="http://schemas.microsoft.com/office/drawing/2014/main" id="{56D90A47-4BE2-2FAD-49A8-5FD28F10A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8" name="Rectangle 71">
              <a:extLst>
                <a:ext uri="{FF2B5EF4-FFF2-40B4-BE49-F238E27FC236}">
                  <a16:creationId xmlns:a16="http://schemas.microsoft.com/office/drawing/2014/main" id="{D9A376F3-EC9B-C84D-51A1-8917A7891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9" name="Rectangle 72">
              <a:extLst>
                <a:ext uri="{FF2B5EF4-FFF2-40B4-BE49-F238E27FC236}">
                  <a16:creationId xmlns:a16="http://schemas.microsoft.com/office/drawing/2014/main" id="{8850A823-B647-00CF-F944-7D647B35F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0" name="Rectangle 73">
              <a:extLst>
                <a:ext uri="{FF2B5EF4-FFF2-40B4-BE49-F238E27FC236}">
                  <a16:creationId xmlns:a16="http://schemas.microsoft.com/office/drawing/2014/main" id="{41AD61FE-78F4-96DD-994C-916FFE571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1" name="Rectangle 74">
              <a:extLst>
                <a:ext uri="{FF2B5EF4-FFF2-40B4-BE49-F238E27FC236}">
                  <a16:creationId xmlns:a16="http://schemas.microsoft.com/office/drawing/2014/main" id="{2751DD8B-08AD-94D8-29DC-FFBD100C8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Rectangle 75">
              <a:extLst>
                <a:ext uri="{FF2B5EF4-FFF2-40B4-BE49-F238E27FC236}">
                  <a16:creationId xmlns:a16="http://schemas.microsoft.com/office/drawing/2014/main" id="{D1E98DB5-9C37-DE39-3DFB-659511F8D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3" name="Rectangle 76">
              <a:extLst>
                <a:ext uri="{FF2B5EF4-FFF2-40B4-BE49-F238E27FC236}">
                  <a16:creationId xmlns:a16="http://schemas.microsoft.com/office/drawing/2014/main" id="{A997EEB9-BABE-A2C7-3710-FDD040DBC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4" name="Rectangle 77">
              <a:extLst>
                <a:ext uri="{FF2B5EF4-FFF2-40B4-BE49-F238E27FC236}">
                  <a16:creationId xmlns:a16="http://schemas.microsoft.com/office/drawing/2014/main" id="{3D5AAE62-6CF0-448B-9252-52BA05C83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5" name="Rectangle 78">
              <a:extLst>
                <a:ext uri="{FF2B5EF4-FFF2-40B4-BE49-F238E27FC236}">
                  <a16:creationId xmlns:a16="http://schemas.microsoft.com/office/drawing/2014/main" id="{10328F29-D28D-21AC-B7C5-28447387E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6" name="Rectangle 79">
              <a:extLst>
                <a:ext uri="{FF2B5EF4-FFF2-40B4-BE49-F238E27FC236}">
                  <a16:creationId xmlns:a16="http://schemas.microsoft.com/office/drawing/2014/main" id="{1669445E-5621-385F-9E01-E177F2D55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7" name="Rectangle 80">
              <a:extLst>
                <a:ext uri="{FF2B5EF4-FFF2-40B4-BE49-F238E27FC236}">
                  <a16:creationId xmlns:a16="http://schemas.microsoft.com/office/drawing/2014/main" id="{66DD6FBE-FF67-5A70-6FE2-3E4487FCF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8" name="Rectangle 81">
              <a:extLst>
                <a:ext uri="{FF2B5EF4-FFF2-40B4-BE49-F238E27FC236}">
                  <a16:creationId xmlns:a16="http://schemas.microsoft.com/office/drawing/2014/main" id="{B7034CAD-8DCA-6E7F-5A4F-B4DD27D84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9" name="Rectangle 82">
              <a:extLst>
                <a:ext uri="{FF2B5EF4-FFF2-40B4-BE49-F238E27FC236}">
                  <a16:creationId xmlns:a16="http://schemas.microsoft.com/office/drawing/2014/main" id="{C6CB7369-089F-D83E-C94D-37719298B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0" name="Rectangle 83">
              <a:extLst>
                <a:ext uri="{FF2B5EF4-FFF2-40B4-BE49-F238E27FC236}">
                  <a16:creationId xmlns:a16="http://schemas.microsoft.com/office/drawing/2014/main" id="{43854CF9-3A68-F912-56A1-363D5BD73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1" name="Rectangle 84">
              <a:extLst>
                <a:ext uri="{FF2B5EF4-FFF2-40B4-BE49-F238E27FC236}">
                  <a16:creationId xmlns:a16="http://schemas.microsoft.com/office/drawing/2014/main" id="{8FC6BAAB-5C5C-756E-0FD5-9361E229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2" name="Rectangle 85">
              <a:extLst>
                <a:ext uri="{FF2B5EF4-FFF2-40B4-BE49-F238E27FC236}">
                  <a16:creationId xmlns:a16="http://schemas.microsoft.com/office/drawing/2014/main" id="{F86DB6CA-1583-4A72-8742-0382B0DB4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3" name="Rectangle 86">
              <a:extLst>
                <a:ext uri="{FF2B5EF4-FFF2-40B4-BE49-F238E27FC236}">
                  <a16:creationId xmlns:a16="http://schemas.microsoft.com/office/drawing/2014/main" id="{4E9B0723-742C-584D-AC14-EA069EB19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4" name="Rectangle 87">
              <a:extLst>
                <a:ext uri="{FF2B5EF4-FFF2-40B4-BE49-F238E27FC236}">
                  <a16:creationId xmlns:a16="http://schemas.microsoft.com/office/drawing/2014/main" id="{2D4C63B0-0AD1-C2DD-E586-709A952CD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5" name="Rectangle 88">
              <a:extLst>
                <a:ext uri="{FF2B5EF4-FFF2-40B4-BE49-F238E27FC236}">
                  <a16:creationId xmlns:a16="http://schemas.microsoft.com/office/drawing/2014/main" id="{938FFC56-B375-8AA0-EE08-0DDC9A7F7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6" name="Rectangle 89">
              <a:extLst>
                <a:ext uri="{FF2B5EF4-FFF2-40B4-BE49-F238E27FC236}">
                  <a16:creationId xmlns:a16="http://schemas.microsoft.com/office/drawing/2014/main" id="{C9C753E3-01B9-7E35-203A-A0BDE2EEA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7" name="Rectangle 90">
              <a:extLst>
                <a:ext uri="{FF2B5EF4-FFF2-40B4-BE49-F238E27FC236}">
                  <a16:creationId xmlns:a16="http://schemas.microsoft.com/office/drawing/2014/main" id="{26C6513D-2BCD-9D12-46F4-E90E6E736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8" name="Rectangle 91">
              <a:extLst>
                <a:ext uri="{FF2B5EF4-FFF2-40B4-BE49-F238E27FC236}">
                  <a16:creationId xmlns:a16="http://schemas.microsoft.com/office/drawing/2014/main" id="{DDEB0959-4BE6-A734-D2DF-7A03CC9F0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9" name="Rectangle 92">
              <a:extLst>
                <a:ext uri="{FF2B5EF4-FFF2-40B4-BE49-F238E27FC236}">
                  <a16:creationId xmlns:a16="http://schemas.microsoft.com/office/drawing/2014/main" id="{561B2450-A47B-CEDC-A85D-B610A97F3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0" name="Rectangle 93">
              <a:extLst>
                <a:ext uri="{FF2B5EF4-FFF2-40B4-BE49-F238E27FC236}">
                  <a16:creationId xmlns:a16="http://schemas.microsoft.com/office/drawing/2014/main" id="{9EC54B62-961C-8527-EC65-ECF10E69D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1" name="Rectangle 94">
              <a:extLst>
                <a:ext uri="{FF2B5EF4-FFF2-40B4-BE49-F238E27FC236}">
                  <a16:creationId xmlns:a16="http://schemas.microsoft.com/office/drawing/2014/main" id="{69444B37-6B68-8496-6B48-AA3534180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2" name="Rectangle 95">
              <a:extLst>
                <a:ext uri="{FF2B5EF4-FFF2-40B4-BE49-F238E27FC236}">
                  <a16:creationId xmlns:a16="http://schemas.microsoft.com/office/drawing/2014/main" id="{5721675C-AA4D-D815-2F43-BD615485B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3" name="Rectangle 96">
              <a:extLst>
                <a:ext uri="{FF2B5EF4-FFF2-40B4-BE49-F238E27FC236}">
                  <a16:creationId xmlns:a16="http://schemas.microsoft.com/office/drawing/2014/main" id="{21B267FE-FD9A-5CE5-1789-E361A5DE2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4" name="Rectangle 97">
              <a:extLst>
                <a:ext uri="{FF2B5EF4-FFF2-40B4-BE49-F238E27FC236}">
                  <a16:creationId xmlns:a16="http://schemas.microsoft.com/office/drawing/2014/main" id="{3D1A2FF5-264C-B75F-9E3A-54DF1297C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5" name="Rectangle 98">
              <a:extLst>
                <a:ext uri="{FF2B5EF4-FFF2-40B4-BE49-F238E27FC236}">
                  <a16:creationId xmlns:a16="http://schemas.microsoft.com/office/drawing/2014/main" id="{367A17F1-3D30-D618-603C-8C6837CBE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6" name="Rectangle 99">
              <a:extLst>
                <a:ext uri="{FF2B5EF4-FFF2-40B4-BE49-F238E27FC236}">
                  <a16:creationId xmlns:a16="http://schemas.microsoft.com/office/drawing/2014/main" id="{87577939-E77C-7120-90A3-C31E821A7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7" name="Rectangle 100">
              <a:extLst>
                <a:ext uri="{FF2B5EF4-FFF2-40B4-BE49-F238E27FC236}">
                  <a16:creationId xmlns:a16="http://schemas.microsoft.com/office/drawing/2014/main" id="{84710C26-C418-F8A9-0B11-1F0FB2F86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8" name="Rectangle 101">
              <a:extLst>
                <a:ext uri="{FF2B5EF4-FFF2-40B4-BE49-F238E27FC236}">
                  <a16:creationId xmlns:a16="http://schemas.microsoft.com/office/drawing/2014/main" id="{67E379BA-492B-FF58-A2BE-D491F85EE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9" name="Rectangle 102">
              <a:extLst>
                <a:ext uri="{FF2B5EF4-FFF2-40B4-BE49-F238E27FC236}">
                  <a16:creationId xmlns:a16="http://schemas.microsoft.com/office/drawing/2014/main" id="{FEE679E1-A8F6-CEF5-5AEF-971F664F6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0" name="Rectangle 103">
              <a:extLst>
                <a:ext uri="{FF2B5EF4-FFF2-40B4-BE49-F238E27FC236}">
                  <a16:creationId xmlns:a16="http://schemas.microsoft.com/office/drawing/2014/main" id="{BD68AF86-89DB-F727-1F28-BE7B0DD28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1" name="Rectangle 104">
              <a:extLst>
                <a:ext uri="{FF2B5EF4-FFF2-40B4-BE49-F238E27FC236}">
                  <a16:creationId xmlns:a16="http://schemas.microsoft.com/office/drawing/2014/main" id="{1CA11FEA-1397-C005-7186-8D5C4E698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2" name="Rectangle 105">
              <a:extLst>
                <a:ext uri="{FF2B5EF4-FFF2-40B4-BE49-F238E27FC236}">
                  <a16:creationId xmlns:a16="http://schemas.microsoft.com/office/drawing/2014/main" id="{FA2356A1-6367-F9D1-A61B-57CBBF14E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3" name="Rectangle 106">
              <a:extLst>
                <a:ext uri="{FF2B5EF4-FFF2-40B4-BE49-F238E27FC236}">
                  <a16:creationId xmlns:a16="http://schemas.microsoft.com/office/drawing/2014/main" id="{419B7FCF-DCDB-16BA-B7C1-168938E70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4" name="Rectangle 107">
              <a:extLst>
                <a:ext uri="{FF2B5EF4-FFF2-40B4-BE49-F238E27FC236}">
                  <a16:creationId xmlns:a16="http://schemas.microsoft.com/office/drawing/2014/main" id="{E1F42280-8AF8-C4F1-F5A4-74830CBCE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5" name="Rectangle 108">
              <a:extLst>
                <a:ext uri="{FF2B5EF4-FFF2-40B4-BE49-F238E27FC236}">
                  <a16:creationId xmlns:a16="http://schemas.microsoft.com/office/drawing/2014/main" id="{66AD4345-AEC0-1A47-A937-65C31BE9F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6" name="Rectangle 109">
              <a:extLst>
                <a:ext uri="{FF2B5EF4-FFF2-40B4-BE49-F238E27FC236}">
                  <a16:creationId xmlns:a16="http://schemas.microsoft.com/office/drawing/2014/main" id="{ED518F3B-56E0-CD56-1AE9-185B5574F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7" name="Rectangle 110">
              <a:extLst>
                <a:ext uri="{FF2B5EF4-FFF2-40B4-BE49-F238E27FC236}">
                  <a16:creationId xmlns:a16="http://schemas.microsoft.com/office/drawing/2014/main" id="{EE618043-9A75-BEA8-5ED4-37352E52E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8" name="Rectangle 111">
              <a:extLst>
                <a:ext uri="{FF2B5EF4-FFF2-40B4-BE49-F238E27FC236}">
                  <a16:creationId xmlns:a16="http://schemas.microsoft.com/office/drawing/2014/main" id="{D55AE75B-6C62-00A1-BC17-1D6D5C913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9" name="Rectangle 112">
              <a:extLst>
                <a:ext uri="{FF2B5EF4-FFF2-40B4-BE49-F238E27FC236}">
                  <a16:creationId xmlns:a16="http://schemas.microsoft.com/office/drawing/2014/main" id="{1D58387C-2A79-DDA5-537F-7E8650EC6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0" name="Rectangle 113">
              <a:extLst>
                <a:ext uri="{FF2B5EF4-FFF2-40B4-BE49-F238E27FC236}">
                  <a16:creationId xmlns:a16="http://schemas.microsoft.com/office/drawing/2014/main" id="{D10C6287-D14E-775D-47D5-182095778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1" name="Rectangle 114">
              <a:extLst>
                <a:ext uri="{FF2B5EF4-FFF2-40B4-BE49-F238E27FC236}">
                  <a16:creationId xmlns:a16="http://schemas.microsoft.com/office/drawing/2014/main" id="{B53A44A6-519A-D4F4-BDF8-CAC02D439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2" name="Rectangle 115">
              <a:extLst>
                <a:ext uri="{FF2B5EF4-FFF2-40B4-BE49-F238E27FC236}">
                  <a16:creationId xmlns:a16="http://schemas.microsoft.com/office/drawing/2014/main" id="{DC9E1009-56FB-F81E-E9B9-AE63EF5C6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3" name="Rectangle 116">
              <a:extLst>
                <a:ext uri="{FF2B5EF4-FFF2-40B4-BE49-F238E27FC236}">
                  <a16:creationId xmlns:a16="http://schemas.microsoft.com/office/drawing/2014/main" id="{CD0C2882-962B-50D1-871F-89D2D4699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4" name="Rectangle 117">
              <a:extLst>
                <a:ext uri="{FF2B5EF4-FFF2-40B4-BE49-F238E27FC236}">
                  <a16:creationId xmlns:a16="http://schemas.microsoft.com/office/drawing/2014/main" id="{DB50821D-08F2-2B7B-4629-E1E24AA86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5" name="Rectangle 118">
              <a:extLst>
                <a:ext uri="{FF2B5EF4-FFF2-40B4-BE49-F238E27FC236}">
                  <a16:creationId xmlns:a16="http://schemas.microsoft.com/office/drawing/2014/main" id="{3BA728E9-D7AB-7B26-C7DF-0CFFBFC0F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6" name="Rectangle 119">
              <a:extLst>
                <a:ext uri="{FF2B5EF4-FFF2-40B4-BE49-F238E27FC236}">
                  <a16:creationId xmlns:a16="http://schemas.microsoft.com/office/drawing/2014/main" id="{AB48E803-8526-FE54-9362-2D6324AAB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7" name="Rectangle 120">
              <a:extLst>
                <a:ext uri="{FF2B5EF4-FFF2-40B4-BE49-F238E27FC236}">
                  <a16:creationId xmlns:a16="http://schemas.microsoft.com/office/drawing/2014/main" id="{ABF742D9-A3DB-EBC8-2591-545070849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8" name="Rectangle 121">
              <a:extLst>
                <a:ext uri="{FF2B5EF4-FFF2-40B4-BE49-F238E27FC236}">
                  <a16:creationId xmlns:a16="http://schemas.microsoft.com/office/drawing/2014/main" id="{CCAAD547-DBA8-F8C1-186F-ABBE5C1C7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9" name="Rectangle 122">
              <a:extLst>
                <a:ext uri="{FF2B5EF4-FFF2-40B4-BE49-F238E27FC236}">
                  <a16:creationId xmlns:a16="http://schemas.microsoft.com/office/drawing/2014/main" id="{ACFF26C2-8143-ED08-CF0D-8E6EF94EA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0" name="Rectangle 123">
              <a:extLst>
                <a:ext uri="{FF2B5EF4-FFF2-40B4-BE49-F238E27FC236}">
                  <a16:creationId xmlns:a16="http://schemas.microsoft.com/office/drawing/2014/main" id="{DE1E0CAF-EA52-A99A-DC9F-39538B526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1" name="Rectangle 124">
              <a:extLst>
                <a:ext uri="{FF2B5EF4-FFF2-40B4-BE49-F238E27FC236}">
                  <a16:creationId xmlns:a16="http://schemas.microsoft.com/office/drawing/2014/main" id="{1EACD2C4-C538-A7C6-2955-DF36C6633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2" name="Rectangle 125">
              <a:extLst>
                <a:ext uri="{FF2B5EF4-FFF2-40B4-BE49-F238E27FC236}">
                  <a16:creationId xmlns:a16="http://schemas.microsoft.com/office/drawing/2014/main" id="{C8F271BD-CC80-A0D6-987D-6B6DBFBDE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3" name="Rectangle 126">
              <a:extLst>
                <a:ext uri="{FF2B5EF4-FFF2-40B4-BE49-F238E27FC236}">
                  <a16:creationId xmlns:a16="http://schemas.microsoft.com/office/drawing/2014/main" id="{B6A386B4-756D-A5F4-BACD-83C444653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4" name="Rectangle 127">
              <a:extLst>
                <a:ext uri="{FF2B5EF4-FFF2-40B4-BE49-F238E27FC236}">
                  <a16:creationId xmlns:a16="http://schemas.microsoft.com/office/drawing/2014/main" id="{CFB6BB87-6903-EFB3-EE95-729B70B07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5" name="Rectangle 128">
              <a:extLst>
                <a:ext uri="{FF2B5EF4-FFF2-40B4-BE49-F238E27FC236}">
                  <a16:creationId xmlns:a16="http://schemas.microsoft.com/office/drawing/2014/main" id="{6D313B6D-87C2-2E6B-0B23-20C7B52E9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6" name="Rectangle 129">
              <a:extLst>
                <a:ext uri="{FF2B5EF4-FFF2-40B4-BE49-F238E27FC236}">
                  <a16:creationId xmlns:a16="http://schemas.microsoft.com/office/drawing/2014/main" id="{4D929EFD-28BB-0FBE-BF60-E3BF8B775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7" name="Rectangle 130">
              <a:extLst>
                <a:ext uri="{FF2B5EF4-FFF2-40B4-BE49-F238E27FC236}">
                  <a16:creationId xmlns:a16="http://schemas.microsoft.com/office/drawing/2014/main" id="{2AD16600-8E67-31D2-D502-407E50563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8" name="Rectangle 131">
              <a:extLst>
                <a:ext uri="{FF2B5EF4-FFF2-40B4-BE49-F238E27FC236}">
                  <a16:creationId xmlns:a16="http://schemas.microsoft.com/office/drawing/2014/main" id="{956FC9BF-107C-72AF-3F7A-6E054255D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9" name="Rectangle 132">
              <a:extLst>
                <a:ext uri="{FF2B5EF4-FFF2-40B4-BE49-F238E27FC236}">
                  <a16:creationId xmlns:a16="http://schemas.microsoft.com/office/drawing/2014/main" id="{A577A30F-3FAB-0941-A5D8-BC8320D67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0" name="Rectangle 133">
              <a:extLst>
                <a:ext uri="{FF2B5EF4-FFF2-40B4-BE49-F238E27FC236}">
                  <a16:creationId xmlns:a16="http://schemas.microsoft.com/office/drawing/2014/main" id="{7C58A45C-D596-EE6B-C009-31F71B0BA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1" name="Rectangle 134">
              <a:extLst>
                <a:ext uri="{FF2B5EF4-FFF2-40B4-BE49-F238E27FC236}">
                  <a16:creationId xmlns:a16="http://schemas.microsoft.com/office/drawing/2014/main" id="{A87926C3-DC2A-E24E-1765-E047D964B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2" name="Rectangle 135">
              <a:extLst>
                <a:ext uri="{FF2B5EF4-FFF2-40B4-BE49-F238E27FC236}">
                  <a16:creationId xmlns:a16="http://schemas.microsoft.com/office/drawing/2014/main" id="{93B75628-26AA-EC68-5E0F-62F294B9F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3" name="Rectangle 136">
              <a:extLst>
                <a:ext uri="{FF2B5EF4-FFF2-40B4-BE49-F238E27FC236}">
                  <a16:creationId xmlns:a16="http://schemas.microsoft.com/office/drawing/2014/main" id="{72134BA0-77F8-A73B-54EE-A790BDC7D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4" name="Rectangle 137">
              <a:extLst>
                <a:ext uri="{FF2B5EF4-FFF2-40B4-BE49-F238E27FC236}">
                  <a16:creationId xmlns:a16="http://schemas.microsoft.com/office/drawing/2014/main" id="{60515ACB-657F-A9AF-49B7-BAAEFAA05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5" name="Rectangle 138">
              <a:extLst>
                <a:ext uri="{FF2B5EF4-FFF2-40B4-BE49-F238E27FC236}">
                  <a16:creationId xmlns:a16="http://schemas.microsoft.com/office/drawing/2014/main" id="{DBFFACC2-8B34-0B47-DBE8-9D30490CF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6" name="Rectangle 139">
              <a:extLst>
                <a:ext uri="{FF2B5EF4-FFF2-40B4-BE49-F238E27FC236}">
                  <a16:creationId xmlns:a16="http://schemas.microsoft.com/office/drawing/2014/main" id="{DB5AF0B0-DFDC-6718-1E14-47808FB64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7" name="Rectangle 140">
              <a:extLst>
                <a:ext uri="{FF2B5EF4-FFF2-40B4-BE49-F238E27FC236}">
                  <a16:creationId xmlns:a16="http://schemas.microsoft.com/office/drawing/2014/main" id="{47110B76-CD67-47F6-45A8-55B37A0C9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0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8" name="Rectangle 141">
              <a:extLst>
                <a:ext uri="{FF2B5EF4-FFF2-40B4-BE49-F238E27FC236}">
                  <a16:creationId xmlns:a16="http://schemas.microsoft.com/office/drawing/2014/main" id="{7A4C5C46-34B8-B01A-CE91-FDE93392F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54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9" name="Rectangle 142">
              <a:extLst>
                <a:ext uri="{FF2B5EF4-FFF2-40B4-BE49-F238E27FC236}">
                  <a16:creationId xmlns:a16="http://schemas.microsoft.com/office/drawing/2014/main" id="{24DED8E1-F8C5-5AD1-8CEE-6F5CC69C3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68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0" name="Rectangle 143">
              <a:extLst>
                <a:ext uri="{FF2B5EF4-FFF2-40B4-BE49-F238E27FC236}">
                  <a16:creationId xmlns:a16="http://schemas.microsoft.com/office/drawing/2014/main" id="{2A2944CC-91EC-DE87-3AFA-519A170C9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83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1" name="Rectangle 144">
              <a:extLst>
                <a:ext uri="{FF2B5EF4-FFF2-40B4-BE49-F238E27FC236}">
                  <a16:creationId xmlns:a16="http://schemas.microsoft.com/office/drawing/2014/main" id="{718B3750-EAC7-22EC-2563-C99CE5D1D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7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2" name="Rectangle 145">
              <a:extLst>
                <a:ext uri="{FF2B5EF4-FFF2-40B4-BE49-F238E27FC236}">
                  <a16:creationId xmlns:a16="http://schemas.microsoft.com/office/drawing/2014/main" id="{C1DF5CA6-A63B-0427-2192-8A0E9CCAF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120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3" name="Rectangle 146">
              <a:extLst>
                <a:ext uri="{FF2B5EF4-FFF2-40B4-BE49-F238E27FC236}">
                  <a16:creationId xmlns:a16="http://schemas.microsoft.com/office/drawing/2014/main" id="{6C432C8A-6198-AE37-4838-061D2B33E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4" name="Rectangle 147">
              <a:extLst>
                <a:ext uri="{FF2B5EF4-FFF2-40B4-BE49-F238E27FC236}">
                  <a16:creationId xmlns:a16="http://schemas.microsoft.com/office/drawing/2014/main" id="{A7FB3011-860D-193B-04E9-5D2DD32E9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408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5" name="Rectangle 148">
              <a:extLst>
                <a:ext uri="{FF2B5EF4-FFF2-40B4-BE49-F238E27FC236}">
                  <a16:creationId xmlns:a16="http://schemas.microsoft.com/office/drawing/2014/main" id="{FB5C1418-DA8E-D7D4-6EA2-715298BF2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552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6" name="Rectangle 149">
              <a:extLst>
                <a:ext uri="{FF2B5EF4-FFF2-40B4-BE49-F238E27FC236}">
                  <a16:creationId xmlns:a16="http://schemas.microsoft.com/office/drawing/2014/main" id="{1ABF0642-F487-699F-85AF-50ECBEA9B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696"/>
              <a:ext cx="1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07" name="Rectangle 51">
            <a:extLst>
              <a:ext uri="{FF2B5EF4-FFF2-40B4-BE49-F238E27FC236}">
                <a16:creationId xmlns:a16="http://schemas.microsoft.com/office/drawing/2014/main" id="{C7D07B7B-C080-ECD3-1291-2B903063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7864" y="4424536"/>
            <a:ext cx="228600" cy="228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37326F96-73C6-79A9-AE78-A61D57F2A7CB}"/>
              </a:ext>
            </a:extLst>
          </p:cNvPr>
          <p:cNvSpPr txBox="1"/>
          <p:nvPr/>
        </p:nvSpPr>
        <p:spPr>
          <a:xfrm>
            <a:off x="8191887" y="3991343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Calibri"/>
              </a:rPr>
              <a:t>Shade 23% </a:t>
            </a:r>
            <a:endParaRPr lang="en-AU" sz="20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235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7EA5-8220-4088-8CBE-FBCD1CF05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Reflect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495E0-C5F2-4D0C-A152-B4321F35F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What does percentage mean? </a:t>
            </a:r>
          </a:p>
          <a:p>
            <a:pPr marL="0" indent="0">
              <a:buNone/>
            </a:pPr>
            <a:r>
              <a:rPr lang="en-AU" dirty="0"/>
              <a:t>What percent of this shape is shaded? </a:t>
            </a:r>
          </a:p>
          <a:p>
            <a:pPr algn="ctr">
              <a:buFont typeface="Wingdings" panose="05000000000000000000" pitchFamily="2" charset="2"/>
              <a:buChar char="q"/>
            </a:pPr>
            <a:endParaRPr lang="en-AU" dirty="0">
              <a:solidFill>
                <a:srgbClr val="00B0F0"/>
              </a:solidFill>
            </a:endParaRPr>
          </a:p>
          <a:p>
            <a:pPr algn="ctr">
              <a:buFont typeface="Wingdings" panose="05000000000000000000" pitchFamily="2" charset="2"/>
              <a:buChar char="q"/>
            </a:pPr>
            <a:endParaRPr lang="en-AU" dirty="0">
              <a:solidFill>
                <a:srgbClr val="00B0F0"/>
              </a:solidFill>
            </a:endParaRPr>
          </a:p>
          <a:p>
            <a:pPr algn="ctr">
              <a:buFont typeface="Wingdings" panose="05000000000000000000" pitchFamily="2" charset="2"/>
              <a:buChar char="q"/>
            </a:pPr>
            <a:endParaRPr lang="en-AU" dirty="0">
              <a:solidFill>
                <a:srgbClr val="00B0F0"/>
              </a:solidFill>
            </a:endParaRPr>
          </a:p>
          <a:p>
            <a:pPr algn="ctr">
              <a:buFont typeface="Wingdings" panose="05000000000000000000" pitchFamily="2" charset="2"/>
              <a:buChar char="q"/>
            </a:pPr>
            <a:endParaRPr lang="en-AU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lang="en-AU" dirty="0"/>
              <a:t>Fist to 5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I can state percentage means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I can convert and shade percentages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216711-7BE2-423D-B455-93DD4289FA9E}"/>
              </a:ext>
            </a:extLst>
          </p:cNvPr>
          <p:cNvSpPr/>
          <p:nvPr/>
        </p:nvSpPr>
        <p:spPr>
          <a:xfrm>
            <a:off x="7949584" y="2467992"/>
            <a:ext cx="2743200" cy="2396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2D412F-39B3-4DB8-BEEB-9AF51DC5D3D7}"/>
              </a:ext>
            </a:extLst>
          </p:cNvPr>
          <p:cNvSpPr/>
          <p:nvPr/>
        </p:nvSpPr>
        <p:spPr>
          <a:xfrm>
            <a:off x="7949584" y="2467992"/>
            <a:ext cx="1450389" cy="239697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65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96220-6394-5152-986F-63BEEB7B7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Percent of amounts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EE8AC-807B-7828-56FD-8230BE8B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10%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5%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1%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866212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191</Words>
  <Application>Microsoft Office PowerPoint</Application>
  <PresentationFormat>Widescreen</PresentationFormat>
  <Paragraphs>118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PowerPoint Presentation</vt:lpstr>
      <vt:lpstr>Daily review </vt:lpstr>
      <vt:lpstr>Whiteboards </vt:lpstr>
      <vt:lpstr>Quick video </vt:lpstr>
      <vt:lpstr>PowerPoint Presentation</vt:lpstr>
      <vt:lpstr>Percent means </vt:lpstr>
      <vt:lpstr>Individual practice </vt:lpstr>
      <vt:lpstr>Reflect </vt:lpstr>
      <vt:lpstr>Percent of amounts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10</cp:revision>
  <dcterms:created xsi:type="dcterms:W3CDTF">2022-07-19T09:35:08Z</dcterms:created>
  <dcterms:modified xsi:type="dcterms:W3CDTF">2023-06-07T05:13:08Z</dcterms:modified>
</cp:coreProperties>
</file>