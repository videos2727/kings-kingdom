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3" r:id="rId5"/>
    <p:sldId id="269" r:id="rId6"/>
    <p:sldId id="260" r:id="rId7"/>
    <p:sldId id="264" r:id="rId8"/>
    <p:sldId id="265" r:id="rId9"/>
    <p:sldId id="266" r:id="rId10"/>
    <p:sldId id="2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86" d="100"/>
          <a:sy n="86" d="100"/>
        </p:scale>
        <p:origin x="7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5545-D64D-7BB4-E02B-F8599B24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9DFE8-1C14-F226-8C2D-C0394F315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92800-3A50-D59B-4898-D662E4F9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5DE21-0357-FA3B-D0A4-974532D6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8A5C-08B4-1AF4-4744-061DC56A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82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1498-7CF9-7BA2-6336-EC130ACC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A05D-B580-8202-A3C8-C7071A43B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85B7E-F76E-50C5-FA6B-0D16E644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2422-874D-12CF-2241-7B39193C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02FE-E21C-1D2D-8206-AE1A4345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465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D2D4-D08B-FBF8-8980-7392D10B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A7CA0-629F-1D68-422B-AB24F6E3B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E3146-CD7A-CE28-3DAE-D9083CB6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3CE9-E317-7B5D-1FFD-31C677D65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9D94C-C5C3-EBF9-40F7-C115D011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34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C16D-E8AF-A668-3BEF-C962DCC6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BDED-FC0A-97C0-AE99-1956F79B4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BAD39-417E-B6ED-5332-F60962BA7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156CD-4BC7-52F4-8E21-963D2CDD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F2BEC-4EC6-CACE-2E88-B4B4E08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55FD1-D21A-5AAD-5C6A-256C2EA6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264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F2FA-C810-41A0-A822-FB8E096E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9020D-AAAC-896E-1AEF-071C32D39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E2A86-6121-CAF9-E1AE-E8D179A14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11FF3-FC6B-518B-B972-5F3A94758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82EA5-C461-3AC9-102D-F8DD5F604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6F685-F744-9269-4AE4-3996211D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EDEF0-B1FE-2AA7-9BC7-ACB0915A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C6822-027B-D5ED-5E7E-5672B769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53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1AC4-166D-B3B4-55A2-832D2924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C71C9-5AAA-05BF-780B-DDB55E26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3C38B-E3C2-4572-DF0A-2CCCE41D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DF70A-31ED-E4EB-31B0-2604FA60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89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918B4-0E6D-1B23-3B8C-884CC3B9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23E49-7C80-DF47-E4B6-696ADC1D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68B61-3033-AAF3-20AC-FF1AE83F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28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A55C-A6DA-2B70-456A-4983F500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9D068-2270-66D4-2161-845F6B1F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E5749-C248-647B-28FB-7565186EB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BF199-7438-9CD1-F206-38AB7083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B5477-E287-37BA-3281-366480C6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8EC5-5735-6C92-99E7-9B7E1898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93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F7EA-A824-B282-DCAE-A44CBD81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C6587-4C41-BE0A-2BE2-C8A1397CB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F26A9-4966-4A41-16BD-2F5A9C62A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6155B-2C98-D2CD-172C-613617CC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18AF-B65A-F94C-94F4-3C07FEEB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6CAA3-86E7-5746-E911-567469A5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288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E4D4-16A9-5585-DCA6-90A91EAC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C9F0C-4261-6739-4BB1-06E0553CB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6FAC6-9900-8DA2-2FFA-5726EA00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02C76-78E1-8105-93C4-C077602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73199-FF8F-F42B-D6F7-A7F6CC22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636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E9EDE-B320-B101-6EBC-8BEFAB840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30CEF-272C-6BE6-E0E6-E86D3D4A2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D112B-95B6-ADD9-3E43-D60E6DB1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B1122-3FF7-03D2-3FAE-DE9F6E44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A9C7-15C0-657D-41A0-9986F121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171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8AF83-217B-F9C4-2849-AE89B3C0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F0E31-94F4-8D24-9743-50A6AAB75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41F3-CCD0-806E-A77F-0134F3581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C329A-A8D1-4294-8927-729807EF2E9A}" type="datetimeFigureOut">
              <a:rPr lang="en-AU" smtClean="0"/>
              <a:t>8/06/2023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FA78A-9779-F075-793E-38B841DA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4CE85-1E0A-63A7-BA9D-2D8A91D98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02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AE00A8-168A-4915-8D1F-0D2BBFC0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CBC49-32ED-4C10-90C6-9FFE1EF98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672"/>
            <a:ext cx="10515600" cy="4774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Percent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Apply mental strategies to determine 1%, 5% and 10% of amounts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Determine the percent of an amount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conversions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Dividing by multiples of 10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Percent of amounts </a:t>
            </a:r>
          </a:p>
          <a:p>
            <a:pPr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B465C5-B319-13CB-A6AB-9FE2564C1ED7}"/>
              </a:ext>
            </a:extLst>
          </p:cNvPr>
          <p:cNvSpPr txBox="1"/>
          <p:nvPr/>
        </p:nvSpPr>
        <p:spPr>
          <a:xfrm>
            <a:off x="8726749" y="1690688"/>
            <a:ext cx="2725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68ECC-9D31-33C3-5E25-CA28CDB047DC}"/>
              </a:ext>
            </a:extLst>
          </p:cNvPr>
          <p:cNvSpPr txBox="1"/>
          <p:nvPr/>
        </p:nvSpPr>
        <p:spPr>
          <a:xfrm>
            <a:off x="8833281" y="278226"/>
            <a:ext cx="2752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highlight>
                  <a:srgbClr val="00FF00"/>
                </a:highlight>
              </a:rPr>
              <a:t>PBiS</a:t>
            </a:r>
            <a:r>
              <a:rPr lang="en-US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b="1" dirty="0">
                <a:highlight>
                  <a:srgbClr val="00FF00"/>
                </a:highlight>
              </a:rPr>
              <a:t>Respect (listening)</a:t>
            </a:r>
          </a:p>
          <a:p>
            <a:r>
              <a:rPr lang="en-US" b="1" dirty="0">
                <a:highlight>
                  <a:srgbClr val="00FF00"/>
                </a:highlight>
              </a:rPr>
              <a:t>Achieve (4 or 5 aim rating</a:t>
            </a:r>
            <a:r>
              <a:rPr lang="en-US" dirty="0">
                <a:highlight>
                  <a:srgbClr val="00FF00"/>
                </a:highlight>
              </a:rPr>
              <a:t>) </a:t>
            </a:r>
            <a:endParaRPr lang="en-AU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9888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5FB7-2B87-4834-8EE6-B21EDDBA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F643-0184-4EE0-9969-E6C583FB6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524" y="2453396"/>
            <a:ext cx="205592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Decimal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0.2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0.35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9CDC9-E835-A323-479A-6ABD7A9B0EE8}"/>
              </a:ext>
            </a:extLst>
          </p:cNvPr>
          <p:cNvSpPr txBox="1"/>
          <p:nvPr/>
        </p:nvSpPr>
        <p:spPr>
          <a:xfrm>
            <a:off x="585926" y="292963"/>
            <a:ext cx="11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Retrieve 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578974-48DB-8BD9-49A1-0BB22688E64B}"/>
              </a:ext>
            </a:extLst>
          </p:cNvPr>
          <p:cNvSpPr txBox="1">
            <a:spLocks/>
          </p:cNvSpPr>
          <p:nvPr/>
        </p:nvSpPr>
        <p:spPr>
          <a:xfrm>
            <a:off x="1269376" y="2420423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Fraction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95/100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  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BC105D-6ACE-4C66-9C2E-9909EABB4294}"/>
              </a:ext>
            </a:extLst>
          </p:cNvPr>
          <p:cNvSpPr txBox="1">
            <a:spLocks/>
          </p:cNvSpPr>
          <p:nvPr/>
        </p:nvSpPr>
        <p:spPr>
          <a:xfrm>
            <a:off x="9193567" y="2453396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Percent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70%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35%  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EA780-E4B9-0664-D547-7E4D19EC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32" y="0"/>
            <a:ext cx="3935767" cy="22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8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8E2C-329B-4921-B1E1-0EB31BDC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How many zero’s you got?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4BC2D-866A-4036-BAAF-F71D2A61D6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AU" b="1" u="sng" dirty="0">
                    <a:highlight>
                      <a:srgbClr val="FFFF00"/>
                    </a:highlight>
                  </a:rPr>
                  <a:t>MOVE THAT SPOT!</a:t>
                </a:r>
              </a:p>
              <a:p>
                <a:pPr marL="0" indent="0" algn="ctr">
                  <a:buNone/>
                </a:pPr>
                <a:endParaRPr lang="en-AU" b="1" u="sng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r>
                  <a:rPr lang="en-AU" dirty="0"/>
                  <a:t>When dividing by 10, 100 or 1000, we can simply move 1 decimal spot for every 0 in the number.</a:t>
                </a:r>
              </a:p>
              <a:p>
                <a:pPr marL="0" indent="0">
                  <a:buNone/>
                </a:pPr>
                <a:r>
                  <a:rPr lang="en-AU" dirty="0"/>
                  <a:t>E.g.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÷1000=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4BC2D-866A-4036-BAAF-F71D2A61D6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31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BE4F-E5DE-4541-A6C4-B3F536EF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15E3F-8E3A-45DF-9D08-40FD9EDA8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Remember: how many zeros = number of spots to move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140 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 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140 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 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15E3F-8E3A-45DF-9D08-40FD9EDA8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80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5D25-B694-969A-502E-12B5E2BD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practice – Page 245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7726-811D-FB51-7194-0BA694134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Not confident?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055BB4-949B-D372-BB1E-A462E0AEFD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 1 – 12.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061B9D-FCC3-C062-5FD9-5C43492F8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Confident?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1E01F3-F484-4AFF-167C-8B181F3A08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Start at question 5 go to 12. </a:t>
            </a:r>
          </a:p>
        </p:txBody>
      </p:sp>
    </p:spTree>
    <p:extLst>
      <p:ext uri="{BB962C8B-B14F-4D97-AF65-F5344CB8AC3E}">
        <p14:creationId xmlns:p14="http://schemas.microsoft.com/office/powerpoint/2010/main" val="123515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7E57-94BD-4E21-B076-55D43F10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Why was that important?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CF7AB-41BC-47EC-849F-2AB502FC8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Well, when we need to find the percentage of something its handy to have these little tricks.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If I wanted 10% of $240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Well 10%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b="0" dirty="0">
                    <a:sym typeface="Wingdings" panose="05000000000000000000" pitchFamily="2" charset="2"/>
                  </a:rPr>
                  <a:t>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den>
                    </m:f>
                  </m:oMath>
                </a14:m>
                <a:endParaRPr lang="en-AU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AU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AU" b="0" dirty="0">
                    <a:sym typeface="Wingdings" panose="05000000000000000000" pitchFamily="2" charset="2"/>
                  </a:rPr>
                  <a:t>So the question is asking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b="0" dirty="0">
                    <a:sym typeface="Wingdings" panose="05000000000000000000" pitchFamily="2" charset="2"/>
                  </a:rPr>
                  <a:t>of $240</a:t>
                </a:r>
              </a:p>
              <a:p>
                <a:pPr marL="0" indent="0">
                  <a:buNone/>
                </a:pPr>
                <a:endParaRPr lang="en-AU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CF7AB-41BC-47EC-849F-2AB502FC8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E881373-A04C-4924-B848-0BFB643D5C83}"/>
              </a:ext>
            </a:extLst>
          </p:cNvPr>
          <p:cNvSpPr txBox="1"/>
          <p:nvPr/>
        </p:nvSpPr>
        <p:spPr>
          <a:xfrm>
            <a:off x="8735628" y="4001294"/>
            <a:ext cx="18199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many zero’s?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 that spot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 of $240 = $24 </a:t>
            </a:r>
          </a:p>
        </p:txBody>
      </p:sp>
    </p:spTree>
    <p:extLst>
      <p:ext uri="{BB962C8B-B14F-4D97-AF65-F5344CB8AC3E}">
        <p14:creationId xmlns:p14="http://schemas.microsoft.com/office/powerpoint/2010/main" val="243691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1CCB-D496-48E3-BA24-D5DE4130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FF26-9888-4348-BC7C-B4E2DB74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/>
              <a:t>1% of 890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10% of 240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10% of 356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5% of 240 </a:t>
            </a:r>
          </a:p>
          <a:p>
            <a:pPr marL="0" indent="0">
              <a:buNone/>
            </a:pPr>
            <a:r>
              <a:rPr lang="en-AU" dirty="0"/>
              <a:t>(find 10% then half it)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20% of 240 </a:t>
            </a:r>
          </a:p>
          <a:p>
            <a:pPr marL="0" indent="0">
              <a:buNone/>
            </a:pPr>
            <a:r>
              <a:rPr lang="en-AU" dirty="0"/>
              <a:t>(find 10% and double it) </a:t>
            </a:r>
          </a:p>
        </p:txBody>
      </p:sp>
    </p:spTree>
    <p:extLst>
      <p:ext uri="{BB962C8B-B14F-4D97-AF65-F5344CB8AC3E}">
        <p14:creationId xmlns:p14="http://schemas.microsoft.com/office/powerpoint/2010/main" val="163642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FEA8-8487-4631-8464-89924B4E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Problem solving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2E7D-688E-4BD3-A7F9-C34C501DD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/>
              <a:t>What if I wanted to find the percentage of an amount, but the percent was something tricky like…. 65% of 240?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a strategy I could use?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30 seconds, think pair and share.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A: build up from 50%+ 10% + 5% using the simple steps or take 35% from 240 </a:t>
            </a:r>
          </a:p>
        </p:txBody>
      </p:sp>
    </p:spTree>
    <p:extLst>
      <p:ext uri="{BB962C8B-B14F-4D97-AF65-F5344CB8AC3E}">
        <p14:creationId xmlns:p14="http://schemas.microsoft.com/office/powerpoint/2010/main" val="338095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CC03-BD38-4469-8D87-18516083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060DB-3CF6-41C4-A0A0-1C3EFD6E2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Find 10%, 5% and 1% of the following amounts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$80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120g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1500L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42D44-30D3-4CB4-BAF9-186516ADFB3D}"/>
              </a:ext>
            </a:extLst>
          </p:cNvPr>
          <p:cNvSpPr txBox="1"/>
          <p:nvPr/>
        </p:nvSpPr>
        <p:spPr>
          <a:xfrm>
            <a:off x="7048869" y="3428998"/>
            <a:ext cx="3098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85% of 160</a:t>
            </a:r>
          </a:p>
        </p:txBody>
      </p:sp>
    </p:spTree>
    <p:extLst>
      <p:ext uri="{BB962C8B-B14F-4D97-AF65-F5344CB8AC3E}">
        <p14:creationId xmlns:p14="http://schemas.microsoft.com/office/powerpoint/2010/main" val="416906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5D25-B694-969A-502E-12B5E2BD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practice – Page 190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7726-811D-FB51-7194-0BA694134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Not confident?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055BB4-949B-D372-BB1E-A462E0AEFD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 1 – 12.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061B9D-FCC3-C062-5FD9-5C43492F8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Confident?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1E01F3-F484-4AFF-167C-8B181F3A08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Start at question 5 go to 12. </a:t>
            </a:r>
          </a:p>
        </p:txBody>
      </p:sp>
    </p:spTree>
    <p:extLst>
      <p:ext uri="{BB962C8B-B14F-4D97-AF65-F5344CB8AC3E}">
        <p14:creationId xmlns:p14="http://schemas.microsoft.com/office/powerpoint/2010/main" val="116896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6CE5-A78A-4EDE-9EF6-6E780CBB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Success check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CE0A-557E-437D-A0B7-61B3662E2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AU" dirty="0"/>
              <a:t>Fist to five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Apply mental strategies to determine 1%, 5% and 10% of amounts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Determine the percent of an amount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826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417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How many zero’s you got? </vt:lpstr>
      <vt:lpstr>Whiteboards </vt:lpstr>
      <vt:lpstr>Individual practice – Page 245 </vt:lpstr>
      <vt:lpstr>Why was that important? </vt:lpstr>
      <vt:lpstr>Examples </vt:lpstr>
      <vt:lpstr>Problem solving </vt:lpstr>
      <vt:lpstr>Whiteboards </vt:lpstr>
      <vt:lpstr>Individual practice – Page 190 </vt:lpstr>
      <vt:lpstr>Success check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9</cp:revision>
  <dcterms:created xsi:type="dcterms:W3CDTF">2022-07-20T03:47:57Z</dcterms:created>
  <dcterms:modified xsi:type="dcterms:W3CDTF">2023-06-08T23:47:45Z</dcterms:modified>
</cp:coreProperties>
</file>