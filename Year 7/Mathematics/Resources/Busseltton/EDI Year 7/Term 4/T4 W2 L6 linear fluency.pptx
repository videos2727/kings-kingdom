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2" r:id="rId3"/>
    <p:sldId id="343" r:id="rId4"/>
    <p:sldId id="263" r:id="rId5"/>
    <p:sldId id="264" r:id="rId6"/>
    <p:sldId id="265" r:id="rId7"/>
    <p:sldId id="260" r:id="rId8"/>
    <p:sldId id="257" r:id="rId9"/>
    <p:sldId id="258" r:id="rId10"/>
    <p:sldId id="259" r:id="rId11"/>
    <p:sldId id="261" r:id="rId12"/>
    <p:sldId id="262" r:id="rId13"/>
    <p:sldId id="267" r:id="rId14"/>
    <p:sldId id="269" r:id="rId15"/>
    <p:sldId id="345" r:id="rId16"/>
    <p:sldId id="271" r:id="rId17"/>
    <p:sldId id="346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10.96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119 100,'-1'-2,"1"1,-1-1,0 0,0 1,0-1,0 1,0-1,0 1,0-1,-1 1,1 0,-1-1,1 1,-1 0,1 0,-1 0,-2-1,-32-15,33 16,0 1,0-1,-1 0,1 1,0 0,-1 0,1 0,0 0,0 0,-1 1,1 0,-5 1,7-2,0 0,1 1,-1-1,0 0,1 1,-1-1,1 1,-1-1,0 1,1-1,-1 1,1-1,-1 1,1-1,0 1,-1 0,1-1,-1 1,1 0,0-1,0 1,-1 1,1-1,0 1,0-1,1 1,-1-1,0 0,1 1,-1-1,1 0,0 0,-1 1,1-1,0 0,-1 0,1 0,0 0,0 0,1 2,2 0,-1 0,1-1,-1 1,1 0,0-1,0 0,0 0,0 0,1 0,-1-1,0 0,1 0,-1 0,1 0,-1 0,8-1,-9 0,-1 0,0 0,1-1,-1 1,0 0,1-1,-1 0,0 1,0-1,1 0,-1 0,0 0,0 0,0-1,0 1,-1-1,1 1,0-1,0 1,-1-1,1 0,-1 0,0 0,1 0,-1 0,0 0,0 0,0 0,-1-1,1 1,0 0,0-5,-1 4,-1 0,1 1,-1-1,1 0,-1 0,0 1,0-1,0 0,0 1,0-1,-1 1,1-1,-1 1,0 0,0-1,0 1,0 0,0 0,0 0,0 1,-1-1,-2-1,2 0,-1 1,1 0,-1 0,0 0,1 1,-1-1,0 1,0 0,0 0,0 0,0 0,0 1,0 0,0 0,-5 0,7 1,0 0,0 0,0 0,0 0,1 0,-1 1,1-1,-1 0,1 1,-1-1,1 1,0 0,0-1,-1 1,1 0,0 0,1 0,-1 0,0 0,1 0,-1 0,1 0,-1 0,1 2,-3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19.0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135 45,'-16'0,"12"-1,0 1,0-1,0 1,-1 0,1 0,0 1,0-1,0 1,0 0,0 0,0 1,0-1,0 1,-4 2,8-4,0 0,0 1,0-1,-1 0,1 0,0 1,0-1,0 0,0 1,0-1,0 0,0 0,0 1,0-1,0 0,1 1,-1-1,0 0,0 0,0 1,0-1,0 0,0 0,1 1,-1-1,0 0,0 0,0 1,1-1,-1 0,0 0,0 0,0 0,1 1,-1-1,0 0,1 0,-1 0,0 0,0 0,1 0,-1 0,0 0,1 0,-1 0,0 0,0 0,1 0,-1 0,1 0,16 4,-12-4,1 0,-1 0,0 0,0-1,0 0,0 0,0 0,7-3,-12 4,1-1,0 1,0-1,0 1,0-1,0 1,-1-1,1 1,0-1,0 0,-1 1,1-1,0 0,-1 0,1 1,-1-1,1 0,-1 0,1 0,-1-1,0 1,0 0,0 0,0-1,-1 1,1 0,0 0,-1 0,1 0,-1 0,1 0,-1 0,0 0,1 0,-1 0,0 0,0 0,0 1,1-1,-1 0,0 0,-2 0,-2-3,0 2,1-1,-1 0,0 1,0 0,0 0,-1 1,1-1,0 1,-1 0,1 1,-1-1,1 1,-11 1,14-1,0 0,0 1,0-1,0 1,0-1,0 1,0 0,1 0,-1 0,0 0,0 0,1 0,-1 0,0 0,1 1,-1-1,1 1,0-1,-1 1,1 0,0-1,0 1,0 0,0 0,1 0,-1 0,0 0,1 0,-1 0,1 0,0 0,-1 0,1 0,0 0,0 0,1 0,-1 0,0 0,1 0,-1 0,2 3,0 0,0 0,0-1,0 1,1 0,0-1,0 0,0 0,0 0,1 0,-1 0,1-1,0 1,0-1,1 0,-1 0,8 3,-9-5,-1 1,0-1,0 0,1 0,-1 0,1 0,-1-1,1 1,-1-1,1 1,-1-1,1 0,-1 0,1 0,0 0,-1 0,1-1,-1 1,1-1,-1 0,1 0,-1 0,0 0,1 0,-1 0,0-1,0 1,0-1,0 1,0-1,0 0,0 0,-1 0,3-3,-3 3,0 0,0 1,0-1,0 0,0 1,-1-1,1 0,-1 0,1 0,-1 0,0 0,0 1,0-1,0 0,0 0,0 0,0 0,-1 0,1 0,0 1,-1-1,0 0,0 0,1 1,-1-1,0 0,0 1,0-1,-1 1,1-1,0 1,0-1,-1 1,1 0,-1 0,1 0,-4-2,-11-4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26.91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112 54,'0'-1,"0"0,-1 0,1 0,0 0,-1 0,1 0,-1 0,1 1,-1-1,0 0,1 0,-1 0,0 0,0 1,0-1,1 0,-1 1,0-1,0 1,0-1,0 1,0-1,0 1,0 0,0-1,0 1,-1 0,-34-7,27 6,19 2,-1-1,0 0,0 0,1-1,-1 0,0-1,0 0,9-4,-17 6,-1 0,0 0,0 0,0-1,0 1,0 0,1 0,-1 0,0-1,0 1,0 0,0 0,0-1,0 1,0 0,0 0,0-1,0 1,0 0,0 0,0-1,0 1,0 0,0 0,0 0,0-1,0 1,0 0,0 0,-1-1,1 1,0 0,0 0,0 0,0-1,0 1,-1 0,1 0,0 0,0 0,0 0,-1-1,1 1,0 0,0 0,0 0,-1 0,1 0,0 0,0 0,-1 0,1 0,0 0,0 0,-1 0,1 0,0 0,0 0,-1 0,1 0,-17-4,10 3,0 0,0 1,0 0,0 0,0 0,0 1,-11 2,15-2,1 0,-1 0,1 0,0 0,-1 1,1-1,0 1,0-1,0 1,0 0,0 0,0 0,1 0,-1 0,0 0,1 0,0 0,0 1,-1-1,1 1,1-1,-1 1,-1 3,0 4,1 0,0 0,0 0,1 0,0 0,2 11,-2-18,1 0,0 1,0-1,0 0,0 0,0 0,0 0,1 0,-1-1,4 5,-4-6,0 0,0 0,0 0,0 0,1 0,-1 0,0-1,1 1,-1 0,0-1,1 1,-1-1,1 1,-1-1,1 0,-1 0,1 1,-1-1,1 0,-1 0,1-1,-1 1,2 0,1-2,-1 1,1-1,-1 1,0-1,0 0,1 0,-1-1,-1 1,1-1,0 1,-1-1,4-5,0 1,0-1,-1 0,8-16,-11 22,-1 0,0 0,0-1,0 1,-1-1,1 1,-1-1,1 1,-1-1,0 1,0-1,0 1,0-1,0 1,0-1,-1 1,1-1,-1 1,0-1,0 1,0 0,-1-3,-9-7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35.09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61 28,'-4'-1,"0"1,0 0,0 0,0 1,0-1,0 1,0 0,1 0,-1 0,0 0,-6 4,10-5,-1 1,1-1,0 0,0 0,0 1,0-1,0 0,0 1,0-1,0 0,0 1,0-1,0 0,0 1,0-1,1 0,-1 0,0 1,0-1,0 0,0 1,0-1,1 0,-1 0,0 0,0 1,0-1,1 0,-1 0,0 0,0 1,1-1,-1 0,0 0,1 0,-1 0,0 0,0 1,1-1,-1 0,0 0,1 0,-1 0,0 0,1 0,-1 0,1 0,16 3,37 0,-53-3,1 0,0 0,-1 0,1-1,0 1,0 0,-1 0,1-1,0 1,-1-1,1 0,-1 0,1 1,-1-1,1 0,-1 0,1 0,-1 0,0-1,0 1,1 0,-1 0,0-1,0 1,0-1,-1 1,2-3,-2 3,0 0,0 0,0 0,0 0,-1 0,1 0,0 0,-1 0,1 0,0 1,-1-1,1 0,-1 0,0 1,1-1,-1 0,0 0,1 1,-1-1,0 1,0-1,1 1,-1-1,0 1,0-1,0 1,0 0,0-1,0 1,0 0,1 0,-3 0,-33-6,35 5,-6 1,0 0,1 0,-1 0,0 0,-8 3,-4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50.732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54 107,'0'9,"0"0,0 0,1 0,1 0,0 0,4 12,-6-19,1 0,0 0,0 0,-1-1,2 1,-1 0,0-1,0 1,0-1,1 1,-1-1,1 0,-1 1,1-1,-1 0,1 0,0 0,0 0,-1-1,1 1,0 0,0-1,0 1,0-1,0 0,0 1,0-1,0 0,0 0,0 0,0-1,-1 1,1 0,0-1,0 1,2-2,-1 1,-1 0,0 0,1-1,-1 1,0-1,0 0,0 1,0-1,0 0,0 0,0 0,-1-1,1 1,-1 0,0 0,0-1,1 1,-1-1,-1 1,1-1,0 0,-1 1,1-1,-1 0,0 1,0-1,0 0,0 1,-1-5,1-2,-1 0,-1 0,1 0,-1 0,-1 0,0 0,-5-11,5 15,0 1,0 0,0 0,-1 0,1 1,-1-1,0 1,0-1,0 1,-1 1,1-1,-1 1,1-1,-1 1,0 1,-8-3,10 3,1 1,0-1,0 1,0 0,0 0,0-1,0 2,0-1,-1 0,1 0,0 1,0-1,0 1,0-1,0 1,0 0,0 0,0 0,0 0,1 0,-1 0,0 1,1-1,-1 1,1-1,-1 1,1-1,0 1,-1 0,1 0,0 0,0-1,0 1,1 0,-1 0,0 0,1 1,-1-1,1 0,0 0,-1 3,1-2,0-1,-1 1,1 0,0 0,1 0,-1-1,0 1,1 0,0 0,-1 0,1-1,0 1,0-1,1 1,-1-1,0 1,1-1,0 1,-1-1,3 2,2 1,1 0,0 0,0 0,0-1,10 4,-14-6,13 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10.96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119 100,'-1'-2,"1"1,-1-1,0 0,0 1,0-1,0 1,0-1,0 1,0-1,-1 1,1 0,-1-1,1 1,-1 0,1 0,-1 0,-2-1,-32-15,33 16,0 1,0-1,-1 0,1 1,0 0,-1 0,1 0,0 0,0 0,-1 1,1 0,-5 1,7-2,0 0,1 1,-1-1,0 0,1 1,-1-1,1 1,-1-1,0 1,1-1,-1 1,1-1,-1 1,1-1,0 1,-1 0,1-1,-1 1,1 0,0-1,0 1,-1 1,1-1,0 1,0-1,1 1,-1-1,0 0,1 1,-1-1,1 0,0 0,-1 1,1-1,0 0,-1 0,1 0,0 0,0 0,1 2,2 0,-1 0,1-1,-1 1,1 0,0-1,0 0,0 0,0 0,1 0,-1-1,0 0,1 0,-1 0,1 0,-1 0,8-1,-9 0,-1 0,0 0,1-1,-1 1,0 0,1-1,-1 0,0 1,0-1,1 0,-1 0,0 0,0 0,0-1,0 1,-1-1,1 1,0-1,0 1,-1-1,1 0,-1 0,0 0,1 0,-1 0,0 0,0 0,0 0,-1-1,1 1,0 0,0-5,-1 4,-1 0,1 1,-1-1,1 0,-1 0,0 1,0-1,0 0,0 1,0-1,-1 1,1-1,-1 1,0 0,0-1,0 1,0 0,0 0,0 0,0 1,-1-1,-2-1,2 0,-1 1,1 0,-1 0,0 0,1 1,-1-1,0 1,0 0,0 0,0 0,0 0,0 1,0 0,0 0,-5 0,7 1,0 0,0 0,0 0,0 0,1 0,-1 1,1-1,-1 0,1 1,-1-1,1 1,0 0,0-1,-1 1,1 0,0 0,1 0,-1 0,0 0,1 0,-1 0,1 0,-1 0,1 2,-3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19.0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135 45,'-16'0,"12"-1,0 1,0-1,0 1,-1 0,1 0,0 1,0-1,0 1,0 0,0 0,0 1,0-1,0 1,-4 2,8-4,0 0,0 1,0-1,-1 0,1 0,0 1,0-1,0 0,0 1,0-1,0 0,0 0,0 1,0-1,0 0,1 1,-1-1,0 0,0 0,0 1,0-1,0 0,0 0,1 1,-1-1,0 0,0 0,0 1,1-1,-1 0,0 0,0 0,0 0,1 1,-1-1,0 0,1 0,-1 0,0 0,0 0,1 0,-1 0,0 0,1 0,-1 0,0 0,0 0,1 0,-1 0,1 0,16 4,-12-4,1 0,-1 0,0 0,0-1,0 0,0 0,0 0,7-3,-12 4,1-1,0 1,0-1,0 1,0-1,0 1,-1-1,1 1,0-1,0 0,-1 1,1-1,0 0,-1 0,1 1,-1-1,1 0,-1 0,1 0,-1-1,0 1,0 0,0 0,0-1,-1 1,1 0,0 0,-1 0,1 0,-1 0,1 0,-1 0,0 0,1 0,-1 0,0 0,0 0,0 1,1-1,-1 0,0 0,-2 0,-2-3,0 2,1-1,-1 0,0 1,0 0,0 0,-1 1,1-1,0 1,-1 0,1 1,-1-1,1 1,-11 1,14-1,0 0,0 1,0-1,0 1,0-1,0 1,0 0,1 0,-1 0,0 0,0 0,1 0,-1 0,0 0,1 1,-1-1,1 1,0-1,-1 1,1 0,0-1,0 1,0 0,0 0,1 0,-1 0,0 0,1 0,-1 0,1 0,0 0,-1 0,1 0,0 0,0 0,1 0,-1 0,0 0,1 0,-1 0,2 3,0 0,0 0,0-1,0 1,1 0,0-1,0 0,0 0,0 0,1 0,-1 0,1-1,0 1,0-1,1 0,-1 0,8 3,-9-5,-1 1,0-1,0 0,1 0,-1 0,1 0,-1-1,1 1,-1-1,1 1,-1-1,1 0,-1 0,1 0,0 0,-1 0,1-1,-1 1,1-1,-1 0,1 0,-1 0,0 0,1 0,-1 0,0-1,0 1,0-1,0 1,0-1,0 0,0 0,-1 0,3-3,-3 3,0 0,0 1,0-1,0 0,0 1,-1-1,1 0,-1 0,1 0,-1 0,0 0,0 1,0-1,0 0,0 0,0 0,0 0,-1 0,1 0,0 1,-1-1,0 0,0 0,1 1,-1-1,0 0,0 1,0-1,-1 1,1-1,0 1,0-1,-1 1,1 0,-1 0,1 0,-4-2,-11-4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26.91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112 54,'0'-1,"0"0,-1 0,1 0,0 0,-1 0,1 0,-1 0,1 1,-1-1,0 0,1 0,-1 0,0 0,0 1,0-1,1 0,-1 1,0-1,0 1,0-1,0 1,0-1,0 1,0 0,0-1,0 1,-1 0,-34-7,27 6,19 2,-1-1,0 0,0 0,1-1,-1 0,0-1,0 0,9-4,-17 6,-1 0,0 0,0 0,0-1,0 1,0 0,1 0,-1 0,0-1,0 1,0 0,0 0,0-1,0 1,0 0,0 0,0-1,0 1,0 0,0 0,0-1,0 1,0 0,0 0,0 0,0-1,0 1,0 0,0 0,-1-1,1 1,0 0,0 0,0 0,0-1,0 1,-1 0,1 0,0 0,0 0,0 0,-1-1,1 1,0 0,0 0,0 0,-1 0,1 0,0 0,0 0,-1 0,1 0,0 0,0 0,-1 0,1 0,0 0,0 0,-1 0,1 0,-17-4,10 3,0 0,0 1,0 0,0 0,0 0,0 1,-11 2,15-2,1 0,-1 0,1 0,0 0,-1 1,1-1,0 1,0-1,0 1,0 0,0 0,0 0,1 0,-1 0,0 0,1 0,0 0,0 1,-1-1,1 1,1-1,-1 1,-1 3,0 4,1 0,0 0,0 0,1 0,0 0,2 11,-2-18,1 0,0 1,0-1,0 0,0 0,0 0,0 0,1 0,-1-1,4 5,-4-6,0 0,0 0,0 0,0 0,1 0,-1 0,0-1,1 1,-1 0,0-1,1 1,-1-1,1 1,-1-1,1 0,-1 0,1 1,-1-1,1 0,-1 0,1-1,-1 1,2 0,1-2,-1 1,1-1,-1 1,0-1,0 0,1 0,-1-1,-1 1,1-1,0 1,-1-1,4-5,0 1,0-1,-1 0,8-16,-11 22,-1 0,0 0,0-1,0 1,-1-1,1 1,-1-1,1 1,-1-1,0 1,0-1,0 1,0-1,0 1,0-1,-1 1,1-1,-1 1,0-1,0 1,0 0,-1-3,-9-7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35.09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61 28,'-4'-1,"0"1,0 0,0 0,0 1,0-1,0 1,0 0,1 0,-1 0,0 0,-6 4,10-5,-1 1,1-1,0 0,0 0,0 1,0-1,0 0,0 1,0-1,0 0,0 1,0-1,0 0,0 1,0-1,1 0,-1 0,0 1,0-1,0 0,0 1,0-1,1 0,-1 0,0 0,0 1,0-1,1 0,-1 0,0 0,0 1,1-1,-1 0,0 0,1 0,-1 0,0 0,0 1,1-1,-1 0,0 0,1 0,-1 0,0 0,1 0,-1 0,1 0,16 3,37 0,-53-3,1 0,0 0,-1 0,1-1,0 1,0 0,-1 0,1-1,0 1,-1-1,1 0,-1 0,1 1,-1-1,1 0,-1 0,1 0,-1 0,0-1,0 1,1 0,-1 0,0-1,0 1,0-1,-1 1,2-3,-2 3,0 0,0 0,0 0,0 0,-1 0,1 0,0 0,-1 0,1 0,0 1,-1-1,1 0,-1 0,0 1,1-1,-1 0,0 0,1 1,-1-1,0 1,0-1,1 1,-1-1,0 1,0-1,0 1,0 0,0-1,0 1,0 0,1 0,-3 0,-33-6,35 5,-6 1,0 0,1 0,-1 0,0 0,-8 3,-4 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4T00:19:50.732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54 107,'0'9,"0"0,0 0,1 0,1 0,0 0,4 12,-6-19,1 0,0 0,0 0,-1-1,2 1,-1 0,0-1,0 1,0-1,1 1,-1-1,1 0,-1 1,1-1,-1 0,1 0,0 0,0 0,-1-1,1 1,0 0,0-1,0 1,0-1,0 0,0 1,0-1,0 0,0 0,0 0,0-1,-1 1,1 0,0-1,0 1,2-2,-1 1,-1 0,0 0,1-1,-1 1,0-1,0 0,0 1,0-1,0 0,0 0,0 0,-1-1,1 1,-1 0,0 0,0-1,1 1,-1-1,-1 1,1-1,0 0,-1 1,1-1,-1 0,0 1,0-1,0 0,0 1,-1-5,1-2,-1 0,-1 0,1 0,-1 0,-1 0,0 0,-5-11,5 15,0 1,0 0,0 0,-1 0,1 1,-1-1,0 1,0-1,0 1,-1 1,1-1,-1 1,1-1,-1 1,0 1,-8-3,10 3,1 1,0-1,0 1,0 0,0 0,0-1,0 2,0-1,-1 0,1 0,0 1,0-1,0 1,0-1,0 1,0 0,0 0,0 0,0 0,1 0,-1 0,0 1,1-1,-1 1,1-1,-1 1,1-1,0 1,-1 0,1 0,0 0,0-1,0 1,1 0,-1 0,0 0,1 1,-1-1,1 0,0 0,-1 3,1-2,0-1,-1 1,1 0,0 0,1 0,-1-1,0 1,1 0,0 0,-1 0,1-1,0 1,0-1,1 1,-1-1,0 1,1-1,0 1,-1-1,3 2,2 1,1 0,0 0,0 0,0-1,10 4,-14-6,13 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6E75-B9AC-BE3E-E1C4-FF159A7A9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50B03-DACD-02FA-5978-7C42A756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93DFB-43A4-2DFB-4EB7-A319A8EE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31955-37B4-1892-93AE-A31F1DA8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C1F72-0583-2532-290A-4BC500D4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812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E94C-E7C3-21C8-AED9-FF086B6A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1581-1400-DFF0-7033-0B33FD34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98DF5-B1B3-6121-C925-9E07AA71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4EED-6F27-F09A-6B16-4310CDE1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FA677-D65A-07EB-D9E9-1DC0B666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23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4635-212F-2EA2-F903-D92B7B1C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19F5A-9665-9891-6C33-DA2650B07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0B491-159A-33E0-2461-338A933B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C1A8D-0F11-1496-25AF-6730784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81D4-60B2-D643-CB41-A68C2B89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86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D26B-8443-A973-EA09-09482806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B850-14E7-F1CD-8F2D-9C9C27FAC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81430-4930-7C7A-308D-2487ACB21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F9C9C-1768-AD81-CC0E-A83A460C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4B69F-E641-6821-0EC4-E2446734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DA1D-0AB1-2102-2487-A2CF6DA4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76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B63E-13FD-39AB-6F66-CAF3CB9C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E8432-5D5D-C68E-6F8A-38754DE36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F620F-89B9-A4F4-35BB-6A456BB6D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AA69A-8779-6407-259E-06152F766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40A87-7EAB-F504-7819-55A5DC857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4E7BE-D82E-8B47-01DD-C50DC122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F2AA3-9FB1-BC96-236A-7018BE77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F7458-5547-A9ED-B6CA-6B941F69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93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6263-A34B-2DDD-79C4-57E08D48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9437E-3F82-79CF-EB7E-52B7D7F6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E7859-7975-B48B-2BEA-DDBB4561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FEE69-D8FE-D3D8-D057-4DF3E9BB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17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55813-F4DB-331B-EEA6-EA80FC83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BB325-2961-ECDF-384B-5705CEC5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C3F23-CD4F-1E86-0DA0-A4368574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39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31FB-1DB7-9A7C-BD63-40B2B9F5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2D319-6C2B-16F0-EE63-746671E6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A31A6-8E64-D22F-5D13-DF92AB985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B56F7-A5C1-DF0A-FEEA-C3E94D19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56975-125E-8EDE-36E9-0BFBDDB5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0419B-E88B-98C9-4BDB-09392056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940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77E3-86DA-2D4D-6105-4EB59989B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17D5B-E020-B66A-D2B9-EB067476F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25A24-EBF7-8376-91B8-7EDE25471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ACEF0-1CB6-305A-C752-37B75D38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FFF0A-3F9B-EC35-5D99-57CEB3A6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4AF9F-2B8A-1F32-4D92-37C3E792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25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480A-6252-166F-C986-583D97F9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D21BA-2597-7DC7-37F1-0369588F6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9B715-740B-C181-9D7D-A8F8D4B9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EB814-AB95-2EEF-BD08-9CAA88BF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670A-159E-91AC-E9D5-395CCB7E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164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6E9A3-2BBC-F3C7-9F46-C1C52E4DD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0AFD1-9BA1-8AFD-06E7-4967E5DD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748EB-B0C6-A05E-118B-38D8A33F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2156-CF76-E3E1-D1A9-78E6F873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B2CA-8FB1-2D59-6EC6-181D2DF7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47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072A0-6626-FD3A-D830-6974A7F4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0620F-16CC-5D43-476B-3AF6656AC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A205A-16D5-44BD-85E5-DF2259DC8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EADF6-B2EE-47BE-979F-F66C0B370BF8}" type="datetimeFigureOut">
              <a:rPr lang="en-AU" smtClean="0"/>
              <a:t>24/10/2023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728B5-3CF8-1CA4-57CD-CEEBC1211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D1D56-62FC-4207-3B77-C428A536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D47C2-B461-434C-A059-4C1E6451C0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14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0.png"/><Relationship Id="rId4" Type="http://schemas.openxmlformats.org/officeDocument/2006/relationships/image" Target="../media/image70.png"/><Relationship Id="rId9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customXml" Target="../ink/ink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02C85-7A15-E764-A897-42ED93C1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1E7D9-FA1B-E207-5F63-29ABA40B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</a:t>
            </a:r>
            <a:r>
              <a:rPr lang="en-US" sz="3200" b="1" dirty="0">
                <a:solidFill>
                  <a:schemeClr val="bg1"/>
                </a:solidFill>
              </a:rPr>
              <a:t>Linear fluency 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Draw the next spatial pattern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Create a rule and plot from a table of values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Review parallel lines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Spatial patterns </a:t>
            </a:r>
            <a:endParaRPr lang="en-AU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8767C-A57C-36ED-D59C-15A51CB74DED}"/>
              </a:ext>
            </a:extLst>
          </p:cNvPr>
          <p:cNvSpPr txBox="1"/>
          <p:nvPr/>
        </p:nvSpPr>
        <p:spPr>
          <a:xfrm>
            <a:off x="4767309" y="2171246"/>
            <a:ext cx="2476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AF2DC-FBDA-7E91-6E5D-30330487D10C}"/>
              </a:ext>
            </a:extLst>
          </p:cNvPr>
          <p:cNvSpPr txBox="1"/>
          <p:nvPr/>
        </p:nvSpPr>
        <p:spPr>
          <a:xfrm>
            <a:off x="8612820" y="548112"/>
            <a:ext cx="3579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– attempt all tasks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1030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51FE-DA77-4D7C-8464-5A8F8307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3 relationships in parallel lines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7D8EB0-AB9C-41C0-9399-3D86E2C47C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95"/>
          <a:stretch/>
        </p:blipFill>
        <p:spPr bwMode="auto">
          <a:xfrm>
            <a:off x="838200" y="1905728"/>
            <a:ext cx="10515600" cy="386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40997D-6F96-4D0B-9062-E149E1352522}"/>
              </a:ext>
            </a:extLst>
          </p:cNvPr>
          <p:cNvSpPr/>
          <p:nvPr/>
        </p:nvSpPr>
        <p:spPr>
          <a:xfrm>
            <a:off x="2409824" y="3534292"/>
            <a:ext cx="170497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BB3D8-9E6E-4A1F-9736-65271E848A63}"/>
              </a:ext>
            </a:extLst>
          </p:cNvPr>
          <p:cNvSpPr/>
          <p:nvPr/>
        </p:nvSpPr>
        <p:spPr>
          <a:xfrm>
            <a:off x="5767063" y="3534292"/>
            <a:ext cx="170497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AF1BB-8E8D-4550-AAE6-8FEBE62D3424}"/>
              </a:ext>
            </a:extLst>
          </p:cNvPr>
          <p:cNvSpPr/>
          <p:nvPr/>
        </p:nvSpPr>
        <p:spPr>
          <a:xfrm>
            <a:off x="8696694" y="3477327"/>
            <a:ext cx="170497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5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0362-E9D4-4E15-91D7-4375B6C9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angle?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90DD07-0962-44E5-95AD-A2D296FD5107}"/>
              </a:ext>
            </a:extLst>
          </p:cNvPr>
          <p:cNvCxnSpPr/>
          <p:nvPr/>
        </p:nvCxnSpPr>
        <p:spPr>
          <a:xfrm>
            <a:off x="838200" y="3630967"/>
            <a:ext cx="346229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7EFBDD-B2FD-475E-8E79-B657E2E2F697}"/>
              </a:ext>
            </a:extLst>
          </p:cNvPr>
          <p:cNvCxnSpPr/>
          <p:nvPr/>
        </p:nvCxnSpPr>
        <p:spPr>
          <a:xfrm flipV="1">
            <a:off x="2249750" y="2052961"/>
            <a:ext cx="1269507" cy="157800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9C6126-F651-46AE-93F9-66A62885E3D3}"/>
              </a:ext>
            </a:extLst>
          </p:cNvPr>
          <p:cNvCxnSpPr>
            <a:cxnSpLocks/>
          </p:cNvCxnSpPr>
          <p:nvPr/>
        </p:nvCxnSpPr>
        <p:spPr>
          <a:xfrm>
            <a:off x="7954393" y="1890944"/>
            <a:ext cx="3124940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D9255E-808E-42AF-BB9D-AEA39C381A2D}"/>
              </a:ext>
            </a:extLst>
          </p:cNvPr>
          <p:cNvCxnSpPr>
            <a:cxnSpLocks/>
          </p:cNvCxnSpPr>
          <p:nvPr/>
        </p:nvCxnSpPr>
        <p:spPr>
          <a:xfrm flipV="1">
            <a:off x="7617041" y="1953088"/>
            <a:ext cx="2823099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3C75E8-6DDE-4D40-881F-023E1516CDE2}"/>
              </a:ext>
            </a:extLst>
          </p:cNvPr>
          <p:cNvCxnSpPr/>
          <p:nvPr/>
        </p:nvCxnSpPr>
        <p:spPr>
          <a:xfrm>
            <a:off x="1615736" y="5930283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36DAD9-3F29-431D-A5CD-091D036FC543}"/>
              </a:ext>
            </a:extLst>
          </p:cNvPr>
          <p:cNvCxnSpPr/>
          <p:nvPr/>
        </p:nvCxnSpPr>
        <p:spPr>
          <a:xfrm>
            <a:off x="1537317" y="5035118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1793E9-E501-4A92-BD76-EEE4DEE2C07A}"/>
              </a:ext>
            </a:extLst>
          </p:cNvPr>
          <p:cNvCxnSpPr>
            <a:cxnSpLocks/>
          </p:cNvCxnSpPr>
          <p:nvPr/>
        </p:nvCxnSpPr>
        <p:spPr>
          <a:xfrm flipV="1">
            <a:off x="2512381" y="4492101"/>
            <a:ext cx="1788111" cy="200077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/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/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/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65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6E927C6-5848-451C-B77F-892B1B43A034}"/>
              </a:ext>
            </a:extLst>
          </p:cNvPr>
          <p:cNvSpPr txBox="1"/>
          <p:nvPr/>
        </p:nvSpPr>
        <p:spPr>
          <a:xfrm>
            <a:off x="1939771" y="3193575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4CCF4-9C52-4EFB-9816-31D5D6E9C2B5}"/>
              </a:ext>
            </a:extLst>
          </p:cNvPr>
          <p:cNvSpPr txBox="1"/>
          <p:nvPr/>
        </p:nvSpPr>
        <p:spPr>
          <a:xfrm>
            <a:off x="9621174" y="2400502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F66E2C-19E4-4C42-865F-C7425173944D}"/>
              </a:ext>
            </a:extLst>
          </p:cNvPr>
          <p:cNvSpPr txBox="1"/>
          <p:nvPr/>
        </p:nvSpPr>
        <p:spPr>
          <a:xfrm>
            <a:off x="3384983" y="5571246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9A502A-6769-451A-A904-231872C2C8B4}"/>
              </a:ext>
            </a:extLst>
          </p:cNvPr>
          <p:cNvSpPr txBox="1"/>
          <p:nvPr/>
        </p:nvSpPr>
        <p:spPr>
          <a:xfrm>
            <a:off x="3732321" y="5035117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D34788-5E14-FAD0-EEC8-BFF3267CCE67}"/>
              </a:ext>
            </a:extLst>
          </p:cNvPr>
          <p:cNvCxnSpPr/>
          <p:nvPr/>
        </p:nvCxnSpPr>
        <p:spPr>
          <a:xfrm>
            <a:off x="7883371" y="4572000"/>
            <a:ext cx="2692893" cy="3551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A9933F-C350-AE9A-9588-039AA11C13C8}"/>
              </a:ext>
            </a:extLst>
          </p:cNvPr>
          <p:cNvCxnSpPr/>
          <p:nvPr/>
        </p:nvCxnSpPr>
        <p:spPr>
          <a:xfrm>
            <a:off x="7891510" y="4580878"/>
            <a:ext cx="409111" cy="14470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93289F-73AA-16C6-605D-E79B2A49B890}"/>
              </a:ext>
            </a:extLst>
          </p:cNvPr>
          <p:cNvCxnSpPr/>
          <p:nvPr/>
        </p:nvCxnSpPr>
        <p:spPr>
          <a:xfrm>
            <a:off x="8327254" y="6027937"/>
            <a:ext cx="1686758" cy="46493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94D904-05F0-C980-34FC-6E1276F1B451}"/>
              </a:ext>
            </a:extLst>
          </p:cNvPr>
          <p:cNvCxnSpPr/>
          <p:nvPr/>
        </p:nvCxnSpPr>
        <p:spPr>
          <a:xfrm flipV="1">
            <a:off x="10014012" y="4927107"/>
            <a:ext cx="562252" cy="156576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/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/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50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blipFill>
                <a:blip r:embed="rId6"/>
                <a:stretch>
                  <a:fillRect l="-47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/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/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BF037DEC-872F-EAB9-6031-E81B6FB3FED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highlight>
                  <a:srgbClr val="FFFF00"/>
                </a:highlight>
              </a:rPr>
              <a:t>Whiteboards</a:t>
            </a:r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726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326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∠4 is 135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3262432"/>
              </a:xfrm>
              <a:prstGeom prst="rect">
                <a:avLst/>
              </a:prstGeom>
              <a:blipFill>
                <a:blip r:embed="rId2"/>
                <a:stretch>
                  <a:fillRect l="-3597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F153662-DFA4-410A-A919-B27B166A8D3F}"/>
              </a:ext>
            </a:extLst>
          </p:cNvPr>
          <p:cNvSpPr txBox="1"/>
          <p:nvPr/>
        </p:nvSpPr>
        <p:spPr>
          <a:xfrm>
            <a:off x="6751468" y="582339"/>
            <a:ext cx="1606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I do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809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326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∠2 is 50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3262432"/>
              </a:xfrm>
              <a:prstGeom prst="rect">
                <a:avLst/>
              </a:prstGeom>
              <a:blipFill>
                <a:blip r:embed="rId2"/>
                <a:stretch>
                  <a:fillRect l="-3597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90393DC-0167-4855-AC93-6F2E44BA1063}"/>
              </a:ext>
            </a:extLst>
          </p:cNvPr>
          <p:cNvSpPr txBox="1"/>
          <p:nvPr/>
        </p:nvSpPr>
        <p:spPr>
          <a:xfrm>
            <a:off x="8371643" y="365125"/>
            <a:ext cx="160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2 minutes 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931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750-ABB0-4419-B18F-437F381B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767DA-CFFF-41E2-AD02-E27A11199DC5}"/>
              </a:ext>
            </a:extLst>
          </p:cNvPr>
          <p:cNvCxnSpPr/>
          <p:nvPr/>
        </p:nvCxnSpPr>
        <p:spPr>
          <a:xfrm>
            <a:off x="399494" y="3375286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E4EE96-95B7-468E-9EB9-7F81E779FADB}"/>
              </a:ext>
            </a:extLst>
          </p:cNvPr>
          <p:cNvCxnSpPr/>
          <p:nvPr/>
        </p:nvCxnSpPr>
        <p:spPr>
          <a:xfrm>
            <a:off x="399494" y="5072400"/>
            <a:ext cx="72885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6E60E8-8223-421E-A6A4-3B9AC8E7D2A3}"/>
              </a:ext>
            </a:extLst>
          </p:cNvPr>
          <p:cNvCxnSpPr/>
          <p:nvPr/>
        </p:nvCxnSpPr>
        <p:spPr>
          <a:xfrm flipV="1">
            <a:off x="2237172" y="2038689"/>
            <a:ext cx="3160450" cy="38489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28A05-BEFC-4197-AE46-1477BF28CE91}"/>
              </a:ext>
            </a:extLst>
          </p:cNvPr>
          <p:cNvSpPr txBox="1"/>
          <p:nvPr/>
        </p:nvSpPr>
        <p:spPr>
          <a:xfrm>
            <a:off x="3953522" y="2844132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3E13C-69A4-4C36-8977-C0F81FA543A8}"/>
              </a:ext>
            </a:extLst>
          </p:cNvPr>
          <p:cNvSpPr txBox="1"/>
          <p:nvPr/>
        </p:nvSpPr>
        <p:spPr>
          <a:xfrm>
            <a:off x="4779146" y="2881581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8D90E-C946-4D74-96AE-DBA501F10AC7}"/>
              </a:ext>
            </a:extLst>
          </p:cNvPr>
          <p:cNvSpPr txBox="1"/>
          <p:nvPr/>
        </p:nvSpPr>
        <p:spPr>
          <a:xfrm>
            <a:off x="3540710" y="340570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16DF6-5226-4743-8D74-D4856B34D277}"/>
              </a:ext>
            </a:extLst>
          </p:cNvPr>
          <p:cNvSpPr txBox="1"/>
          <p:nvPr/>
        </p:nvSpPr>
        <p:spPr>
          <a:xfrm>
            <a:off x="3382391" y="4610735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C2B5-8AA0-4F0E-83E3-858EF3082A76}"/>
              </a:ext>
            </a:extLst>
          </p:cNvPr>
          <p:cNvSpPr txBox="1"/>
          <p:nvPr/>
        </p:nvSpPr>
        <p:spPr>
          <a:xfrm>
            <a:off x="2558248" y="4489283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5FF74-F073-48EA-B527-C59C2F7D53A8}"/>
              </a:ext>
            </a:extLst>
          </p:cNvPr>
          <p:cNvSpPr txBox="1"/>
          <p:nvPr/>
        </p:nvSpPr>
        <p:spPr>
          <a:xfrm>
            <a:off x="4273117" y="347857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D397-F128-405A-9DAE-CDE916F13CEC}"/>
              </a:ext>
            </a:extLst>
          </p:cNvPr>
          <p:cNvSpPr txBox="1"/>
          <p:nvPr/>
        </p:nvSpPr>
        <p:spPr>
          <a:xfrm>
            <a:off x="2237172" y="5142747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AA8CB-46D9-41E8-8A87-3CFBB39F3863}"/>
              </a:ext>
            </a:extLst>
          </p:cNvPr>
          <p:cNvSpPr txBox="1"/>
          <p:nvPr/>
        </p:nvSpPr>
        <p:spPr>
          <a:xfrm>
            <a:off x="2910396" y="5249200"/>
            <a:ext cx="82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/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List a pair of vertically opposite angles (using numbers) </a:t>
                </a:r>
              </a:p>
              <a:p>
                <a:endParaRPr lang="en-US" sz="2400" b="1" dirty="0"/>
              </a:p>
              <a:p>
                <a:endParaRPr lang="en-US" dirty="0"/>
              </a:p>
              <a:p>
                <a:pPr algn="ctr"/>
                <a:r>
                  <a:rPr lang="en-US" sz="3200" b="1" dirty="0"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∠6 is 67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3200" b="1" dirty="0">
                    <a:latin typeface="Segoe UI Symbol" panose="020B0502040204020203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Segoe UI Symbol" panose="020B0502040204020203" pitchFamily="34" charset="0"/>
                  <a:ea typeface="Cambria Math" panose="02040503050406030204" pitchFamily="18" charset="0"/>
                </a:endParaRPr>
              </a:p>
              <a:p>
                <a:r>
                  <a:rPr lang="en-US" sz="3200" b="1" dirty="0"/>
                  <a:t>Draw and complete the whole diagram filling in all angles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999B-4BBF-47A8-AD51-52902D56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1322773"/>
                <a:ext cx="4237609" cy="4001095"/>
              </a:xfrm>
              <a:prstGeom prst="rect">
                <a:avLst/>
              </a:prstGeom>
              <a:blipFill>
                <a:blip r:embed="rId2"/>
                <a:stretch>
                  <a:fillRect l="-3597" t="-1220" r="-3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7809C07-1ADA-48B9-A69E-0E3C8338F2B6}"/>
              </a:ext>
            </a:extLst>
          </p:cNvPr>
          <p:cNvSpPr txBox="1"/>
          <p:nvPr/>
        </p:nvSpPr>
        <p:spPr>
          <a:xfrm>
            <a:off x="8371643" y="365125"/>
            <a:ext cx="160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2 minutes 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034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D07D-7300-4B29-9FE6-818B9476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ACA8-917C-4283-9C0F-FFA487BE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Draw the next pattern in the sequence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549FC-8979-4E4E-8D51-2CA56DCF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3124200"/>
            <a:ext cx="9211678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1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D07D-7300-4B29-9FE6-818B9476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ACA8-917C-4283-9C0F-FFA487BE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Draw the next pattern in the sequence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EBC17-845F-4419-83A3-127BB6D4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75" y="3206224"/>
            <a:ext cx="11394952" cy="125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D07D-7300-4B29-9FE6-818B9476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ACA8-917C-4283-9C0F-FFA487BE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Draw the next pattern in the sequence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9DFCC-A4EF-4E43-B369-E9F53CE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6100"/>
            <a:ext cx="10807388" cy="259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9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D07D-7300-4B29-9FE6-818B9476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ACA8-917C-4283-9C0F-FFA487BE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Draw the next pattern in the sequence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7A289-91D4-4A4E-996D-0026089E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48" y="3199753"/>
            <a:ext cx="9073963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4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87109-DFFC-4F77-96F4-566000C5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Finish this table of values </a:t>
            </a: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29C55F6-3EFD-4348-AAA1-90B8F7BAEA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866492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639113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58159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210103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7776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2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252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B11A679-854D-4DA8-BCFB-3CBB4703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98" y="3945477"/>
            <a:ext cx="9073963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9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7467-273C-47A5-B1D6-DD937262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Start to finish - demo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77C73-5F91-4BA3-BF08-70942CBBE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we should be able to do:</a:t>
            </a:r>
          </a:p>
          <a:p>
            <a:pPr marL="514350" indent="-514350">
              <a:buAutoNum type="arabicPeriod"/>
            </a:pPr>
            <a:r>
              <a:rPr lang="en-US" dirty="0"/>
              <a:t>Draw the next shape</a:t>
            </a:r>
          </a:p>
          <a:p>
            <a:pPr marL="514350" indent="-514350">
              <a:buAutoNum type="arabicPeriod"/>
            </a:pPr>
            <a:r>
              <a:rPr lang="en-US" dirty="0"/>
              <a:t>Make a table of values</a:t>
            </a:r>
          </a:p>
          <a:p>
            <a:pPr marL="514350" indent="-514350">
              <a:buAutoNum type="arabicPeriod"/>
            </a:pPr>
            <a:r>
              <a:rPr lang="en-US" dirty="0"/>
              <a:t>Create a rule </a:t>
            </a:r>
          </a:p>
          <a:p>
            <a:pPr marL="514350" indent="-514350">
              <a:buAutoNum type="arabicPeriod"/>
            </a:pPr>
            <a:r>
              <a:rPr lang="en-US" dirty="0"/>
              <a:t>Determine 20</a:t>
            </a:r>
            <a:r>
              <a:rPr lang="en-US" baseline="30000" dirty="0"/>
              <a:t>th</a:t>
            </a:r>
            <a:r>
              <a:rPr lang="en-US" dirty="0"/>
              <a:t> pattern </a:t>
            </a:r>
          </a:p>
          <a:p>
            <a:pPr marL="514350" indent="-514350">
              <a:buAutoNum type="arabicPeriod"/>
            </a:pPr>
            <a:r>
              <a:rPr lang="en-US" dirty="0"/>
              <a:t>Plot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000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24D8-01B9-4EB0-A844-F3413675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21"/>
            <a:ext cx="6057122" cy="5959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Demonstration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5410D-46E8-4844-946C-209449EF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79" y="221592"/>
            <a:ext cx="6934200" cy="166535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018F82F-F947-49EF-85C3-74329CC7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2703"/>
              </p:ext>
            </p:extLst>
          </p:nvPr>
        </p:nvGraphicFramePr>
        <p:xfrm>
          <a:off x="3992977" y="2023351"/>
          <a:ext cx="812800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2244917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5550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14958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907239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222205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0924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35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35172"/>
                  </a:ext>
                </a:extLst>
              </a:tr>
            </a:tbl>
          </a:graphicData>
        </a:graphic>
      </p:graphicFrame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2F0F007-C0E0-C1C1-AC6E-5CA6FDDA1F9F}"/>
              </a:ext>
            </a:extLst>
          </p:cNvPr>
          <p:cNvSpPr txBox="1">
            <a:spLocks/>
          </p:cNvSpPr>
          <p:nvPr/>
        </p:nvSpPr>
        <p:spPr>
          <a:xfrm>
            <a:off x="172198" y="842337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table of values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rule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20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pattern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DEA94-29F0-051F-CAED-7053AF0C5D97}"/>
              </a:ext>
            </a:extLst>
          </p:cNvPr>
          <p:cNvSpPr txBox="1"/>
          <p:nvPr/>
        </p:nvSpPr>
        <p:spPr>
          <a:xfrm>
            <a:off x="242595" y="3527551"/>
            <a:ext cx="11364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		Rule: </a:t>
            </a:r>
          </a:p>
          <a:p>
            <a:endParaRPr lang="en-AU" sz="2800" b="1" dirty="0"/>
          </a:p>
          <a:p>
            <a:r>
              <a:rPr lang="en-AU" sz="2800" b="1" dirty="0"/>
              <a:t>When the number of shapes = 20, the number of matches will = _________</a:t>
            </a:r>
          </a:p>
        </p:txBody>
      </p:sp>
    </p:spTree>
    <p:extLst>
      <p:ext uri="{BB962C8B-B14F-4D97-AF65-F5344CB8AC3E}">
        <p14:creationId xmlns:p14="http://schemas.microsoft.com/office/powerpoint/2010/main" val="63616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DC779-18B6-4641-850E-B5D2C393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46" y="219120"/>
            <a:ext cx="3981854" cy="2216513"/>
          </a:xfrm>
        </p:spPr>
        <p:txBody>
          <a:bodyPr>
            <a:normAutofit/>
          </a:bodyPr>
          <a:lstStyle/>
          <a:p>
            <a:r>
              <a:rPr lang="en-US" dirty="0"/>
              <a:t>Your turn </a:t>
            </a:r>
            <a:endParaRPr lang="en-AU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04E807-8332-480D-B2C4-F5194318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728" y="396936"/>
            <a:ext cx="6561251" cy="169429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E369DD-B11B-47CC-A260-4CB5D9B4F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7" y="2320744"/>
            <a:ext cx="6382966" cy="221651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/>
              <a:t>Complete a table of values </a:t>
            </a:r>
          </a:p>
          <a:p>
            <a:pPr marL="514350" indent="-514350">
              <a:buAutoNum type="arabicPeriod"/>
            </a:pPr>
            <a:r>
              <a:rPr lang="en-US" sz="2000" dirty="0"/>
              <a:t>Create a rule </a:t>
            </a:r>
          </a:p>
          <a:p>
            <a:pPr marL="514350" indent="-514350">
              <a:buAutoNum type="arabicPeriod"/>
            </a:pPr>
            <a:r>
              <a:rPr lang="en-US" sz="2000" dirty="0"/>
              <a:t>Determine 20</a:t>
            </a:r>
            <a:r>
              <a:rPr lang="en-US" sz="2000" baseline="30000" dirty="0"/>
              <a:t>th</a:t>
            </a:r>
            <a:r>
              <a:rPr lang="en-US" sz="2000" dirty="0"/>
              <a:t> pattern </a:t>
            </a:r>
          </a:p>
          <a:p>
            <a:endParaRPr lang="en-US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15C9ABF-4F7A-D554-C654-2E38E58EB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22078"/>
              </p:ext>
            </p:extLst>
          </p:nvPr>
        </p:nvGraphicFramePr>
        <p:xfrm>
          <a:off x="3800335" y="2371496"/>
          <a:ext cx="812800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2244917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5550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14958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907239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222205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0924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35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351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4FC6A61-33DB-2E08-6A43-8286335F6E52}"/>
              </a:ext>
            </a:extLst>
          </p:cNvPr>
          <p:cNvSpPr txBox="1"/>
          <p:nvPr/>
        </p:nvSpPr>
        <p:spPr>
          <a:xfrm>
            <a:off x="2024743" y="4245429"/>
            <a:ext cx="83882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Rule: </a:t>
            </a:r>
          </a:p>
          <a:p>
            <a:endParaRPr lang="en-AU" sz="2000" dirty="0"/>
          </a:p>
          <a:p>
            <a:r>
              <a:rPr lang="en-AU" sz="2000" dirty="0"/>
              <a:t>When the number of shapes is 20, the number of matches will = _________</a:t>
            </a:r>
          </a:p>
        </p:txBody>
      </p:sp>
    </p:spTree>
    <p:extLst>
      <p:ext uri="{BB962C8B-B14F-4D97-AF65-F5344CB8AC3E}">
        <p14:creationId xmlns:p14="http://schemas.microsoft.com/office/powerpoint/2010/main" val="159341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C779-18B6-4641-850E-B5D2C393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46" y="219120"/>
            <a:ext cx="3981854" cy="2216513"/>
          </a:xfrm>
        </p:spPr>
        <p:txBody>
          <a:bodyPr>
            <a:normAutofit/>
          </a:bodyPr>
          <a:lstStyle/>
          <a:p>
            <a:r>
              <a:rPr lang="en-US" dirty="0"/>
              <a:t>Your turn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E369DD-B11B-47CC-A260-4CB5D9B4F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7" y="2320744"/>
            <a:ext cx="6382966" cy="221651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/>
              <a:t>Complete a table of values </a:t>
            </a:r>
          </a:p>
          <a:p>
            <a:pPr marL="514350" indent="-514350">
              <a:buAutoNum type="arabicPeriod"/>
            </a:pPr>
            <a:r>
              <a:rPr lang="en-US" sz="2000" dirty="0"/>
              <a:t>Create a rule </a:t>
            </a:r>
          </a:p>
          <a:p>
            <a:pPr marL="514350" indent="-514350">
              <a:buAutoNum type="arabicPeriod"/>
            </a:pPr>
            <a:r>
              <a:rPr lang="en-US" sz="2000" dirty="0"/>
              <a:t>Determine 20</a:t>
            </a:r>
            <a:r>
              <a:rPr lang="en-US" sz="2000" baseline="30000" dirty="0"/>
              <a:t>th</a:t>
            </a:r>
            <a:r>
              <a:rPr lang="en-US" sz="2000" dirty="0"/>
              <a:t> pattern </a:t>
            </a:r>
          </a:p>
          <a:p>
            <a:endParaRPr lang="en-US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15C9ABF-4F7A-D554-C654-2E38E58EBD57}"/>
              </a:ext>
            </a:extLst>
          </p:cNvPr>
          <p:cNvGraphicFramePr>
            <a:graphicFrameLocks noGrp="1"/>
          </p:cNvGraphicFramePr>
          <p:nvPr/>
        </p:nvGraphicFramePr>
        <p:xfrm>
          <a:off x="3800335" y="2371496"/>
          <a:ext cx="812800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2244917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5550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14958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907239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222205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0924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35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351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4FC6A61-33DB-2E08-6A43-8286335F6E52}"/>
              </a:ext>
            </a:extLst>
          </p:cNvPr>
          <p:cNvSpPr txBox="1"/>
          <p:nvPr/>
        </p:nvSpPr>
        <p:spPr>
          <a:xfrm>
            <a:off x="2024743" y="4245429"/>
            <a:ext cx="83882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Rule: </a:t>
            </a:r>
          </a:p>
          <a:p>
            <a:endParaRPr lang="en-AU" sz="2000" dirty="0"/>
          </a:p>
          <a:p>
            <a:r>
              <a:rPr lang="en-AU" sz="2000" dirty="0"/>
              <a:t>When the number of shapes is 20, the number of matches will = _________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FBA2A-C463-AD5D-5395-4FC00BABD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4450556" y="796147"/>
            <a:ext cx="7285798" cy="80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2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3C1C-D2A7-4724-B9E5-9BCB696B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2" y="365125"/>
            <a:ext cx="6027198" cy="1325563"/>
          </a:xfrm>
        </p:spPr>
        <p:txBody>
          <a:bodyPr/>
          <a:lstStyle/>
          <a:p>
            <a:pPr algn="ctr"/>
            <a:r>
              <a:rPr lang="en-US" dirty="0"/>
              <a:t>Describing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ED6D-EB1F-4AA8-B0D7-955BFB19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24" y="1825625"/>
            <a:ext cx="61159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graph shows how much Sally is paid.</a:t>
            </a:r>
          </a:p>
          <a:p>
            <a:pPr marL="0" indent="0">
              <a:buNone/>
            </a:pPr>
            <a:r>
              <a:rPr lang="en-US" dirty="0"/>
              <a:t>How much is she paid per hour?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390FC-4F6B-417B-935C-9C359B37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15" y="365125"/>
            <a:ext cx="4603910" cy="6443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D6C1DBE-2FAE-469A-9135-E19A7B58CC95}"/>
                  </a:ext>
                </a:extLst>
              </p14:cNvPr>
              <p14:cNvContentPartPr/>
              <p14:nvPr/>
            </p14:nvContentPartPr>
            <p14:xfrm>
              <a:off x="1709460" y="5859930"/>
              <a:ext cx="52560" cy="45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D6C1DBE-2FAE-469A-9135-E19A7B58CC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3460" y="5824290"/>
                <a:ext cx="1242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74EA720-8CA7-4122-9642-42C5520FA8A9}"/>
                  </a:ext>
                </a:extLst>
              </p14:cNvPr>
              <p14:cNvContentPartPr/>
              <p14:nvPr/>
            </p14:nvContentPartPr>
            <p14:xfrm>
              <a:off x="2380140" y="5269890"/>
              <a:ext cx="57240" cy="52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74EA720-8CA7-4122-9642-42C5520FA8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4140" y="5233890"/>
                <a:ext cx="1288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1A81A0-A5E8-4073-A27F-D9CE8B6FCECC}"/>
                  </a:ext>
                </a:extLst>
              </p14:cNvPr>
              <p14:cNvContentPartPr/>
              <p14:nvPr/>
            </p14:nvContentPartPr>
            <p14:xfrm>
              <a:off x="3055140" y="4676250"/>
              <a:ext cx="50400" cy="65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1A81A0-A5E8-4073-A27F-D9CE8B6FCE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19500" y="4640610"/>
                <a:ext cx="1220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382B682-544F-49BC-96FB-3E5ABEF28D7B}"/>
                  </a:ext>
                </a:extLst>
              </p14:cNvPr>
              <p14:cNvContentPartPr/>
              <p14:nvPr/>
            </p14:nvContentPartPr>
            <p14:xfrm>
              <a:off x="3721140" y="4076130"/>
              <a:ext cx="46080" cy="19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382B682-544F-49BC-96FB-3E5ABEF28D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85500" y="4040490"/>
                <a:ext cx="1177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5DB823C-B2A5-4510-B6FA-8A11C7CA5A9E}"/>
                  </a:ext>
                </a:extLst>
              </p14:cNvPr>
              <p14:cNvContentPartPr/>
              <p14:nvPr/>
            </p14:nvContentPartPr>
            <p14:xfrm>
              <a:off x="4371300" y="3447210"/>
              <a:ext cx="59040" cy="77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5DB823C-B2A5-4510-B6FA-8A11C7CA5A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35300" y="3411210"/>
                <a:ext cx="130680" cy="1486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733323-51B0-3609-DF7D-D4242E7AE830}"/>
              </a:ext>
            </a:extLst>
          </p:cNvPr>
          <p:cNvGraphicFramePr>
            <a:graphicFrameLocks noGrp="1"/>
          </p:cNvGraphicFramePr>
          <p:nvPr/>
        </p:nvGraphicFramePr>
        <p:xfrm>
          <a:off x="5546200" y="3107287"/>
          <a:ext cx="5499221" cy="833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603">
                  <a:extLst>
                    <a:ext uri="{9D8B030D-6E8A-4147-A177-3AD203B41FA5}">
                      <a16:colId xmlns:a16="http://schemas.microsoft.com/office/drawing/2014/main" val="1941902045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602386073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813117803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1873102825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4072359912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629897055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2291955259"/>
                    </a:ext>
                  </a:extLst>
                </a:gridCol>
              </a:tblGrid>
              <a:tr h="4169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Hours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439823"/>
                  </a:ext>
                </a:extLst>
              </a:tr>
              <a:tr h="4169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$$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91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69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3C1C-D2A7-4724-B9E5-9BCB696B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2" y="365125"/>
            <a:ext cx="6027198" cy="1325563"/>
          </a:xfrm>
        </p:spPr>
        <p:txBody>
          <a:bodyPr/>
          <a:lstStyle/>
          <a:p>
            <a:pPr algn="ctr"/>
            <a:r>
              <a:rPr lang="en-US" dirty="0"/>
              <a:t>Describing graphs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ED6D-EB1F-4AA8-B0D7-955BFB19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24" y="1825625"/>
            <a:ext cx="61159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Tasha is a sparky and the following graph shows how much she charges.</a:t>
            </a:r>
          </a:p>
          <a:p>
            <a:pPr marL="0" indent="0">
              <a:buNone/>
            </a:pPr>
            <a:r>
              <a:rPr lang="en-US" dirty="0"/>
              <a:t>Determine her hourly rate and call out fee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Rule: </a:t>
            </a:r>
          </a:p>
          <a:p>
            <a:pPr marL="0" indent="0">
              <a:buNone/>
            </a:pPr>
            <a:r>
              <a:rPr lang="en-US" dirty="0"/>
              <a:t>Hourly rate: </a:t>
            </a:r>
          </a:p>
          <a:p>
            <a:pPr marL="0" indent="0">
              <a:buNone/>
            </a:pPr>
            <a:r>
              <a:rPr lang="en-US" dirty="0"/>
              <a:t>Call out fee: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390FC-4F6B-417B-935C-9C359B37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15" y="365125"/>
            <a:ext cx="4603910" cy="6443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D6C1DBE-2FAE-469A-9135-E19A7B58CC95}"/>
                  </a:ext>
                </a:extLst>
              </p14:cNvPr>
              <p14:cNvContentPartPr/>
              <p14:nvPr/>
            </p14:nvContentPartPr>
            <p14:xfrm>
              <a:off x="1046986" y="5859930"/>
              <a:ext cx="52560" cy="45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D6C1DBE-2FAE-469A-9135-E19A7B58CC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0986" y="5823930"/>
                <a:ext cx="1242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74EA720-8CA7-4122-9642-42C5520FA8A9}"/>
                  </a:ext>
                </a:extLst>
              </p14:cNvPr>
              <p14:cNvContentPartPr/>
              <p14:nvPr/>
            </p14:nvContentPartPr>
            <p14:xfrm>
              <a:off x="1708336" y="5111270"/>
              <a:ext cx="57240" cy="52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74EA720-8CA7-4122-9642-42C5520FA8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72336" y="5075270"/>
                <a:ext cx="1288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1A81A0-A5E8-4073-A27F-D9CE8B6FCECC}"/>
                  </a:ext>
                </a:extLst>
              </p14:cNvPr>
              <p14:cNvContentPartPr/>
              <p14:nvPr/>
            </p14:nvContentPartPr>
            <p14:xfrm>
              <a:off x="2392666" y="4349678"/>
              <a:ext cx="50400" cy="65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1A81A0-A5E8-4073-A27F-D9CE8B6FCE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56666" y="4313678"/>
                <a:ext cx="1220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382B682-544F-49BC-96FB-3E5ABEF28D7B}"/>
                  </a:ext>
                </a:extLst>
              </p14:cNvPr>
              <p14:cNvContentPartPr/>
              <p14:nvPr/>
            </p14:nvContentPartPr>
            <p14:xfrm>
              <a:off x="3049335" y="3640505"/>
              <a:ext cx="46080" cy="19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382B682-544F-49BC-96FB-3E5ABEF28D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13052" y="3604505"/>
                <a:ext cx="118284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5DB823C-B2A5-4510-B6FA-8A11C7CA5A9E}"/>
                  </a:ext>
                </a:extLst>
              </p14:cNvPr>
              <p14:cNvContentPartPr/>
              <p14:nvPr/>
            </p14:nvContentPartPr>
            <p14:xfrm>
              <a:off x="3708827" y="2868712"/>
              <a:ext cx="59040" cy="77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5DB823C-B2A5-4510-B6FA-8A11C7CA5A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72827" y="2832879"/>
                <a:ext cx="130680" cy="148347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733323-51B0-3609-DF7D-D4242E7AE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53672"/>
              </p:ext>
            </p:extLst>
          </p:nvPr>
        </p:nvGraphicFramePr>
        <p:xfrm>
          <a:off x="5471555" y="3678607"/>
          <a:ext cx="4713618" cy="833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603">
                  <a:extLst>
                    <a:ext uri="{9D8B030D-6E8A-4147-A177-3AD203B41FA5}">
                      <a16:colId xmlns:a16="http://schemas.microsoft.com/office/drawing/2014/main" val="1941902045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602386073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813117803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1873102825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4072359912"/>
                    </a:ext>
                  </a:extLst>
                </a:gridCol>
                <a:gridCol w="785603">
                  <a:extLst>
                    <a:ext uri="{9D8B030D-6E8A-4147-A177-3AD203B41FA5}">
                      <a16:colId xmlns:a16="http://schemas.microsoft.com/office/drawing/2014/main" val="629897055"/>
                    </a:ext>
                  </a:extLst>
                </a:gridCol>
              </a:tblGrid>
              <a:tr h="4169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Hours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439823"/>
                  </a:ext>
                </a:extLst>
              </a:tr>
              <a:tr h="4169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$$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91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36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CA24-5319-084E-3F91-AEFD9AEE5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95D9-F415-828C-A6EE-B8E3AF1C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Page 124</a:t>
            </a:r>
          </a:p>
          <a:p>
            <a:pPr marL="0" indent="0">
              <a:buNone/>
            </a:pPr>
            <a:r>
              <a:rPr lang="en-US" sz="2800" b="1" dirty="0"/>
              <a:t>Questions 1 – 12  </a:t>
            </a:r>
          </a:p>
          <a:p>
            <a:pPr marL="0" indent="0">
              <a:buNone/>
            </a:pPr>
            <a:r>
              <a:rPr lang="en-US" sz="2800" b="1" dirty="0"/>
              <a:t>In your exercise book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05380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451</Words>
  <Application>Microsoft Office PowerPoint</Application>
  <PresentationFormat>Widescreen</PresentationFormat>
  <Paragraphs>172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Segoe UI Symbol</vt:lpstr>
      <vt:lpstr>Office Theme</vt:lpstr>
      <vt:lpstr>Lesson objective </vt:lpstr>
      <vt:lpstr>3 relationships in parallel lines </vt:lpstr>
      <vt:lpstr>What is the angle? </vt:lpstr>
      <vt:lpstr>Whiteboards </vt:lpstr>
      <vt:lpstr>Whiteboards </vt:lpstr>
      <vt:lpstr>Whiteboards </vt:lpstr>
      <vt:lpstr>Daily review </vt:lpstr>
      <vt:lpstr>Daily review </vt:lpstr>
      <vt:lpstr>Daily review </vt:lpstr>
      <vt:lpstr>Daily review </vt:lpstr>
      <vt:lpstr>Finish this table of values </vt:lpstr>
      <vt:lpstr>Start to finish - demo </vt:lpstr>
      <vt:lpstr>Demonstration </vt:lpstr>
      <vt:lpstr>Your turn </vt:lpstr>
      <vt:lpstr>Your turn </vt:lpstr>
      <vt:lpstr>Describing graphs </vt:lpstr>
      <vt:lpstr>Describing graphs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2022-11-08T08:00:05Z</dcterms:created>
  <dcterms:modified xsi:type="dcterms:W3CDTF">2023-10-24T05:51:39Z</dcterms:modified>
</cp:coreProperties>
</file>